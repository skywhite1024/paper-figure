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39dcd044fcf4ccb" /><Relationship Type="http://schemas.openxmlformats.org/officeDocument/2006/relationships/extended-properties" Target="/docProps/app.xml" Id="R66fb05eade544441" /><Relationship Type="http://schemas.openxmlformats.org/officeDocument/2006/relationships/officeDocument" Target="/ppt/presentation.xml" Id="R3b5a5c5c84784166" /></Relationships>
</file>

<file path=ppt/presentation.xml><?xml version="1.0" encoding="utf-8"?>
<p:presentation xmlns:p="http://schemas.openxmlformats.org/presentationml/2006/main">
  <p:sldMasterIdLst>
    <p:sldMasterId xmlns:r="http://schemas.openxmlformats.org/officeDocument/2006/relationships" id="2147483648" r:id="R65659e87f1164713"/>
  </p:sldMasterIdLst>
  <p:notesMasterIdLst>
    <p:notesMasterId xmlns:r="http://schemas.openxmlformats.org/officeDocument/2006/relationships" r:id="Rc331a3eb82b54872"/>
  </p:notesMasterIdLst>
  <p:sldIdLst>
    <p:sldId xmlns:r="http://schemas.openxmlformats.org/officeDocument/2006/relationships" id="256" r:id="R9cb0a03e21924eeb"/>
  </p:sldIdLst>
  <p:sldSz cx="14144625" cy="660082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944ef37b4c4577" /><Relationship Type="http://schemas.openxmlformats.org/officeDocument/2006/relationships/slideMaster" Target="/ppt/slideMasters/slideMaster1.xml" Id="R65659e87f1164713" /><Relationship Type="http://schemas.openxmlformats.org/officeDocument/2006/relationships/notesMaster" Target="/ppt/notesMasters/notesMaster1.xml" Id="Rc331a3eb82b54872" /><Relationship Type="http://schemas.openxmlformats.org/officeDocument/2006/relationships/presProps" Target="/ppt/presProps.xml" Id="Ra61f039422004932" /><Relationship Type="http://schemas.openxmlformats.org/officeDocument/2006/relationships/tableStyles" Target="/ppt/tableStyles.xml" Id="Rb41c71ff0bc146c9" /><Relationship Type="http://schemas.openxmlformats.org/officeDocument/2006/relationships/slide" Target="/ppt/slides/slide1.xml" Id="R9cb0a03e21924e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4d1b4ec07664d6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07ee8e628546ff" /><Relationship Type="http://schemas.openxmlformats.org/officeDocument/2006/relationships/notesMaster" Target="/ppt/notesMasters/notesMaster1.xml" Id="Rc6eeef0f4cc14b5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"paper_title": "DynScene: Scalable Generation of Dynamic Robotic Manipulation Scenes for Embodied AI",</a:t>
            </a:r>
          </a:p>
          <a:p xmlns:a="http://schemas.openxmlformats.org/drawingml/2006/main">
            <a:r>
              <a:t>  "paper_url": "https://openaccess.thecvf.com/content/CVPR2025/papers/Lee_DynScene_Scalable_Generation_of_Dynamic_Robotic_Manipulation_Scenes_for_Embodied_CVPR_2025_paper.pdf",</a:t>
            </a:r>
          </a:p>
          <a:p xmlns:a="http://schemas.openxmlformats.org/drawingml/2006/main">
            <a:r>
              <a:t>  "figure": "Figure 2",</a:t>
            </a:r>
          </a:p>
          <a:p xmlns:a="http://schemas.openxmlformats.org/drawingml/2006/main">
            <a:r>
              <a:t>  "license": "unverified; private user-requested adaptation only.",</a:t>
            </a:r>
          </a:p>
          <a:p xmlns:a="http://schemas.openxmlformats.org/drawingml/2006/main">
            <a:r>
              <a:t>  "notes": "Original DynScene source layout/colors with native pipeline panels, U-Nets, state grids, arrows, quaternion diagram and separately editable room-layout gradient contours. Corrupt PDF character encoding repaired by accurate source-pixel transcription into live ordinary labels. Six discrete robot/scene visuals are rendered with original source text suppressed, so typed labels leave no hidden originals. Twelve mathematical expressions are isolated raster inserts. Source decorative drop shadows on native arrows omitted. Freeform paths are not attached connectors.",</a:t>
            </a:r>
          </a:p>
          <a:p xmlns:a="http://schemas.openxmlformats.org/drawingml/2006/main">
            <a:r>
              <a:t>  "page": 3,</a:t>
            </a:r>
          </a:p>
          <a:p xmlns:a="http://schemas.openxmlformats.org/drawingml/2006/main">
            <a:r>
              <a:t>  "status": "figure_recreation",</a:t>
            </a:r>
          </a:p>
          <a:p xmlns:a="http://schemas.openxmlformats.org/drawingml/2006/main">
            <a:r>
              <a:t>  "source_sha256": "e489d02d5e0ed28b8b7b6d910c1893bcba9a7a4dbb838728c48adc2dae898515",</a:t>
            </a:r>
          </a:p>
          <a:p xmlns:a="http://schemas.openxmlformats.org/drawingml/2006/main">
            <a:r>
              <a:t>  "source_crop_pdf_points": [</a:t>
            </a:r>
          </a:p>
          <a:p xmlns:a="http://schemas.openxmlformats.org/drawingml/2006/main">
            <a:r>
              <a:t>    60,</a:t>
            </a:r>
          </a:p>
          <a:p xmlns:a="http://schemas.openxmlformats.org/drawingml/2006/main">
            <a:r>
              <a:t>    73,</a:t>
            </a:r>
          </a:p>
          <a:p xmlns:a="http://schemas.openxmlformats.org/drawingml/2006/main">
            <a:r>
              <a:t>    555,</a:t>
            </a:r>
          </a:p>
          <a:p xmlns:a="http://schemas.openxmlformats.org/drawingml/2006/main">
            <a:r>
              <a:t>    304</a:t>
            </a:r>
          </a:p>
          <a:p xmlns:a="http://schemas.openxmlformats.org/drawingml/2006/main">
            <a:r>
              <a:t>  ],</a:t>
            </a:r>
          </a:p>
          <a:p xmlns:a="http://schemas.openxmlformats.org/drawingml/2006/main">
            <a:r>
              <a:t>  "extraction_review": "pending; native geometry extraction is not visual fidelity approval",</a:t>
            </a:r>
          </a:p>
          <a:p xmlns:a="http://schemas.openxmlformats.org/drawingml/2006/main">
            <a:r>
              <a:t>  "font_substitutions": "Arial or Courier New; source fonts recorded per text object",</a:t>
            </a:r>
          </a:p>
          <a:p xmlns:a="http://schemas.openxmlformats.org/drawingml/2006/main">
            <a:r>
              <a:t>  "dash_fidelity": "PPTX uses the closest supported native preset, not exact PDF dash lengths. Draw.io retains interval lengths; PDF phase/caps are not preserved; zero intervals become 0.001 scene units.",</a:t>
            </a:r>
          </a:p>
          <a:p xmlns:a="http://schemas.openxmlformats.org/drawingml/2006/main">
            <a:r>
              <a:t>  "extraction_warnings": [</a:t>
            </a:r>
          </a:p>
          <a:p xmlns:a="http://schemas.openxmlformats.org/drawingml/2006/main">
            <a:r>
              <a:t>    "917 source clipping groups intersect crop; extracted paths require explicit clipping review",</a:t>
            </a:r>
          </a:p>
          <a:p xmlns:a="http://schemas.openxmlformats.org/drawingml/2006/main">
            <a:r>
              <a:t>    "path crosses crop boundary: 0",</a:t>
            </a:r>
          </a:p>
          <a:p xmlns:a="http://schemas.openxmlformats.org/drawingml/2006/main">
            <a:r>
              <a:t>    "path crosses crop boundary: 161",</a:t>
            </a:r>
          </a:p>
          <a:p xmlns:a="http://schemas.openxmlformats.org/drawingml/2006/main">
            <a:r>
              <a:t>    "path crosses crop boundary: 525",</a:t>
            </a:r>
          </a:p>
          <a:p xmlns:a="http://schemas.openxmlformats.org/drawingml/2006/main">
            <a:r>
              <a:t>    "path crosses crop boundary: 546",</a:t>
            </a:r>
          </a:p>
          <a:p xmlns:a="http://schemas.openxmlformats.org/drawingml/2006/main">
            <a:r>
              <a:t>    "path crosses crop boundary: 557",</a:t>
            </a:r>
          </a:p>
          <a:p xmlns:a="http://schemas.openxmlformats.org/drawingml/2006/main">
            <a:r>
              <a:t>    "rotated text needs manual reconstruction: �",</a:t>
            </a:r>
          </a:p>
          <a:p xmlns:a="http://schemas.openxmlformats.org/drawingml/2006/main">
            <a:r>
              <a:t>    "rotated text needs manual reconstruction: �",</a:t>
            </a:r>
          </a:p>
          <a:p xmlns:a="http://schemas.openxmlformats.org/drawingml/2006/main">
            <a:r>
              <a:t>    "rotated text needs manual reconstruction: �",</a:t>
            </a:r>
          </a:p>
          <a:p xmlns:a="http://schemas.openxmlformats.org/drawingml/2006/main">
            <a:r>
              <a:t>    "rotated text needs manual reconstruction: �",</a:t>
            </a:r>
          </a:p>
          <a:p xmlns:a="http://schemas.openxmlformats.org/drawingml/2006/main">
            <a:r>
              <a:t>    "rotated text needs manual reconstruction: �",</a:t>
            </a:r>
          </a:p>
          <a:p xmlns:a="http://schemas.openxmlformats.org/drawingml/2006/main">
            <a:r>
              <a:t>    "rotated text needs manual reconstruction: �",</a:t>
            </a:r>
          </a:p>
          <a:p xmlns:a="http://schemas.openxmlformats.org/drawingml/2006/main">
            <a:r>
              <a:t>    "rotated text needs manual reconstruction: �",</a:t>
            </a:r>
          </a:p>
          <a:p xmlns:a="http://schemas.openxmlformats.org/drawingml/2006/main">
            <a:r>
              <a:t>    "rotated text needs manual reconstruction: �",</a:t>
            </a:r>
          </a:p>
          <a:p xmlns:a="http://schemas.openxmlformats.org/drawingml/2006/main">
            <a:r>
              <a:t>    "rotated text needs manual reconstruction: �",</a:t>
            </a:r>
          </a:p>
          <a:p xmlns:a="http://schemas.openxmlformats.org/drawingml/2006/main">
            <a:r>
              <a:t>    "rotated text needs manual reconstruction: �",</a:t>
            </a:r>
          </a:p>
          <a:p xmlns:a="http://schemas.openxmlformats.org/drawingml/2006/main">
            <a:r>
              <a:t>    "rotated text needs manual reconstruction: ����������",</a:t>
            </a:r>
          </a:p>
          <a:p xmlns:a="http://schemas.openxmlformats.org/drawingml/2006/main">
            <a:r>
              <a:t>    "unhandled image/shading at seq 8: [332.6340026855469, 170.5439910888672, 348.00201416015625, 213.635986328125]; requires reviewed raster region",</a:t>
            </a:r>
          </a:p>
          <a:p xmlns:a="http://schemas.openxmlformats.org/drawingml/2006/main">
            <a:r>
              <a:t>    "unhandled image/shading at seq 9: [332.6340026855469, 127.40400695800781, 348.00201416015625, 169.656005859375]; requires reviewed raster region",</a:t>
            </a:r>
          </a:p>
          <a:p xmlns:a="http://schemas.openxmlformats.org/drawingml/2006/main">
            <a:r>
              <a:t>    "unhandled image/shading at seq 10: [332.6340026855469, 169.34400939941406, 348.00201416015625, 170.916015625]; requires reviewed raster region",</a:t>
            </a:r>
          </a:p>
          <a:p xmlns:a="http://schemas.openxmlformats.org/drawingml/2006/main">
            <a:r>
              <a:t>    "unhandled image/shading at seq 203: [227.63400268554688, 162.86398315429688, 244.2060089111328, 176.135986328125]; requires reviewed raster region",</a:t>
            </a:r>
          </a:p>
          <a:p xmlns:a="http://schemas.openxmlformats.org/drawingml/2006/main">
            <a:r>
              <a:t>    "unhandled image/shading at seq 204: [227.63400268554688, 177.0240020751953, 244.2060089111328, 180.39599609375]; requires reviewed raster region",</a:t>
            </a:r>
          </a:p>
          <a:p xmlns:a="http://schemas.openxmlformats.org/drawingml/2006/main">
            <a:r>
              <a:t>    "unhandled image/shading at seq 205: [227.63400268554688, 175.82398986816406, 244.2060089111328, 177.39599609375]; requires reviewed raster region",</a:t>
            </a:r>
          </a:p>
          <a:p xmlns:a="http://schemas.openxmlformats.org/drawingml/2006/main">
            <a:r>
              <a:t>    "unhandled image/shading at seq 206: [227.63400268554688, 127.40399169921875, 244.2060089111328, 169.89599609375]; requires reviewed raster region",</a:t>
            </a:r>
          </a:p>
          <a:p xmlns:a="http://schemas.openxmlformats.org/drawingml/2006/main">
            <a:r>
              <a:t>    "unhandled image/shading at seq 207: [227.63400268554688, 160.16400146484375, 244.2060089111328, 171.09600830078125]; requires reviewed raster region",</a:t>
            </a:r>
          </a:p>
          <a:p xmlns:a="http://schemas.openxmlformats.org/drawingml/2006/main">
            <a:r>
              <a:t>    "unhandled image/shading at seq 208: [227.63400268554688, 154.52401733398438, 233.8708953857422, 163.176025390625]; requires reviewed raster region",</a:t>
            </a:r>
          </a:p>
          <a:p xmlns:a="http://schemas.openxmlformats.org/drawingml/2006/main">
            <a:r>
              <a:t>    "unhandled image/shading at seq 229: [491.8739929199219, 156.9840087890625, 545.2260131835938, 190.71600341796875]; requires reviewed raster region",</a:t>
            </a:r>
          </a:p>
          <a:p xmlns:a="http://schemas.openxmlformats.org/drawingml/2006/main">
            <a:r>
              <a:t>    "unhandled image/shading at seq 541: [137.45399475097656, 111.26399993896484, 150.8979949951172, 127.7760009765625]; requires reviewed raster region",</a:t>
            </a:r>
          </a:p>
          <a:p xmlns:a="http://schemas.openxmlformats.org/drawingml/2006/main">
            <a:r>
              <a:t>    "unhandled image/shading at seq 542: [137.45399475097656, 111.26403045654297, 137.9459991455078, 121.11602783203125]; requires reviewed raster region",</a:t>
            </a:r>
          </a:p>
          <a:p xmlns:a="http://schemas.openxmlformats.org/drawingml/2006/main">
            <a:r>
              <a:t>    "unhandled image/shading at seq 543: [150.41400146484375, 111.26399993896484, 167.44000244140625, 127.7760009765625]; requires reviewed raster region",</a:t>
            </a:r>
          </a:p>
          <a:p xmlns:a="http://schemas.openxmlformats.org/drawingml/2006/main">
            <a:r>
              <a:t>    "unhandled image/shading at seq 544: [149.99400329589844, 112.22402954101562, 151.19400024414062, 127.176025390625]; requires reviewed raster region",</a:t>
            </a:r>
          </a:p>
          <a:p xmlns:a="http://schemas.openxmlformats.org/drawingml/2006/main">
            <a:r>
              <a:t>    "unhandled image/shading at seq 551: [331.91400146484375, 111.26399993896484, 350.87200927734375, 127.7760009765625]; requires reviewed raster region",</a:t>
            </a:r>
          </a:p>
          <a:p xmlns:a="http://schemas.openxmlformats.org/drawingml/2006/main">
            <a:r>
              <a:t>    "unhandled image/shading at seq 552: [332.6340026855469, 119.66400146484375, 348.00201416015625, 127.7760009765625]; requires reviewed raster region",</a:t>
            </a:r>
          </a:p>
          <a:p xmlns:a="http://schemas.openxmlformats.org/drawingml/2006/main">
            <a:r>
              <a:t>    "unhandled image/shading at seq 553: [335.5740051269531, 121.46400451660156, 346.14300537109375, 127.7760009765625]; requires reviewed raster region",</a:t>
            </a:r>
          </a:p>
          <a:p xmlns:a="http://schemas.openxmlformats.org/drawingml/2006/main">
            <a:r>
              <a:t>    "unhandled image/shading at seq 554: [350.3940124511719, 111.26399993896484, 365.2870178222656, 127.7760009765625]; requires reviewed raster region",</a:t>
            </a:r>
          </a:p>
          <a:p xmlns:a="http://schemas.openxmlformats.org/drawingml/2006/main">
            <a:r>
              <a:t>    "unhandled image/shading at seq 555: [349.9739990234375, 112.22402954101562, 351.17401123046875, 127.176025390625]; requires reviewed raster region",</a:t>
            </a:r>
          </a:p>
          <a:p xmlns:a="http://schemas.openxmlformats.org/drawingml/2006/main">
            <a:r>
              <a:t>    "unhandled image/shading at seq 561: [511.1940002441406, 192.50401306152344, 526.56201171875, 204.09600830078125]; requires reviewed raster region",</a:t>
            </a:r>
          </a:p>
          <a:p xmlns:a="http://schemas.openxmlformats.org/drawingml/2006/main">
            <a:r>
              <a:t>    "unhandled image/shading at seq 562: [511.1940002441406, 190.46397399902344, 526.56201171875, 192.81597900390625]; requires reviewed raster region",</a:t>
            </a:r>
          </a:p>
          <a:p xmlns:a="http://schemas.openxmlformats.org/drawingml/2006/main">
            <a:r>
              <a:t>    "unhandled image/shading at seq 563: [511.1940002441406, 192.0840301513672, 526.3259887695312, 193.23602294921875]; requires reviewed raster region",</a:t>
            </a:r>
          </a:p>
          <a:p xmlns:a="http://schemas.openxmlformats.org/drawingml/2006/main">
            <a:r>
              <a:t>    "unhandled image/shading at seq 564: [511.1940002441406, 188.843994140625, 526.56201171875, 190.83599853515625]; requires reviewed raster region",</a:t>
            </a:r>
          </a:p>
          <a:p xmlns:a="http://schemas.openxmlformats.org/drawingml/2006/main">
            <a:r>
              <a:t>    "unhandled image/shading at seq 566: [510.4739990234375, 137.00399780273438, 525.8419799804688, 141.39599609375]; requires reviewed raster region",</a:t>
            </a:r>
          </a:p>
          <a:p xmlns:a="http://schemas.openxmlformats.org/drawingml/2006/main">
            <a:r>
              <a:t>    "unhandled image/shading at seq 567: [510.4739990234375, 141.0840301513672, 525.8419799804688, 145.0560302734375]; requires reviewed raster region",</a:t>
            </a:r>
          </a:p>
          <a:p xmlns:a="http://schemas.openxmlformats.org/drawingml/2006/main">
            <a:r>
              <a:t>    "unhandled image/shading at seq 568: [510.4739990234375, 144.7440185546875, 525.8419799804688, 146.85601806640625]; requires reviewed raster region",</a:t>
            </a:r>
          </a:p>
          <a:p xmlns:a="http://schemas.openxmlformats.org/drawingml/2006/main">
            <a:r>
              <a:t>    "unhandled image/shading at seq 569: [512.7540283203125, 144.3240203857422, 525.947021484375, 145.47601318359375]; requires reviewed raster region",</a:t>
            </a:r>
          </a:p>
          <a:p xmlns:a="http://schemas.openxmlformats.org/drawingml/2006/main">
            <a:r>
              <a:t>    "unhandled image/shading at seq 570: [510.4739990234375, 146.48397827148438, 525.8419799804688, 149.31597900390625]; requires reviewed raster region",</a:t>
            </a:r>
          </a:p>
          <a:p xmlns:a="http://schemas.openxmlformats.org/drawingml/2006/main">
            <a:r>
              <a:t>    "unhandled image/shading at seq 576: [510.4739990234375, 134.6639862060547, 525.8419799804688, 137.31597900390625]; requires reviewed raster region",</a:t>
            </a:r>
          </a:p>
          <a:p xmlns:a="http://schemas.openxmlformats.org/drawingml/2006/main">
            <a:r>
              <a:t>    "unhandled image/shading at seq 577: [510.4739990234375, 136.5840301513672, 525.8419799804688, 137.73602294921875]; requires reviewed raster region",</a:t>
            </a:r>
          </a:p>
          <a:p xmlns:a="http://schemas.openxmlformats.org/drawingml/2006/main">
            <a:r>
              <a:t>    "unhandled image/shading at seq 579: [110.33399963378906, 179.00401306152344, 113.22599792480469, 188.97601318359375]; requires reviewed raster region",</a:t>
            </a:r>
          </a:p>
          <a:p xmlns:a="http://schemas.openxmlformats.org/drawingml/2006/main">
            <a:r>
              <a:t>    "unhandled image/shading at seq 580: [110.33399963378906, 180.3839874267578, 113.22599792480469, 188.2559814453125]; requires reviewed raster region",</a:t>
            </a:r>
          </a:p>
          <a:p xmlns:a="http://schemas.openxmlformats.org/drawingml/2006/main">
            <a:r>
              <a:t>    "unhandled image/shading at seq 588: [283.85400390625, 232.0439910888672, 288.4175109863281, 252.635986328125]; requires reviewed raster region",</a:t>
            </a:r>
          </a:p>
          <a:p xmlns:a="http://schemas.openxmlformats.org/drawingml/2006/main">
            <a:r>
              <a:t>    "unhandled image/shading at seq 589: [271.1940002441406, 232.0439910888672, 283.1940002441406, 252.635986328125]; requires reviewed raster region",</a:t>
            </a:r>
          </a:p>
          <a:p xmlns:a="http://schemas.openxmlformats.org/drawingml/2006/main">
            <a:r>
              <a:t>    "unhandled image/shading at seq 590: [282.593994140625, 232.0439910888672, 284.27459716796875, 252.635986328125]; requires reviewed raster region",</a:t>
            </a:r>
          </a:p>
          <a:p xmlns:a="http://schemas.openxmlformats.org/drawingml/2006/main">
            <a:r>
              <a:t>    "unhandled image/shading at seq 591: [271.1940002441406, 243.44398498535156, 283.1940002441406, 252.635986328125]; requires reviewed raster region",</a:t>
            </a:r>
          </a:p>
          <a:p xmlns:a="http://schemas.openxmlformats.org/drawingml/2006/main">
            <a:r>
              <a:t>    "unhandled image/shading at seq 601: [246.1739959716797, 111.26399993896484, 267.5299987792969, 127.7760009765625]; requires reviewed raster region",</a:t>
            </a:r>
          </a:p>
          <a:p xmlns:a="http://schemas.openxmlformats.org/drawingml/2006/main">
            <a:r>
              <a:t>    "unhandled image/shading at seq 602: [268.1940002441406, 111.26399993896484, 276.8305969238281, 127.7760009765625]; requires reviewed raster region",</a:t>
            </a:r>
          </a:p>
          <a:p xmlns:a="http://schemas.openxmlformats.org/drawingml/2006/main">
            <a:r>
              <a:t>    "unhandled image/shading at seq 603: [266.9939880371094, 111.26399993896484, 268.6745910644531, 127.7760009765625]; requires reviewed raster region",</a:t>
            </a:r>
          </a:p>
          <a:p xmlns:a="http://schemas.openxmlformats.org/drawingml/2006/main">
            <a:r>
              <a:t>    "unhandled image/shading at seq 604: [227.69400024414062, 111.26399993896484, 245.4550018310547, 127.7760009765625]; requires reviewed raster region",</a:t>
            </a:r>
          </a:p>
          <a:p xmlns:a="http://schemas.openxmlformats.org/drawingml/2006/main">
            <a:r>
              <a:t>    "unhandled image/shading at seq 605: [244.91400146484375, 111.26399993896484, 246.5946044921875, 127.7760009765625]; requires reviewed raster region",</a:t>
            </a:r>
          </a:p>
          <a:p xmlns:a="http://schemas.openxmlformats.org/drawingml/2006/main">
            <a:r>
              <a:t>    "unhandled image/shading at seq 606: [227.69400024414062, 116.1240005493164, 244.25100708007812, 127.7760009765625]; requires reviewed raster region",</a:t>
            </a:r>
          </a:p>
          <a:p xmlns:a="http://schemas.openxmlformats.org/drawingml/2006/main">
            <a:r>
              <a:t>    "unhandled image/shading at seq 607: [233.3939971923828, 117.92400360107422, 239.63710021972656, 127.7760009765625]; requires reviewed raster region",</a:t>
            </a:r>
          </a:p>
          <a:p xmlns:a="http://schemas.openxmlformats.org/drawingml/2006/main">
            <a:r>
              <a:t>    "unhandled image/shading at seq 608: [212.99400329589844, 111.26399993896484, 228.12600708007812, 127.7760009765625]; requires reviewed raster region",</a:t>
            </a:r>
          </a:p>
          <a:p xmlns:a="http://schemas.openxmlformats.org/drawingml/2006/main">
            <a:r>
              <a:t>    "unhandled image/shading at seq 609: [227.2740020751953, 112.64399719238281, 228.4739990234375, 127.7760009765625]; requires reviewed raster region",</a:t>
            </a:r>
          </a:p>
          <a:p xmlns:a="http://schemas.openxmlformats.org/drawingml/2006/main">
            <a:r>
              <a:t>    "unhandled image/shading at seq 681: [84.77400207519531, 262.7039794921875, 94.0260009765625, 269.43597412109375]; requires reviewed raster region",</a:t>
            </a:r>
          </a:p>
          <a:p xmlns:a="http://schemas.openxmlformats.org/drawingml/2006/main">
            <a:r>
              <a:t>    "unhandled image/shading at seq 682: [84.77400207519531, 262.52398681640625, 94.0260009765625, 263.07598876953125]; requires reviewed raster region",</a:t>
            </a:r>
          </a:p>
          <a:p xmlns:a="http://schemas.openxmlformats.org/drawingml/2006/main">
            <a:r>
              <a:t>    "unhandled image/shading at seq 683: [91.91400146484375, 266.1839599609375, 94.0260009765625, 269.43597412109375]; requires reviewed raster region",</a:t>
            </a:r>
          </a:p>
          <a:p xmlns:a="http://schemas.openxmlformats.org/drawingml/2006/main">
            <a:r>
              <a:t>    "unhandled image/shading at seq 684: [147.0540008544922, 234.86402893066406, 153.96600341796875, 238.0560302734375]; requires reviewed raster region",</a:t>
            </a:r>
          </a:p>
          <a:p xmlns:a="http://schemas.openxmlformats.org/drawingml/2006/main">
            <a:r>
              <a:t>    "unhandled image/shading at seq 685: [147.0540008544922, 234.08401489257812, 153.96600341796875, 235.2960205078125]; requires reviewed raster region",</a:t>
            </a:r>
          </a:p>
          <a:p xmlns:a="http://schemas.openxmlformats.org/drawingml/2006/main">
            <a:r>
              <a:t>    "unhandled image/shading at seq 686: [104.15399932861328, 262.0439758300781, 114.24600219726562, 266.4959716796875]; requires reviewed raster region",</a:t>
            </a:r>
          </a:p>
          <a:p xmlns:a="http://schemas.openxmlformats.org/drawingml/2006/main">
            <a:r>
              <a:t>    "unhandled image/shading at seq 687: [104.15399932861328, 266.06402587890625, 114.24600219726562, 269.7960205078125]; requires reviewed raster region",</a:t>
            </a:r>
          </a:p>
          <a:p xmlns:a="http://schemas.openxmlformats.org/drawingml/2006/main">
            <a:r>
              <a:t>    "unhandled image/shading at seq 688: [134.9340057373047, 262.3440246582031, 144.18600463867188, 266.5560302734375]; requires reviewed raster region",</a:t>
            </a:r>
          </a:p>
          <a:p xmlns:a="http://schemas.openxmlformats.org/drawingml/2006/main">
            <a:r>
              <a:t>    "unhandled image/shading at seq 689: [134.9340057373047, 266.18402099609375, 144.18600463867188, 269.5560302734375]; requires reviewed raster region",</a:t>
            </a:r>
          </a:p>
          <a:p xmlns:a="http://schemas.openxmlformats.org/drawingml/2006/main">
            <a:r>
              <a:t>    "unhandled image/shading at seq 690: [77.8740005493164, 234.92396545410156, 83.40599822998047, 243.9959716796875]; requires reviewed raster region",</a:t>
            </a:r>
          </a:p>
          <a:p xmlns:a="http://schemas.openxmlformats.org/drawingml/2006/main">
            <a:r>
              <a:t>    "unhandled image/shading at seq 691: [77.8740005493164, 234.08401489257812, 83.40599822998047, 235.2960205078125]; requires reviewed raster region",</a:t>
            </a:r>
          </a:p>
          <a:p xmlns:a="http://schemas.openxmlformats.org/drawingml/2006/main">
            <a:r>
              <a:t>    "unhandled image/shading at seq 692: [147.95399475097656, 237.6240234375, 153.48599243164062, 244.2960205078125]; requires reviewed raster region",</a:t>
            </a:r>
          </a:p>
          <a:p xmlns:a="http://schemas.openxmlformats.org/drawingml/2006/main">
            <a:r>
              <a:t>    "unhandled image/shading at seq 693: [147.95399475097656, 237.4440155029297, 153.48599243164062, 238.0560302734375]; requires reviewed raster region",</a:t>
            </a:r>
          </a:p>
          <a:p xmlns:a="http://schemas.openxmlformats.org/drawingml/2006/main">
            <a:r>
              <a:t>    "unhandled image/shading at seq 695: [96.53399658203125, 178.2839813232422, 110.22799682617188, 180.81597900390625]; requires reviewed raster region",</a:t>
            </a:r>
          </a:p>
          <a:p xmlns:a="http://schemas.openxmlformats.org/drawingml/2006/main">
            <a:r>
              <a:t>    "unhandled image/shading at seq 696: [96.53399658203125, 180.4440155029297, 110.22799682617188, 187.2960205078125]; requires reviewed raster region",</a:t>
            </a:r>
          </a:p>
          <a:p xmlns:a="http://schemas.openxmlformats.org/drawingml/2006/main">
            <a:r>
              <a:t>    "unhandled image/shading at seq 698: [112.49400329589844, 178.34397888183594, 129.27700805664062, 180.81597900390625]; requires reviewed raster region",</a:t>
            </a:r>
          </a:p>
          <a:p xmlns:a="http://schemas.openxmlformats.org/drawingml/2006/main">
            <a:r>
              <a:t>    "unhandled image/shading at seq 699: [112.79399871826172, 180.44403076171875, 129.343994140625, 187.176025390625]; requires reviewed raster region",</a:t>
            </a:r>
          </a:p>
          <a:p xmlns:a="http://schemas.openxmlformats.org/drawingml/2006/main">
            <a:r>
              <a:t>    "unhandled image/shading at seq 701: [112.49400329589844, 179.06398010253906, 113.16602325439453, 180.81597900390625]; requires reviewed raster region",</a:t>
            </a:r>
          </a:p>
          <a:p xmlns:a="http://schemas.openxmlformats.org/drawingml/2006/main">
            <a:r>
              <a:t>    "unhandled image/shading at seq 702: [112.49400329589844, 180.44403076171875, 113.16602325439453, 187.176025390625]; requires reviewed raster region",</a:t>
            </a:r>
          </a:p>
          <a:p xmlns:a="http://schemas.openxmlformats.org/drawingml/2006/main">
            <a:r>
              <a:t>    "unhandled image/shading at seq 703: [124.25399780273438, 186.0840301513672, 126.17379760742188, 187.176025390625]; requires reviewed raster region",</a:t>
            </a:r>
          </a:p>
          <a:p xmlns:a="http://schemas.openxmlformats.org/drawingml/2006/main">
            <a:r>
              <a:t>    "unhandled image/shading at seq 705: [191.33399963378906, 270.1440124511719, 207.7259979248047, 274.2960205078125]; requires reviewed raster region",</a:t>
            </a:r>
          </a:p>
          <a:p xmlns:a="http://schemas.openxmlformats.org/drawingml/2006/main">
            <a:r>
              <a:t>    "unhandled image/shading at seq 706: [191.33399963378906, 262.9440002441406, 207.7259979248047, 270.57598876953125]; requires reviewed raster region",</a:t>
            </a:r>
          </a:p>
          <a:p xmlns:a="http://schemas.openxmlformats.org/drawingml/2006/main">
            <a:r>
              <a:t>    "unhandled image/shading at seq 707: [251.3939971923828, 269.9039611816406, 267.3059997558594, 273.93597412109375]; requires reviewed raster region",</a:t>
            </a:r>
          </a:p>
          <a:p xmlns:a="http://schemas.openxmlformats.org/drawingml/2006/main">
            <a:r>
              <a:t>    "unhandled image/shading at seq 708: [251.3939971923828, 262.8840026855469, 267.3059997558594, 270.33599853515625]; requires reviewed raster region",</a:t>
            </a:r>
          </a:p>
          <a:p xmlns:a="http://schemas.openxmlformats.org/drawingml/2006/main">
            <a:r>
              <a:t>    "unhandled image/shading at seq 709: [92.75399780273438, 149.7239990234375, 129.96600341796875, 163.95599365234375]; requires reviewed raster region",</a:t>
            </a:r>
          </a:p>
          <a:p xmlns:a="http://schemas.openxmlformats.org/drawingml/2006/main">
            <a:r>
              <a:t>    "unhandled image/shading at seq 710: [284.9339904785156, 149.78399658203125, 323.885986328125, 163.89599609375]; requires reviewed raster region",</a:t>
            </a:r>
          </a:p>
          <a:p xmlns:a="http://schemas.openxmlformats.org/drawingml/2006/main">
            <a:r>
              <a:t>    "unhandled image/shading at seq 736: [283.85400390625, 196.52398681640625, 307.3760070800781, 200.07598876953125]; requires reviewed raster region",</a:t>
            </a:r>
          </a:p>
          <a:p xmlns:a="http://schemas.openxmlformats.org/drawingml/2006/main">
            <a:r>
              <a:t>    "unhandled image/shading at seq 737: [283.4339904785156, 196.5239715576172, 284.3943786621094, 196.95599365234375]; requires reviewed raster region",</a:t>
            </a:r>
          </a:p>
          <a:p xmlns:a="http://schemas.openxmlformats.org/drawingml/2006/main">
            <a:r>
              <a:t>    "unhandled image/shading at seq 739: [282.2340087890625, 196.52398681640625, 283.19439697265625, 216.635986328125]; requires reviewed raster region",</a:t>
            </a:r>
          </a:p>
          <a:p xmlns:a="http://schemas.openxmlformats.org/drawingml/2006/main">
            <a:r>
              <a:t>    "unhandled image/shading at seq 740: [282.65399169921875, 196.52398681640625, 283.85400390625, 207.69598388671875]; requires reviewed raster region",</a:t>
            </a:r>
          </a:p>
          <a:p xmlns:a="http://schemas.openxmlformats.org/drawingml/2006/main">
            <a:r>
              <a:t>    "unhandled image/shading at seq 741: [283.85400390625, 196.52398681640625, 306.15899658203125, 207.69598388671875]; requires reviewed raster region",</a:t>
            </a:r>
          </a:p>
          <a:p xmlns:a="http://schemas.openxmlformats.org/drawingml/2006/main">
            <a:r>
              <a:t>    "unhandled image/shading at seq 742: [283.4339904785156, 196.52398681640625, 284.39495849609375, 207.69598388671875]; requires reviewed raster region",</a:t>
            </a:r>
          </a:p>
          <a:p xmlns:a="http://schemas.openxmlformats.org/drawingml/2006/main">
            <a:r>
              <a:t>    "unhandled image/shading at seq 743: [291.4739990234375, 199.76397705078125, 306.0660095214844, 200.2559814453125]; requires reviewed raster region",</a:t>
            </a:r>
          </a:p>
          <a:p xmlns:a="http://schemas.openxmlformats.org/drawingml/2006/main">
            <a:r>
              <a:t>    "unhandled image/shading at seq 749: [283.91400146484375, 216.3240203857422, 288.47760009765625, 220.176025390625]; requires reviewed raster region",</a:t>
            </a:r>
          </a:p>
          <a:p xmlns:a="http://schemas.openxmlformats.org/drawingml/2006/main">
            <a:r>
              <a:t>    "unhandled image/shading at seq 750: [282.29400634765625, 216.3240203857422, 283.25439453125, 220.176025390625]; requires reviewed raster region",</a:t>
            </a:r>
          </a:p>
          <a:p xmlns:a="http://schemas.openxmlformats.org/drawingml/2006/main">
            <a:r>
              <a:t>    "unhandled image/shading at seq 751: [282.7139892578125, 216.3240203857422, 284.39459228515625, 220.176025390625]; requires reviewed raster region",</a:t>
            </a:r>
          </a:p>
          <a:p xmlns:a="http://schemas.openxmlformats.org/drawingml/2006/main">
            <a:r>
              <a:t>    "unhandled image/shading at seq 752: [287.9939880371094, 216.3240203857422, 310.7989807128906, 220.176025390625]; requires reviewed raster region",</a:t>
            </a:r>
          </a:p>
          <a:p xmlns:a="http://schemas.openxmlformats.org/drawingml/2006/main">
            <a:r>
              <a:t>    "unhandled image/shading at seq 753: [283.91400146484375, 212.1239776611328, 289.19268798828125, 216.69598388671875]; requires reviewed raster region",</a:t>
            </a:r>
          </a:p>
          <a:p xmlns:a="http://schemas.openxmlformats.org/drawingml/2006/main">
            <a:r>
              <a:t>    "unhandled image/shading at seq 754: [282.29400634765625, 207.26397705078125, 283.25439453125, 216.69598388671875]; requires reviewed raster region",</a:t>
            </a:r>
          </a:p>
          <a:p xmlns:a="http://schemas.openxmlformats.org/drawingml/2006/main">
            <a:r>
              <a:t>    "unhandled image/shading at seq 755: [282.7139892578125, 207.26397705078125, 284.39459228515625, 216.69598388671875]; requires reviewed raster region",</a:t>
            </a:r>
          </a:p>
          <a:p xmlns:a="http://schemas.openxmlformats.org/drawingml/2006/main">
            <a:r>
              <a:t>    "unhandled image/shading at seq 756: [287.9939880371094, 212.9639892578125, 290.87127685546875, 216.69598388671875]; requires reviewed raster region",</a:t>
            </a:r>
          </a:p>
          <a:p xmlns:a="http://schemas.openxmlformats.org/drawingml/2006/main">
            <a:r>
              <a:t>    "unhandled image/shading at seq 757: [283.91400146484375, 207.26397705078125, 289.19268798828125, 212.4959716796875]; requires reviewed raster region",</a:t>
            </a:r>
          </a:p>
          <a:p xmlns:a="http://schemas.openxmlformats.org/drawingml/2006/main">
            <a:r>
              <a:t>    "unhandled image/shading at seq 758: [283.4939880371094, 207.26397705078125, 284.4549560546875, 212.4959716796875]; requires reviewed raster region",</a:t>
            </a:r>
          </a:p>
          <a:p xmlns:a="http://schemas.openxmlformats.org/drawingml/2006/main">
            <a:r>
              <a:t>    "unhandled image/shading at seq 759: [288.65399169921875, 207.2639923095703, 289.6146240234375, 214.89599609375]; requires reviewed raster region",</a:t>
            </a:r>
          </a:p>
          <a:p xmlns:a="http://schemas.openxmlformats.org/drawingml/2006/main">
            <a:r>
              <a:t>    "unhandled image/shading at seq 760: [308.8739929199219, 207.2639923095703, 310.79559326171875, 210.45599365234375]; requires reviewed raster region",</a:t>
            </a:r>
          </a:p>
          <a:p xmlns:a="http://schemas.openxmlformats.org/drawingml/2006/main">
            <a:r>
              <a:t>    "unhandled image/shading at seq 761: [307.1340026855469, 207.26397705078125, 309.2925109863281, 210.8759765625]; requires reviewed raster region",</a:t>
            </a:r>
          </a:p>
          <a:p xmlns:a="http://schemas.openxmlformats.org/drawingml/2006/main">
            <a:r>
              <a:t>    "unhandled image/shading at seq 762: [289.1940002441406, 207.26397705078125, 307.447998046875, 210.8759765625]; requires reviewed raster region",</a:t>
            </a:r>
          </a:p>
          <a:p xmlns:a="http://schemas.openxmlformats.org/drawingml/2006/main">
            <a:r>
              <a:t>    "unhandled image/shading at seq 783: [288.29400634765625, 224.48402404785156, 304.37799072265625, 250.11602783203125]; requires reviewed raster region",</a:t>
            </a:r>
          </a:p>
          <a:p xmlns:a="http://schemas.openxmlformats.org/drawingml/2006/main">
            <a:r>
              <a:t>    "unhandled image/shading at seq 878: [534.2940063476562, 252.32403564453125, 547.0040283203125, 260.61602783203125]; requires reviewed raster region",</a:t>
            </a:r>
          </a:p>
          <a:p xmlns:a="http://schemas.openxmlformats.org/drawingml/2006/main">
            <a:r>
              <a:t>    "unhandled image/shading at seq 880: [530.3939819335938, 234.14398193359375, 546.2239990234375, 252.69598388671875]; requires reviewed raster region",</a:t>
            </a:r>
          </a:p>
          <a:p xmlns:a="http://schemas.openxmlformats.org/drawingml/2006/main">
            <a:r>
              <a:t>    "unhandled image/shading at seq 881: [534.2940063476562, 244.82398986816406, 538.3712158203125, 252.635986328125]; requires reviewed raster region",</a:t>
            </a:r>
          </a:p>
          <a:p xmlns:a="http://schemas.openxmlformats.org/drawingml/2006/main">
            <a:r>
              <a:t>    "unhandled image/shading at seq 882: [537.2340087890625, 251.42398071289062, 538.1946411132812, 252.69598388671875]; requires reviewed raster region",</a:t>
            </a:r>
          </a:p>
          <a:p xmlns:a="http://schemas.openxmlformats.org/drawingml/2006/main">
            <a:r>
              <a:t>    "unhandled image/shading at seq 885: [533.8740234375, 264.3240051269531, 541.787841796875, 266.97601318359375]; requires reviewed raster region",</a:t>
            </a:r>
          </a:p>
          <a:p xmlns:a="http://schemas.openxmlformats.org/drawingml/2006/main">
            <a:r>
              <a:t>    "unhandled image/shading at seq 887: [527.333984375, 234.0840301513672, 528.5350952148438, 235.23602294921875]; requires reviewed raster region",</a:t>
            </a:r>
          </a:p>
          <a:p xmlns:a="http://schemas.openxmlformats.org/drawingml/2006/main">
            <a:r>
              <a:t>    "unhandled image/shading at seq 888: [527.2739868164062, 234.92398071289062, 528.4730834960938, 242.31597900390625]; requires reviewed raster region",</a:t>
            </a:r>
          </a:p>
          <a:p xmlns:a="http://schemas.openxmlformats.org/drawingml/2006/main">
            <a:r>
              <a:t>    "unhandled image/shading at seq 889: [527.333984375, 236.7840118408203, 528.5350952148438, 241.47601318359375]; requires reviewed raster region",</a:t>
            </a:r>
          </a:p>
          <a:p xmlns:a="http://schemas.openxmlformats.org/drawingml/2006/main">
            <a:r>
              <a:t>    "unhandled image/shading at seq 891: [516.2340087890625, 237.80397033691406, 517.6727905273438, 239.43597412109375]; requires reviewed raster region",</a:t>
            </a:r>
          </a:p>
          <a:p xmlns:a="http://schemas.openxmlformats.org/drawingml/2006/main">
            <a:r>
              <a:t>    "unhandled image/shading at seq 893: [514.6740112304688, 239.12399291992188, 517.5541381835938, 244.83599853515625]; requires reviewed raster region",</a:t>
            </a:r>
          </a:p>
          <a:p xmlns:a="http://schemas.openxmlformats.org/drawingml/2006/main">
            <a:r>
              <a:t>    "unhandled image/shading at seq 894: [516.2940063476562, 239.12399291992188, 517.492919921875, 243.5159912109375]; requires reviewed raster region",</a:t>
            </a:r>
          </a:p>
          <a:p xmlns:a="http://schemas.openxmlformats.org/drawingml/2006/main">
            <a:r>
              <a:t>    "unhandled image/shading at seq 895: [516.4140014648438, 239.30398559570312, 517.6151123046875, 240.57598876953125]; requires reviewed raster region",</a:t>
            </a:r>
          </a:p>
          <a:p xmlns:a="http://schemas.openxmlformats.org/drawingml/2006/main">
            <a:r>
              <a:t>    "unhandled image/shading at seq 897: [517.1339721679688, 234.02403259277344, 527.6859741210938, 250.0560302734375]; requires reviewed raster region",</a:t>
            </a:r>
          </a:p>
          <a:p xmlns:a="http://schemas.openxmlformats.org/drawingml/2006/main">
            <a:r>
              <a:t>    "unhandled image/shading at seq 898: [517.9739990234375, 234.14402770996094, 527.8170776367188, 238.11602783203125]; requires reviewed raster region",</a:t>
            </a:r>
          </a:p>
          <a:p xmlns:a="http://schemas.openxmlformats.org/drawingml/2006/main">
            <a:r>
              <a:t>    "unhandled image/shading at seq 899: [517.9739990234375, 234.9239959716797, 527.8170776367188, 244.89599609375]; requires reviewed raster region",</a:t>
            </a:r>
          </a:p>
          <a:p xmlns:a="http://schemas.openxmlformats.org/drawingml/2006/main">
            <a:r>
              <a:t>    "unhandled image/shading at seq 900: [522.6539916992188, 237.14401245117188, 527.6983032226562, 242.85601806640625]; requires reviewed raster region",</a:t>
            </a:r>
          </a:p>
          <a:p xmlns:a="http://schemas.openxmlformats.org/drawingml/2006/main">
            <a:r>
              <a:t>    "unhandled image/shading at seq 901: [517.6740112304688, 234.38401794433594, 525.110107421875, 245.73602294921875]; requires reviewed raster region",</a:t>
            </a:r>
          </a:p>
          <a:p xmlns:a="http://schemas.openxmlformats.org/drawingml/2006/main">
            <a:r>
              <a:t>    "unhandled image/shading at seq 902: [517.1339721679688, 237.80397033691406, 518.333984375, 239.4959716796875]; requires reviewed raster region",</a:t>
            </a:r>
          </a:p>
          <a:p xmlns:a="http://schemas.openxmlformats.org/drawingml/2006/main">
            <a:r>
              <a:t>    "unhandled image/shading at seq 903: [517.9739990234375, 237.80398559570312, 518.4540405273438, 239.19598388671875]; requires reviewed raster region",</a:t>
            </a:r>
          </a:p>
          <a:p xmlns:a="http://schemas.openxmlformats.org/drawingml/2006/main">
            <a:r>
              <a:t>    "unhandled image/shading at seq 904: [517.9739990234375, 237.8040008544922, 521.335693359375, 243.45599365234375]; requires reviewed raster region",</a:t>
            </a:r>
          </a:p>
          <a:p xmlns:a="http://schemas.openxmlformats.org/drawingml/2006/main">
            <a:r>
              <a:t>    "unhandled image/shading at seq 905: [518.6339721679688, 237.8040008544922, 521.9956665039062, 243.45599365234375]; requires reviewed raster region",</a:t>
            </a:r>
          </a:p>
          <a:p xmlns:a="http://schemas.openxmlformats.org/drawingml/2006/main">
            <a:r>
              <a:t>    "unhandled image/shading at seq 906: [517.4340209960938, 238.34397888183594, 519.5927124023438, 239.4959716796875]; requires reviewed raster region",</a:t>
            </a:r>
          </a:p>
          <a:p xmlns:a="http://schemas.openxmlformats.org/drawingml/2006/main">
            <a:r>
              <a:t>    "unhandled image/shading at seq 907: [517.073974609375, 243.1439971923828, 518.2739868164062, 244.83599853515625]; requires reviewed raster region",</a:t>
            </a:r>
          </a:p>
          <a:p xmlns:a="http://schemas.openxmlformats.org/drawingml/2006/main">
            <a:r>
              <a:t>    "unhandled image/shading at seq 908: [517.85400390625, 243.1439971923828, 518.3460083007812, 244.83599853515625]; requires reviewed raster region",</a:t>
            </a:r>
          </a:p>
          <a:p xmlns:a="http://schemas.openxmlformats.org/drawingml/2006/main">
            <a:r>
              <a:t>    "unhandled image/shading at seq 909: [518.0339965820312, 243.1439971923828, 520.6751098632812, 244.83599853515625]; requires reviewed raster region",</a:t>
            </a:r>
          </a:p>
          <a:p xmlns:a="http://schemas.openxmlformats.org/drawingml/2006/main">
            <a:r>
              <a:t>    "unhandled image/shading at seq 910: [517.073974609375, 239.78399658203125, 518.2739868164062, 243.5159912109375]; requires reviewed raster region",</a:t>
            </a:r>
          </a:p>
          <a:p xmlns:a="http://schemas.openxmlformats.org/drawingml/2006/main">
            <a:r>
              <a:t>    "unhandled image/shading at seq 911: [517.85400390625, 239.6639862060547, 518.3460083007812, 243.5159912109375]; requires reviewed raster region",</a:t>
            </a:r>
          </a:p>
          <a:p xmlns:a="http://schemas.openxmlformats.org/drawingml/2006/main">
            <a:r>
              <a:t>    "unhandled image/shading at seq 912: [518.0339965820312, 239.12399291992188, 520.6751098632812, 243.5159912109375]; requires reviewed raster region",</a:t>
            </a:r>
          </a:p>
          <a:p xmlns:a="http://schemas.openxmlformats.org/drawingml/2006/main">
            <a:r>
              <a:t>    "unhandled image/shading at seq 913: [519.2340087890625, 239.1239776611328, 520.6732788085938, 242.19598388671875]; requires reviewed raster region",</a:t>
            </a:r>
          </a:p>
          <a:p xmlns:a="http://schemas.openxmlformats.org/drawingml/2006/main">
            <a:r>
              <a:t>    "unhandled image/shading at seq 914: [517.073974609375, 239.1240234375, 517.8059692382812, 239.61602783203125]; requires reviewed raster region",</a:t>
            </a:r>
          </a:p>
          <a:p xmlns:a="http://schemas.openxmlformats.org/drawingml/2006/main">
            <a:r>
              <a:t>    "unhandled image/shading at seq 915: [517.073974609375, 239.1240234375, 519.473388671875, 241.11602783203125]; requires reviewed raster region",</a:t>
            </a:r>
          </a:p>
          <a:p xmlns:a="http://schemas.openxmlformats.org/drawingml/2006/main">
            <a:r>
              <a:t>    "unhandled image/shading at seq 916: [517.1339721679688, 239.72398376464844, 518.57275390625, 242.07598876953125]; requires reviewed raster region",</a:t>
            </a:r>
          </a:p>
          <a:p xmlns:a="http://schemas.openxmlformats.org/drawingml/2006/main">
            <a:r>
              <a:t>    "unhandled image/shading at seq 918: [517.073974609375, 244.823974609375, 517.5659790039062, 249.81597900390625]; requires reviewed raster region",</a:t>
            </a:r>
          </a:p>
          <a:p xmlns:a="http://schemas.openxmlformats.org/drawingml/2006/main">
            <a:r>
              <a:t>    "unhandled image/shading at seq 919: [517.073974609375, 244.5239715576172, 517.5659790039062, 245.135986328125]; requires reviewed raster region",</a:t>
            </a:r>
          </a:p>
          <a:p xmlns:a="http://schemas.openxmlformats.org/drawingml/2006/main">
            <a:r>
              <a:t>    "unhandled image/shading at seq 920: [517.073974609375, 244.823974609375, 518.2739868164062, 249.81597900390625]; requires reviewed raster region",</a:t>
            </a:r>
          </a:p>
          <a:p xmlns:a="http://schemas.openxmlformats.org/drawingml/2006/main">
            <a:r>
              <a:t>    "unhandled image/shading at seq 921: [517.9140014648438, 244.82398986816406, 518.8743896484375, 249.57598876953125]; requires reviewed raster region",</a:t>
            </a:r>
          </a:p>
          <a:p xmlns:a="http://schemas.openxmlformats.org/drawingml/2006/main">
            <a:r>
              <a:t>    "unhandled image/shading at seq 922: [518.0339965820312, 244.58401489257812, 522.1165161132812, 247.47601318359375]; requires reviewed raster region",</a:t>
            </a:r>
          </a:p>
          <a:p xmlns:a="http://schemas.openxmlformats.org/drawingml/2006/main">
            <a:r>
              <a:t>    "unhandled image/shading at seq 923: [521.3939819335938, 244.5840301513672, 522.5930786132812, 245.73602294921875]; requires reviewed raster region",</a:t>
            </a:r>
          </a:p>
          <a:p xmlns:a="http://schemas.openxmlformats.org/drawingml/2006/main">
            <a:r>
              <a:t>    "unhandled image/shading at seq 924: [517.073974609375, 244.5239715576172, 518.2739868164062, 245.135986328125]; requires reviewed raster region",</a:t>
            </a:r>
          </a:p>
          <a:p xmlns:a="http://schemas.openxmlformats.org/drawingml/2006/main">
            <a:r>
              <a:t>    "unhandled image/shading at seq 925: [517.85400390625, 244.5239715576172, 518.3460083007812, 245.135986328125]; requires reviewed raster region",</a:t>
            </a:r>
          </a:p>
          <a:p xmlns:a="http://schemas.openxmlformats.org/drawingml/2006/main">
            <a:r>
              <a:t>    "unhandled image/shading at seq 926: [518.0339965820312, 244.5239715576172, 520.6751098632812, 245.135986328125]; requires reviewed raster region",</a:t>
            </a:r>
          </a:p>
          <a:p xmlns:a="http://schemas.openxmlformats.org/drawingml/2006/main">
            <a:r>
              <a:t>    "unhandled image/shading at seq 928: [532.6740112304688, 252.98397827148438, 543.4700317382812, 264.69598388671875]; requires reviewed raster region",</a:t>
            </a:r>
          </a:p>
          <a:p xmlns:a="http://schemas.openxmlformats.org/drawingml/2006/main">
            <a:r>
              <a:t>    "unhandled image/shading at seq 929: [534.2940063476562, 252.98402404785156, 543.4085083007812, 260.61602783203125]; requires reviewed raster region",</a:t>
            </a:r>
          </a:p>
          <a:p xmlns:a="http://schemas.openxmlformats.org/drawingml/2006/main">
            <a:r>
              <a:t>    "unhandled image/shading at seq 930: [535.614013671875, 252.98402404785156, 540.177490234375, 256.2960205078125]; requires reviewed raster region",</a:t>
            </a:r>
          </a:p>
          <a:p xmlns:a="http://schemas.openxmlformats.org/drawingml/2006/main">
            <a:r>
              <a:t>    "unhandled image/shading at seq 931: [533.8740234375, 255.92398071289062, 541.787841796875, 264.69598388671875]; requires reviewed raster region",</a:t>
            </a:r>
          </a:p>
          <a:p xmlns:a="http://schemas.openxmlformats.org/drawingml/2006/main">
            <a:r>
              <a:t>    "unhandled image/shading at seq 932: [534.2940063476562, 255.8040313720703, 541.7344360351562, 260.61602783203125]; requires reviewed raster region",</a:t>
            </a:r>
          </a:p>
          <a:p xmlns:a="http://schemas.openxmlformats.org/drawingml/2006/main">
            <a:r>
              <a:t>    "unhandled image/shading at seq 933: [538.1939697265625, 255.9239959716797, 539.3939819335938, 256.83599853515625]; requires reviewed raster region",</a:t>
            </a:r>
          </a:p>
          <a:p xmlns:a="http://schemas.openxmlformats.org/drawingml/2006/main">
            <a:r>
              <a:t>    "unhandled image/shading at seq 934: [534.6539916992188, 260.6639709472656, 537.7727661132812, 264.69598388671875]; requires reviewed raster region",</a:t>
            </a:r>
          </a:p>
          <a:p xmlns:a="http://schemas.openxmlformats.org/drawingml/2006/main">
            <a:r>
              <a:t>    "unhandled image/shading at seq 936: [545.8740234375, 274.343994140625, 548.9927978515625, 277.7760009765625]; requires reviewed raster region",</a:t>
            </a:r>
          </a:p>
          <a:p xmlns:a="http://schemas.openxmlformats.org/drawingml/2006/main">
            <a:r>
              <a:t>    "unhandled image/shading at seq 937: [526.4340209960938, 266.60400390625, 548.9800415039062, 277.7760009765625]; requires reviewed raster region",</a:t>
            </a:r>
          </a:p>
          <a:p xmlns:a="http://schemas.openxmlformats.org/drawingml/2006/main">
            <a:r>
              <a:t>    "unhandled image/shading at seq 938: [533.8140258789062, 266.6039733886719, 541.7288208007812, 269.135986328125]; requires reviewed raster region",</a:t>
            </a:r>
          </a:p>
          <a:p xmlns:a="http://schemas.openxmlformats.org/drawingml/2006/main">
            <a:r>
              <a:t>    "unhandled image/shading at seq 939: [534.7739868164062, 266.60400390625, 537.6513671875, 268.83599853515625]; requires reviewed raster region",</a:t>
            </a:r>
          </a:p>
          <a:p xmlns:a="http://schemas.openxmlformats.org/drawingml/2006/main">
            <a:r>
              <a:t>    "unhandled image/shading at seq 944: [527.9340209960938, 232.7040252685547, 538.9830322265625, 235.23602294921875]; requires reviewed raster region",</a:t>
            </a:r>
          </a:p>
          <a:p xmlns:a="http://schemas.openxmlformats.org/drawingml/2006/main">
            <a:r>
              <a:t>    "unhandled image/shading at seq 945: [533.4539794921875, 234.20399475097656, 538.970703125, 237.5159912109375]; requires reviewed raster region",</a:t>
            </a:r>
          </a:p>
          <a:p xmlns:a="http://schemas.openxmlformats.org/drawingml/2006/main">
            <a:r>
              <a:t>    "unhandled image/shading at seq 946: [536.8140258789062, 243.98397827148438, 538.2528076171875, 244.95599365234375]; requires reviewed raster region",</a:t>
            </a:r>
          </a:p>
          <a:p xmlns:a="http://schemas.openxmlformats.org/drawingml/2006/main">
            <a:r>
              <a:t>    "unhandled image/shading at seq 947: [527.9340209960938, 234.86399841308594, 530.3334350585938, 241.71600341796875]; requires reviewed raster region",</a:t>
            </a:r>
          </a:p>
          <a:p xmlns:a="http://schemas.openxmlformats.org/drawingml/2006/main">
            <a:r>
              <a:t>    "unhandled image/shading at seq 948: [527.9340209960938, 236.2440185546875, 530.3320922851562, 241.176025390625]; requires reviewed raster region",</a:t>
            </a:r>
          </a:p>
          <a:p xmlns:a="http://schemas.openxmlformats.org/drawingml/2006/main">
            <a:r>
              <a:t>    "unhandled image/shading at seq 949: [527.9340209960938, 234.0840301513672, 528.426025390625, 235.23602294921875]; requires reviewed raster region",</a:t>
            </a:r>
          </a:p>
          <a:p xmlns:a="http://schemas.openxmlformats.org/drawingml/2006/main">
            <a:r>
              <a:t>    "unhandled image/shading at seq 950: [527.9340209960938, 234.86399841308594, 528.426025390625, 241.71600341796875]; requires reviewed raster region",</a:t>
            </a:r>
          </a:p>
          <a:p xmlns:a="http://schemas.openxmlformats.org/drawingml/2006/main">
            <a:r>
              <a:t>    "unhandled image/shading at seq 951: [527.9340209960938, 236.78402709960938, 528.426025390625, 241.176025390625]; requires reviewed raster region",</a:t>
            </a:r>
          </a:p>
          <a:p xmlns:a="http://schemas.openxmlformats.org/drawingml/2006/main">
            <a:r>
              <a:t>    "unhandled image/shading at seq 953: [522.114013671875, 245.36398315429688, 523.3140258789062, 246.2760009765625]; requires reviewed raster region",</a:t>
            </a:r>
          </a:p>
          <a:p xmlns:a="http://schemas.openxmlformats.org/drawingml/2006/main">
            <a:r>
              <a:t>    "unhandled image/shading at seq 954: [518.333984375, 247.10400390625, 520.97509765625, 249.156005859375]; requires reviewed raster region",</a:t>
            </a:r>
          </a:p>
          <a:p xmlns:a="http://schemas.openxmlformats.org/drawingml/2006/main">
            <a:r>
              <a:t>    "unhandled image/shading at seq 955: [518.333984375, 245.364013671875, 522.4159545898438, 247.47601318359375]; requires reviewed raster region",</a:t>
            </a:r>
          </a:p>
          <a:p xmlns:a="http://schemas.openxmlformats.org/drawingml/2006/main">
            <a:r>
              <a:t>    "unhandled image/shading at seq 956: [521.6339721679688, 245.36399841308594, 522.5949096679688, 246.39599609375]; requires reviewed raster region",</a:t>
            </a:r>
          </a:p>
          <a:p xmlns:a="http://schemas.openxmlformats.org/drawingml/2006/main">
            <a:r>
              <a:t>    "unhandled image/shading at seq 957: [518.333984375, 245.364013671875, 520.4950561523438, 247.59600830078125]; requires reviewed raster region",</a:t>
            </a:r>
          </a:p>
          <a:p xmlns:a="http://schemas.openxmlformats.org/drawingml/2006/main">
            <a:r>
              <a:t>    "unhandled image/shading at seq 959: [545.7540283203125, 243.08401489257812, 548.8763427734375, 254.85601806640625]; requires reviewed raster region",</a:t>
            </a:r>
          </a:p>
          <a:p xmlns:a="http://schemas.openxmlformats.org/drawingml/2006/main">
            <a:r>
              <a:t>    "unhandled image/shading at seq 960: [540.6539916992188, 244.58401489257812, 547.1375122070312, 254.7960205078125]; requires reviewed raster region",</a:t>
            </a:r>
          </a:p>
          <a:p xmlns:a="http://schemas.openxmlformats.org/drawingml/2006/main">
            <a:r>
              <a:t>    "unhandled image/shading at seq 961: [537.7739868164062, 252.3240203857422, 541.6119995117188, 253.35601806640625]; requires reviewed raster region",</a:t>
            </a:r>
          </a:p>
          <a:p xmlns:a="http://schemas.openxmlformats.org/drawingml/2006/main">
            <a:r>
              <a:t>    "unhandled image/shading at seq 962: [539.3939819335938, 243.08399963378906, 546.3530883789062, 244.89599609375]; requires reviewed raster region",</a:t>
            </a:r>
          </a:p>
          <a:p xmlns:a="http://schemas.openxmlformats.org/drawingml/2006/main">
            <a:r>
              <a:t>    "unhandled image/shading at seq 963: [537.833984375, 244.583984375, 546.2362060546875, 252.635986328125]; requires reviewed raster region",</a:t>
            </a:r>
          </a:p>
          <a:p xmlns:a="http://schemas.openxmlformats.org/drawingml/2006/main">
            <a:r>
              <a:t>    "unhandled image/shading at seq 964: [537.7739868164062, 247.40399169921875, 543.53076171875, 252.635986328125]; requires reviewed raster region",</a:t>
            </a:r>
          </a:p>
          <a:p xmlns:a="http://schemas.openxmlformats.org/drawingml/2006/main">
            <a:r>
              <a:t>    "unhandled image/shading at seq 965: [537.7739868164062, 243.083984375, 542.8170166015625, 249.69598388671875]; requires reviewed raster region",</a:t>
            </a:r>
          </a:p>
          <a:p xmlns:a="http://schemas.openxmlformats.org/drawingml/2006/main">
            <a:r>
              <a:t>    "unhandled image/shading at seq 966: [539.6939697265625, 252.98402404785156, 543.290771484375, 254.7960205078125]; requires reviewed raster region",</a:t>
            </a:r>
          </a:p>
          <a:p xmlns:a="http://schemas.openxmlformats.org/drawingml/2006/main">
            <a:r>
              <a:t>    "unhandled image/shading at seq 967: [537.7739868164062, 252.98402404785156, 541.1353149414062, 254.85601806640625]; requires reviewed raster region",</a:t>
            </a:r>
          </a:p>
          <a:p xmlns:a="http://schemas.openxmlformats.org/drawingml/2006/main">
            <a:r>
              <a:t>    "unhandled image/shading at seq 968: [537.7739868164062, 243.2639923095703, 538.9739990234375, 244.95599365234375]; requires reviewed raster region",</a:t>
            </a:r>
          </a:p>
          <a:p xmlns:a="http://schemas.openxmlformats.org/drawingml/2006/main">
            <a:r>
              <a:t>    "unhandled image/shading at seq 970: [491.3940124511719, 223.22401428222656, 507.47802734375, 248.85601806640625]; requires reviewed raster region",</a:t>
            </a:r>
          </a:p>
          <a:p xmlns:a="http://schemas.openxmlformats.org/drawingml/2006/main">
            <a:r>
              <a:t>    "unhandled image/shading at seq 1023: [497.4540100097656, 251.60400390625, 511.86102294921875, 259.71600341796875]; requires reviewed raster region",</a:t>
            </a:r>
          </a:p>
          <a:p xmlns:a="http://schemas.openxmlformats.org/drawingml/2006/main">
            <a:r>
              <a:t>    "unhandled image/shading at seq 1026: [505.614013671875, 261.8039855957031, 509.21380615234375, 264.33599853515625]; requires reviewed raster region",</a:t>
            </a:r>
          </a:p>
          <a:p xmlns:a="http://schemas.openxmlformats.org/drawingml/2006/main">
            <a:r>
              <a:t>    "unhandled image/shading at seq 1028: [508.79400634765625, 259.3440246582031, 509.7549743652344, 262.11602783203125]; requires reviewed raster region",</a:t>
            </a:r>
          </a:p>
          <a:p xmlns:a="http://schemas.openxmlformats.org/drawingml/2006/main">
            <a:r>
              <a:t>    "unhandled image/shading at seq 1029: [507.0539855957031, 257.7239990234375, 509.6947937011719, 259.71600341796875]; requires reviewed raster region",</a:t>
            </a:r>
          </a:p>
          <a:p xmlns:a="http://schemas.openxmlformats.org/drawingml/2006/main">
            <a:r>
              <a:t>    "unhandled image/shading at seq 1030: [506.6340026855469, 256.343994140625, 509.514892578125, 258.45599365234375]; requires reviewed raster region",</a:t>
            </a:r>
          </a:p>
          <a:p xmlns:a="http://schemas.openxmlformats.org/drawingml/2006/main">
            <a:r>
              <a:t>    "unhandled image/shading at seq 1031: [505.85400390625, 259.3440246582031, 509.2156982421875, 262.11602783203125]; requires reviewed raster region",</a:t>
            </a:r>
          </a:p>
          <a:p xmlns:a="http://schemas.openxmlformats.org/drawingml/2006/main">
            <a:r>
              <a:t>    "unhandled image/shading at seq 1032: [506.8139953613281, 258.0240173339844, 509.21209716796875, 259.71600341796875]; requires reviewed raster region",</a:t>
            </a:r>
          </a:p>
          <a:p xmlns:a="http://schemas.openxmlformats.org/drawingml/2006/main">
            <a:r>
              <a:t>    "unhandled image/shading at seq 1033: [508.4339904785156, 258.02398681640625, 509.3943786621094, 258.45599365234375]; requires reviewed raster region",</a:t>
            </a:r>
          </a:p>
          <a:p xmlns:a="http://schemas.openxmlformats.org/drawingml/2006/main">
            <a:r>
              <a:t>    "unhandled image/shading at seq 1035: [499.4339904785156, 260.90399169921875, 501.83209228515625, 264.635986328125]; requires reviewed raster region",</a:t>
            </a:r>
          </a:p>
          <a:p xmlns:a="http://schemas.openxmlformats.org/drawingml/2006/main">
            <a:r>
              <a:t>    "unhandled image/shading at seq 1037: [497.8739929199219, 259.40399169921875, 500.03509521484375, 261.2760009765625]; requires reviewed raster region",</a:t>
            </a:r>
          </a:p>
          <a:p xmlns:a="http://schemas.openxmlformats.org/drawingml/2006/main">
            <a:r>
              <a:t>    "unhandled image/shading at seq 1038: [497.8739929199219, 255.86399841308594, 500.03509521484375, 259.7760009765625]; requires reviewed raster region",</a:t>
            </a:r>
          </a:p>
          <a:p xmlns:a="http://schemas.openxmlformats.org/drawingml/2006/main">
            <a:r>
              <a:t>    "unhandled image/shading at seq 1039: [497.8739929199219, 255.3240203857422, 499.7956848144531, 256.47601318359375]; requires reviewed raster region",</a:t>
            </a:r>
          </a:p>
          <a:p xmlns:a="http://schemas.openxmlformats.org/drawingml/2006/main">
            <a:r>
              <a:t>    "unhandled image/shading at seq 1040: [499.4939880371094, 259.40399169921875, 501.1745910644531, 261.2760009765625]; requires reviewed raster region",</a:t>
            </a:r>
          </a:p>
          <a:p xmlns:a="http://schemas.openxmlformats.org/drawingml/2006/main">
            <a:r>
              <a:t>    "unhandled image/shading at seq 1041: [499.4939880371094, 258.2040100097656, 500.6940002441406, 259.7760009765625]; requires reviewed raster region",</a:t>
            </a:r>
          </a:p>
          <a:p xmlns:a="http://schemas.openxmlformats.org/drawingml/2006/main">
            <a:r>
              <a:t>    "unhandled image/shading at seq 1043: [511.4939880371094, 245.0640106201172, 517.4921875, 252.0360107421875]; requires reviewed raster region",</a:t>
            </a:r>
          </a:p>
          <a:p xmlns:a="http://schemas.openxmlformats.org/drawingml/2006/main">
            <a:r>
              <a:t>    "unhandled image/shading at seq 1044: [516.833984375, 244.40399169921875, 517.5543823242188, 244.83599853515625]; requires reviewed raster region",</a:t>
            </a:r>
          </a:p>
          <a:p xmlns:a="http://schemas.openxmlformats.org/drawingml/2006/main">
            <a:r>
              <a:t>    "unhandled image/shading at seq 1045: [516.1740112304688, 244.823974609375, 517.61279296875, 249.81597900390625]; requires reviewed raster region",</a:t>
            </a:r>
          </a:p>
          <a:p xmlns:a="http://schemas.openxmlformats.org/drawingml/2006/main">
            <a:r>
              <a:t>    "unhandled image/shading at seq 1046: [516.5339965820312, 244.5239715576172, 517.493896484375, 245.135986328125]; requires reviewed raster region",</a:t>
            </a:r>
          </a:p>
          <a:p xmlns:a="http://schemas.openxmlformats.org/drawingml/2006/main">
            <a:r>
              <a:t>    "unhandled image/shading at seq 1047: [516.833984375, 246.68399047851562, 517.5546264648438, 247.95599365234375]; requires reviewed raster region",</a:t>
            </a:r>
          </a:p>
          <a:p xmlns:a="http://schemas.openxmlformats.org/drawingml/2006/main">
            <a:r>
              <a:t>    "unhandled image/shading at seq 1048: [508.91400146484375, 250.76402282714844, 510.5945129394531, 251.916015625]; requires reviewed raster region",</a:t>
            </a:r>
          </a:p>
          <a:p xmlns:a="http://schemas.openxmlformats.org/drawingml/2006/main">
            <a:r>
              <a:t>    "unhandled image/shading at seq 1049: [515.9940185546875, 243.02401733398438, 517.4332885742188, 244.2960205078125]; requires reviewed raster region",</a:t>
            </a:r>
          </a:p>
          <a:p xmlns:a="http://schemas.openxmlformats.org/drawingml/2006/main">
            <a:r>
              <a:t>    "unhandled image/shading at seq 1050: [516.2940063476562, 243.0239715576172, 517.385986328125, 243.5159912109375]; requires reviewed raster region",</a:t>
            </a:r>
          </a:p>
          <a:p xmlns:a="http://schemas.openxmlformats.org/drawingml/2006/main">
            <a:r>
              <a:t>    "unhandled image/shading at seq 1051: [508.7340087890625, 251.60398864746094, 509.6946716308594, 252.33599853515625]; requires reviewed raster region",</a:t>
            </a:r>
          </a:p>
          <a:p xmlns:a="http://schemas.openxmlformats.org/drawingml/2006/main">
            <a:r>
              <a:t>    "unhandled image/shading at seq 1054: [511.3739929199219, 256.4640197753906, 513.5338745117188, 258.156005859375]; requires reviewed raster region",</a:t>
            </a:r>
          </a:p>
          <a:p xmlns:a="http://schemas.openxmlformats.org/drawingml/2006/main">
            <a:r>
              <a:t>    "unhandled image/shading at seq 1055: [508.85400390625, 255.50401306152344, 511.97509765625, 258.156005859375]; requires reviewed raster region",</a:t>
            </a:r>
          </a:p>
          <a:p xmlns:a="http://schemas.openxmlformats.org/drawingml/2006/main">
            <a:r>
              <a:t>    "unhandled image/shading at seq 1056: [507.77398681640625, 255.62400817871094, 509.45458984375, 256.7760009765625]; requires reviewed raster region",</a:t>
            </a:r>
          </a:p>
          <a:p xmlns:a="http://schemas.openxmlformats.org/drawingml/2006/main">
            <a:r>
              <a:t>    "unhandled image/shading at seq 1057: [508.9739990234375, 256.4640197753906, 509.6946716308594, 258.156005859375]; requires reviewed raster region",</a:t>
            </a:r>
          </a:p>
          <a:p xmlns:a="http://schemas.openxmlformats.org/drawingml/2006/main">
            <a:r>
              <a:t>    "unhandled image/shading at seq 1058: [507.77398681640625, 256.4640197753906, 509.45458984375, 258.156005859375]; requires reviewed raster region",</a:t>
            </a:r>
          </a:p>
          <a:p xmlns:a="http://schemas.openxmlformats.org/drawingml/2006/main">
            <a:r>
              <a:t>    "unhandled image/shading at seq 1059: [508.614013671875, 251.96397399902344, 509.81292724609375, 255.81597900390625]; requires reviewed raster region",</a:t>
            </a:r>
          </a:p>
          <a:p xmlns:a="http://schemas.openxmlformats.org/drawingml/2006/main">
            <a:r>
              <a:t>    "unhandled image/shading at seq 1061: [509.3340148925781, 251.12399291992188, 511.0146179199219, 251.85601806640625]; requires reviewed raster region",</a:t>
            </a:r>
          </a:p>
          <a:p xmlns:a="http://schemas.openxmlformats.org/drawingml/2006/main">
            <a:r>
              <a:t>    "unhandled image/shading at seq 1062: [509.27398681640625, 251.60400390625, 511.4324951171875, 252.33599853515625]; requires reviewed raster region",</a:t>
            </a:r>
          </a:p>
          <a:p xmlns:a="http://schemas.openxmlformats.org/drawingml/2006/main">
            <a:r>
              <a:t>    "unhandled image/shading at seq 1063: [509.9939880371094, 251.1240234375, 514.7894897460938, 253.35601806640625]; requires reviewed raster region",</a:t>
            </a:r>
          </a:p>
          <a:p xmlns:a="http://schemas.openxmlformats.org/drawingml/2006/main">
            <a:r>
              <a:t>    "unhandled image/shading at seq 1064: [512.3939819335938, 251.12399291992188, 514.3153686523438, 252.39599609375]; requires reviewed raster region",</a:t>
            </a:r>
          </a:p>
          <a:p xmlns:a="http://schemas.openxmlformats.org/drawingml/2006/main">
            <a:r>
              <a:t>    "unhandled image/shading at seq 1065: [511.3739929199219, 255.50399780273438, 513.0545043945312, 256.7760009765625]; requires reviewed raster region",</a:t>
            </a:r>
          </a:p>
          <a:p xmlns:a="http://schemas.openxmlformats.org/drawingml/2006/main">
            <a:r>
              <a:t>    "unhandled image/shading at seq 1066: [509.3940124511719, 255.50399780273438, 511.7921142578125, 256.7760009765625]; requires reviewed raster region",</a:t>
            </a:r>
          </a:p>
          <a:p xmlns:a="http://schemas.openxmlformats.org/drawingml/2006/main">
            <a:r>
              <a:t>    "unhandled image/shading at seq 1067: [511.3739929199219, 252.38397216796875, 513.0545043945312, 255.81597900390625]; requires reviewed raster region",</a:t>
            </a:r>
          </a:p>
          <a:p xmlns:a="http://schemas.openxmlformats.org/drawingml/2006/main">
            <a:r>
              <a:t>    "unhandled image/shading at seq 1068: [509.3940124511719, 251.96397399902344, 511.7921142578125, 255.81597900390625]; requires reviewed raster region",</a:t>
            </a:r>
          </a:p>
          <a:p xmlns:a="http://schemas.openxmlformats.org/drawingml/2006/main">
            <a:r>
              <a:t>    "unhandled image/shading at seq 1069: [511.0140075683594, 251.96400451660156, 513.412109375, 253.656005859375]; requires reviewed raster region",</a:t>
            </a:r>
          </a:p>
          <a:p xmlns:a="http://schemas.openxmlformats.org/drawingml/2006/main">
            <a:r>
              <a:t>    "unhandled image/shading at seq 1070: [509.3340148925781, 253.16400146484375, 510.7733154296875, 255.2760009765625]; requires reviewed raster region",</a:t>
            </a:r>
          </a:p>
          <a:p xmlns:a="http://schemas.openxmlformats.org/drawingml/2006/main">
            <a:r>
              <a:t>    "unhandled image/shading at seq 1072: [507.4739990234375, 255.4440155029297, 508.19464111328125, 256.35601806640625]; requires reviewed raster region",</a:t>
            </a:r>
          </a:p>
          <a:p xmlns:a="http://schemas.openxmlformats.org/drawingml/2006/main">
            <a:r>
              <a:t>    "unhandled image/shading at seq 1073: [506.9339904785156, 255.4440155029297, 508.1330871582031, 256.35601806640625]; requires reviewed raster region",</a:t>
            </a:r>
          </a:p>
          <a:p xmlns:a="http://schemas.openxmlformats.org/drawingml/2006/main">
            <a:r>
              <a:t>    "unhandled image/shading at seq 1074: [507.2340087890625, 253.04400634765625, 508.1939392089844, 254.97601318359375]; requires reviewed raster region",</a:t>
            </a:r>
          </a:p>
          <a:p xmlns:a="http://schemas.openxmlformats.org/drawingml/2006/main">
            <a:r>
              <a:t>    "unhandled image/shading at seq 1075: [507.4739990234375, 254.54397583007812, 508.19464111328125, 255.81597900390625]; requires reviewed raster region",</a:t>
            </a:r>
          </a:p>
          <a:p xmlns:a="http://schemas.openxmlformats.org/drawingml/2006/main">
            <a:r>
              <a:t>    "unhandled image/shading at seq 1076: [507.114013671875, 255.2039794921875, 508.07440185546875, 255.81597900390625]; requires reviewed raster region",</a:t>
            </a:r>
          </a:p>
          <a:p xmlns:a="http://schemas.openxmlformats.org/drawingml/2006/main">
            <a:r>
              <a:t>    "unhandled image/shading at seq 1077: [507.77398681640625, 255.50401306152344, 508.734375, 256.35601806640625]; requires reviewed raster region",</a:t>
            </a:r>
          </a:p>
          <a:p xmlns:a="http://schemas.openxmlformats.org/drawingml/2006/main">
            <a:r>
              <a:t>    "unhandled image/shading at seq 1078: [507.77398681640625, 252.1439971923828, 508.9739990234375, 255.45599365234375]; requires reviewed raster region",</a:t>
            </a:r>
          </a:p>
          <a:p xmlns:a="http://schemas.openxmlformats.org/drawingml/2006/main">
            <a:r>
              <a:t>    "unhandled image/shading at seq 1079: [507.77398681640625, 254.6639862060547, 508.97308349609375, 255.81597900390625]; requires reviewed raster region",</a:t>
            </a:r>
          </a:p>
          <a:p xmlns:a="http://schemas.openxmlformats.org/drawingml/2006/main">
            <a:r>
              <a:t>    "unhandled image/shading at seq 1080: [507.77398681640625, 254.7840118408203, 508.9739990234375, 256.35601806640625]; requires reviewed raster region",</a:t>
            </a:r>
          </a:p>
          <a:p xmlns:a="http://schemas.openxmlformats.org/drawingml/2006/main">
            <a:r>
              <a:t>    "unhandled image/shading at seq 1083: [486.114013671875, 195.2039794921875, 510.1280212402344, 198.7559814453125]; requires reviewed raster region",</a:t>
            </a:r>
          </a:p>
          <a:p xmlns:a="http://schemas.openxmlformats.org/drawingml/2006/main">
            <a:r>
              <a:t>    "unhandled image/shading at seq 1085: [484.91400146484375, 195.2039794921875, 486.5946044921875, 215.31597900390625]; requires reviewed raster region",</a:t>
            </a:r>
          </a:p>
          <a:p xmlns:a="http://schemas.openxmlformats.org/drawingml/2006/main">
            <a:r>
              <a:t>    "unhandled image/shading at seq 1086: [486.114013671875, 195.2039794921875, 508.9100036621094, 206.3759765625]; requires reviewed raster region",</a:t>
            </a:r>
          </a:p>
          <a:p xmlns:a="http://schemas.openxmlformats.org/drawingml/2006/main">
            <a:r>
              <a:t>    "unhandled image/shading at seq 1087: [494.15399169921875, 198.44395446777344, 508.7460021972656, 198.93597412109375]; requires reviewed raster region",</a:t>
            </a:r>
          </a:p>
          <a:p xmlns:a="http://schemas.openxmlformats.org/drawingml/2006/main">
            <a:r>
              <a:t>    "unhandled image/shading at seq 1093: [484.9739990234375, 215.00401306152344, 488.335693359375, 218.85601806640625]; requires reviewed raster region",</a:t>
            </a:r>
          </a:p>
          <a:p xmlns:a="http://schemas.openxmlformats.org/drawingml/2006/main">
            <a:r>
              <a:t>    "unhandled image/shading at seq 1094: [484.9739990234375, 206.0039825439453, 491.9331970214844, 215.3759765625]; requires reviewed raster region",</a:t>
            </a:r>
          </a:p>
          <a:p xmlns:a="http://schemas.openxmlformats.org/drawingml/2006/main">
            <a:r>
              <a:t>    "unhandled image/shading at seq 1095: [491.3340148925781, 212.84397888183594, 491.8260192871094, 213.7559814453125]; requires reviewed raster region",</a:t>
            </a:r>
          </a:p>
          <a:p xmlns:a="http://schemas.openxmlformats.org/drawingml/2006/main">
            <a:r>
              <a:t>    "unhandled image/shading at seq 1096: [486.17401123046875, 206.0040283203125, 491.93841552734375, 211.176025390625]; requires reviewed raster region",</a:t>
            </a:r>
          </a:p>
          <a:p xmlns:a="http://schemas.openxmlformats.org/drawingml/2006/main">
            <a:r>
              <a:t>    "unhandled image/shading at seq 1097: [491.3340148925781, 206.0039825439453, 492.294677734375, 213.635986328125]; requires reviewed raster region",</a:t>
            </a:r>
          </a:p>
          <a:p xmlns:a="http://schemas.openxmlformats.org/drawingml/2006/main">
            <a:r>
              <a:t>    "unhandled image/shading at seq 1098: [511.5539855957031, 206.0039825439453, 513.4739990234375, 209.135986328125]; requires reviewed raster region",</a:t>
            </a:r>
          </a:p>
          <a:p xmlns:a="http://schemas.openxmlformats.org/drawingml/2006/main">
            <a:r>
              <a:t>    "unhandled image/shading at seq 1099: [509.8139953613281, 206.0040283203125, 511.9725036621094, 209.5560302734375]; requires reviewed raster region",</a:t>
            </a:r>
          </a:p>
          <a:p xmlns:a="http://schemas.openxmlformats.org/drawingml/2006/main">
            <a:r>
              <a:t>    "unhandled image/shading at seq 1100: [491.8739929199219, 206.0040283203125, 510.12799072265625, 209.5560302734375]; requires reviewed raster region",</a:t>
            </a:r>
          </a:p>
          <a:p xmlns:a="http://schemas.openxmlformats.org/drawingml/2006/main">
            <a:r>
              <a:t>    "unhandled image/shading at seq 1129: [514.6740112304688, 241.94400024414062, 516.5953979492188, 243.39599609375]; requires reviewed raster region",</a:t>
            </a:r>
          </a:p>
          <a:p xmlns:a="http://schemas.openxmlformats.org/drawingml/2006/main">
            <a:r>
              <a:t>    "unhandled image/shading at seq 1131: [499.2539978027344, 237.08401489257812, 507.4215087890625, 248.85601806640625]; requires reviewed raster region",</a:t>
            </a:r>
          </a:p>
          <a:p xmlns:a="http://schemas.openxmlformats.org/drawingml/2006/main">
            <a:r>
              <a:t>    "unhandled image/shading at seq 1140: [499.0740051269531, 251.60400390625, 506.033203125, 259.71600341796875]; requires reviewed raster region",</a:t>
            </a:r>
          </a:p>
          <a:p xmlns:a="http://schemas.openxmlformats.org/drawingml/2006/main">
            <a:r>
              <a:t>    "unhandled image/shading at seq 1143: [505.0740051269531, 259.40399169921875, 506.2740173339844, 264.33599853515625]; requires reviewed raster region",</a:t>
            </a:r>
          </a:p>
          <a:p xmlns:a="http://schemas.openxmlformats.org/drawingml/2006/main">
            <a:r>
              <a:t>    "unhandled image/shading at seq 1144: [505.0740051269531, 258.0240173339844, 506.0343933105469, 259.71600341796875]; requires reviewed raster region",</a:t>
            </a:r>
          </a:p>
          <a:p xmlns:a="http://schemas.openxmlformats.org/drawingml/2006/main">
            <a:r>
              <a:t>    "unhandled image/shading at seq 1146: [505.4339904785156, 257.4839782714844, 506.6340026855469, 258.33599853515625]; requires reviewed raster region",</a:t>
            </a:r>
          </a:p>
          <a:p xmlns:a="http://schemas.openxmlformats.org/drawingml/2006/main">
            <a:r>
              <a:t>    "unhandled image/shading at seq 1147: [505.4339904785156, 256.3440246582031, 507.3556823730469, 257.916015625]; requires reviewed raster region",</a:t>
            </a:r>
          </a:p>
          <a:p xmlns:a="http://schemas.openxmlformats.org/drawingml/2006/main">
            <a:r>
              <a:t>    "unhandled image/shading at seq 1148: [505.67401123046875, 259.3440246582031, 506.6349792480469, 262.11602783203125]; requires reviewed raster region",</a:t>
            </a:r>
          </a:p>
          <a:p xmlns:a="http://schemas.openxmlformats.org/drawingml/2006/main">
            <a:r>
              <a:t>    "unhandled image/shading at seq 1149: [505.4339904785156, 258.0240173339844, 506.6330871582031, 259.71600341796875]; requires reviewed raster region",</a:t>
            </a:r>
          </a:p>
          <a:p xmlns:a="http://schemas.openxmlformats.org/drawingml/2006/main">
            <a:r>
              <a:t>    "unhandled image/shading at seq 1150: [505.4339904785156, 259.3440246582031, 506.3946533203125, 262.11602783203125]; requires reviewed raster region",</a:t>
            </a:r>
          </a:p>
          <a:p xmlns:a="http://schemas.openxmlformats.org/drawingml/2006/main">
            <a:r>
              <a:t>    "unhandled image/shading at seq 1152: [500.9339904785156, 259.40399169921875, 503.5751037597656, 264.635986328125]; requires reviewed raster region",</a:t>
            </a:r>
          </a:p>
          <a:p xmlns:a="http://schemas.openxmlformats.org/drawingml/2006/main">
            <a:r>
              <a:t>    "unhandled image/shading at seq 1153: [502.3739929199219, 263.0639953613281, 503.3349609375, 264.635986328125]; requires reviewed raster region",</a:t>
            </a:r>
          </a:p>
          <a:p xmlns:a="http://schemas.openxmlformats.org/drawingml/2006/main">
            <a:r>
              <a:t>    "unhandled image/shading at seq 1154: [502.3739929199219, 262.4040222167969, 503.5740051269531, 263.85601806640625]; requires reviewed raster region",</a:t>
            </a:r>
          </a:p>
          <a:p xmlns:a="http://schemas.openxmlformats.org/drawingml/2006/main">
            <a:r>
              <a:t>    "unhandled image/shading at seq 1155: [500.6340026855469, 260.9039611816406, 501.1260070800781, 261.635986328125]; requires reviewed raster region",</a:t>
            </a:r>
          </a:p>
          <a:p xmlns:a="http://schemas.openxmlformats.org/drawingml/2006/main">
            <a:r>
              <a:t>    "unhandled image/shading at seq 1156: [501.593994140625, 258.2040100097656, 503.7550964355469, 259.7760009765625]; requires reviewed raster region",</a:t>
            </a:r>
          </a:p>
          <a:p xmlns:a="http://schemas.openxmlformats.org/drawingml/2006/main">
            <a:r>
              <a:t>    "unhandled image/shading at seq 1158: [499.85400390625, 256.28399658203125, 502.01251220703125, 258.5159912109375]; requires reviewed raster region",</a:t>
            </a:r>
          </a:p>
          <a:p xmlns:a="http://schemas.openxmlformats.org/drawingml/2006/main">
            <a:r>
              <a:t>    "unhandled image/shading at seq 1159: [499.3139953613281, 255.32398986816406, 502.19488525390625, 257.0159912109375]; requires reviewed raster region",</a:t>
            </a:r>
          </a:p>
          <a:p xmlns:a="http://schemas.openxmlformats.org/drawingml/2006/main">
            <a:r>
              <a:t>    "unhandled image/shading at seq 1160: [501.4739990234375, 259.40399169921875, 501.96600341796875, 261.2760009765625]; requires reviewed raster region",</a:t>
            </a:r>
          </a:p>
          <a:p xmlns:a="http://schemas.openxmlformats.org/drawingml/2006/main">
            <a:r>
              <a:t>    "unhandled image/shading at seq 1161: [500.5740051269531, 258.2040100097656, 502.0133056640625, 259.7760009765625]; requires reviewed raster region",</a:t>
            </a:r>
          </a:p>
          <a:p xmlns:a="http://schemas.openxmlformats.org/drawingml/2006/main">
            <a:r>
              <a:t>    "unhandled image/shading at seq 1162: [500.27398681640625, 259.40399169921875, 501.2346496582031, 261.2760009765625]; requires reviewed raster region",</a:t>
            </a:r>
          </a:p>
          <a:p xmlns:a="http://schemas.openxmlformats.org/drawingml/2006/main">
            <a:r>
              <a:t>    "unhandled image/shading at seq 1163: [500.15399169921875, 259.28399658203125, 501.0060119628906, 259.7760009765625]; requires reviewed raster region",</a:t>
            </a:r>
          </a:p>
          <a:p xmlns:a="http://schemas.openxmlformats.org/drawingml/2006/main">
            <a:r>
              <a:t>    "unhandled image/shading at seq 1164: [500.5740051269531, 258.3240051269531, 502.0128173828125, 261.2760009765625]; requires reviewed raster region",</a:t>
            </a:r>
          </a:p>
          <a:p xmlns:a="http://schemas.openxmlformats.org/drawingml/2006/main">
            <a:r>
              <a:t>    "unhandled image/shading at seq 1166: [506.8739929199219, 243.02398681640625, 515.5106201171875, 250.95599365234375]; requires reviewed raster region",</a:t>
            </a:r>
          </a:p>
          <a:p xmlns:a="http://schemas.openxmlformats.org/drawingml/2006/main">
            <a:r>
              <a:t>    "unhandled image/shading at seq 1167: [514.6740112304688, 243.02398681640625, 517.3126220703125, 245.135986328125]; requires reviewed raster region",</a:t>
            </a:r>
          </a:p>
          <a:p xmlns:a="http://schemas.openxmlformats.org/drawingml/2006/main">
            <a:r>
              <a:t>    "unhandled image/shading at seq 1168: [504.8340148925781, 243.02401733398438, 507.47161865234375, 247.35601806640625]; requires reviewed raster region",</a:t>
            </a:r>
          </a:p>
          <a:p xmlns:a="http://schemas.openxmlformats.org/drawingml/2006/main">
            <a:r>
              <a:t>    "unhandled image/shading at seq 1171: [503.8139953613281, 252.7439727783203, 505.2525939941406, 254.31597900390625]; requires reviewed raster region",</a:t>
            </a:r>
          </a:p>
          <a:p xmlns:a="http://schemas.openxmlformats.org/drawingml/2006/main">
            <a:r>
              <a:t>    "unhandled image/shading at seq 1172: [503.8139953613281, 253.8240203857422, 506.6912841796875, 256.35601806640625]; requires reviewed raster region",</a:t>
            </a:r>
          </a:p>
          <a:p xmlns:a="http://schemas.openxmlformats.org/drawingml/2006/main">
            <a:r>
              <a:t>    "unhandled image/shading at seq 1173: [503.8139953613281, 254.2440185546875, 507.6520080566406, 256.35601806640625]; requires reviewed raster region",</a:t>
            </a:r>
          </a:p>
          <a:p xmlns:a="http://schemas.openxmlformats.org/drawingml/2006/main">
            <a:r>
              <a:t>    "unhandled image/shading at seq 1174: [507.65399169921875, 249.80401611328125, 509.0928039550781, 251.916015625]; requires reviewed raster region",</a:t>
            </a:r>
          </a:p>
          <a:p xmlns:a="http://schemas.openxmlformats.org/drawingml/2006/main">
            <a:r>
              <a:t>    "unhandled image/shading at seq 1175: [504.77398681640625, 251.5440216064453, 508.61199951171875, 254.73602294921875]; requires reviewed raster region",</a:t>
            </a:r>
          </a:p>
          <a:p xmlns:a="http://schemas.openxmlformats.org/drawingml/2006/main">
            <a:r>
              <a:t>    "unhandled image/shading at seq 1176: [504.77398681640625, 254.00401306152344, 507.4115905761719, 255.156005859375]; requires reviewed raster region",</a:t>
            </a:r>
          </a:p>
          <a:p xmlns:a="http://schemas.openxmlformats.org/drawingml/2006/main">
            <a:r>
              <a:t>    "unhandled image/shading at seq 1177: [504.77398681640625, 254.36398315429688, 507.6548767089844, 255.81597900390625]; requires reviewed raster region",</a:t>
            </a:r>
          </a:p>
          <a:p xmlns:a="http://schemas.openxmlformats.org/drawingml/2006/main">
            <a:r>
              <a:t>    "unhandled image/shading at seq 1178: [504.77398681640625, 252.74400329589844, 505.2659912109375, 253.23602294921875]; requires reviewed raster region",</a:t>
            </a:r>
          </a:p>
          <a:p xmlns:a="http://schemas.openxmlformats.org/drawingml/2006/main">
            <a:r>
              <a:t>    "unhandled image/shading at seq 1179: [507.77398681640625, 251.96401977539062, 508.734375, 253.2960205078125]; requires reviewed raster region",</a:t>
            </a:r>
          </a:p>
          <a:p xmlns:a="http://schemas.openxmlformats.org/drawingml/2006/main">
            <a:r>
              <a:t>    "unhandled image/shading at seq 1181: [503.15399169921875, 248.4840087890625, 505.3125, 251.916015625]; requires reviewed raster region",</a:t>
            </a:r>
          </a:p>
          <a:p xmlns:a="http://schemas.openxmlformats.org/drawingml/2006/main">
            <a:r>
              <a:t>    "unhandled image/shading at seq 1182: [503.15399169921875, 247.0440216064453, 505.3125, 248.85601806640625]; requires reviewed raster region",</a:t>
            </a:r>
          </a:p>
          <a:p xmlns:a="http://schemas.openxmlformats.org/drawingml/2006/main">
            <a:r>
              <a:t>    "unhandled image/shading at seq 1183: [503.15399169921875, 251.60403442382812, 504.35308837890625, 253.11602783203125]; requires reviewed raster region",</a:t>
            </a:r>
          </a:p>
          <a:p xmlns:a="http://schemas.openxmlformats.org/drawingml/2006/main">
            <a:r>
              <a:t>    "unhandled image/shading at seq 1184: [504.8940124511719, 248.2440185546875, 508.0163269042969, 250.176025390625]; requires reviewed raster region",</a:t>
            </a:r>
          </a:p>
          <a:p xmlns:a="http://schemas.openxmlformats.org/drawingml/2006/main">
            <a:r>
              <a:t>    "unhandled image/shading at seq 1185: [504.8940124511719, 247.0440216064453, 507.2921142578125, 248.85601806640625]; requires reviewed raster region",</a:t>
            </a:r>
          </a:p>
          <a:p xmlns:a="http://schemas.openxmlformats.org/drawingml/2006/main">
            <a:r>
              <a:t>    "unhandled image/shading at seq 1186: [505.5539855957031, 247.04400634765625, 508.19158935546875, 249.2760009765625]; requires reviewed raster region",</a:t>
            </a:r>
          </a:p>
          <a:p xmlns:a="http://schemas.openxmlformats.org/drawingml/2006/main">
            <a:r>
              <a:t>    "unhandled image/shading at seq 1187: [506.093994140625, 249.864013671875, 508.0140075683594, 251.916015625]; requires reviewed raster region",</a:t>
            </a:r>
          </a:p>
          <a:p xmlns:a="http://schemas.openxmlformats.org/drawingml/2006/main">
            <a:r>
              <a:t>    "unhandled image/shading at seq 1188: [505.7340087890625, 251.60403442382812, 508.1334228515625, 253.11602783203125]; requires reviewed raster region",</a:t>
            </a:r>
          </a:p>
          <a:p xmlns:a="http://schemas.openxmlformats.org/drawingml/2006/main">
            <a:r>
              <a:t>    "unhandled image/shading at seq 1189: [503.8139953613281, 249.864013671875, 505.4945068359375, 251.916015625]; requires reviewed raster region",</a:t>
            </a:r>
          </a:p>
          <a:p xmlns:a="http://schemas.openxmlformats.org/drawingml/2006/main">
            <a:r>
              <a:t>    "unhandled image/shading at seq 1190: [503.8139953613281, 251.60403442382812, 505.4945068359375, 253.11602783203125]; requires reviewed raster region",</a:t>
            </a:r>
          </a:p>
          <a:p xmlns:a="http://schemas.openxmlformats.org/drawingml/2006/main">
            <a:r>
              <a:t>    "unhandled image/shading at seq 1191: [504.8940124511719, 249.864013671875, 506.33282470703125, 251.916015625]; requires reviewed raster region",</a:t>
            </a:r>
          </a:p>
          <a:p xmlns:a="http://schemas.openxmlformats.org/drawingml/2006/main">
            <a:r>
              <a:t>    "unhandled image/shading at seq 1192: [504.8940124511719, 251.60403442382812, 506.0931091308594, 253.11602783203125]; requires reviewed raster region",</a:t>
            </a:r>
          </a:p>
          <a:p xmlns:a="http://schemas.openxmlformats.org/drawingml/2006/main">
            <a:r>
              <a:t>    "unhandled image/shading at seq 1193: [504.8940124511719, 250.10403442382812, 507.2921142578125, 253.11602783203125]; requires reviewed raster region",</a:t>
            </a:r>
          </a:p>
          <a:p xmlns:a="http://schemas.openxmlformats.org/drawingml/2006/main">
            <a:r>
              <a:t>    "unhandled image/shading at seq 1195: [517.073974609375, 243.864013671875, 517.5659790039062, 244.2960205078125]; requires reviewed raster region",</a:t>
            </a:r>
          </a:p>
          <a:p xmlns:a="http://schemas.openxmlformats.org/drawingml/2006/main">
            <a:r>
              <a:t>    "unhandled image/shading at seq 1201: [530.3939819335938, 237.1439666748047, 541.9169921875, 249.9959716796875]; requires reviewed raster region",</a:t>
            </a:r>
          </a:p>
          <a:p xmlns:a="http://schemas.openxmlformats.org/drawingml/2006/main">
            <a:r>
              <a:t>    "unhandled image/shading at seq 1202: [534.2940063476562, 244.58396911621094, 537.1749267578125, 246.93597412109375]; requires reviewed raster region",</a:t>
            </a:r>
          </a:p>
          <a:p xmlns:a="http://schemas.openxmlformats.org/drawingml/2006/main">
            <a:r>
              <a:t>    "unhandled image/shading at seq 1204: [527.9940185546875, 244.70401000976562, 530.871337890625, 247.47601318359375]; requires reviewed raster region",</a:t>
            </a:r>
          </a:p>
          <a:p xmlns:a="http://schemas.openxmlformats.org/drawingml/2006/main">
            <a:r>
              <a:t>    "unhandled image/shading at seq 1205: [530.3939819335938, 244.70401000976562, 532.7920532226562, 247.47601318359375]; requires reviewed raster region",</a:t>
            </a:r>
          </a:p>
          <a:p xmlns:a="http://schemas.openxmlformats.org/drawingml/2006/main">
            <a:r>
              <a:t>    "unhandled image/shading at seq 1206: [517.9140014648438, 247.1639862060547, 528.4639892578125, 251.135986328125]; requires reviewed raster region",</a:t>
            </a:r>
          </a:p>
          <a:p xmlns:a="http://schemas.openxmlformats.org/drawingml/2006/main">
            <a:r>
              <a:t>    "unhandled image/shading at seq 1207: [527.2739868164062, 241.4040069580078, 528.4730834960938, 247.47601318359375]; requires reviewed raster region",</a:t>
            </a:r>
          </a:p>
          <a:p xmlns:a="http://schemas.openxmlformats.org/drawingml/2006/main">
            <a:r>
              <a:t>    "unhandled image/shading at seq 1208: [517.2540283203125, 249.4440155029297, 518.453125, 250.0560302734375]; requires reviewed raster region",</a:t>
            </a:r>
          </a:p>
          <a:p xmlns:a="http://schemas.openxmlformats.org/drawingml/2006/main">
            <a:r>
              <a:t>    "unhandled image/shading at seq 1209: [517.9739990234375, 247.16403198242188, 527.8170776367188, 250.0560302734375]; requires reviewed raster region",</a:t>
            </a:r>
          </a:p>
          <a:p xmlns:a="http://schemas.openxmlformats.org/drawingml/2006/main">
            <a:r>
              <a:t>    "unhandled image/shading at seq 1210: [524.6939697265625, 242.00401306152344, 527.8150634765625, 247.47601318359375]; requires reviewed raster region",</a:t>
            </a:r>
          </a:p>
          <a:p xmlns:a="http://schemas.openxmlformats.org/drawingml/2006/main">
            <a:r>
              <a:t>    "unhandled image/shading at seq 1211: [522.9539794921875, 244.04403686523438, 525.831298828125, 248.5560302734375]; requires reviewed raster region",</a:t>
            </a:r>
          </a:p>
          <a:p xmlns:a="http://schemas.openxmlformats.org/drawingml/2006/main">
            <a:r>
              <a:t>    "unhandled image/shading at seq 1213: [517.4940185546875, 249.2639617919922, 518.4544067382812, 249.81597900390625]; requires reviewed raster region",</a:t>
            </a:r>
          </a:p>
          <a:p xmlns:a="http://schemas.openxmlformats.org/drawingml/2006/main">
            <a:r>
              <a:t>    "unhandled image/shading at seq 1214: [517.9140014648438, 248.84396362304688, 518.8743896484375, 249.81597900390625]; requires reviewed raster region",</a:t>
            </a:r>
          </a:p>
          <a:p xmlns:a="http://schemas.openxmlformats.org/drawingml/2006/main">
            <a:r>
              <a:t>    "unhandled image/shading at seq 1215: [532.3740234375, 234.62399291992188, 539.0880126953125, 244.95599365234375]; requires reviewed raster region",</a:t>
            </a:r>
          </a:p>
          <a:p xmlns:a="http://schemas.openxmlformats.org/drawingml/2006/main">
            <a:r>
              <a:t>    "unhandled image/shading at seq 1216: [534.2940063476562, 244.6439666748047, 536.7659912109375, 245.135986328125]; requires reviewed raster region",</a:t>
            </a:r>
          </a:p>
          <a:p xmlns:a="http://schemas.openxmlformats.org/drawingml/2006/main">
            <a:r>
              <a:t>    "unhandled image/shading at seq 1217: [533.0339965820312, 237.02398681640625, 539.02880859375, 244.95599365234375]; requires reviewed raster region",</a:t>
            </a:r>
          </a:p>
          <a:p xmlns:a="http://schemas.openxmlformats.org/drawingml/2006/main">
            <a:r>
              <a:t>    "unhandled image/shading at seq 1218: [527.9340209960938, 239.90399169921875, 530.8113403320312, 244.95599365234375]; requires reviewed raster region",</a:t>
            </a:r>
          </a:p>
          <a:p xmlns:a="http://schemas.openxmlformats.org/drawingml/2006/main">
            <a:r>
              <a:t>    "unhandled image/shading at seq 1219: [530.3939819335938, 240.1439971923828, 532.7920532226562, 244.95599365234375]; requires reviewed raster region",</a:t>
            </a:r>
          </a:p>
          <a:p xmlns:a="http://schemas.openxmlformats.org/drawingml/2006/main">
            <a:r>
              <a:t>    "unhandled image/shading at seq 1220: [529.85400390625, 239.90399169921875, 530.4660034179688, 240.39599609375]; requires reviewed raster region",</a:t>
            </a:r>
          </a:p>
          <a:p xmlns:a="http://schemas.openxmlformats.org/drawingml/2006/main">
            <a:r>
              <a:t>    "unhandled image/shading at seq 1221: [527.9340209960938, 241.40399169921875, 528.426025390625, 244.95599365234375]; requires reviewed raster region",</a:t>
            </a:r>
          </a:p>
          <a:p xmlns:a="http://schemas.openxmlformats.org/drawingml/2006/main">
            <a:r>
              <a:t>    "unhandled image/shading at seq 1223: [518.333984375, 249.6840057373047, 524.3297119140625, 250.2960205078125]; requires reviewed raster region",</a:t>
            </a:r>
          </a:p>
          <a:p xmlns:a="http://schemas.openxmlformats.org/drawingml/2006/main">
            <a:r>
              <a:t>    "unhandled image/shading at seq 1224: [518.333984375, 247.16403198242188, 524.3349609375, 250.0560302734375]; requires reviewed raster region",</a:t>
            </a:r>
          </a:p>
          <a:p xmlns:a="http://schemas.openxmlformats.org/drawingml/2006/main">
            <a:r>
              <a:t>    "unhandled image/shading at seq 1225: [522.114013671875, 246.20401000976562, 522.8346557617188, 247.47601318359375]; requires reviewed raster region",</a:t>
            </a:r>
          </a:p>
          <a:p xmlns:a="http://schemas.openxmlformats.org/drawingml/2006/main">
            <a:r>
              <a:t>    "unhandled image/shading at seq 1226: [522.114013671875, 245.364013671875, 524.27392578125, 249.09600830078125]; requires reviewed raster region",</a:t>
            </a:r>
          </a:p>
          <a:p xmlns:a="http://schemas.openxmlformats.org/drawingml/2006/main">
            <a:r>
              <a:t>    "unhandled image/shading at seq 1227: [523.3740234375, 245.36398315429688, 524.3344116210938, 246.7559814453125]; requires reviewed raster region",</a:t>
            </a:r>
          </a:p>
          <a:p xmlns:a="http://schemas.openxmlformats.org/drawingml/2006/main">
            <a:r>
              <a:t>    "unhandled image/shading at seq 1228: [518.333984375, 247.10397338867188, 522.6552124023438, 249.81597900390625]; requires reviewed raster region",</a:t>
            </a:r>
          </a:p>
          <a:p xmlns:a="http://schemas.openxmlformats.org/drawingml/2006/main">
            <a:r>
              <a:t>    "unhandled image/shading at seq 1229: [520.614013671875, 246.02401733398438, 522.5357055664062, 247.47601318359375]; requires reviewed raster region",</a:t>
            </a:r>
          </a:p>
          <a:p xmlns:a="http://schemas.openxmlformats.org/drawingml/2006/main">
            <a:r>
              <a:t>    "unhandled image/shading at seq 1230: [521.9340209960938, 246.0239715576172, 522.426025390625, 246.635986328125]; requires reviewed raster region",</a:t>
            </a:r>
          </a:p>
          <a:p xmlns:a="http://schemas.openxmlformats.org/drawingml/2006/main">
            <a:r>
              <a:t>    "unhandled image/shading at seq 1232: [538.614013671875, 243.08396911621094, 539.3346557617188, 243.69598388671875]; requires reviewed raster region",</a:t>
            </a:r>
          </a:p>
          <a:p xmlns:a="http://schemas.openxmlformats.org/drawingml/2006/main">
            <a:r>
              <a:t>    "unhandled image/shading at seq 1233: [537.7739868164062, 243.14402770996094, 538.9739990234375, 244.2960205078125]; requires reviewed raster region",</a:t>
            </a:r>
          </a:p>
          <a:p xmlns:a="http://schemas.openxmlformats.org/drawingml/2006/main">
            <a:r>
              <a:t>    "unhandled image/shading at seq 1234: [514.2540283203125, 249.80397033691406, 517.6153564453125, 255.8759765625]; requires reviewed raster region",</a:t>
            </a:r>
          </a:p>
          <a:p xmlns:a="http://schemas.openxmlformats.org/drawingml/2006/main">
            <a:r>
              <a:t>    "unhandled image/shading at seq 1236: [512.4539794921875, 256.4640197753906, 513.4146118164062, 257.61602783203125]; requires reviewed raster region",</a:t>
            </a:r>
          </a:p>
          <a:p xmlns:a="http://schemas.openxmlformats.org/drawingml/2006/main">
            <a:r>
              <a:t>    "unhandled image/shading at seq 1237: [513.0540161132812, 255.50399780273438, 514.734619140625, 256.7760009765625]; requires reviewed raster region",</a:t>
            </a:r>
          </a:p>
          <a:p xmlns:a="http://schemas.openxmlformats.org/drawingml/2006/main">
            <a:r>
              <a:t>    "unhandled image/shading at seq 1238: [513.0540161132812, 253.04397583007812, 514.734619140625, 255.81597900390625]; requires reviewed raster region",</a:t>
            </a:r>
          </a:p>
          <a:p xmlns:a="http://schemas.openxmlformats.org/drawingml/2006/main">
            <a:r>
              <a:t>    "unhandled image/shading at seq 1239: [513.0540161132812, 252.0840301513672, 514.734619140625, 254.61602783203125]; requires reviewed raster region",</a:t>
            </a:r>
          </a:p>
          <a:p xmlns:a="http://schemas.openxmlformats.org/drawingml/2006/main">
            <a:r>
              <a:t>    "unhandled image/shading at seq 1240: [511.79400634765625, 255.50399780273438, 513.474609375, 256.7760009765625]; requires reviewed raster region",</a:t>
            </a:r>
          </a:p>
          <a:p xmlns:a="http://schemas.openxmlformats.org/drawingml/2006/main">
            <a:r>
              <a:t>    "unhandled image/shading at seq 1241: [511.3739929199219, 253.34397888183594, 513.5338745117188, 255.81597900390625]; requires reviewed raster region",</a:t>
            </a:r>
          </a:p>
          <a:p xmlns:a="http://schemas.openxmlformats.org/drawingml/2006/main">
            <a:r>
              <a:t>    "unhandled image/shading at seq 1242: [511.1340026855469, 254.12399291992188, 511.85467529296875, 255.45599365234375]; requires reviewed raster region",</a:t>
            </a:r>
          </a:p>
          <a:p xmlns:a="http://schemas.openxmlformats.org/drawingml/2006/main">
            <a:r>
              <a:t>    "unhandled image/shading at seq 1243: [512.4539794921875, 252.92398071289062, 513.4146728515625, 254.19598388671875]; requires reviewed raster region",</a:t>
            </a:r>
          </a:p>
          <a:p xmlns:a="http://schemas.openxmlformats.org/drawingml/2006/main">
            <a:r>
              <a:t>    "unhandled image/shading at seq 1247: [487.5539855957031, 215.00401306152344, 491.6311950683594, 218.85601806640625]; requires reviewed raster region",</a:t>
            </a:r>
          </a:p>
          <a:p xmlns:a="http://schemas.openxmlformats.org/drawingml/2006/main">
            <a:r>
              <a:t>    "unhandled image/shading at seq 1248: [491.093994140625, 215.00401306152344, 513.6649780273438, 218.85601806640625]; requires reviewed raster region",</a:t>
            </a:r>
          </a:p>
          <a:p xmlns:a="http://schemas.openxmlformats.org/drawingml/2006/main">
            <a:r>
              <a:t>    "unhandled image/shading at seq 1249: [487.9739990234375, 213.0239715576172, 491.814697265625, 215.3759765625]; requires reviewed raster region",</a:t>
            </a:r>
          </a:p>
          <a:p xmlns:a="http://schemas.openxmlformats.org/drawingml/2006/main">
            <a:r>
              <a:t>    "unhandled image/shading at seq 1250: [491.093994140625, 213.38397216796875, 493.4920959472656, 215.3759765625]; requires reviewed raster region",</a:t>
            </a:r>
          </a:p>
          <a:p xmlns:a="http://schemas.openxmlformats.org/drawingml/2006/main">
            <a:r>
              <a:t>    "unhandled image/shading at seq 1256: [330.114013671875, 254.24400329589844, 342.8240051269531, 262.59600830078125]; requires reviewed raster region",</a:t>
            </a:r>
          </a:p>
          <a:p xmlns:a="http://schemas.openxmlformats.org/drawingml/2006/main">
            <a:r>
              <a:t>    "unhandled image/shading at seq 1258: [326.27398681640625, 236.1240234375, 342.1039733886719, 254.676025390625]; requires reviewed raster region",</a:t>
            </a:r>
          </a:p>
          <a:p xmlns:a="http://schemas.openxmlformats.org/drawingml/2006/main">
            <a:r>
              <a:t>    "unhandled image/shading at seq 1259: [330.114013671875, 246.5040283203125, 334.19122314453125, 254.61602783203125]; requires reviewed raster region",</a:t>
            </a:r>
          </a:p>
          <a:p xmlns:a="http://schemas.openxmlformats.org/drawingml/2006/main">
            <a:r>
              <a:t>    "unhandled image/shading at seq 1260: [333.0539855957031, 253.34402465820312, 334.0146179199219, 254.676025390625]; requires reviewed raster region",</a:t>
            </a:r>
          </a:p>
          <a:p xmlns:a="http://schemas.openxmlformats.org/drawingml/2006/main">
            <a:r>
              <a:t>    "unhandled image/shading at seq 1262: [323.8139953613281, 246.62399291992188, 326.6912841796875, 249.39599609375]; requires reviewed raster region",</a:t>
            </a:r>
          </a:p>
          <a:p xmlns:a="http://schemas.openxmlformats.org/drawingml/2006/main">
            <a:r>
              <a:t>    "unhandled image/shading at seq 1263: [326.2139892578125, 246.62399291992188, 328.6120910644531, 249.39599609375]; requires reviewed raster region",</a:t>
            </a:r>
          </a:p>
          <a:p xmlns:a="http://schemas.openxmlformats.org/drawingml/2006/main">
            <a:r>
              <a:t>    "unhandled image/shading at seq 1265: [329.6940002441406, 266.2439880371094, 337.6077880859375, 268.89599609375]; requires reviewed raster region",</a:t>
            </a:r>
          </a:p>
          <a:p xmlns:a="http://schemas.openxmlformats.org/drawingml/2006/main">
            <a:r>
              <a:t>    "unhandled image/shading at seq 1267: [313.7340087890625, 236.06402587890625, 324.2860107421875, 253.11602783203125]; requires reviewed raster region",</a:t>
            </a:r>
          </a:p>
          <a:p xmlns:a="http://schemas.openxmlformats.org/drawingml/2006/main">
            <a:r>
              <a:t>    "unhandled image/shading at seq 1268: [323.093994140625, 236.843994140625, 324.2930908203125, 249.39599609375]; requires reviewed raster region",</a:t>
            </a:r>
          </a:p>
          <a:p xmlns:a="http://schemas.openxmlformats.org/drawingml/2006/main">
            <a:r>
              <a:t>    "unhandled image/shading at seq 1269: [323.15399169921875, 238.7639923095703, 324.35308837890625, 243.45599365234375]; requires reviewed raster region",</a:t>
            </a:r>
          </a:p>
          <a:p xmlns:a="http://schemas.openxmlformats.org/drawingml/2006/main">
            <a:r>
              <a:t>    "unhandled image/shading at seq 1271: [312.0539855957031, 239.72401428222656, 313.4927978515625, 241.416015625]; requires reviewed raster region",</a:t>
            </a:r>
          </a:p>
          <a:p xmlns:a="http://schemas.openxmlformats.org/drawingml/2006/main">
            <a:r>
              <a:t>    "unhandled image/shading at seq 1273: [310.4939880371094, 241.10403442382812, 313.37127685546875, 247.0560302734375]; requires reviewed raster region",</a:t>
            </a:r>
          </a:p>
          <a:p xmlns:a="http://schemas.openxmlformats.org/drawingml/2006/main">
            <a:r>
              <a:t>    "unhandled image/shading at seq 1274: [312.114013671875, 241.10397338867188, 313.31402587890625, 245.43597412109375]; requires reviewed raster region",</a:t>
            </a:r>
          </a:p>
          <a:p xmlns:a="http://schemas.openxmlformats.org/drawingml/2006/main">
            <a:r>
              <a:t>    "unhandled image/shading at seq 1275: [312.2340087890625, 241.22396850585938, 313.43310546875, 242.4959716796875]; requires reviewed raster region",</a:t>
            </a:r>
          </a:p>
          <a:p xmlns:a="http://schemas.openxmlformats.org/drawingml/2006/main">
            <a:r>
              <a:t>    "unhandled image/shading at seq 1277: [312.9540100097656, 235.9440155029297, 323.5060119628906, 240.09600830078125]; requires reviewed raster region",</a:t>
            </a:r>
          </a:p>
          <a:p xmlns:a="http://schemas.openxmlformats.org/drawingml/2006/main">
            <a:r>
              <a:t>    "unhandled image/shading at seq 1278: [313.79400634765625, 236.0640106201172, 323.6371154785156, 252.0360107421875]; requires reviewed raster region",</a:t>
            </a:r>
          </a:p>
          <a:p xmlns:a="http://schemas.openxmlformats.org/drawingml/2006/main">
            <a:r>
              <a:t>    "unhandled image/shading at seq 1279: [313.79400634765625, 236.90399169921875, 323.6371154785156, 249.45599365234375]; requires reviewed raster region",</a:t>
            </a:r>
          </a:p>
          <a:p xmlns:a="http://schemas.openxmlformats.org/drawingml/2006/main">
            <a:r>
              <a:t>    "unhandled image/shading at seq 1280: [318.4739990234375, 239.06399536132812, 323.518310546875, 244.83599853515625]; requires reviewed raster region",</a:t>
            </a:r>
          </a:p>
          <a:p xmlns:a="http://schemas.openxmlformats.org/drawingml/2006/main">
            <a:r>
              <a:t>    "unhandled image/shading at seq 1281: [313.79400634765625, 237.864013671875, 314.2740173339844, 240.09600830078125]; requires reviewed raster region",</a:t>
            </a:r>
          </a:p>
          <a:p xmlns:a="http://schemas.openxmlformats.org/drawingml/2006/main">
            <a:r>
              <a:t>    "unhandled image/shading at seq 1282: [313.79400634765625, 237.9840087890625, 314.9951171875, 240.09600830078125]; requires reviewed raster region",</a:t>
            </a:r>
          </a:p>
          <a:p xmlns:a="http://schemas.openxmlformats.org/drawingml/2006/main">
            <a:r>
              <a:t>    "unhandled image/shading at seq 1283: [313.4939880371094, 236.364013671875, 321.66058349609375, 250.5360107421875]; requires reviewed raster region",</a:t>
            </a:r>
          </a:p>
          <a:p xmlns:a="http://schemas.openxmlformats.org/drawingml/2006/main">
            <a:r>
              <a:t>    "unhandled image/shading at seq 1284: [312.9540100097656, 239.72401428222656, 314.1540222167969, 241.47601318359375]; requires reviewed raster region",</a:t>
            </a:r>
          </a:p>
          <a:p xmlns:a="http://schemas.openxmlformats.org/drawingml/2006/main">
            <a:r>
              <a:t>    "unhandled image/shading at seq 1285: [316.0740051269531, 243.80397033691406, 317.033935546875, 245.3759765625]; requires reviewed raster region",</a:t>
            </a:r>
          </a:p>
          <a:p xmlns:a="http://schemas.openxmlformats.org/drawingml/2006/main">
            <a:r>
              <a:t>    "unhandled image/shading at seq 1286: [313.79400634765625, 239.72402954101562, 314.2740173339844, 241.176025390625]; requires reviewed raster region",</a:t>
            </a:r>
          </a:p>
          <a:p xmlns:a="http://schemas.openxmlformats.org/drawingml/2006/main">
            <a:r>
              <a:t>    "unhandled image/shading at seq 1287: [313.79400634765625, 239.72401428222656, 315.474609375, 241.47601318359375]; requires reviewed raster region",</a:t>
            </a:r>
          </a:p>
          <a:p xmlns:a="http://schemas.openxmlformats.org/drawingml/2006/main">
            <a:r>
              <a:t>    "unhandled image/shading at seq 1288: [314.4540100097656, 239.72398376464844, 317.8153076171875, 245.3759765625]; requires reviewed raster region",</a:t>
            </a:r>
          </a:p>
          <a:p xmlns:a="http://schemas.openxmlformats.org/drawingml/2006/main">
            <a:r>
              <a:t>    "unhandled image/shading at seq 1289: [313.2539978027344, 240.26400756835938, 315.4126892089844, 241.47601318359375]; requires reviewed raster region",</a:t>
            </a:r>
          </a:p>
          <a:p xmlns:a="http://schemas.openxmlformats.org/drawingml/2006/main">
            <a:r>
              <a:t>    "unhandled image/shading at seq 1290: [312.8940124511719, 245.1239776611328, 314.0940246582031, 246.81597900390625]; requires reviewed raster region",</a:t>
            </a:r>
          </a:p>
          <a:p xmlns:a="http://schemas.openxmlformats.org/drawingml/2006/main">
            <a:r>
              <a:t>    "unhandled image/shading at seq 1291: [313.7340087890625, 245.1239776611328, 314.2140197753906, 246.81597900390625]; requires reviewed raster region",</a:t>
            </a:r>
          </a:p>
          <a:p xmlns:a="http://schemas.openxmlformats.org/drawingml/2006/main">
            <a:r>
              <a:t>    "unhandled image/shading at seq 1292: [313.85400390625, 245.1239776611328, 316.4951171875, 246.81597900390625]; requires reviewed raster region",</a:t>
            </a:r>
          </a:p>
          <a:p xmlns:a="http://schemas.openxmlformats.org/drawingml/2006/main">
            <a:r>
              <a:t>    "unhandled image/shading at seq 1293: [312.8940124511719, 241.76397705078125, 314.0940246582031, 245.43597412109375]; requires reviewed raster region",</a:t>
            </a:r>
          </a:p>
          <a:p xmlns:a="http://schemas.openxmlformats.org/drawingml/2006/main">
            <a:r>
              <a:t>    "unhandled image/shading at seq 1294: [313.7340087890625, 241.6439666748047, 314.2140197753906, 245.43597412109375]; requires reviewed raster region",</a:t>
            </a:r>
          </a:p>
          <a:p xmlns:a="http://schemas.openxmlformats.org/drawingml/2006/main">
            <a:r>
              <a:t>    "unhandled image/shading at seq 1295: [313.85400390625, 241.10397338867188, 316.4951171875, 245.43597412109375]; requires reviewed raster region",</a:t>
            </a:r>
          </a:p>
          <a:p xmlns:a="http://schemas.openxmlformats.org/drawingml/2006/main">
            <a:r>
              <a:t>    "unhandled image/shading at seq 1296: [315.0539855957031, 241.10403442382812, 316.4932861328125, 244.11602783203125]; requires reviewed raster region",</a:t>
            </a:r>
          </a:p>
          <a:p xmlns:a="http://schemas.openxmlformats.org/drawingml/2006/main">
            <a:r>
              <a:t>    "unhandled image/shading at seq 1297: [312.8940124511719, 241.10400390625, 313.6260070800781, 241.59600830078125]; requires reviewed raster region",</a:t>
            </a:r>
          </a:p>
          <a:p xmlns:a="http://schemas.openxmlformats.org/drawingml/2006/main">
            <a:r>
              <a:t>    "unhandled image/shading at seq 1298: [312.8940124511719, 241.10400390625, 315.2934265136719, 243.0360107421875]; requires reviewed raster region",</a:t>
            </a:r>
          </a:p>
          <a:p xmlns:a="http://schemas.openxmlformats.org/drawingml/2006/main">
            <a:r>
              <a:t>    "unhandled image/shading at seq 1299: [312.9540100097656, 241.6439666748047, 314.392822265625, 243.9959716796875]; requires reviewed raster region",</a:t>
            </a:r>
          </a:p>
          <a:p xmlns:a="http://schemas.openxmlformats.org/drawingml/2006/main">
            <a:r>
              <a:t>    "unhandled image/shading at seq 1300: [312.9540100097656, 251.4239959716797, 314.1540222167969, 252.0360107421875]; requires reviewed raster region",</a:t>
            </a:r>
          </a:p>
          <a:p xmlns:a="http://schemas.openxmlformats.org/drawingml/2006/main">
            <a:r>
              <a:t>    "unhandled image/shading at seq 1301: [313.79400634765625, 251.4239959716797, 314.75439453125, 252.0360107421875]; requires reviewed raster region",</a:t>
            </a:r>
          </a:p>
          <a:p xmlns:a="http://schemas.openxmlformats.org/drawingml/2006/main">
            <a:r>
              <a:t>    "unhandled image/shading at seq 1303: [311.9939880371094, 246.80401611328125, 313.43280029296875, 251.7960205078125]; requires reviewed raster region",</a:t>
            </a:r>
          </a:p>
          <a:p xmlns:a="http://schemas.openxmlformats.org/drawingml/2006/main">
            <a:r>
              <a:t>    "unhandled image/shading at seq 1304: [311.9939880371094, 246.4440155029297, 313.43280029296875, 247.0560302734375]; requires reviewed raster region",</a:t>
            </a:r>
          </a:p>
          <a:p xmlns:a="http://schemas.openxmlformats.org/drawingml/2006/main">
            <a:r>
              <a:t>    "unhandled image/shading at seq 1305: [312.9540100097656, 249.2040252685547, 314.1540222167969, 251.7960205078125]; requires reviewed raster region",</a:t>
            </a:r>
          </a:p>
          <a:p xmlns:a="http://schemas.openxmlformats.org/drawingml/2006/main">
            <a:r>
              <a:t>    "unhandled image/shading at seq 1306: [313.7340087890625, 249.08401489257812, 314.69439697265625, 251.7960205078125]; requires reviewed raster region",</a:t>
            </a:r>
          </a:p>
          <a:p xmlns:a="http://schemas.openxmlformats.org/drawingml/2006/main">
            <a:r>
              <a:t>    "unhandled image/shading at seq 1307: [313.85400390625, 248.90399169921875, 314.46600341796875, 249.39599609375]; requires reviewed raster region",</a:t>
            </a:r>
          </a:p>
          <a:p xmlns:a="http://schemas.openxmlformats.org/drawingml/2006/main">
            <a:r>
              <a:t>    "unhandled image/shading at seq 1308: [312.9540100097656, 246.80401611328125, 314.1540222167969, 248.97601318359375]; requires reviewed raster region",</a:t>
            </a:r>
          </a:p>
          <a:p xmlns:a="http://schemas.openxmlformats.org/drawingml/2006/main">
            <a:r>
              <a:t>    "unhandled image/shading at seq 1309: [313.7340087890625, 246.8040313720703, 314.22601318359375, 248.61602783203125]; requires reviewed raster region",</a:t>
            </a:r>
          </a:p>
          <a:p xmlns:a="http://schemas.openxmlformats.org/drawingml/2006/main">
            <a:r>
              <a:t>    "unhandled image/shading at seq 1310: [313.85400390625, 246.50396728515625, 317.9364929199219, 248.43597412109375]; requires reviewed raster region",</a:t>
            </a:r>
          </a:p>
          <a:p xmlns:a="http://schemas.openxmlformats.org/drawingml/2006/main">
            <a:r>
              <a:t>    "unhandled image/shading at seq 1311: [317.2139892578125, 246.50401306152344, 318.4130859375, 247.656005859375]; requires reviewed raster region",</a:t>
            </a:r>
          </a:p>
          <a:p xmlns:a="http://schemas.openxmlformats.org/drawingml/2006/main">
            <a:r>
              <a:t>    "unhandled image/shading at seq 1312: [312.8940124511719, 246.4440155029297, 314.0940246582031, 247.0560302734375]; requires reviewed raster region",</a:t>
            </a:r>
          </a:p>
          <a:p xmlns:a="http://schemas.openxmlformats.org/drawingml/2006/main">
            <a:r>
              <a:t>    "unhandled image/shading at seq 1313: [313.7340087890625, 246.4440155029297, 314.2140197753906, 247.0560302734375]; requires reviewed raster region",</a:t>
            </a:r>
          </a:p>
          <a:p xmlns:a="http://schemas.openxmlformats.org/drawingml/2006/main">
            <a:r>
              <a:t>    "unhandled image/shading at seq 1314: [313.85400390625, 246.4440155029297, 316.4951171875, 247.0560302734375]; requires reviewed raster region",</a:t>
            </a:r>
          </a:p>
          <a:p xmlns:a="http://schemas.openxmlformats.org/drawingml/2006/main">
            <a:r>
              <a:t>    "unhandled image/shading at seq 1316: [328.4939880371094, 254.90402221679688, 339.28997802734375, 266.676025390625]; requires reviewed raster region",</a:t>
            </a:r>
          </a:p>
          <a:p xmlns:a="http://schemas.openxmlformats.org/drawingml/2006/main">
            <a:r>
              <a:t>    "unhandled image/shading at seq 1317: [330.114013671875, 254.9040069580078, 339.228515625, 262.59600830078125]; requires reviewed raster region",</a:t>
            </a:r>
          </a:p>
          <a:p xmlns:a="http://schemas.openxmlformats.org/drawingml/2006/main">
            <a:r>
              <a:t>    "unhandled image/shading at seq 1318: [331.4339904785156, 254.9040069580078, 335.99749755859375, 258.21600341796875]; requires reviewed raster region",</a:t>
            </a:r>
          </a:p>
          <a:p xmlns:a="http://schemas.openxmlformats.org/drawingml/2006/main">
            <a:r>
              <a:t>    "unhandled image/shading at seq 1319: [329.6940002441406, 257.9040222167969, 337.6077880859375, 266.676025390625]; requires reviewed raster region",</a:t>
            </a:r>
          </a:p>
          <a:p xmlns:a="http://schemas.openxmlformats.org/drawingml/2006/main">
            <a:r>
              <a:t>    "unhandled image/shading at seq 1320: [330.114013671875, 257.78399658203125, 337.5544128417969, 262.59600830078125]; requires reviewed raster region",</a:t>
            </a:r>
          </a:p>
          <a:p xmlns:a="http://schemas.openxmlformats.org/drawingml/2006/main">
            <a:r>
              <a:t>    "unhandled image/shading at seq 1321: [334.0140075683594, 257.9039611816406, 335.2140197753906, 258.7559814453125]; requires reviewed raster region",</a:t>
            </a:r>
          </a:p>
          <a:p xmlns:a="http://schemas.openxmlformats.org/drawingml/2006/main">
            <a:r>
              <a:t>    "unhandled image/shading at seq 1322: [330.53399658203125, 262.6440124511719, 333.65509033203125, 266.676025390625]; requires reviewed raster region",</a:t>
            </a:r>
          </a:p>
          <a:p xmlns:a="http://schemas.openxmlformats.org/drawingml/2006/main">
            <a:r>
              <a:t>    "unhandled image/shading at seq 1324: [341.8739929199219, 277.2239685058594, 344.75128173828125, 279.7559814453125]; requires reviewed raster region",</a:t>
            </a:r>
          </a:p>
          <a:p xmlns:a="http://schemas.openxmlformats.org/drawingml/2006/main">
            <a:r>
              <a:t>    "unhandled image/shading at seq 1325: [322.2539978027344, 268.583984375, 344.79998779296875, 279.7559814453125]; requires reviewed raster region",</a:t>
            </a:r>
          </a:p>
          <a:p xmlns:a="http://schemas.openxmlformats.org/drawingml/2006/main">
            <a:r>
              <a:t>    "unhandled image/shading at seq 1326: [329.6340026855469, 268.58404541015625, 337.5487976074219, 271.0560302734375]; requires reviewed raster region",</a:t>
            </a:r>
          </a:p>
          <a:p xmlns:a="http://schemas.openxmlformats.org/drawingml/2006/main">
            <a:r>
              <a:t>    "unhandled image/shading at seq 1327: [330.593994140625, 268.583984375, 333.4712829589844, 270.81597900390625]; requires reviewed raster region",</a:t>
            </a:r>
          </a:p>
          <a:p xmlns:a="http://schemas.openxmlformats.org/drawingml/2006/main">
            <a:r>
              <a:t>    "unhandled image/shading at seq 1332: [323.7539978027344, 234.6840057373047, 334.8030090332031, 237.156005859375]; requires reviewed raster region",</a:t>
            </a:r>
          </a:p>
          <a:p xmlns:a="http://schemas.openxmlformats.org/drawingml/2006/main">
            <a:r>
              <a:t>    "unhandled image/shading at seq 1333: [326.2139892578125, 236.1239776611328, 334.85980224609375, 246.93597412109375]; requires reviewed raster region",</a:t>
            </a:r>
          </a:p>
          <a:p xmlns:a="http://schemas.openxmlformats.org/drawingml/2006/main">
            <a:r>
              <a:t>    "unhandled image/shading at seq 1334: [330.114013671875, 246.5640106201172, 332.58599853515625, 247.0560302734375]; requires reviewed raster region",</a:t>
            </a:r>
          </a:p>
          <a:p xmlns:a="http://schemas.openxmlformats.org/drawingml/2006/main">
            <a:r>
              <a:t>    "unhandled image/shading at seq 1335: [328.1940002441406, 238.04397583007812, 334.9079895019531, 246.93597412109375]; requires reviewed raster region",</a:t>
            </a:r>
          </a:p>
          <a:p xmlns:a="http://schemas.openxmlformats.org/drawingml/2006/main">
            <a:r>
              <a:t>    "unhandled image/shading at seq 1336: [323.7539978027344, 236.84397888183594, 326.63128662109375, 246.93597412109375]; requires reviewed raster region",</a:t>
            </a:r>
          </a:p>
          <a:p xmlns:a="http://schemas.openxmlformats.org/drawingml/2006/main">
            <a:r>
              <a:t>    "unhandled image/shading at seq 1337: [326.2139892578125, 236.84397888183594, 328.6120910644531, 246.93597412109375]; requires reviewed raster region",</a:t>
            </a:r>
          </a:p>
          <a:p xmlns:a="http://schemas.openxmlformats.org/drawingml/2006/main">
            <a:r>
              <a:t>    "unhandled image/shading at seq 1338: [327.53399658203125, 239.78399658203125, 328.73309326171875, 241.7760009765625]; requires reviewed raster region",</a:t>
            </a:r>
          </a:p>
          <a:p xmlns:a="http://schemas.openxmlformats.org/drawingml/2006/main">
            <a:r>
              <a:t>    "unhandled image/shading at seq 1339: [323.7539978027344, 238.16400146484375, 326.63128662109375, 243.156005859375]; requires reviewed raster region",</a:t>
            </a:r>
          </a:p>
          <a:p xmlns:a="http://schemas.openxmlformats.org/drawingml/2006/main">
            <a:r>
              <a:t>    "unhandled image/shading at seq 1340: [323.7539978027344, 236.00401306152344, 324.2460021972656, 237.156005859375]; requires reviewed raster region",</a:t>
            </a:r>
          </a:p>
          <a:p xmlns:a="http://schemas.openxmlformats.org/drawingml/2006/main">
            <a:r>
              <a:t>    "unhandled image/shading at seq 1341: [323.7539978027344, 236.84397888183594, 324.2460021972656, 246.93597412109375]; requires reviewed raster region",</a:t>
            </a:r>
          </a:p>
          <a:p xmlns:a="http://schemas.openxmlformats.org/drawingml/2006/main">
            <a:r>
              <a:t>    "unhandled image/shading at seq 1342: [323.7539978027344, 238.70401000976562, 324.2460021972656, 243.156005859375]; requires reviewed raster region",</a:t>
            </a:r>
          </a:p>
          <a:p xmlns:a="http://schemas.openxmlformats.org/drawingml/2006/main">
            <a:r>
              <a:t>    "unhandled image/shading at seq 1344: [314.15399169921875, 251.6639862060547, 320.1496887207031, 252.2760009765625]; requires reviewed raster region",</a:t>
            </a:r>
          </a:p>
          <a:p xmlns:a="http://schemas.openxmlformats.org/drawingml/2006/main">
            <a:r>
              <a:t>    "unhandled image/shading at seq 1345: [314.15399169921875, 249.08401489257812, 320.1549987792969, 252.0360107421875]; requires reviewed raster region",</a:t>
            </a:r>
          </a:p>
          <a:p xmlns:a="http://schemas.openxmlformats.org/drawingml/2006/main">
            <a:r>
              <a:t>    "unhandled image/shading at seq 1346: [317.9339904785156, 248.12399291992188, 318.6546325683594, 249.45599365234375]; requires reviewed raster region",</a:t>
            </a:r>
          </a:p>
          <a:p xmlns:a="http://schemas.openxmlformats.org/drawingml/2006/main">
            <a:r>
              <a:t>    "unhandled image/shading at seq 1347: [317.9339904785156, 247.343994140625, 320.0939025878906, 251.07598876953125]; requires reviewed raster region",</a:t>
            </a:r>
          </a:p>
          <a:p xmlns:a="http://schemas.openxmlformats.org/drawingml/2006/main">
            <a:r>
              <a:t>    "unhandled image/shading at seq 1348: [319.1940002441406, 247.28402709960938, 320.1543884277344, 248.73602294921875]; requires reviewed raster region",</a:t>
            </a:r>
          </a:p>
          <a:p xmlns:a="http://schemas.openxmlformats.org/drawingml/2006/main">
            <a:r>
              <a:t>    "unhandled image/shading at seq 1349: [314.15399169921875, 249.08401489257812, 318.4751892089844, 251.7960205078125]; requires reviewed raster region",</a:t>
            </a:r>
          </a:p>
          <a:p xmlns:a="http://schemas.openxmlformats.org/drawingml/2006/main">
            <a:r>
              <a:t>    "unhandled image/shading at seq 1350: [314.15399169921875, 247.343994140625, 318.4751892089844, 249.39599609375]; requires reviewed raster region",</a:t>
            </a:r>
          </a:p>
          <a:p xmlns:a="http://schemas.openxmlformats.org/drawingml/2006/main">
            <a:r>
              <a:t>    "unhandled image/shading at seq 1351: [317.5140075683594, 247.34402465820312, 318.4743957519531, 248.61602783203125]; requires reviewed raster region",</a:t>
            </a:r>
          </a:p>
          <a:p xmlns:a="http://schemas.openxmlformats.org/drawingml/2006/main">
            <a:r>
              <a:t>    "unhandled image/shading at seq 1352: [314.15399169921875, 247.34396362304688, 315.8345947265625, 248.31597900390625]; requires reviewed raster region",</a:t>
            </a:r>
          </a:p>
          <a:p xmlns:a="http://schemas.openxmlformats.org/drawingml/2006/main">
            <a:r>
              <a:t>    "unhandled image/shading at seq 1353: [314.15399169921875, 247.28399658203125, 316.5520935058594, 249.5159912109375]; requires reviewed raster region",</a:t>
            </a:r>
          </a:p>
          <a:p xmlns:a="http://schemas.openxmlformats.org/drawingml/2006/main">
            <a:r>
              <a:t>    "unhandled image/shading at seq 1355: [341.5740051269531, 245.06399536132812, 344.6963195800781, 256.7760009765625]; requires reviewed raster region",</a:t>
            </a:r>
          </a:p>
          <a:p xmlns:a="http://schemas.openxmlformats.org/drawingml/2006/main">
            <a:r>
              <a:t>    "unhandled image/shading at seq 1356: [336.4739990234375, 246.50399780273438, 342.9574890136719, 256.7760009765625]; requires reviewed raster region",</a:t>
            </a:r>
          </a:p>
          <a:p xmlns:a="http://schemas.openxmlformats.org/drawingml/2006/main">
            <a:r>
              <a:t>    "unhandled image/shading at seq 1357: [333.593994140625, 254.24400329589844, 337.4320068359375, 255.2760009765625]; requires reviewed raster region",</a:t>
            </a:r>
          </a:p>
          <a:p xmlns:a="http://schemas.openxmlformats.org/drawingml/2006/main">
            <a:r>
              <a:t>    "unhandled image/shading at seq 1358: [335.2139892578125, 245.06398010253906, 342.173095703125, 246.8759765625]; requires reviewed raster region",</a:t>
            </a:r>
          </a:p>
          <a:p xmlns:a="http://schemas.openxmlformats.org/drawingml/2006/main">
            <a:r>
              <a:t>    "unhandled image/shading at seq 1359: [333.65399169921875, 246.5040283203125, 342.0561828613281, 254.61602783203125]; requires reviewed raster region",</a:t>
            </a:r>
          </a:p>
          <a:p xmlns:a="http://schemas.openxmlformats.org/drawingml/2006/main">
            <a:r>
              <a:t>    "unhandled image/shading at seq 1360: [333.593994140625, 249.384033203125, 339.3507995605469, 254.61602783203125]; requires reviewed raster region",</a:t>
            </a:r>
          </a:p>
          <a:p xmlns:a="http://schemas.openxmlformats.org/drawingml/2006/main">
            <a:r>
              <a:t>    "unhandled image/shading at seq 1361: [333.593994140625, 245.06402587890625, 338.6369934082031, 251.61602783203125]; requires reviewed raster region",</a:t>
            </a:r>
          </a:p>
          <a:p xmlns:a="http://schemas.openxmlformats.org/drawingml/2006/main">
            <a:r>
              <a:t>    "unhandled image/shading at seq 1362: [335.5740051269531, 254.9040069580078, 339.17071533203125, 256.7760009765625]; requires reviewed raster region",</a:t>
            </a:r>
          </a:p>
          <a:p xmlns:a="http://schemas.openxmlformats.org/drawingml/2006/main">
            <a:r>
              <a:t>    "unhandled image/shading at seq 1363: [333.593994140625, 254.96400451660156, 336.9552917480469, 256.7760009765625]; requires reviewed raster region",</a:t>
            </a:r>
          </a:p>
          <a:p xmlns:a="http://schemas.openxmlformats.org/drawingml/2006/main">
            <a:r>
              <a:t>    "unhandled image/shading at seq 1364: [333.593994140625, 245.1239776611328, 334.79400634765625, 246.93597412109375]; requires reviewed raster region",</a:t>
            </a:r>
          </a:p>
          <a:p xmlns:a="http://schemas.openxmlformats.org/drawingml/2006/main">
            <a:r>
              <a:t>    "unhandled image/shading at seq 1366: [506.9339904785156, 225.50401306152344, 511.0164794921875, 232.47601318359375]; requires reviewed raster region",</a:t>
            </a:r>
          </a:p>
          <a:p xmlns:a="http://schemas.openxmlformats.org/drawingml/2006/main">
            <a:r>
              <a:t>    "unhandled image/shading at seq 1367: [496.1940002441406, 225.50401306152344, 507.4809875488281, 228.0360107421875]; requires reviewed raster region",</a:t>
            </a:r>
          </a:p>
          <a:p xmlns:a="http://schemas.openxmlformats.org/drawingml/2006/main">
            <a:r>
              <a:t>    "unhandled image/shading at seq 1368: [496.1940002441406, 226.2239990234375, 500.0320129394531, 229.7760009765625]; requires reviewed raster region",</a:t>
            </a:r>
          </a:p>
          <a:p xmlns:a="http://schemas.openxmlformats.org/drawingml/2006/main">
            <a:r>
              <a:t>    "unhandled image/shading at seq 1369: [496.0740051269531, 225.5040283203125, 500.6376037597656, 229.11602783203125]; requires reviewed raster region",</a:t>
            </a:r>
          </a:p>
          <a:p xmlns:a="http://schemas.openxmlformats.org/drawingml/2006/main">
            <a:r>
              <a:t>    "unhandled image/shading at seq 1370: [496.1940002441406, 225.5040283203125, 503.1531982421875, 232.176025390625]; requires reviewed raster region",</a:t>
            </a:r>
          </a:p>
          <a:p xmlns:a="http://schemas.openxmlformats.org/drawingml/2006/main">
            <a:r>
              <a:t>    "unhandled image/shading at seq 1371: [496.1940002441406, 225.5040283203125, 502.9180908203125, 230.73602294921875]; requires reviewed raster region",</a:t>
            </a:r>
          </a:p>
          <a:p xmlns:a="http://schemas.openxmlformats.org/drawingml/2006/main">
            <a:r>
              <a:t>    "unhandled image/shading at seq 1372: [496.1940002441406, 225.50401306152344, 505.5574951171875, 232.47601318359375]; requires reviewed raster region",</a:t>
            </a:r>
          </a:p>
          <a:p xmlns:a="http://schemas.openxmlformats.org/drawingml/2006/main">
            <a:r>
              <a:t>    "unhandled image/shading at seq 1373: [503.3940124511719, 225.5040283203125, 506.27490234375, 227.61602783203125]; requires reviewed raster region",</a:t>
            </a:r>
          </a:p>
          <a:p xmlns:a="http://schemas.openxmlformats.org/drawingml/2006/main">
            <a:r>
              <a:t>    "unhandled image/shading at seq 1374: [496.1940002441406, 225.50401306152344, 505.30889892578125, 232.47601318359375]; requires reviewed raster region",</a:t>
            </a:r>
          </a:p>
          <a:p xmlns:a="http://schemas.openxmlformats.org/drawingml/2006/main">
            <a:r>
              <a:t>    "unhandled image/shading at seq 1375: [503.6340026855469, 225.5040283203125, 506.2716064453125, 227.73602294921875]; requires reviewed raster region",</a:t>
            </a:r>
          </a:p>
          <a:p xmlns:a="http://schemas.openxmlformats.org/drawingml/2006/main">
            <a:r>
              <a:t>    "unhandled image/shading at seq 1376: [504.593994140625, 226.76400756835938, 505.55462646484375, 227.73602294921875]; requires reviewed raster region",</a:t>
            </a:r>
          </a:p>
          <a:p xmlns:a="http://schemas.openxmlformats.org/drawingml/2006/main">
            <a:r>
              <a:t>    "unhandled image/shading at seq 1377: [500.9339904785156, 230.24398803710938, 501.6546325683594, 230.97601318359375]; requires reviewed raster region",</a:t>
            </a:r>
          </a:p>
          <a:p xmlns:a="http://schemas.openxmlformats.org/drawingml/2006/main">
            <a:r>
              <a:t>    "unhandled image/shading at seq 1378: [500.9339904785156, 230.36402893066406, 502.614501953125, 232.0560302734375]; requires reviewed raster region",</a:t>
            </a:r>
          </a:p>
          <a:p xmlns:a="http://schemas.openxmlformats.org/drawingml/2006/main">
            <a:r>
              <a:t>    "unhandled image/shading at seq 1379: [503.3940124511719, 230.6640167236328, 505.3153991699219, 232.47601318359375]; requires reviewed raster region",</a:t>
            </a:r>
          </a:p>
          <a:p xmlns:a="http://schemas.openxmlformats.org/drawingml/2006/main">
            <a:r>
              <a:t>    "unhandled image/shading at seq 1380: [500.9339904785156, 230.364013671875, 505.01507568359375, 232.47601318359375]; requires reviewed raster region",</a:t>
            </a:r>
          </a:p>
          <a:p xmlns:a="http://schemas.openxmlformats.org/drawingml/2006/main">
            <a:r>
              <a:t>    "unhandled image/shading at seq 1381: [502.9739990234375, 230.48399353027344, 504.0060119628906, 230.97601318359375]; requires reviewed raster region",</a:t>
            </a:r>
          </a:p>
          <a:p xmlns:a="http://schemas.openxmlformats.org/drawingml/2006/main">
            <a:r>
              <a:t>    "unhandled image/shading at seq 1382: [502.9739990234375, 230.48399353027344, 504.173095703125, 231.635986328125]; requires reviewed raster region",</a:t>
            </a:r>
          </a:p>
          <a:p xmlns:a="http://schemas.openxmlformats.org/drawingml/2006/main">
            <a:r>
              <a:t>    "unhandled image/shading at seq 1383: [503.6340026855469, 230.48399353027344, 504.8340148925781, 231.635986328125]; requires reviewed raster region",</a:t>
            </a:r>
          </a:p>
          <a:p xmlns:a="http://schemas.openxmlformats.org/drawingml/2006/main">
            <a:r>
              <a:t>    "unhandled image/shading at seq 1384: [502.9739990234375, 230.4840087890625, 503.46600341796875, 230.97601318359375]; requires reviewed raster region",</a:t>
            </a:r>
          </a:p>
          <a:p xmlns:a="http://schemas.openxmlformats.org/drawingml/2006/main">
            <a:r>
              <a:t>    "unhandled image/shading at seq 1387: [506.9339904785156, 234.8040008544922, 508.6127014160156, 237.33599853515625]; requires reviewed raster region",</a:t>
            </a:r>
          </a:p>
          <a:p xmlns:a="http://schemas.openxmlformats.org/drawingml/2006/main">
            <a:r>
              <a:t>    "unhandled image/shading at seq 1388: [505.7340087890625, 234.80398559570312, 507.41461181640625, 236.2559814453125]; requires reviewed raster region",</a:t>
            </a:r>
          </a:p>
          <a:p xmlns:a="http://schemas.openxmlformats.org/drawingml/2006/main">
            <a:r>
              <a:t>    "unhandled image/shading at seq 1389: [504.35400390625, 232.1640167236328, 506.275390625, 235.2960205078125]; requires reviewed raster region",</a:t>
            </a:r>
          </a:p>
          <a:p xmlns:a="http://schemas.openxmlformats.org/drawingml/2006/main">
            <a:r>
              <a:t>    "unhandled image/shading at seq 1390: [504.35400390625, 232.16400146484375, 505.31500244140625, 234.33599853515625]; requires reviewed raster region",</a:t>
            </a:r>
          </a:p>
          <a:p xmlns:a="http://schemas.openxmlformats.org/drawingml/2006/main">
            <a:r>
              <a:t>    "unhandled image/shading at seq 1391: [506.9339904785156, 235.8839874267578, 508.6127014160156, 237.45599365234375]; requires reviewed raster region",</a:t>
            </a:r>
          </a:p>
          <a:p xmlns:a="http://schemas.openxmlformats.org/drawingml/2006/main">
            <a:r>
              <a:t>    "unhandled image/shading at seq 1392: [505.7340087890625, 234.98399353027344, 507.41461181640625, 237.45599365234375]; requires reviewed raster region",</a:t>
            </a:r>
          </a:p>
          <a:p xmlns:a="http://schemas.openxmlformats.org/drawingml/2006/main">
            <a:r>
              <a:t>    "unhandled image/shading at seq 1393: [504.35400390625, 235.343994140625, 506.275390625, 237.45599365234375]; requires reviewed raster region",</a:t>
            </a:r>
          </a:p>
          <a:p xmlns:a="http://schemas.openxmlformats.org/drawingml/2006/main">
            <a:r>
              <a:t>    "unhandled image/shading at seq 1394: [504.35400390625, 234.8040008544922, 506.275390625, 237.33599853515625]; requires reviewed raster region",</a:t>
            </a:r>
          </a:p>
          <a:p xmlns:a="http://schemas.openxmlformats.org/drawingml/2006/main">
            <a:r>
              <a:t>    "unhandled image/shading at seq 1395: [504.35400390625, 233.90399169921875, 505.07464599609375, 236.07598876953125]; requires reviewed raster region",</a:t>
            </a:r>
          </a:p>
          <a:p xmlns:a="http://schemas.openxmlformats.org/drawingml/2006/main">
            <a:r>
              <a:t>    "unhandled image/shading at seq 1396: [504.35400390625, 234.5640106201172, 504.96600341796875, 235.0560302734375]; requires reviewed raster region",</a:t>
            </a:r>
          </a:p>
          <a:p xmlns:a="http://schemas.openxmlformats.org/drawingml/2006/main">
            <a:r>
              <a:t>    "unhandled image/shading at seq 1397: [504.35400390625, 234.56399536132812, 505.07464599609375, 235.83599853515625]; requires reviewed raster region",</a:t>
            </a:r>
          </a:p>
          <a:p xmlns:a="http://schemas.openxmlformats.org/drawingml/2006/main">
            <a:r>
              <a:t>    "unhandled image/shading at seq 1398: [504.35400390625, 234.44403076171875, 505.07464599609375, 235.0560302734375]; requires reviewed raster region",</a:t>
            </a:r>
          </a:p>
          <a:p xmlns:a="http://schemas.openxmlformats.org/drawingml/2006/main">
            <a:r>
              <a:t>    "unhandled image/shading at seq 1399: [504.35400390625, 231.20401000976562, 505.31500244140625, 232.47601318359375]; requires reviewed raster region",</a:t>
            </a:r>
          </a:p>
          <a:p xmlns:a="http://schemas.openxmlformats.org/drawingml/2006/main">
            <a:r>
              <a:t>    "unhandled image/shading at seq 1400: [504.65399169921875, 232.04400634765625, 505.1460266113281, 232.47601318359375]; requires reviewed raster region",</a:t>
            </a:r>
          </a:p>
          <a:p xmlns:a="http://schemas.openxmlformats.org/drawingml/2006/main">
            <a:r>
              <a:t>    "unhandled image/shading at seq 1402: [508.1940002441406, 232.10403442382812, 509.15496826171875, 235.11602783203125]; requires reviewed raster region",</a:t>
            </a:r>
          </a:p>
          <a:p xmlns:a="http://schemas.openxmlformats.org/drawingml/2006/main">
            <a:r>
              <a:t>    "unhandled image/shading at seq 1403: [506.8739929199219, 229.46401977539062, 509.0325012207031, 232.47601318359375]; requires reviewed raster region",</a:t>
            </a:r>
          </a:p>
          <a:p xmlns:a="http://schemas.openxmlformats.org/drawingml/2006/main">
            <a:r>
              <a:t>    "unhandled image/shading at seq 1404: [505.67401123046875, 230.6639862060547, 507.3546142578125, 231.5159912109375]; requires reviewed raster region",</a:t>
            </a:r>
          </a:p>
          <a:p xmlns:a="http://schemas.openxmlformats.org/drawingml/2006/main">
            <a:r>
              <a:t>    "unhandled image/shading at seq 1405: [505.67401123046875, 230.6639862060547, 506.166015625, 231.5159912109375]; requires reviewed raster region",</a:t>
            </a:r>
          </a:p>
          <a:p xmlns:a="http://schemas.openxmlformats.org/drawingml/2006/main">
            <a:r>
              <a:t>    "unhandled image/shading at seq 1406: [504.7139892578125, 230.6639862060547, 506.152587890625, 231.5159912109375]; requires reviewed raster region",</a:t>
            </a:r>
          </a:p>
          <a:p xmlns:a="http://schemas.openxmlformats.org/drawingml/2006/main">
            <a:r>
              <a:t>    "unhandled image/shading at seq 1407: [504.7139892578125, 229.46400451660156, 508.5546875, 231.2760009765625]; requires reviewed raster region",</a:t>
            </a:r>
          </a:p>
          <a:p xmlns:a="http://schemas.openxmlformats.org/drawingml/2006/main">
            <a:r>
              <a:t>    "unhandled image/shading at seq 1408: [506.8739929199219, 232.10403442382812, 508.7953796386719, 235.11602783203125]; requires reviewed raster region",</a:t>
            </a:r>
          </a:p>
          <a:p xmlns:a="http://schemas.openxmlformats.org/drawingml/2006/main">
            <a:r>
              <a:t>    "unhandled image/shading at seq 1409: [505.67401123046875, 232.10403442382812, 507.3546142578125, 235.11602783203125]; requires reviewed raster region",</a:t>
            </a:r>
          </a:p>
          <a:p xmlns:a="http://schemas.openxmlformats.org/drawingml/2006/main">
            <a:r>
              <a:t>    "unhandled image/shading at seq 1410: [505.1340026855469, 232.10403442382812, 506.09466552734375, 235.11602783203125]; requires reviewed raster region",</a:t>
            </a:r>
          </a:p>
          <a:p xmlns:a="http://schemas.openxmlformats.org/drawingml/2006/main">
            <a:r>
              <a:t>    "unhandled image/shading at seq 1411: [504.7139892578125, 232.10397338867188, 505.6749572753906, 232.89599609375]; requires reviewed raster region",</a:t>
            </a:r>
          </a:p>
          <a:p xmlns:a="http://schemas.openxmlformats.org/drawingml/2006/main">
            <a:r>
              <a:t>    "unhandled image/shading at seq 1412: [505.2539978027344, 234.6840057373047, 505.9746398925781, 235.11602783203125]; requires reviewed raster region",</a:t>
            </a:r>
          </a:p>
          <a:p xmlns:a="http://schemas.openxmlformats.org/drawingml/2006/main">
            <a:r>
              <a:t>    "unhandled image/shading at seq 1413: [506.8739929199219, 231.20401000976562, 508.7953796386719, 232.47601318359375]; requires reviewed raster region",</a:t>
            </a:r>
          </a:p>
          <a:p xmlns:a="http://schemas.openxmlformats.org/drawingml/2006/main">
            <a:r>
              <a:t>    "unhandled image/shading at seq 1414: [505.67401123046875, 231.20401000976562, 507.3546142578125, 232.47601318359375]; requires reviewed raster region",</a:t>
            </a:r>
          </a:p>
          <a:p xmlns:a="http://schemas.openxmlformats.org/drawingml/2006/main">
            <a:r>
              <a:t>    "unhandled image/shading at seq 1415: [504.7139892578125, 231.20401000976562, 506.152587890625, 232.47601318359375]; requires reviewed raster region",</a:t>
            </a:r>
          </a:p>
          <a:p xmlns:a="http://schemas.openxmlformats.org/drawingml/2006/main">
            <a:r>
              <a:t>    "unhandled image/shading at seq 1416: [504.7139892578125, 231.62400817871094, 505.6749572753906, 232.47601318359375]; requires reviewed raster region",</a:t>
            </a:r>
          </a:p>
          <a:p xmlns:a="http://schemas.openxmlformats.org/drawingml/2006/main">
            <a:r>
              <a:t>    "unhandled image/shading at seq 1417: [504.7139892578125, 232.52403259277344, 506.3945007324219, 235.11602783203125]; requires reviewed raster region",</a:t>
            </a:r>
          </a:p>
          <a:p xmlns:a="http://schemas.openxmlformats.org/drawingml/2006/main">
            <a:r>
              <a:t>    "unhandled image/shading at seq 1419: [498.65399169921875, 234.50396728515625, 499.1460266113281, 237.93597412109375]; requires reviewed raster region",</a:t>
            </a:r>
          </a:p>
          <a:p xmlns:a="http://schemas.openxmlformats.org/drawingml/2006/main">
            <a:r>
              <a:t>    "unhandled image/shading at seq 1420: [498.65399169921875, 232.88401794433594, 503.2165832519531, 238.23602294921875]; requires reviewed raster region",</a:t>
            </a:r>
          </a:p>
          <a:p xmlns:a="http://schemas.openxmlformats.org/drawingml/2006/main">
            <a:r>
              <a:t>    "unhandled image/shading at seq 1421: [498.65399169921875, 232.0440216064453, 503.2165832519531, 238.23602294921875]; requires reviewed raster region",</a:t>
            </a:r>
          </a:p>
          <a:p xmlns:a="http://schemas.openxmlformats.org/drawingml/2006/main">
            <a:r>
              <a:t>    "unhandled image/shading at seq 1422: [499.4339904785156, 233.54397583007812, 501.5950927734375, 234.8759765625]; requires reviewed raster region",</a:t>
            </a:r>
          </a:p>
          <a:p xmlns:a="http://schemas.openxmlformats.org/drawingml/2006/main">
            <a:r>
              <a:t>    "unhandled image/shading at seq 1423: [499.4339904785156, 234.50401306152344, 500.6330871582031, 235.656005859375]; requires reviewed raster region",</a:t>
            </a:r>
          </a:p>
          <a:p xmlns:a="http://schemas.openxmlformats.org/drawingml/2006/main">
            <a:r>
              <a:t>    "unhandled image/shading at seq 1424: [500.093994140625, 233.54400634765625, 501.5328063964844, 235.656005859375]; requires reviewed raster region",</a:t>
            </a:r>
          </a:p>
          <a:p xmlns:a="http://schemas.openxmlformats.org/drawingml/2006/main">
            <a:r>
              <a:t>    "unhandled image/shading at seq 1425: [499.4339904785156, 233.54397583007812, 501.5950927734375, 234.8759765625]; requires reviewed raster region",</a:t>
            </a:r>
          </a:p>
          <a:p xmlns:a="http://schemas.openxmlformats.org/drawingml/2006/main">
            <a:r>
              <a:t>    "unhandled image/shading at seq 1426: [499.9739990234375, 236.4240264892578, 501.65460205078125, 238.23602294921875]; requires reviewed raster region",</a:t>
            </a:r>
          </a:p>
          <a:p xmlns:a="http://schemas.openxmlformats.org/drawingml/2006/main">
            <a:r>
              <a:t>    "unhandled image/shading at seq 1427: [501.593994140625, 235.46397399902344, 503.27459716796875, 237.81597900390625]; requires reviewed raster region",</a:t>
            </a:r>
          </a:p>
          <a:p xmlns:a="http://schemas.openxmlformats.org/drawingml/2006/main">
            <a:r>
              <a:t>    "unhandled image/shading at seq 1428: [500.27398681640625, 233.84402465820312, 503.15460205078125, 238.23602294921875]; requires reviewed raster region",</a:t>
            </a:r>
          </a:p>
          <a:p xmlns:a="http://schemas.openxmlformats.org/drawingml/2006/main">
            <a:r>
              <a:t>    "unhandled image/shading at seq 1429: [500.9339904785156, 231.92401123046875, 503.1059875488281, 232.416015625]; requires reviewed raster region",</a:t>
            </a:r>
          </a:p>
          <a:p xmlns:a="http://schemas.openxmlformats.org/drawingml/2006/main">
            <a:r>
              <a:t>    "unhandled image/shading at seq 1431: [496.85400390625, 232.10397338867188, 498.7740173339844, 233.3759765625]; requires reviewed raster region",</a:t>
            </a:r>
          </a:p>
          <a:p xmlns:a="http://schemas.openxmlformats.org/drawingml/2006/main">
            <a:r>
              <a:t>    "unhandled image/shading at seq 1432: [496.85400390625, 233.06398010253906, 498.0531005859375, 234.8759765625]; requires reviewed raster region",</a:t>
            </a:r>
          </a:p>
          <a:p xmlns:a="http://schemas.openxmlformats.org/drawingml/2006/main">
            <a:r>
              <a:t>    "unhandled image/shading at seq 1433: [497.5740051269531, 232.10397338867188, 499.0133056640625, 234.8759765625]; requires reviewed raster region",</a:t>
            </a:r>
          </a:p>
          <a:p xmlns:a="http://schemas.openxmlformats.org/drawingml/2006/main">
            <a:r>
              <a:t>    "unhandled image/shading at seq 1434: [497.6940002441406, 233.48397827148438, 499.1328125, 234.8759765625]; requires reviewed raster region",</a:t>
            </a:r>
          </a:p>
          <a:p xmlns:a="http://schemas.openxmlformats.org/drawingml/2006/main">
            <a:r>
              <a:t>    "unhandled image/shading at seq 1435: [496.91400146484375, 230.00399780273438, 498.3533020019531, 231.5159912109375]; requires reviewed raster region",</a:t>
            </a:r>
          </a:p>
          <a:p xmlns:a="http://schemas.openxmlformats.org/drawingml/2006/main">
            <a:r>
              <a:t>    "unhandled image/shading at seq 1436: [496.91400146484375, 230.12400817871094, 500.75469970703125, 232.47601318359375]; requires reviewed raster region",</a:t>
            </a:r>
          </a:p>
          <a:p xmlns:a="http://schemas.openxmlformats.org/drawingml/2006/main">
            <a:r>
              <a:t>    "unhandled image/shading at seq 1437: [498.35400390625, 230.2440185546875, 501.4728088378906, 232.47601318359375]; requires reviewed raster region",</a:t>
            </a:r>
          </a:p>
          <a:p xmlns:a="http://schemas.openxmlformats.org/drawingml/2006/main">
            <a:r>
              <a:t>    "unhandled image/shading at seq 1438: [496.91400146484375, 230.1239776611328, 499.31341552734375, 231.93597412109375]; requires reviewed raster region",</a:t>
            </a:r>
          </a:p>
          <a:p xmlns:a="http://schemas.openxmlformats.org/drawingml/2006/main">
            <a:r>
              <a:t>    "unhandled image/shading at seq 1439: [499.85400390625, 230.6640167236328, 501.5345153808594, 232.35601806640625]; requires reviewed raster region",</a:t>
            </a:r>
          </a:p>
          <a:p xmlns:a="http://schemas.openxmlformats.org/drawingml/2006/main">
            <a:r>
              <a:t>    "unhandled image/shading at seq 1440: [500.8139953613281, 231.74400329589844, 501.3060302734375, 232.35601806640625]; requires reviewed raster region",</a:t>
            </a:r>
          </a:p>
          <a:p xmlns:a="http://schemas.openxmlformats.org/drawingml/2006/main">
            <a:r>
              <a:t>    "unhandled image/shading at seq 1441: [496.85400390625, 229.1640167236328, 501.418212890625, 230.73602294921875]; requires reviewed raster region",</a:t>
            </a:r>
          </a:p>
          <a:p xmlns:a="http://schemas.openxmlformats.org/drawingml/2006/main">
            <a:r>
              <a:t>    "unhandled image/shading at seq 1442: [498.65399169921875, 232.0440216064453, 499.85400390625, 233.7960205078125]; requires reviewed raster region",</a:t>
            </a:r>
          </a:p>
          <a:p xmlns:a="http://schemas.openxmlformats.org/drawingml/2006/main">
            <a:r>
              <a:t>    "unhandled image/shading at seq 1443: [498.65399169921875, 232.34397888183594, 500.57537841796875, 234.8759765625]; requires reviewed raster region",</a:t>
            </a:r>
          </a:p>
          <a:p xmlns:a="http://schemas.openxmlformats.org/drawingml/2006/main">
            <a:r>
              <a:t>    "unhandled image/shading at seq 1444: [498.65399169921875, 233.0039825439453, 500.8150939941406, 234.8759765625]; requires reviewed raster region",</a:t>
            </a:r>
          </a:p>
          <a:p xmlns:a="http://schemas.openxmlformats.org/drawingml/2006/main">
            <a:r>
              <a:t>    "unhandled image/shading at seq 1445: [499.4339904785156, 233.96395874023438, 500.872802734375, 234.8759765625]; requires reviewed raster region",</a:t>
            </a:r>
          </a:p>
          <a:p xmlns:a="http://schemas.openxmlformats.org/drawingml/2006/main">
            <a:r>
              <a:t>    "unhandled image/shading at seq 1446: [500.093994140625, 234.2639617919922, 500.81463623046875, 234.8759765625]; requires reviewed raster region",</a:t>
            </a:r>
          </a:p>
          <a:p xmlns:a="http://schemas.openxmlformats.org/drawingml/2006/main">
            <a:r>
              <a:t>    "unhandled image/shading at seq 1447: [499.4339904785156, 233.72398376464844, 500.6340026855469, 234.8759765625]; requires reviewed raster region",</a:t>
            </a:r>
          </a:p>
          <a:p xmlns:a="http://schemas.openxmlformats.org/drawingml/2006/main">
            <a:r>
              <a:t>    "unhandled image/shading at seq 1448: [500.7539978027344, 232.0440216064453, 501.2460021972656, 233.916015625]; requires reviewed raster region",</a:t>
            </a:r>
          </a:p>
          <a:p xmlns:a="http://schemas.openxmlformats.org/drawingml/2006/main">
            <a:r>
              <a:t>    "unhandled image/shading at seq 1449: [500.9339904785156, 233.7239990234375, 501.41400146484375, 234.156005859375]; requires reviewed raster region",</a:t>
            </a:r>
          </a:p>
          <a:p xmlns:a="http://schemas.openxmlformats.org/drawingml/2006/main">
            <a:r>
              <a:t>    "unhandled image/shading at seq 1450: [500.9339904785156, 233.7239990234375, 501.41400146484375, 234.156005859375]; requires reviewed raster region",</a:t>
            </a:r>
          </a:p>
          <a:p xmlns:a="http://schemas.openxmlformats.org/drawingml/2006/main">
            <a:r>
              <a:t>    "unhandled image/shading at seq 1451: [500.9339904785156, 233.54400634765625, 501.3659973144531, 234.0360107421875]; requires reviewed raster region",</a:t>
            </a:r>
          </a:p>
          <a:p xmlns:a="http://schemas.openxmlformats.org/drawingml/2006/main">
            <a:r>
              <a:t>    "unhandled image/shading at seq 1452: [498.65399169921875, 231.92401123046875, 500.1659851074219, 232.416015625]; requires reviewed raster region",</a:t>
            </a:r>
          </a:p>
          <a:p xmlns:a="http://schemas.openxmlformats.org/drawingml/2006/main">
            <a:r>
              <a:t>    "unhandled image/shading at seq 1453: [499.85400390625, 231.92401123046875, 501.1260070800781, 232.416015625]; requires reviewed raster region",</a:t>
            </a:r>
          </a:p>
          <a:p xmlns:a="http://schemas.openxmlformats.org/drawingml/2006/main">
            <a:r>
              <a:t>    "unhandled image/shading at seq 1454: [500.6340026855469, 231.92401123046875, 501.2460021972656, 232.416015625]; requires reviewed raster region",</a:t>
            </a:r>
          </a:p>
          <a:p xmlns:a="http://schemas.openxmlformats.org/drawingml/2006/main">
            <a:r>
              <a:t>    "unhandled image/shading at seq 1455: [499.4339904785156, 231.98397827148438, 501.35400390625, 234.8759765625]; requires reviewed raster region",</a:t>
            </a:r>
          </a:p>
          <a:p xmlns:a="http://schemas.openxmlformats.org/drawingml/2006/main">
            <a:r>
              <a:t>    "unhandled image/shading at seq 1459: [406.3139953613281, 229.46401977539062, 419.5149841308594, 239.61602783203125]; requires reviewed raster region",</a:t>
            </a:r>
          </a:p>
          <a:p xmlns:a="http://schemas.openxmlformats.org/drawingml/2006/main">
            <a:r>
              <a:t>    "unhandled image/shading at seq 1478: [405.77398681640625, 235.94398498535156, 407.6955871582031, 237.635986328125]; requires reviewed raster region",</a:t>
            </a:r>
          </a:p>
          <a:p xmlns:a="http://schemas.openxmlformats.org/drawingml/2006/main">
            <a:r>
              <a:t>    "unhandled image/shading at seq 1479: [405.8940124511719, 234.74403381347656, 407.8153991699219, 236.5560302734375]; requires reviewed raster region",</a:t>
            </a:r>
          </a:p>
          <a:p xmlns:a="http://schemas.openxmlformats.org/drawingml/2006/main">
            <a:r>
              <a:t>    "unhandled image/shading at seq 1480: [404.9339904785156, 239.24398803710938, 408.2956848144531, 245.07598876953125]; requires reviewed raster region",</a:t>
            </a:r>
          </a:p>
          <a:p xmlns:a="http://schemas.openxmlformats.org/drawingml/2006/main">
            <a:r>
              <a:t>    "unhandled image/shading at seq 1481: [407.2139892578125, 237.32403564453125, 408.1739196777344, 239.5560302734375]; requires reviewed raster region",</a:t>
            </a:r>
          </a:p>
          <a:p xmlns:a="http://schemas.openxmlformats.org/drawingml/2006/main">
            <a:r>
              <a:t>    "unhandled image/shading at seq 1482: [405.593994140625, 244.22398376464844, 406.08599853515625, 245.07598876953125]; requires reviewed raster region",</a:t>
            </a:r>
          </a:p>
          <a:p xmlns:a="http://schemas.openxmlformats.org/drawingml/2006/main">
            <a:r>
              <a:t>    "unhandled image/shading at seq 1483: [405.35400390625, 242.9040069580078, 406.3143615722656, 244.5360107421875]; requires reviewed raster region",</a:t>
            </a:r>
          </a:p>
          <a:p xmlns:a="http://schemas.openxmlformats.org/drawingml/2006/main">
            <a:r>
              <a:t>    "unhandled image/shading at seq 1484: [405.77398681640625, 241.5239715576172, 408.1737976074219, 243.8759765625]; requires reviewed raster region",</a:t>
            </a:r>
          </a:p>
          <a:p xmlns:a="http://schemas.openxmlformats.org/drawingml/2006/main">
            <a:r>
              <a:t>    "unhandled image/shading at seq 1485: [405.2340087890625, 241.52403259277344, 407.3951110839844, 244.0560302734375]; requires reviewed raster region",</a:t>
            </a:r>
          </a:p>
          <a:p xmlns:a="http://schemas.openxmlformats.org/drawingml/2006/main">
            <a:r>
              <a:t>    "unhandled image/shading at seq 1486: [405.35400390625, 239.24400329589844, 407.752197265625, 241.71600341796875]; requires reviewed raster region",</a:t>
            </a:r>
          </a:p>
          <a:p xmlns:a="http://schemas.openxmlformats.org/drawingml/2006/main">
            <a:r>
              <a:t>    "unhandled image/shading at seq 1487: [405.593994140625, 237.32403564453125, 407.7550964355469, 239.5560302734375]; requires reviewed raster region",</a:t>
            </a:r>
          </a:p>
          <a:p xmlns:a="http://schemas.openxmlformats.org/drawingml/2006/main">
            <a:r>
              <a:t>    "unhandled image/shading at seq 1490: [414.35400390625, 239.30401611328125, 415.7928161621094, 242.916015625]; requires reviewed raster region",</a:t>
            </a:r>
          </a:p>
          <a:p xmlns:a="http://schemas.openxmlformats.org/drawingml/2006/main">
            <a:r>
              <a:t>    "unhandled image/shading at seq 1491: [410.4540100097656, 236.90402221679688, 415.7340087890625, 239.676025390625]; requires reviewed raster region",</a:t>
            </a:r>
          </a:p>
          <a:p xmlns:a="http://schemas.openxmlformats.org/drawingml/2006/main">
            <a:r>
              <a:t>    "unhandled image/shading at seq 1492: [410.4540100097656, 236.06402587890625, 415.7340087890625, 238.176025390625]; requires reviewed raster region",</a:t>
            </a:r>
          </a:p>
          <a:p xmlns:a="http://schemas.openxmlformats.org/drawingml/2006/main">
            <a:r>
              <a:t>    "unhandled image/shading at seq 1494: [409.4339904785156, 239.2440185546875, 414.9579772949219, 245.85601806640625]; requires reviewed raster region",</a:t>
            </a:r>
          </a:p>
          <a:p xmlns:a="http://schemas.openxmlformats.org/drawingml/2006/main">
            <a:r>
              <a:t>    "unhandled image/shading at seq 1495: [409.4339904785156, 238.28402709960938, 410.873291015625, 239.5560302734375]; requires reviewed raster region",</a:t>
            </a:r>
          </a:p>
          <a:p xmlns:a="http://schemas.openxmlformats.org/drawingml/2006/main">
            <a:r>
              <a:t>    "unhandled image/shading at seq 1496: [409.67401123046875, 244.1640167236328, 410.166015625, 245.85601806640625]; requires reviewed raster region",</a:t>
            </a:r>
          </a:p>
          <a:p xmlns:a="http://schemas.openxmlformats.org/drawingml/2006/main">
            <a:r>
              <a:t>    "unhandled image/shading at seq 1497: [409.4339904785156, 242.60401916503906, 410.39434814453125, 245.85601806640625]; requires reviewed raster region",</a:t>
            </a:r>
          </a:p>
          <a:p xmlns:a="http://schemas.openxmlformats.org/drawingml/2006/main">
            <a:r>
              <a:t>    "unhandled image/shading at seq 1498: [409.4339904785156, 242.18399047851562, 410.15435791015625, 243.45599365234375]; requires reviewed raster region",</a:t>
            </a:r>
          </a:p>
          <a:p xmlns:a="http://schemas.openxmlformats.org/drawingml/2006/main">
            <a:r>
              <a:t>    "unhandled image/shading at seq 1499: [409.4339904785156, 241.76397705078125, 409.9139709472656, 243.69598388671875]; requires reviewed raster region",</a:t>
            </a:r>
          </a:p>
          <a:p xmlns:a="http://schemas.openxmlformats.org/drawingml/2006/main">
            <a:r>
              <a:t>    "unhandled image/shading at seq 1500: [410.9939880371094, 239.2440185546875, 414.8346862792969, 242.916015625]; requires reviewed raster region",</a:t>
            </a:r>
          </a:p>
          <a:p xmlns:a="http://schemas.openxmlformats.org/drawingml/2006/main">
            <a:r>
              <a:t>    "unhandled image/shading at seq 1501: [412.91400146484375, 238.28402709960938, 414.8356018066406, 239.5560302734375]; requires reviewed raster region",</a:t>
            </a:r>
          </a:p>
          <a:p xmlns:a="http://schemas.openxmlformats.org/drawingml/2006/main">
            <a:r>
              <a:t>    "unhandled image/shading at seq 1502: [410.4540100097656, 239.24398803710938, 412.6139221191406, 240.7559814453125]; requires reviewed raster region",</a:t>
            </a:r>
          </a:p>
          <a:p xmlns:a="http://schemas.openxmlformats.org/drawingml/2006/main">
            <a:r>
              <a:t>    "unhandled image/shading at seq 1503: [410.4540100097656, 238.28402709960938, 412.6125183105469, 239.5560302734375]; requires reviewed raster region",</a:t>
            </a:r>
          </a:p>
          <a:p xmlns:a="http://schemas.openxmlformats.org/drawingml/2006/main">
            <a:r>
              <a:t>    "unhandled image/shading at seq 1504: [411.29400634765625, 238.28399658203125, 413.69342041015625, 241.71600341796875]; requires reviewed raster region",</a:t>
            </a:r>
          </a:p>
          <a:p xmlns:a="http://schemas.openxmlformats.org/drawingml/2006/main">
            <a:r>
              <a:t>    "unhandled image/shading at seq 1506: [423.17401123046875, 198.80401611328125, 436.1360168457031, 218.7960205078125]; requires reviewed raster region",</a:t>
            </a:r>
          </a:p>
          <a:p xmlns:a="http://schemas.openxmlformats.org/drawingml/2006/main">
            <a:r>
              <a:t>    "unhandled image/shading at seq 1508: [421.0740051269531, 203.2440185546875, 423.7126159667969, 205.23602294921875]; requires reviewed raster region",</a:t>
            </a:r>
          </a:p>
          <a:p xmlns:a="http://schemas.openxmlformats.org/drawingml/2006/main">
            <a:r>
              <a:t>    "unhandled image/shading at seq 1509: [423.2340087890625, 203.24403381347656, 427.3160095214844, 209.5560302734375]; requires reviewed raster region",</a:t>
            </a:r>
          </a:p>
          <a:p xmlns:a="http://schemas.openxmlformats.org/drawingml/2006/main">
            <a:r>
              <a:t>    "unhandled image/shading at seq 1510: [424.3139953613281, 203.24403381347656, 427.6756896972656, 209.5560302734375]; requires reviewed raster region",</a:t>
            </a:r>
          </a:p>
          <a:p xmlns:a="http://schemas.openxmlformats.org/drawingml/2006/main">
            <a:r>
              <a:t>    "unhandled image/shading at seq 1512: [419.093994140625, 204.92401123046875, 423.6551818847656, 211.5360107421875]; requires reviewed raster region",</a:t>
            </a:r>
          </a:p>
          <a:p xmlns:a="http://schemas.openxmlformats.org/drawingml/2006/main">
            <a:r>
              <a:t>    "unhandled image/shading at seq 1513: [423.114013671875, 209.1840057373047, 426.235107421875, 211.5360107421875]; requires reviewed raster region",</a:t>
            </a:r>
          </a:p>
          <a:p xmlns:a="http://schemas.openxmlformats.org/drawingml/2006/main">
            <a:r>
              <a:t>    "unhandled image/shading at seq 1514: [421.0740051269531, 205.58396911621094, 423.47210693359375, 209.4959716796875]; requires reviewed raster region",</a:t>
            </a:r>
          </a:p>
          <a:p xmlns:a="http://schemas.openxmlformats.org/drawingml/2006/main">
            <a:r>
              <a:t>    "unhandled image/shading at seq 1515: [423.114013671875, 204.92396545410156, 426.235107421875, 209.4959716796875]; requires reviewed raster region",</a:t>
            </a:r>
          </a:p>
          <a:p xmlns:a="http://schemas.openxmlformats.org/drawingml/2006/main">
            <a:r>
              <a:t>    "unhandled image/shading at seq 1516: [424.9739990234375, 204.92401123046875, 426.173095703125, 206.85601806640625]; requires reviewed raster region",</a:t>
            </a:r>
          </a:p>
          <a:p xmlns:a="http://schemas.openxmlformats.org/drawingml/2006/main">
            <a:r>
              <a:t>    "unhandled image/shading at seq 1517: [421.0740051269531, 204.92398071289062, 422.99530029296875, 207.635986328125]; requires reviewed raster region",</a:t>
            </a:r>
          </a:p>
          <a:p xmlns:a="http://schemas.openxmlformats.org/drawingml/2006/main">
            <a:r>
              <a:t>    "unhandled image/shading at seq 1518: [421.3739929199219, 204.92401123046875, 424.970703125, 206.97601318359375]; requires reviewed raster region",</a:t>
            </a:r>
          </a:p>
          <a:p xmlns:a="http://schemas.openxmlformats.org/drawingml/2006/main">
            <a:r>
              <a:t>    "unhandled image/shading at seq 1521: [421.1340026855469, 211.46401977539062, 423.5321044921875, 212.73602294921875]; requires reviewed raster region",</a:t>
            </a:r>
          </a:p>
          <a:p xmlns:a="http://schemas.openxmlformats.org/drawingml/2006/main">
            <a:r>
              <a:t>    "unhandled image/shading at seq 1522: [423.17401123046875, 211.46401977539062, 428.697998046875, 212.73602294921875]; requires reviewed raster region",</a:t>
            </a:r>
          </a:p>
          <a:p xmlns:a="http://schemas.openxmlformats.org/drawingml/2006/main">
            <a:r>
              <a:t>    "unhandled image/shading at seq 1523: [427.85400390625, 211.46397399902344, 428.57464599609375, 212.4959716796875]; requires reviewed raster region",</a:t>
            </a:r>
          </a:p>
          <a:p xmlns:a="http://schemas.openxmlformats.org/drawingml/2006/main">
            <a:r>
              <a:t>    "unhandled image/shading at seq 1525: [413.6340026855469, 212.3639678955078, 428.2699890136719, 227.4959716796875]; requires reviewed raster region",</a:t>
            </a:r>
          </a:p>
          <a:p xmlns:a="http://schemas.openxmlformats.org/drawingml/2006/main">
            <a:r>
              <a:t>    "unhandled image/shading at seq 1526: [423.2340087890625, 216.864013671875, 428.2783203125, 218.7960205078125]; requires reviewed raster region",</a:t>
            </a:r>
          </a:p>
          <a:p xmlns:a="http://schemas.openxmlformats.org/drawingml/2006/main">
            <a:r>
              <a:t>    "unhandled image/shading at seq 1527: [421.1340026855469, 212.4240264892578, 423.5321044921875, 217.23602294921875]; requires reviewed raster region",</a:t>
            </a:r>
          </a:p>
          <a:p xmlns:a="http://schemas.openxmlformats.org/drawingml/2006/main">
            <a:r>
              <a:t>    "unhandled image/shading at seq 1528: [423.17401123046875, 212.4240264892578, 424.3740234375, 217.23602294921875]; requires reviewed raster region",</a:t>
            </a:r>
          </a:p>
          <a:p xmlns:a="http://schemas.openxmlformats.org/drawingml/2006/main">
            <a:r>
              <a:t>    "unhandled image/shading at seq 1529: [421.85400390625, 213.0239715576172, 424.2521057128906, 215.43597412109375]; requires reviewed raster region",</a:t>
            </a:r>
          </a:p>
          <a:p xmlns:a="http://schemas.openxmlformats.org/drawingml/2006/main">
            <a:r>
              <a:t>    "unhandled image/shading at seq 1532: [416.093994140625, 227.12400817871094, 422.8096008300781, 231.09600830078125]; requires reviewed raster region",</a:t>
            </a:r>
          </a:p>
          <a:p xmlns:a="http://schemas.openxmlformats.org/drawingml/2006/main">
            <a:r>
              <a:t>    "unhandled image/shading at seq 1533: [416.093994140625, 229.5240020751953, 419.4556884765625, 231.09600830078125]; requires reviewed raster region",</a:t>
            </a:r>
          </a:p>
          <a:p xmlns:a="http://schemas.openxmlformats.org/drawingml/2006/main">
            <a:r>
              <a:t>    "unhandled image/shading at seq 1534: [416.093994140625, 223.76397705078125, 418.4920959472656, 227.43597412109375]; requires reviewed raster region",</a:t>
            </a:r>
          </a:p>
          <a:p xmlns:a="http://schemas.openxmlformats.org/drawingml/2006/main">
            <a:r>
              <a:t>    "unhandled image/shading at seq 1536: [427.7340087890625, 212.3040008544922, 430.8528137207031, 217.71600341796875]; requires reviewed raster region",</a:t>
            </a:r>
          </a:p>
          <a:p xmlns:a="http://schemas.openxmlformats.org/drawingml/2006/main">
            <a:r>
              <a:t>    "unhandled image/shading at seq 1537: [428.15399169921875, 212.30398559570312, 430.7947998046875, 216.635986328125]; requires reviewed raster region",</a:t>
            </a:r>
          </a:p>
          <a:p xmlns:a="http://schemas.openxmlformats.org/drawingml/2006/main">
            <a:r>
              <a:t>    "unhandled image/shading at seq 1538: [430.3139953613281, 212.30401611328125, 430.8060302734375, 212.73602294921875]; requires reviewed raster region",</a:t>
            </a:r>
          </a:p>
          <a:p xmlns:a="http://schemas.openxmlformats.org/drawingml/2006/main">
            <a:r>
              <a:t>    "unhandled image/shading at seq 1539: [423.9540100097656, 212.30401611328125, 428.51751708984375, 217.23602294921875]; requires reviewed raster region",</a:t>
            </a:r>
          </a:p>
          <a:p xmlns:a="http://schemas.openxmlformats.org/drawingml/2006/main">
            <a:r>
              <a:t>    "unhandled image/shading at seq 1540: [425.15399169921875, 212.30401611328125, 426.1149597167969, 212.73602294921875]; requires reviewed raster region",</a:t>
            </a:r>
          </a:p>
          <a:p xmlns:a="http://schemas.openxmlformats.org/drawingml/2006/main">
            <a:r>
              <a:t>    "unhandled image/shading at seq 1541: [423.8940124511719, 216.86399841308594, 428.2101135253906, 217.71600341796875]; requires reviewed raster region",</a:t>
            </a:r>
          </a:p>
          <a:p xmlns:a="http://schemas.openxmlformats.org/drawingml/2006/main">
            <a:r>
              <a:t>    "unhandled image/shading at seq 1542: [423.9540100097656, 212.4240264892578, 428.27471923828125, 217.23602294921875]; requires reviewed raster region",</a:t>
            </a:r>
          </a:p>
          <a:p xmlns:a="http://schemas.openxmlformats.org/drawingml/2006/main">
            <a:r>
              <a:t>    "unhandled image/shading at seq 1543: [423.8940124511719, 212.36399841308594, 426.2934265136719, 214.89599609375]; requires reviewed raster region",</a:t>
            </a:r>
          </a:p>
          <a:p xmlns:a="http://schemas.openxmlformats.org/drawingml/2006/main">
            <a:r>
              <a:t>    "unhandled image/shading at seq 1545: [422.27398681640625, 227.1240234375, 424.4350891113281, 229.11602783203125]; requires reviewed raster region",</a:t>
            </a:r>
          </a:p>
          <a:p xmlns:a="http://schemas.openxmlformats.org/drawingml/2006/main">
            <a:r>
              <a:t>    "unhandled image/shading at seq 1546: [418.0140075683594, 222.4439697265625, 424.25091552734375, 227.4959716796875]; requires reviewed raster region",</a:t>
            </a:r>
          </a:p>
          <a:p xmlns:a="http://schemas.openxmlformats.org/drawingml/2006/main">
            <a:r>
              <a:t>    "unhandled image/shading at seq 1547: [418.9739990234375, 222.4440155029297, 424.25469970703125, 226.2960205078125]; requires reviewed raster region",</a:t>
            </a:r>
          </a:p>
          <a:p xmlns:a="http://schemas.openxmlformats.org/drawingml/2006/main">
            <a:r>
              <a:t>    "unhandled image/shading at seq 1548: [422.6340026855469, 222.4440155029297, 424.31439208984375, 223.47601318359375]; requires reviewed raster region",</a:t>
            </a:r>
          </a:p>
          <a:p xmlns:a="http://schemas.openxmlformats.org/drawingml/2006/main">
            <a:r>
              <a:t>    "unhandled image/shading at seq 1549: [418.0740051269531, 227.1240234375, 422.63751220703125, 229.0560302734375]; requires reviewed raster region",</a:t>
            </a:r>
          </a:p>
          <a:p xmlns:a="http://schemas.openxmlformats.org/drawingml/2006/main">
            <a:r>
              <a:t>    "unhandled image/shading at seq 1550: [418.0740051269531, 223.76397705078125, 422.63751220703125, 227.43597412109375]; requires reviewed raster region",</a:t>
            </a:r>
          </a:p>
          <a:p xmlns:a="http://schemas.openxmlformats.org/drawingml/2006/main">
            <a:r>
              <a:t>    "unhandled image/shading at seq 1551: [420.8940124511719, 223.76400756835938, 422.8153991699219, 225.0360107421875]; requires reviewed raster region",</a:t>
            </a:r>
          </a:p>
          <a:p xmlns:a="http://schemas.openxmlformats.org/drawingml/2006/main">
            <a:r>
              <a:t>    "unhandled image/shading at seq 1552: [418.0140075683594, 224.96401977539062, 419.93341064453125, 227.73602294921875]; requires reviewed raster region",</a:t>
            </a:r>
          </a:p>
          <a:p xmlns:a="http://schemas.openxmlformats.org/drawingml/2006/main">
            <a:r>
              <a:t>    "unhandled image/shading at seq 1554: [410.3940124511719, 224.36398315429688, 416.39501953125, 228.81597900390625]; requires reviewed raster region",</a:t>
            </a:r>
          </a:p>
          <a:p xmlns:a="http://schemas.openxmlformats.org/drawingml/2006/main">
            <a:r>
              <a:t>    "unhandled image/shading at seq 1555: [410.6340026855469, 220.9439697265625, 416.3951110839844, 227.4959716796875]; requires reviewed raster region",</a:t>
            </a:r>
          </a:p>
          <a:p xmlns:a="http://schemas.openxmlformats.org/drawingml/2006/main">
            <a:r>
              <a:t>    "unhandled image/shading at seq 1557: [409.5539855957031, 218.1240234375, 411.234375, 224.73602294921875]; requires reviewed raster region",</a:t>
            </a:r>
          </a:p>
          <a:p xmlns:a="http://schemas.openxmlformats.org/drawingml/2006/main">
            <a:r>
              <a:t>    "unhandled image/shading at seq 1558: [410.6340026855469, 218.1239776611328, 415.1951904296875, 221.2559814453125]; requires reviewed raster region",</a:t>
            </a:r>
          </a:p>
          <a:p xmlns:a="http://schemas.openxmlformats.org/drawingml/2006/main">
            <a:r>
              <a:t>    "unhandled image/shading at seq 1559: [412.91400146484375, 217.583984375, 415.07269287109375, 219.81597900390625]; requires reviewed raster region",</a:t>
            </a:r>
          </a:p>
          <a:p xmlns:a="http://schemas.openxmlformats.org/drawingml/2006/main">
            <a:r>
              <a:t>    "unhandled image/shading at seq 1560: [412.91400146484375, 220.9440155029297, 415.07269287109375, 224.73602294921875]; requires reviewed raster region",</a:t>
            </a:r>
          </a:p>
          <a:p xmlns:a="http://schemas.openxmlformats.org/drawingml/2006/main">
            <a:r>
              <a:t>    "unhandled image/shading at seq 1561: [410.3940124511719, 220.9440155029297, 411.1146240234375, 224.73602294921875]; requires reviewed raster region",</a:t>
            </a:r>
          </a:p>
          <a:p xmlns:a="http://schemas.openxmlformats.org/drawingml/2006/main">
            <a:r>
              <a:t>    "unhandled image/shading at seq 1562: [410.6340026855469, 220.9440155029297, 413.2726135253906, 224.73602294921875]; requires reviewed raster region",</a:t>
            </a:r>
          </a:p>
          <a:p xmlns:a="http://schemas.openxmlformats.org/drawingml/2006/main">
            <a:r>
              <a:t>    "unhandled image/shading at seq 1563: [411.8340148925781, 221.18402099609375, 414.7113037109375, 224.73602294921875]; requires reviewed raster region",</a:t>
            </a:r>
          </a:p>
          <a:p xmlns:a="http://schemas.openxmlformats.org/drawingml/2006/main">
            <a:r>
              <a:t>    "unhandled image/shading at seq 1565: [395.3940124511719, 210.323974609375, 414.1150207519531, 218.4959716796875]; requires reviewed raster region",</a:t>
            </a:r>
          </a:p>
          <a:p xmlns:a="http://schemas.openxmlformats.org/drawingml/2006/main">
            <a:r>
              <a:t>    "unhandled image/shading at seq 1566: [410.6940002441406, 212.36399841308594, 414.0556945800781, 217.95599365234375]; requires reviewed raster region",</a:t>
            </a:r>
          </a:p>
          <a:p xmlns:a="http://schemas.openxmlformats.org/drawingml/2006/main">
            <a:r>
              <a:t>    "unhandled image/shading at seq 1567: [411.0539855957031, 213.56399536132812, 414.17279052734375, 217.95599365234375]; requires reviewed raster region",</a:t>
            </a:r>
          </a:p>
          <a:p xmlns:a="http://schemas.openxmlformats.org/drawingml/2006/main">
            <a:r>
              <a:t>    "unhandled image/shading at seq 1568: [412.9739990234375, 214.94400024414062, 414.173095703125, 216.45599365234375]; requires reviewed raster region",</a:t>
            </a:r>
          </a:p>
          <a:p xmlns:a="http://schemas.openxmlformats.org/drawingml/2006/main">
            <a:r>
              <a:t>    "unhandled image/shading at seq 1569: [410.093994140625, 217.58396911621094, 411.05462646484375, 218.43597412109375]; requires reviewed raster region",</a:t>
            </a:r>
          </a:p>
          <a:p xmlns:a="http://schemas.openxmlformats.org/drawingml/2006/main">
            <a:r>
              <a:t>    "unhandled image/shading at seq 1570: [410.6340026855469, 217.58396911621094, 413.514892578125, 218.43597412109375]; requires reviewed raster region",</a:t>
            </a:r>
          </a:p>
          <a:p xmlns:a="http://schemas.openxmlformats.org/drawingml/2006/main">
            <a:r>
              <a:t>    "unhandled image/shading at seq 1571: [412.1340026855469, 217.58395385742188, 414.29510498046875, 218.43597412109375]; requires reviewed raster region",</a:t>
            </a:r>
          </a:p>
          <a:p xmlns:a="http://schemas.openxmlformats.org/drawingml/2006/main">
            <a:r>
              <a:t>    "unhandled image/shading at seq 1572: [402.29400634765625, 216.38397216796875, 406.3712158203125, 218.4959716796875]; requires reviewed raster region",</a:t>
            </a:r>
          </a:p>
          <a:p xmlns:a="http://schemas.openxmlformats.org/drawingml/2006/main">
            <a:r>
              <a:t>    "unhandled image/shading at seq 1574: [397.9739990234375, 218.12400817871094, 398.93463134765625, 222.2760009765625]; requires reviewed raster region",</a:t>
            </a:r>
          </a:p>
          <a:p xmlns:a="http://schemas.openxmlformats.org/drawingml/2006/main">
            <a:r>
              <a:t>    "unhandled image/shading at seq 1575: [397.9739990234375, 216.1439666748047, 402.7695007324219, 218.4959716796875]; requires reviewed raster region",</a:t>
            </a:r>
          </a:p>
          <a:p xmlns:a="http://schemas.openxmlformats.org/drawingml/2006/main">
            <a:r>
              <a:t>    "unhandled image/shading at seq 1576: [397.9739990234375, 215.42398071289062, 402.7695007324219, 216.7559814453125]; requires reviewed raster region",</a:t>
            </a:r>
          </a:p>
          <a:p xmlns:a="http://schemas.openxmlformats.org/drawingml/2006/main">
            <a:r>
              <a:t>    "unhandled image/shading at seq 1578: [398.5140075683594, 218.12399291992188, 403.31011962890625, 225.57598876953125]; requires reviewed raster region",</a:t>
            </a:r>
          </a:p>
          <a:p xmlns:a="http://schemas.openxmlformats.org/drawingml/2006/main">
            <a:r>
              <a:t>    "unhandled image/shading at seq 1579: [402.2340087890625, 218.0039520263672, 403.08599853515625, 218.4959716796875]; requires reviewed raster region",</a:t>
            </a:r>
          </a:p>
          <a:p xmlns:a="http://schemas.openxmlformats.org/drawingml/2006/main">
            <a:r>
              <a:t>    "unhandled image/shading at seq 1580: [398.5140075683594, 218.12400817871094, 402.835205078125, 222.2760009765625]; requires reviewed raster region",</a:t>
            </a:r>
          </a:p>
          <a:p xmlns:a="http://schemas.openxmlformats.org/drawingml/2006/main">
            <a:r>
              <a:t>    "unhandled image/shading at seq 1581: [398.5140075683594, 218.0039520263672, 402.60601806640625, 218.4959716796875]; requires reviewed raster region",</a:t>
            </a:r>
          </a:p>
          <a:p xmlns:a="http://schemas.openxmlformats.org/drawingml/2006/main">
            <a:r>
              <a:t>    "unhandled image/shading at seq 1582: [398.5140075683594, 218.00401306152344, 400.1927185058594, 220.47601318359375]; requires reviewed raster region",</a:t>
            </a:r>
          </a:p>
          <a:p xmlns:a="http://schemas.openxmlformats.org/drawingml/2006/main">
            <a:r>
              <a:t>    "unhandled image/shading at seq 1585: [409.4339904785156, 218.1840057373047, 409.9259948730469, 222.2760009765625]; requires reviewed raster region",</a:t>
            </a:r>
          </a:p>
          <a:p xmlns:a="http://schemas.openxmlformats.org/drawingml/2006/main">
            <a:r>
              <a:t>    "unhandled image/shading at seq 1586: [409.614013671875, 218.1840057373047, 410.57391357421875, 222.2760009765625]; requires reviewed raster region",</a:t>
            </a:r>
          </a:p>
          <a:p xmlns:a="http://schemas.openxmlformats.org/drawingml/2006/main">
            <a:r>
              <a:t>    "unhandled image/shading at seq 1587: [405.7139892578125, 216.6240234375, 410.5111999511719, 218.5560302734375]; requires reviewed raster region",</a:t>
            </a:r>
          </a:p>
          <a:p xmlns:a="http://schemas.openxmlformats.org/drawingml/2006/main">
            <a:r>
              <a:t>    "unhandled image/shading at seq 1588: [409.614013671875, 217.52403259277344, 410.57391357421875, 218.5560302734375]; requires reviewed raster region",</a:t>
            </a:r>
          </a:p>
          <a:p xmlns:a="http://schemas.openxmlformats.org/drawingml/2006/main">
            <a:r>
              <a:t>    "unhandled image/shading at seq 1589: [405.7139892578125, 215.5440216064453, 410.51129150390625, 217.23602294921875]; requires reviewed raster region",</a:t>
            </a:r>
          </a:p>
          <a:p xmlns:a="http://schemas.openxmlformats.org/drawingml/2006/main">
            <a:r>
              <a:t>    "unhandled image/shading at seq 1591: [405.0539855957031, 218.12399291992188, 410.09698486328125, 225.5159912109375]; requires reviewed raster region",</a:t>
            </a:r>
          </a:p>
          <a:p xmlns:a="http://schemas.openxmlformats.org/drawingml/2006/main">
            <a:r>
              <a:t>    "unhandled image/shading at seq 1592: [405.114013671875, 218.0039520263672, 406.1460266113281, 218.4959716796875]; requires reviewed raster region",</a:t>
            </a:r>
          </a:p>
          <a:p xmlns:a="http://schemas.openxmlformats.org/drawingml/2006/main">
            <a:r>
              <a:t>    "unhandled image/shading at seq 1593: [405.7139892578125, 218.1840057373047, 410.0351867675781, 222.2760009765625]; requires reviewed raster region",</a:t>
            </a:r>
          </a:p>
          <a:p xmlns:a="http://schemas.openxmlformats.org/drawingml/2006/main">
            <a:r>
              <a:t>    "unhandled image/shading at seq 1594: [405.7139892578125, 217.9440155029297, 410.0351867675781, 218.5560302734375]; requires reviewed raster region",</a:t>
            </a:r>
          </a:p>
          <a:p xmlns:a="http://schemas.openxmlformats.org/drawingml/2006/main">
            <a:r>
              <a:t>    "unhandled image/shading at seq 1595: [406.5539855957031, 218.00399780273438, 408.4755859375, 221.0159912109375]; requires reviewed raster region",</a:t>
            </a:r>
          </a:p>
          <a:p xmlns:a="http://schemas.openxmlformats.org/drawingml/2006/main">
            <a:r>
              <a:t>    "unhandled image/shading at seq 1596: [405.0539855957031, 222.5640106201172, 405.5459899902344, 223.59600830078125]; requires reviewed raster region",</a:t>
            </a:r>
          </a:p>
          <a:p xmlns:a="http://schemas.openxmlformats.org/drawingml/2006/main">
            <a:r>
              <a:t>    "unhandled image/shading at seq 1610: [443.9339904785156, 229.46401977539062, 462.64398193359375, 239.61602783203125]; requires reviewed raster region",</a:t>
            </a:r>
          </a:p>
          <a:p xmlns:a="http://schemas.openxmlformats.org/drawingml/2006/main">
            <a:r>
              <a:t>    "unhandled image/shading at seq 1631: [446.03399658203125, 239.36399841308594, 446.9939270019531, 241.71600341796875]; requires reviewed raster region",</a:t>
            </a:r>
          </a:p>
          <a:p xmlns:a="http://schemas.openxmlformats.org/drawingml/2006/main">
            <a:r>
              <a:t>    "unhandled image/shading at seq 1632: [446.03399658203125, 235.28402709960938, 450.831298828125, 239.676025390625]; requires reviewed raster region",</a:t>
            </a:r>
          </a:p>
          <a:p xmlns:a="http://schemas.openxmlformats.org/drawingml/2006/main">
            <a:r>
              <a:t>    "unhandled image/shading at seq 1633: [446.03399658203125, 234.74403381347656, 450.831298828125, 236.5560302734375]; requires reviewed raster region",</a:t>
            </a:r>
          </a:p>
          <a:p xmlns:a="http://schemas.openxmlformats.org/drawingml/2006/main">
            <a:r>
              <a:t>    "unhandled image/shading at seq 1635: [446.5140075683594, 239.24398803710938, 451.3113098144531, 245.07598876953125]; requires reviewed raster region",</a:t>
            </a:r>
          </a:p>
          <a:p xmlns:a="http://schemas.openxmlformats.org/drawingml/2006/main">
            <a:r>
              <a:t>    "unhandled image/shading at seq 1636: [450.41400146484375, 237.32403564453125, 451.3739318847656, 239.5560302734375]; requires reviewed raster region",</a:t>
            </a:r>
          </a:p>
          <a:p xmlns:a="http://schemas.openxmlformats.org/drawingml/2006/main">
            <a:r>
              <a:t>    "unhandled image/shading at seq 1637: [448.79400634765625, 244.22398376464844, 449.2860107421875, 245.07598876953125]; requires reviewed raster region",</a:t>
            </a:r>
          </a:p>
          <a:p xmlns:a="http://schemas.openxmlformats.org/drawingml/2006/main">
            <a:r>
              <a:t>    "unhandled image/shading at seq 1638: [448.5539855957031, 242.9040069580078, 449.5143737792969, 244.5360107421875]; requires reviewed raster region",</a:t>
            </a:r>
          </a:p>
          <a:p xmlns:a="http://schemas.openxmlformats.org/drawingml/2006/main">
            <a:r>
              <a:t>    "unhandled image/shading at seq 1639: [448.91400146484375, 241.5239715576172, 451.3121032714844, 243.8759765625]; requires reviewed raster region",</a:t>
            </a:r>
          </a:p>
          <a:p xmlns:a="http://schemas.openxmlformats.org/drawingml/2006/main">
            <a:r>
              <a:t>    "unhandled image/shading at seq 1640: [448.4339904785156, 241.52403259277344, 450.5950927734375, 244.0560302734375]; requires reviewed raster region",</a:t>
            </a:r>
          </a:p>
          <a:p xmlns:a="http://schemas.openxmlformats.org/drawingml/2006/main">
            <a:r>
              <a:t>    "unhandled image/shading at seq 1641: [448.5539855957031, 239.24400329589844, 450.9522705078125, 241.71600341796875]; requires reviewed raster region",</a:t>
            </a:r>
          </a:p>
          <a:p xmlns:a="http://schemas.openxmlformats.org/drawingml/2006/main">
            <a:r>
              <a:t>    "unhandled image/shading at seq 1642: [447.593994140625, 237.32403564453125, 450.9556884765625, 239.5560302734375]; requires reviewed raster region",</a:t>
            </a:r>
          </a:p>
          <a:p xmlns:a="http://schemas.openxmlformats.org/drawingml/2006/main">
            <a:r>
              <a:t>    "unhandled image/shading at seq 1643: [446.5140075683594, 239.24400329589844, 448.4353942871094, 241.71600341796875]; requires reviewed raster region",</a:t>
            </a:r>
          </a:p>
          <a:p xmlns:a="http://schemas.openxmlformats.org/drawingml/2006/main">
            <a:r>
              <a:t>    "unhandled image/shading at seq 1644: [446.5140075683594, 237.32403564453125, 447.4749755859375, 239.5560302734375]; requires reviewed raster region",</a:t>
            </a:r>
          </a:p>
          <a:p xmlns:a="http://schemas.openxmlformats.org/drawingml/2006/main">
            <a:r>
              <a:t>    "unhandled image/shading at seq 1645: [446.5140075683594, 237.3240203857422, 448.4353942871094, 239.97601318359375]; requires reviewed raster region",</a:t>
            </a:r>
          </a:p>
          <a:p xmlns:a="http://schemas.openxmlformats.org/drawingml/2006/main">
            <a:r>
              <a:t>    "unhandled image/shading at seq 1648: [457.5539855957031, 239.30401611328125, 458.9927978515625, 242.916015625]; requires reviewed raster region",</a:t>
            </a:r>
          </a:p>
          <a:p xmlns:a="http://schemas.openxmlformats.org/drawingml/2006/main">
            <a:r>
              <a:t>    "unhandled image/shading at seq 1649: [453.593994140625, 236.90402221679688, 458.87469482421875, 239.676025390625]; requires reviewed raster region",</a:t>
            </a:r>
          </a:p>
          <a:p xmlns:a="http://schemas.openxmlformats.org/drawingml/2006/main">
            <a:r>
              <a:t>    "unhandled image/shading at seq 1650: [453.593994140625, 236.06402587890625, 458.87469482421875, 238.176025390625]; requires reviewed raster region",</a:t>
            </a:r>
          </a:p>
          <a:p xmlns:a="http://schemas.openxmlformats.org/drawingml/2006/main">
            <a:r>
              <a:t>    "unhandled image/shading at seq 1652: [452.5740051269531, 239.2440185546875, 458.09759521484375, 245.85601806640625]; requires reviewed raster region",</a:t>
            </a:r>
          </a:p>
          <a:p xmlns:a="http://schemas.openxmlformats.org/drawingml/2006/main">
            <a:r>
              <a:t>    "unhandled image/shading at seq 1653: [452.5740051269531, 238.28402709960938, 454.2545166015625, 239.5560302734375]; requires reviewed raster region",</a:t>
            </a:r>
          </a:p>
          <a:p xmlns:a="http://schemas.openxmlformats.org/drawingml/2006/main">
            <a:r>
              <a:t>    "unhandled image/shading at seq 1654: [452.5740051269531, 243.08396911621094, 453.0660400390625, 243.57598876953125]; requires reviewed raster region",</a:t>
            </a:r>
          </a:p>
          <a:p xmlns:a="http://schemas.openxmlformats.org/drawingml/2006/main">
            <a:r>
              <a:t>    "unhandled image/shading at seq 1655: [452.8739929199219, 244.1640167236328, 453.36602783203125, 245.85601806640625]; requires reviewed raster region",</a:t>
            </a:r>
          </a:p>
          <a:p xmlns:a="http://schemas.openxmlformats.org/drawingml/2006/main">
            <a:r>
              <a:t>    "unhandled image/shading at seq 1656: [452.5740051269531, 242.60401916503906, 453.53497314453125, 245.85601806640625]; requires reviewed raster region",</a:t>
            </a:r>
          </a:p>
          <a:p xmlns:a="http://schemas.openxmlformats.org/drawingml/2006/main">
            <a:r>
              <a:t>    "unhandled image/shading at seq 1657: [452.5740051269531, 242.18399047851562, 453.2946472167969, 243.45599365234375]; requires reviewed raster region",</a:t>
            </a:r>
          </a:p>
          <a:p xmlns:a="http://schemas.openxmlformats.org/drawingml/2006/main">
            <a:r>
              <a:t>    "unhandled image/shading at seq 1658: [452.5740051269531, 241.76397705078125, 453.0660400390625, 243.69598388671875]; requires reviewed raster region",</a:t>
            </a:r>
          </a:p>
          <a:p xmlns:a="http://schemas.openxmlformats.org/drawingml/2006/main">
            <a:r>
              <a:t>    "unhandled image/shading at seq 1659: [454.1940002441406, 239.2440185546875, 458.0346984863281, 242.916015625]; requires reviewed raster region",</a:t>
            </a:r>
          </a:p>
          <a:p xmlns:a="http://schemas.openxmlformats.org/drawingml/2006/main">
            <a:r>
              <a:t>    "unhandled image/shading at seq 1660: [456.114013671875, 238.28402709960938, 458.03570556640625, 239.5560302734375]; requires reviewed raster region",</a:t>
            </a:r>
          </a:p>
          <a:p xmlns:a="http://schemas.openxmlformats.org/drawingml/2006/main">
            <a:r>
              <a:t>    "unhandled image/shading at seq 1661: [453.65399169921875, 239.24398803710938, 455.81390380859375, 240.7559814453125]; requires reviewed raster region",</a:t>
            </a:r>
          </a:p>
          <a:p xmlns:a="http://schemas.openxmlformats.org/drawingml/2006/main">
            <a:r>
              <a:t>    "unhandled image/shading at seq 1662: [453.65399169921875, 238.28402709960938, 455.8125, 239.5560302734375]; requires reviewed raster region",</a:t>
            </a:r>
          </a:p>
          <a:p xmlns:a="http://schemas.openxmlformats.org/drawingml/2006/main">
            <a:r>
              <a:t>    "unhandled image/shading at seq 1663: [454.4939880371094, 238.28399658203125, 456.8934020996094, 241.71600341796875]; requires reviewed raster region",</a:t>
            </a:r>
          </a:p>
          <a:p xmlns:a="http://schemas.openxmlformats.org/drawingml/2006/main">
            <a:r>
              <a:t>    "unhandled image/shading at seq 1665: [466.3739929199219, 198.80401611328125, 479.33599853515625, 218.7960205078125]; requires reviewed raster region",</a:t>
            </a:r>
          </a:p>
          <a:p xmlns:a="http://schemas.openxmlformats.org/drawingml/2006/main">
            <a:r>
              <a:t>    "unhandled image/shading at seq 1667: [464.27398681640625, 203.2440185546875, 466.9126892089844, 205.23602294921875]; requires reviewed raster region",</a:t>
            </a:r>
          </a:p>
          <a:p xmlns:a="http://schemas.openxmlformats.org/drawingml/2006/main">
            <a:r>
              <a:t>    "unhandled image/shading at seq 1668: [466.4339904785156, 203.24403381347656, 470.5159912109375, 209.5560302734375]; requires reviewed raster region",</a:t>
            </a:r>
          </a:p>
          <a:p xmlns:a="http://schemas.openxmlformats.org/drawingml/2006/main">
            <a:r>
              <a:t>    "unhandled image/shading at seq 1669: [467.5140075683594, 203.24403381347656, 470.8757019042969, 209.5560302734375]; requires reviewed raster region",</a:t>
            </a:r>
          </a:p>
          <a:p xmlns:a="http://schemas.openxmlformats.org/drawingml/2006/main">
            <a:r>
              <a:t>    "unhandled image/shading at seq 1671: [462.29400634765625, 204.92401123046875, 466.8551940917969, 211.5360107421875]; requires reviewed raster region",</a:t>
            </a:r>
          </a:p>
          <a:p xmlns:a="http://schemas.openxmlformats.org/drawingml/2006/main">
            <a:r>
              <a:t>    "unhandled image/shading at seq 1672: [466.3139953613281, 209.1840057373047, 469.4350891113281, 211.5360107421875]; requires reviewed raster region",</a:t>
            </a:r>
          </a:p>
          <a:p xmlns:a="http://schemas.openxmlformats.org/drawingml/2006/main">
            <a:r>
              <a:t>    "unhandled image/shading at seq 1673: [464.27398681640625, 205.58396911621094, 466.6720886230469, 209.4959716796875]; requires reviewed raster region",</a:t>
            </a:r>
          </a:p>
          <a:p xmlns:a="http://schemas.openxmlformats.org/drawingml/2006/main">
            <a:r>
              <a:t>    "unhandled image/shading at seq 1674: [466.3139953613281, 204.92396545410156, 469.4350891113281, 209.4959716796875]; requires reviewed raster region",</a:t>
            </a:r>
          </a:p>
          <a:p xmlns:a="http://schemas.openxmlformats.org/drawingml/2006/main">
            <a:r>
              <a:t>    "unhandled image/shading at seq 1675: [468.17401123046875, 204.92401123046875, 469.37310791015625, 206.85601806640625]; requires reviewed raster region",</a:t>
            </a:r>
          </a:p>
          <a:p xmlns:a="http://schemas.openxmlformats.org/drawingml/2006/main">
            <a:r>
              <a:t>    "unhandled image/shading at seq 1676: [464.27398681640625, 204.92398071289062, 466.19537353515625, 207.635986328125]; requires reviewed raster region",</a:t>
            </a:r>
          </a:p>
          <a:p xmlns:a="http://schemas.openxmlformats.org/drawingml/2006/main">
            <a:r>
              <a:t>    "unhandled image/shading at seq 1677: [464.5740051269531, 204.92401123046875, 468.1708068847656, 206.97601318359375]; requires reviewed raster region",</a:t>
            </a:r>
          </a:p>
          <a:p xmlns:a="http://schemas.openxmlformats.org/drawingml/2006/main">
            <a:r>
              <a:t>    "unhandled image/shading at seq 1680: [464.3340148925781, 211.46401977539062, 466.73211669921875, 212.73602294921875]; requires reviewed raster region",</a:t>
            </a:r>
          </a:p>
          <a:p xmlns:a="http://schemas.openxmlformats.org/drawingml/2006/main">
            <a:r>
              <a:t>    "unhandled image/shading at seq 1681: [466.3739929199219, 211.46401977539062, 471.8979797363281, 212.73602294921875]; requires reviewed raster region",</a:t>
            </a:r>
          </a:p>
          <a:p xmlns:a="http://schemas.openxmlformats.org/drawingml/2006/main">
            <a:r>
              <a:t>    "unhandled image/shading at seq 1682: [471.0539855957031, 211.46397399902344, 471.7746276855469, 212.4959716796875]; requires reviewed raster region",</a:t>
            </a:r>
          </a:p>
          <a:p xmlns:a="http://schemas.openxmlformats.org/drawingml/2006/main">
            <a:r>
              <a:t>    "unhandled image/shading at seq 1684: [453.8340148925781, 212.3639678955078, 471.6020202636719, 227.4959716796875]; requires reviewed raster region",</a:t>
            </a:r>
          </a:p>
          <a:p xmlns:a="http://schemas.openxmlformats.org/drawingml/2006/main">
            <a:r>
              <a:t>    "unhandled image/shading at seq 1685: [466.4339904785156, 216.864013671875, 471.4783020019531, 218.7960205078125]; requires reviewed raster region",</a:t>
            </a:r>
          </a:p>
          <a:p xmlns:a="http://schemas.openxmlformats.org/drawingml/2006/main">
            <a:r>
              <a:t>    "unhandled image/shading at seq 1686: [464.3340148925781, 212.4240264892578, 466.73211669921875, 217.23602294921875]; requires reviewed raster region",</a:t>
            </a:r>
          </a:p>
          <a:p xmlns:a="http://schemas.openxmlformats.org/drawingml/2006/main">
            <a:r>
              <a:t>    "unhandled image/shading at seq 1687: [466.3739929199219, 212.4240264892578, 467.5740051269531, 217.23602294921875]; requires reviewed raster region",</a:t>
            </a:r>
          </a:p>
          <a:p xmlns:a="http://schemas.openxmlformats.org/drawingml/2006/main">
            <a:r>
              <a:t>    "unhandled image/shading at seq 1688: [465.0539855957031, 213.0239715576172, 467.45208740234375, 215.43597412109375]; requires reviewed raster region",</a:t>
            </a:r>
          </a:p>
          <a:p xmlns:a="http://schemas.openxmlformats.org/drawingml/2006/main">
            <a:r>
              <a:t>    "unhandled image/shading at seq 1691: [459.29400634765625, 227.12400817871094, 466.0096130371094, 231.09600830078125]; requires reviewed raster region",</a:t>
            </a:r>
          </a:p>
          <a:p xmlns:a="http://schemas.openxmlformats.org/drawingml/2006/main">
            <a:r>
              <a:t>    "unhandled image/shading at seq 1692: [459.29400634765625, 229.5240020751953, 462.6517028808594, 231.09600830078125]; requires reviewed raster region",</a:t>
            </a:r>
          </a:p>
          <a:p xmlns:a="http://schemas.openxmlformats.org/drawingml/2006/main">
            <a:r>
              <a:t>    "unhandled image/shading at seq 1693: [459.29400634765625, 223.76397705078125, 461.6921081542969, 227.43597412109375]; requires reviewed raster region",</a:t>
            </a:r>
          </a:p>
          <a:p xmlns:a="http://schemas.openxmlformats.org/drawingml/2006/main">
            <a:r>
              <a:t>    "unhandled image/shading at seq 1695: [470.9339904785156, 212.3040008544922, 474.05279541015625, 217.71600341796875]; requires reviewed raster region",</a:t>
            </a:r>
          </a:p>
          <a:p xmlns:a="http://schemas.openxmlformats.org/drawingml/2006/main">
            <a:r>
              <a:t>    "unhandled image/shading at seq 1696: [471.35400390625, 212.30398559570312, 473.99481201171875, 216.635986328125]; requires reviewed raster region",</a:t>
            </a:r>
          </a:p>
          <a:p xmlns:a="http://schemas.openxmlformats.org/drawingml/2006/main">
            <a:r>
              <a:t>    "unhandled image/shading at seq 1697: [473.5140075683594, 212.30401611328125, 474.00604248046875, 212.73602294921875]; requires reviewed raster region",</a:t>
            </a:r>
          </a:p>
          <a:p xmlns:a="http://schemas.openxmlformats.org/drawingml/2006/main">
            <a:r>
              <a:t>    "unhandled image/shading at seq 1698: [467.15399169921875, 212.30401611328125, 471.7174987792969, 217.23602294921875]; requires reviewed raster region",</a:t>
            </a:r>
          </a:p>
          <a:p xmlns:a="http://schemas.openxmlformats.org/drawingml/2006/main">
            <a:r>
              <a:t>    "unhandled image/shading at seq 1699: [468.35400390625, 212.30401611328125, 469.3144226074219, 212.73602294921875]; requires reviewed raster region",</a:t>
            </a:r>
          </a:p>
          <a:p xmlns:a="http://schemas.openxmlformats.org/drawingml/2006/main">
            <a:r>
              <a:t>    "unhandled image/shading at seq 1700: [467.093994140625, 216.86399841308594, 471.41009521484375, 217.71600341796875]; requires reviewed raster region",</a:t>
            </a:r>
          </a:p>
          <a:p xmlns:a="http://schemas.openxmlformats.org/drawingml/2006/main">
            <a:r>
              <a:t>    "unhandled image/shading at seq 1701: [467.15399169921875, 212.4240264892578, 471.4747009277344, 217.23602294921875]; requires reviewed raster region",</a:t>
            </a:r>
          </a:p>
          <a:p xmlns:a="http://schemas.openxmlformats.org/drawingml/2006/main">
            <a:r>
              <a:t>    "unhandled image/shading at seq 1702: [467.093994140625, 212.36399841308594, 469.493408203125, 214.89599609375]; requires reviewed raster region",</a:t>
            </a:r>
          </a:p>
          <a:p xmlns:a="http://schemas.openxmlformats.org/drawingml/2006/main">
            <a:r>
              <a:t>    "unhandled image/shading at seq 1704: [465.41400146484375, 227.1240234375, 467.57391357421875, 229.11602783203125]; requires reviewed raster region",</a:t>
            </a:r>
          </a:p>
          <a:p xmlns:a="http://schemas.openxmlformats.org/drawingml/2006/main">
            <a:r>
              <a:t>    "unhandled image/shading at seq 1705: [461.2139892578125, 222.4439697265625, 467.45098876953125, 227.4959716796875]; requires reviewed raster region",</a:t>
            </a:r>
          </a:p>
          <a:p xmlns:a="http://schemas.openxmlformats.org/drawingml/2006/main">
            <a:r>
              <a:t>    "unhandled image/shading at seq 1706: [462.17401123046875, 222.4440155029297, 467.4547119140625, 226.2960205078125]; requires reviewed raster region",</a:t>
            </a:r>
          </a:p>
          <a:p xmlns:a="http://schemas.openxmlformats.org/drawingml/2006/main">
            <a:r>
              <a:t>    "unhandled image/shading at seq 1707: [465.8340148925781, 222.4440155029297, 467.5145263671875, 223.47601318359375]; requires reviewed raster region",</a:t>
            </a:r>
          </a:p>
          <a:p xmlns:a="http://schemas.openxmlformats.org/drawingml/2006/main">
            <a:r>
              <a:t>    "unhandled image/shading at seq 1708: [461.27398681640625, 227.1240234375, 465.8374938964844, 229.0560302734375]; requires reviewed raster region",</a:t>
            </a:r>
          </a:p>
          <a:p xmlns:a="http://schemas.openxmlformats.org/drawingml/2006/main">
            <a:r>
              <a:t>    "unhandled image/shading at seq 1709: [461.27398681640625, 223.76397705078125, 465.8374938964844, 227.43597412109375]; requires reviewed raster region",</a:t>
            </a:r>
          </a:p>
          <a:p xmlns:a="http://schemas.openxmlformats.org/drawingml/2006/main">
            <a:r>
              <a:t>    "unhandled image/shading at seq 1710: [464.093994140625, 223.76400756835938, 466.015380859375, 225.0360107421875]; requires reviewed raster region",</a:t>
            </a:r>
          </a:p>
          <a:p xmlns:a="http://schemas.openxmlformats.org/drawingml/2006/main">
            <a:r>
              <a:t>    "unhandled image/shading at seq 1711: [461.2139892578125, 224.96401977539062, 463.1353759765625, 227.73602294921875]; requires reviewed raster region",</a:t>
            </a:r>
          </a:p>
          <a:p xmlns:a="http://schemas.openxmlformats.org/drawingml/2006/main">
            <a:r>
              <a:t>    "unhandled image/shading at seq 1713: [453.593994140625, 224.36398315429688, 459.5950927734375, 228.81597900390625]; requires reviewed raster region",</a:t>
            </a:r>
          </a:p>
          <a:p xmlns:a="http://schemas.openxmlformats.org/drawingml/2006/main">
            <a:r>
              <a:t>    "unhandled image/shading at seq 1714: [453.8340148925781, 220.9439697265625, 459.5951232910156, 227.4959716796875]; requires reviewed raster region",</a:t>
            </a:r>
          </a:p>
          <a:p xmlns:a="http://schemas.openxmlformats.org/drawingml/2006/main">
            <a:r>
              <a:t>    "unhandled image/shading at seq 1716: [452.7539978027344, 217.5840301513672, 454.43450927734375, 224.73602294921875]; requires reviewed raster region",</a:t>
            </a:r>
          </a:p>
          <a:p xmlns:a="http://schemas.openxmlformats.org/drawingml/2006/main">
            <a:r>
              <a:t>    "unhandled image/shading at seq 1717: [453.8340148925781, 217.583984375, 458.39532470703125, 221.2559814453125]; requires reviewed raster region",</a:t>
            </a:r>
          </a:p>
          <a:p xmlns:a="http://schemas.openxmlformats.org/drawingml/2006/main">
            <a:r>
              <a:t>    "unhandled image/shading at seq 1718: [455.3340148925781, 217.583984375, 458.214599609375, 219.635986328125]; requires reviewed raster region",</a:t>
            </a:r>
          </a:p>
          <a:p xmlns:a="http://schemas.openxmlformats.org/drawingml/2006/main">
            <a:r>
              <a:t>    "unhandled image/shading at seq 1719: [456.114013671875, 220.9440155029297, 458.272705078125, 224.73602294921875]; requires reviewed raster region",</a:t>
            </a:r>
          </a:p>
          <a:p xmlns:a="http://schemas.openxmlformats.org/drawingml/2006/main">
            <a:r>
              <a:t>    "unhandled image/shading at seq 1720: [453.593994140625, 220.9440155029297, 454.31463623046875, 224.73602294921875]; requires reviewed raster region",</a:t>
            </a:r>
          </a:p>
          <a:p xmlns:a="http://schemas.openxmlformats.org/drawingml/2006/main">
            <a:r>
              <a:t>    "unhandled image/shading at seq 1721: [453.8340148925781, 220.9440155029297, 456.4726257324219, 224.73602294921875]; requires reviewed raster region",</a:t>
            </a:r>
          </a:p>
          <a:p xmlns:a="http://schemas.openxmlformats.org/drawingml/2006/main">
            <a:r>
              <a:t>    "unhandled image/shading at seq 1722: [455.03399658203125, 221.18402099609375, 457.9112854003906, 224.73602294921875]; requires reviewed raster region",</a:t>
            </a:r>
          </a:p>
          <a:p xmlns:a="http://schemas.openxmlformats.org/drawingml/2006/main">
            <a:r>
              <a:t>    "unhandled image/shading at seq 1724: [440.4540100097656, 196.94403076171875, 459.1750183105469, 205.11602783203125]; requires reviewed raster region",</a:t>
            </a:r>
          </a:p>
          <a:p xmlns:a="http://schemas.openxmlformats.org/drawingml/2006/main">
            <a:r>
              <a:t>    "unhandled image/shading at seq 1726: [443.093994140625, 204.74400329589844, 444.0539245605469, 208.89599609375]; requires reviewed raster region",</a:t>
            </a:r>
          </a:p>
          <a:p xmlns:a="http://schemas.openxmlformats.org/drawingml/2006/main">
            <a:r>
              <a:t>    "unhandled image/shading at seq 1727: [443.093994140625, 202.76402282714844, 447.8901062011719, 205.11602783203125]; requires reviewed raster region",</a:t>
            </a:r>
          </a:p>
          <a:p xmlns:a="http://schemas.openxmlformats.org/drawingml/2006/main">
            <a:r>
              <a:t>    "unhandled image/shading at seq 1728: [443.093994140625, 202.10397338867188, 447.8901062011719, 203.3759765625]; requires reviewed raster region",</a:t>
            </a:r>
          </a:p>
          <a:p xmlns:a="http://schemas.openxmlformats.org/drawingml/2006/main">
            <a:r>
              <a:t>    "unhandled image/shading at seq 1730: [443.5740051269531, 204.74398803710938, 448.3695068359375, 212.19598388671875]; requires reviewed raster region",</a:t>
            </a:r>
          </a:p>
          <a:p xmlns:a="http://schemas.openxmlformats.org/drawingml/2006/main">
            <a:r>
              <a:t>    "unhandled image/shading at seq 1731: [447.35400390625, 204.6240234375, 448.2060241699219, 205.11602783203125]; requires reviewed raster region",</a:t>
            </a:r>
          </a:p>
          <a:p xmlns:a="http://schemas.openxmlformats.org/drawingml/2006/main">
            <a:r>
              <a:t>    "unhandled image/shading at seq 1732: [443.5740051269531, 204.74400329589844, 447.89520263671875, 208.89599609375]; requires reviewed raster region",</a:t>
            </a:r>
          </a:p>
          <a:p xmlns:a="http://schemas.openxmlformats.org/drawingml/2006/main">
            <a:r>
              <a:t>    "unhandled image/shading at seq 1733: [443.5740051269531, 204.6240234375, 447.666015625, 205.11602783203125]; requires reviewed raster region",</a:t>
            </a:r>
          </a:p>
          <a:p xmlns:a="http://schemas.openxmlformats.org/drawingml/2006/main">
            <a:r>
              <a:t>    "unhandled image/shading at seq 1734: [443.5740051269531, 204.62400817871094, 445.4953918457031, 207.09600830078125]; requires reviewed raster region",</a:t>
            </a:r>
          </a:p>
          <a:p xmlns:a="http://schemas.openxmlformats.org/drawingml/2006/main">
            <a:r>
              <a:t>    "unhandled image/shading at seq 1737: [454.5539855957031, 204.8040008544922, 455.7530822753906, 208.89599609375]; requires reviewed raster region",</a:t>
            </a:r>
          </a:p>
          <a:p xmlns:a="http://schemas.openxmlformats.org/drawingml/2006/main">
            <a:r>
              <a:t>    "unhandled image/shading at seq 1738: [450.8340148925781, 203.2440185546875, 455.6313171386719, 205.176025390625]; requires reviewed raster region",</a:t>
            </a:r>
          </a:p>
          <a:p xmlns:a="http://schemas.openxmlformats.org/drawingml/2006/main">
            <a:r>
              <a:t>    "unhandled image/shading at seq 1739: [450.8340148925781, 202.1640167236328, 455.6313171386719, 203.85601806640625]; requires reviewed raster region",</a:t>
            </a:r>
          </a:p>
          <a:p xmlns:a="http://schemas.openxmlformats.org/drawingml/2006/main">
            <a:r>
              <a:t>    "unhandled image/shading at seq 1741: [450.17401123046875, 204.74398803710938, 454.9713134765625, 212.135986328125]; requires reviewed raster region",</a:t>
            </a:r>
          </a:p>
          <a:p xmlns:a="http://schemas.openxmlformats.org/drawingml/2006/main">
            <a:r>
              <a:t>    "unhandled image/shading at seq 1742: [450.2340087890625, 204.62400817871094, 451.2060241699219, 205.11602783203125]; requires reviewed raster region",</a:t>
            </a:r>
          </a:p>
          <a:p xmlns:a="http://schemas.openxmlformats.org/drawingml/2006/main">
            <a:r>
              <a:t>    "unhandled image/shading at seq 1743: [450.8340148925781, 204.8040008544922, 455.15521240234375, 208.89599609375]; requires reviewed raster region",</a:t>
            </a:r>
          </a:p>
          <a:p xmlns:a="http://schemas.openxmlformats.org/drawingml/2006/main">
            <a:r>
              <a:t>    "unhandled image/shading at seq 1744: [450.8340148925781, 204.5640106201172, 455.15521240234375, 205.176025390625]; requires reviewed raster region",</a:t>
            </a:r>
          </a:p>
          <a:p xmlns:a="http://schemas.openxmlformats.org/drawingml/2006/main">
            <a:r>
              <a:t>    "unhandled image/shading at seq 1745: [451.614013671875, 204.62399291992188, 453.5340270996094, 207.635986328125]; requires reviewed raster region",</a:t>
            </a:r>
          </a:p>
          <a:p xmlns:a="http://schemas.openxmlformats.org/drawingml/2006/main">
            <a:r>
              <a:t>    "unhandled image/shading at seq 1746: [450.17401123046875, 209.1840057373047, 450.666015625, 210.21600341796875]; requires reviewed raster region",</a:t>
            </a:r>
          </a:p>
          <a:p xmlns:a="http://schemas.openxmlformats.org/drawingml/2006/main">
            <a:r>
              <a:t>    "unhandled image/shading at seq 1755: [447.8940124511719, 244.10400390625, 448.3740234375, 244.5360107421875]; requires reviewed raster region",</a:t>
            </a:r>
          </a:p>
          <a:p xmlns:a="http://schemas.openxmlformats.org/drawingml/2006/main">
            <a:r>
              <a:t>    "unhandled image/shading at seq 1763: [358.79400634765625, 229.46401977539062, 377.5039978027344, 239.61602783203125]; requires reviewed raster region",</a:t>
            </a:r>
          </a:p>
          <a:p xmlns:a="http://schemas.openxmlformats.org/drawingml/2006/main">
            <a:r>
              <a:t>    "unhandled image/shading at seq 1784: [361.0140075683594, 239.3639678955078, 361.9743957519531, 240.93597412109375]; requires reviewed raster region",</a:t>
            </a:r>
          </a:p>
          <a:p xmlns:a="http://schemas.openxmlformats.org/drawingml/2006/main">
            <a:r>
              <a:t>    "unhandled image/shading at seq 1785: [361.0140075683594, 236.06402587890625, 365.81011962890625, 239.676025390625]; requires reviewed raster region",</a:t>
            </a:r>
          </a:p>
          <a:p xmlns:a="http://schemas.openxmlformats.org/drawingml/2006/main">
            <a:r>
              <a:t>    "unhandled image/shading at seq 1786: [364.9739990234375, 234.74403381347656, 365.6946105957031, 236.5560302734375]; requires reviewed raster region",</a:t>
            </a:r>
          </a:p>
          <a:p xmlns:a="http://schemas.openxmlformats.org/drawingml/2006/main">
            <a:r>
              <a:t>    "unhandled image/shading at seq 1788: [362.5740051269531, 239.24398803710938, 366.1737976074219, 245.07598876953125]; requires reviewed raster region",</a:t>
            </a:r>
          </a:p>
          <a:p xmlns:a="http://schemas.openxmlformats.org/drawingml/2006/main">
            <a:r>
              <a:t>    "unhandled image/shading at seq 1789: [365.27398681640625, 237.32403564453125, 366.2339172363281, 239.5560302734375]; requires reviewed raster region",</a:t>
            </a:r>
          </a:p>
          <a:p xmlns:a="http://schemas.openxmlformats.org/drawingml/2006/main">
            <a:r>
              <a:t>    "unhandled image/shading at seq 1790: [363.65399169921875, 244.22398376464844, 364.14599609375, 245.07598876953125]; requires reviewed raster region",</a:t>
            </a:r>
          </a:p>
          <a:p xmlns:a="http://schemas.openxmlformats.org/drawingml/2006/main">
            <a:r>
              <a:t>    "unhandled image/shading at seq 1791: [363.41400146484375, 242.9040069580078, 364.3743896484375, 244.5360107421875]; requires reviewed raster region",</a:t>
            </a:r>
          </a:p>
          <a:p xmlns:a="http://schemas.openxmlformats.org/drawingml/2006/main">
            <a:r>
              <a:t>    "unhandled image/shading at seq 1792: [363.77398681640625, 241.5239715576172, 366.1720886230469, 243.8759765625]; requires reviewed raster region",</a:t>
            </a:r>
          </a:p>
          <a:p xmlns:a="http://schemas.openxmlformats.org/drawingml/2006/main">
            <a:r>
              <a:t>    "unhandled image/shading at seq 1793: [363.2340087890625, 241.52403259277344, 365.3951110839844, 244.0560302734375]; requires reviewed raster region",</a:t>
            </a:r>
          </a:p>
          <a:p xmlns:a="http://schemas.openxmlformats.org/drawingml/2006/main">
            <a:r>
              <a:t>    "unhandled image/shading at seq 1794: [362.3340148925781, 241.40399169921875, 362.7660217285156, 241.89599609375]; requires reviewed raster region",</a:t>
            </a:r>
          </a:p>
          <a:p xmlns:a="http://schemas.openxmlformats.org/drawingml/2006/main">
            <a:r>
              <a:t>    "unhandled image/shading at seq 1795: [363.41400146484375, 239.24400329589844, 365.81219482421875, 241.71600341796875]; requires reviewed raster region",</a:t>
            </a:r>
          </a:p>
          <a:p xmlns:a="http://schemas.openxmlformats.org/drawingml/2006/main">
            <a:r>
              <a:t>    "unhandled image/shading at seq 1796: [362.4540100097656, 237.32403564453125, 365.8157043457031, 239.5560302734375]; requires reviewed raster region",</a:t>
            </a:r>
          </a:p>
          <a:p xmlns:a="http://schemas.openxmlformats.org/drawingml/2006/main">
            <a:r>
              <a:t>    "unhandled image/shading at seq 1797: [361.3739929199219, 239.24400329589844, 363.2953796386719, 241.71600341796875]; requires reviewed raster region",</a:t>
            </a:r>
          </a:p>
          <a:p xmlns:a="http://schemas.openxmlformats.org/drawingml/2006/main">
            <a:r>
              <a:t>    "unhandled image/shading at seq 1798: [361.3739929199219, 237.32403564453125, 362.3343811035156, 239.5560302734375]; requires reviewed raster region",</a:t>
            </a:r>
          </a:p>
          <a:p xmlns:a="http://schemas.openxmlformats.org/drawingml/2006/main">
            <a:r>
              <a:t>    "unhandled image/shading at seq 1799: [361.3739929199219, 237.3240203857422, 363.2953796386719, 239.97601318359375]; requires reviewed raster region",</a:t>
            </a:r>
          </a:p>
          <a:p xmlns:a="http://schemas.openxmlformats.org/drawingml/2006/main">
            <a:r>
              <a:t>    "unhandled image/shading at seq 1802: [372.35400390625, 239.30401611328125, 373.7926025390625, 242.916015625]; requires reviewed raster region",</a:t>
            </a:r>
          </a:p>
          <a:p xmlns:a="http://schemas.openxmlformats.org/drawingml/2006/main">
            <a:r>
              <a:t>    "unhandled image/shading at seq 1803: [368.4540100097656, 236.90402221679688, 373.734619140625, 239.676025390625]; requires reviewed raster region",</a:t>
            </a:r>
          </a:p>
          <a:p xmlns:a="http://schemas.openxmlformats.org/drawingml/2006/main">
            <a:r>
              <a:t>    "unhandled image/shading at seq 1804: [368.4540100097656, 236.06402587890625, 373.734619140625, 238.176025390625]; requires reviewed raster region",</a:t>
            </a:r>
          </a:p>
          <a:p xmlns:a="http://schemas.openxmlformats.org/drawingml/2006/main">
            <a:r>
              <a:t>    "unhandled image/shading at seq 1806: [367.4339904785156, 239.2440185546875, 372.9579772949219, 245.85601806640625]; requires reviewed raster region",</a:t>
            </a:r>
          </a:p>
          <a:p xmlns:a="http://schemas.openxmlformats.org/drawingml/2006/main">
            <a:r>
              <a:t>    "unhandled image/shading at seq 1807: [367.4339904785156, 238.28402709960938, 369.1143798828125, 239.5560302734375]; requires reviewed raster region",</a:t>
            </a:r>
          </a:p>
          <a:p xmlns:a="http://schemas.openxmlformats.org/drawingml/2006/main">
            <a:r>
              <a:t>    "unhandled image/shading at seq 1808: [367.7340087890625, 244.1640167236328, 368.2139892578125, 245.85601806640625]; requires reviewed raster region",</a:t>
            </a:r>
          </a:p>
          <a:p xmlns:a="http://schemas.openxmlformats.org/drawingml/2006/main">
            <a:r>
              <a:t>    "unhandled image/shading at seq 1809: [367.4339904785156, 242.60401916503906, 368.3943786621094, 245.85601806640625]; requires reviewed raster region",</a:t>
            </a:r>
          </a:p>
          <a:p xmlns:a="http://schemas.openxmlformats.org/drawingml/2006/main">
            <a:r>
              <a:t>    "unhandled image/shading at seq 1810: [367.4339904785156, 242.18399047851562, 368.1546325683594, 243.45599365234375]; requires reviewed raster region",</a:t>
            </a:r>
          </a:p>
          <a:p xmlns:a="http://schemas.openxmlformats.org/drawingml/2006/main">
            <a:r>
              <a:t>    "unhandled image/shading at seq 1811: [367.4339904785156, 241.76397705078125, 367.9259948730469, 243.69598388671875]; requires reviewed raster region",</a:t>
            </a:r>
          </a:p>
          <a:p xmlns:a="http://schemas.openxmlformats.org/drawingml/2006/main">
            <a:r>
              <a:t>    "unhandled image/shading at seq 1812: [369.0539855957031, 239.2440185546875, 372.8909912109375, 242.916015625]; requires reviewed raster region",</a:t>
            </a:r>
          </a:p>
          <a:p xmlns:a="http://schemas.openxmlformats.org/drawingml/2006/main">
            <a:r>
              <a:t>    "unhandled image/shading at seq 1813: [370.91400146484375, 238.28402709960938, 372.8356018066406, 239.5560302734375]; requires reviewed raster region",</a:t>
            </a:r>
          </a:p>
          <a:p xmlns:a="http://schemas.openxmlformats.org/drawingml/2006/main">
            <a:r>
              <a:t>    "unhandled image/shading at seq 1814: [368.5140075683594, 239.24398803710938, 370.67510986328125, 240.7559814453125]; requires reviewed raster region",</a:t>
            </a:r>
          </a:p>
          <a:p xmlns:a="http://schemas.openxmlformats.org/drawingml/2006/main">
            <a:r>
              <a:t>    "unhandled image/shading at seq 1815: [368.5140075683594, 238.28402709960938, 370.6725158691406, 239.5560302734375]; requires reviewed raster region",</a:t>
            </a:r>
          </a:p>
          <a:p xmlns:a="http://schemas.openxmlformats.org/drawingml/2006/main">
            <a:r>
              <a:t>    "unhandled image/shading at seq 1816: [369.35400390625, 238.28399658203125, 371.752197265625, 241.71600341796875]; requires reviewed raster region",</a:t>
            </a:r>
          </a:p>
          <a:p xmlns:a="http://schemas.openxmlformats.org/drawingml/2006/main">
            <a:r>
              <a:t>    "unhandled image/shading at seq 1818: [381.17401123046875, 198.80401611328125, 394.1360168457031, 218.7960205078125]; requires reviewed raster region",</a:t>
            </a:r>
          </a:p>
          <a:p xmlns:a="http://schemas.openxmlformats.org/drawingml/2006/main">
            <a:r>
              <a:t>    "unhandled image/shading at seq 1820: [379.1340026855469, 203.2440185546875, 381.7726135253906, 205.23602294921875]; requires reviewed raster region",</a:t>
            </a:r>
          </a:p>
          <a:p xmlns:a="http://schemas.openxmlformats.org/drawingml/2006/main">
            <a:r>
              <a:t>    "unhandled image/shading at seq 1821: [381.2340087890625, 203.24403381347656, 385.3164978027344, 209.5560302734375]; requires reviewed raster region",</a:t>
            </a:r>
          </a:p>
          <a:p xmlns:a="http://schemas.openxmlformats.org/drawingml/2006/main">
            <a:r>
              <a:t>    "unhandled image/shading at seq 1822: [382.3139953613281, 203.24403381347656, 385.6756896972656, 209.5560302734375]; requires reviewed raster region",</a:t>
            </a:r>
          </a:p>
          <a:p xmlns:a="http://schemas.openxmlformats.org/drawingml/2006/main">
            <a:r>
              <a:t>    "unhandled image/shading at seq 1824: [377.093994140625, 204.92401123046875, 381.6575927734375, 211.5360107421875]; requires reviewed raster region",</a:t>
            </a:r>
          </a:p>
          <a:p xmlns:a="http://schemas.openxmlformats.org/drawingml/2006/main">
            <a:r>
              <a:t>    "unhandled image/shading at seq 1825: [381.17401123046875, 209.1840057373047, 384.29510498046875, 211.5360107421875]; requires reviewed raster region",</a:t>
            </a:r>
          </a:p>
          <a:p xmlns:a="http://schemas.openxmlformats.org/drawingml/2006/main">
            <a:r>
              <a:t>    "unhandled image/shading at seq 1826: [379.1340026855469, 205.58396911621094, 381.5321044921875, 209.4959716796875]; requires reviewed raster region",</a:t>
            </a:r>
          </a:p>
          <a:p xmlns:a="http://schemas.openxmlformats.org/drawingml/2006/main">
            <a:r>
              <a:t>    "unhandled image/shading at seq 1827: [381.17401123046875, 204.92396545410156, 384.29510498046875, 209.4959716796875]; requires reviewed raster region",</a:t>
            </a:r>
          </a:p>
          <a:p xmlns:a="http://schemas.openxmlformats.org/drawingml/2006/main">
            <a:r>
              <a:t>    "unhandled image/shading at seq 1828: [383.03399658203125, 204.92401123046875, 384.23309326171875, 206.85601806640625]; requires reviewed raster region",</a:t>
            </a:r>
          </a:p>
          <a:p xmlns:a="http://schemas.openxmlformats.org/drawingml/2006/main">
            <a:r>
              <a:t>    "unhandled image/shading at seq 1829: [379.1340026855469, 204.92398071289062, 381.0553894042969, 207.635986328125]; requires reviewed raster region",</a:t>
            </a:r>
          </a:p>
          <a:p xmlns:a="http://schemas.openxmlformats.org/drawingml/2006/main">
            <a:r>
              <a:t>    "unhandled image/shading at seq 1830: [379.3739929199219, 204.92401123046875, 382.970703125, 206.97601318359375]; requires reviewed raster region",</a:t>
            </a:r>
          </a:p>
          <a:p xmlns:a="http://schemas.openxmlformats.org/drawingml/2006/main">
            <a:r>
              <a:t>    "unhandled image/shading at seq 1833: [379.1940002441406, 211.46401977539062, 381.59210205078125, 212.73602294921875]; requires reviewed raster region",</a:t>
            </a:r>
          </a:p>
          <a:p xmlns:a="http://schemas.openxmlformats.org/drawingml/2006/main">
            <a:r>
              <a:t>    "unhandled image/shading at seq 1834: [381.17401123046875, 211.46401977539062, 386.697998046875, 212.73602294921875]; requires reviewed raster region",</a:t>
            </a:r>
          </a:p>
          <a:p xmlns:a="http://schemas.openxmlformats.org/drawingml/2006/main">
            <a:r>
              <a:t>    "unhandled image/shading at seq 1835: [385.91400146484375, 211.46397399902344, 386.6343688964844, 212.4959716796875]; requires reviewed raster region",</a:t>
            </a:r>
          </a:p>
          <a:p xmlns:a="http://schemas.openxmlformats.org/drawingml/2006/main">
            <a:r>
              <a:t>    "unhandled image/shading at seq 1837: [368.6940002441406, 212.3639678955078, 386.4620056152344, 227.4959716796875]; requires reviewed raster region",</a:t>
            </a:r>
          </a:p>
          <a:p xmlns:a="http://schemas.openxmlformats.org/drawingml/2006/main">
            <a:r>
              <a:t>    "unhandled image/shading at seq 1838: [381.2340087890625, 216.864013671875, 386.2718200683594, 218.7960205078125]; requires reviewed raster region",</a:t>
            </a:r>
          </a:p>
          <a:p xmlns:a="http://schemas.openxmlformats.org/drawingml/2006/main">
            <a:r>
              <a:t>    "unhandled image/shading at seq 1839: [379.1940002441406, 212.4240264892578, 381.59210205078125, 217.23602294921875]; requires reviewed raster region",</a:t>
            </a:r>
          </a:p>
          <a:p xmlns:a="http://schemas.openxmlformats.org/drawingml/2006/main">
            <a:r>
              <a:t>    "unhandled image/shading at seq 1840: [381.17401123046875, 212.4240264892578, 382.3740234375, 217.23602294921875]; requires reviewed raster region",</a:t>
            </a:r>
          </a:p>
          <a:p xmlns:a="http://schemas.openxmlformats.org/drawingml/2006/main">
            <a:r>
              <a:t>    "unhandled image/shading at seq 1841: [379.91400146484375, 213.0239715576172, 382.3121032714844, 215.43597412109375]; requires reviewed raster region",</a:t>
            </a:r>
          </a:p>
          <a:p xmlns:a="http://schemas.openxmlformats.org/drawingml/2006/main">
            <a:r>
              <a:t>    "unhandled image/shading at seq 1844: [374.15399169921875, 227.12400817871094, 380.8695983886719, 231.09600830078125]; requires reviewed raster region",</a:t>
            </a:r>
          </a:p>
          <a:p xmlns:a="http://schemas.openxmlformats.org/drawingml/2006/main">
            <a:r>
              <a:t>    "unhandled image/shading at seq 1845: [374.15399169921875, 229.5240020751953, 377.5116882324219, 231.09600830078125]; requires reviewed raster region",</a:t>
            </a:r>
          </a:p>
          <a:p xmlns:a="http://schemas.openxmlformats.org/drawingml/2006/main">
            <a:r>
              <a:t>    "unhandled image/shading at seq 1846: [374.15399169921875, 223.76397705078125, 376.5520935058594, 227.43597412109375]; requires reviewed raster region",</a:t>
            </a:r>
          </a:p>
          <a:p xmlns:a="http://schemas.openxmlformats.org/drawingml/2006/main">
            <a:r>
              <a:t>    "unhandled image/shading at seq 1848: [385.79400634765625, 212.3040008544922, 388.9128112792969, 217.71600341796875]; requires reviewed raster region",</a:t>
            </a:r>
          </a:p>
          <a:p xmlns:a="http://schemas.openxmlformats.org/drawingml/2006/main">
            <a:r>
              <a:t>    "unhandled image/shading at seq 1849: [386.2139892578125, 212.30398559570312, 388.85479736328125, 216.635986328125]; requires reviewed raster region",</a:t>
            </a:r>
          </a:p>
          <a:p xmlns:a="http://schemas.openxmlformats.org/drawingml/2006/main">
            <a:r>
              <a:t>    "unhandled image/shading at seq 1850: [388.3739929199219, 212.30401611328125, 388.8659973144531, 212.73602294921875]; requires reviewed raster region",</a:t>
            </a:r>
          </a:p>
          <a:p xmlns:a="http://schemas.openxmlformats.org/drawingml/2006/main">
            <a:r>
              <a:t>    "unhandled image/shading at seq 1851: [382.0140075683594, 212.30401611328125, 386.57659912109375, 217.23602294921875]; requires reviewed raster region",</a:t>
            </a:r>
          </a:p>
          <a:p xmlns:a="http://schemas.openxmlformats.org/drawingml/2006/main">
            <a:r>
              <a:t>    "unhandled image/shading at seq 1852: [383.2139892578125, 212.30401611328125, 384.17437744140625, 212.73602294921875]; requires reviewed raster region",</a:t>
            </a:r>
          </a:p>
          <a:p xmlns:a="http://schemas.openxmlformats.org/drawingml/2006/main">
            <a:r>
              <a:t>    "unhandled image/shading at seq 1853: [381.9540100097656, 216.86399841308594, 386.2701110839844, 217.71600341796875]; requires reviewed raster region",</a:t>
            </a:r>
          </a:p>
          <a:p xmlns:a="http://schemas.openxmlformats.org/drawingml/2006/main">
            <a:r>
              <a:t>    "unhandled image/shading at seq 1854: [382.0140075683594, 212.4240264892578, 386.334716796875, 217.23602294921875]; requires reviewed raster region",</a:t>
            </a:r>
          </a:p>
          <a:p xmlns:a="http://schemas.openxmlformats.org/drawingml/2006/main">
            <a:r>
              <a:t>    "unhandled image/shading at seq 1855: [381.9540100097656, 212.36399841308594, 384.3534240722656, 214.89599609375]; requires reviewed raster region",</a:t>
            </a:r>
          </a:p>
          <a:p xmlns:a="http://schemas.openxmlformats.org/drawingml/2006/main">
            <a:r>
              <a:t>    "unhandled image/shading at seq 1857: [380.27398681640625, 227.1240234375, 382.43389892578125, 229.11602783203125]; requires reviewed raster region",</a:t>
            </a:r>
          </a:p>
          <a:p xmlns:a="http://schemas.openxmlformats.org/drawingml/2006/main">
            <a:r>
              <a:t>    "unhandled image/shading at seq 1858: [376.0740051269531, 222.4439697265625, 382.3109130859375, 227.4959716796875]; requires reviewed raster region",</a:t>
            </a:r>
          </a:p>
          <a:p xmlns:a="http://schemas.openxmlformats.org/drawingml/2006/main">
            <a:r>
              <a:t>    "unhandled image/shading at seq 1859: [377.03399658203125, 222.4440155029297, 382.3146057128906, 226.2960205078125]; requires reviewed raster region",</a:t>
            </a:r>
          </a:p>
          <a:p xmlns:a="http://schemas.openxmlformats.org/drawingml/2006/main">
            <a:r>
              <a:t>    "unhandled image/shading at seq 1860: [380.6940002441406, 222.4440155029297, 382.3743896484375, 223.47601318359375]; requires reviewed raster region",</a:t>
            </a:r>
          </a:p>
          <a:p xmlns:a="http://schemas.openxmlformats.org/drawingml/2006/main">
            <a:r>
              <a:t>    "unhandled image/shading at seq 1861: [376.1340026855469, 227.1240234375, 380.697509765625, 229.0560302734375]; requires reviewed raster region",</a:t>
            </a:r>
          </a:p>
          <a:p xmlns:a="http://schemas.openxmlformats.org/drawingml/2006/main">
            <a:r>
              <a:t>    "unhandled image/shading at seq 1862: [376.1340026855469, 223.76397705078125, 380.697509765625, 227.43597412109375]; requires reviewed raster region",</a:t>
            </a:r>
          </a:p>
          <a:p xmlns:a="http://schemas.openxmlformats.org/drawingml/2006/main">
            <a:r>
              <a:t>    "unhandled image/shading at seq 1863: [378.9540100097656, 223.76400756835938, 380.8753967285156, 225.0360107421875]; requires reviewed raster region",</a:t>
            </a:r>
          </a:p>
          <a:p xmlns:a="http://schemas.openxmlformats.org/drawingml/2006/main">
            <a:r>
              <a:t>    "unhandled image/shading at seq 1864: [376.0740051269531, 224.96401977539062, 377.9953918457031, 227.73602294921875]; requires reviewed raster region",</a:t>
            </a:r>
          </a:p>
          <a:p xmlns:a="http://schemas.openxmlformats.org/drawingml/2006/main">
            <a:r>
              <a:t>    "unhandled image/shading at seq 1866: [368.8139953613281, 227.2439727783203, 374.3356018066406, 228.81597900390625]; requires reviewed raster region",</a:t>
            </a:r>
          </a:p>
          <a:p xmlns:a="http://schemas.openxmlformats.org/drawingml/2006/main">
            <a:r>
              <a:t>    "unhandled image/shading at seq 1867: [368.9339904785156, 220.9439697265625, 374.4574890136719, 227.4959716796875]; requires reviewed raster region",</a:t>
            </a:r>
          </a:p>
          <a:p xmlns:a="http://schemas.openxmlformats.org/drawingml/2006/main">
            <a:r>
              <a:t>    "unhandled image/shading at seq 1869: [367.614013671875, 217.5840301513672, 369.0533142089844, 223.176025390625]; requires reviewed raster region",</a:t>
            </a:r>
          </a:p>
          <a:p xmlns:a="http://schemas.openxmlformats.org/drawingml/2006/main">
            <a:r>
              <a:t>    "unhandled image/shading at seq 1870: [368.6940002441406, 217.583984375, 373.25518798828125, 221.2559814453125]; requires reviewed raster region",</a:t>
            </a:r>
          </a:p>
          <a:p xmlns:a="http://schemas.openxmlformats.org/drawingml/2006/main">
            <a:r>
              <a:t>    "unhandled image/shading at seq 1871: [370.1340026855469, 217.583984375, 373.2550964355469, 219.635986328125]; requires reviewed raster region",</a:t>
            </a:r>
          </a:p>
          <a:p xmlns:a="http://schemas.openxmlformats.org/drawingml/2006/main">
            <a:r>
              <a:t>    "unhandled image/shading at seq 1872: [370.9739990234375, 220.9440155029297, 373.1326904296875, 224.73602294921875]; requires reviewed raster region",</a:t>
            </a:r>
          </a:p>
          <a:p xmlns:a="http://schemas.openxmlformats.org/drawingml/2006/main">
            <a:r>
              <a:t>    "unhandled image/shading at seq 1873: [368.3940124511719, 220.94403076171875, 369.1146545410156, 223.176025390625]; requires reviewed raster region",</a:t>
            </a:r>
          </a:p>
          <a:p xmlns:a="http://schemas.openxmlformats.org/drawingml/2006/main">
            <a:r>
              <a:t>    "unhandled image/shading at seq 1874: [368.6940002441406, 220.9440155029297, 371.3326110839844, 224.73602294921875]; requires reviewed raster region",</a:t>
            </a:r>
          </a:p>
          <a:p xmlns:a="http://schemas.openxmlformats.org/drawingml/2006/main">
            <a:r>
              <a:t>    "unhandled image/shading at seq 1875: [369.8940124511719, 221.18402099609375, 372.77410888671875, 224.73602294921875]; requires reviewed raster region",</a:t>
            </a:r>
          </a:p>
          <a:p xmlns:a="http://schemas.openxmlformats.org/drawingml/2006/main">
            <a:r>
              <a:t>    "unhandled image/shading at seq 1877: [350.9339904785156, 222.86398315429688, 369.41900634765625, 230.19598388671875]; requires reviewed raster region",</a:t>
            </a:r>
          </a:p>
          <a:p xmlns:a="http://schemas.openxmlformats.org/drawingml/2006/main">
            <a:r>
              <a:t>    "unhandled image/shading at seq 1878: [365.5140075683594, 229.46397399902344, 369.3547058105469, 230.19598388671875]; requires reviewed raster region",</a:t>
            </a:r>
          </a:p>
          <a:p xmlns:a="http://schemas.openxmlformats.org/drawingml/2006/main">
            <a:r>
              <a:t>    "unhandled image/shading at seq 1879: [368.5140075683594, 224.48397827148438, 369.4743957519531, 228.7559814453125]; requires reviewed raster region",</a:t>
            </a:r>
          </a:p>
          <a:p xmlns:a="http://schemas.openxmlformats.org/drawingml/2006/main">
            <a:r>
              <a:t>    "unhandled image/shading at seq 1880: [368.6340026855469, 224.48397827148438, 369.3546447753906, 227.4959716796875]; requires reviewed raster region",</a:t>
            </a:r>
          </a:p>
          <a:p xmlns:a="http://schemas.openxmlformats.org/drawingml/2006/main">
            <a:r>
              <a:t>    "unhandled image/shading at seq 1881: [367.614013671875, 222.80401611328125, 368.81402587890625, 224.73602294921875]; requires reviewed raster region",</a:t>
            </a:r>
          </a:p>
          <a:p xmlns:a="http://schemas.openxmlformats.org/drawingml/2006/main">
            <a:r>
              <a:t>    "unhandled image/shading at seq 1882: [368.3940124511719, 222.80401611328125, 369.1146545410156, 224.73602294921875]; requires reviewed raster region",</a:t>
            </a:r>
          </a:p>
          <a:p xmlns:a="http://schemas.openxmlformats.org/drawingml/2006/main">
            <a:r>
              <a:t>    "unhandled image/shading at seq 1883: [368.6940002441406, 222.80401611328125, 369.41461181640625, 224.73602294921875]; requires reviewed raster region",</a:t>
            </a:r>
          </a:p>
          <a:p xmlns:a="http://schemas.openxmlformats.org/drawingml/2006/main">
            <a:r>
              <a:t>    "unhandled image/shading at seq 1884: [357.77398681640625, 228.68399047851562, 361.8511962890625, 230.19598388671875]; requires reviewed raster region",</a:t>
            </a:r>
          </a:p>
          <a:p xmlns:a="http://schemas.openxmlformats.org/drawingml/2006/main">
            <a:r>
              <a:t>    "unhandled image/shading at seq 1885: [358.7340087890625, 229.46397399902344, 361.8551025390625, 230.19598388671875]; requires reviewed raster region",</a:t>
            </a:r>
          </a:p>
          <a:p xmlns:a="http://schemas.openxmlformats.org/drawingml/2006/main">
            <a:r>
              <a:t>    "unhandled image/shading at seq 1887: [353.5140075683594, 229.94398498535156, 358.30950927734375, 234.57598876953125]; requires reviewed raster region",</a:t>
            </a:r>
          </a:p>
          <a:p xmlns:a="http://schemas.openxmlformats.org/drawingml/2006/main">
            <a:r>
              <a:t>    "unhandled image/shading at seq 1888: [353.5140075683594, 228.56398010253906, 358.30950927734375, 230.2559814453125]; requires reviewed raster region",</a:t>
            </a:r>
          </a:p>
          <a:p xmlns:a="http://schemas.openxmlformats.org/drawingml/2006/main">
            <a:r>
              <a:t>    "unhandled image/shading at seq 1889: [353.5140075683594, 227.9039764404297, 358.30950927734375, 228.93597412109375]; requires reviewed raster region",</a:t>
            </a:r>
          </a:p>
          <a:p xmlns:a="http://schemas.openxmlformats.org/drawingml/2006/main">
            <a:r>
              <a:t>    "unhandled image/shading at seq 1891: [354.0539855957031, 230.42398071289062, 358.8494873046875, 237.93597412109375]; requires reviewed raster region",</a:t>
            </a:r>
          </a:p>
          <a:p xmlns:a="http://schemas.openxmlformats.org/drawingml/2006/main">
            <a:r>
              <a:t>    "unhandled image/shading at seq 1892: [354.0539855957031, 230.4239959716797, 358.3750915527344, 234.5159912109375]; requires reviewed raster region",</a:t>
            </a:r>
          </a:p>
          <a:p xmlns:a="http://schemas.openxmlformats.org/drawingml/2006/main">
            <a:r>
              <a:t>    "unhandled image/shading at seq 1893: [354.0539855957031, 230.4239959716797, 355.9755859375, 232.95599365234375]; requires reviewed raster region",</a:t>
            </a:r>
          </a:p>
          <a:p xmlns:a="http://schemas.openxmlformats.org/drawingml/2006/main">
            <a:r>
              <a:t>    "unhandled image/shading at seq 1896: [363.41400146484375, 229.88397216796875, 366.0526123046875, 231.8759765625]; requires reviewed raster region",</a:t>
            </a:r>
          </a:p>
          <a:p xmlns:a="http://schemas.openxmlformats.org/drawingml/2006/main">
            <a:r>
              <a:t>    "unhandled image/shading at seq 1897: [365.03399658203125, 231.38401794433594, 365.9939270019531, 232.416015625]; requires reviewed raster region",</a:t>
            </a:r>
          </a:p>
          <a:p xmlns:a="http://schemas.openxmlformats.org/drawingml/2006/main">
            <a:r>
              <a:t>    "unhandled image/shading at seq 1898: [365.03399658203125, 232.10400390625, 365.9939270019531, 234.156005859375]; requires reviewed raster region",</a:t>
            </a:r>
          </a:p>
          <a:p xmlns:a="http://schemas.openxmlformats.org/drawingml/2006/main">
            <a:r>
              <a:t>    "unhandled image/shading at seq 1899: [361.3139953613281, 229.8839569091797, 362.94598388671875, 230.3759765625]; requires reviewed raster region",</a:t>
            </a:r>
          </a:p>
          <a:p xmlns:a="http://schemas.openxmlformats.org/drawingml/2006/main">
            <a:r>
              <a:t>    "unhandled image/shading at seq 1900: [361.3139953613281, 228.6840057373047, 366.110107421875, 229.83599853515625]; requires reviewed raster region",</a:t>
            </a:r>
          </a:p>
          <a:p xmlns:a="http://schemas.openxmlformats.org/drawingml/2006/main">
            <a:r>
              <a:t>    "unhandled image/shading at seq 1901: [361.3139953613281, 229.52398681640625, 366.110107421875, 230.2559814453125]; requires reviewed raster region",</a:t>
            </a:r>
          </a:p>
          <a:p xmlns:a="http://schemas.openxmlformats.org/drawingml/2006/main">
            <a:r>
              <a:t>    "unhandled image/shading at seq 1902: [361.3139953613281, 227.48402404785156, 366.110107421875, 229.0560302734375]; requires reviewed raster region",</a:t>
            </a:r>
          </a:p>
          <a:p xmlns:a="http://schemas.openxmlformats.org/drawingml/2006/main">
            <a:r>
              <a:t>    "unhandled image/shading at seq 1904: [362.093994140625, 233.78402709960938, 365.4516906738281, 235.0560302734375]; requires reviewed raster region",</a:t>
            </a:r>
          </a:p>
          <a:p xmlns:a="http://schemas.openxmlformats.org/drawingml/2006/main">
            <a:r>
              <a:t>    "unhandled image/shading at seq 1905: [362.093994140625, 235.52398681640625, 365.4516906738281, 237.5159912109375]; requires reviewed raster region",</a:t>
            </a:r>
          </a:p>
          <a:p xmlns:a="http://schemas.openxmlformats.org/drawingml/2006/main">
            <a:r>
              <a:t>    "unhandled image/shading at seq 1906: [362.093994140625, 234.7439727783203, 365.4516906738281, 236.43597412109375]; requires reviewed raster region",</a:t>
            </a:r>
          </a:p>
          <a:p xmlns:a="http://schemas.openxmlformats.org/drawingml/2006/main">
            <a:r>
              <a:t>    "unhandled image/shading at seq 1907: [361.1940002441406, 235.28399658203125, 362.3940124511719, 237.5159912109375]; requires reviewed raster region",</a:t>
            </a:r>
          </a:p>
          <a:p xmlns:a="http://schemas.openxmlformats.org/drawingml/2006/main">
            <a:r>
              <a:t>    "unhandled image/shading at seq 1908: [361.1940002441406, 234.98399353027344, 361.6860046386719, 235.59600830078125]; requires reviewed raster region",</a:t>
            </a:r>
          </a:p>
          <a:p xmlns:a="http://schemas.openxmlformats.org/drawingml/2006/main">
            <a:r>
              <a:t>    "unhandled image/shading at seq 1909: [361.7340087890625, 235.52398681640625, 363.41461181640625, 237.5159912109375]; requires reviewed raster region",</a:t>
            </a:r>
          </a:p>
          <a:p xmlns:a="http://schemas.openxmlformats.org/drawingml/2006/main">
            <a:r>
              <a:t>    "unhandled image/shading at seq 1910: [364.91400146484375, 233.78399658203125, 365.34600830078125, 234.2760009765625]; requires reviewed raster region",</a:t>
            </a:r>
          </a:p>
          <a:p xmlns:a="http://schemas.openxmlformats.org/drawingml/2006/main">
            <a:r>
              <a:t>    "unhandled image/shading at seq 1911: [360.77398681640625, 232.94398498535156, 361.734375, 234.5159912109375]; requires reviewed raster region",</a:t>
            </a:r>
          </a:p>
          <a:p xmlns:a="http://schemas.openxmlformats.org/drawingml/2006/main">
            <a:r>
              <a:t>    "unhandled image/shading at seq 1912: [360.77398681640625, 230.00401306152344, 361.734619140625, 231.156005859375]; requires reviewed raster region",</a:t>
            </a:r>
          </a:p>
          <a:p xmlns:a="http://schemas.openxmlformats.org/drawingml/2006/main">
            <a:r>
              <a:t>    "unhandled image/shading at seq 1913: [360.77398681640625, 230.66400146484375, 361.734619140625, 232.89599609375]; requires reviewed raster region",</a:t>
            </a:r>
          </a:p>
          <a:p xmlns:a="http://schemas.openxmlformats.org/drawingml/2006/main">
            <a:r>
              <a:t>    "unhandled image/shading at seq 1914: [360.77398681640625, 231.6239776611328, 361.734375, 233.43597412109375]; requires reviewed raster region",</a:t>
            </a:r>
          </a:p>
          <a:p xmlns:a="http://schemas.openxmlformats.org/drawingml/2006/main">
            <a:r>
              <a:t>    "unhandled image/shading at seq 1915: [362.093994140625, 233.24400329589844, 365.4556884765625, 234.09600830078125]; requires reviewed raster region",</a:t>
            </a:r>
          </a:p>
          <a:p xmlns:a="http://schemas.openxmlformats.org/drawingml/2006/main">
            <a:r>
              <a:t>    "unhandled image/shading at seq 1916: [363.4739990234375, 230.0039825439453, 365.39239501953125, 231.81597900390625]; requires reviewed raster region",</a:t>
            </a:r>
          </a:p>
          <a:p xmlns:a="http://schemas.openxmlformats.org/drawingml/2006/main">
            <a:r>
              <a:t>    "unhandled image/shading at seq 1917: [363.4739990234375, 231.08401489257812, 365.39239501953125, 232.35601806640625]; requires reviewed raster region",</a:t>
            </a:r>
          </a:p>
          <a:p xmlns:a="http://schemas.openxmlformats.org/drawingml/2006/main">
            <a:r>
              <a:t>    "unhandled image/shading at seq 1918: [362.093994140625, 231.74400329589844, 365.4516906738281, 234.09600830078125]; requires reviewed raster region",</a:t>
            </a:r>
          </a:p>
          <a:p xmlns:a="http://schemas.openxmlformats.org/drawingml/2006/main">
            <a:r>
              <a:t>    "unhandled image/shading at seq 1919: [361.3139953613281, 230.00399780273438, 363.2353820800781, 231.2760009765625]; requires reviewed raster region",</a:t>
            </a:r>
          </a:p>
          <a:p xmlns:a="http://schemas.openxmlformats.org/drawingml/2006/main">
            <a:r>
              <a:t>    "unhandled image/shading at seq 1920: [361.3139953613281, 230.6639862060547, 363.2353820800781, 231.57598876953125]; requires reviewed raster region",</a:t>
            </a:r>
          </a:p>
          <a:p xmlns:a="http://schemas.openxmlformats.org/drawingml/2006/main">
            <a:r>
              <a:t>    "unhandled image/shading at seq 1921: [362.093994140625, 230.00399780273438, 364.015380859375, 232.89599609375]; requires reviewed raster region",</a:t>
            </a:r>
          </a:p>
          <a:p xmlns:a="http://schemas.openxmlformats.org/drawingml/2006/main">
            <a:r>
              <a:t>    "unhandled image/shading at seq 1922: [360.77398681640625, 235.2839813232422, 361.2659912109375, 236.0159912109375]; requires reviewed raster region",</a:t>
            </a:r>
          </a:p>
          <a:p xmlns:a="http://schemas.openxmlformats.org/drawingml/2006/main">
            <a:r>
              <a:t>    "unhandled image/shading at seq 1923: [360.77398681640625, 234.74400329589844, 361.2659912109375, 235.59600830078125]; requires reviewed raster region",</a:t>
            </a:r>
          </a:p>
          <a:p xmlns:a="http://schemas.openxmlformats.org/drawingml/2006/main">
            <a:r>
              <a:t>    "unhandled image/shading at seq 1998: [480.17401123046875, 232.0439910888672, 483.29510498046875, 252.635986328125]; requires reviewed raster region",</a:t>
            </a:r>
          </a:p>
          <a:p xmlns:a="http://schemas.openxmlformats.org/drawingml/2006/main">
            <a:r>
              <a:t>    "unhandled image/shading at seq 1999: [483.9540100097656, 232.0439910888672, 491.6317138671875, 252.635986328125]; requires reviewed raster region",</a:t>
            </a:r>
          </a:p>
          <a:p xmlns:a="http://schemas.openxmlformats.org/drawingml/2006/main">
            <a:r>
              <a:t>    "unhandled image/shading at seq 2000: [482.7539978027344, 232.0439910888672, 484.4346008300781, 252.635986328125]; requires reviewed raster region",</a:t>
            </a:r>
          </a:p>
          <a:p xmlns:a="http://schemas.openxmlformats.org/drawingml/2006/main">
            <a:r>
              <a:t>    "unhandled image/shading at seq 2001: [491.15399169921875, 232.0439910888672, 492.35308837890625, 252.635986328125]; requires reviewed raster region",</a:t>
            </a:r>
          </a:p>
          <a:p xmlns:a="http://schemas.openxmlformats.org/drawingml/2006/main">
            <a:r>
              <a:t>    "unhandled image/shading at seq 2002: [491.3940124511719, 232.0440216064453, 492.3550109863281, 248.85601806640625]; requires reviewed raster region",</a:t>
            </a:r>
          </a:p>
          <a:p xmlns:a="http://schemas.openxmlformats.org/drawingml/2006/main">
            <a:r>
              <a:t>    "unhandled image/shading at seq 2003: [490.614013671875, 232.04397583007812, 492.29461669921875, 233.3759765625]; requires reviewed raster region",</a:t>
            </a:r>
          </a:p>
          <a:p xmlns:a="http://schemas.openxmlformats.org/drawingml/2006/main">
            <a:r>
              <a:t>    "unhandled image/shading at seq 2004: [490.614013671875, 233.0040283203125, 492.29461669921875, 245.5560302734375]; requires reviewed raster region",</a:t>
            </a:r>
          </a:p>
          <a:p xmlns:a="http://schemas.openxmlformats.org/drawingml/2006/main">
            <a:r>
              <a:t>    "unhandled image/shading at seq 2005: [490.614013671875, 232.04397583007812, 492.29461669921875, 233.3759765625]; requires reviewed raster region",</a:t>
            </a:r>
          </a:p>
          <a:p xmlns:a="http://schemas.openxmlformats.org/drawingml/2006/main">
            <a:r>
              <a:t>    "unhandled image/shading at seq 2006: [469.9739990234375, 232.0439910888672, 479.3381042480469, 252.635986328125]; requires reviewed raster region",</a:t>
            </a:r>
          </a:p>
          <a:p xmlns:a="http://schemas.openxmlformats.org/drawingml/2006/main">
            <a:r>
              <a:t>    "unhandled image/shading at seq 2007: [478.91400146484375, 232.0439910888672, 480.5946044921875, 252.635986328125]; requires reviewed raster region",</a:t>
            </a:r>
          </a:p>
          <a:p xmlns:a="http://schemas.openxmlformats.org/drawingml/2006/main">
            <a:r>
              <a:t>    "unhandled image/shading at seq 2009: [414.35400390625, 169.4639892578125, 455.35699462890625, 176.07598876953125]; requires reviewed raster region",</a:t>
            </a:r>
          </a:p>
          <a:p xmlns:a="http://schemas.openxmlformats.org/drawingml/2006/main">
            <a:r>
              <a:t>    "unhandled image/shading at seq 2010: [414.35400390625, 112.10400390625, 455.35699462890625, 169.656005859375]; requires reviewed raster region",</a:t>
            </a:r>
          </a:p>
          <a:p xmlns:a="http://schemas.openxmlformats.org/drawingml/2006/main">
            <a:r>
              <a:t>    "unhandled image/shading at seq 2011: [414.35400390625, 168.08401489257812, 455.35699462890625, 170.916015625]; requires reviewed raster region",</a:t>
            </a:r>
          </a:p>
          <a:p xmlns:a="http://schemas.openxmlformats.org/drawingml/2006/main">
            <a:r>
              <a:t>    "unhandled image/shading at seq 2012: [414.35400390625, 112.10400390625, 427.7969970703125, 139.59600830078125]; requires reviewed raster region",</a:t>
            </a:r>
          </a:p>
          <a:p xmlns:a="http://schemas.openxmlformats.org/drawingml/2006/main">
            <a:r>
              <a:t>    "unhandled image/shading at seq 2013: [414.35400390625, 112.64399719238281, 428.2610168457031, 139.95599365234375]; requires reviewed raster region",</a:t>
            </a:r>
          </a:p>
          <a:p xmlns:a="http://schemas.openxmlformats.org/drawingml/2006/main">
            <a:r>
              <a:t>    "unhandled image/shading at seq 2014: [414.35400390625, 176.9639892578125, 455.35699462890625, 188.19598388671875]; requires reviewed raster region",</a:t>
            </a:r>
          </a:p>
          <a:p xmlns:a="http://schemas.openxmlformats.org/drawingml/2006/main">
            <a:r>
              <a:t>    "unhandled image/shading at seq 2015: [414.35400390625, 175.7639923095703, 455.35699462890625, 177.33599853515625]; requires reviewed raster region"</a:t>
            </a:r>
          </a:p>
          <a:p xmlns:a="http://schemas.openxmlformats.org/drawingml/2006/main">
            <a:r>
              <a:t>  ],</a:t>
            </a:r>
          </a:p>
          <a:p xmlns:a="http://schemas.openxmlformats.org/drawingml/2006/main">
            <a:r>
              <a:t>  "ignored_invisible_text_spans": 0,</a:t>
            </a:r>
          </a:p>
          <a:p xmlns:a="http://schemas.openxmlformats.org/drawingml/2006/main">
            <a:r>
              <a:t>  "extraction_warnings_reviewed": [</a:t>
            </a:r>
          </a:p>
          <a:p xmlns:a="http://schemas.openxmlformats.org/drawingml/2006/main">
            <a:r>
              <a:t>    "All corrupt source-font text removed and manually transcribed after pixel inspection. Hundreds of source raster fragments are restricted to six original physical-visual components or native room-layout gradient contours. No full-figure image is embedded. Remaining source transparent arrow/drop-shadow rasters omitted; all logical arrows retain native source geometry."</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d8fbc8e1d440d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e8414c6325141d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9699bf18123420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766cba326d7480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80d3eb701e645f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dcdc545658a45b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EE0C2D-DB06-46E0-B72F-C66A84BF73E6}"/>
              </a:ext>
            </a:extLst>
          </p:cNvPr>
          <p:cNvSpPr>
            <a:spLocks xmlns:a="http://schemas.openxmlformats.org/drawingml/2006/main" noGrp="1"/>
          </p:cNvSpPr>
          <p:nvPr>
            <p:ph type="title" idx="0"/>
          </p:nvPr>
        </p:nvSpPr>
        <p:spPr>
          <a:xfrm xmlns:a="http://schemas.openxmlformats.org/drawingml/2006/main">
            <a:off x="1414463" y="2493645"/>
            <a:ext cx="11315700" cy="95345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62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D865977-6A04-4E4F-A20F-93CB2777931C}"/>
              </a:ext>
            </a:extLst>
          </p:cNvPr>
          <p:cNvSpPr>
            <a:spLocks xmlns:a="http://schemas.openxmlformats.org/drawingml/2006/main" noGrp="1"/>
          </p:cNvSpPr>
          <p:nvPr>
            <p:ph type="subTitle" idx="1"/>
          </p:nvPr>
        </p:nvSpPr>
        <p:spPr>
          <a:xfrm xmlns:a="http://schemas.openxmlformats.org/drawingml/2006/main">
            <a:off x="2121694" y="3630454"/>
            <a:ext cx="9901238" cy="7334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021"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E6CC5B7-C31C-46F5-B2A3-32542B3863F0}"/>
              </a:ext>
            </a:extLst>
          </p:cNvPr>
          <p:cNvSpPr>
            <a:spLocks xmlns:a="http://schemas.openxmlformats.org/drawingml/2006/main" noGrp="1"/>
          </p:cNvSpPr>
          <p:nvPr>
            <p:ph type="title" idx="0"/>
          </p:nvPr>
        </p:nvSpPr>
        <p:spPr>
          <a:xfrm xmlns:a="http://schemas.openxmlformats.org/drawingml/2006/main">
            <a:off x="1414463" y="2750344"/>
            <a:ext cx="11315700" cy="110013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042"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D66B670-0424-40A3-8363-3C9C9C84F433}"/>
              </a:ext>
            </a:extLst>
          </p:cNvPr>
          <p:cNvSpPr>
            <a:spLocks xmlns:a="http://schemas.openxmlformats.org/drawingml/2006/main" noGrp="1"/>
          </p:cNvSpPr>
          <p:nvPr>
            <p:ph type="title" idx="0"/>
          </p:nvPr>
        </p:nvSpPr>
        <p:spPr>
          <a:xfrm xmlns:a="http://schemas.openxmlformats.org/drawingml/2006/main">
            <a:off x="795635" y="513398"/>
            <a:ext cx="12553355" cy="80676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76"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13BA7DD-658C-4B73-AFDC-97E1BEDAA37D}"/>
              </a:ext>
            </a:extLst>
          </p:cNvPr>
          <p:cNvSpPr>
            <a:spLocks xmlns:a="http://schemas.openxmlformats.org/drawingml/2006/main" noGrp="1"/>
          </p:cNvSpPr>
          <p:nvPr>
            <p:ph type="body" idx="1"/>
          </p:nvPr>
        </p:nvSpPr>
        <p:spPr>
          <a:xfrm xmlns:a="http://schemas.openxmlformats.org/drawingml/2006/main">
            <a:off x="795635" y="1833563"/>
            <a:ext cx="12553355" cy="41071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66" b="0">
                <a:solidFill>
                  <a:schemeClr val="tx1"/>
                </a:solidFill>
                <a:latin typeface="+mn-lt"/>
                <a:ea typeface="+mn-lt"/>
                <a:cs typeface="+mn-lt"/>
              </a:defRPr>
            </a:defPPr>
            <a:lvl1pPr marL="220028" indent="-220027">
              <a:lnSpc>
                <a:spcPct val="110000"/>
              </a:lnSpc>
              <a:spcBef>
                <a:spcPts val="0"/>
              </a:spcBef>
              <a:spcAft>
                <a:spcPts val="1155"/>
              </a:spcAft>
              <a:buChar char="•"/>
            </a:lvl1pPr>
            <a:lvl2pPr marL="513398" indent="-220027">
              <a:lnSpc>
                <a:spcPct val="110000"/>
              </a:lnSpc>
              <a:spcBef>
                <a:spcPts val="0"/>
              </a:spcBef>
              <a:spcAft>
                <a:spcPts val="1155"/>
              </a:spcAft>
              <a:buChar char="•"/>
            </a:lvl2pPr>
            <a:lvl3pPr marL="806768" indent="-220027">
              <a:lnSpc>
                <a:spcPct val="110000"/>
              </a:lnSpc>
              <a:spcBef>
                <a:spcPts val="0"/>
              </a:spcBef>
              <a:spcAft>
                <a:spcPts val="1155"/>
              </a:spcAft>
              <a:buChar char="•"/>
            </a:lvl3pPr>
            <a:lvl4pPr marL="1100138" indent="-220027">
              <a:lnSpc>
                <a:spcPct val="110000"/>
              </a:lnSpc>
              <a:spcBef>
                <a:spcPts val="0"/>
              </a:spcBef>
              <a:spcAft>
                <a:spcPts val="1155"/>
              </a:spcAft>
              <a:buChar char="•"/>
            </a:lvl4pPr>
            <a:lvl5pPr marL="1393508" indent="-220027">
              <a:lnSpc>
                <a:spcPct val="110000"/>
              </a:lnSpc>
              <a:spcBef>
                <a:spcPts val="0"/>
              </a:spcBef>
              <a:spcAft>
                <a:spcPts val="1155"/>
              </a:spcAft>
              <a:buChar char="•"/>
            </a:lvl5pPr>
            <a:lvl6pPr marL="1686878" indent="-220027">
              <a:lnSpc>
                <a:spcPct val="110000"/>
              </a:lnSpc>
              <a:spcBef>
                <a:spcPts val="0"/>
              </a:spcBef>
              <a:spcAft>
                <a:spcPts val="1155"/>
              </a:spcAft>
              <a:buChar char="•"/>
            </a:lvl6pPr>
            <a:lvl7pPr marL="1980248" indent="-220027">
              <a:lnSpc>
                <a:spcPct val="110000"/>
              </a:lnSpc>
              <a:spcBef>
                <a:spcPts val="0"/>
              </a:spcBef>
              <a:spcAft>
                <a:spcPts val="1155"/>
              </a:spcAft>
              <a:buChar char="•"/>
            </a:lvl7pPr>
            <a:lvl8pPr marL="2273618" indent="-220027">
              <a:lnSpc>
                <a:spcPct val="110000"/>
              </a:lnSpc>
              <a:spcBef>
                <a:spcPts val="0"/>
              </a:spcBef>
              <a:spcAft>
                <a:spcPts val="1155"/>
              </a:spcAft>
              <a:buChar char="•"/>
            </a:lvl8pPr>
            <a:lvl9pPr marL="2566988" indent="-220027">
              <a:lnSpc>
                <a:spcPct val="110000"/>
              </a:lnSpc>
              <a:spcBef>
                <a:spcPts val="0"/>
              </a:spcBef>
              <a:spcAft>
                <a:spcPts val="1155"/>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B82718D-0DAF-40AF-A8FB-82BC7576496F}"/>
              </a:ext>
            </a:extLst>
          </p:cNvPr>
          <p:cNvSpPr>
            <a:spLocks xmlns:a="http://schemas.openxmlformats.org/drawingml/2006/main" noGrp="1"/>
          </p:cNvSpPr>
          <p:nvPr>
            <p:ph type="title" idx="0"/>
          </p:nvPr>
        </p:nvSpPr>
        <p:spPr>
          <a:xfrm xmlns:a="http://schemas.openxmlformats.org/drawingml/2006/main">
            <a:off x="795635" y="513398"/>
            <a:ext cx="12553355" cy="80676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76"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E66ED0-7724-47FE-91CC-BDE9B85916BE}"/>
              </a:ext>
            </a:extLst>
          </p:cNvPr>
          <p:cNvSpPr>
            <a:spLocks xmlns:a="http://schemas.openxmlformats.org/drawingml/2006/main" noGrp="1"/>
          </p:cNvSpPr>
          <p:nvPr>
            <p:ph type="body" idx="1"/>
          </p:nvPr>
        </p:nvSpPr>
        <p:spPr>
          <a:xfrm xmlns:a="http://schemas.openxmlformats.org/drawingml/2006/main">
            <a:off x="795635" y="1833563"/>
            <a:ext cx="5834658" cy="41071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21" b="0">
                <a:solidFill>
                  <a:schemeClr val="tx1"/>
                </a:solidFill>
                <a:latin typeface="+mn-lt"/>
                <a:ea typeface="+mn-lt"/>
                <a:cs typeface="+mn-lt"/>
              </a:defRPr>
            </a:defPPr>
            <a:lvl1pPr marL="220028" indent="-220027">
              <a:lnSpc>
                <a:spcPct val="110000"/>
              </a:lnSpc>
              <a:spcBef>
                <a:spcPts val="0"/>
              </a:spcBef>
              <a:spcAft>
                <a:spcPts val="1155"/>
              </a:spcAft>
              <a:buChar char="•"/>
            </a:lvl1pPr>
            <a:lvl2pPr marL="513398" indent="-220027">
              <a:lnSpc>
                <a:spcPct val="110000"/>
              </a:lnSpc>
              <a:spcBef>
                <a:spcPts val="0"/>
              </a:spcBef>
              <a:spcAft>
                <a:spcPts val="1155"/>
              </a:spcAft>
              <a:buChar char="•"/>
            </a:lvl2pPr>
            <a:lvl3pPr marL="806768" indent="-220027">
              <a:lnSpc>
                <a:spcPct val="110000"/>
              </a:lnSpc>
              <a:spcBef>
                <a:spcPts val="0"/>
              </a:spcBef>
              <a:spcAft>
                <a:spcPts val="1155"/>
              </a:spcAft>
              <a:buChar char="•"/>
            </a:lvl3pPr>
            <a:lvl4pPr marL="1100138" indent="-220027">
              <a:lnSpc>
                <a:spcPct val="110000"/>
              </a:lnSpc>
              <a:spcBef>
                <a:spcPts val="0"/>
              </a:spcBef>
              <a:spcAft>
                <a:spcPts val="1155"/>
              </a:spcAft>
              <a:buChar char="•"/>
            </a:lvl4pPr>
            <a:lvl5pPr marL="1393508" indent="-220027">
              <a:lnSpc>
                <a:spcPct val="110000"/>
              </a:lnSpc>
              <a:spcBef>
                <a:spcPts val="0"/>
              </a:spcBef>
              <a:spcAft>
                <a:spcPts val="1155"/>
              </a:spcAft>
              <a:buChar char="•"/>
            </a:lvl5pPr>
            <a:lvl6pPr marL="1686878" indent="-220027">
              <a:lnSpc>
                <a:spcPct val="110000"/>
              </a:lnSpc>
              <a:spcBef>
                <a:spcPts val="0"/>
              </a:spcBef>
              <a:spcAft>
                <a:spcPts val="1155"/>
              </a:spcAft>
              <a:buChar char="•"/>
            </a:lvl6pPr>
            <a:lvl7pPr marL="1980248" indent="-220027">
              <a:lnSpc>
                <a:spcPct val="110000"/>
              </a:lnSpc>
              <a:spcBef>
                <a:spcPts val="0"/>
              </a:spcBef>
              <a:spcAft>
                <a:spcPts val="1155"/>
              </a:spcAft>
              <a:buChar char="•"/>
            </a:lvl7pPr>
            <a:lvl8pPr marL="2273618" indent="-220027">
              <a:lnSpc>
                <a:spcPct val="110000"/>
              </a:lnSpc>
              <a:spcBef>
                <a:spcPts val="0"/>
              </a:spcBef>
              <a:spcAft>
                <a:spcPts val="1155"/>
              </a:spcAft>
              <a:buChar char="•"/>
            </a:lvl8pPr>
            <a:lvl9pPr marL="2566988" indent="-220027">
              <a:lnSpc>
                <a:spcPct val="110000"/>
              </a:lnSpc>
              <a:spcBef>
                <a:spcPts val="0"/>
              </a:spcBef>
              <a:spcAft>
                <a:spcPts val="1155"/>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11F0C4D-0A4C-470C-99A9-509D6E0D3447}"/>
              </a:ext>
            </a:extLst>
          </p:cNvPr>
          <p:cNvSpPr>
            <a:spLocks xmlns:a="http://schemas.openxmlformats.org/drawingml/2006/main" noGrp="1"/>
          </p:cNvSpPr>
          <p:nvPr>
            <p:ph type="body" idx="2"/>
          </p:nvPr>
        </p:nvSpPr>
        <p:spPr>
          <a:xfrm xmlns:a="http://schemas.openxmlformats.org/drawingml/2006/main">
            <a:off x="7514332" y="1833563"/>
            <a:ext cx="5834658" cy="41071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21" b="0">
                <a:solidFill>
                  <a:schemeClr val="tx1"/>
                </a:solidFill>
                <a:latin typeface="+mn-lt"/>
                <a:ea typeface="+mn-lt"/>
                <a:cs typeface="+mn-lt"/>
              </a:defRPr>
            </a:defPPr>
            <a:lvl1pPr marL="220028" indent="-220027">
              <a:lnSpc>
                <a:spcPct val="110000"/>
              </a:lnSpc>
              <a:spcBef>
                <a:spcPts val="0"/>
              </a:spcBef>
              <a:spcAft>
                <a:spcPts val="1155"/>
              </a:spcAft>
              <a:buChar char="•"/>
            </a:lvl1pPr>
            <a:lvl2pPr marL="513398" indent="-220027">
              <a:lnSpc>
                <a:spcPct val="110000"/>
              </a:lnSpc>
              <a:spcBef>
                <a:spcPts val="0"/>
              </a:spcBef>
              <a:spcAft>
                <a:spcPts val="1155"/>
              </a:spcAft>
              <a:buChar char="•"/>
            </a:lvl2pPr>
            <a:lvl3pPr marL="806768" indent="-220027">
              <a:lnSpc>
                <a:spcPct val="110000"/>
              </a:lnSpc>
              <a:spcBef>
                <a:spcPts val="0"/>
              </a:spcBef>
              <a:spcAft>
                <a:spcPts val="1155"/>
              </a:spcAft>
              <a:buChar char="•"/>
            </a:lvl3pPr>
            <a:lvl4pPr marL="1100138" indent="-220027">
              <a:lnSpc>
                <a:spcPct val="110000"/>
              </a:lnSpc>
              <a:spcBef>
                <a:spcPts val="0"/>
              </a:spcBef>
              <a:spcAft>
                <a:spcPts val="1155"/>
              </a:spcAft>
              <a:buChar char="•"/>
            </a:lvl4pPr>
            <a:lvl5pPr marL="1393508" indent="-220027">
              <a:lnSpc>
                <a:spcPct val="110000"/>
              </a:lnSpc>
              <a:spcBef>
                <a:spcPts val="0"/>
              </a:spcBef>
              <a:spcAft>
                <a:spcPts val="1155"/>
              </a:spcAft>
              <a:buChar char="•"/>
            </a:lvl5pPr>
            <a:lvl6pPr marL="1686878" indent="-220027">
              <a:lnSpc>
                <a:spcPct val="110000"/>
              </a:lnSpc>
              <a:spcBef>
                <a:spcPts val="0"/>
              </a:spcBef>
              <a:spcAft>
                <a:spcPts val="1155"/>
              </a:spcAft>
              <a:buChar char="•"/>
            </a:lvl6pPr>
            <a:lvl7pPr marL="1980248" indent="-220027">
              <a:lnSpc>
                <a:spcPct val="110000"/>
              </a:lnSpc>
              <a:spcBef>
                <a:spcPts val="0"/>
              </a:spcBef>
              <a:spcAft>
                <a:spcPts val="1155"/>
              </a:spcAft>
              <a:buChar char="•"/>
            </a:lvl7pPr>
            <a:lvl8pPr marL="2273618" indent="-220027">
              <a:lnSpc>
                <a:spcPct val="110000"/>
              </a:lnSpc>
              <a:spcBef>
                <a:spcPts val="0"/>
              </a:spcBef>
              <a:spcAft>
                <a:spcPts val="1155"/>
              </a:spcAft>
              <a:buChar char="•"/>
            </a:lvl8pPr>
            <a:lvl9pPr marL="2566988" indent="-220027">
              <a:lnSpc>
                <a:spcPct val="110000"/>
              </a:lnSpc>
              <a:spcBef>
                <a:spcPts val="0"/>
              </a:spcBef>
              <a:spcAft>
                <a:spcPts val="1155"/>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3BD156-4DE2-4BBE-A562-7631AB9C7242}"/>
              </a:ext>
            </a:extLst>
          </p:cNvPr>
          <p:cNvSpPr>
            <a:spLocks xmlns:a="http://schemas.openxmlformats.org/drawingml/2006/main" noGrp="1"/>
          </p:cNvSpPr>
          <p:nvPr>
            <p:ph type="title" idx="0"/>
          </p:nvPr>
        </p:nvSpPr>
        <p:spPr>
          <a:xfrm xmlns:a="http://schemas.openxmlformats.org/drawingml/2006/main">
            <a:off x="795635" y="513398"/>
            <a:ext cx="12553355" cy="80676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76"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6F80943-FE73-4D17-8DF0-04930E01B288}"/>
              </a:ext>
            </a:extLst>
          </p:cNvPr>
          <p:cNvSpPr>
            <a:spLocks xmlns:a="http://schemas.openxmlformats.org/drawingml/2006/main" noGrp="1"/>
          </p:cNvSpPr>
          <p:nvPr>
            <p:ph type="body" idx="1"/>
          </p:nvPr>
        </p:nvSpPr>
        <p:spPr>
          <a:xfrm xmlns:a="http://schemas.openxmlformats.org/drawingml/2006/main">
            <a:off x="795635" y="1833563"/>
            <a:ext cx="5834658" cy="41071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66" b="0">
                <a:solidFill>
                  <a:schemeClr val="tx1"/>
                </a:solidFill>
                <a:latin typeface="+mn-lt"/>
                <a:ea typeface="+mn-lt"/>
                <a:cs typeface="+mn-lt"/>
              </a:defRPr>
            </a:defPPr>
            <a:lvl1pPr marL="220028" indent="-220027">
              <a:lnSpc>
                <a:spcPct val="110000"/>
              </a:lnSpc>
              <a:spcBef>
                <a:spcPts val="0"/>
              </a:spcBef>
              <a:spcAft>
                <a:spcPts val="1155"/>
              </a:spcAft>
              <a:buChar char="•"/>
            </a:lvl1pPr>
            <a:lvl2pPr marL="513398" indent="-220027">
              <a:lnSpc>
                <a:spcPct val="110000"/>
              </a:lnSpc>
              <a:spcBef>
                <a:spcPts val="0"/>
              </a:spcBef>
              <a:spcAft>
                <a:spcPts val="1155"/>
              </a:spcAft>
              <a:buChar char="•"/>
            </a:lvl2pPr>
            <a:lvl3pPr marL="806768" indent="-220027">
              <a:lnSpc>
                <a:spcPct val="110000"/>
              </a:lnSpc>
              <a:spcBef>
                <a:spcPts val="0"/>
              </a:spcBef>
              <a:spcAft>
                <a:spcPts val="1155"/>
              </a:spcAft>
              <a:buChar char="•"/>
            </a:lvl3pPr>
            <a:lvl4pPr marL="1100138" indent="-220027">
              <a:lnSpc>
                <a:spcPct val="110000"/>
              </a:lnSpc>
              <a:spcBef>
                <a:spcPts val="0"/>
              </a:spcBef>
              <a:spcAft>
                <a:spcPts val="1155"/>
              </a:spcAft>
              <a:buChar char="•"/>
            </a:lvl4pPr>
            <a:lvl5pPr marL="1393508" indent="-220027">
              <a:lnSpc>
                <a:spcPct val="110000"/>
              </a:lnSpc>
              <a:spcBef>
                <a:spcPts val="0"/>
              </a:spcBef>
              <a:spcAft>
                <a:spcPts val="1155"/>
              </a:spcAft>
              <a:buChar char="•"/>
            </a:lvl5pPr>
            <a:lvl6pPr marL="1686878" indent="-220027">
              <a:lnSpc>
                <a:spcPct val="110000"/>
              </a:lnSpc>
              <a:spcBef>
                <a:spcPts val="0"/>
              </a:spcBef>
              <a:spcAft>
                <a:spcPts val="1155"/>
              </a:spcAft>
              <a:buChar char="•"/>
            </a:lvl6pPr>
            <a:lvl7pPr marL="1980248" indent="-220027">
              <a:lnSpc>
                <a:spcPct val="110000"/>
              </a:lnSpc>
              <a:spcBef>
                <a:spcPts val="0"/>
              </a:spcBef>
              <a:spcAft>
                <a:spcPts val="1155"/>
              </a:spcAft>
              <a:buChar char="•"/>
            </a:lvl7pPr>
            <a:lvl8pPr marL="2273618" indent="-220027">
              <a:lnSpc>
                <a:spcPct val="110000"/>
              </a:lnSpc>
              <a:spcBef>
                <a:spcPts val="0"/>
              </a:spcBef>
              <a:spcAft>
                <a:spcPts val="1155"/>
              </a:spcAft>
              <a:buChar char="•"/>
            </a:lvl8pPr>
            <a:lvl9pPr marL="2566988" indent="-220027">
              <a:lnSpc>
                <a:spcPct val="110000"/>
              </a:lnSpc>
              <a:spcBef>
                <a:spcPts val="0"/>
              </a:spcBef>
              <a:spcAft>
                <a:spcPts val="1155"/>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50e0cade6b4ec5" /><Relationship Type="http://schemas.openxmlformats.org/officeDocument/2006/relationships/slideLayout" Target="/ppt/slideLayouts/slideLayout1.xml" Id="R84d1b61990be4177" /><Relationship Type="http://schemas.openxmlformats.org/officeDocument/2006/relationships/slideLayout" Target="/ppt/slideLayouts/slideLayout2.xml" Id="R3041b3b2401d41ab" /><Relationship Type="http://schemas.openxmlformats.org/officeDocument/2006/relationships/slideLayout" Target="/ppt/slideLayouts/slideLayout3.xml" Id="R3e105028101848fb" /><Relationship Type="http://schemas.openxmlformats.org/officeDocument/2006/relationships/slideLayout" Target="/ppt/slideLayouts/slideLayout4.xml" Id="R0b3207a1e37142b0" /><Relationship Type="http://schemas.openxmlformats.org/officeDocument/2006/relationships/slideLayout" Target="/ppt/slideLayouts/slideLayout5.xml" Id="Rcc8e0049a6474b3d" /><Relationship Type="http://schemas.openxmlformats.org/officeDocument/2006/relationships/slideLayout" Target="/ppt/slideLayouts/slideLayout6.xml" Id="R2369bc8257c440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d1b61990be4177"/>
    <p:sldLayoutId xmlns:r="http://schemas.openxmlformats.org/officeDocument/2006/relationships" id="2147483650" r:id="R3041b3b2401d41ab"/>
    <p:sldLayoutId xmlns:r="http://schemas.openxmlformats.org/officeDocument/2006/relationships" id="2147483651" r:id="R3e105028101848fb"/>
    <p:sldLayoutId xmlns:r="http://schemas.openxmlformats.org/officeDocument/2006/relationships" id="2147483652" r:id="R0b3207a1e37142b0"/>
    <p:sldLayoutId xmlns:r="http://schemas.openxmlformats.org/officeDocument/2006/relationships" id="2147483653" r:id="Rcc8e0049a6474b3d"/>
    <p:sldLayoutId xmlns:r="http://schemas.openxmlformats.org/officeDocument/2006/relationships" id="2147483654" r:id="R2369bc8257c440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7e7b1c844084308" /><Relationship Type="http://schemas.openxmlformats.org/officeDocument/2006/relationships/image" Target="/ppt/media/image.png" Id="R93cdbe146ced4650" /><Relationship Type="http://schemas.openxmlformats.org/officeDocument/2006/relationships/image" Target="/ppt/media/image2.png" Id="Rb3f8feae478d4006" /><Relationship Type="http://schemas.openxmlformats.org/officeDocument/2006/relationships/image" Target="/ppt/media/image3.png" Id="R386b1e39125049bd" /><Relationship Type="http://schemas.openxmlformats.org/officeDocument/2006/relationships/image" Target="/ppt/media/image4.png" Id="Rc48e2e42035044f1" /><Relationship Type="http://schemas.openxmlformats.org/officeDocument/2006/relationships/image" Target="/ppt/media/image5.png" Id="R7130b4dbc4cd41c5" /><Relationship Type="http://schemas.openxmlformats.org/officeDocument/2006/relationships/image" Target="/ppt/media/image6.png" Id="R290da4200c3942d0" /><Relationship Type="http://schemas.openxmlformats.org/officeDocument/2006/relationships/image" Target="/ppt/media/image7.png" Id="Rcd40d1b7c48d4165" /><Relationship Type="http://schemas.openxmlformats.org/officeDocument/2006/relationships/image" Target="/ppt/media/image8.png" Id="R69a0e67248184237" /><Relationship Type="http://schemas.openxmlformats.org/officeDocument/2006/relationships/image" Target="/ppt/media/image9.png" Id="R67110f1adbdd46c9" /><Relationship Type="http://schemas.openxmlformats.org/officeDocument/2006/relationships/image" Target="/ppt/media/image10.png" Id="R9cbf3a4087644a32" /><Relationship Type="http://schemas.openxmlformats.org/officeDocument/2006/relationships/image" Target="/ppt/media/image11.png" Id="Rf863c97789f64888" /><Relationship Type="http://schemas.openxmlformats.org/officeDocument/2006/relationships/image" Target="/ppt/media/image12.png" Id="Rf9f60c894c834a83" /><Relationship Type="http://schemas.openxmlformats.org/officeDocument/2006/relationships/image" Target="/ppt/media/image13.png" Id="R88bb038a806040a8" /><Relationship Type="http://schemas.openxmlformats.org/officeDocument/2006/relationships/image" Target="/ppt/media/image14.png" Id="Rea9325755b8b4e89" /><Relationship Type="http://schemas.openxmlformats.org/officeDocument/2006/relationships/image" Target="/ppt/media/image15.png" Id="Rb4336247f52543a9" /><Relationship Type="http://schemas.openxmlformats.org/officeDocument/2006/relationships/image" Target="/ppt/media/image16.png" Id="R68712059ae3c4513" /><Relationship Type="http://schemas.openxmlformats.org/officeDocument/2006/relationships/image" Target="/ppt/media/image17.png" Id="Rd7c1a99f30954366" /><Relationship Type="http://schemas.openxmlformats.org/officeDocument/2006/relationships/image" Target="/ppt/media/image18.png" Id="R4cb9270a4049407e" /><Relationship Type="http://schemas.openxmlformats.org/officeDocument/2006/relationships/notesSlide" Target="/ppt/notesSlides/notesSlide1.xml" Id="Ra5d0b2028f35479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74" name="pdf-path-1">
            <a:extLst xmlns:a="http://schemas.openxmlformats.org/drawingml/2006/main">
              <a:ext uri="{FF2B5EF4-FFF2-40B4-BE49-F238E27FC236}">
                <a16:creationId xmlns:a16="http://schemas.microsoft.com/office/drawing/2014/main" id="{CE1022EF-9E92-45B7-A254-0BB1F9301EB6}"/>
              </a:ext>
            </a:extLst>
          </p:cNvPr>
          <p:cNvSpPr>
            <a:spLocks xmlns:a="http://schemas.openxmlformats.org/drawingml/2006/main" noGrp="1"/>
          </p:cNvSpPr>
          <p:nvPr/>
        </p:nvSpPr>
        <p:spPr>
          <a:xfrm xmlns:a="http://schemas.openxmlformats.org/drawingml/2006/main" rot="0">
            <a:off x="12120686" y="45263"/>
            <a:ext cx="1956502" cy="6445977"/>
          </a:xfrm>
          <a:custGeom xmlns:a="http://schemas.openxmlformats.org/drawingml/2006/main">
            <a:pathLst>
              <a:path w="1956502" h="6445977">
                <a:moveTo>
                  <a:pt x="1642120" y="6445977"/>
                </a:moveTo>
                <a:lnTo>
                  <a:pt x="314411" y="6445977"/>
                </a:lnTo>
                <a:cubicBezTo>
                  <a:pt x="227543" y="6445977"/>
                  <a:pt x="149047" y="6410829"/>
                  <a:pt x="92098" y="6353909"/>
                </a:cubicBezTo>
                <a:cubicBezTo>
                  <a:pt x="73295" y="6335106"/>
                  <a:pt x="56893" y="6313961"/>
                  <a:pt x="43320" y="6290958"/>
                </a:cubicBezTo>
                <a:lnTo>
                  <a:pt x="754894" y="6290958"/>
                </a:lnTo>
                <a:lnTo>
                  <a:pt x="754894" y="6082932"/>
                </a:lnTo>
                <a:lnTo>
                  <a:pt x="1956502" y="6082932"/>
                </a:lnTo>
                <a:lnTo>
                  <a:pt x="1956502" y="6131594"/>
                </a:lnTo>
                <a:cubicBezTo>
                  <a:pt x="1956502" y="6218463"/>
                  <a:pt x="1921354" y="6296958"/>
                  <a:pt x="1864434" y="6353909"/>
                </a:cubicBezTo>
                <a:cubicBezTo>
                  <a:pt x="1807483" y="6410829"/>
                  <a:pt x="1728987" y="6445977"/>
                  <a:pt x="1642120" y="6445977"/>
                </a:cubicBezTo>
                <a:moveTo>
                  <a:pt x="288751" y="6055814"/>
                </a:moveTo>
                <a:lnTo>
                  <a:pt x="0" y="6055814"/>
                </a:lnTo>
                <a:lnTo>
                  <a:pt x="0" y="5082949"/>
                </a:lnTo>
                <a:lnTo>
                  <a:pt x="203740" y="5082949"/>
                </a:lnTo>
                <a:lnTo>
                  <a:pt x="203740" y="5581869"/>
                </a:lnTo>
                <a:cubicBezTo>
                  <a:pt x="203740" y="5684167"/>
                  <a:pt x="258889" y="5773607"/>
                  <a:pt x="341100" y="5822013"/>
                </a:cubicBezTo>
                <a:lnTo>
                  <a:pt x="288751" y="5822013"/>
                </a:lnTo>
                <a:lnTo>
                  <a:pt x="288751" y="6055814"/>
                </a:lnTo>
                <a:moveTo>
                  <a:pt x="1956502" y="5822013"/>
                </a:moveTo>
                <a:lnTo>
                  <a:pt x="1737418" y="5822013"/>
                </a:lnTo>
                <a:cubicBezTo>
                  <a:pt x="1747961" y="5815812"/>
                  <a:pt x="1758077" y="5808926"/>
                  <a:pt x="1767678" y="5801410"/>
                </a:cubicBezTo>
                <a:lnTo>
                  <a:pt x="1842773" y="5801410"/>
                </a:lnTo>
                <a:lnTo>
                  <a:pt x="1842773" y="5711628"/>
                </a:lnTo>
                <a:cubicBezTo>
                  <a:pt x="1863205" y="5672880"/>
                  <a:pt x="1874778" y="5628732"/>
                  <a:pt x="1874778" y="5581869"/>
                </a:cubicBezTo>
                <a:lnTo>
                  <a:pt x="1874778" y="4341228"/>
                </a:lnTo>
                <a:lnTo>
                  <a:pt x="1875035" y="4341228"/>
                </a:lnTo>
                <a:lnTo>
                  <a:pt x="1875035" y="3760012"/>
                </a:lnTo>
                <a:lnTo>
                  <a:pt x="1620232" y="3505209"/>
                </a:lnTo>
                <a:lnTo>
                  <a:pt x="1393432" y="3505209"/>
                </a:lnTo>
                <a:lnTo>
                  <a:pt x="1314878" y="3583762"/>
                </a:lnTo>
                <a:lnTo>
                  <a:pt x="1314878" y="3741896"/>
                </a:lnTo>
                <a:lnTo>
                  <a:pt x="787327" y="3741896"/>
                </a:lnTo>
                <a:lnTo>
                  <a:pt x="787327" y="3695662"/>
                </a:lnTo>
                <a:lnTo>
                  <a:pt x="1203665" y="3695662"/>
                </a:lnTo>
                <a:lnTo>
                  <a:pt x="1203665" y="3375336"/>
                </a:lnTo>
                <a:lnTo>
                  <a:pt x="1266729" y="3375336"/>
                </a:lnTo>
                <a:lnTo>
                  <a:pt x="1266729" y="3387023"/>
                </a:lnTo>
                <a:lnTo>
                  <a:pt x="1360198" y="3387023"/>
                </a:lnTo>
                <a:lnTo>
                  <a:pt x="1360198" y="3375336"/>
                </a:lnTo>
                <a:lnTo>
                  <a:pt x="1430293" y="3375336"/>
                </a:lnTo>
                <a:lnTo>
                  <a:pt x="1430293" y="3387023"/>
                </a:lnTo>
                <a:lnTo>
                  <a:pt x="1523761" y="3387023"/>
                </a:lnTo>
                <a:lnTo>
                  <a:pt x="1523761" y="3375336"/>
                </a:lnTo>
                <a:lnTo>
                  <a:pt x="1586027" y="3375336"/>
                </a:lnTo>
                <a:cubicBezTo>
                  <a:pt x="1588657" y="3375336"/>
                  <a:pt x="1591255" y="3375279"/>
                  <a:pt x="1593856" y="3375193"/>
                </a:cubicBezTo>
                <a:lnTo>
                  <a:pt x="1594257" y="3386880"/>
                </a:lnTo>
                <a:cubicBezTo>
                  <a:pt x="1628089" y="3385737"/>
                  <a:pt x="1660180" y="3377565"/>
                  <a:pt x="1689041" y="3363791"/>
                </a:cubicBezTo>
                <a:lnTo>
                  <a:pt x="1684011" y="3353248"/>
                </a:lnTo>
                <a:cubicBezTo>
                  <a:pt x="1705242" y="3343103"/>
                  <a:pt x="1724672" y="3329759"/>
                  <a:pt x="1741646" y="3313871"/>
                </a:cubicBezTo>
                <a:lnTo>
                  <a:pt x="1749648" y="3322387"/>
                </a:lnTo>
                <a:cubicBezTo>
                  <a:pt x="1773451" y="3300126"/>
                  <a:pt x="1792681" y="3273037"/>
                  <a:pt x="1805854" y="3242663"/>
                </a:cubicBezTo>
                <a:lnTo>
                  <a:pt x="1795138" y="3238033"/>
                </a:lnTo>
                <a:cubicBezTo>
                  <a:pt x="1804255" y="3216973"/>
                  <a:pt x="1810284" y="3194256"/>
                  <a:pt x="1812656" y="3170453"/>
                </a:cubicBezTo>
                <a:lnTo>
                  <a:pt x="1824285" y="3171625"/>
                </a:lnTo>
                <a:cubicBezTo>
                  <a:pt x="1825086" y="3163681"/>
                  <a:pt x="1825485" y="3155651"/>
                  <a:pt x="1825485" y="3147536"/>
                </a:cubicBezTo>
                <a:lnTo>
                  <a:pt x="1825485" y="3077041"/>
                </a:lnTo>
                <a:lnTo>
                  <a:pt x="1813798" y="3077041"/>
                </a:lnTo>
                <a:lnTo>
                  <a:pt x="1813798" y="3006947"/>
                </a:lnTo>
                <a:lnTo>
                  <a:pt x="1825485" y="3006947"/>
                </a:lnTo>
                <a:lnTo>
                  <a:pt x="1825485" y="2913478"/>
                </a:lnTo>
                <a:lnTo>
                  <a:pt x="1813798" y="2913478"/>
                </a:lnTo>
                <a:lnTo>
                  <a:pt x="1813798" y="2843356"/>
                </a:lnTo>
                <a:lnTo>
                  <a:pt x="1825485" y="2843356"/>
                </a:lnTo>
                <a:lnTo>
                  <a:pt x="1825485" y="2749886"/>
                </a:lnTo>
                <a:lnTo>
                  <a:pt x="1813798" y="2749886"/>
                </a:lnTo>
                <a:lnTo>
                  <a:pt x="1813798" y="2679792"/>
                </a:lnTo>
                <a:lnTo>
                  <a:pt x="1825485" y="2679792"/>
                </a:lnTo>
                <a:lnTo>
                  <a:pt x="1825485" y="2586323"/>
                </a:lnTo>
                <a:lnTo>
                  <a:pt x="1813798" y="2586323"/>
                </a:lnTo>
                <a:lnTo>
                  <a:pt x="1813798" y="2516229"/>
                </a:lnTo>
                <a:lnTo>
                  <a:pt x="1825485" y="2516229"/>
                </a:lnTo>
                <a:lnTo>
                  <a:pt x="1825485" y="2422760"/>
                </a:lnTo>
                <a:lnTo>
                  <a:pt x="1813798" y="2422760"/>
                </a:lnTo>
                <a:lnTo>
                  <a:pt x="1813798" y="2352637"/>
                </a:lnTo>
                <a:lnTo>
                  <a:pt x="1825485" y="2352637"/>
                </a:lnTo>
                <a:lnTo>
                  <a:pt x="1825485" y="2259197"/>
                </a:lnTo>
                <a:lnTo>
                  <a:pt x="1813798" y="2259197"/>
                </a:lnTo>
                <a:lnTo>
                  <a:pt x="1813798" y="2236422"/>
                </a:lnTo>
                <a:cubicBezTo>
                  <a:pt x="1813798" y="2220506"/>
                  <a:pt x="1812141" y="2204761"/>
                  <a:pt x="1808911" y="2189416"/>
                </a:cubicBezTo>
                <a:lnTo>
                  <a:pt x="1820342" y="2187016"/>
                </a:lnTo>
                <a:cubicBezTo>
                  <a:pt x="1813570" y="2154898"/>
                  <a:pt x="1800254" y="2124466"/>
                  <a:pt x="1781194" y="2097662"/>
                </a:cubicBezTo>
                <a:lnTo>
                  <a:pt x="1771679" y="2104406"/>
                </a:lnTo>
                <a:cubicBezTo>
                  <a:pt x="1764334" y="2094119"/>
                  <a:pt x="1756134" y="2084375"/>
                  <a:pt x="1747075" y="2075345"/>
                </a:cubicBezTo>
                <a:cubicBezTo>
                  <a:pt x="1739504" y="2067744"/>
                  <a:pt x="1731445" y="2060743"/>
                  <a:pt x="1722958" y="2054371"/>
                </a:cubicBezTo>
                <a:lnTo>
                  <a:pt x="1729988" y="2045055"/>
                </a:lnTo>
                <a:cubicBezTo>
                  <a:pt x="1703670" y="2025253"/>
                  <a:pt x="1673609" y="2011137"/>
                  <a:pt x="1641720" y="2003508"/>
                </a:cubicBezTo>
                <a:lnTo>
                  <a:pt x="1639005" y="2014851"/>
                </a:lnTo>
                <a:cubicBezTo>
                  <a:pt x="1632833" y="2013394"/>
                  <a:pt x="1626632" y="2012166"/>
                  <a:pt x="1620345" y="2011222"/>
                </a:cubicBezTo>
                <a:lnTo>
                  <a:pt x="1620345" y="1903409"/>
                </a:lnTo>
                <a:lnTo>
                  <a:pt x="1182033" y="1903409"/>
                </a:lnTo>
                <a:lnTo>
                  <a:pt x="1182033" y="1797710"/>
                </a:lnTo>
                <a:lnTo>
                  <a:pt x="1260901" y="1797710"/>
                </a:lnTo>
                <a:lnTo>
                  <a:pt x="1260901" y="1786023"/>
                </a:lnTo>
                <a:lnTo>
                  <a:pt x="1330995" y="1786023"/>
                </a:lnTo>
                <a:lnTo>
                  <a:pt x="1330995" y="1797710"/>
                </a:lnTo>
                <a:lnTo>
                  <a:pt x="1424464" y="1797710"/>
                </a:lnTo>
                <a:lnTo>
                  <a:pt x="1424464" y="1786023"/>
                </a:lnTo>
                <a:lnTo>
                  <a:pt x="1494558" y="1786023"/>
                </a:lnTo>
                <a:lnTo>
                  <a:pt x="1494558" y="1797710"/>
                </a:lnTo>
                <a:lnTo>
                  <a:pt x="1557938" y="1797710"/>
                </a:lnTo>
                <a:cubicBezTo>
                  <a:pt x="1568654" y="1797710"/>
                  <a:pt x="1579197" y="1796967"/>
                  <a:pt x="1589541" y="1795539"/>
                </a:cubicBezTo>
                <a:lnTo>
                  <a:pt x="1587942" y="1783966"/>
                </a:lnTo>
                <a:cubicBezTo>
                  <a:pt x="1611602" y="1780680"/>
                  <a:pt x="1634005" y="1773536"/>
                  <a:pt x="1654550" y="1763220"/>
                </a:cubicBezTo>
                <a:lnTo>
                  <a:pt x="1659808" y="1773679"/>
                </a:lnTo>
                <a:cubicBezTo>
                  <a:pt x="1689383" y="1758820"/>
                  <a:pt x="1715244" y="1737731"/>
                  <a:pt x="1735704" y="1712128"/>
                </a:cubicBezTo>
                <a:lnTo>
                  <a:pt x="1726587" y="1704841"/>
                </a:lnTo>
                <a:cubicBezTo>
                  <a:pt x="1741046" y="1686725"/>
                  <a:pt x="1752677" y="1666208"/>
                  <a:pt x="1760735" y="1643977"/>
                </a:cubicBezTo>
                <a:lnTo>
                  <a:pt x="1771707" y="1647977"/>
                </a:lnTo>
                <a:cubicBezTo>
                  <a:pt x="1780509" y="1623746"/>
                  <a:pt x="1785309" y="1597571"/>
                  <a:pt x="1785309" y="1570339"/>
                </a:cubicBezTo>
                <a:lnTo>
                  <a:pt x="1785309" y="1552022"/>
                </a:lnTo>
                <a:lnTo>
                  <a:pt x="1773651" y="1552022"/>
                </a:lnTo>
                <a:lnTo>
                  <a:pt x="1773651" y="1481928"/>
                </a:lnTo>
                <a:lnTo>
                  <a:pt x="1785309" y="1481928"/>
                </a:lnTo>
                <a:lnTo>
                  <a:pt x="1785309" y="1388459"/>
                </a:lnTo>
                <a:lnTo>
                  <a:pt x="1773651" y="1388459"/>
                </a:lnTo>
                <a:lnTo>
                  <a:pt x="1773651" y="1318336"/>
                </a:lnTo>
                <a:lnTo>
                  <a:pt x="1785309" y="1318336"/>
                </a:lnTo>
                <a:lnTo>
                  <a:pt x="1785309" y="1224896"/>
                </a:lnTo>
                <a:lnTo>
                  <a:pt x="1773651" y="1224896"/>
                </a:lnTo>
                <a:lnTo>
                  <a:pt x="1773651" y="1154773"/>
                </a:lnTo>
                <a:lnTo>
                  <a:pt x="1785309" y="1154773"/>
                </a:lnTo>
                <a:lnTo>
                  <a:pt x="1785309" y="1061304"/>
                </a:lnTo>
                <a:lnTo>
                  <a:pt x="1773651" y="1061304"/>
                </a:lnTo>
                <a:lnTo>
                  <a:pt x="1773651" y="991209"/>
                </a:lnTo>
                <a:lnTo>
                  <a:pt x="1785309" y="991209"/>
                </a:lnTo>
                <a:lnTo>
                  <a:pt x="1785309" y="897741"/>
                </a:lnTo>
                <a:lnTo>
                  <a:pt x="1773651" y="897741"/>
                </a:lnTo>
                <a:lnTo>
                  <a:pt x="1773651" y="827646"/>
                </a:lnTo>
                <a:lnTo>
                  <a:pt x="1785309" y="827646"/>
                </a:lnTo>
                <a:lnTo>
                  <a:pt x="1785309" y="734177"/>
                </a:lnTo>
                <a:lnTo>
                  <a:pt x="1773651" y="734177"/>
                </a:lnTo>
                <a:lnTo>
                  <a:pt x="1773651" y="707517"/>
                </a:lnTo>
                <a:cubicBezTo>
                  <a:pt x="1773651" y="692915"/>
                  <a:pt x="1772165" y="678456"/>
                  <a:pt x="1769279" y="664369"/>
                </a:cubicBezTo>
                <a:lnTo>
                  <a:pt x="1780708" y="662026"/>
                </a:lnTo>
                <a:cubicBezTo>
                  <a:pt x="1777736" y="647338"/>
                  <a:pt x="1773280" y="633022"/>
                  <a:pt x="1767507" y="619249"/>
                </a:cubicBezTo>
                <a:lnTo>
                  <a:pt x="1896637" y="619249"/>
                </a:lnTo>
                <a:lnTo>
                  <a:pt x="1896637" y="405451"/>
                </a:lnTo>
                <a:lnTo>
                  <a:pt x="61465" y="405451"/>
                </a:lnTo>
                <a:lnTo>
                  <a:pt x="61465" y="619249"/>
                </a:lnTo>
                <a:lnTo>
                  <a:pt x="89926" y="619249"/>
                </a:lnTo>
                <a:cubicBezTo>
                  <a:pt x="78467" y="646395"/>
                  <a:pt x="72152" y="676256"/>
                  <a:pt x="72152" y="707517"/>
                </a:cubicBezTo>
                <a:lnTo>
                  <a:pt x="72152" y="744207"/>
                </a:lnTo>
                <a:lnTo>
                  <a:pt x="83840" y="744207"/>
                </a:lnTo>
                <a:lnTo>
                  <a:pt x="83840" y="814330"/>
                </a:lnTo>
                <a:lnTo>
                  <a:pt x="72152" y="814330"/>
                </a:lnTo>
                <a:lnTo>
                  <a:pt x="72152" y="907799"/>
                </a:lnTo>
                <a:lnTo>
                  <a:pt x="83840" y="907799"/>
                </a:lnTo>
                <a:lnTo>
                  <a:pt x="83840" y="977894"/>
                </a:lnTo>
                <a:lnTo>
                  <a:pt x="72152" y="977894"/>
                </a:lnTo>
                <a:lnTo>
                  <a:pt x="72152" y="1071362"/>
                </a:lnTo>
                <a:lnTo>
                  <a:pt x="83840" y="1071362"/>
                </a:lnTo>
                <a:lnTo>
                  <a:pt x="83840" y="1141457"/>
                </a:lnTo>
                <a:lnTo>
                  <a:pt x="72152" y="1141457"/>
                </a:lnTo>
                <a:lnTo>
                  <a:pt x="72152" y="1234926"/>
                </a:lnTo>
                <a:lnTo>
                  <a:pt x="83840" y="1234926"/>
                </a:lnTo>
                <a:lnTo>
                  <a:pt x="83840" y="1305020"/>
                </a:lnTo>
                <a:lnTo>
                  <a:pt x="72152" y="1305020"/>
                </a:lnTo>
                <a:lnTo>
                  <a:pt x="72152" y="1398489"/>
                </a:lnTo>
                <a:lnTo>
                  <a:pt x="83840" y="1398489"/>
                </a:lnTo>
                <a:lnTo>
                  <a:pt x="83840" y="1468612"/>
                </a:lnTo>
                <a:lnTo>
                  <a:pt x="72152" y="1468612"/>
                </a:lnTo>
                <a:lnTo>
                  <a:pt x="72152" y="1562052"/>
                </a:lnTo>
                <a:lnTo>
                  <a:pt x="83840" y="1562052"/>
                </a:lnTo>
                <a:lnTo>
                  <a:pt x="83840" y="1570339"/>
                </a:lnTo>
                <a:cubicBezTo>
                  <a:pt x="83840" y="1591513"/>
                  <a:pt x="86897" y="1611973"/>
                  <a:pt x="92584" y="1631318"/>
                </a:cubicBezTo>
                <a:lnTo>
                  <a:pt x="81382" y="1634604"/>
                </a:lnTo>
                <a:cubicBezTo>
                  <a:pt x="90812" y="1666665"/>
                  <a:pt x="107100" y="1695755"/>
                  <a:pt x="128560" y="1720215"/>
                </a:cubicBezTo>
                <a:lnTo>
                  <a:pt x="137331" y="1712500"/>
                </a:lnTo>
                <a:cubicBezTo>
                  <a:pt x="152733" y="1730045"/>
                  <a:pt x="170908" y="1745075"/>
                  <a:pt x="191196" y="1756876"/>
                </a:cubicBezTo>
                <a:lnTo>
                  <a:pt x="185309" y="1766992"/>
                </a:lnTo>
                <a:cubicBezTo>
                  <a:pt x="213141" y="1783166"/>
                  <a:pt x="244745" y="1793624"/>
                  <a:pt x="278435" y="1796739"/>
                </a:cubicBezTo>
                <a:lnTo>
                  <a:pt x="279521" y="1785109"/>
                </a:lnTo>
                <a:cubicBezTo>
                  <a:pt x="286121" y="1785709"/>
                  <a:pt x="292808" y="1786023"/>
                  <a:pt x="299552" y="1786023"/>
                </a:cubicBezTo>
                <a:lnTo>
                  <a:pt x="349587" y="1786023"/>
                </a:lnTo>
                <a:lnTo>
                  <a:pt x="349587" y="1797710"/>
                </a:lnTo>
                <a:lnTo>
                  <a:pt x="443056" y="1797710"/>
                </a:lnTo>
                <a:lnTo>
                  <a:pt x="443056" y="1786023"/>
                </a:lnTo>
                <a:lnTo>
                  <a:pt x="513150" y="1786023"/>
                </a:lnTo>
                <a:lnTo>
                  <a:pt x="513150" y="1797710"/>
                </a:lnTo>
                <a:lnTo>
                  <a:pt x="606619" y="1797710"/>
                </a:lnTo>
                <a:lnTo>
                  <a:pt x="606619" y="1786023"/>
                </a:lnTo>
                <a:lnTo>
                  <a:pt x="676713" y="1786023"/>
                </a:lnTo>
                <a:lnTo>
                  <a:pt x="676713" y="1797710"/>
                </a:lnTo>
                <a:lnTo>
                  <a:pt x="756266" y="1797710"/>
                </a:lnTo>
                <a:lnTo>
                  <a:pt x="756266" y="1903409"/>
                </a:lnTo>
                <a:lnTo>
                  <a:pt x="334957" y="1903409"/>
                </a:lnTo>
                <a:lnTo>
                  <a:pt x="334957" y="1998421"/>
                </a:lnTo>
                <a:cubicBezTo>
                  <a:pt x="333128" y="1998621"/>
                  <a:pt x="331270" y="1998850"/>
                  <a:pt x="329470" y="1999107"/>
                </a:cubicBezTo>
                <a:lnTo>
                  <a:pt x="331013" y="2010680"/>
                </a:lnTo>
                <a:cubicBezTo>
                  <a:pt x="307382" y="2013852"/>
                  <a:pt x="284865" y="2020681"/>
                  <a:pt x="264090" y="2030539"/>
                </a:cubicBezTo>
                <a:lnTo>
                  <a:pt x="259090" y="2019995"/>
                </a:lnTo>
                <a:cubicBezTo>
                  <a:pt x="229258" y="2034168"/>
                  <a:pt x="202826" y="2054314"/>
                  <a:pt x="181337" y="2078888"/>
                </a:cubicBezTo>
                <a:lnTo>
                  <a:pt x="190139" y="2086575"/>
                </a:lnTo>
                <a:cubicBezTo>
                  <a:pt x="174851" y="2104091"/>
                  <a:pt x="162192" y="2123951"/>
                  <a:pt x="152791" y="2145554"/>
                </a:cubicBezTo>
                <a:lnTo>
                  <a:pt x="142075" y="2140896"/>
                </a:lnTo>
                <a:cubicBezTo>
                  <a:pt x="129330" y="2170157"/>
                  <a:pt x="122244" y="2202475"/>
                  <a:pt x="122244" y="2236422"/>
                </a:cubicBezTo>
                <a:lnTo>
                  <a:pt x="133931" y="2236422"/>
                </a:lnTo>
                <a:lnTo>
                  <a:pt x="133931" y="2284057"/>
                </a:lnTo>
                <a:lnTo>
                  <a:pt x="122244" y="2284057"/>
                </a:lnTo>
                <a:lnTo>
                  <a:pt x="122244" y="2377525"/>
                </a:lnTo>
                <a:lnTo>
                  <a:pt x="133931" y="2377525"/>
                </a:lnTo>
                <a:lnTo>
                  <a:pt x="133931" y="2447620"/>
                </a:lnTo>
                <a:lnTo>
                  <a:pt x="122244" y="2447620"/>
                </a:lnTo>
                <a:lnTo>
                  <a:pt x="122244" y="2541089"/>
                </a:lnTo>
                <a:lnTo>
                  <a:pt x="133931" y="2541089"/>
                </a:lnTo>
                <a:lnTo>
                  <a:pt x="133931" y="2611183"/>
                </a:lnTo>
                <a:lnTo>
                  <a:pt x="122244" y="2611183"/>
                </a:lnTo>
                <a:lnTo>
                  <a:pt x="122244" y="2704652"/>
                </a:lnTo>
                <a:lnTo>
                  <a:pt x="133931" y="2704652"/>
                </a:lnTo>
                <a:lnTo>
                  <a:pt x="133931" y="2774775"/>
                </a:lnTo>
                <a:lnTo>
                  <a:pt x="122244" y="2774775"/>
                </a:lnTo>
                <a:lnTo>
                  <a:pt x="122244" y="2868244"/>
                </a:lnTo>
                <a:lnTo>
                  <a:pt x="133931" y="2868244"/>
                </a:lnTo>
                <a:lnTo>
                  <a:pt x="133931" y="2938339"/>
                </a:lnTo>
                <a:lnTo>
                  <a:pt x="122244" y="2938339"/>
                </a:lnTo>
                <a:lnTo>
                  <a:pt x="122244" y="3031807"/>
                </a:lnTo>
                <a:lnTo>
                  <a:pt x="133931" y="3031807"/>
                </a:lnTo>
                <a:lnTo>
                  <a:pt x="133931" y="3101902"/>
                </a:lnTo>
                <a:lnTo>
                  <a:pt x="122244" y="3101902"/>
                </a:lnTo>
                <a:lnTo>
                  <a:pt x="122244" y="3147536"/>
                </a:lnTo>
                <a:cubicBezTo>
                  <a:pt x="122244" y="3164624"/>
                  <a:pt x="124044" y="3181340"/>
                  <a:pt x="127473" y="3197428"/>
                </a:cubicBezTo>
                <a:lnTo>
                  <a:pt x="138904" y="3194999"/>
                </a:lnTo>
                <a:cubicBezTo>
                  <a:pt x="143819" y="3218259"/>
                  <a:pt x="152305" y="3240205"/>
                  <a:pt x="163735" y="3260236"/>
                </a:cubicBezTo>
                <a:lnTo>
                  <a:pt x="153591" y="3266037"/>
                </a:lnTo>
                <a:cubicBezTo>
                  <a:pt x="169907" y="3294640"/>
                  <a:pt x="191939" y="3319529"/>
                  <a:pt x="218114" y="3339189"/>
                </a:cubicBezTo>
                <a:lnTo>
                  <a:pt x="225114" y="3329845"/>
                </a:lnTo>
                <a:cubicBezTo>
                  <a:pt x="243659" y="3343761"/>
                  <a:pt x="264405" y="3354905"/>
                  <a:pt x="286722" y="3362706"/>
                </a:cubicBezTo>
                <a:lnTo>
                  <a:pt x="282864" y="3373736"/>
                </a:lnTo>
                <a:cubicBezTo>
                  <a:pt x="307582" y="3382337"/>
                  <a:pt x="334128" y="3387023"/>
                  <a:pt x="361732" y="3387023"/>
                </a:cubicBezTo>
                <a:lnTo>
                  <a:pt x="378762" y="3387023"/>
                </a:lnTo>
                <a:lnTo>
                  <a:pt x="378762" y="3375336"/>
                </a:lnTo>
                <a:lnTo>
                  <a:pt x="448885" y="3375336"/>
                </a:lnTo>
                <a:lnTo>
                  <a:pt x="448885" y="3387023"/>
                </a:lnTo>
                <a:lnTo>
                  <a:pt x="542325" y="3387023"/>
                </a:lnTo>
                <a:lnTo>
                  <a:pt x="542325" y="3375336"/>
                </a:lnTo>
                <a:lnTo>
                  <a:pt x="612448" y="3375336"/>
                </a:lnTo>
                <a:lnTo>
                  <a:pt x="612448" y="3387023"/>
                </a:lnTo>
                <a:lnTo>
                  <a:pt x="705917" y="3387023"/>
                </a:lnTo>
                <a:lnTo>
                  <a:pt x="705917" y="3375336"/>
                </a:lnTo>
                <a:lnTo>
                  <a:pt x="776012" y="3375336"/>
                </a:lnTo>
                <a:lnTo>
                  <a:pt x="776012" y="3387023"/>
                </a:lnTo>
                <a:lnTo>
                  <a:pt x="777898" y="3387023"/>
                </a:lnTo>
                <a:lnTo>
                  <a:pt x="777898" y="3597078"/>
                </a:lnTo>
                <a:cubicBezTo>
                  <a:pt x="777383" y="3596392"/>
                  <a:pt x="776811" y="3595735"/>
                  <a:pt x="776269" y="3595106"/>
                </a:cubicBezTo>
                <a:lnTo>
                  <a:pt x="776269" y="3588163"/>
                </a:lnTo>
                <a:cubicBezTo>
                  <a:pt x="776269" y="3563588"/>
                  <a:pt x="756324" y="3543643"/>
                  <a:pt x="731749" y="3543643"/>
                </a:cubicBezTo>
                <a:lnTo>
                  <a:pt x="731692" y="3543643"/>
                </a:lnTo>
                <a:lnTo>
                  <a:pt x="731692" y="3451231"/>
                </a:lnTo>
                <a:lnTo>
                  <a:pt x="26261" y="3451231"/>
                </a:lnTo>
                <a:lnTo>
                  <a:pt x="26261" y="4017273"/>
                </a:lnTo>
                <a:lnTo>
                  <a:pt x="27804" y="4017273"/>
                </a:lnTo>
                <a:lnTo>
                  <a:pt x="27804" y="4118486"/>
                </a:lnTo>
                <a:lnTo>
                  <a:pt x="101328" y="4118486"/>
                </a:lnTo>
                <a:lnTo>
                  <a:pt x="93669" y="4190952"/>
                </a:lnTo>
                <a:lnTo>
                  <a:pt x="203740" y="4202582"/>
                </a:lnTo>
                <a:lnTo>
                  <a:pt x="203740" y="4504849"/>
                </a:lnTo>
                <a:lnTo>
                  <a:pt x="0" y="4504849"/>
                </a:lnTo>
                <a:lnTo>
                  <a:pt x="0" y="309667"/>
                </a:lnTo>
                <a:cubicBezTo>
                  <a:pt x="29" y="222799"/>
                  <a:pt x="35176" y="144303"/>
                  <a:pt x="92098" y="87325"/>
                </a:cubicBezTo>
                <a:cubicBezTo>
                  <a:pt x="136160" y="43291"/>
                  <a:pt x="193167" y="12259"/>
                  <a:pt x="256947" y="486"/>
                </a:cubicBezTo>
                <a:lnTo>
                  <a:pt x="256947" y="331298"/>
                </a:lnTo>
                <a:lnTo>
                  <a:pt x="1696526" y="331298"/>
                </a:lnTo>
                <a:lnTo>
                  <a:pt x="1696526" y="0"/>
                </a:lnTo>
                <a:cubicBezTo>
                  <a:pt x="1759706" y="11087"/>
                  <a:pt x="1818457" y="41377"/>
                  <a:pt x="1864434" y="87325"/>
                </a:cubicBezTo>
                <a:cubicBezTo>
                  <a:pt x="1923412" y="146304"/>
                  <a:pt x="1956502" y="226257"/>
                  <a:pt x="1956502" y="309667"/>
                </a:cubicBezTo>
                <a:lnTo>
                  <a:pt x="1956502" y="5822013"/>
                </a:lnTo>
              </a:path>
            </a:pathLst>
          </a:custGeom>
          <a:solidFill xmlns:a="http://schemas.openxmlformats.org/drawingml/2006/main">
            <a:srgbClr val="FFFFFF"/>
          </a:solidFill>
          <a:ln xmlns:a="http://schemas.openxmlformats.org/drawingml/2006/main" w="0">
            <a:noFill/>
            <a:prstDash val="solid"/>
          </a:ln>
        </p:spPr>
      </p:sp>
      <p:sp>
        <p:nvSpPr>
          <p:cNvPr id="2" name="pdf-path-2">
            <a:extLst xmlns:a="http://schemas.openxmlformats.org/drawingml/2006/main">
              <a:ext uri="{FF2B5EF4-FFF2-40B4-BE49-F238E27FC236}">
                <a16:creationId xmlns:a16="http://schemas.microsoft.com/office/drawing/2014/main" id="{69013E84-4F6C-4DFC-8898-479DD686728E}"/>
              </a:ext>
            </a:extLst>
          </p:cNvPr>
          <p:cNvSpPr>
            <a:spLocks xmlns:a="http://schemas.openxmlformats.org/drawingml/2006/main" noGrp="1"/>
          </p:cNvSpPr>
          <p:nvPr/>
        </p:nvSpPr>
        <p:spPr>
          <a:xfrm xmlns:a="http://schemas.openxmlformats.org/drawingml/2006/main" rot="0">
            <a:off x="12085654" y="5457"/>
            <a:ext cx="2026596" cy="6520815"/>
          </a:xfrm>
          <a:custGeom xmlns:a="http://schemas.openxmlformats.org/drawingml/2006/main">
            <a:pathLst>
              <a:path w="2026596" h="6520815">
                <a:moveTo>
                  <a:pt x="17517" y="349444"/>
                </a:moveTo>
                <a:lnTo>
                  <a:pt x="35033" y="349444"/>
                </a:lnTo>
                <a:cubicBezTo>
                  <a:pt x="35062" y="262576"/>
                  <a:pt x="70209" y="184080"/>
                  <a:pt x="127130" y="127130"/>
                </a:cubicBezTo>
                <a:cubicBezTo>
                  <a:pt x="184081" y="70209"/>
                  <a:pt x="262576" y="35062"/>
                  <a:pt x="349444" y="35033"/>
                </a:cubicBezTo>
                <a:lnTo>
                  <a:pt x="1677152" y="35033"/>
                </a:lnTo>
                <a:cubicBezTo>
                  <a:pt x="1760535" y="35033"/>
                  <a:pt x="1840487" y="68151"/>
                  <a:pt x="1899467" y="127130"/>
                </a:cubicBezTo>
                <a:cubicBezTo>
                  <a:pt x="1958444" y="186080"/>
                  <a:pt x="1991535" y="266062"/>
                  <a:pt x="1991535" y="349444"/>
                </a:cubicBezTo>
                <a:lnTo>
                  <a:pt x="1991535" y="6171372"/>
                </a:lnTo>
                <a:cubicBezTo>
                  <a:pt x="1991535" y="6258239"/>
                  <a:pt x="1956388" y="6336735"/>
                  <a:pt x="1899467" y="6393685"/>
                </a:cubicBezTo>
                <a:cubicBezTo>
                  <a:pt x="1842515" y="6450607"/>
                  <a:pt x="1764021" y="6485754"/>
                  <a:pt x="1677152" y="6485754"/>
                </a:cubicBezTo>
                <a:lnTo>
                  <a:pt x="349444" y="6485754"/>
                </a:lnTo>
                <a:cubicBezTo>
                  <a:pt x="262576" y="6485754"/>
                  <a:pt x="184081" y="6450607"/>
                  <a:pt x="127130" y="6393685"/>
                </a:cubicBezTo>
                <a:cubicBezTo>
                  <a:pt x="70209" y="6336735"/>
                  <a:pt x="35062" y="6258239"/>
                  <a:pt x="35033" y="6171372"/>
                </a:cubicBezTo>
                <a:lnTo>
                  <a:pt x="35033" y="349444"/>
                </a:lnTo>
                <a:lnTo>
                  <a:pt x="0" y="349444"/>
                </a:lnTo>
                <a:lnTo>
                  <a:pt x="0" y="6171372"/>
                </a:lnTo>
                <a:cubicBezTo>
                  <a:pt x="0" y="6364367"/>
                  <a:pt x="156420" y="6520815"/>
                  <a:pt x="349444" y="6520815"/>
                </a:cubicBezTo>
                <a:lnTo>
                  <a:pt x="1677152" y="6520815"/>
                </a:lnTo>
                <a:cubicBezTo>
                  <a:pt x="1870149" y="6520815"/>
                  <a:pt x="2026596" y="6364367"/>
                  <a:pt x="2026596" y="6171372"/>
                </a:cubicBezTo>
                <a:lnTo>
                  <a:pt x="2026596" y="349444"/>
                </a:lnTo>
                <a:cubicBezTo>
                  <a:pt x="2026596" y="256775"/>
                  <a:pt x="1989792" y="167878"/>
                  <a:pt x="1924269" y="102356"/>
                </a:cubicBezTo>
                <a:cubicBezTo>
                  <a:pt x="1858718" y="36805"/>
                  <a:pt x="1769822" y="0"/>
                  <a:pt x="1677152" y="0"/>
                </a:cubicBezTo>
                <a:lnTo>
                  <a:pt x="349444" y="0"/>
                </a:lnTo>
                <a:cubicBezTo>
                  <a:pt x="156420" y="0"/>
                  <a:pt x="0" y="156448"/>
                  <a:pt x="0" y="349444"/>
                </a:cubicBezTo>
                <a:lnTo>
                  <a:pt x="17517" y="349444"/>
                </a:lnTo>
              </a:path>
            </a:pathLst>
          </a:custGeom>
          <a:solidFill xmlns:a="http://schemas.openxmlformats.org/drawingml/2006/main">
            <a:srgbClr val="FDE5CD"/>
          </a:solidFill>
          <a:ln xmlns:a="http://schemas.openxmlformats.org/drawingml/2006/main" w="0">
            <a:noFill/>
            <a:prstDash val="solid"/>
          </a:ln>
        </p:spPr>
      </p:sp>
      <p:sp>
        <p:nvSpPr>
          <p:cNvPr id="3" name="pdf-path-3">
            <a:extLst xmlns:a="http://schemas.openxmlformats.org/drawingml/2006/main">
              <a:ext uri="{FF2B5EF4-FFF2-40B4-BE49-F238E27FC236}">
                <a16:creationId xmlns:a16="http://schemas.microsoft.com/office/drawing/2014/main" id="{B657CBD3-7B5F-4EA3-AFF0-9C7B7931EB99}"/>
              </a:ext>
            </a:extLst>
          </p:cNvPr>
          <p:cNvSpPr>
            <a:spLocks xmlns:a="http://schemas.openxmlformats.org/drawingml/2006/main" noGrp="1"/>
          </p:cNvSpPr>
          <p:nvPr/>
        </p:nvSpPr>
        <p:spPr>
          <a:xfrm xmlns:a="http://schemas.openxmlformats.org/drawingml/2006/main" rot="0">
            <a:off x="5955459" y="74466"/>
            <a:ext cx="5601443" cy="2683278"/>
          </a:xfrm>
          <a:custGeom xmlns:a="http://schemas.openxmlformats.org/drawingml/2006/main">
            <a:pathLst>
              <a:path w="5601443" h="2683278">
                <a:moveTo>
                  <a:pt x="4175865" y="2683278"/>
                </a:moveTo>
                <a:lnTo>
                  <a:pt x="2265454" y="2683278"/>
                </a:lnTo>
                <a:lnTo>
                  <a:pt x="2265454" y="1485014"/>
                </a:lnTo>
                <a:lnTo>
                  <a:pt x="2345664" y="1485014"/>
                </a:lnTo>
                <a:lnTo>
                  <a:pt x="2345664" y="1540564"/>
                </a:lnTo>
                <a:lnTo>
                  <a:pt x="2334006" y="1540564"/>
                </a:lnTo>
                <a:lnTo>
                  <a:pt x="2334006" y="1578797"/>
                </a:lnTo>
                <a:cubicBezTo>
                  <a:pt x="2334006" y="1598514"/>
                  <a:pt x="2336235" y="1617716"/>
                  <a:pt x="2340463" y="1636176"/>
                </a:cubicBezTo>
                <a:lnTo>
                  <a:pt x="2351836" y="1633547"/>
                </a:lnTo>
                <a:cubicBezTo>
                  <a:pt x="2357151" y="1656693"/>
                  <a:pt x="2365724" y="1678581"/>
                  <a:pt x="2377068" y="1698669"/>
                </a:cubicBezTo>
                <a:lnTo>
                  <a:pt x="2366896" y="1704413"/>
                </a:lnTo>
                <a:cubicBezTo>
                  <a:pt x="2383041" y="1732988"/>
                  <a:pt x="2404501" y="1758163"/>
                  <a:pt x="2429961" y="1778536"/>
                </a:cubicBezTo>
                <a:lnTo>
                  <a:pt x="2437247" y="1769421"/>
                </a:lnTo>
                <a:cubicBezTo>
                  <a:pt x="2455393" y="1783966"/>
                  <a:pt x="2475623" y="1795939"/>
                  <a:pt x="2497455" y="1804883"/>
                </a:cubicBezTo>
                <a:lnTo>
                  <a:pt x="2493026" y="1815684"/>
                </a:lnTo>
                <a:cubicBezTo>
                  <a:pt x="2522516" y="1827743"/>
                  <a:pt x="2554748" y="1834458"/>
                  <a:pt x="2588495" y="1834629"/>
                </a:cubicBezTo>
                <a:lnTo>
                  <a:pt x="2588552" y="1822942"/>
                </a:lnTo>
                <a:cubicBezTo>
                  <a:pt x="2588981" y="1822971"/>
                  <a:pt x="2589409" y="1822971"/>
                  <a:pt x="2589838" y="1822971"/>
                </a:cubicBezTo>
                <a:lnTo>
                  <a:pt x="2658646" y="1822971"/>
                </a:lnTo>
                <a:lnTo>
                  <a:pt x="2658646" y="1834629"/>
                </a:lnTo>
                <a:lnTo>
                  <a:pt x="2752115" y="1834629"/>
                </a:lnTo>
                <a:lnTo>
                  <a:pt x="2752115" y="1822971"/>
                </a:lnTo>
                <a:lnTo>
                  <a:pt x="2822209" y="1822971"/>
                </a:lnTo>
                <a:lnTo>
                  <a:pt x="2822209" y="1834629"/>
                </a:lnTo>
                <a:lnTo>
                  <a:pt x="2915707" y="1834629"/>
                </a:lnTo>
                <a:lnTo>
                  <a:pt x="2915707" y="1822971"/>
                </a:lnTo>
                <a:lnTo>
                  <a:pt x="2985801" y="1822971"/>
                </a:lnTo>
                <a:lnTo>
                  <a:pt x="2985801" y="1834629"/>
                </a:lnTo>
                <a:lnTo>
                  <a:pt x="3079270" y="1834629"/>
                </a:lnTo>
                <a:lnTo>
                  <a:pt x="3079270" y="1822971"/>
                </a:lnTo>
                <a:lnTo>
                  <a:pt x="3149365" y="1822971"/>
                </a:lnTo>
                <a:lnTo>
                  <a:pt x="3149365" y="1834629"/>
                </a:lnTo>
                <a:lnTo>
                  <a:pt x="3242833" y="1834629"/>
                </a:lnTo>
                <a:lnTo>
                  <a:pt x="3242833" y="1822971"/>
                </a:lnTo>
                <a:lnTo>
                  <a:pt x="3312928" y="1822971"/>
                </a:lnTo>
                <a:lnTo>
                  <a:pt x="3312928" y="1834629"/>
                </a:lnTo>
                <a:lnTo>
                  <a:pt x="3406397" y="1834629"/>
                </a:lnTo>
                <a:lnTo>
                  <a:pt x="3406397" y="1822971"/>
                </a:lnTo>
                <a:lnTo>
                  <a:pt x="3476520" y="1822971"/>
                </a:lnTo>
                <a:lnTo>
                  <a:pt x="3476520" y="1834629"/>
                </a:lnTo>
                <a:lnTo>
                  <a:pt x="3569989" y="1834629"/>
                </a:lnTo>
                <a:lnTo>
                  <a:pt x="3569989" y="1822971"/>
                </a:lnTo>
                <a:lnTo>
                  <a:pt x="3640083" y="1822971"/>
                </a:lnTo>
                <a:lnTo>
                  <a:pt x="3640083" y="1834629"/>
                </a:lnTo>
                <a:lnTo>
                  <a:pt x="3733552" y="1834629"/>
                </a:lnTo>
                <a:lnTo>
                  <a:pt x="3733552" y="1822971"/>
                </a:lnTo>
                <a:lnTo>
                  <a:pt x="3803647" y="1822971"/>
                </a:lnTo>
                <a:lnTo>
                  <a:pt x="3803647" y="1834629"/>
                </a:lnTo>
                <a:lnTo>
                  <a:pt x="3897115" y="1834629"/>
                </a:lnTo>
                <a:lnTo>
                  <a:pt x="3897115" y="1822971"/>
                </a:lnTo>
                <a:lnTo>
                  <a:pt x="3967239" y="1822971"/>
                </a:lnTo>
                <a:lnTo>
                  <a:pt x="3967239" y="1834629"/>
                </a:lnTo>
                <a:lnTo>
                  <a:pt x="4060707" y="1834629"/>
                </a:lnTo>
                <a:lnTo>
                  <a:pt x="4060707" y="1822971"/>
                </a:lnTo>
                <a:lnTo>
                  <a:pt x="4130802" y="1822971"/>
                </a:lnTo>
                <a:lnTo>
                  <a:pt x="4130802" y="1834629"/>
                </a:lnTo>
                <a:lnTo>
                  <a:pt x="4175865" y="1834629"/>
                </a:lnTo>
                <a:lnTo>
                  <a:pt x="4175865" y="2683278"/>
                </a:lnTo>
                <a:moveTo>
                  <a:pt x="1839687" y="2683278"/>
                </a:moveTo>
                <a:lnTo>
                  <a:pt x="435539" y="2683278"/>
                </a:lnTo>
                <a:cubicBezTo>
                  <a:pt x="315210" y="2683278"/>
                  <a:pt x="206455" y="2634558"/>
                  <a:pt x="127587" y="2555719"/>
                </a:cubicBezTo>
                <a:cubicBezTo>
                  <a:pt x="48720" y="2476852"/>
                  <a:pt x="29" y="2368067"/>
                  <a:pt x="0" y="2247738"/>
                </a:cubicBezTo>
                <a:lnTo>
                  <a:pt x="0" y="1485014"/>
                </a:lnTo>
                <a:lnTo>
                  <a:pt x="232058" y="1485014"/>
                </a:lnTo>
                <a:lnTo>
                  <a:pt x="232058" y="1023928"/>
                </a:lnTo>
                <a:lnTo>
                  <a:pt x="0" y="1023928"/>
                </a:lnTo>
                <a:lnTo>
                  <a:pt x="0" y="435540"/>
                </a:lnTo>
                <a:cubicBezTo>
                  <a:pt x="29" y="315211"/>
                  <a:pt x="48720" y="206454"/>
                  <a:pt x="127587" y="127587"/>
                </a:cubicBezTo>
                <a:cubicBezTo>
                  <a:pt x="206455" y="48720"/>
                  <a:pt x="315210" y="29"/>
                  <a:pt x="435539" y="0"/>
                </a:cubicBezTo>
                <a:lnTo>
                  <a:pt x="1764278" y="0"/>
                </a:lnTo>
                <a:lnTo>
                  <a:pt x="1764278" y="302066"/>
                </a:lnTo>
                <a:lnTo>
                  <a:pt x="5580469" y="302066"/>
                </a:lnTo>
                <a:cubicBezTo>
                  <a:pt x="5594242" y="344815"/>
                  <a:pt x="5601443" y="389820"/>
                  <a:pt x="5601443" y="435540"/>
                </a:cubicBezTo>
                <a:lnTo>
                  <a:pt x="5601443" y="2247738"/>
                </a:lnTo>
                <a:cubicBezTo>
                  <a:pt x="5601443" y="2368067"/>
                  <a:pt x="5552722" y="2476852"/>
                  <a:pt x="5473884" y="2555719"/>
                </a:cubicBezTo>
                <a:cubicBezTo>
                  <a:pt x="5433965" y="2595610"/>
                  <a:pt x="5386416" y="2627786"/>
                  <a:pt x="5333581" y="2649846"/>
                </a:cubicBezTo>
                <a:lnTo>
                  <a:pt x="5333581" y="1048102"/>
                </a:lnTo>
                <a:lnTo>
                  <a:pt x="4550311" y="1048102"/>
                </a:lnTo>
                <a:lnTo>
                  <a:pt x="4550311" y="992810"/>
                </a:lnTo>
                <a:lnTo>
                  <a:pt x="4561999" y="992810"/>
                </a:lnTo>
                <a:lnTo>
                  <a:pt x="4561999" y="899341"/>
                </a:lnTo>
                <a:lnTo>
                  <a:pt x="4550311" y="899341"/>
                </a:lnTo>
                <a:lnTo>
                  <a:pt x="4550311" y="829246"/>
                </a:lnTo>
                <a:lnTo>
                  <a:pt x="4561999" y="829246"/>
                </a:lnTo>
                <a:lnTo>
                  <a:pt x="4561999" y="735778"/>
                </a:lnTo>
                <a:lnTo>
                  <a:pt x="4550311" y="735778"/>
                </a:lnTo>
                <a:lnTo>
                  <a:pt x="4550311" y="665683"/>
                </a:lnTo>
                <a:lnTo>
                  <a:pt x="4561999" y="665683"/>
                </a:lnTo>
                <a:lnTo>
                  <a:pt x="4561999" y="602161"/>
                </a:lnTo>
                <a:cubicBezTo>
                  <a:pt x="4561999" y="591645"/>
                  <a:pt x="4561341" y="581187"/>
                  <a:pt x="4560056" y="570843"/>
                </a:cubicBezTo>
                <a:lnTo>
                  <a:pt x="4548483" y="572272"/>
                </a:lnTo>
                <a:cubicBezTo>
                  <a:pt x="4545596" y="548954"/>
                  <a:pt x="4539367" y="526266"/>
                  <a:pt x="4530080" y="504892"/>
                </a:cubicBezTo>
                <a:lnTo>
                  <a:pt x="4540796" y="500234"/>
                </a:lnTo>
                <a:cubicBezTo>
                  <a:pt x="4529680" y="474659"/>
                  <a:pt x="4514364" y="450856"/>
                  <a:pt x="4495304" y="429911"/>
                </a:cubicBezTo>
                <a:lnTo>
                  <a:pt x="4495304" y="304610"/>
                </a:lnTo>
                <a:lnTo>
                  <a:pt x="2525830" y="304610"/>
                </a:lnTo>
                <a:lnTo>
                  <a:pt x="2525830" y="366474"/>
                </a:lnTo>
                <a:cubicBezTo>
                  <a:pt x="2505684" y="371932"/>
                  <a:pt x="2486567" y="379905"/>
                  <a:pt x="2468851" y="390049"/>
                </a:cubicBezTo>
                <a:lnTo>
                  <a:pt x="2463050" y="379905"/>
                </a:lnTo>
                <a:cubicBezTo>
                  <a:pt x="2434562" y="396164"/>
                  <a:pt x="2409501" y="417767"/>
                  <a:pt x="2389242" y="443341"/>
                </a:cubicBezTo>
                <a:lnTo>
                  <a:pt x="2398414" y="450599"/>
                </a:lnTo>
                <a:cubicBezTo>
                  <a:pt x="2383983" y="468801"/>
                  <a:pt x="2372096" y="489090"/>
                  <a:pt x="2363267" y="510978"/>
                </a:cubicBezTo>
                <a:lnTo>
                  <a:pt x="2352436" y="506606"/>
                </a:lnTo>
                <a:cubicBezTo>
                  <a:pt x="2340550" y="536124"/>
                  <a:pt x="2334006" y="568414"/>
                  <a:pt x="2334006" y="602161"/>
                </a:cubicBezTo>
                <a:lnTo>
                  <a:pt x="2334006" y="652624"/>
                </a:lnTo>
                <a:lnTo>
                  <a:pt x="2345664" y="652624"/>
                </a:lnTo>
                <a:lnTo>
                  <a:pt x="2345664" y="722719"/>
                </a:lnTo>
                <a:lnTo>
                  <a:pt x="2334006" y="722719"/>
                </a:lnTo>
                <a:lnTo>
                  <a:pt x="2334006" y="816188"/>
                </a:lnTo>
                <a:lnTo>
                  <a:pt x="2345664" y="816188"/>
                </a:lnTo>
                <a:lnTo>
                  <a:pt x="2345664" y="886282"/>
                </a:lnTo>
                <a:lnTo>
                  <a:pt x="2334006" y="886282"/>
                </a:lnTo>
                <a:lnTo>
                  <a:pt x="2334006" y="979751"/>
                </a:lnTo>
                <a:lnTo>
                  <a:pt x="2345664" y="979751"/>
                </a:lnTo>
                <a:lnTo>
                  <a:pt x="2345664" y="1023928"/>
                </a:lnTo>
                <a:lnTo>
                  <a:pt x="1819999" y="1023928"/>
                </a:lnTo>
                <a:lnTo>
                  <a:pt x="1819999" y="1485014"/>
                </a:lnTo>
                <a:lnTo>
                  <a:pt x="1839687" y="1485014"/>
                </a:lnTo>
                <a:lnTo>
                  <a:pt x="1839687" y="2683278"/>
                </a:lnTo>
                <a:moveTo>
                  <a:pt x="478688" y="2516457"/>
                </a:moveTo>
                <a:lnTo>
                  <a:pt x="1579711" y="2516457"/>
                </a:lnTo>
                <a:lnTo>
                  <a:pt x="1579711" y="2126123"/>
                </a:lnTo>
                <a:lnTo>
                  <a:pt x="478688" y="2126123"/>
                </a:lnTo>
                <a:lnTo>
                  <a:pt x="478688" y="2516457"/>
                </a:lnTo>
                <a:moveTo>
                  <a:pt x="281692" y="892797"/>
                </a:moveTo>
                <a:lnTo>
                  <a:pt x="281692" y="1291247"/>
                </a:lnTo>
                <a:lnTo>
                  <a:pt x="283407" y="1295390"/>
                </a:lnTo>
                <a:lnTo>
                  <a:pt x="287550" y="1297076"/>
                </a:lnTo>
                <a:lnTo>
                  <a:pt x="662912" y="1297076"/>
                </a:lnTo>
                <a:lnTo>
                  <a:pt x="667026" y="1295390"/>
                </a:lnTo>
                <a:lnTo>
                  <a:pt x="668740" y="1291247"/>
                </a:lnTo>
                <a:lnTo>
                  <a:pt x="1033272" y="1291247"/>
                </a:lnTo>
                <a:lnTo>
                  <a:pt x="1034701" y="1294676"/>
                </a:lnTo>
                <a:lnTo>
                  <a:pt x="1038816" y="1296390"/>
                </a:lnTo>
                <a:lnTo>
                  <a:pt x="1414176" y="1296390"/>
                </a:lnTo>
                <a:lnTo>
                  <a:pt x="1414776" y="1296162"/>
                </a:lnTo>
                <a:lnTo>
                  <a:pt x="1415376" y="1296390"/>
                </a:lnTo>
                <a:lnTo>
                  <a:pt x="1790709" y="1296390"/>
                </a:lnTo>
                <a:lnTo>
                  <a:pt x="1794852" y="1294676"/>
                </a:lnTo>
                <a:lnTo>
                  <a:pt x="1796567" y="1290561"/>
                </a:lnTo>
                <a:lnTo>
                  <a:pt x="1796567" y="890568"/>
                </a:lnTo>
                <a:lnTo>
                  <a:pt x="1794852" y="886425"/>
                </a:lnTo>
                <a:lnTo>
                  <a:pt x="1790709" y="884711"/>
                </a:lnTo>
                <a:lnTo>
                  <a:pt x="1424207" y="884711"/>
                </a:lnTo>
                <a:lnTo>
                  <a:pt x="1424207" y="493662"/>
                </a:lnTo>
                <a:lnTo>
                  <a:pt x="1422491" y="489547"/>
                </a:lnTo>
                <a:lnTo>
                  <a:pt x="1418377" y="487832"/>
                </a:lnTo>
                <a:lnTo>
                  <a:pt x="1043016" y="487832"/>
                </a:lnTo>
                <a:lnTo>
                  <a:pt x="1042301" y="488147"/>
                </a:lnTo>
                <a:lnTo>
                  <a:pt x="1039444" y="486947"/>
                </a:lnTo>
                <a:lnTo>
                  <a:pt x="664083" y="486947"/>
                </a:lnTo>
                <a:lnTo>
                  <a:pt x="663483" y="487204"/>
                </a:lnTo>
                <a:lnTo>
                  <a:pt x="662912" y="486947"/>
                </a:lnTo>
                <a:lnTo>
                  <a:pt x="287550" y="486947"/>
                </a:lnTo>
                <a:lnTo>
                  <a:pt x="283407" y="488661"/>
                </a:lnTo>
                <a:lnTo>
                  <a:pt x="281692" y="492805"/>
                </a:lnTo>
                <a:lnTo>
                  <a:pt x="281692" y="892797"/>
                </a:lnTo>
              </a:path>
            </a:pathLst>
          </a:custGeom>
          <a:solidFill xmlns:a="http://schemas.openxmlformats.org/drawingml/2006/main">
            <a:srgbClr val="FFFFFF"/>
          </a:solidFill>
          <a:ln xmlns:a="http://schemas.openxmlformats.org/drawingml/2006/main" w="0">
            <a:noFill/>
            <a:prstDash val="solid"/>
          </a:ln>
        </p:spPr>
      </p:sp>
      <p:sp>
        <p:nvSpPr>
          <p:cNvPr id="4" name="pdf-path-4">
            <a:extLst xmlns:a="http://schemas.openxmlformats.org/drawingml/2006/main">
              <a:ext uri="{FF2B5EF4-FFF2-40B4-BE49-F238E27FC236}">
                <a16:creationId xmlns:a16="http://schemas.microsoft.com/office/drawing/2014/main" id="{B6BED322-0149-491E-BF1C-65772980646C}"/>
              </a:ext>
            </a:extLst>
          </p:cNvPr>
          <p:cNvSpPr>
            <a:spLocks xmlns:a="http://schemas.openxmlformats.org/drawingml/2006/main" noGrp="1"/>
          </p:cNvSpPr>
          <p:nvPr/>
        </p:nvSpPr>
        <p:spPr>
          <a:xfrm xmlns:a="http://schemas.openxmlformats.org/drawingml/2006/main" rot="0">
            <a:off x="5920426" y="39433"/>
            <a:ext cx="5671538" cy="2753401"/>
          </a:xfrm>
          <a:custGeom xmlns:a="http://schemas.openxmlformats.org/drawingml/2006/main">
            <a:pathLst>
              <a:path w="5671538" h="2753401">
                <a:moveTo>
                  <a:pt x="17517" y="470602"/>
                </a:moveTo>
                <a:lnTo>
                  <a:pt x="35033" y="470602"/>
                </a:lnTo>
                <a:cubicBezTo>
                  <a:pt x="35062" y="350272"/>
                  <a:pt x="83753" y="241487"/>
                  <a:pt x="162621" y="162620"/>
                </a:cubicBezTo>
                <a:cubicBezTo>
                  <a:pt x="241488" y="83782"/>
                  <a:pt x="350244" y="35062"/>
                  <a:pt x="470574" y="35062"/>
                </a:cubicBezTo>
                <a:lnTo>
                  <a:pt x="5200936" y="35062"/>
                </a:lnTo>
                <a:cubicBezTo>
                  <a:pt x="5316436" y="35062"/>
                  <a:pt x="5427221" y="80953"/>
                  <a:pt x="5508917" y="162620"/>
                </a:cubicBezTo>
                <a:cubicBezTo>
                  <a:pt x="5590585" y="244316"/>
                  <a:pt x="5636476" y="355102"/>
                  <a:pt x="5636476" y="470602"/>
                </a:cubicBezTo>
                <a:lnTo>
                  <a:pt x="5636476" y="2282800"/>
                </a:lnTo>
                <a:cubicBezTo>
                  <a:pt x="5636476" y="2403129"/>
                  <a:pt x="5587756" y="2511914"/>
                  <a:pt x="5508917" y="2590781"/>
                </a:cubicBezTo>
                <a:cubicBezTo>
                  <a:pt x="5430022" y="2669619"/>
                  <a:pt x="5321265" y="2718340"/>
                  <a:pt x="5200936" y="2718340"/>
                </a:cubicBezTo>
                <a:lnTo>
                  <a:pt x="470574" y="2718340"/>
                </a:lnTo>
                <a:cubicBezTo>
                  <a:pt x="350244" y="2718340"/>
                  <a:pt x="241488" y="2669619"/>
                  <a:pt x="162621" y="2590781"/>
                </a:cubicBezTo>
                <a:cubicBezTo>
                  <a:pt x="83753" y="2511914"/>
                  <a:pt x="35062" y="2403129"/>
                  <a:pt x="35033" y="2282800"/>
                </a:cubicBezTo>
                <a:lnTo>
                  <a:pt x="35033" y="470602"/>
                </a:lnTo>
                <a:lnTo>
                  <a:pt x="0" y="470602"/>
                </a:lnTo>
                <a:lnTo>
                  <a:pt x="0" y="2282800"/>
                </a:lnTo>
                <a:cubicBezTo>
                  <a:pt x="0" y="2542718"/>
                  <a:pt x="210684" y="2753373"/>
                  <a:pt x="470574" y="2753401"/>
                </a:cubicBezTo>
                <a:lnTo>
                  <a:pt x="5200936" y="2753401"/>
                </a:lnTo>
                <a:cubicBezTo>
                  <a:pt x="5460826" y="2753373"/>
                  <a:pt x="5671509" y="2542718"/>
                  <a:pt x="5671538" y="2282800"/>
                </a:cubicBezTo>
                <a:lnTo>
                  <a:pt x="5671538" y="470602"/>
                </a:lnTo>
                <a:cubicBezTo>
                  <a:pt x="5671538" y="345786"/>
                  <a:pt x="5621932" y="226085"/>
                  <a:pt x="5533692" y="137846"/>
                </a:cubicBezTo>
                <a:cubicBezTo>
                  <a:pt x="5445452" y="49578"/>
                  <a:pt x="5325752" y="0"/>
                  <a:pt x="5200936" y="0"/>
                </a:cubicBezTo>
                <a:lnTo>
                  <a:pt x="470574" y="0"/>
                </a:lnTo>
                <a:cubicBezTo>
                  <a:pt x="210684" y="29"/>
                  <a:pt x="0" y="210684"/>
                  <a:pt x="0" y="470602"/>
                </a:cubicBezTo>
                <a:lnTo>
                  <a:pt x="17517" y="470602"/>
                </a:lnTo>
              </a:path>
            </a:pathLst>
          </a:custGeom>
          <a:solidFill xmlns:a="http://schemas.openxmlformats.org/drawingml/2006/main">
            <a:srgbClr val="D8D1E8"/>
          </a:solidFill>
          <a:ln xmlns:a="http://schemas.openxmlformats.org/drawingml/2006/main" w="0">
            <a:noFill/>
            <a:prstDash val="solid"/>
          </a:ln>
        </p:spPr>
      </p:sp>
      <p:sp>
        <p:nvSpPr>
          <p:cNvPr id="5" name="pdf-path-5">
            <a:extLst xmlns:a="http://schemas.openxmlformats.org/drawingml/2006/main">
              <a:ext uri="{FF2B5EF4-FFF2-40B4-BE49-F238E27FC236}">
                <a16:creationId xmlns:a16="http://schemas.microsoft.com/office/drawing/2014/main" id="{B7D019BD-E827-47EA-B678-059360932863}"/>
              </a:ext>
            </a:extLst>
          </p:cNvPr>
          <p:cNvSpPr>
            <a:spLocks xmlns:a="http://schemas.openxmlformats.org/drawingml/2006/main" noGrp="1"/>
          </p:cNvSpPr>
          <p:nvPr/>
        </p:nvSpPr>
        <p:spPr>
          <a:xfrm xmlns:a="http://schemas.openxmlformats.org/drawingml/2006/main" rot="0">
            <a:off x="96384" y="2975858"/>
            <a:ext cx="6271212" cy="3515296"/>
          </a:xfrm>
          <a:custGeom xmlns:a="http://schemas.openxmlformats.org/drawingml/2006/main">
            <a:pathLst>
              <a:path w="6271212" h="3515296">
                <a:moveTo>
                  <a:pt x="5696998" y="3515296"/>
                </a:moveTo>
                <a:lnTo>
                  <a:pt x="574243" y="3515296"/>
                </a:lnTo>
                <a:cubicBezTo>
                  <a:pt x="415623" y="3515296"/>
                  <a:pt x="272177" y="3451060"/>
                  <a:pt x="168192" y="3347132"/>
                </a:cubicBezTo>
                <a:cubicBezTo>
                  <a:pt x="138074" y="3317014"/>
                  <a:pt x="111299" y="3283581"/>
                  <a:pt x="88440" y="3247406"/>
                </a:cubicBezTo>
                <a:lnTo>
                  <a:pt x="95926" y="3247406"/>
                </a:lnTo>
                <a:lnTo>
                  <a:pt x="95926" y="3241576"/>
                </a:lnTo>
                <a:lnTo>
                  <a:pt x="130988" y="3241548"/>
                </a:lnTo>
                <a:lnTo>
                  <a:pt x="130988" y="3247406"/>
                </a:lnTo>
                <a:lnTo>
                  <a:pt x="177708" y="3247377"/>
                </a:lnTo>
                <a:lnTo>
                  <a:pt x="177708" y="3241519"/>
                </a:lnTo>
                <a:lnTo>
                  <a:pt x="212769" y="3241519"/>
                </a:lnTo>
                <a:lnTo>
                  <a:pt x="212769" y="3247348"/>
                </a:lnTo>
                <a:lnTo>
                  <a:pt x="259489" y="3247320"/>
                </a:lnTo>
                <a:lnTo>
                  <a:pt x="259489" y="3241491"/>
                </a:lnTo>
                <a:lnTo>
                  <a:pt x="294551" y="3241462"/>
                </a:lnTo>
                <a:lnTo>
                  <a:pt x="294551" y="3247320"/>
                </a:lnTo>
                <a:lnTo>
                  <a:pt x="341271" y="3247291"/>
                </a:lnTo>
                <a:lnTo>
                  <a:pt x="341271" y="3241434"/>
                </a:lnTo>
                <a:lnTo>
                  <a:pt x="376333" y="3241434"/>
                </a:lnTo>
                <a:lnTo>
                  <a:pt x="376333" y="3247263"/>
                </a:lnTo>
                <a:lnTo>
                  <a:pt x="423081" y="3247234"/>
                </a:lnTo>
                <a:lnTo>
                  <a:pt x="423053" y="3241405"/>
                </a:lnTo>
                <a:lnTo>
                  <a:pt x="458114" y="3241376"/>
                </a:lnTo>
                <a:lnTo>
                  <a:pt x="458114" y="3247234"/>
                </a:lnTo>
                <a:lnTo>
                  <a:pt x="504863" y="3247206"/>
                </a:lnTo>
                <a:lnTo>
                  <a:pt x="504863" y="3241348"/>
                </a:lnTo>
                <a:lnTo>
                  <a:pt x="539896" y="3241319"/>
                </a:lnTo>
                <a:lnTo>
                  <a:pt x="539896" y="3247177"/>
                </a:lnTo>
                <a:lnTo>
                  <a:pt x="586645" y="3247148"/>
                </a:lnTo>
                <a:lnTo>
                  <a:pt x="586645" y="3241319"/>
                </a:lnTo>
                <a:lnTo>
                  <a:pt x="621678" y="3241291"/>
                </a:lnTo>
                <a:lnTo>
                  <a:pt x="621706" y="3247120"/>
                </a:lnTo>
                <a:lnTo>
                  <a:pt x="668426" y="3247092"/>
                </a:lnTo>
                <a:lnTo>
                  <a:pt x="668426" y="3241262"/>
                </a:lnTo>
                <a:lnTo>
                  <a:pt x="703488" y="3241233"/>
                </a:lnTo>
                <a:lnTo>
                  <a:pt x="703488" y="3247092"/>
                </a:lnTo>
                <a:lnTo>
                  <a:pt x="750208" y="3247063"/>
                </a:lnTo>
                <a:lnTo>
                  <a:pt x="750208" y="3241233"/>
                </a:lnTo>
                <a:lnTo>
                  <a:pt x="785269" y="3241204"/>
                </a:lnTo>
                <a:lnTo>
                  <a:pt x="785269" y="3247034"/>
                </a:lnTo>
                <a:lnTo>
                  <a:pt x="831990" y="3247005"/>
                </a:lnTo>
                <a:lnTo>
                  <a:pt x="831990" y="3241177"/>
                </a:lnTo>
                <a:lnTo>
                  <a:pt x="867051" y="3241148"/>
                </a:lnTo>
                <a:lnTo>
                  <a:pt x="867051" y="3247005"/>
                </a:lnTo>
                <a:lnTo>
                  <a:pt x="913771" y="3246977"/>
                </a:lnTo>
                <a:lnTo>
                  <a:pt x="913771" y="3241119"/>
                </a:lnTo>
                <a:lnTo>
                  <a:pt x="948833" y="3241119"/>
                </a:lnTo>
                <a:lnTo>
                  <a:pt x="948833" y="3246949"/>
                </a:lnTo>
                <a:lnTo>
                  <a:pt x="995581" y="3246920"/>
                </a:lnTo>
                <a:lnTo>
                  <a:pt x="995553" y="3241090"/>
                </a:lnTo>
                <a:lnTo>
                  <a:pt x="1030615" y="3241062"/>
                </a:lnTo>
                <a:lnTo>
                  <a:pt x="1030615" y="3246920"/>
                </a:lnTo>
                <a:lnTo>
                  <a:pt x="1077363" y="3246891"/>
                </a:lnTo>
                <a:lnTo>
                  <a:pt x="1077363" y="3241034"/>
                </a:lnTo>
                <a:lnTo>
                  <a:pt x="1112425" y="3241034"/>
                </a:lnTo>
                <a:lnTo>
                  <a:pt x="1112425" y="3246862"/>
                </a:lnTo>
                <a:lnTo>
                  <a:pt x="1159145" y="3246834"/>
                </a:lnTo>
                <a:lnTo>
                  <a:pt x="1159145" y="3241005"/>
                </a:lnTo>
                <a:lnTo>
                  <a:pt x="1194206" y="3240976"/>
                </a:lnTo>
                <a:lnTo>
                  <a:pt x="1194206" y="3246834"/>
                </a:lnTo>
                <a:lnTo>
                  <a:pt x="1240927" y="3246806"/>
                </a:lnTo>
                <a:lnTo>
                  <a:pt x="1240927" y="3240947"/>
                </a:lnTo>
                <a:lnTo>
                  <a:pt x="1275988" y="3240947"/>
                </a:lnTo>
                <a:lnTo>
                  <a:pt x="1275988" y="3246777"/>
                </a:lnTo>
                <a:lnTo>
                  <a:pt x="1322708" y="3246748"/>
                </a:lnTo>
                <a:lnTo>
                  <a:pt x="1322708" y="3240919"/>
                </a:lnTo>
                <a:lnTo>
                  <a:pt x="1357769" y="3240891"/>
                </a:lnTo>
                <a:lnTo>
                  <a:pt x="1357769" y="3246748"/>
                </a:lnTo>
                <a:lnTo>
                  <a:pt x="1404490" y="3246720"/>
                </a:lnTo>
                <a:lnTo>
                  <a:pt x="1404490" y="3240862"/>
                </a:lnTo>
                <a:lnTo>
                  <a:pt x="1439551" y="3240862"/>
                </a:lnTo>
                <a:lnTo>
                  <a:pt x="1439551" y="3246691"/>
                </a:lnTo>
                <a:lnTo>
                  <a:pt x="1486300" y="3246663"/>
                </a:lnTo>
                <a:lnTo>
                  <a:pt x="1486300" y="3240833"/>
                </a:lnTo>
                <a:lnTo>
                  <a:pt x="1521333" y="3240805"/>
                </a:lnTo>
                <a:lnTo>
                  <a:pt x="1521333" y="3246634"/>
                </a:lnTo>
                <a:lnTo>
                  <a:pt x="1568081" y="3246634"/>
                </a:lnTo>
                <a:lnTo>
                  <a:pt x="1568081" y="3240776"/>
                </a:lnTo>
                <a:lnTo>
                  <a:pt x="1603114" y="3240776"/>
                </a:lnTo>
                <a:lnTo>
                  <a:pt x="1603114" y="3246605"/>
                </a:lnTo>
                <a:lnTo>
                  <a:pt x="1649863" y="3246577"/>
                </a:lnTo>
                <a:lnTo>
                  <a:pt x="1649863" y="3240748"/>
                </a:lnTo>
                <a:lnTo>
                  <a:pt x="1684896" y="3240719"/>
                </a:lnTo>
                <a:lnTo>
                  <a:pt x="1684925" y="3246548"/>
                </a:lnTo>
                <a:lnTo>
                  <a:pt x="1706813" y="3246548"/>
                </a:lnTo>
                <a:lnTo>
                  <a:pt x="1706813" y="3386395"/>
                </a:lnTo>
                <a:lnTo>
                  <a:pt x="4581544" y="3386395"/>
                </a:lnTo>
                <a:lnTo>
                  <a:pt x="4581544" y="3245006"/>
                </a:lnTo>
                <a:lnTo>
                  <a:pt x="4594145" y="3245006"/>
                </a:lnTo>
                <a:lnTo>
                  <a:pt x="4594145" y="3239147"/>
                </a:lnTo>
                <a:lnTo>
                  <a:pt x="4629178" y="3239147"/>
                </a:lnTo>
                <a:lnTo>
                  <a:pt x="4629178" y="3244977"/>
                </a:lnTo>
                <a:lnTo>
                  <a:pt x="4675927" y="3244948"/>
                </a:lnTo>
                <a:lnTo>
                  <a:pt x="4675927" y="3239119"/>
                </a:lnTo>
                <a:lnTo>
                  <a:pt x="4710960" y="3239090"/>
                </a:lnTo>
                <a:lnTo>
                  <a:pt x="4710989" y="3244948"/>
                </a:lnTo>
                <a:lnTo>
                  <a:pt x="4757709" y="3244919"/>
                </a:lnTo>
                <a:lnTo>
                  <a:pt x="4757709" y="3239062"/>
                </a:lnTo>
                <a:lnTo>
                  <a:pt x="4792770" y="3239062"/>
                </a:lnTo>
                <a:lnTo>
                  <a:pt x="4792770" y="3244891"/>
                </a:lnTo>
                <a:lnTo>
                  <a:pt x="4839490" y="3244863"/>
                </a:lnTo>
                <a:lnTo>
                  <a:pt x="4839490" y="3239033"/>
                </a:lnTo>
                <a:lnTo>
                  <a:pt x="4874552" y="3239004"/>
                </a:lnTo>
                <a:lnTo>
                  <a:pt x="4874552" y="3244863"/>
                </a:lnTo>
                <a:lnTo>
                  <a:pt x="4921272" y="3244834"/>
                </a:lnTo>
                <a:lnTo>
                  <a:pt x="4921272" y="3238976"/>
                </a:lnTo>
                <a:lnTo>
                  <a:pt x="4956334" y="3238976"/>
                </a:lnTo>
                <a:lnTo>
                  <a:pt x="4956334" y="3244805"/>
                </a:lnTo>
                <a:lnTo>
                  <a:pt x="5003054" y="3244776"/>
                </a:lnTo>
                <a:lnTo>
                  <a:pt x="5003054" y="3238948"/>
                </a:lnTo>
                <a:lnTo>
                  <a:pt x="5038115" y="3238919"/>
                </a:lnTo>
                <a:lnTo>
                  <a:pt x="5038115" y="3244776"/>
                </a:lnTo>
                <a:lnTo>
                  <a:pt x="5084864" y="3244748"/>
                </a:lnTo>
                <a:lnTo>
                  <a:pt x="5084864" y="3238890"/>
                </a:lnTo>
                <a:lnTo>
                  <a:pt x="5119897" y="3238890"/>
                </a:lnTo>
                <a:lnTo>
                  <a:pt x="5119897" y="3244720"/>
                </a:lnTo>
                <a:lnTo>
                  <a:pt x="5166646" y="3244691"/>
                </a:lnTo>
                <a:lnTo>
                  <a:pt x="5166646" y="3238861"/>
                </a:lnTo>
                <a:lnTo>
                  <a:pt x="5201679" y="3238833"/>
                </a:lnTo>
                <a:lnTo>
                  <a:pt x="5201679" y="3244662"/>
                </a:lnTo>
                <a:lnTo>
                  <a:pt x="5248427" y="3244662"/>
                </a:lnTo>
                <a:lnTo>
                  <a:pt x="5248427" y="3238805"/>
                </a:lnTo>
                <a:lnTo>
                  <a:pt x="5283460" y="3238805"/>
                </a:lnTo>
                <a:lnTo>
                  <a:pt x="5283460" y="3244634"/>
                </a:lnTo>
                <a:lnTo>
                  <a:pt x="5330209" y="3244605"/>
                </a:lnTo>
                <a:lnTo>
                  <a:pt x="5330209" y="3238776"/>
                </a:lnTo>
                <a:lnTo>
                  <a:pt x="5365271" y="3238747"/>
                </a:lnTo>
                <a:lnTo>
                  <a:pt x="5365271" y="3244577"/>
                </a:lnTo>
                <a:lnTo>
                  <a:pt x="5411991" y="3244577"/>
                </a:lnTo>
                <a:lnTo>
                  <a:pt x="5411991" y="3238719"/>
                </a:lnTo>
                <a:lnTo>
                  <a:pt x="5447052" y="3238690"/>
                </a:lnTo>
                <a:lnTo>
                  <a:pt x="5447052" y="3244548"/>
                </a:lnTo>
                <a:lnTo>
                  <a:pt x="5493772" y="3244519"/>
                </a:lnTo>
                <a:lnTo>
                  <a:pt x="5493772" y="3238690"/>
                </a:lnTo>
                <a:lnTo>
                  <a:pt x="5528833" y="3238662"/>
                </a:lnTo>
                <a:lnTo>
                  <a:pt x="5528833" y="3244491"/>
                </a:lnTo>
                <a:lnTo>
                  <a:pt x="5575583" y="3244462"/>
                </a:lnTo>
                <a:lnTo>
                  <a:pt x="5575554" y="3238633"/>
                </a:lnTo>
                <a:lnTo>
                  <a:pt x="5610615" y="3238604"/>
                </a:lnTo>
                <a:lnTo>
                  <a:pt x="5610615" y="3244462"/>
                </a:lnTo>
                <a:lnTo>
                  <a:pt x="5657335" y="3244434"/>
                </a:lnTo>
                <a:lnTo>
                  <a:pt x="5657335" y="3238604"/>
                </a:lnTo>
                <a:lnTo>
                  <a:pt x="5692397" y="3238576"/>
                </a:lnTo>
                <a:lnTo>
                  <a:pt x="5692397" y="3244405"/>
                </a:lnTo>
                <a:lnTo>
                  <a:pt x="5739146" y="3244377"/>
                </a:lnTo>
                <a:lnTo>
                  <a:pt x="5739146" y="3238547"/>
                </a:lnTo>
                <a:lnTo>
                  <a:pt x="5774178" y="3238519"/>
                </a:lnTo>
                <a:lnTo>
                  <a:pt x="5774178" y="3244377"/>
                </a:lnTo>
                <a:lnTo>
                  <a:pt x="5820928" y="3244348"/>
                </a:lnTo>
                <a:lnTo>
                  <a:pt x="5820928" y="3238490"/>
                </a:lnTo>
                <a:lnTo>
                  <a:pt x="5855960" y="3238490"/>
                </a:lnTo>
                <a:lnTo>
                  <a:pt x="5855960" y="3244319"/>
                </a:lnTo>
                <a:lnTo>
                  <a:pt x="5902709" y="3244291"/>
                </a:lnTo>
                <a:lnTo>
                  <a:pt x="5902709" y="3238462"/>
                </a:lnTo>
                <a:lnTo>
                  <a:pt x="5937742" y="3238433"/>
                </a:lnTo>
                <a:lnTo>
                  <a:pt x="5937770" y="3244291"/>
                </a:lnTo>
                <a:lnTo>
                  <a:pt x="5984491" y="3244263"/>
                </a:lnTo>
                <a:lnTo>
                  <a:pt x="5984491" y="3238404"/>
                </a:lnTo>
                <a:lnTo>
                  <a:pt x="6019552" y="3238404"/>
                </a:lnTo>
                <a:lnTo>
                  <a:pt x="6019552" y="3244234"/>
                </a:lnTo>
                <a:lnTo>
                  <a:pt x="6066272" y="3244205"/>
                </a:lnTo>
                <a:lnTo>
                  <a:pt x="6066272" y="3238376"/>
                </a:lnTo>
                <a:lnTo>
                  <a:pt x="6101334" y="3238348"/>
                </a:lnTo>
                <a:lnTo>
                  <a:pt x="6101334" y="3244205"/>
                </a:lnTo>
                <a:lnTo>
                  <a:pt x="6148054" y="3244176"/>
                </a:lnTo>
                <a:lnTo>
                  <a:pt x="6148054" y="3238319"/>
                </a:lnTo>
                <a:lnTo>
                  <a:pt x="6183115" y="3238319"/>
                </a:lnTo>
                <a:lnTo>
                  <a:pt x="6183115" y="3244148"/>
                </a:lnTo>
                <a:lnTo>
                  <a:pt x="6184802" y="3244148"/>
                </a:lnTo>
                <a:cubicBezTo>
                  <a:pt x="6161513" y="3281553"/>
                  <a:pt x="6134053" y="3316100"/>
                  <a:pt x="6103020" y="3347132"/>
                </a:cubicBezTo>
                <a:cubicBezTo>
                  <a:pt x="5999064" y="3451060"/>
                  <a:pt x="5855617" y="3515296"/>
                  <a:pt x="5696998" y="3515296"/>
                </a:cubicBezTo>
                <a:moveTo>
                  <a:pt x="95926" y="3241576"/>
                </a:moveTo>
                <a:lnTo>
                  <a:pt x="95926" y="3235718"/>
                </a:lnTo>
                <a:lnTo>
                  <a:pt x="81267" y="3235747"/>
                </a:lnTo>
                <a:cubicBezTo>
                  <a:pt x="29661" y="3149593"/>
                  <a:pt x="28" y="3048867"/>
                  <a:pt x="0" y="2941110"/>
                </a:cubicBezTo>
                <a:lnTo>
                  <a:pt x="0" y="1937756"/>
                </a:lnTo>
                <a:lnTo>
                  <a:pt x="459572" y="1937756"/>
                </a:lnTo>
                <a:lnTo>
                  <a:pt x="459572" y="1959016"/>
                </a:lnTo>
                <a:lnTo>
                  <a:pt x="465401" y="1959016"/>
                </a:lnTo>
                <a:lnTo>
                  <a:pt x="465401" y="1994049"/>
                </a:lnTo>
                <a:lnTo>
                  <a:pt x="459572" y="1994049"/>
                </a:lnTo>
                <a:lnTo>
                  <a:pt x="459572" y="2040798"/>
                </a:lnTo>
                <a:lnTo>
                  <a:pt x="465401" y="2040798"/>
                </a:lnTo>
                <a:lnTo>
                  <a:pt x="465401" y="2075831"/>
                </a:lnTo>
                <a:lnTo>
                  <a:pt x="459572" y="2075831"/>
                </a:lnTo>
                <a:lnTo>
                  <a:pt x="459572" y="2122579"/>
                </a:lnTo>
                <a:lnTo>
                  <a:pt x="465401" y="2122579"/>
                </a:lnTo>
                <a:lnTo>
                  <a:pt x="465401" y="2157612"/>
                </a:lnTo>
                <a:lnTo>
                  <a:pt x="459572" y="2157612"/>
                </a:lnTo>
                <a:lnTo>
                  <a:pt x="459572" y="2204361"/>
                </a:lnTo>
                <a:lnTo>
                  <a:pt x="465401" y="2204361"/>
                </a:lnTo>
                <a:lnTo>
                  <a:pt x="465401" y="2239423"/>
                </a:lnTo>
                <a:lnTo>
                  <a:pt x="459572" y="2239423"/>
                </a:lnTo>
                <a:lnTo>
                  <a:pt x="459572" y="2286142"/>
                </a:lnTo>
                <a:lnTo>
                  <a:pt x="465401" y="2286142"/>
                </a:lnTo>
                <a:lnTo>
                  <a:pt x="465401" y="2321204"/>
                </a:lnTo>
                <a:lnTo>
                  <a:pt x="459572" y="2321204"/>
                </a:lnTo>
                <a:lnTo>
                  <a:pt x="459572" y="2367924"/>
                </a:lnTo>
                <a:lnTo>
                  <a:pt x="465401" y="2367924"/>
                </a:lnTo>
                <a:lnTo>
                  <a:pt x="465401" y="2402986"/>
                </a:lnTo>
                <a:lnTo>
                  <a:pt x="459572" y="2402986"/>
                </a:lnTo>
                <a:lnTo>
                  <a:pt x="459572" y="2449705"/>
                </a:lnTo>
                <a:lnTo>
                  <a:pt x="465401" y="2449705"/>
                </a:lnTo>
                <a:lnTo>
                  <a:pt x="465401" y="2484768"/>
                </a:lnTo>
                <a:lnTo>
                  <a:pt x="459572" y="2484768"/>
                </a:lnTo>
                <a:lnTo>
                  <a:pt x="459572" y="2531487"/>
                </a:lnTo>
                <a:lnTo>
                  <a:pt x="465401" y="2531487"/>
                </a:lnTo>
                <a:lnTo>
                  <a:pt x="465401" y="2566549"/>
                </a:lnTo>
                <a:lnTo>
                  <a:pt x="459572" y="2566549"/>
                </a:lnTo>
                <a:lnTo>
                  <a:pt x="459572" y="2613297"/>
                </a:lnTo>
                <a:lnTo>
                  <a:pt x="465401" y="2613297"/>
                </a:lnTo>
                <a:lnTo>
                  <a:pt x="465401" y="2648331"/>
                </a:lnTo>
                <a:lnTo>
                  <a:pt x="459572" y="2648331"/>
                </a:lnTo>
                <a:lnTo>
                  <a:pt x="459572" y="2651388"/>
                </a:lnTo>
                <a:lnTo>
                  <a:pt x="461286" y="2655503"/>
                </a:lnTo>
                <a:lnTo>
                  <a:pt x="465401" y="2657218"/>
                </a:lnTo>
                <a:lnTo>
                  <a:pt x="509121" y="2657218"/>
                </a:lnTo>
                <a:lnTo>
                  <a:pt x="509121" y="2651388"/>
                </a:lnTo>
                <a:lnTo>
                  <a:pt x="544154" y="2651388"/>
                </a:lnTo>
                <a:lnTo>
                  <a:pt x="544154" y="2657218"/>
                </a:lnTo>
                <a:lnTo>
                  <a:pt x="590902" y="2657218"/>
                </a:lnTo>
                <a:lnTo>
                  <a:pt x="590902" y="2651388"/>
                </a:lnTo>
                <a:lnTo>
                  <a:pt x="625935" y="2651388"/>
                </a:lnTo>
                <a:lnTo>
                  <a:pt x="625935" y="2657218"/>
                </a:lnTo>
                <a:lnTo>
                  <a:pt x="672684" y="2657218"/>
                </a:lnTo>
                <a:lnTo>
                  <a:pt x="672684" y="2651388"/>
                </a:lnTo>
                <a:lnTo>
                  <a:pt x="707717" y="2651388"/>
                </a:lnTo>
                <a:lnTo>
                  <a:pt x="707717" y="2657218"/>
                </a:lnTo>
                <a:lnTo>
                  <a:pt x="754466" y="2657218"/>
                </a:lnTo>
                <a:lnTo>
                  <a:pt x="754466" y="2651388"/>
                </a:lnTo>
                <a:lnTo>
                  <a:pt x="789527" y="2651388"/>
                </a:lnTo>
                <a:lnTo>
                  <a:pt x="789527" y="2657218"/>
                </a:lnTo>
                <a:lnTo>
                  <a:pt x="821359" y="2657218"/>
                </a:lnTo>
                <a:lnTo>
                  <a:pt x="821359" y="2759859"/>
                </a:lnTo>
                <a:lnTo>
                  <a:pt x="939003" y="2759859"/>
                </a:lnTo>
                <a:lnTo>
                  <a:pt x="939003" y="2815980"/>
                </a:lnTo>
                <a:lnTo>
                  <a:pt x="295408" y="2815980"/>
                </a:lnTo>
                <a:lnTo>
                  <a:pt x="295408" y="3182140"/>
                </a:lnTo>
                <a:lnTo>
                  <a:pt x="1706813" y="3182140"/>
                </a:lnTo>
                <a:lnTo>
                  <a:pt x="1706813" y="3234861"/>
                </a:lnTo>
                <a:lnTo>
                  <a:pt x="1684896" y="3234861"/>
                </a:lnTo>
                <a:lnTo>
                  <a:pt x="1684896" y="3240719"/>
                </a:lnTo>
                <a:lnTo>
                  <a:pt x="1649863" y="3240748"/>
                </a:lnTo>
                <a:lnTo>
                  <a:pt x="1649863" y="3234890"/>
                </a:lnTo>
                <a:lnTo>
                  <a:pt x="1603114" y="3234918"/>
                </a:lnTo>
                <a:lnTo>
                  <a:pt x="1603114" y="3240776"/>
                </a:lnTo>
                <a:lnTo>
                  <a:pt x="1568081" y="3240776"/>
                </a:lnTo>
                <a:lnTo>
                  <a:pt x="1568081" y="3234947"/>
                </a:lnTo>
                <a:lnTo>
                  <a:pt x="1521333" y="3234976"/>
                </a:lnTo>
                <a:lnTo>
                  <a:pt x="1521333" y="3240805"/>
                </a:lnTo>
                <a:lnTo>
                  <a:pt x="1486300" y="3240833"/>
                </a:lnTo>
                <a:lnTo>
                  <a:pt x="1486271" y="3234976"/>
                </a:lnTo>
                <a:lnTo>
                  <a:pt x="1439551" y="3235004"/>
                </a:lnTo>
                <a:lnTo>
                  <a:pt x="1439551" y="3240862"/>
                </a:lnTo>
                <a:lnTo>
                  <a:pt x="1404490" y="3240862"/>
                </a:lnTo>
                <a:lnTo>
                  <a:pt x="1404490" y="3235032"/>
                </a:lnTo>
                <a:lnTo>
                  <a:pt x="1357769" y="3235061"/>
                </a:lnTo>
                <a:lnTo>
                  <a:pt x="1357769" y="3240891"/>
                </a:lnTo>
                <a:lnTo>
                  <a:pt x="1322708" y="3240919"/>
                </a:lnTo>
                <a:lnTo>
                  <a:pt x="1322708" y="3235061"/>
                </a:lnTo>
                <a:lnTo>
                  <a:pt x="1275988" y="3235090"/>
                </a:lnTo>
                <a:lnTo>
                  <a:pt x="1275988" y="3240947"/>
                </a:lnTo>
                <a:lnTo>
                  <a:pt x="1240927" y="3240947"/>
                </a:lnTo>
                <a:lnTo>
                  <a:pt x="1240927" y="3235119"/>
                </a:lnTo>
                <a:lnTo>
                  <a:pt x="1194206" y="3235147"/>
                </a:lnTo>
                <a:lnTo>
                  <a:pt x="1194206" y="3240976"/>
                </a:lnTo>
                <a:lnTo>
                  <a:pt x="1159145" y="3241005"/>
                </a:lnTo>
                <a:lnTo>
                  <a:pt x="1159145" y="3235147"/>
                </a:lnTo>
                <a:lnTo>
                  <a:pt x="1112396" y="3235175"/>
                </a:lnTo>
                <a:lnTo>
                  <a:pt x="1112425" y="3241034"/>
                </a:lnTo>
                <a:lnTo>
                  <a:pt x="1077363" y="3241034"/>
                </a:lnTo>
                <a:lnTo>
                  <a:pt x="1077363" y="3235204"/>
                </a:lnTo>
                <a:lnTo>
                  <a:pt x="1030615" y="3235233"/>
                </a:lnTo>
                <a:lnTo>
                  <a:pt x="1030615" y="3241062"/>
                </a:lnTo>
                <a:lnTo>
                  <a:pt x="995553" y="3241090"/>
                </a:lnTo>
                <a:lnTo>
                  <a:pt x="995553" y="3235233"/>
                </a:lnTo>
                <a:lnTo>
                  <a:pt x="948833" y="3235262"/>
                </a:lnTo>
                <a:lnTo>
                  <a:pt x="948833" y="3241119"/>
                </a:lnTo>
                <a:lnTo>
                  <a:pt x="913771" y="3241119"/>
                </a:lnTo>
                <a:lnTo>
                  <a:pt x="913771" y="3235289"/>
                </a:lnTo>
                <a:lnTo>
                  <a:pt x="867051" y="3235318"/>
                </a:lnTo>
                <a:lnTo>
                  <a:pt x="867051" y="3241148"/>
                </a:lnTo>
                <a:lnTo>
                  <a:pt x="831990" y="3241177"/>
                </a:lnTo>
                <a:lnTo>
                  <a:pt x="831990" y="3235347"/>
                </a:lnTo>
                <a:lnTo>
                  <a:pt x="785269" y="3235347"/>
                </a:lnTo>
                <a:lnTo>
                  <a:pt x="785269" y="3241204"/>
                </a:lnTo>
                <a:lnTo>
                  <a:pt x="750208" y="3241233"/>
                </a:lnTo>
                <a:lnTo>
                  <a:pt x="750208" y="3235376"/>
                </a:lnTo>
                <a:lnTo>
                  <a:pt x="703459" y="3235404"/>
                </a:lnTo>
                <a:lnTo>
                  <a:pt x="703488" y="3241233"/>
                </a:lnTo>
                <a:lnTo>
                  <a:pt x="668426" y="3241262"/>
                </a:lnTo>
                <a:lnTo>
                  <a:pt x="668426" y="3235432"/>
                </a:lnTo>
                <a:lnTo>
                  <a:pt x="621678" y="3235432"/>
                </a:lnTo>
                <a:lnTo>
                  <a:pt x="621678" y="3241291"/>
                </a:lnTo>
                <a:lnTo>
                  <a:pt x="586645" y="3241319"/>
                </a:lnTo>
                <a:lnTo>
                  <a:pt x="586645" y="3235461"/>
                </a:lnTo>
                <a:lnTo>
                  <a:pt x="539896" y="3235490"/>
                </a:lnTo>
                <a:lnTo>
                  <a:pt x="539896" y="3241319"/>
                </a:lnTo>
                <a:lnTo>
                  <a:pt x="504863" y="3241348"/>
                </a:lnTo>
                <a:lnTo>
                  <a:pt x="504863" y="3235518"/>
                </a:lnTo>
                <a:lnTo>
                  <a:pt x="458114" y="3235547"/>
                </a:lnTo>
                <a:lnTo>
                  <a:pt x="458114" y="3241376"/>
                </a:lnTo>
                <a:lnTo>
                  <a:pt x="423053" y="3241405"/>
                </a:lnTo>
                <a:lnTo>
                  <a:pt x="423053" y="3235547"/>
                </a:lnTo>
                <a:lnTo>
                  <a:pt x="376333" y="3235575"/>
                </a:lnTo>
                <a:lnTo>
                  <a:pt x="376333" y="3241434"/>
                </a:lnTo>
                <a:lnTo>
                  <a:pt x="341271" y="3241434"/>
                </a:lnTo>
                <a:lnTo>
                  <a:pt x="341271" y="3235604"/>
                </a:lnTo>
                <a:lnTo>
                  <a:pt x="294551" y="3235633"/>
                </a:lnTo>
                <a:lnTo>
                  <a:pt x="294551" y="3241462"/>
                </a:lnTo>
                <a:lnTo>
                  <a:pt x="259489" y="3241491"/>
                </a:lnTo>
                <a:lnTo>
                  <a:pt x="259489" y="3235633"/>
                </a:lnTo>
                <a:lnTo>
                  <a:pt x="212741" y="3235661"/>
                </a:lnTo>
                <a:lnTo>
                  <a:pt x="212769" y="3241519"/>
                </a:lnTo>
                <a:lnTo>
                  <a:pt x="177708" y="3241519"/>
                </a:lnTo>
                <a:lnTo>
                  <a:pt x="177708" y="3235690"/>
                </a:lnTo>
                <a:lnTo>
                  <a:pt x="130988" y="3235718"/>
                </a:lnTo>
                <a:lnTo>
                  <a:pt x="130988" y="3241548"/>
                </a:lnTo>
                <a:lnTo>
                  <a:pt x="95926" y="3241576"/>
                </a:lnTo>
                <a:moveTo>
                  <a:pt x="4594145" y="3239147"/>
                </a:moveTo>
                <a:lnTo>
                  <a:pt x="4594145" y="3233318"/>
                </a:lnTo>
                <a:lnTo>
                  <a:pt x="4581544" y="3233318"/>
                </a:lnTo>
                <a:lnTo>
                  <a:pt x="4581544" y="3182169"/>
                </a:lnTo>
                <a:lnTo>
                  <a:pt x="6218292" y="3182169"/>
                </a:lnTo>
                <a:cubicBezTo>
                  <a:pt x="6210319" y="3199400"/>
                  <a:pt x="6201489" y="3216201"/>
                  <a:pt x="6191888" y="3232461"/>
                </a:cubicBezTo>
                <a:lnTo>
                  <a:pt x="6183115" y="3232461"/>
                </a:lnTo>
                <a:lnTo>
                  <a:pt x="6183115" y="3238319"/>
                </a:lnTo>
                <a:lnTo>
                  <a:pt x="6148054" y="3238319"/>
                </a:lnTo>
                <a:lnTo>
                  <a:pt x="6148054" y="3232489"/>
                </a:lnTo>
                <a:lnTo>
                  <a:pt x="6101334" y="3232518"/>
                </a:lnTo>
                <a:lnTo>
                  <a:pt x="6101334" y="3238348"/>
                </a:lnTo>
                <a:lnTo>
                  <a:pt x="6066272" y="3238376"/>
                </a:lnTo>
                <a:lnTo>
                  <a:pt x="6066272" y="3232518"/>
                </a:lnTo>
                <a:lnTo>
                  <a:pt x="6019523" y="3232547"/>
                </a:lnTo>
                <a:lnTo>
                  <a:pt x="6019552" y="3238404"/>
                </a:lnTo>
                <a:lnTo>
                  <a:pt x="5984491" y="3238404"/>
                </a:lnTo>
                <a:lnTo>
                  <a:pt x="5984491" y="3232575"/>
                </a:lnTo>
                <a:lnTo>
                  <a:pt x="5937742" y="3232604"/>
                </a:lnTo>
                <a:lnTo>
                  <a:pt x="5937742" y="3238433"/>
                </a:lnTo>
                <a:lnTo>
                  <a:pt x="5902709" y="3238462"/>
                </a:lnTo>
                <a:lnTo>
                  <a:pt x="5902709" y="3232604"/>
                </a:lnTo>
                <a:lnTo>
                  <a:pt x="5855960" y="3232632"/>
                </a:lnTo>
                <a:lnTo>
                  <a:pt x="5855960" y="3238490"/>
                </a:lnTo>
                <a:lnTo>
                  <a:pt x="5820928" y="3238490"/>
                </a:lnTo>
                <a:lnTo>
                  <a:pt x="5820928" y="3232661"/>
                </a:lnTo>
                <a:lnTo>
                  <a:pt x="5774178" y="3232689"/>
                </a:lnTo>
                <a:lnTo>
                  <a:pt x="5774178" y="3238519"/>
                </a:lnTo>
                <a:lnTo>
                  <a:pt x="5739146" y="3238547"/>
                </a:lnTo>
                <a:lnTo>
                  <a:pt x="5739117" y="3232689"/>
                </a:lnTo>
                <a:lnTo>
                  <a:pt x="5692397" y="3232718"/>
                </a:lnTo>
                <a:lnTo>
                  <a:pt x="5692397" y="3238576"/>
                </a:lnTo>
                <a:lnTo>
                  <a:pt x="5657335" y="3238604"/>
                </a:lnTo>
                <a:lnTo>
                  <a:pt x="5657335" y="3232747"/>
                </a:lnTo>
                <a:lnTo>
                  <a:pt x="5610615" y="3232775"/>
                </a:lnTo>
                <a:lnTo>
                  <a:pt x="5610615" y="3238604"/>
                </a:lnTo>
                <a:lnTo>
                  <a:pt x="5575554" y="3238633"/>
                </a:lnTo>
                <a:lnTo>
                  <a:pt x="5575554" y="3232775"/>
                </a:lnTo>
                <a:lnTo>
                  <a:pt x="5528833" y="3232804"/>
                </a:lnTo>
                <a:lnTo>
                  <a:pt x="5528833" y="3238662"/>
                </a:lnTo>
                <a:lnTo>
                  <a:pt x="5493772" y="3238690"/>
                </a:lnTo>
                <a:lnTo>
                  <a:pt x="5493772" y="3232832"/>
                </a:lnTo>
                <a:lnTo>
                  <a:pt x="5447052" y="3232861"/>
                </a:lnTo>
                <a:lnTo>
                  <a:pt x="5447052" y="3238690"/>
                </a:lnTo>
                <a:lnTo>
                  <a:pt x="5411991" y="3238719"/>
                </a:lnTo>
                <a:lnTo>
                  <a:pt x="5411991" y="3232861"/>
                </a:lnTo>
                <a:lnTo>
                  <a:pt x="5365242" y="3232918"/>
                </a:lnTo>
                <a:lnTo>
                  <a:pt x="5365271" y="3238747"/>
                </a:lnTo>
                <a:lnTo>
                  <a:pt x="5330209" y="3238776"/>
                </a:lnTo>
                <a:lnTo>
                  <a:pt x="5330209" y="3232918"/>
                </a:lnTo>
                <a:lnTo>
                  <a:pt x="5283460" y="3232946"/>
                </a:lnTo>
                <a:lnTo>
                  <a:pt x="5283460" y="3238805"/>
                </a:lnTo>
                <a:lnTo>
                  <a:pt x="5248427" y="3238805"/>
                </a:lnTo>
                <a:lnTo>
                  <a:pt x="5248427" y="3232975"/>
                </a:lnTo>
                <a:lnTo>
                  <a:pt x="5201679" y="3233004"/>
                </a:lnTo>
                <a:lnTo>
                  <a:pt x="5201679" y="3238833"/>
                </a:lnTo>
                <a:lnTo>
                  <a:pt x="5166646" y="3238861"/>
                </a:lnTo>
                <a:lnTo>
                  <a:pt x="5166617" y="3233004"/>
                </a:lnTo>
                <a:lnTo>
                  <a:pt x="5119897" y="3233033"/>
                </a:lnTo>
                <a:lnTo>
                  <a:pt x="5119897" y="3238890"/>
                </a:lnTo>
                <a:lnTo>
                  <a:pt x="5084864" y="3238890"/>
                </a:lnTo>
                <a:lnTo>
                  <a:pt x="5084864" y="3233061"/>
                </a:lnTo>
                <a:lnTo>
                  <a:pt x="5038115" y="3233089"/>
                </a:lnTo>
                <a:lnTo>
                  <a:pt x="5038115" y="3238919"/>
                </a:lnTo>
                <a:lnTo>
                  <a:pt x="5003054" y="3238948"/>
                </a:lnTo>
                <a:lnTo>
                  <a:pt x="5003054" y="3233089"/>
                </a:lnTo>
                <a:lnTo>
                  <a:pt x="4956334" y="3233118"/>
                </a:lnTo>
                <a:lnTo>
                  <a:pt x="4956334" y="3238976"/>
                </a:lnTo>
                <a:lnTo>
                  <a:pt x="4921272" y="3238976"/>
                </a:lnTo>
                <a:lnTo>
                  <a:pt x="4921272" y="3233147"/>
                </a:lnTo>
                <a:lnTo>
                  <a:pt x="4874552" y="3233176"/>
                </a:lnTo>
                <a:lnTo>
                  <a:pt x="4874552" y="3239004"/>
                </a:lnTo>
                <a:lnTo>
                  <a:pt x="4839490" y="3239033"/>
                </a:lnTo>
                <a:lnTo>
                  <a:pt x="4839490" y="3233176"/>
                </a:lnTo>
                <a:lnTo>
                  <a:pt x="4792742" y="3233204"/>
                </a:lnTo>
                <a:lnTo>
                  <a:pt x="4792770" y="3239062"/>
                </a:lnTo>
                <a:lnTo>
                  <a:pt x="4757709" y="3239062"/>
                </a:lnTo>
                <a:lnTo>
                  <a:pt x="4757709" y="3233232"/>
                </a:lnTo>
                <a:lnTo>
                  <a:pt x="4710960" y="3233261"/>
                </a:lnTo>
                <a:lnTo>
                  <a:pt x="4710960" y="3239090"/>
                </a:lnTo>
                <a:lnTo>
                  <a:pt x="4675927" y="3239119"/>
                </a:lnTo>
                <a:lnTo>
                  <a:pt x="4675927" y="3233261"/>
                </a:lnTo>
                <a:lnTo>
                  <a:pt x="4629178" y="3233290"/>
                </a:lnTo>
                <a:lnTo>
                  <a:pt x="4629178" y="3239147"/>
                </a:lnTo>
                <a:lnTo>
                  <a:pt x="4594145" y="3239147"/>
                </a:lnTo>
                <a:moveTo>
                  <a:pt x="3155880" y="3151251"/>
                </a:moveTo>
                <a:lnTo>
                  <a:pt x="3101730" y="3151251"/>
                </a:lnTo>
                <a:lnTo>
                  <a:pt x="3101730" y="3133934"/>
                </a:lnTo>
                <a:lnTo>
                  <a:pt x="3107560" y="3133934"/>
                </a:lnTo>
                <a:lnTo>
                  <a:pt x="3107588" y="3087186"/>
                </a:lnTo>
                <a:lnTo>
                  <a:pt x="3101730" y="3087186"/>
                </a:lnTo>
                <a:lnTo>
                  <a:pt x="3101759" y="3052152"/>
                </a:lnTo>
                <a:lnTo>
                  <a:pt x="3107588" y="3052152"/>
                </a:lnTo>
                <a:lnTo>
                  <a:pt x="3107588" y="3005404"/>
                </a:lnTo>
                <a:lnTo>
                  <a:pt x="3101759" y="3005404"/>
                </a:lnTo>
                <a:lnTo>
                  <a:pt x="3101759" y="2970371"/>
                </a:lnTo>
                <a:lnTo>
                  <a:pt x="3107588" y="2970371"/>
                </a:lnTo>
                <a:lnTo>
                  <a:pt x="3107617" y="2923622"/>
                </a:lnTo>
                <a:lnTo>
                  <a:pt x="3101788" y="2923622"/>
                </a:lnTo>
                <a:lnTo>
                  <a:pt x="3101788" y="2888560"/>
                </a:lnTo>
                <a:lnTo>
                  <a:pt x="3107617" y="2888560"/>
                </a:lnTo>
                <a:lnTo>
                  <a:pt x="3107617" y="2841841"/>
                </a:lnTo>
                <a:lnTo>
                  <a:pt x="3101788" y="2841841"/>
                </a:lnTo>
                <a:lnTo>
                  <a:pt x="3101788" y="2806779"/>
                </a:lnTo>
                <a:lnTo>
                  <a:pt x="3107645" y="2806779"/>
                </a:lnTo>
                <a:lnTo>
                  <a:pt x="3107645" y="2760059"/>
                </a:lnTo>
                <a:lnTo>
                  <a:pt x="3101816" y="2760059"/>
                </a:lnTo>
                <a:lnTo>
                  <a:pt x="3101816" y="2724997"/>
                </a:lnTo>
                <a:lnTo>
                  <a:pt x="3107645" y="2724997"/>
                </a:lnTo>
                <a:lnTo>
                  <a:pt x="3107674" y="2678278"/>
                </a:lnTo>
                <a:lnTo>
                  <a:pt x="3101816" y="2678278"/>
                </a:lnTo>
                <a:lnTo>
                  <a:pt x="3101845" y="2643215"/>
                </a:lnTo>
                <a:lnTo>
                  <a:pt x="3107674" y="2643215"/>
                </a:lnTo>
                <a:lnTo>
                  <a:pt x="3107703" y="2596496"/>
                </a:lnTo>
                <a:lnTo>
                  <a:pt x="3101845" y="2596496"/>
                </a:lnTo>
                <a:lnTo>
                  <a:pt x="3101845" y="2561434"/>
                </a:lnTo>
                <a:lnTo>
                  <a:pt x="3107703" y="2561434"/>
                </a:lnTo>
                <a:lnTo>
                  <a:pt x="3107703" y="2514685"/>
                </a:lnTo>
                <a:lnTo>
                  <a:pt x="3101873" y="2514685"/>
                </a:lnTo>
                <a:lnTo>
                  <a:pt x="3101873" y="2479652"/>
                </a:lnTo>
                <a:lnTo>
                  <a:pt x="3107731" y="2479652"/>
                </a:lnTo>
                <a:lnTo>
                  <a:pt x="3107731" y="2432904"/>
                </a:lnTo>
                <a:lnTo>
                  <a:pt x="3101873" y="2432904"/>
                </a:lnTo>
                <a:lnTo>
                  <a:pt x="3101902" y="2397870"/>
                </a:lnTo>
                <a:lnTo>
                  <a:pt x="3107731" y="2397870"/>
                </a:lnTo>
                <a:lnTo>
                  <a:pt x="3107760" y="2351122"/>
                </a:lnTo>
                <a:lnTo>
                  <a:pt x="3101902" y="2351122"/>
                </a:lnTo>
                <a:lnTo>
                  <a:pt x="3101902" y="2316089"/>
                </a:lnTo>
                <a:lnTo>
                  <a:pt x="3107760" y="2316089"/>
                </a:lnTo>
                <a:lnTo>
                  <a:pt x="3107760" y="2269341"/>
                </a:lnTo>
                <a:lnTo>
                  <a:pt x="3101930" y="2269341"/>
                </a:lnTo>
                <a:lnTo>
                  <a:pt x="3101930" y="2234279"/>
                </a:lnTo>
                <a:lnTo>
                  <a:pt x="3107760" y="2234308"/>
                </a:lnTo>
                <a:lnTo>
                  <a:pt x="3107789" y="2187559"/>
                </a:lnTo>
                <a:lnTo>
                  <a:pt x="3101930" y="2187559"/>
                </a:lnTo>
                <a:lnTo>
                  <a:pt x="3101959" y="2152497"/>
                </a:lnTo>
                <a:lnTo>
                  <a:pt x="3107789" y="2152497"/>
                </a:lnTo>
                <a:lnTo>
                  <a:pt x="3107789" y="2105777"/>
                </a:lnTo>
                <a:lnTo>
                  <a:pt x="3101959" y="2105777"/>
                </a:lnTo>
                <a:lnTo>
                  <a:pt x="3101959" y="2070716"/>
                </a:lnTo>
                <a:lnTo>
                  <a:pt x="3107817" y="2070716"/>
                </a:lnTo>
                <a:lnTo>
                  <a:pt x="3107817" y="2023996"/>
                </a:lnTo>
                <a:lnTo>
                  <a:pt x="3101988" y="2023996"/>
                </a:lnTo>
                <a:lnTo>
                  <a:pt x="3101988" y="1988934"/>
                </a:lnTo>
                <a:lnTo>
                  <a:pt x="3107817" y="1988934"/>
                </a:lnTo>
                <a:lnTo>
                  <a:pt x="3107845" y="1942214"/>
                </a:lnTo>
                <a:lnTo>
                  <a:pt x="3101988" y="1942214"/>
                </a:lnTo>
                <a:lnTo>
                  <a:pt x="3101988" y="1937756"/>
                </a:lnTo>
                <a:lnTo>
                  <a:pt x="3159881" y="1937756"/>
                </a:lnTo>
                <a:lnTo>
                  <a:pt x="3159881" y="2665418"/>
                </a:lnTo>
                <a:lnTo>
                  <a:pt x="3662286" y="2665418"/>
                </a:lnTo>
                <a:lnTo>
                  <a:pt x="3662286" y="2769088"/>
                </a:lnTo>
                <a:lnTo>
                  <a:pt x="4117857" y="2769088"/>
                </a:lnTo>
                <a:lnTo>
                  <a:pt x="4117857" y="2665418"/>
                </a:lnTo>
                <a:lnTo>
                  <a:pt x="4542767" y="2665418"/>
                </a:lnTo>
                <a:lnTo>
                  <a:pt x="4542767" y="1910296"/>
                </a:lnTo>
                <a:lnTo>
                  <a:pt x="3188398" y="1910296"/>
                </a:lnTo>
                <a:lnTo>
                  <a:pt x="3188398" y="1802539"/>
                </a:lnTo>
                <a:lnTo>
                  <a:pt x="3200800" y="1799367"/>
                </a:lnTo>
                <a:lnTo>
                  <a:pt x="3188512" y="1781365"/>
                </a:lnTo>
                <a:lnTo>
                  <a:pt x="3700148" y="1432522"/>
                </a:lnTo>
                <a:lnTo>
                  <a:pt x="3701605" y="1432522"/>
                </a:lnTo>
                <a:lnTo>
                  <a:pt x="3707463" y="1432436"/>
                </a:lnTo>
                <a:lnTo>
                  <a:pt x="3707434" y="1431064"/>
                </a:lnTo>
                <a:lnTo>
                  <a:pt x="3770528" y="1431893"/>
                </a:lnTo>
                <a:cubicBezTo>
                  <a:pt x="3774671" y="1435751"/>
                  <a:pt x="3779415" y="1439122"/>
                  <a:pt x="3784673" y="1441837"/>
                </a:cubicBezTo>
                <a:lnTo>
                  <a:pt x="3787359" y="1436636"/>
                </a:lnTo>
                <a:lnTo>
                  <a:pt x="3897573" y="1493644"/>
                </a:lnTo>
                <a:lnTo>
                  <a:pt x="3894886" y="1498844"/>
                </a:lnTo>
                <a:cubicBezTo>
                  <a:pt x="3904202" y="1503673"/>
                  <a:pt x="3914203" y="1505960"/>
                  <a:pt x="3924033" y="1505960"/>
                </a:cubicBezTo>
                <a:lnTo>
                  <a:pt x="3924062" y="1505960"/>
                </a:lnTo>
                <a:cubicBezTo>
                  <a:pt x="3924062" y="1505960"/>
                  <a:pt x="3924033" y="1505960"/>
                  <a:pt x="3924062" y="1505960"/>
                </a:cubicBezTo>
                <a:cubicBezTo>
                  <a:pt x="3947064" y="1505960"/>
                  <a:pt x="3969239" y="1493415"/>
                  <a:pt x="3980526" y="1471555"/>
                </a:cubicBezTo>
                <a:lnTo>
                  <a:pt x="3982412" y="1467898"/>
                </a:lnTo>
                <a:lnTo>
                  <a:pt x="3997471" y="1540735"/>
                </a:lnTo>
                <a:lnTo>
                  <a:pt x="3755612" y="1562481"/>
                </a:lnTo>
                <a:cubicBezTo>
                  <a:pt x="3722551" y="1565453"/>
                  <a:pt x="3697719" y="1593199"/>
                  <a:pt x="3697719" y="1625803"/>
                </a:cubicBezTo>
                <a:lnTo>
                  <a:pt x="3697976" y="1631489"/>
                </a:lnTo>
                <a:lnTo>
                  <a:pt x="3703777" y="1630975"/>
                </a:lnTo>
                <a:lnTo>
                  <a:pt x="3714835" y="1754590"/>
                </a:lnTo>
                <a:lnTo>
                  <a:pt x="3709006" y="1755105"/>
                </a:lnTo>
                <a:cubicBezTo>
                  <a:pt x="3711978" y="1788166"/>
                  <a:pt x="3739667" y="1812969"/>
                  <a:pt x="3772214" y="1812969"/>
                </a:cubicBezTo>
                <a:lnTo>
                  <a:pt x="3777958" y="1812741"/>
                </a:lnTo>
                <a:lnTo>
                  <a:pt x="4133974" y="1780708"/>
                </a:lnTo>
                <a:cubicBezTo>
                  <a:pt x="4150747" y="1779194"/>
                  <a:pt x="4166263" y="1771050"/>
                  <a:pt x="4177065" y="1758105"/>
                </a:cubicBezTo>
                <a:cubicBezTo>
                  <a:pt x="4186352" y="1746990"/>
                  <a:pt x="4191524" y="1733074"/>
                  <a:pt x="4191838" y="1718729"/>
                </a:cubicBezTo>
                <a:lnTo>
                  <a:pt x="4355230" y="1703584"/>
                </a:lnTo>
                <a:lnTo>
                  <a:pt x="4354173" y="1691954"/>
                </a:lnTo>
                <a:lnTo>
                  <a:pt x="4186694" y="1707470"/>
                </a:lnTo>
                <a:lnTo>
                  <a:pt x="4187123" y="1712099"/>
                </a:lnTo>
                <a:lnTo>
                  <a:pt x="4185780" y="1712214"/>
                </a:lnTo>
                <a:lnTo>
                  <a:pt x="4174750" y="1588598"/>
                </a:lnTo>
                <a:lnTo>
                  <a:pt x="4174836" y="1588598"/>
                </a:lnTo>
                <a:lnTo>
                  <a:pt x="4175322" y="1593885"/>
                </a:lnTo>
                <a:lnTo>
                  <a:pt x="4344257" y="1578626"/>
                </a:lnTo>
                <a:lnTo>
                  <a:pt x="4343200" y="1566995"/>
                </a:lnTo>
                <a:lnTo>
                  <a:pt x="4179694" y="1581769"/>
                </a:lnTo>
                <a:cubicBezTo>
                  <a:pt x="4174007" y="1551937"/>
                  <a:pt x="4147832" y="1530191"/>
                  <a:pt x="4117400" y="1530191"/>
                </a:cubicBezTo>
                <a:lnTo>
                  <a:pt x="4111600" y="1530477"/>
                </a:lnTo>
                <a:lnTo>
                  <a:pt x="4027903" y="1537992"/>
                </a:lnTo>
                <a:cubicBezTo>
                  <a:pt x="4026989" y="1502330"/>
                  <a:pt x="4025817" y="1467983"/>
                  <a:pt x="4024417" y="1435265"/>
                </a:cubicBezTo>
                <a:lnTo>
                  <a:pt x="4238873" y="1438065"/>
                </a:lnTo>
                <a:lnTo>
                  <a:pt x="4261704" y="1548451"/>
                </a:lnTo>
                <a:cubicBezTo>
                  <a:pt x="4261704" y="1510874"/>
                  <a:pt x="4261361" y="1474070"/>
                  <a:pt x="4260761" y="1438351"/>
                </a:cubicBezTo>
                <a:lnTo>
                  <a:pt x="4473588" y="1441180"/>
                </a:lnTo>
                <a:lnTo>
                  <a:pt x="4473645" y="1435322"/>
                </a:lnTo>
                <a:lnTo>
                  <a:pt x="4543711" y="1436265"/>
                </a:lnTo>
                <a:lnTo>
                  <a:pt x="4473645" y="1435322"/>
                </a:lnTo>
                <a:lnTo>
                  <a:pt x="4473731" y="1429493"/>
                </a:lnTo>
                <a:lnTo>
                  <a:pt x="4260561" y="1426692"/>
                </a:lnTo>
                <a:cubicBezTo>
                  <a:pt x="4255989" y="1186234"/>
                  <a:pt x="4238615" y="997496"/>
                  <a:pt x="4221213" y="955433"/>
                </a:cubicBezTo>
                <a:cubicBezTo>
                  <a:pt x="4218499" y="948861"/>
                  <a:pt x="4215784" y="945861"/>
                  <a:pt x="4213098" y="945861"/>
                </a:cubicBezTo>
                <a:cubicBezTo>
                  <a:pt x="4195896" y="945861"/>
                  <a:pt x="4180722" y="1069733"/>
                  <a:pt x="4180722" y="1156916"/>
                </a:cubicBezTo>
                <a:lnTo>
                  <a:pt x="4236443" y="1426349"/>
                </a:lnTo>
                <a:lnTo>
                  <a:pt x="4023903" y="1423549"/>
                </a:lnTo>
                <a:cubicBezTo>
                  <a:pt x="4023388" y="1412376"/>
                  <a:pt x="4022874" y="1401432"/>
                  <a:pt x="4022303" y="1390659"/>
                </a:cubicBezTo>
                <a:lnTo>
                  <a:pt x="4144518" y="1154001"/>
                </a:lnTo>
                <a:cubicBezTo>
                  <a:pt x="4149232" y="1144885"/>
                  <a:pt x="4151604" y="1134884"/>
                  <a:pt x="4151604" y="1124797"/>
                </a:cubicBezTo>
                <a:cubicBezTo>
                  <a:pt x="4151604" y="1118311"/>
                  <a:pt x="4150633" y="1111796"/>
                  <a:pt x="4148604" y="1105480"/>
                </a:cubicBezTo>
                <a:cubicBezTo>
                  <a:pt x="4144203" y="1091679"/>
                  <a:pt x="4135231" y="1079849"/>
                  <a:pt x="4123287" y="1071876"/>
                </a:cubicBezTo>
                <a:lnTo>
                  <a:pt x="4198210" y="925915"/>
                </a:lnTo>
                <a:lnTo>
                  <a:pt x="4194496" y="924001"/>
                </a:lnTo>
                <a:cubicBezTo>
                  <a:pt x="4194610" y="923801"/>
                  <a:pt x="4194724" y="923572"/>
                  <a:pt x="4194838" y="923372"/>
                </a:cubicBezTo>
                <a:cubicBezTo>
                  <a:pt x="4201239" y="910799"/>
                  <a:pt x="4180722" y="887282"/>
                  <a:pt x="4149090" y="870823"/>
                </a:cubicBezTo>
                <a:cubicBezTo>
                  <a:pt x="4130545" y="861222"/>
                  <a:pt x="4112285" y="856192"/>
                  <a:pt x="4099027" y="856192"/>
                </a:cubicBezTo>
                <a:cubicBezTo>
                  <a:pt x="4089683" y="856192"/>
                  <a:pt x="4082824" y="858707"/>
                  <a:pt x="4080196" y="863936"/>
                </a:cubicBezTo>
                <a:cubicBezTo>
                  <a:pt x="4080081" y="864136"/>
                  <a:pt x="4079996" y="864336"/>
                  <a:pt x="4079910" y="864536"/>
                </a:cubicBezTo>
                <a:lnTo>
                  <a:pt x="4076452" y="862765"/>
                </a:lnTo>
                <a:lnTo>
                  <a:pt x="4001185" y="1008668"/>
                </a:lnTo>
                <a:cubicBezTo>
                  <a:pt x="3993585" y="1005640"/>
                  <a:pt x="3985669" y="1004183"/>
                  <a:pt x="3977840" y="1004183"/>
                </a:cubicBezTo>
                <a:cubicBezTo>
                  <a:pt x="3954837" y="1004183"/>
                  <a:pt x="3932634" y="1016727"/>
                  <a:pt x="3921347" y="1038558"/>
                </a:cubicBezTo>
                <a:lnTo>
                  <a:pt x="3757355" y="1356140"/>
                </a:lnTo>
                <a:cubicBezTo>
                  <a:pt x="3752555" y="1365456"/>
                  <a:pt x="3750240" y="1375457"/>
                  <a:pt x="3750269" y="1385259"/>
                </a:cubicBezTo>
                <a:cubicBezTo>
                  <a:pt x="3750240" y="1397631"/>
                  <a:pt x="3753869" y="1409747"/>
                  <a:pt x="3760613" y="1420092"/>
                </a:cubicBezTo>
                <a:lnTo>
                  <a:pt x="3707263" y="1419377"/>
                </a:lnTo>
                <a:lnTo>
                  <a:pt x="3697348" y="674198"/>
                </a:lnTo>
                <a:lnTo>
                  <a:pt x="3691518" y="674284"/>
                </a:lnTo>
                <a:lnTo>
                  <a:pt x="3690575" y="604161"/>
                </a:lnTo>
                <a:lnTo>
                  <a:pt x="3691518" y="674284"/>
                </a:lnTo>
                <a:lnTo>
                  <a:pt x="3685660" y="674341"/>
                </a:lnTo>
                <a:lnTo>
                  <a:pt x="3695633" y="1421492"/>
                </a:lnTo>
                <a:lnTo>
                  <a:pt x="3188398" y="1767306"/>
                </a:lnTo>
                <a:lnTo>
                  <a:pt x="3188398" y="1182633"/>
                </a:lnTo>
                <a:lnTo>
                  <a:pt x="3102159" y="1182633"/>
                </a:lnTo>
                <a:lnTo>
                  <a:pt x="3102159" y="1171089"/>
                </a:lnTo>
                <a:lnTo>
                  <a:pt x="3108017" y="1171089"/>
                </a:lnTo>
                <a:lnTo>
                  <a:pt x="3108017" y="1124340"/>
                </a:lnTo>
                <a:lnTo>
                  <a:pt x="3102187" y="1124340"/>
                </a:lnTo>
                <a:lnTo>
                  <a:pt x="3102187" y="1089307"/>
                </a:lnTo>
                <a:lnTo>
                  <a:pt x="3108017" y="1089307"/>
                </a:lnTo>
                <a:lnTo>
                  <a:pt x="3108046" y="1042558"/>
                </a:lnTo>
                <a:lnTo>
                  <a:pt x="3102187" y="1042558"/>
                </a:lnTo>
                <a:lnTo>
                  <a:pt x="3102216" y="1007526"/>
                </a:lnTo>
                <a:lnTo>
                  <a:pt x="3108046" y="1007526"/>
                </a:lnTo>
                <a:lnTo>
                  <a:pt x="3108046" y="960777"/>
                </a:lnTo>
                <a:lnTo>
                  <a:pt x="3102216" y="960777"/>
                </a:lnTo>
                <a:lnTo>
                  <a:pt x="3102216" y="925716"/>
                </a:lnTo>
                <a:lnTo>
                  <a:pt x="3108074" y="925716"/>
                </a:lnTo>
                <a:lnTo>
                  <a:pt x="3108074" y="878995"/>
                </a:lnTo>
                <a:lnTo>
                  <a:pt x="3102245" y="878995"/>
                </a:lnTo>
                <a:lnTo>
                  <a:pt x="3102245" y="843934"/>
                </a:lnTo>
                <a:lnTo>
                  <a:pt x="3108074" y="843962"/>
                </a:lnTo>
                <a:lnTo>
                  <a:pt x="3108102" y="797214"/>
                </a:lnTo>
                <a:lnTo>
                  <a:pt x="3102245" y="797214"/>
                </a:lnTo>
                <a:lnTo>
                  <a:pt x="3102245" y="762152"/>
                </a:lnTo>
                <a:lnTo>
                  <a:pt x="3108102" y="762152"/>
                </a:lnTo>
                <a:lnTo>
                  <a:pt x="3108102" y="715432"/>
                </a:lnTo>
                <a:lnTo>
                  <a:pt x="3102273" y="715432"/>
                </a:lnTo>
                <a:lnTo>
                  <a:pt x="3102273" y="680371"/>
                </a:lnTo>
                <a:lnTo>
                  <a:pt x="3108102" y="680371"/>
                </a:lnTo>
                <a:lnTo>
                  <a:pt x="3108131" y="633650"/>
                </a:lnTo>
                <a:lnTo>
                  <a:pt x="3102273" y="633650"/>
                </a:lnTo>
                <a:lnTo>
                  <a:pt x="3102302" y="598589"/>
                </a:lnTo>
                <a:lnTo>
                  <a:pt x="3108131" y="598589"/>
                </a:lnTo>
                <a:lnTo>
                  <a:pt x="3108131" y="551869"/>
                </a:lnTo>
                <a:lnTo>
                  <a:pt x="3102302" y="551869"/>
                </a:lnTo>
                <a:lnTo>
                  <a:pt x="3102302" y="516807"/>
                </a:lnTo>
                <a:lnTo>
                  <a:pt x="3108160" y="516807"/>
                </a:lnTo>
                <a:lnTo>
                  <a:pt x="3108160" y="470058"/>
                </a:lnTo>
                <a:lnTo>
                  <a:pt x="3102330" y="470058"/>
                </a:lnTo>
                <a:lnTo>
                  <a:pt x="3102330" y="435026"/>
                </a:lnTo>
                <a:lnTo>
                  <a:pt x="3108160" y="435026"/>
                </a:lnTo>
                <a:lnTo>
                  <a:pt x="3108188" y="388277"/>
                </a:lnTo>
                <a:lnTo>
                  <a:pt x="3102330" y="388277"/>
                </a:lnTo>
                <a:lnTo>
                  <a:pt x="3102359" y="353244"/>
                </a:lnTo>
                <a:lnTo>
                  <a:pt x="3108188" y="353244"/>
                </a:lnTo>
                <a:lnTo>
                  <a:pt x="3108188" y="306495"/>
                </a:lnTo>
                <a:lnTo>
                  <a:pt x="3102359" y="306495"/>
                </a:lnTo>
                <a:lnTo>
                  <a:pt x="3102359" y="271463"/>
                </a:lnTo>
                <a:lnTo>
                  <a:pt x="3108217" y="271463"/>
                </a:lnTo>
                <a:lnTo>
                  <a:pt x="3108217" y="224713"/>
                </a:lnTo>
                <a:lnTo>
                  <a:pt x="3102388" y="224713"/>
                </a:lnTo>
                <a:lnTo>
                  <a:pt x="3102388" y="189652"/>
                </a:lnTo>
                <a:lnTo>
                  <a:pt x="3108217" y="189652"/>
                </a:lnTo>
                <a:lnTo>
                  <a:pt x="3108245" y="142932"/>
                </a:lnTo>
                <a:lnTo>
                  <a:pt x="3102388" y="142932"/>
                </a:lnTo>
                <a:lnTo>
                  <a:pt x="3102416" y="107870"/>
                </a:lnTo>
                <a:lnTo>
                  <a:pt x="3108245" y="107870"/>
                </a:lnTo>
                <a:lnTo>
                  <a:pt x="3108245" y="61150"/>
                </a:lnTo>
                <a:lnTo>
                  <a:pt x="3102416" y="61150"/>
                </a:lnTo>
                <a:lnTo>
                  <a:pt x="3102416" y="26089"/>
                </a:lnTo>
                <a:lnTo>
                  <a:pt x="3108274" y="26089"/>
                </a:lnTo>
                <a:lnTo>
                  <a:pt x="3108274" y="0"/>
                </a:lnTo>
                <a:lnTo>
                  <a:pt x="4698873" y="0"/>
                </a:lnTo>
                <a:lnTo>
                  <a:pt x="4698873" y="87525"/>
                </a:lnTo>
                <a:lnTo>
                  <a:pt x="5159959" y="87525"/>
                </a:lnTo>
                <a:lnTo>
                  <a:pt x="5159959" y="0"/>
                </a:lnTo>
                <a:lnTo>
                  <a:pt x="5696998" y="0"/>
                </a:lnTo>
                <a:cubicBezTo>
                  <a:pt x="5849274" y="0"/>
                  <a:pt x="5995321" y="60521"/>
                  <a:pt x="6103020" y="168192"/>
                </a:cubicBezTo>
                <a:cubicBezTo>
                  <a:pt x="6130195" y="195395"/>
                  <a:pt x="6154369" y="225028"/>
                  <a:pt x="6175343" y="256575"/>
                </a:cubicBezTo>
                <a:lnTo>
                  <a:pt x="5266172" y="256575"/>
                </a:lnTo>
                <a:lnTo>
                  <a:pt x="5266172" y="359988"/>
                </a:lnTo>
                <a:lnTo>
                  <a:pt x="6229721" y="359988"/>
                </a:lnTo>
                <a:cubicBezTo>
                  <a:pt x="6254868" y="422509"/>
                  <a:pt x="6269041" y="489489"/>
                  <a:pt x="6270984" y="557955"/>
                </a:cubicBezTo>
                <a:lnTo>
                  <a:pt x="6258896" y="557955"/>
                </a:lnTo>
                <a:lnTo>
                  <a:pt x="6258896" y="1123969"/>
                </a:lnTo>
                <a:lnTo>
                  <a:pt x="6260411" y="1123969"/>
                </a:lnTo>
                <a:lnTo>
                  <a:pt x="6260411" y="1225210"/>
                </a:lnTo>
                <a:lnTo>
                  <a:pt x="6271212" y="1225210"/>
                </a:lnTo>
                <a:lnTo>
                  <a:pt x="6271212" y="1574253"/>
                </a:lnTo>
                <a:lnTo>
                  <a:pt x="5944171" y="1574253"/>
                </a:lnTo>
                <a:lnTo>
                  <a:pt x="5944171" y="1900694"/>
                </a:lnTo>
                <a:lnTo>
                  <a:pt x="4885896" y="1900694"/>
                </a:lnTo>
                <a:lnTo>
                  <a:pt x="4885896" y="2655788"/>
                </a:lnTo>
                <a:lnTo>
                  <a:pt x="5377329" y="2655788"/>
                </a:lnTo>
                <a:lnTo>
                  <a:pt x="5377329" y="2759802"/>
                </a:lnTo>
                <a:lnTo>
                  <a:pt x="5820413" y="2759802"/>
                </a:lnTo>
                <a:lnTo>
                  <a:pt x="5820413" y="2655788"/>
                </a:lnTo>
                <a:lnTo>
                  <a:pt x="6268784" y="2655788"/>
                </a:lnTo>
                <a:lnTo>
                  <a:pt x="6268784" y="2152355"/>
                </a:lnTo>
                <a:lnTo>
                  <a:pt x="6271212" y="2152355"/>
                </a:lnTo>
                <a:lnTo>
                  <a:pt x="6271212" y="2816009"/>
                </a:lnTo>
                <a:lnTo>
                  <a:pt x="3155880" y="2816009"/>
                </a:lnTo>
                <a:lnTo>
                  <a:pt x="3155880" y="3151251"/>
                </a:lnTo>
                <a:moveTo>
                  <a:pt x="4759452" y="1815255"/>
                </a:moveTo>
                <a:lnTo>
                  <a:pt x="4701530" y="1854746"/>
                </a:lnTo>
                <a:lnTo>
                  <a:pt x="4759452" y="1815255"/>
                </a:lnTo>
                <a:lnTo>
                  <a:pt x="4762738" y="1820084"/>
                </a:lnTo>
                <a:lnTo>
                  <a:pt x="5279231" y="1467954"/>
                </a:lnTo>
                <a:lnTo>
                  <a:pt x="5280688" y="1467926"/>
                </a:lnTo>
                <a:lnTo>
                  <a:pt x="5286518" y="1467840"/>
                </a:lnTo>
                <a:lnTo>
                  <a:pt x="5286460" y="1463011"/>
                </a:lnTo>
                <a:lnTo>
                  <a:pt x="5288832" y="1461411"/>
                </a:lnTo>
                <a:lnTo>
                  <a:pt x="5288318" y="1460668"/>
                </a:lnTo>
                <a:lnTo>
                  <a:pt x="5512260" y="1463611"/>
                </a:lnTo>
                <a:lnTo>
                  <a:pt x="5511574" y="1558652"/>
                </a:lnTo>
                <a:lnTo>
                  <a:pt x="5511574" y="1558623"/>
                </a:lnTo>
                <a:lnTo>
                  <a:pt x="5511574" y="1559080"/>
                </a:lnTo>
                <a:cubicBezTo>
                  <a:pt x="5511574" y="1593999"/>
                  <a:pt x="5539750" y="1622431"/>
                  <a:pt x="5574697" y="1622717"/>
                </a:cubicBezTo>
                <a:lnTo>
                  <a:pt x="5574725" y="1616859"/>
                </a:lnTo>
                <a:lnTo>
                  <a:pt x="5698855" y="1617830"/>
                </a:lnTo>
                <a:lnTo>
                  <a:pt x="5698826" y="1623660"/>
                </a:lnTo>
                <a:lnTo>
                  <a:pt x="5699283" y="1623660"/>
                </a:lnTo>
                <a:cubicBezTo>
                  <a:pt x="5734202" y="1623660"/>
                  <a:pt x="5762578" y="1595514"/>
                  <a:pt x="5762834" y="1560566"/>
                </a:cubicBezTo>
                <a:lnTo>
                  <a:pt x="5763492" y="1466926"/>
                </a:lnTo>
                <a:lnTo>
                  <a:pt x="6122794" y="1471669"/>
                </a:lnTo>
                <a:lnTo>
                  <a:pt x="5763492" y="1466926"/>
                </a:lnTo>
                <a:lnTo>
                  <a:pt x="5765349" y="1203179"/>
                </a:lnTo>
                <a:lnTo>
                  <a:pt x="5765349" y="1202778"/>
                </a:lnTo>
                <a:cubicBezTo>
                  <a:pt x="5765349" y="1186062"/>
                  <a:pt x="5758776" y="1170003"/>
                  <a:pt x="5747033" y="1158059"/>
                </a:cubicBezTo>
                <a:cubicBezTo>
                  <a:pt x="5736832" y="1147743"/>
                  <a:pt x="5723515" y="1141257"/>
                  <a:pt x="5709228" y="1139571"/>
                </a:cubicBezTo>
                <a:lnTo>
                  <a:pt x="5709971" y="975465"/>
                </a:lnTo>
                <a:lnTo>
                  <a:pt x="5698284" y="975407"/>
                </a:lnTo>
                <a:lnTo>
                  <a:pt x="5697541" y="1143571"/>
                </a:lnTo>
                <a:lnTo>
                  <a:pt x="5702170" y="1143600"/>
                </a:lnTo>
                <a:lnTo>
                  <a:pt x="5702141" y="1144972"/>
                </a:lnTo>
                <a:lnTo>
                  <a:pt x="5578040" y="1144000"/>
                </a:lnTo>
                <a:lnTo>
                  <a:pt x="5578040" y="1143914"/>
                </a:lnTo>
                <a:lnTo>
                  <a:pt x="5583412" y="1143943"/>
                </a:lnTo>
                <a:lnTo>
                  <a:pt x="5584498" y="974321"/>
                </a:lnTo>
                <a:lnTo>
                  <a:pt x="5572810" y="974236"/>
                </a:lnTo>
                <a:lnTo>
                  <a:pt x="5571754" y="1138428"/>
                </a:lnTo>
                <a:cubicBezTo>
                  <a:pt x="5539607" y="1141371"/>
                  <a:pt x="5514317" y="1168260"/>
                  <a:pt x="5514089" y="1201236"/>
                </a:cubicBezTo>
                <a:lnTo>
                  <a:pt x="5512260" y="1463611"/>
                </a:lnTo>
                <a:lnTo>
                  <a:pt x="5288318" y="1460668"/>
                </a:lnTo>
                <a:lnTo>
                  <a:pt x="5286375" y="1457839"/>
                </a:lnTo>
                <a:lnTo>
                  <a:pt x="5279117" y="913857"/>
                </a:lnTo>
                <a:lnTo>
                  <a:pt x="5388502" y="913857"/>
                </a:lnTo>
                <a:lnTo>
                  <a:pt x="5388502" y="761152"/>
                </a:lnTo>
                <a:lnTo>
                  <a:pt x="5277088" y="761152"/>
                </a:lnTo>
                <a:lnTo>
                  <a:pt x="5276402" y="709603"/>
                </a:lnTo>
                <a:lnTo>
                  <a:pt x="5270573" y="709689"/>
                </a:lnTo>
                <a:lnTo>
                  <a:pt x="5269630" y="639594"/>
                </a:lnTo>
                <a:lnTo>
                  <a:pt x="5270573" y="709689"/>
                </a:lnTo>
                <a:lnTo>
                  <a:pt x="5264715" y="709774"/>
                </a:lnTo>
                <a:lnTo>
                  <a:pt x="5265401" y="761152"/>
                </a:lnTo>
                <a:lnTo>
                  <a:pt x="4398607" y="761152"/>
                </a:lnTo>
                <a:lnTo>
                  <a:pt x="4398607" y="913857"/>
                </a:lnTo>
                <a:lnTo>
                  <a:pt x="5267429" y="913857"/>
                </a:lnTo>
                <a:lnTo>
                  <a:pt x="5274687" y="1456896"/>
                </a:lnTo>
                <a:lnTo>
                  <a:pt x="4756166" y="1810426"/>
                </a:lnTo>
                <a:lnTo>
                  <a:pt x="4759452" y="1815255"/>
                </a:lnTo>
                <a:moveTo>
                  <a:pt x="4429611" y="1143971"/>
                </a:moveTo>
                <a:lnTo>
                  <a:pt x="5224482" y="1143971"/>
                </a:lnTo>
                <a:lnTo>
                  <a:pt x="4429611" y="1143971"/>
                </a:lnTo>
                <a:moveTo>
                  <a:pt x="5866905" y="672684"/>
                </a:moveTo>
                <a:lnTo>
                  <a:pt x="5866533" y="867337"/>
                </a:lnTo>
                <a:lnTo>
                  <a:pt x="5866905" y="672684"/>
                </a:lnTo>
                <a:moveTo>
                  <a:pt x="5527177" y="672684"/>
                </a:moveTo>
                <a:lnTo>
                  <a:pt x="5526805" y="867337"/>
                </a:lnTo>
                <a:lnTo>
                  <a:pt x="5527177" y="672684"/>
                </a:lnTo>
                <a:moveTo>
                  <a:pt x="4257646" y="672684"/>
                </a:moveTo>
                <a:lnTo>
                  <a:pt x="4257275" y="867337"/>
                </a:lnTo>
                <a:lnTo>
                  <a:pt x="4257646" y="672684"/>
                </a:lnTo>
                <a:moveTo>
                  <a:pt x="3888943" y="672684"/>
                </a:moveTo>
                <a:lnTo>
                  <a:pt x="3888572" y="867337"/>
                </a:lnTo>
                <a:lnTo>
                  <a:pt x="3888943" y="672684"/>
                </a:lnTo>
                <a:moveTo>
                  <a:pt x="5676338" y="640566"/>
                </a:moveTo>
                <a:lnTo>
                  <a:pt x="5675967" y="835247"/>
                </a:lnTo>
                <a:lnTo>
                  <a:pt x="5676338" y="640566"/>
                </a:lnTo>
                <a:moveTo>
                  <a:pt x="4076166" y="640566"/>
                </a:moveTo>
                <a:lnTo>
                  <a:pt x="4075795" y="835247"/>
                </a:lnTo>
                <a:lnTo>
                  <a:pt x="4076166" y="640566"/>
                </a:lnTo>
                <a:moveTo>
                  <a:pt x="3649684" y="256575"/>
                </a:moveTo>
                <a:lnTo>
                  <a:pt x="3649684" y="359988"/>
                </a:lnTo>
                <a:lnTo>
                  <a:pt x="4669755" y="359988"/>
                </a:lnTo>
                <a:lnTo>
                  <a:pt x="4669755" y="256575"/>
                </a:lnTo>
                <a:lnTo>
                  <a:pt x="3649684" y="256575"/>
                </a:lnTo>
                <a:moveTo>
                  <a:pt x="3101730" y="3151251"/>
                </a:moveTo>
                <a:lnTo>
                  <a:pt x="2626985" y="3151251"/>
                </a:lnTo>
                <a:lnTo>
                  <a:pt x="2626985" y="2815980"/>
                </a:lnTo>
                <a:lnTo>
                  <a:pt x="2116950" y="2815980"/>
                </a:lnTo>
                <a:lnTo>
                  <a:pt x="2116950" y="2759859"/>
                </a:lnTo>
                <a:lnTo>
                  <a:pt x="2413273" y="2759859"/>
                </a:lnTo>
                <a:lnTo>
                  <a:pt x="2413273" y="2651388"/>
                </a:lnTo>
                <a:lnTo>
                  <a:pt x="2425246" y="2651388"/>
                </a:lnTo>
                <a:lnTo>
                  <a:pt x="2425246" y="2657218"/>
                </a:lnTo>
                <a:lnTo>
                  <a:pt x="2456964" y="2657218"/>
                </a:lnTo>
                <a:lnTo>
                  <a:pt x="2461107" y="2655503"/>
                </a:lnTo>
                <a:lnTo>
                  <a:pt x="2462822" y="2651388"/>
                </a:lnTo>
                <a:lnTo>
                  <a:pt x="2462822" y="2636386"/>
                </a:lnTo>
                <a:lnTo>
                  <a:pt x="2456993" y="2636386"/>
                </a:lnTo>
                <a:lnTo>
                  <a:pt x="2456993" y="2601325"/>
                </a:lnTo>
                <a:lnTo>
                  <a:pt x="2462822" y="2601325"/>
                </a:lnTo>
                <a:lnTo>
                  <a:pt x="2462822" y="2554605"/>
                </a:lnTo>
                <a:lnTo>
                  <a:pt x="2456993" y="2554605"/>
                </a:lnTo>
                <a:lnTo>
                  <a:pt x="2456993" y="2519544"/>
                </a:lnTo>
                <a:lnTo>
                  <a:pt x="2462822" y="2519544"/>
                </a:lnTo>
                <a:lnTo>
                  <a:pt x="2462822" y="2472794"/>
                </a:lnTo>
                <a:lnTo>
                  <a:pt x="2456993" y="2472794"/>
                </a:lnTo>
                <a:lnTo>
                  <a:pt x="2456993" y="2437762"/>
                </a:lnTo>
                <a:lnTo>
                  <a:pt x="2462822" y="2437762"/>
                </a:lnTo>
                <a:lnTo>
                  <a:pt x="2462822" y="2391013"/>
                </a:lnTo>
                <a:lnTo>
                  <a:pt x="2456993" y="2391013"/>
                </a:lnTo>
                <a:lnTo>
                  <a:pt x="2456993" y="2355980"/>
                </a:lnTo>
                <a:lnTo>
                  <a:pt x="2462822" y="2355980"/>
                </a:lnTo>
                <a:lnTo>
                  <a:pt x="2462822" y="2309231"/>
                </a:lnTo>
                <a:lnTo>
                  <a:pt x="2456993" y="2309231"/>
                </a:lnTo>
                <a:lnTo>
                  <a:pt x="2456993" y="2274199"/>
                </a:lnTo>
                <a:lnTo>
                  <a:pt x="2462822" y="2274199"/>
                </a:lnTo>
                <a:lnTo>
                  <a:pt x="2462822" y="2227450"/>
                </a:lnTo>
                <a:lnTo>
                  <a:pt x="2456993" y="2227450"/>
                </a:lnTo>
                <a:lnTo>
                  <a:pt x="2456993" y="2192417"/>
                </a:lnTo>
                <a:lnTo>
                  <a:pt x="2462822" y="2192417"/>
                </a:lnTo>
                <a:lnTo>
                  <a:pt x="2462822" y="2145668"/>
                </a:lnTo>
                <a:lnTo>
                  <a:pt x="2456993" y="2145668"/>
                </a:lnTo>
                <a:lnTo>
                  <a:pt x="2456993" y="2110606"/>
                </a:lnTo>
                <a:lnTo>
                  <a:pt x="2462822" y="2110606"/>
                </a:lnTo>
                <a:lnTo>
                  <a:pt x="2462822" y="2063886"/>
                </a:lnTo>
                <a:lnTo>
                  <a:pt x="2456993" y="2063886"/>
                </a:lnTo>
                <a:lnTo>
                  <a:pt x="2456993" y="2028825"/>
                </a:lnTo>
                <a:lnTo>
                  <a:pt x="2462822" y="2028825"/>
                </a:lnTo>
                <a:lnTo>
                  <a:pt x="2462822" y="1982105"/>
                </a:lnTo>
                <a:lnTo>
                  <a:pt x="2456993" y="1982105"/>
                </a:lnTo>
                <a:lnTo>
                  <a:pt x="2456993" y="1947043"/>
                </a:lnTo>
                <a:lnTo>
                  <a:pt x="2462822" y="1947043"/>
                </a:lnTo>
                <a:lnTo>
                  <a:pt x="2462822" y="1937756"/>
                </a:lnTo>
                <a:lnTo>
                  <a:pt x="3101988" y="1937756"/>
                </a:lnTo>
                <a:lnTo>
                  <a:pt x="3101988" y="1942214"/>
                </a:lnTo>
                <a:lnTo>
                  <a:pt x="3096158" y="1942214"/>
                </a:lnTo>
                <a:lnTo>
                  <a:pt x="3096130" y="1988934"/>
                </a:lnTo>
                <a:lnTo>
                  <a:pt x="3101988" y="1988934"/>
                </a:lnTo>
                <a:lnTo>
                  <a:pt x="3101988" y="2023996"/>
                </a:lnTo>
                <a:lnTo>
                  <a:pt x="3096130" y="2023996"/>
                </a:lnTo>
                <a:lnTo>
                  <a:pt x="3096130" y="2070716"/>
                </a:lnTo>
                <a:lnTo>
                  <a:pt x="3101959" y="2070716"/>
                </a:lnTo>
                <a:lnTo>
                  <a:pt x="3101959" y="2105777"/>
                </a:lnTo>
                <a:lnTo>
                  <a:pt x="3096130" y="2105777"/>
                </a:lnTo>
                <a:lnTo>
                  <a:pt x="3096101" y="2152497"/>
                </a:lnTo>
                <a:lnTo>
                  <a:pt x="3101959" y="2152497"/>
                </a:lnTo>
                <a:lnTo>
                  <a:pt x="3101930" y="2187559"/>
                </a:lnTo>
                <a:lnTo>
                  <a:pt x="3096101" y="2187559"/>
                </a:lnTo>
                <a:lnTo>
                  <a:pt x="3096101" y="2234279"/>
                </a:lnTo>
                <a:lnTo>
                  <a:pt x="3101930" y="2234279"/>
                </a:lnTo>
                <a:lnTo>
                  <a:pt x="3101930" y="2269341"/>
                </a:lnTo>
                <a:lnTo>
                  <a:pt x="3096073" y="2269341"/>
                </a:lnTo>
                <a:lnTo>
                  <a:pt x="3096073" y="2316089"/>
                </a:lnTo>
                <a:lnTo>
                  <a:pt x="3101902" y="2316089"/>
                </a:lnTo>
                <a:lnTo>
                  <a:pt x="3101902" y="2351122"/>
                </a:lnTo>
                <a:lnTo>
                  <a:pt x="3096073" y="2351122"/>
                </a:lnTo>
                <a:lnTo>
                  <a:pt x="3096044" y="2397870"/>
                </a:lnTo>
                <a:lnTo>
                  <a:pt x="3101902" y="2397870"/>
                </a:lnTo>
                <a:lnTo>
                  <a:pt x="3101873" y="2432904"/>
                </a:lnTo>
                <a:lnTo>
                  <a:pt x="3096044" y="2432904"/>
                </a:lnTo>
                <a:lnTo>
                  <a:pt x="3096015" y="2479652"/>
                </a:lnTo>
                <a:lnTo>
                  <a:pt x="3101873" y="2479652"/>
                </a:lnTo>
                <a:lnTo>
                  <a:pt x="3101873" y="2514685"/>
                </a:lnTo>
                <a:lnTo>
                  <a:pt x="3096015" y="2514685"/>
                </a:lnTo>
                <a:lnTo>
                  <a:pt x="3096015" y="2561434"/>
                </a:lnTo>
                <a:lnTo>
                  <a:pt x="3101845" y="2561434"/>
                </a:lnTo>
                <a:lnTo>
                  <a:pt x="3101845" y="2596496"/>
                </a:lnTo>
                <a:lnTo>
                  <a:pt x="3096015" y="2596496"/>
                </a:lnTo>
                <a:lnTo>
                  <a:pt x="3095987" y="2643215"/>
                </a:lnTo>
                <a:lnTo>
                  <a:pt x="3101845" y="2643215"/>
                </a:lnTo>
                <a:lnTo>
                  <a:pt x="3101816" y="2678278"/>
                </a:lnTo>
                <a:lnTo>
                  <a:pt x="3095987" y="2678278"/>
                </a:lnTo>
                <a:lnTo>
                  <a:pt x="3095987" y="2724997"/>
                </a:lnTo>
                <a:lnTo>
                  <a:pt x="3101816" y="2724997"/>
                </a:lnTo>
                <a:lnTo>
                  <a:pt x="3101816" y="2760059"/>
                </a:lnTo>
                <a:lnTo>
                  <a:pt x="3095958" y="2760059"/>
                </a:lnTo>
                <a:lnTo>
                  <a:pt x="3095958" y="2806779"/>
                </a:lnTo>
                <a:lnTo>
                  <a:pt x="3101788" y="2806779"/>
                </a:lnTo>
                <a:lnTo>
                  <a:pt x="3101788" y="2841841"/>
                </a:lnTo>
                <a:lnTo>
                  <a:pt x="3095958" y="2841841"/>
                </a:lnTo>
                <a:lnTo>
                  <a:pt x="3095930" y="2888560"/>
                </a:lnTo>
                <a:lnTo>
                  <a:pt x="3101788" y="2888560"/>
                </a:lnTo>
                <a:lnTo>
                  <a:pt x="3101788" y="2923622"/>
                </a:lnTo>
                <a:lnTo>
                  <a:pt x="3095930" y="2923622"/>
                </a:lnTo>
                <a:lnTo>
                  <a:pt x="3095930" y="2970371"/>
                </a:lnTo>
                <a:lnTo>
                  <a:pt x="3101759" y="2970371"/>
                </a:lnTo>
                <a:lnTo>
                  <a:pt x="3101759" y="3005404"/>
                </a:lnTo>
                <a:lnTo>
                  <a:pt x="3095901" y="3005404"/>
                </a:lnTo>
                <a:lnTo>
                  <a:pt x="3095901" y="3052152"/>
                </a:lnTo>
                <a:lnTo>
                  <a:pt x="3101759" y="3052152"/>
                </a:lnTo>
                <a:lnTo>
                  <a:pt x="3101730" y="3087186"/>
                </a:lnTo>
                <a:lnTo>
                  <a:pt x="3095901" y="3087186"/>
                </a:lnTo>
                <a:lnTo>
                  <a:pt x="3095873" y="3133934"/>
                </a:lnTo>
                <a:lnTo>
                  <a:pt x="3101730" y="3133934"/>
                </a:lnTo>
                <a:lnTo>
                  <a:pt x="3101730" y="3151251"/>
                </a:lnTo>
                <a:moveTo>
                  <a:pt x="1773993" y="1929012"/>
                </a:moveTo>
                <a:lnTo>
                  <a:pt x="1738932" y="1929012"/>
                </a:lnTo>
                <a:lnTo>
                  <a:pt x="1738932" y="1923183"/>
                </a:lnTo>
                <a:lnTo>
                  <a:pt x="1692212" y="1923183"/>
                </a:lnTo>
                <a:lnTo>
                  <a:pt x="1692212" y="1929012"/>
                </a:lnTo>
                <a:lnTo>
                  <a:pt x="1657150" y="1929012"/>
                </a:lnTo>
                <a:lnTo>
                  <a:pt x="1657150" y="1923183"/>
                </a:lnTo>
                <a:lnTo>
                  <a:pt x="1610430" y="1923183"/>
                </a:lnTo>
                <a:lnTo>
                  <a:pt x="1610430" y="1929012"/>
                </a:lnTo>
                <a:lnTo>
                  <a:pt x="1575368" y="1929012"/>
                </a:lnTo>
                <a:lnTo>
                  <a:pt x="1575368" y="1923183"/>
                </a:lnTo>
                <a:lnTo>
                  <a:pt x="1528619" y="1923183"/>
                </a:lnTo>
                <a:lnTo>
                  <a:pt x="1528619" y="1929012"/>
                </a:lnTo>
                <a:lnTo>
                  <a:pt x="1493587" y="1929012"/>
                </a:lnTo>
                <a:lnTo>
                  <a:pt x="1493587" y="1923183"/>
                </a:lnTo>
                <a:lnTo>
                  <a:pt x="1446838" y="1923183"/>
                </a:lnTo>
                <a:lnTo>
                  <a:pt x="1446838" y="1929012"/>
                </a:lnTo>
                <a:lnTo>
                  <a:pt x="1411805" y="1929012"/>
                </a:lnTo>
                <a:lnTo>
                  <a:pt x="1411805" y="1923183"/>
                </a:lnTo>
                <a:lnTo>
                  <a:pt x="1365056" y="1923183"/>
                </a:lnTo>
                <a:lnTo>
                  <a:pt x="1365056" y="1929012"/>
                </a:lnTo>
                <a:lnTo>
                  <a:pt x="1330023" y="1929012"/>
                </a:lnTo>
                <a:lnTo>
                  <a:pt x="1330023" y="1923183"/>
                </a:lnTo>
                <a:lnTo>
                  <a:pt x="1283275" y="1923183"/>
                </a:lnTo>
                <a:lnTo>
                  <a:pt x="1283275" y="1929012"/>
                </a:lnTo>
                <a:lnTo>
                  <a:pt x="1248213" y="1929012"/>
                </a:lnTo>
                <a:lnTo>
                  <a:pt x="1248213" y="1923183"/>
                </a:lnTo>
                <a:lnTo>
                  <a:pt x="1201493" y="1923183"/>
                </a:lnTo>
                <a:lnTo>
                  <a:pt x="1201493" y="1929012"/>
                </a:lnTo>
                <a:lnTo>
                  <a:pt x="1191663" y="1929012"/>
                </a:lnTo>
                <a:lnTo>
                  <a:pt x="1191663" y="1563624"/>
                </a:lnTo>
                <a:lnTo>
                  <a:pt x="1517589" y="1563624"/>
                </a:lnTo>
                <a:lnTo>
                  <a:pt x="1517589" y="1856375"/>
                </a:lnTo>
                <a:lnTo>
                  <a:pt x="1523419" y="1856375"/>
                </a:lnTo>
                <a:lnTo>
                  <a:pt x="1523419" y="1926469"/>
                </a:lnTo>
                <a:lnTo>
                  <a:pt x="1523419" y="1856375"/>
                </a:lnTo>
                <a:lnTo>
                  <a:pt x="1529277" y="1856375"/>
                </a:lnTo>
                <a:lnTo>
                  <a:pt x="1529277" y="1563624"/>
                </a:lnTo>
                <a:lnTo>
                  <a:pt x="1805483" y="1563624"/>
                </a:lnTo>
                <a:lnTo>
                  <a:pt x="1805483" y="1923183"/>
                </a:lnTo>
                <a:lnTo>
                  <a:pt x="1773993" y="1923183"/>
                </a:lnTo>
                <a:lnTo>
                  <a:pt x="1773993" y="1929012"/>
                </a:lnTo>
                <a:moveTo>
                  <a:pt x="1805483" y="1551937"/>
                </a:moveTo>
                <a:lnTo>
                  <a:pt x="1191663" y="1551937"/>
                </a:lnTo>
                <a:lnTo>
                  <a:pt x="1191663" y="1527676"/>
                </a:lnTo>
                <a:lnTo>
                  <a:pt x="1805483" y="1527676"/>
                </a:lnTo>
                <a:lnTo>
                  <a:pt x="1805483" y="1551937"/>
                </a:lnTo>
                <a:moveTo>
                  <a:pt x="1805483" y="1269673"/>
                </a:moveTo>
                <a:lnTo>
                  <a:pt x="1191663" y="1269673"/>
                </a:lnTo>
                <a:lnTo>
                  <a:pt x="1191663" y="1182633"/>
                </a:lnTo>
                <a:lnTo>
                  <a:pt x="1113511" y="1182633"/>
                </a:lnTo>
                <a:lnTo>
                  <a:pt x="1113511" y="829875"/>
                </a:lnTo>
                <a:lnTo>
                  <a:pt x="1111796" y="825731"/>
                </a:lnTo>
                <a:lnTo>
                  <a:pt x="1107653" y="824017"/>
                </a:lnTo>
                <a:lnTo>
                  <a:pt x="472830" y="824017"/>
                </a:lnTo>
                <a:lnTo>
                  <a:pt x="472830" y="683057"/>
                </a:lnTo>
                <a:cubicBezTo>
                  <a:pt x="485775" y="683571"/>
                  <a:pt x="499091" y="683857"/>
                  <a:pt x="512664" y="683857"/>
                </a:cubicBezTo>
                <a:cubicBezTo>
                  <a:pt x="576872" y="683857"/>
                  <a:pt x="634965" y="677770"/>
                  <a:pt x="677428" y="667854"/>
                </a:cubicBezTo>
                <a:cubicBezTo>
                  <a:pt x="698659" y="662883"/>
                  <a:pt x="715975" y="656968"/>
                  <a:pt x="728434" y="650081"/>
                </a:cubicBezTo>
                <a:cubicBezTo>
                  <a:pt x="734692" y="646624"/>
                  <a:pt x="739750" y="642909"/>
                  <a:pt x="743493" y="638651"/>
                </a:cubicBezTo>
                <a:cubicBezTo>
                  <a:pt x="747179" y="634450"/>
                  <a:pt x="749636" y="629393"/>
                  <a:pt x="749608" y="623906"/>
                </a:cubicBezTo>
                <a:cubicBezTo>
                  <a:pt x="749636" y="618448"/>
                  <a:pt x="747179" y="613391"/>
                  <a:pt x="743493" y="609190"/>
                </a:cubicBezTo>
                <a:cubicBezTo>
                  <a:pt x="732720" y="597274"/>
                  <a:pt x="711146" y="588245"/>
                  <a:pt x="681342" y="580958"/>
                </a:cubicBezTo>
                <a:lnTo>
                  <a:pt x="728234" y="538810"/>
                </a:lnTo>
                <a:lnTo>
                  <a:pt x="732120" y="543125"/>
                </a:lnTo>
                <a:lnTo>
                  <a:pt x="941432" y="354959"/>
                </a:lnTo>
                <a:lnTo>
                  <a:pt x="1860432" y="354959"/>
                </a:lnTo>
                <a:lnTo>
                  <a:pt x="1897180" y="382648"/>
                </a:lnTo>
                <a:lnTo>
                  <a:pt x="1842973" y="382648"/>
                </a:lnTo>
                <a:lnTo>
                  <a:pt x="1838858" y="384362"/>
                </a:lnTo>
                <a:lnTo>
                  <a:pt x="1837144" y="388505"/>
                </a:lnTo>
                <a:lnTo>
                  <a:pt x="1837144" y="1182633"/>
                </a:lnTo>
                <a:lnTo>
                  <a:pt x="1805483" y="1182633"/>
                </a:lnTo>
                <a:lnTo>
                  <a:pt x="1805483" y="1269673"/>
                </a:lnTo>
                <a:moveTo>
                  <a:pt x="3102159" y="1182633"/>
                </a:moveTo>
                <a:lnTo>
                  <a:pt x="2290029" y="1182633"/>
                </a:lnTo>
                <a:lnTo>
                  <a:pt x="2290029" y="835561"/>
                </a:lnTo>
                <a:lnTo>
                  <a:pt x="2924880" y="835561"/>
                </a:lnTo>
                <a:lnTo>
                  <a:pt x="2928995" y="833847"/>
                </a:lnTo>
                <a:lnTo>
                  <a:pt x="2930709" y="829732"/>
                </a:lnTo>
                <a:lnTo>
                  <a:pt x="2930709" y="388505"/>
                </a:lnTo>
                <a:lnTo>
                  <a:pt x="2928995" y="384362"/>
                </a:lnTo>
                <a:lnTo>
                  <a:pt x="2924880" y="382648"/>
                </a:lnTo>
                <a:lnTo>
                  <a:pt x="1916582" y="382648"/>
                </a:lnTo>
                <a:lnTo>
                  <a:pt x="1879835" y="354959"/>
                </a:lnTo>
                <a:lnTo>
                  <a:pt x="2086060" y="354959"/>
                </a:lnTo>
                <a:lnTo>
                  <a:pt x="2086060" y="9772"/>
                </a:lnTo>
                <a:lnTo>
                  <a:pt x="724148" y="9772"/>
                </a:lnTo>
                <a:lnTo>
                  <a:pt x="724148" y="354959"/>
                </a:lnTo>
                <a:lnTo>
                  <a:pt x="923944" y="354959"/>
                </a:lnTo>
                <a:lnTo>
                  <a:pt x="724319" y="534438"/>
                </a:lnTo>
                <a:lnTo>
                  <a:pt x="728234" y="538810"/>
                </a:lnTo>
                <a:lnTo>
                  <a:pt x="681342" y="580958"/>
                </a:lnTo>
                <a:cubicBezTo>
                  <a:pt x="674855" y="579386"/>
                  <a:pt x="667998" y="577872"/>
                  <a:pt x="660768" y="576443"/>
                </a:cubicBezTo>
                <a:cubicBezTo>
                  <a:pt x="620363" y="568642"/>
                  <a:pt x="568842" y="563985"/>
                  <a:pt x="512664" y="563985"/>
                </a:cubicBezTo>
                <a:cubicBezTo>
                  <a:pt x="499091" y="563985"/>
                  <a:pt x="485775" y="564242"/>
                  <a:pt x="472830" y="564784"/>
                </a:cubicBezTo>
                <a:lnTo>
                  <a:pt x="472830" y="388648"/>
                </a:lnTo>
                <a:lnTo>
                  <a:pt x="471116" y="384533"/>
                </a:lnTo>
                <a:lnTo>
                  <a:pt x="466973" y="382819"/>
                </a:lnTo>
                <a:lnTo>
                  <a:pt x="32690" y="382819"/>
                </a:lnTo>
                <a:cubicBezTo>
                  <a:pt x="61493" y="301237"/>
                  <a:pt x="108242" y="228142"/>
                  <a:pt x="168192" y="168192"/>
                </a:cubicBezTo>
                <a:cubicBezTo>
                  <a:pt x="272177" y="64265"/>
                  <a:pt x="415595" y="28"/>
                  <a:pt x="574243" y="0"/>
                </a:cubicBezTo>
                <a:lnTo>
                  <a:pt x="3096587" y="0"/>
                </a:lnTo>
                <a:lnTo>
                  <a:pt x="3096587" y="26089"/>
                </a:lnTo>
                <a:lnTo>
                  <a:pt x="3102416" y="26089"/>
                </a:lnTo>
                <a:lnTo>
                  <a:pt x="3102416" y="61150"/>
                </a:lnTo>
                <a:lnTo>
                  <a:pt x="3096558" y="61150"/>
                </a:lnTo>
                <a:lnTo>
                  <a:pt x="3096558" y="107870"/>
                </a:lnTo>
                <a:lnTo>
                  <a:pt x="3102416" y="107870"/>
                </a:lnTo>
                <a:lnTo>
                  <a:pt x="3102388" y="142932"/>
                </a:lnTo>
                <a:lnTo>
                  <a:pt x="3096558" y="142932"/>
                </a:lnTo>
                <a:lnTo>
                  <a:pt x="3096530" y="189652"/>
                </a:lnTo>
                <a:lnTo>
                  <a:pt x="3102388" y="189652"/>
                </a:lnTo>
                <a:lnTo>
                  <a:pt x="3102388" y="224713"/>
                </a:lnTo>
                <a:lnTo>
                  <a:pt x="3096530" y="224713"/>
                </a:lnTo>
                <a:lnTo>
                  <a:pt x="3096530" y="271463"/>
                </a:lnTo>
                <a:lnTo>
                  <a:pt x="3102359" y="271463"/>
                </a:lnTo>
                <a:lnTo>
                  <a:pt x="3102359" y="306495"/>
                </a:lnTo>
                <a:lnTo>
                  <a:pt x="3096501" y="306495"/>
                </a:lnTo>
                <a:lnTo>
                  <a:pt x="3096501" y="353215"/>
                </a:lnTo>
                <a:lnTo>
                  <a:pt x="3102359" y="353244"/>
                </a:lnTo>
                <a:lnTo>
                  <a:pt x="3102330" y="388277"/>
                </a:lnTo>
                <a:lnTo>
                  <a:pt x="3096501" y="388277"/>
                </a:lnTo>
                <a:lnTo>
                  <a:pt x="3096472" y="435026"/>
                </a:lnTo>
                <a:lnTo>
                  <a:pt x="3102330" y="435026"/>
                </a:lnTo>
                <a:lnTo>
                  <a:pt x="3102330" y="470058"/>
                </a:lnTo>
                <a:lnTo>
                  <a:pt x="3096472" y="470058"/>
                </a:lnTo>
                <a:lnTo>
                  <a:pt x="3096472" y="516807"/>
                </a:lnTo>
                <a:lnTo>
                  <a:pt x="3102302" y="516807"/>
                </a:lnTo>
                <a:lnTo>
                  <a:pt x="3102302" y="551869"/>
                </a:lnTo>
                <a:lnTo>
                  <a:pt x="3096472" y="551840"/>
                </a:lnTo>
                <a:lnTo>
                  <a:pt x="3096444" y="598589"/>
                </a:lnTo>
                <a:lnTo>
                  <a:pt x="3102302" y="598589"/>
                </a:lnTo>
                <a:lnTo>
                  <a:pt x="3102273" y="633650"/>
                </a:lnTo>
                <a:lnTo>
                  <a:pt x="3096444" y="633650"/>
                </a:lnTo>
                <a:lnTo>
                  <a:pt x="3096444" y="680371"/>
                </a:lnTo>
                <a:lnTo>
                  <a:pt x="3102273" y="680371"/>
                </a:lnTo>
                <a:lnTo>
                  <a:pt x="3102273" y="715432"/>
                </a:lnTo>
                <a:lnTo>
                  <a:pt x="3096415" y="715432"/>
                </a:lnTo>
                <a:lnTo>
                  <a:pt x="3096415" y="762152"/>
                </a:lnTo>
                <a:lnTo>
                  <a:pt x="3102245" y="762152"/>
                </a:lnTo>
                <a:lnTo>
                  <a:pt x="3102245" y="797214"/>
                </a:lnTo>
                <a:lnTo>
                  <a:pt x="3096415" y="797214"/>
                </a:lnTo>
                <a:lnTo>
                  <a:pt x="3096387" y="843934"/>
                </a:lnTo>
                <a:lnTo>
                  <a:pt x="3102245" y="843934"/>
                </a:lnTo>
                <a:lnTo>
                  <a:pt x="3102245" y="878995"/>
                </a:lnTo>
                <a:lnTo>
                  <a:pt x="3096387" y="878995"/>
                </a:lnTo>
                <a:lnTo>
                  <a:pt x="3096387" y="925716"/>
                </a:lnTo>
                <a:lnTo>
                  <a:pt x="3102216" y="925716"/>
                </a:lnTo>
                <a:lnTo>
                  <a:pt x="3102216" y="960777"/>
                </a:lnTo>
                <a:lnTo>
                  <a:pt x="3096358" y="960777"/>
                </a:lnTo>
                <a:lnTo>
                  <a:pt x="3096358" y="1007526"/>
                </a:lnTo>
                <a:lnTo>
                  <a:pt x="3102216" y="1007526"/>
                </a:lnTo>
                <a:lnTo>
                  <a:pt x="3102187" y="1042558"/>
                </a:lnTo>
                <a:lnTo>
                  <a:pt x="3096358" y="1042558"/>
                </a:lnTo>
                <a:lnTo>
                  <a:pt x="3096330" y="1089307"/>
                </a:lnTo>
                <a:lnTo>
                  <a:pt x="3102187" y="1089307"/>
                </a:lnTo>
                <a:lnTo>
                  <a:pt x="3102187" y="1124340"/>
                </a:lnTo>
                <a:lnTo>
                  <a:pt x="3096330" y="1124340"/>
                </a:lnTo>
                <a:lnTo>
                  <a:pt x="3096330" y="1171089"/>
                </a:lnTo>
                <a:lnTo>
                  <a:pt x="3102159" y="1171089"/>
                </a:lnTo>
                <a:lnTo>
                  <a:pt x="3102159" y="1182633"/>
                </a:lnTo>
                <a:moveTo>
                  <a:pt x="19917" y="1182633"/>
                </a:moveTo>
                <a:lnTo>
                  <a:pt x="0" y="1182633"/>
                </a:lnTo>
                <a:lnTo>
                  <a:pt x="0" y="574214"/>
                </a:lnTo>
                <a:cubicBezTo>
                  <a:pt x="28" y="522150"/>
                  <a:pt x="6944" y="471687"/>
                  <a:pt x="19917" y="423767"/>
                </a:cubicBezTo>
                <a:lnTo>
                  <a:pt x="19917" y="1182633"/>
                </a:lnTo>
                <a:moveTo>
                  <a:pt x="4114543" y="1073505"/>
                </a:moveTo>
                <a:lnTo>
                  <a:pt x="4004300" y="1016498"/>
                </a:lnTo>
                <a:lnTo>
                  <a:pt x="4004357" y="1016441"/>
                </a:lnTo>
                <a:lnTo>
                  <a:pt x="4009072" y="1018870"/>
                </a:lnTo>
                <a:lnTo>
                  <a:pt x="4081567" y="878366"/>
                </a:lnTo>
                <a:cubicBezTo>
                  <a:pt x="4087625" y="890511"/>
                  <a:pt x="4104141" y="905170"/>
                  <a:pt x="4125944" y="916486"/>
                </a:cubicBezTo>
                <a:cubicBezTo>
                  <a:pt x="4144489" y="926087"/>
                  <a:pt x="4162749" y="931116"/>
                  <a:pt x="4175979" y="931116"/>
                </a:cubicBezTo>
                <a:cubicBezTo>
                  <a:pt x="4178379" y="931116"/>
                  <a:pt x="4180608" y="930944"/>
                  <a:pt x="4182637" y="930630"/>
                </a:cubicBezTo>
                <a:lnTo>
                  <a:pt x="4111028" y="1070191"/>
                </a:lnTo>
                <a:lnTo>
                  <a:pt x="4115171" y="1072334"/>
                </a:lnTo>
                <a:lnTo>
                  <a:pt x="4114543" y="1073505"/>
                </a:lnTo>
              </a:path>
            </a:pathLst>
          </a:custGeom>
          <a:solidFill xmlns:a="http://schemas.openxmlformats.org/drawingml/2006/main">
            <a:srgbClr val="FFFFFF"/>
          </a:solidFill>
          <a:ln xmlns:a="http://schemas.openxmlformats.org/drawingml/2006/main" w="0">
            <a:noFill/>
            <a:prstDash val="solid"/>
          </a:ln>
        </p:spPr>
      </p:sp>
      <p:sp>
        <p:nvSpPr>
          <p:cNvPr id="6" name="pdf-path-6">
            <a:extLst xmlns:a="http://schemas.openxmlformats.org/drawingml/2006/main">
              <a:ext uri="{FF2B5EF4-FFF2-40B4-BE49-F238E27FC236}">
                <a16:creationId xmlns:a16="http://schemas.microsoft.com/office/drawing/2014/main" id="{ECF2F4BB-2135-4827-8807-F5C104D5E049}"/>
              </a:ext>
            </a:extLst>
          </p:cNvPr>
          <p:cNvSpPr>
            <a:spLocks xmlns:a="http://schemas.openxmlformats.org/drawingml/2006/main" noGrp="1"/>
          </p:cNvSpPr>
          <p:nvPr/>
        </p:nvSpPr>
        <p:spPr>
          <a:xfrm xmlns:a="http://schemas.openxmlformats.org/drawingml/2006/main" rot="0">
            <a:off x="1035387" y="5735718"/>
            <a:ext cx="1177918" cy="56121"/>
          </a:xfrm>
          <a:custGeom xmlns:a="http://schemas.openxmlformats.org/drawingml/2006/main">
            <a:pathLst>
              <a:path w="1177918" h="56121">
                <a:moveTo>
                  <a:pt x="0" y="56121"/>
                </a:moveTo>
                <a:lnTo>
                  <a:pt x="1177918" y="56121"/>
                </a:lnTo>
                <a:lnTo>
                  <a:pt x="1177918" y="0"/>
                </a:lnTo>
                <a:lnTo>
                  <a:pt x="0" y="0"/>
                </a:lnTo>
                <a:close/>
              </a:path>
            </a:pathLst>
          </a:custGeom>
          <a:solidFill xmlns:a="http://schemas.openxmlformats.org/drawingml/2006/main">
            <a:srgbClr val="FFFFFF"/>
          </a:solidFill>
          <a:ln xmlns:a="http://schemas.openxmlformats.org/drawingml/2006/main" w="0">
            <a:noFill/>
            <a:prstDash val="solid"/>
          </a:ln>
        </p:spPr>
      </p:sp>
      <p:sp>
        <p:nvSpPr>
          <p:cNvPr id="7" name="pdf-path-7">
            <a:extLst xmlns:a="http://schemas.openxmlformats.org/drawingml/2006/main">
              <a:ext uri="{FF2B5EF4-FFF2-40B4-BE49-F238E27FC236}">
                <a16:creationId xmlns:a16="http://schemas.microsoft.com/office/drawing/2014/main" id="{DFCC306B-EC3D-4E40-A09D-46324B77D623}"/>
              </a:ext>
            </a:extLst>
          </p:cNvPr>
          <p:cNvSpPr>
            <a:spLocks xmlns:a="http://schemas.openxmlformats.org/drawingml/2006/main" noGrp="1"/>
          </p:cNvSpPr>
          <p:nvPr/>
        </p:nvSpPr>
        <p:spPr>
          <a:xfrm xmlns:a="http://schemas.openxmlformats.org/drawingml/2006/main" rot="0">
            <a:off x="61351" y="2940797"/>
            <a:ext cx="6341278" cy="3585391"/>
          </a:xfrm>
          <a:custGeom xmlns:a="http://schemas.openxmlformats.org/drawingml/2006/main">
            <a:pathLst>
              <a:path w="6341278" h="3585391">
                <a:moveTo>
                  <a:pt x="17516" y="609248"/>
                </a:moveTo>
                <a:lnTo>
                  <a:pt x="35033" y="609248"/>
                </a:lnTo>
                <a:cubicBezTo>
                  <a:pt x="35061" y="450628"/>
                  <a:pt x="99270" y="307181"/>
                  <a:pt x="203225" y="203225"/>
                </a:cubicBezTo>
                <a:cubicBezTo>
                  <a:pt x="307181" y="99298"/>
                  <a:pt x="450628" y="35062"/>
                  <a:pt x="609248" y="35033"/>
                </a:cubicBezTo>
                <a:lnTo>
                  <a:pt x="5732031" y="35033"/>
                </a:lnTo>
                <a:cubicBezTo>
                  <a:pt x="5884307" y="35033"/>
                  <a:pt x="6030354" y="95555"/>
                  <a:pt x="6138053" y="203225"/>
                </a:cubicBezTo>
                <a:cubicBezTo>
                  <a:pt x="6245752" y="310924"/>
                  <a:pt x="6306246" y="456972"/>
                  <a:pt x="6306246" y="609248"/>
                </a:cubicBezTo>
                <a:lnTo>
                  <a:pt x="6306246" y="2976143"/>
                </a:lnTo>
                <a:cubicBezTo>
                  <a:pt x="6306217" y="3134764"/>
                  <a:pt x="6241980" y="3278181"/>
                  <a:pt x="6138053" y="3382166"/>
                </a:cubicBezTo>
                <a:cubicBezTo>
                  <a:pt x="6034097" y="3486093"/>
                  <a:pt x="5890651" y="3550329"/>
                  <a:pt x="5732031" y="3550329"/>
                </a:cubicBezTo>
                <a:lnTo>
                  <a:pt x="609248" y="3550329"/>
                </a:lnTo>
                <a:cubicBezTo>
                  <a:pt x="450628" y="3550329"/>
                  <a:pt x="307181" y="3486093"/>
                  <a:pt x="203225" y="3382166"/>
                </a:cubicBezTo>
                <a:cubicBezTo>
                  <a:pt x="99270" y="3278181"/>
                  <a:pt x="35061" y="3134764"/>
                  <a:pt x="35033" y="2976143"/>
                </a:cubicBezTo>
                <a:lnTo>
                  <a:pt x="35033" y="609248"/>
                </a:lnTo>
                <a:lnTo>
                  <a:pt x="0" y="609248"/>
                </a:lnTo>
                <a:lnTo>
                  <a:pt x="0" y="2976143"/>
                </a:lnTo>
                <a:cubicBezTo>
                  <a:pt x="0" y="3312615"/>
                  <a:pt x="272748" y="3585362"/>
                  <a:pt x="609248" y="3585391"/>
                </a:cubicBezTo>
                <a:lnTo>
                  <a:pt x="5732031" y="3585391"/>
                </a:lnTo>
                <a:cubicBezTo>
                  <a:pt x="6068530" y="3585362"/>
                  <a:pt x="6341278" y="3312615"/>
                  <a:pt x="6341278" y="2976143"/>
                </a:cubicBezTo>
                <a:lnTo>
                  <a:pt x="6341278" y="609248"/>
                </a:lnTo>
                <a:cubicBezTo>
                  <a:pt x="6341278" y="447684"/>
                  <a:pt x="6277099" y="292722"/>
                  <a:pt x="6162827" y="178451"/>
                </a:cubicBezTo>
                <a:cubicBezTo>
                  <a:pt x="6048556" y="64180"/>
                  <a:pt x="5893594" y="0"/>
                  <a:pt x="5732031" y="0"/>
                </a:cubicBezTo>
                <a:lnTo>
                  <a:pt x="609248" y="0"/>
                </a:lnTo>
                <a:cubicBezTo>
                  <a:pt x="272748" y="0"/>
                  <a:pt x="0" y="272748"/>
                  <a:pt x="0" y="609248"/>
                </a:cubicBezTo>
                <a:lnTo>
                  <a:pt x="17516" y="609248"/>
                </a:lnTo>
              </a:path>
            </a:pathLst>
          </a:custGeom>
          <a:solidFill xmlns:a="http://schemas.openxmlformats.org/drawingml/2006/main">
            <a:srgbClr val="C9D8EF"/>
          </a:solidFill>
          <a:ln xmlns:a="http://schemas.openxmlformats.org/drawingml/2006/main" w="0">
            <a:noFill/>
            <a:prstDash val="solid"/>
          </a:ln>
        </p:spPr>
      </p:sp>
      <p:sp>
        <p:nvSpPr>
          <p:cNvPr id="8" name="pdf-path-11">
            <a:extLst xmlns:a="http://schemas.openxmlformats.org/drawingml/2006/main">
              <a:ext uri="{FF2B5EF4-FFF2-40B4-BE49-F238E27FC236}">
                <a16:creationId xmlns:a16="http://schemas.microsoft.com/office/drawing/2014/main" id="{880EBF19-76E3-4992-A951-DC0D0FC7F242}"/>
              </a:ext>
            </a:extLst>
          </p:cNvPr>
          <p:cNvSpPr>
            <a:spLocks xmlns:a="http://schemas.openxmlformats.org/drawingml/2006/main" noGrp="1"/>
          </p:cNvSpPr>
          <p:nvPr/>
        </p:nvSpPr>
        <p:spPr>
          <a:xfrm xmlns:a="http://schemas.openxmlformats.org/drawingml/2006/main" rot="0">
            <a:off x="7880900" y="1390316"/>
            <a:ext cx="285549" cy="2536546"/>
          </a:xfrm>
          <a:custGeom xmlns:a="http://schemas.openxmlformats.org/drawingml/2006/main">
            <a:pathLst>
              <a:path w="285549" h="2536546">
                <a:moveTo>
                  <a:pt x="71380" y="2536546"/>
                </a:moveTo>
                <a:lnTo>
                  <a:pt x="71380" y="142789"/>
                </a:lnTo>
                <a:lnTo>
                  <a:pt x="0" y="142789"/>
                </a:lnTo>
                <a:lnTo>
                  <a:pt x="142760" y="0"/>
                </a:lnTo>
                <a:lnTo>
                  <a:pt x="285549" y="142789"/>
                </a:lnTo>
                <a:lnTo>
                  <a:pt x="214169" y="142789"/>
                </a:lnTo>
                <a:lnTo>
                  <a:pt x="214169" y="2536546"/>
                </a:lnTo>
                <a:lnTo>
                  <a:pt x="71380" y="2536546"/>
                </a:lnTo>
              </a:path>
            </a:pathLst>
          </a:custGeom>
          <a:solidFill xmlns:a="http://schemas.openxmlformats.org/drawingml/2006/main">
            <a:srgbClr val="A4BEE4"/>
          </a:solidFill>
          <a:ln xmlns:a="http://schemas.openxmlformats.org/drawingml/2006/main" w="0">
            <a:noFill/>
            <a:prstDash val="solid"/>
          </a:ln>
        </p:spPr>
      </p:sp>
      <p:sp>
        <p:nvSpPr>
          <p:cNvPr id="9" name="pdf-path-12">
            <a:extLst xmlns:a="http://schemas.openxmlformats.org/drawingml/2006/main">
              <a:ext uri="{FF2B5EF4-FFF2-40B4-BE49-F238E27FC236}">
                <a16:creationId xmlns:a16="http://schemas.microsoft.com/office/drawing/2014/main" id="{D336A183-A830-40BE-8244-F0CF7FC8D5BF}"/>
              </a:ext>
            </a:extLst>
          </p:cNvPr>
          <p:cNvSpPr>
            <a:spLocks xmlns:a="http://schemas.openxmlformats.org/drawingml/2006/main" noGrp="1"/>
          </p:cNvSpPr>
          <p:nvPr/>
        </p:nvSpPr>
        <p:spPr>
          <a:xfrm xmlns:a="http://schemas.openxmlformats.org/drawingml/2006/main" rot="0">
            <a:off x="4270620" y="4542825"/>
            <a:ext cx="169993" cy="26889"/>
          </a:xfrm>
          <a:custGeom xmlns:a="http://schemas.openxmlformats.org/drawingml/2006/main">
            <a:pathLst>
              <a:path w="169993" h="26889">
                <a:moveTo>
                  <a:pt x="168935" y="0"/>
                </a:moveTo>
                <a:lnTo>
                  <a:pt x="0" y="15259"/>
                </a:lnTo>
                <a:lnTo>
                  <a:pt x="1057" y="26889"/>
                </a:lnTo>
                <a:lnTo>
                  <a:pt x="169993" y="11630"/>
                </a:lnTo>
                <a:lnTo>
                  <a:pt x="168935" y="0"/>
                </a:lnTo>
              </a:path>
            </a:pathLst>
          </a:custGeom>
          <a:solidFill xmlns:a="http://schemas.openxmlformats.org/drawingml/2006/main">
            <a:srgbClr val="9A9C9E"/>
          </a:solidFill>
          <a:ln xmlns:a="http://schemas.openxmlformats.org/drawingml/2006/main" w="0">
            <a:noFill/>
            <a:prstDash val="solid"/>
          </a:ln>
        </p:spPr>
      </p:sp>
      <p:sp>
        <p:nvSpPr>
          <p:cNvPr id="10" name="pdf-path-13">
            <a:extLst xmlns:a="http://schemas.openxmlformats.org/drawingml/2006/main">
              <a:ext uri="{FF2B5EF4-FFF2-40B4-BE49-F238E27FC236}">
                <a16:creationId xmlns:a16="http://schemas.microsoft.com/office/drawing/2014/main" id="{95386C90-9ED8-4DE1-9CED-BAF2D5EB7502}"/>
              </a:ext>
            </a:extLst>
          </p:cNvPr>
          <p:cNvSpPr>
            <a:spLocks xmlns:a="http://schemas.openxmlformats.org/drawingml/2006/main" noGrp="1"/>
          </p:cNvSpPr>
          <p:nvPr/>
        </p:nvSpPr>
        <p:spPr>
          <a:xfrm xmlns:a="http://schemas.openxmlformats.org/drawingml/2006/main" rot="0">
            <a:off x="4283050" y="4667783"/>
            <a:ext cx="168535" cy="27146"/>
          </a:xfrm>
          <a:custGeom xmlns:a="http://schemas.openxmlformats.org/drawingml/2006/main">
            <a:pathLst>
              <a:path w="168535" h="27146">
                <a:moveTo>
                  <a:pt x="167478" y="0"/>
                </a:moveTo>
                <a:lnTo>
                  <a:pt x="0" y="15516"/>
                </a:lnTo>
                <a:lnTo>
                  <a:pt x="1086" y="27146"/>
                </a:lnTo>
                <a:lnTo>
                  <a:pt x="168535" y="11630"/>
                </a:lnTo>
                <a:lnTo>
                  <a:pt x="167478" y="0"/>
                </a:lnTo>
              </a:path>
            </a:pathLst>
          </a:custGeom>
          <a:solidFill xmlns:a="http://schemas.openxmlformats.org/drawingml/2006/main">
            <a:srgbClr val="9A9C9E"/>
          </a:solidFill>
          <a:ln xmlns:a="http://schemas.openxmlformats.org/drawingml/2006/main" w="0">
            <a:noFill/>
            <a:prstDash val="solid"/>
          </a:ln>
        </p:spPr>
      </p:sp>
      <p:sp>
        <p:nvSpPr>
          <p:cNvPr id="11" name="pdf-path-14">
            <a:extLst xmlns:a="http://schemas.openxmlformats.org/drawingml/2006/main">
              <a:ext uri="{FF2B5EF4-FFF2-40B4-BE49-F238E27FC236}">
                <a16:creationId xmlns:a16="http://schemas.microsoft.com/office/drawing/2014/main" id="{5E7953B3-D040-4A1B-BC2B-D3FF4483436D}"/>
              </a:ext>
            </a:extLst>
          </p:cNvPr>
          <p:cNvSpPr>
            <a:spLocks xmlns:a="http://schemas.openxmlformats.org/drawingml/2006/main" noGrp="1"/>
          </p:cNvSpPr>
          <p:nvPr/>
        </p:nvSpPr>
        <p:spPr>
          <a:xfrm xmlns:a="http://schemas.openxmlformats.org/drawingml/2006/main" rot="0">
            <a:off x="4417638" y="4545197"/>
            <a:ext cx="57178" cy="131416"/>
          </a:xfrm>
          <a:custGeom xmlns:a="http://schemas.openxmlformats.org/drawingml/2006/main">
            <a:pathLst>
              <a:path w="57178" h="131416">
                <a:moveTo>
                  <a:pt x="22888" y="1343"/>
                </a:moveTo>
                <a:cubicBezTo>
                  <a:pt x="36947" y="0"/>
                  <a:pt x="50892" y="27689"/>
                  <a:pt x="54064" y="63236"/>
                </a:cubicBezTo>
                <a:cubicBezTo>
                  <a:pt x="57178" y="98755"/>
                  <a:pt x="48349" y="128673"/>
                  <a:pt x="34290" y="130016"/>
                </a:cubicBezTo>
                <a:cubicBezTo>
                  <a:pt x="20231" y="131416"/>
                  <a:pt x="6287" y="103670"/>
                  <a:pt x="3114" y="68180"/>
                </a:cubicBezTo>
                <a:cubicBezTo>
                  <a:pt x="0" y="32633"/>
                  <a:pt x="8858" y="2743"/>
                  <a:pt x="22888" y="1343"/>
                </a:cubicBezTo>
              </a:path>
            </a:pathLst>
          </a:custGeom>
          <a:solidFill xmlns:a="http://schemas.openxmlformats.org/drawingml/2006/main">
            <a:srgbClr val="9A9C9E"/>
          </a:solidFill>
          <a:ln xmlns:a="http://schemas.openxmlformats.org/drawingml/2006/main" w="0">
            <a:noFill/>
            <a:prstDash val="solid"/>
          </a:ln>
        </p:spPr>
      </p:sp>
      <p:sp>
        <p:nvSpPr>
          <p:cNvPr id="12" name="pdf-path-15">
            <a:extLst xmlns:a="http://schemas.openxmlformats.org/drawingml/2006/main">
              <a:ext uri="{FF2B5EF4-FFF2-40B4-BE49-F238E27FC236}">
                <a16:creationId xmlns:a16="http://schemas.microsoft.com/office/drawing/2014/main" id="{3441DC80-147B-438E-9778-8DCCA6ED99B2}"/>
              </a:ext>
            </a:extLst>
          </p:cNvPr>
          <p:cNvSpPr>
            <a:spLocks xmlns:a="http://schemas.openxmlformats.org/drawingml/2006/main" noGrp="1"/>
          </p:cNvSpPr>
          <p:nvPr/>
        </p:nvSpPr>
        <p:spPr>
          <a:xfrm xmlns:a="http://schemas.openxmlformats.org/drawingml/2006/main" rot="0">
            <a:off x="3797332" y="4509221"/>
            <a:ext cx="486175" cy="276377"/>
          </a:xfrm>
          <a:custGeom xmlns:a="http://schemas.openxmlformats.org/drawingml/2006/main">
            <a:pathLst>
              <a:path w="486175" h="276377">
                <a:moveTo>
                  <a:pt x="411165" y="2886"/>
                </a:moveTo>
                <a:cubicBezTo>
                  <a:pt x="442884" y="0"/>
                  <a:pt x="470944" y="23431"/>
                  <a:pt x="473773" y="55207"/>
                </a:cubicBezTo>
                <a:lnTo>
                  <a:pt x="484803" y="178822"/>
                </a:lnTo>
                <a:cubicBezTo>
                  <a:pt x="486175" y="194053"/>
                  <a:pt x="481403" y="209226"/>
                  <a:pt x="471602" y="220971"/>
                </a:cubicBezTo>
                <a:cubicBezTo>
                  <a:pt x="461800" y="232743"/>
                  <a:pt x="447713" y="240116"/>
                  <a:pt x="432454" y="241487"/>
                </a:cubicBezTo>
                <a:lnTo>
                  <a:pt x="76467" y="273520"/>
                </a:lnTo>
                <a:cubicBezTo>
                  <a:pt x="44720" y="276377"/>
                  <a:pt x="16716" y="252974"/>
                  <a:pt x="13858" y="221199"/>
                </a:cubicBezTo>
                <a:lnTo>
                  <a:pt x="2800" y="97583"/>
                </a:lnTo>
                <a:cubicBezTo>
                  <a:pt x="0" y="65808"/>
                  <a:pt x="23431" y="37748"/>
                  <a:pt x="55150" y="34890"/>
                </a:cubicBezTo>
                <a:lnTo>
                  <a:pt x="411165" y="2886"/>
                </a:lnTo>
              </a:path>
            </a:pathLst>
          </a:custGeom>
          <a:solidFill xmlns:a="http://schemas.openxmlformats.org/drawingml/2006/main">
            <a:srgbClr val="CFDFE2"/>
          </a:solidFill>
          <a:ln xmlns:a="http://schemas.openxmlformats.org/drawingml/2006/main" w="0">
            <a:noFill/>
            <a:prstDash val="solid"/>
          </a:ln>
        </p:spPr>
      </p:sp>
      <p:sp>
        <p:nvSpPr>
          <p:cNvPr id="13" name="pdf-path-16">
            <a:extLst xmlns:a="http://schemas.openxmlformats.org/drawingml/2006/main">
              <a:ext uri="{FF2B5EF4-FFF2-40B4-BE49-F238E27FC236}">
                <a16:creationId xmlns:a16="http://schemas.microsoft.com/office/drawing/2014/main" id="{199B58C0-F59C-4107-95D4-33805C6E4731}"/>
              </a:ext>
            </a:extLst>
          </p:cNvPr>
          <p:cNvSpPr>
            <a:spLocks xmlns:a="http://schemas.openxmlformats.org/drawingml/2006/main" noGrp="1"/>
          </p:cNvSpPr>
          <p:nvPr/>
        </p:nvSpPr>
        <p:spPr>
          <a:xfrm xmlns:a="http://schemas.openxmlformats.org/drawingml/2006/main" rot="0">
            <a:off x="3800132" y="4517708"/>
            <a:ext cx="476403" cy="259432"/>
          </a:xfrm>
          <a:custGeom xmlns:a="http://schemas.openxmlformats.org/drawingml/2006/main">
            <a:pathLst>
              <a:path w="476403" h="259432">
                <a:moveTo>
                  <a:pt x="68437" y="259432"/>
                </a:moveTo>
                <a:cubicBezTo>
                  <a:pt x="41920" y="259432"/>
                  <a:pt x="19288" y="239173"/>
                  <a:pt x="16860" y="212198"/>
                </a:cubicBezTo>
                <a:lnTo>
                  <a:pt x="11916" y="212626"/>
                </a:lnTo>
                <a:lnTo>
                  <a:pt x="79124" y="206597"/>
                </a:lnTo>
                <a:lnTo>
                  <a:pt x="83696" y="258261"/>
                </a:lnTo>
                <a:lnTo>
                  <a:pt x="73152" y="259204"/>
                </a:lnTo>
                <a:lnTo>
                  <a:pt x="68437" y="259432"/>
                </a:lnTo>
                <a:moveTo>
                  <a:pt x="83696" y="258261"/>
                </a:moveTo>
                <a:lnTo>
                  <a:pt x="79124" y="206597"/>
                </a:lnTo>
                <a:lnTo>
                  <a:pt x="177222" y="197767"/>
                </a:lnTo>
                <a:lnTo>
                  <a:pt x="181823" y="249431"/>
                </a:lnTo>
                <a:lnTo>
                  <a:pt x="83696" y="258261"/>
                </a:lnTo>
                <a:moveTo>
                  <a:pt x="181823" y="249431"/>
                </a:moveTo>
                <a:lnTo>
                  <a:pt x="177222" y="197767"/>
                </a:lnTo>
                <a:lnTo>
                  <a:pt x="275320" y="188938"/>
                </a:lnTo>
                <a:lnTo>
                  <a:pt x="279921" y="240601"/>
                </a:lnTo>
                <a:lnTo>
                  <a:pt x="181823" y="249431"/>
                </a:lnTo>
                <a:moveTo>
                  <a:pt x="279921" y="240601"/>
                </a:moveTo>
                <a:lnTo>
                  <a:pt x="275320" y="188938"/>
                </a:lnTo>
                <a:lnTo>
                  <a:pt x="348815" y="182308"/>
                </a:lnTo>
                <a:lnTo>
                  <a:pt x="353415" y="234001"/>
                </a:lnTo>
                <a:lnTo>
                  <a:pt x="279921" y="240601"/>
                </a:lnTo>
                <a:moveTo>
                  <a:pt x="365046" y="232972"/>
                </a:moveTo>
                <a:lnTo>
                  <a:pt x="360445" y="181280"/>
                </a:lnTo>
                <a:lnTo>
                  <a:pt x="476203" y="170850"/>
                </a:lnTo>
                <a:lnTo>
                  <a:pt x="476403" y="175422"/>
                </a:lnTo>
                <a:cubicBezTo>
                  <a:pt x="476403" y="187566"/>
                  <a:pt x="472145" y="199367"/>
                  <a:pt x="464315" y="208740"/>
                </a:cubicBezTo>
                <a:cubicBezTo>
                  <a:pt x="455486" y="219313"/>
                  <a:pt x="442827" y="225971"/>
                  <a:pt x="429140" y="227200"/>
                </a:cubicBezTo>
                <a:lnTo>
                  <a:pt x="365046" y="232972"/>
                </a:lnTo>
                <a:moveTo>
                  <a:pt x="0" y="89097"/>
                </a:moveTo>
                <a:lnTo>
                  <a:pt x="3315" y="88811"/>
                </a:lnTo>
                <a:lnTo>
                  <a:pt x="0" y="89097"/>
                </a:lnTo>
                <a:moveTo>
                  <a:pt x="5830" y="88582"/>
                </a:moveTo>
                <a:lnTo>
                  <a:pt x="5629" y="83925"/>
                </a:lnTo>
                <a:cubicBezTo>
                  <a:pt x="5629" y="57350"/>
                  <a:pt x="25917" y="34633"/>
                  <a:pt x="52892" y="32232"/>
                </a:cubicBezTo>
                <a:lnTo>
                  <a:pt x="63522" y="31290"/>
                </a:lnTo>
                <a:lnTo>
                  <a:pt x="68123" y="82982"/>
                </a:lnTo>
                <a:lnTo>
                  <a:pt x="5830" y="88582"/>
                </a:lnTo>
                <a:moveTo>
                  <a:pt x="68123" y="82982"/>
                </a:moveTo>
                <a:lnTo>
                  <a:pt x="63522" y="31290"/>
                </a:lnTo>
                <a:lnTo>
                  <a:pt x="161620" y="22460"/>
                </a:lnTo>
                <a:lnTo>
                  <a:pt x="166221" y="74152"/>
                </a:lnTo>
                <a:lnTo>
                  <a:pt x="68123" y="82982"/>
                </a:lnTo>
                <a:moveTo>
                  <a:pt x="166221" y="74152"/>
                </a:moveTo>
                <a:lnTo>
                  <a:pt x="161620" y="22460"/>
                </a:lnTo>
                <a:lnTo>
                  <a:pt x="259718" y="13630"/>
                </a:lnTo>
                <a:lnTo>
                  <a:pt x="264319" y="65322"/>
                </a:lnTo>
                <a:lnTo>
                  <a:pt x="166221" y="74152"/>
                </a:lnTo>
                <a:moveTo>
                  <a:pt x="264319" y="65322"/>
                </a:moveTo>
                <a:lnTo>
                  <a:pt x="259718" y="13630"/>
                </a:lnTo>
                <a:lnTo>
                  <a:pt x="296066" y="10372"/>
                </a:lnTo>
                <a:lnTo>
                  <a:pt x="306638" y="61522"/>
                </a:lnTo>
                <a:lnTo>
                  <a:pt x="264319" y="65322"/>
                </a:lnTo>
                <a:moveTo>
                  <a:pt x="325384" y="59836"/>
                </a:moveTo>
                <a:cubicBezTo>
                  <a:pt x="325127" y="42234"/>
                  <a:pt x="324783" y="24888"/>
                  <a:pt x="324384" y="7830"/>
                </a:cubicBezTo>
                <a:lnTo>
                  <a:pt x="333213" y="7029"/>
                </a:lnTo>
                <a:lnTo>
                  <a:pt x="337814" y="58693"/>
                </a:lnTo>
                <a:lnTo>
                  <a:pt x="325384" y="59836"/>
                </a:lnTo>
                <a:moveTo>
                  <a:pt x="349444" y="57664"/>
                </a:moveTo>
                <a:lnTo>
                  <a:pt x="344843" y="5972"/>
                </a:lnTo>
                <a:lnTo>
                  <a:pt x="408880" y="228"/>
                </a:lnTo>
                <a:lnTo>
                  <a:pt x="413623" y="0"/>
                </a:lnTo>
                <a:cubicBezTo>
                  <a:pt x="440141" y="0"/>
                  <a:pt x="462772" y="20288"/>
                  <a:pt x="465173" y="47234"/>
                </a:cubicBezTo>
                <a:lnTo>
                  <a:pt x="470973" y="46720"/>
                </a:lnTo>
                <a:lnTo>
                  <a:pt x="349444" y="57664"/>
                </a:lnTo>
              </a:path>
            </a:pathLst>
          </a:custGeom>
          <a:solidFill xmlns:a="http://schemas.openxmlformats.org/drawingml/2006/main">
            <a:srgbClr val="CFDFE2"/>
          </a:solidFill>
          <a:ln xmlns:a="http://schemas.openxmlformats.org/drawingml/2006/main" w="0">
            <a:noFill/>
            <a:prstDash val="solid"/>
          </a:ln>
        </p:spPr>
      </p:sp>
      <p:sp>
        <p:nvSpPr>
          <p:cNvPr id="14" name="pdf-path-17">
            <a:extLst xmlns:a="http://schemas.openxmlformats.org/drawingml/2006/main">
              <a:ext uri="{FF2B5EF4-FFF2-40B4-BE49-F238E27FC236}">
                <a16:creationId xmlns:a16="http://schemas.microsoft.com/office/drawing/2014/main" id="{48AD99B0-74AD-4BA9-A15A-D7497AF78B92}"/>
              </a:ext>
            </a:extLst>
          </p:cNvPr>
          <p:cNvSpPr>
            <a:spLocks xmlns:a="http://schemas.openxmlformats.org/drawingml/2006/main" noGrp="1"/>
          </p:cNvSpPr>
          <p:nvPr/>
        </p:nvSpPr>
        <p:spPr>
          <a:xfrm xmlns:a="http://schemas.openxmlformats.org/drawingml/2006/main" rot="0">
            <a:off x="3794074" y="4506021"/>
            <a:ext cx="494147" cy="282778"/>
          </a:xfrm>
          <a:custGeom xmlns:a="http://schemas.openxmlformats.org/drawingml/2006/main">
            <a:pathLst>
              <a:path w="494147" h="282778">
                <a:moveTo>
                  <a:pt x="11887" y="100270"/>
                </a:moveTo>
                <a:lnTo>
                  <a:pt x="11687" y="95612"/>
                </a:lnTo>
                <a:cubicBezTo>
                  <a:pt x="11687" y="69037"/>
                  <a:pt x="31976" y="46320"/>
                  <a:pt x="58950" y="43920"/>
                </a:cubicBezTo>
                <a:lnTo>
                  <a:pt x="414937" y="11916"/>
                </a:lnTo>
                <a:lnTo>
                  <a:pt x="419681" y="11687"/>
                </a:lnTo>
                <a:cubicBezTo>
                  <a:pt x="446199" y="11687"/>
                  <a:pt x="468830" y="31976"/>
                  <a:pt x="471230" y="58922"/>
                </a:cubicBezTo>
                <a:lnTo>
                  <a:pt x="482860" y="57893"/>
                </a:lnTo>
                <a:cubicBezTo>
                  <a:pt x="479917" y="24860"/>
                  <a:pt x="452228" y="0"/>
                  <a:pt x="419681" y="0"/>
                </a:cubicBezTo>
                <a:lnTo>
                  <a:pt x="413880" y="286"/>
                </a:lnTo>
                <a:lnTo>
                  <a:pt x="57893" y="32290"/>
                </a:lnTo>
                <a:cubicBezTo>
                  <a:pt x="24832" y="35262"/>
                  <a:pt x="0" y="63008"/>
                  <a:pt x="0" y="95612"/>
                </a:cubicBezTo>
                <a:lnTo>
                  <a:pt x="257" y="101298"/>
                </a:lnTo>
                <a:lnTo>
                  <a:pt x="11887" y="100270"/>
                </a:lnTo>
                <a:moveTo>
                  <a:pt x="482260" y="182537"/>
                </a:moveTo>
                <a:lnTo>
                  <a:pt x="482460" y="187109"/>
                </a:lnTo>
                <a:cubicBezTo>
                  <a:pt x="482460" y="199254"/>
                  <a:pt x="478203" y="211055"/>
                  <a:pt x="470373" y="220428"/>
                </a:cubicBezTo>
                <a:cubicBezTo>
                  <a:pt x="461544" y="231000"/>
                  <a:pt x="448885" y="237658"/>
                  <a:pt x="435197" y="238887"/>
                </a:cubicBezTo>
                <a:lnTo>
                  <a:pt x="79210" y="270891"/>
                </a:lnTo>
                <a:lnTo>
                  <a:pt x="74495" y="271120"/>
                </a:lnTo>
                <a:cubicBezTo>
                  <a:pt x="47977" y="271120"/>
                  <a:pt x="25346" y="250860"/>
                  <a:pt x="22917" y="223885"/>
                </a:cubicBezTo>
                <a:lnTo>
                  <a:pt x="11287" y="224914"/>
                </a:lnTo>
                <a:cubicBezTo>
                  <a:pt x="14259" y="257975"/>
                  <a:pt x="41948" y="282778"/>
                  <a:pt x="74495" y="282778"/>
                </a:cubicBezTo>
                <a:lnTo>
                  <a:pt x="80239" y="282550"/>
                </a:lnTo>
                <a:lnTo>
                  <a:pt x="436254" y="250517"/>
                </a:lnTo>
                <a:cubicBezTo>
                  <a:pt x="453028" y="249003"/>
                  <a:pt x="468544" y="240859"/>
                  <a:pt x="479345" y="227914"/>
                </a:cubicBezTo>
                <a:cubicBezTo>
                  <a:pt x="488947" y="216427"/>
                  <a:pt x="494147" y="201968"/>
                  <a:pt x="494147" y="187109"/>
                </a:cubicBezTo>
                <a:lnTo>
                  <a:pt x="493890" y="181509"/>
                </a:lnTo>
                <a:lnTo>
                  <a:pt x="482260" y="182537"/>
                </a:lnTo>
              </a:path>
            </a:pathLst>
          </a:custGeom>
          <a:solidFill xmlns:a="http://schemas.openxmlformats.org/drawingml/2006/main">
            <a:srgbClr val="9A9C9E"/>
          </a:solidFill>
          <a:ln xmlns:a="http://schemas.openxmlformats.org/drawingml/2006/main" w="0">
            <a:noFill/>
            <a:prstDash val="solid"/>
          </a:ln>
        </p:spPr>
      </p:sp>
      <p:sp>
        <p:nvSpPr>
          <p:cNvPr id="15" name="pdf-path-18">
            <a:extLst xmlns:a="http://schemas.openxmlformats.org/drawingml/2006/main">
              <a:ext uri="{FF2B5EF4-FFF2-40B4-BE49-F238E27FC236}">
                <a16:creationId xmlns:a16="http://schemas.microsoft.com/office/drawing/2014/main" id="{635A8B21-C828-45BE-A2A7-1A32F24B75D5}"/>
              </a:ext>
            </a:extLst>
          </p:cNvPr>
          <p:cNvSpPr>
            <a:spLocks xmlns:a="http://schemas.openxmlformats.org/drawingml/2006/main" noGrp="1"/>
          </p:cNvSpPr>
          <p:nvPr/>
        </p:nvSpPr>
        <p:spPr>
          <a:xfrm xmlns:a="http://schemas.openxmlformats.org/drawingml/2006/main" rot="0">
            <a:off x="3868255" y="4600690"/>
            <a:ext cx="11001" cy="123616"/>
          </a:xfrm>
          <a:custGeom xmlns:a="http://schemas.openxmlformats.org/drawingml/2006/main">
            <a:pathLst>
              <a:path w="11001" h="123616">
                <a:moveTo>
                  <a:pt x="11001" y="123616"/>
                </a:moveTo>
                <a:lnTo>
                  <a:pt x="0" y="0"/>
                </a:lnTo>
                <a:lnTo>
                  <a:pt x="11001" y="123616"/>
                </a:lnTo>
              </a:path>
            </a:pathLst>
          </a:custGeom>
          <a:solidFill xmlns:a="http://schemas.openxmlformats.org/drawingml/2006/main">
            <a:srgbClr val="CFDFE2"/>
          </a:solidFill>
          <a:ln xmlns:a="http://schemas.openxmlformats.org/drawingml/2006/main" w="0">
            <a:noFill/>
            <a:prstDash val="solid"/>
          </a:ln>
        </p:spPr>
      </p:sp>
      <p:sp>
        <p:nvSpPr>
          <p:cNvPr id="16" name="pdf-path-19">
            <a:extLst xmlns:a="http://schemas.openxmlformats.org/drawingml/2006/main">
              <a:ext uri="{FF2B5EF4-FFF2-40B4-BE49-F238E27FC236}">
                <a16:creationId xmlns:a16="http://schemas.microsoft.com/office/drawing/2014/main" id="{316652AE-F3D4-49D7-9A6C-FCB3085DBE9E}"/>
              </a:ext>
            </a:extLst>
          </p:cNvPr>
          <p:cNvSpPr>
            <a:spLocks xmlns:a="http://schemas.openxmlformats.org/drawingml/2006/main" noGrp="1"/>
          </p:cNvSpPr>
          <p:nvPr/>
        </p:nvSpPr>
        <p:spPr>
          <a:xfrm xmlns:a="http://schemas.openxmlformats.org/drawingml/2006/main" rot="0">
            <a:off x="3863655" y="4548997"/>
            <a:ext cx="20174" cy="226971"/>
          </a:xfrm>
          <a:custGeom xmlns:a="http://schemas.openxmlformats.org/drawingml/2006/main">
            <a:pathLst>
              <a:path w="20174" h="226971">
                <a:moveTo>
                  <a:pt x="20174" y="226971"/>
                </a:moveTo>
                <a:lnTo>
                  <a:pt x="15602" y="175307"/>
                </a:lnTo>
                <a:lnTo>
                  <a:pt x="20174" y="226971"/>
                </a:lnTo>
                <a:moveTo>
                  <a:pt x="4600" y="51692"/>
                </a:moveTo>
                <a:lnTo>
                  <a:pt x="0" y="0"/>
                </a:lnTo>
                <a:lnTo>
                  <a:pt x="4600" y="51692"/>
                </a:lnTo>
              </a:path>
            </a:pathLst>
          </a:custGeom>
          <a:solidFill xmlns:a="http://schemas.openxmlformats.org/drawingml/2006/main">
            <a:srgbClr val="CFDFE2"/>
          </a:solidFill>
          <a:ln xmlns:a="http://schemas.openxmlformats.org/drawingml/2006/main" w="0">
            <a:noFill/>
            <a:prstDash val="solid"/>
          </a:ln>
        </p:spPr>
      </p:sp>
      <p:sp>
        <p:nvSpPr>
          <p:cNvPr id="17" name="pdf-path-20">
            <a:extLst xmlns:a="http://schemas.openxmlformats.org/drawingml/2006/main">
              <a:ext uri="{FF2B5EF4-FFF2-40B4-BE49-F238E27FC236}">
                <a16:creationId xmlns:a16="http://schemas.microsoft.com/office/drawing/2014/main" id="{11FCC0BD-CA36-456F-BB4E-B2142F78CB6C}"/>
              </a:ext>
            </a:extLst>
          </p:cNvPr>
          <p:cNvSpPr>
            <a:spLocks xmlns:a="http://schemas.openxmlformats.org/drawingml/2006/main" noGrp="1"/>
          </p:cNvSpPr>
          <p:nvPr/>
        </p:nvSpPr>
        <p:spPr>
          <a:xfrm xmlns:a="http://schemas.openxmlformats.org/drawingml/2006/main" rot="0">
            <a:off x="3863597" y="4548425"/>
            <a:ext cx="20431" cy="229800"/>
          </a:xfrm>
          <a:custGeom xmlns:a="http://schemas.openxmlformats.org/drawingml/2006/main">
            <a:pathLst>
              <a:path w="20431" h="229800">
                <a:moveTo>
                  <a:pt x="20431" y="229800"/>
                </a:moveTo>
                <a:lnTo>
                  <a:pt x="20231" y="227543"/>
                </a:lnTo>
                <a:lnTo>
                  <a:pt x="20431" y="229800"/>
                </a:lnTo>
                <a:moveTo>
                  <a:pt x="57" y="571"/>
                </a:moveTo>
                <a:lnTo>
                  <a:pt x="0" y="0"/>
                </a:lnTo>
                <a:lnTo>
                  <a:pt x="57" y="571"/>
                </a:lnTo>
              </a:path>
            </a:pathLst>
          </a:custGeom>
          <a:solidFill xmlns:a="http://schemas.openxmlformats.org/drawingml/2006/main">
            <a:srgbClr val="9A9C9E"/>
          </a:solidFill>
          <a:ln xmlns:a="http://schemas.openxmlformats.org/drawingml/2006/main" w="0">
            <a:noFill/>
            <a:prstDash val="solid"/>
          </a:ln>
        </p:spPr>
      </p:sp>
      <p:sp>
        <p:nvSpPr>
          <p:cNvPr id="18" name="pdf-path-21">
            <a:extLst xmlns:a="http://schemas.openxmlformats.org/drawingml/2006/main">
              <a:ext uri="{FF2B5EF4-FFF2-40B4-BE49-F238E27FC236}">
                <a16:creationId xmlns:a16="http://schemas.microsoft.com/office/drawing/2014/main" id="{B38CA7A6-6763-443E-B791-BF5BCCD472AD}"/>
              </a:ext>
            </a:extLst>
          </p:cNvPr>
          <p:cNvSpPr>
            <a:spLocks xmlns:a="http://schemas.openxmlformats.org/drawingml/2006/main" noGrp="1"/>
          </p:cNvSpPr>
          <p:nvPr/>
        </p:nvSpPr>
        <p:spPr>
          <a:xfrm xmlns:a="http://schemas.openxmlformats.org/drawingml/2006/main" rot="0">
            <a:off x="3863597" y="4548425"/>
            <a:ext cx="20460" cy="229800"/>
          </a:xfrm>
          <a:custGeom xmlns:a="http://schemas.openxmlformats.org/drawingml/2006/main">
            <a:pathLst>
              <a:path w="20460" h="229800">
                <a:moveTo>
                  <a:pt x="0" y="0"/>
                </a:moveTo>
                <a:lnTo>
                  <a:pt x="20460" y="229800"/>
                </a:lnTo>
              </a:path>
            </a:pathLst>
          </a:custGeom>
          <a:noFill xmlns:a="http://schemas.openxmlformats.org/drawingml/2006/main"/>
          <a:ln xmlns:a="http://schemas.openxmlformats.org/drawingml/2006/main" w="11687">
            <a:solidFill>
              <a:srgbClr val="FFFFFF"/>
            </a:solidFill>
            <a:prstDash val="solid"/>
          </a:ln>
        </p:spPr>
      </p:sp>
      <p:sp>
        <p:nvSpPr>
          <p:cNvPr id="19" name="pdf-path-22">
            <a:extLst xmlns:a="http://schemas.openxmlformats.org/drawingml/2006/main">
              <a:ext uri="{FF2B5EF4-FFF2-40B4-BE49-F238E27FC236}">
                <a16:creationId xmlns:a16="http://schemas.microsoft.com/office/drawing/2014/main" id="{AD2050D0-2C39-46AE-8930-E3BD3D65D84A}"/>
              </a:ext>
            </a:extLst>
          </p:cNvPr>
          <p:cNvSpPr>
            <a:spLocks xmlns:a="http://schemas.openxmlformats.org/drawingml/2006/main" noGrp="1"/>
          </p:cNvSpPr>
          <p:nvPr/>
        </p:nvSpPr>
        <p:spPr>
          <a:xfrm xmlns:a="http://schemas.openxmlformats.org/drawingml/2006/main" rot="0">
            <a:off x="3966353" y="4591859"/>
            <a:ext cx="11001" cy="123616"/>
          </a:xfrm>
          <a:custGeom xmlns:a="http://schemas.openxmlformats.org/drawingml/2006/main">
            <a:pathLst>
              <a:path w="11001" h="123616">
                <a:moveTo>
                  <a:pt x="11001" y="123616"/>
                </a:moveTo>
                <a:lnTo>
                  <a:pt x="0" y="0"/>
                </a:lnTo>
                <a:lnTo>
                  <a:pt x="11001" y="123616"/>
                </a:lnTo>
              </a:path>
            </a:pathLst>
          </a:custGeom>
          <a:solidFill xmlns:a="http://schemas.openxmlformats.org/drawingml/2006/main">
            <a:srgbClr val="CFDFE2"/>
          </a:solidFill>
          <a:ln xmlns:a="http://schemas.openxmlformats.org/drawingml/2006/main" w="0">
            <a:noFill/>
            <a:prstDash val="solid"/>
          </a:ln>
        </p:spPr>
      </p:sp>
      <p:sp>
        <p:nvSpPr>
          <p:cNvPr id="20" name="pdf-path-23">
            <a:extLst xmlns:a="http://schemas.openxmlformats.org/drawingml/2006/main">
              <a:ext uri="{FF2B5EF4-FFF2-40B4-BE49-F238E27FC236}">
                <a16:creationId xmlns:a16="http://schemas.microsoft.com/office/drawing/2014/main" id="{D8EFEF71-7336-47EF-BB18-9934BE839D48}"/>
              </a:ext>
            </a:extLst>
          </p:cNvPr>
          <p:cNvSpPr>
            <a:spLocks xmlns:a="http://schemas.openxmlformats.org/drawingml/2006/main" noGrp="1"/>
          </p:cNvSpPr>
          <p:nvPr/>
        </p:nvSpPr>
        <p:spPr>
          <a:xfrm xmlns:a="http://schemas.openxmlformats.org/drawingml/2006/main" rot="0">
            <a:off x="3961752" y="4540167"/>
            <a:ext cx="20203" cy="226971"/>
          </a:xfrm>
          <a:custGeom xmlns:a="http://schemas.openxmlformats.org/drawingml/2006/main">
            <a:pathLst>
              <a:path w="20203" h="226971">
                <a:moveTo>
                  <a:pt x="20203" y="226971"/>
                </a:moveTo>
                <a:lnTo>
                  <a:pt x="15602" y="175307"/>
                </a:lnTo>
                <a:lnTo>
                  <a:pt x="20203" y="226971"/>
                </a:lnTo>
                <a:moveTo>
                  <a:pt x="4600" y="51692"/>
                </a:moveTo>
                <a:lnTo>
                  <a:pt x="0" y="0"/>
                </a:lnTo>
                <a:lnTo>
                  <a:pt x="4600" y="51692"/>
                </a:lnTo>
              </a:path>
            </a:pathLst>
          </a:custGeom>
          <a:solidFill xmlns:a="http://schemas.openxmlformats.org/drawingml/2006/main">
            <a:srgbClr val="CFDFE2"/>
          </a:solidFill>
          <a:ln xmlns:a="http://schemas.openxmlformats.org/drawingml/2006/main" w="0">
            <a:noFill/>
            <a:prstDash val="solid"/>
          </a:ln>
        </p:spPr>
      </p:sp>
      <p:sp>
        <p:nvSpPr>
          <p:cNvPr id="21" name="pdf-path-24">
            <a:extLst xmlns:a="http://schemas.openxmlformats.org/drawingml/2006/main">
              <a:ext uri="{FF2B5EF4-FFF2-40B4-BE49-F238E27FC236}">
                <a16:creationId xmlns:a16="http://schemas.microsoft.com/office/drawing/2014/main" id="{9F19C52B-8E55-4F1D-BD67-51558262EBC8}"/>
              </a:ext>
            </a:extLst>
          </p:cNvPr>
          <p:cNvSpPr>
            <a:spLocks xmlns:a="http://schemas.openxmlformats.org/drawingml/2006/main" noGrp="1"/>
          </p:cNvSpPr>
          <p:nvPr/>
        </p:nvSpPr>
        <p:spPr>
          <a:xfrm xmlns:a="http://schemas.openxmlformats.org/drawingml/2006/main" rot="0">
            <a:off x="3961695" y="4539625"/>
            <a:ext cx="20460" cy="229800"/>
          </a:xfrm>
          <a:custGeom xmlns:a="http://schemas.openxmlformats.org/drawingml/2006/main">
            <a:pathLst>
              <a:path w="20460" h="229800">
                <a:moveTo>
                  <a:pt x="20460" y="229800"/>
                </a:moveTo>
                <a:lnTo>
                  <a:pt x="20260" y="227514"/>
                </a:lnTo>
                <a:lnTo>
                  <a:pt x="20460" y="229800"/>
                </a:lnTo>
                <a:moveTo>
                  <a:pt x="57" y="543"/>
                </a:moveTo>
                <a:lnTo>
                  <a:pt x="0" y="0"/>
                </a:lnTo>
                <a:lnTo>
                  <a:pt x="57" y="543"/>
                </a:lnTo>
              </a:path>
            </a:pathLst>
          </a:custGeom>
          <a:solidFill xmlns:a="http://schemas.openxmlformats.org/drawingml/2006/main">
            <a:srgbClr val="9A9C9E"/>
          </a:solidFill>
          <a:ln xmlns:a="http://schemas.openxmlformats.org/drawingml/2006/main" w="0">
            <a:noFill/>
            <a:prstDash val="solid"/>
          </a:ln>
        </p:spPr>
      </p:sp>
      <p:sp>
        <p:nvSpPr>
          <p:cNvPr id="22" name="pdf-path-25">
            <a:extLst xmlns:a="http://schemas.openxmlformats.org/drawingml/2006/main">
              <a:ext uri="{FF2B5EF4-FFF2-40B4-BE49-F238E27FC236}">
                <a16:creationId xmlns:a16="http://schemas.microsoft.com/office/drawing/2014/main" id="{205DA5F2-4CF4-497A-8B26-808F19723BC6}"/>
              </a:ext>
            </a:extLst>
          </p:cNvPr>
          <p:cNvSpPr>
            <a:spLocks xmlns:a="http://schemas.openxmlformats.org/drawingml/2006/main" noGrp="1"/>
          </p:cNvSpPr>
          <p:nvPr/>
        </p:nvSpPr>
        <p:spPr>
          <a:xfrm xmlns:a="http://schemas.openxmlformats.org/drawingml/2006/main" rot="0">
            <a:off x="3961695" y="4539625"/>
            <a:ext cx="20460" cy="229800"/>
          </a:xfrm>
          <a:custGeom xmlns:a="http://schemas.openxmlformats.org/drawingml/2006/main">
            <a:pathLst>
              <a:path w="20460" h="229800">
                <a:moveTo>
                  <a:pt x="0" y="0"/>
                </a:moveTo>
                <a:lnTo>
                  <a:pt x="20460" y="229800"/>
                </a:lnTo>
              </a:path>
            </a:pathLst>
          </a:custGeom>
          <a:noFill xmlns:a="http://schemas.openxmlformats.org/drawingml/2006/main"/>
          <a:ln xmlns:a="http://schemas.openxmlformats.org/drawingml/2006/main" w="11687">
            <a:solidFill>
              <a:srgbClr val="FFFFFF"/>
            </a:solidFill>
            <a:prstDash val="solid"/>
          </a:ln>
        </p:spPr>
      </p:sp>
      <p:sp>
        <p:nvSpPr>
          <p:cNvPr id="23" name="pdf-path-26">
            <a:extLst xmlns:a="http://schemas.openxmlformats.org/drawingml/2006/main">
              <a:ext uri="{FF2B5EF4-FFF2-40B4-BE49-F238E27FC236}">
                <a16:creationId xmlns:a16="http://schemas.microsoft.com/office/drawing/2014/main" id="{05D659A0-AD47-46B5-A985-F84FD167B9CB}"/>
              </a:ext>
            </a:extLst>
          </p:cNvPr>
          <p:cNvSpPr>
            <a:spLocks xmlns:a="http://schemas.openxmlformats.org/drawingml/2006/main" noGrp="1"/>
          </p:cNvSpPr>
          <p:nvPr/>
        </p:nvSpPr>
        <p:spPr>
          <a:xfrm xmlns:a="http://schemas.openxmlformats.org/drawingml/2006/main" rot="0">
            <a:off x="4064451" y="4583029"/>
            <a:ext cx="11001" cy="123616"/>
          </a:xfrm>
          <a:custGeom xmlns:a="http://schemas.openxmlformats.org/drawingml/2006/main">
            <a:pathLst>
              <a:path w="11001" h="123616">
                <a:moveTo>
                  <a:pt x="11001" y="123616"/>
                </a:moveTo>
                <a:lnTo>
                  <a:pt x="0" y="0"/>
                </a:lnTo>
                <a:lnTo>
                  <a:pt x="11001" y="123616"/>
                </a:lnTo>
              </a:path>
            </a:pathLst>
          </a:custGeom>
          <a:solidFill xmlns:a="http://schemas.openxmlformats.org/drawingml/2006/main">
            <a:srgbClr val="CFDFE2"/>
          </a:solidFill>
          <a:ln xmlns:a="http://schemas.openxmlformats.org/drawingml/2006/main" w="0">
            <a:noFill/>
            <a:prstDash val="solid"/>
          </a:ln>
        </p:spPr>
      </p:sp>
      <p:sp>
        <p:nvSpPr>
          <p:cNvPr id="24" name="pdf-path-27">
            <a:extLst xmlns:a="http://schemas.openxmlformats.org/drawingml/2006/main">
              <a:ext uri="{FF2B5EF4-FFF2-40B4-BE49-F238E27FC236}">
                <a16:creationId xmlns:a16="http://schemas.microsoft.com/office/drawing/2014/main" id="{2FCCF579-A239-4097-8CC9-3E03E39EAEA7}"/>
              </a:ext>
            </a:extLst>
          </p:cNvPr>
          <p:cNvSpPr>
            <a:spLocks xmlns:a="http://schemas.openxmlformats.org/drawingml/2006/main" noGrp="1"/>
          </p:cNvSpPr>
          <p:nvPr/>
        </p:nvSpPr>
        <p:spPr>
          <a:xfrm xmlns:a="http://schemas.openxmlformats.org/drawingml/2006/main" rot="0">
            <a:off x="4059850" y="4531366"/>
            <a:ext cx="20203" cy="226971"/>
          </a:xfrm>
          <a:custGeom xmlns:a="http://schemas.openxmlformats.org/drawingml/2006/main">
            <a:pathLst>
              <a:path w="20203" h="226971">
                <a:moveTo>
                  <a:pt x="20203" y="226971"/>
                </a:moveTo>
                <a:lnTo>
                  <a:pt x="15602" y="175307"/>
                </a:lnTo>
                <a:lnTo>
                  <a:pt x="20203" y="226971"/>
                </a:lnTo>
                <a:moveTo>
                  <a:pt x="4600" y="51692"/>
                </a:moveTo>
                <a:lnTo>
                  <a:pt x="0" y="0"/>
                </a:lnTo>
                <a:lnTo>
                  <a:pt x="4600" y="51692"/>
                </a:lnTo>
              </a:path>
            </a:pathLst>
          </a:custGeom>
          <a:solidFill xmlns:a="http://schemas.openxmlformats.org/drawingml/2006/main">
            <a:srgbClr val="CFDFE2"/>
          </a:solidFill>
          <a:ln xmlns:a="http://schemas.openxmlformats.org/drawingml/2006/main" w="0">
            <a:noFill/>
            <a:prstDash val="solid"/>
          </a:ln>
        </p:spPr>
      </p:sp>
      <p:sp>
        <p:nvSpPr>
          <p:cNvPr id="25" name="pdf-path-28">
            <a:extLst xmlns:a="http://schemas.openxmlformats.org/drawingml/2006/main">
              <a:ext uri="{FF2B5EF4-FFF2-40B4-BE49-F238E27FC236}">
                <a16:creationId xmlns:a16="http://schemas.microsoft.com/office/drawing/2014/main" id="{19061F77-090C-40E6-879C-3EA5A276F1FD}"/>
              </a:ext>
            </a:extLst>
          </p:cNvPr>
          <p:cNvSpPr>
            <a:spLocks xmlns:a="http://schemas.openxmlformats.org/drawingml/2006/main" noGrp="1"/>
          </p:cNvSpPr>
          <p:nvPr/>
        </p:nvSpPr>
        <p:spPr>
          <a:xfrm xmlns:a="http://schemas.openxmlformats.org/drawingml/2006/main" rot="0">
            <a:off x="4059793" y="4530852"/>
            <a:ext cx="20460" cy="229800"/>
          </a:xfrm>
          <a:custGeom xmlns:a="http://schemas.openxmlformats.org/drawingml/2006/main">
            <a:pathLst>
              <a:path w="20460" h="229800">
                <a:moveTo>
                  <a:pt x="20460" y="229800"/>
                </a:moveTo>
                <a:lnTo>
                  <a:pt x="20260" y="227486"/>
                </a:lnTo>
                <a:lnTo>
                  <a:pt x="20460" y="229800"/>
                </a:lnTo>
                <a:moveTo>
                  <a:pt x="57" y="514"/>
                </a:moveTo>
                <a:lnTo>
                  <a:pt x="0" y="0"/>
                </a:lnTo>
                <a:lnTo>
                  <a:pt x="57" y="514"/>
                </a:lnTo>
              </a:path>
            </a:pathLst>
          </a:custGeom>
          <a:solidFill xmlns:a="http://schemas.openxmlformats.org/drawingml/2006/main">
            <a:srgbClr val="9A9C9E"/>
          </a:solidFill>
          <a:ln xmlns:a="http://schemas.openxmlformats.org/drawingml/2006/main" w="0">
            <a:noFill/>
            <a:prstDash val="solid"/>
          </a:ln>
        </p:spPr>
      </p:sp>
      <p:sp>
        <p:nvSpPr>
          <p:cNvPr id="26" name="pdf-path-29">
            <a:extLst xmlns:a="http://schemas.openxmlformats.org/drawingml/2006/main">
              <a:ext uri="{FF2B5EF4-FFF2-40B4-BE49-F238E27FC236}">
                <a16:creationId xmlns:a16="http://schemas.microsoft.com/office/drawing/2014/main" id="{15050B16-788A-4E1C-B57C-8830B35D3934}"/>
              </a:ext>
            </a:extLst>
          </p:cNvPr>
          <p:cNvSpPr>
            <a:spLocks xmlns:a="http://schemas.openxmlformats.org/drawingml/2006/main" noGrp="1"/>
          </p:cNvSpPr>
          <p:nvPr/>
        </p:nvSpPr>
        <p:spPr>
          <a:xfrm xmlns:a="http://schemas.openxmlformats.org/drawingml/2006/main" rot="0">
            <a:off x="4059793" y="4530824"/>
            <a:ext cx="20460" cy="229800"/>
          </a:xfrm>
          <a:custGeom xmlns:a="http://schemas.openxmlformats.org/drawingml/2006/main">
            <a:pathLst>
              <a:path w="20460" h="229800">
                <a:moveTo>
                  <a:pt x="0" y="0"/>
                </a:moveTo>
                <a:lnTo>
                  <a:pt x="20460" y="229800"/>
                </a:lnTo>
              </a:path>
            </a:pathLst>
          </a:custGeom>
          <a:noFill xmlns:a="http://schemas.openxmlformats.org/drawingml/2006/main"/>
          <a:ln xmlns:a="http://schemas.openxmlformats.org/drawingml/2006/main" w="11687">
            <a:solidFill>
              <a:srgbClr val="FFFFFF"/>
            </a:solidFill>
            <a:prstDash val="solid"/>
          </a:ln>
        </p:spPr>
      </p:sp>
      <p:sp>
        <p:nvSpPr>
          <p:cNvPr id="27" name="pdf-path-30">
            <a:extLst xmlns:a="http://schemas.openxmlformats.org/drawingml/2006/main">
              <a:ext uri="{FF2B5EF4-FFF2-40B4-BE49-F238E27FC236}">
                <a16:creationId xmlns:a16="http://schemas.microsoft.com/office/drawing/2014/main" id="{7AA0C37E-8C45-4540-919F-B0602363062C}"/>
              </a:ext>
            </a:extLst>
          </p:cNvPr>
          <p:cNvSpPr>
            <a:spLocks xmlns:a="http://schemas.openxmlformats.org/drawingml/2006/main" noGrp="1"/>
          </p:cNvSpPr>
          <p:nvPr/>
        </p:nvSpPr>
        <p:spPr>
          <a:xfrm xmlns:a="http://schemas.openxmlformats.org/drawingml/2006/main" rot="0">
            <a:off x="4133316" y="4523194"/>
            <a:ext cx="32090" cy="230828"/>
          </a:xfrm>
          <a:custGeom xmlns:a="http://schemas.openxmlformats.org/drawingml/2006/main">
            <a:pathLst>
              <a:path w="32090" h="230828">
                <a:moveTo>
                  <a:pt x="0" y="1029"/>
                </a:moveTo>
                <a:lnTo>
                  <a:pt x="20431" y="230828"/>
                </a:lnTo>
                <a:lnTo>
                  <a:pt x="32090" y="229800"/>
                </a:lnTo>
                <a:lnTo>
                  <a:pt x="11630" y="0"/>
                </a:lnTo>
                <a:lnTo>
                  <a:pt x="0" y="1029"/>
                </a:lnTo>
              </a:path>
            </a:pathLst>
          </a:custGeom>
          <a:solidFill xmlns:a="http://schemas.openxmlformats.org/drawingml/2006/main">
            <a:srgbClr val="FFFFFF"/>
          </a:solidFill>
          <a:ln xmlns:a="http://schemas.openxmlformats.org/drawingml/2006/main" w="0">
            <a:noFill/>
            <a:prstDash val="solid"/>
          </a:ln>
        </p:spPr>
      </p:sp>
      <p:sp>
        <p:nvSpPr>
          <p:cNvPr id="28" name="pdf-path-31">
            <a:extLst xmlns:a="http://schemas.openxmlformats.org/drawingml/2006/main">
              <a:ext uri="{FF2B5EF4-FFF2-40B4-BE49-F238E27FC236}">
                <a16:creationId xmlns:a16="http://schemas.microsoft.com/office/drawing/2014/main" id="{185D5EB2-8B5F-4358-9E34-39C961DDF705}"/>
              </a:ext>
            </a:extLst>
          </p:cNvPr>
          <p:cNvSpPr>
            <a:spLocks xmlns:a="http://schemas.openxmlformats.org/drawingml/2006/main" noGrp="1"/>
          </p:cNvSpPr>
          <p:nvPr/>
        </p:nvSpPr>
        <p:spPr>
          <a:xfrm xmlns:a="http://schemas.openxmlformats.org/drawingml/2006/main" rot="0">
            <a:off x="4095055" y="3838594"/>
            <a:ext cx="88154" cy="156105"/>
          </a:xfrm>
          <a:custGeom xmlns:a="http://schemas.openxmlformats.org/drawingml/2006/main">
            <a:pathLst>
              <a:path w="88154" h="156105">
                <a:moveTo>
                  <a:pt x="77752" y="0"/>
                </a:moveTo>
                <a:lnTo>
                  <a:pt x="0" y="150762"/>
                </a:lnTo>
                <a:lnTo>
                  <a:pt x="10372" y="156105"/>
                </a:lnTo>
                <a:lnTo>
                  <a:pt x="88154" y="5343"/>
                </a:lnTo>
                <a:lnTo>
                  <a:pt x="77752" y="0"/>
                </a:lnTo>
              </a:path>
            </a:pathLst>
          </a:custGeom>
          <a:solidFill xmlns:a="http://schemas.openxmlformats.org/drawingml/2006/main">
            <a:srgbClr val="9A9C9E"/>
          </a:solidFill>
          <a:ln xmlns:a="http://schemas.openxmlformats.org/drawingml/2006/main" w="0">
            <a:noFill/>
            <a:prstDash val="solid"/>
          </a:ln>
        </p:spPr>
      </p:sp>
      <p:sp>
        <p:nvSpPr>
          <p:cNvPr id="29" name="pdf-path-32">
            <a:extLst xmlns:a="http://schemas.openxmlformats.org/drawingml/2006/main">
              <a:ext uri="{FF2B5EF4-FFF2-40B4-BE49-F238E27FC236}">
                <a16:creationId xmlns:a16="http://schemas.microsoft.com/office/drawing/2014/main" id="{C90DA2C4-AF5B-4AF0-BB24-D73BEFC8E6C3}"/>
              </a:ext>
            </a:extLst>
          </p:cNvPr>
          <p:cNvSpPr>
            <a:spLocks xmlns:a="http://schemas.openxmlformats.org/drawingml/2006/main" noGrp="1"/>
          </p:cNvSpPr>
          <p:nvPr/>
        </p:nvSpPr>
        <p:spPr>
          <a:xfrm xmlns:a="http://schemas.openxmlformats.org/drawingml/2006/main" rot="0">
            <a:off x="4207383" y="3896401"/>
            <a:ext cx="87182" cy="154962"/>
          </a:xfrm>
          <a:custGeom xmlns:a="http://schemas.openxmlformats.org/drawingml/2006/main">
            <a:pathLst>
              <a:path w="87182" h="154962">
                <a:moveTo>
                  <a:pt x="76781" y="0"/>
                </a:moveTo>
                <a:lnTo>
                  <a:pt x="0" y="149618"/>
                </a:lnTo>
                <a:lnTo>
                  <a:pt x="10372" y="154962"/>
                </a:lnTo>
                <a:lnTo>
                  <a:pt x="87182" y="5343"/>
                </a:lnTo>
                <a:lnTo>
                  <a:pt x="76781" y="0"/>
                </a:lnTo>
              </a:path>
            </a:pathLst>
          </a:custGeom>
          <a:solidFill xmlns:a="http://schemas.openxmlformats.org/drawingml/2006/main">
            <a:srgbClr val="9A9C9E"/>
          </a:solidFill>
          <a:ln xmlns:a="http://schemas.openxmlformats.org/drawingml/2006/main" w="0">
            <a:noFill/>
            <a:prstDash val="solid"/>
          </a:ln>
        </p:spPr>
      </p:sp>
      <p:sp>
        <p:nvSpPr>
          <p:cNvPr id="30" name="pdf-path-33">
            <a:extLst xmlns:a="http://schemas.openxmlformats.org/drawingml/2006/main">
              <a:ext uri="{FF2B5EF4-FFF2-40B4-BE49-F238E27FC236}">
                <a16:creationId xmlns:a16="http://schemas.microsoft.com/office/drawing/2014/main" id="{EE8886F0-DFCC-460A-B7D8-9E81B9A0FE3F}"/>
              </a:ext>
            </a:extLst>
          </p:cNvPr>
          <p:cNvSpPr>
            <a:spLocks xmlns:a="http://schemas.openxmlformats.org/drawingml/2006/main" noGrp="1"/>
          </p:cNvSpPr>
          <p:nvPr/>
        </p:nvSpPr>
        <p:spPr>
          <a:xfrm xmlns:a="http://schemas.openxmlformats.org/drawingml/2006/main" rot="0">
            <a:off x="4170121" y="3827164"/>
            <a:ext cx="127473" cy="84639"/>
          </a:xfrm>
          <a:custGeom xmlns:a="http://schemas.openxmlformats.org/drawingml/2006/main">
            <a:pathLst>
              <a:path w="127473" h="84639">
                <a:moveTo>
                  <a:pt x="6430" y="12601"/>
                </a:moveTo>
                <a:cubicBezTo>
                  <a:pt x="12802" y="0"/>
                  <a:pt x="43634" y="3086"/>
                  <a:pt x="75324" y="19488"/>
                </a:cubicBezTo>
                <a:cubicBezTo>
                  <a:pt x="106957" y="35947"/>
                  <a:pt x="127473" y="59464"/>
                  <a:pt x="121072" y="72037"/>
                </a:cubicBezTo>
                <a:cubicBezTo>
                  <a:pt x="114700" y="84639"/>
                  <a:pt x="83839" y="81553"/>
                  <a:pt x="52178" y="65151"/>
                </a:cubicBezTo>
                <a:cubicBezTo>
                  <a:pt x="20489" y="48720"/>
                  <a:pt x="0" y="25203"/>
                  <a:pt x="6430" y="12601"/>
                </a:cubicBezTo>
              </a:path>
            </a:pathLst>
          </a:custGeom>
          <a:solidFill xmlns:a="http://schemas.openxmlformats.org/drawingml/2006/main">
            <a:srgbClr val="9A9C9E"/>
          </a:solidFill>
          <a:ln xmlns:a="http://schemas.openxmlformats.org/drawingml/2006/main" w="0">
            <a:noFill/>
            <a:prstDash val="solid"/>
          </a:ln>
        </p:spPr>
      </p:sp>
      <p:sp>
        <p:nvSpPr>
          <p:cNvPr id="31" name="pdf-path-34">
            <a:extLst xmlns:a="http://schemas.openxmlformats.org/drawingml/2006/main">
              <a:ext uri="{FF2B5EF4-FFF2-40B4-BE49-F238E27FC236}">
                <a16:creationId xmlns:a16="http://schemas.microsoft.com/office/drawing/2014/main" id="{394D5A2F-F751-4502-A864-5B7E353BE0B8}"/>
              </a:ext>
            </a:extLst>
          </p:cNvPr>
          <p:cNvSpPr>
            <a:spLocks xmlns:a="http://schemas.openxmlformats.org/drawingml/2006/main" noGrp="1"/>
          </p:cNvSpPr>
          <p:nvPr/>
        </p:nvSpPr>
        <p:spPr>
          <a:xfrm xmlns:a="http://schemas.openxmlformats.org/drawingml/2006/main" rot="0">
            <a:off x="3844280" y="3977669"/>
            <a:ext cx="399764" cy="506463"/>
          </a:xfrm>
          <a:custGeom xmlns:a="http://schemas.openxmlformats.org/drawingml/2006/main">
            <a:pathLst>
              <a:path w="399764" h="506463">
                <a:moveTo>
                  <a:pt x="178623" y="39405"/>
                </a:moveTo>
                <a:cubicBezTo>
                  <a:pt x="193253" y="11115"/>
                  <a:pt x="228086" y="0"/>
                  <a:pt x="256375" y="14659"/>
                </a:cubicBezTo>
                <a:lnTo>
                  <a:pt x="366646" y="71666"/>
                </a:lnTo>
                <a:cubicBezTo>
                  <a:pt x="380219" y="78695"/>
                  <a:pt x="390478" y="90868"/>
                  <a:pt x="395135" y="105442"/>
                </a:cubicBezTo>
                <a:cubicBezTo>
                  <a:pt x="399764" y="120015"/>
                  <a:pt x="398421" y="135874"/>
                  <a:pt x="391421" y="149476"/>
                </a:cubicBezTo>
                <a:lnTo>
                  <a:pt x="227400" y="467030"/>
                </a:lnTo>
                <a:cubicBezTo>
                  <a:pt x="212770" y="495376"/>
                  <a:pt x="177965" y="506463"/>
                  <a:pt x="149647" y="491804"/>
                </a:cubicBezTo>
                <a:lnTo>
                  <a:pt x="39434" y="434797"/>
                </a:lnTo>
                <a:cubicBezTo>
                  <a:pt x="11087" y="420167"/>
                  <a:pt x="0" y="385305"/>
                  <a:pt x="14631" y="356987"/>
                </a:cubicBezTo>
                <a:lnTo>
                  <a:pt x="178623" y="39405"/>
                </a:lnTo>
              </a:path>
            </a:pathLst>
          </a:custGeom>
          <a:solidFill xmlns:a="http://schemas.openxmlformats.org/drawingml/2006/main">
            <a:srgbClr val="CFDFE2"/>
          </a:solidFill>
          <a:ln xmlns:a="http://schemas.openxmlformats.org/drawingml/2006/main" w="0">
            <a:noFill/>
            <a:prstDash val="solid"/>
          </a:ln>
        </p:spPr>
      </p:sp>
      <p:sp>
        <p:nvSpPr>
          <p:cNvPr id="32" name="pdf-path-35">
            <a:extLst xmlns:a="http://schemas.openxmlformats.org/drawingml/2006/main">
              <a:ext uri="{FF2B5EF4-FFF2-40B4-BE49-F238E27FC236}">
                <a16:creationId xmlns:a16="http://schemas.microsoft.com/office/drawing/2014/main" id="{C938F6A3-1CCD-46AC-9091-9528A6623A1D}"/>
              </a:ext>
            </a:extLst>
          </p:cNvPr>
          <p:cNvSpPr>
            <a:spLocks xmlns:a="http://schemas.openxmlformats.org/drawingml/2006/main" noGrp="1"/>
          </p:cNvSpPr>
          <p:nvPr/>
        </p:nvSpPr>
        <p:spPr>
          <a:xfrm xmlns:a="http://schemas.openxmlformats.org/drawingml/2006/main" rot="0">
            <a:off x="3858282" y="3991699"/>
            <a:ext cx="378019" cy="478403"/>
          </a:xfrm>
          <a:custGeom xmlns:a="http://schemas.openxmlformats.org/drawingml/2006/main">
            <a:pathLst>
              <a:path w="378019" h="478403">
                <a:moveTo>
                  <a:pt x="162106" y="478403"/>
                </a:moveTo>
                <a:cubicBezTo>
                  <a:pt x="154076" y="478403"/>
                  <a:pt x="145961" y="476545"/>
                  <a:pt x="138332" y="472602"/>
                </a:cubicBezTo>
                <a:lnTo>
                  <a:pt x="135646" y="477774"/>
                </a:lnTo>
                <a:lnTo>
                  <a:pt x="164306" y="422253"/>
                </a:lnTo>
                <a:lnTo>
                  <a:pt x="210398" y="446113"/>
                </a:lnTo>
                <a:lnTo>
                  <a:pt x="208226" y="450314"/>
                </a:lnTo>
                <a:cubicBezTo>
                  <a:pt x="198996" y="468173"/>
                  <a:pt x="180909" y="478403"/>
                  <a:pt x="162106" y="478403"/>
                </a:cubicBezTo>
                <a:moveTo>
                  <a:pt x="215741" y="435740"/>
                </a:moveTo>
                <a:lnTo>
                  <a:pt x="182109" y="418310"/>
                </a:lnTo>
                <a:lnTo>
                  <a:pt x="213598" y="418738"/>
                </a:lnTo>
                <a:lnTo>
                  <a:pt x="216713" y="433854"/>
                </a:lnTo>
                <a:lnTo>
                  <a:pt x="215741" y="435740"/>
                </a:lnTo>
                <a:moveTo>
                  <a:pt x="25432" y="420767"/>
                </a:moveTo>
                <a:lnTo>
                  <a:pt x="27747" y="416281"/>
                </a:lnTo>
                <a:lnTo>
                  <a:pt x="25432" y="420767"/>
                </a:lnTo>
                <a:moveTo>
                  <a:pt x="211169" y="407022"/>
                </a:moveTo>
                <a:lnTo>
                  <a:pt x="172450" y="406508"/>
                </a:lnTo>
                <a:lnTo>
                  <a:pt x="200025" y="353130"/>
                </a:lnTo>
                <a:lnTo>
                  <a:pt x="211169" y="407022"/>
                </a:lnTo>
                <a:moveTo>
                  <a:pt x="33747" y="404679"/>
                </a:moveTo>
                <a:lnTo>
                  <a:pt x="13545" y="404422"/>
                </a:lnTo>
                <a:cubicBezTo>
                  <a:pt x="4801" y="394821"/>
                  <a:pt x="0" y="382277"/>
                  <a:pt x="0" y="369389"/>
                </a:cubicBezTo>
                <a:cubicBezTo>
                  <a:pt x="0" y="361388"/>
                  <a:pt x="1857" y="353273"/>
                  <a:pt x="5801" y="345615"/>
                </a:cubicBezTo>
                <a:lnTo>
                  <a:pt x="8030" y="341357"/>
                </a:lnTo>
                <a:lnTo>
                  <a:pt x="54121" y="365217"/>
                </a:lnTo>
                <a:lnTo>
                  <a:pt x="33747" y="404679"/>
                </a:lnTo>
                <a:moveTo>
                  <a:pt x="59493" y="354844"/>
                </a:moveTo>
                <a:lnTo>
                  <a:pt x="13373" y="330984"/>
                </a:lnTo>
                <a:lnTo>
                  <a:pt x="53207" y="253832"/>
                </a:lnTo>
                <a:lnTo>
                  <a:pt x="99298" y="277692"/>
                </a:lnTo>
                <a:lnTo>
                  <a:pt x="59493" y="354844"/>
                </a:lnTo>
                <a:moveTo>
                  <a:pt x="260947" y="348186"/>
                </a:moveTo>
                <a:lnTo>
                  <a:pt x="258861" y="347101"/>
                </a:lnTo>
                <a:cubicBezTo>
                  <a:pt x="256861" y="312811"/>
                  <a:pt x="254603" y="281035"/>
                  <a:pt x="252146" y="252203"/>
                </a:cubicBezTo>
                <a:lnTo>
                  <a:pt x="254718" y="247231"/>
                </a:lnTo>
                <a:lnTo>
                  <a:pt x="300780" y="271091"/>
                </a:lnTo>
                <a:lnTo>
                  <a:pt x="260947" y="348186"/>
                </a:lnTo>
                <a:moveTo>
                  <a:pt x="104671" y="267319"/>
                </a:moveTo>
                <a:lnTo>
                  <a:pt x="58579" y="243459"/>
                </a:lnTo>
                <a:lnTo>
                  <a:pt x="98412" y="166335"/>
                </a:lnTo>
                <a:lnTo>
                  <a:pt x="144504" y="190195"/>
                </a:lnTo>
                <a:lnTo>
                  <a:pt x="104671" y="267319"/>
                </a:lnTo>
                <a:moveTo>
                  <a:pt x="306153" y="260690"/>
                </a:moveTo>
                <a:lnTo>
                  <a:pt x="260061" y="236858"/>
                </a:lnTo>
                <a:lnTo>
                  <a:pt x="291265" y="176479"/>
                </a:lnTo>
                <a:lnTo>
                  <a:pt x="337328" y="200339"/>
                </a:lnTo>
                <a:lnTo>
                  <a:pt x="306153" y="260690"/>
                </a:lnTo>
                <a:moveTo>
                  <a:pt x="342672" y="189938"/>
                </a:moveTo>
                <a:lnTo>
                  <a:pt x="296609" y="166107"/>
                </a:lnTo>
                <a:lnTo>
                  <a:pt x="349958" y="62837"/>
                </a:lnTo>
                <a:cubicBezTo>
                  <a:pt x="362160" y="69151"/>
                  <a:pt x="371390" y="80096"/>
                  <a:pt x="375561" y="93183"/>
                </a:cubicBezTo>
                <a:cubicBezTo>
                  <a:pt x="377190" y="98327"/>
                  <a:pt x="378019" y="103641"/>
                  <a:pt x="378019" y="108928"/>
                </a:cubicBezTo>
                <a:cubicBezTo>
                  <a:pt x="378019" y="117158"/>
                  <a:pt x="376047" y="125330"/>
                  <a:pt x="372218" y="132760"/>
                </a:cubicBezTo>
                <a:lnTo>
                  <a:pt x="342672" y="189938"/>
                </a:lnTo>
                <a:moveTo>
                  <a:pt x="149876" y="179794"/>
                </a:moveTo>
                <a:lnTo>
                  <a:pt x="103756" y="155934"/>
                </a:lnTo>
                <a:lnTo>
                  <a:pt x="134931" y="95555"/>
                </a:lnTo>
                <a:lnTo>
                  <a:pt x="181051" y="119444"/>
                </a:lnTo>
                <a:lnTo>
                  <a:pt x="149876" y="179794"/>
                </a:lnTo>
                <a:moveTo>
                  <a:pt x="186395" y="109042"/>
                </a:moveTo>
                <a:lnTo>
                  <a:pt x="140303" y="85182"/>
                </a:lnTo>
                <a:lnTo>
                  <a:pt x="169821" y="28061"/>
                </a:lnTo>
                <a:cubicBezTo>
                  <a:pt x="179022" y="10230"/>
                  <a:pt x="197139" y="0"/>
                  <a:pt x="215913" y="0"/>
                </a:cubicBezTo>
                <a:cubicBezTo>
                  <a:pt x="223942" y="0"/>
                  <a:pt x="232058" y="1857"/>
                  <a:pt x="239687" y="5830"/>
                </a:cubicBezTo>
                <a:lnTo>
                  <a:pt x="242373" y="629"/>
                </a:lnTo>
                <a:lnTo>
                  <a:pt x="186395" y="109042"/>
                </a:lnTo>
              </a:path>
            </a:pathLst>
          </a:custGeom>
          <a:solidFill xmlns:a="http://schemas.openxmlformats.org/drawingml/2006/main">
            <a:srgbClr val="CFDFE2"/>
          </a:solidFill>
          <a:ln xmlns:a="http://schemas.openxmlformats.org/drawingml/2006/main" w="0">
            <a:noFill/>
            <a:prstDash val="solid"/>
          </a:ln>
        </p:spPr>
      </p:sp>
      <p:sp>
        <p:nvSpPr>
          <p:cNvPr id="33" name="pdf-path-36">
            <a:extLst xmlns:a="http://schemas.openxmlformats.org/drawingml/2006/main">
              <a:ext uri="{FF2B5EF4-FFF2-40B4-BE49-F238E27FC236}">
                <a16:creationId xmlns:a16="http://schemas.microsoft.com/office/drawing/2014/main" id="{E41F655C-0A3D-445A-A56E-FB9B5BDEDD62}"/>
              </a:ext>
            </a:extLst>
          </p:cNvPr>
          <p:cNvSpPr>
            <a:spLocks xmlns:a="http://schemas.openxmlformats.org/drawingml/2006/main" noGrp="1"/>
          </p:cNvSpPr>
          <p:nvPr/>
        </p:nvSpPr>
        <p:spPr>
          <a:xfrm xmlns:a="http://schemas.openxmlformats.org/drawingml/2006/main" rot="0">
            <a:off x="3846595" y="3980012"/>
            <a:ext cx="401365" cy="501806"/>
          </a:xfrm>
          <a:custGeom xmlns:a="http://schemas.openxmlformats.org/drawingml/2006/main">
            <a:pathLst>
              <a:path w="401365" h="501806">
                <a:moveTo>
                  <a:pt x="39805" y="427282"/>
                </a:moveTo>
                <a:cubicBezTo>
                  <a:pt x="21946" y="418052"/>
                  <a:pt x="11716" y="399907"/>
                  <a:pt x="11688" y="381076"/>
                </a:cubicBezTo>
                <a:cubicBezTo>
                  <a:pt x="11688" y="373075"/>
                  <a:pt x="13545" y="364960"/>
                  <a:pt x="17488" y="357302"/>
                </a:cubicBezTo>
                <a:lnTo>
                  <a:pt x="181509" y="39748"/>
                </a:lnTo>
                <a:cubicBezTo>
                  <a:pt x="190710" y="21917"/>
                  <a:pt x="208826" y="11687"/>
                  <a:pt x="227600" y="11687"/>
                </a:cubicBezTo>
                <a:cubicBezTo>
                  <a:pt x="235630" y="11687"/>
                  <a:pt x="243745" y="13545"/>
                  <a:pt x="251375" y="17517"/>
                </a:cubicBezTo>
                <a:lnTo>
                  <a:pt x="256746" y="7144"/>
                </a:lnTo>
                <a:cubicBezTo>
                  <a:pt x="247431" y="2315"/>
                  <a:pt x="237430" y="0"/>
                  <a:pt x="227600" y="0"/>
                </a:cubicBezTo>
                <a:cubicBezTo>
                  <a:pt x="204626" y="0"/>
                  <a:pt x="182395" y="12544"/>
                  <a:pt x="171107" y="34376"/>
                </a:cubicBezTo>
                <a:lnTo>
                  <a:pt x="7115" y="351958"/>
                </a:lnTo>
                <a:cubicBezTo>
                  <a:pt x="2315" y="361274"/>
                  <a:pt x="0" y="371275"/>
                  <a:pt x="29" y="381076"/>
                </a:cubicBezTo>
                <a:cubicBezTo>
                  <a:pt x="0" y="404108"/>
                  <a:pt x="12573" y="426339"/>
                  <a:pt x="34433" y="437655"/>
                </a:cubicBezTo>
                <a:lnTo>
                  <a:pt x="39805" y="427282"/>
                </a:lnTo>
                <a:moveTo>
                  <a:pt x="361645" y="74524"/>
                </a:moveTo>
                <a:cubicBezTo>
                  <a:pt x="373847" y="80810"/>
                  <a:pt x="383077" y="91783"/>
                  <a:pt x="387248" y="104870"/>
                </a:cubicBezTo>
                <a:cubicBezTo>
                  <a:pt x="388877" y="110014"/>
                  <a:pt x="389706" y="115329"/>
                  <a:pt x="389706" y="120615"/>
                </a:cubicBezTo>
                <a:cubicBezTo>
                  <a:pt x="389706" y="128845"/>
                  <a:pt x="387734" y="137017"/>
                  <a:pt x="383905" y="144447"/>
                </a:cubicBezTo>
                <a:lnTo>
                  <a:pt x="219913" y="462001"/>
                </a:lnTo>
                <a:cubicBezTo>
                  <a:pt x="210684" y="479860"/>
                  <a:pt x="192596" y="490090"/>
                  <a:pt x="173793" y="490090"/>
                </a:cubicBezTo>
                <a:cubicBezTo>
                  <a:pt x="165764" y="490090"/>
                  <a:pt x="157648" y="488232"/>
                  <a:pt x="150019" y="484289"/>
                </a:cubicBezTo>
                <a:lnTo>
                  <a:pt x="144647" y="494662"/>
                </a:lnTo>
                <a:cubicBezTo>
                  <a:pt x="153962" y="499491"/>
                  <a:pt x="163964" y="501777"/>
                  <a:pt x="173793" y="501777"/>
                </a:cubicBezTo>
                <a:cubicBezTo>
                  <a:pt x="196796" y="501806"/>
                  <a:pt x="218999" y="489233"/>
                  <a:pt x="230286" y="467373"/>
                </a:cubicBezTo>
                <a:lnTo>
                  <a:pt x="394278" y="149819"/>
                </a:lnTo>
                <a:cubicBezTo>
                  <a:pt x="398993" y="140703"/>
                  <a:pt x="401365" y="130702"/>
                  <a:pt x="401365" y="120615"/>
                </a:cubicBezTo>
                <a:cubicBezTo>
                  <a:pt x="401365" y="114129"/>
                  <a:pt x="400393" y="107614"/>
                  <a:pt x="398364" y="101298"/>
                </a:cubicBezTo>
                <a:cubicBezTo>
                  <a:pt x="393249" y="85268"/>
                  <a:pt x="381962" y="71866"/>
                  <a:pt x="366989" y="64122"/>
                </a:cubicBezTo>
                <a:lnTo>
                  <a:pt x="361645" y="74524"/>
                </a:lnTo>
              </a:path>
            </a:pathLst>
          </a:custGeom>
          <a:solidFill xmlns:a="http://schemas.openxmlformats.org/drawingml/2006/main">
            <a:srgbClr val="9A9C9E"/>
          </a:solidFill>
          <a:ln xmlns:a="http://schemas.openxmlformats.org/drawingml/2006/main" w="0">
            <a:noFill/>
            <a:prstDash val="solid"/>
          </a:ln>
        </p:spPr>
      </p:sp>
      <p:sp>
        <p:nvSpPr>
          <p:cNvPr id="34" name="pdf-path-37">
            <a:extLst xmlns:a="http://schemas.openxmlformats.org/drawingml/2006/main">
              <a:ext uri="{FF2B5EF4-FFF2-40B4-BE49-F238E27FC236}">
                <a16:creationId xmlns:a16="http://schemas.microsoft.com/office/drawing/2014/main" id="{DC63225D-4B1C-4E51-8689-F7A7799A4D34}"/>
              </a:ext>
            </a:extLst>
          </p:cNvPr>
          <p:cNvSpPr>
            <a:spLocks xmlns:a="http://schemas.openxmlformats.org/drawingml/2006/main" noGrp="1"/>
          </p:cNvSpPr>
          <p:nvPr/>
        </p:nvSpPr>
        <p:spPr>
          <a:xfrm xmlns:a="http://schemas.openxmlformats.org/drawingml/2006/main" rot="0">
            <a:off x="3868455" y="4327599"/>
            <a:ext cx="95" cy="95"/>
          </a:xfrm>
          <a:custGeom xmlns:a="http://schemas.openxmlformats.org/drawingml/2006/main">
            <a:pathLst>
              <a:path w="95" h="95">
                <a:moveTo>
                  <a:pt x="0" y="0"/>
                </a:moveTo>
                <a:lnTo>
                  <a:pt x="0" y="0"/>
                </a:lnTo>
              </a:path>
            </a:pathLst>
          </a:custGeom>
          <a:solidFill xmlns:a="http://schemas.openxmlformats.org/drawingml/2006/main">
            <a:srgbClr val="9A9C9E"/>
          </a:solidFill>
          <a:ln xmlns:a="http://schemas.openxmlformats.org/drawingml/2006/main" w="0">
            <a:noFill/>
            <a:prstDash val="solid"/>
          </a:ln>
        </p:spPr>
      </p:sp>
      <p:sp>
        <p:nvSpPr>
          <p:cNvPr id="35" name="pdf-path-38">
            <a:extLst xmlns:a="http://schemas.openxmlformats.org/drawingml/2006/main">
              <a:ext uri="{FF2B5EF4-FFF2-40B4-BE49-F238E27FC236}">
                <a16:creationId xmlns:a16="http://schemas.microsoft.com/office/drawing/2014/main" id="{CB64733D-3DA8-4DC5-84A5-54EDD38B1039}"/>
              </a:ext>
            </a:extLst>
          </p:cNvPr>
          <p:cNvSpPr>
            <a:spLocks xmlns:a="http://schemas.openxmlformats.org/drawingml/2006/main" noGrp="1"/>
          </p:cNvSpPr>
          <p:nvPr/>
        </p:nvSpPr>
        <p:spPr>
          <a:xfrm xmlns:a="http://schemas.openxmlformats.org/drawingml/2006/main" rot="0">
            <a:off x="3865769" y="4322398"/>
            <a:ext cx="210283" cy="116443"/>
          </a:xfrm>
          <a:custGeom xmlns:a="http://schemas.openxmlformats.org/drawingml/2006/main">
            <a:pathLst>
              <a:path w="210283" h="116443">
                <a:moveTo>
                  <a:pt x="0" y="10401"/>
                </a:moveTo>
                <a:lnTo>
                  <a:pt x="204911" y="116443"/>
                </a:lnTo>
                <a:lnTo>
                  <a:pt x="210283" y="106099"/>
                </a:lnTo>
                <a:lnTo>
                  <a:pt x="5372" y="0"/>
                </a:lnTo>
                <a:lnTo>
                  <a:pt x="0" y="10401"/>
                </a:lnTo>
              </a:path>
            </a:pathLst>
          </a:custGeom>
          <a:solidFill xmlns:a="http://schemas.openxmlformats.org/drawingml/2006/main">
            <a:srgbClr val="FFFFFF"/>
          </a:solidFill>
          <a:ln xmlns:a="http://schemas.openxmlformats.org/drawingml/2006/main" w="0">
            <a:noFill/>
            <a:prstDash val="solid"/>
          </a:ln>
        </p:spPr>
      </p:sp>
      <p:sp>
        <p:nvSpPr>
          <p:cNvPr id="36" name="pdf-path-39">
            <a:extLst xmlns:a="http://schemas.openxmlformats.org/drawingml/2006/main">
              <a:ext uri="{FF2B5EF4-FFF2-40B4-BE49-F238E27FC236}">
                <a16:creationId xmlns:a16="http://schemas.microsoft.com/office/drawing/2014/main" id="{BACF7016-1417-4D7C-8CD3-F438E4570EF0}"/>
              </a:ext>
            </a:extLst>
          </p:cNvPr>
          <p:cNvSpPr>
            <a:spLocks xmlns:a="http://schemas.openxmlformats.org/drawingml/2006/main" noGrp="1"/>
          </p:cNvSpPr>
          <p:nvPr/>
        </p:nvSpPr>
        <p:spPr>
          <a:xfrm xmlns:a="http://schemas.openxmlformats.org/drawingml/2006/main" rot="0">
            <a:off x="3911003" y="4234930"/>
            <a:ext cx="210283" cy="116415"/>
          </a:xfrm>
          <a:custGeom xmlns:a="http://schemas.openxmlformats.org/drawingml/2006/main">
            <a:pathLst>
              <a:path w="210283" h="116415">
                <a:moveTo>
                  <a:pt x="0" y="10373"/>
                </a:moveTo>
                <a:lnTo>
                  <a:pt x="204911" y="116415"/>
                </a:lnTo>
                <a:lnTo>
                  <a:pt x="210283" y="106042"/>
                </a:lnTo>
                <a:lnTo>
                  <a:pt x="5372" y="0"/>
                </a:lnTo>
                <a:lnTo>
                  <a:pt x="0" y="10373"/>
                </a:lnTo>
              </a:path>
            </a:pathLst>
          </a:custGeom>
          <a:solidFill xmlns:a="http://schemas.openxmlformats.org/drawingml/2006/main">
            <a:srgbClr val="FFFFFF"/>
          </a:solidFill>
          <a:ln xmlns:a="http://schemas.openxmlformats.org/drawingml/2006/main" w="0">
            <a:noFill/>
            <a:prstDash val="solid"/>
          </a:ln>
        </p:spPr>
      </p:sp>
      <p:sp>
        <p:nvSpPr>
          <p:cNvPr id="37" name="pdf-path-40">
            <a:extLst xmlns:a="http://schemas.openxmlformats.org/drawingml/2006/main">
              <a:ext uri="{FF2B5EF4-FFF2-40B4-BE49-F238E27FC236}">
                <a16:creationId xmlns:a16="http://schemas.microsoft.com/office/drawing/2014/main" id="{2C1A2EDA-4B64-4799-AA87-D346815995F2}"/>
              </a:ext>
            </a:extLst>
          </p:cNvPr>
          <p:cNvSpPr>
            <a:spLocks xmlns:a="http://schemas.openxmlformats.org/drawingml/2006/main" noGrp="1"/>
          </p:cNvSpPr>
          <p:nvPr/>
        </p:nvSpPr>
        <p:spPr>
          <a:xfrm xmlns:a="http://schemas.openxmlformats.org/drawingml/2006/main" rot="0">
            <a:off x="3958895" y="4152575"/>
            <a:ext cx="204911" cy="106099"/>
          </a:xfrm>
          <a:custGeom xmlns:a="http://schemas.openxmlformats.org/drawingml/2006/main">
            <a:pathLst>
              <a:path w="204911" h="106099">
                <a:moveTo>
                  <a:pt x="204911" y="106099"/>
                </a:moveTo>
                <a:lnTo>
                  <a:pt x="204911" y="106070"/>
                </a:lnTo>
                <a:lnTo>
                  <a:pt x="204911" y="106099"/>
                </a:lnTo>
                <a:moveTo>
                  <a:pt x="0" y="0"/>
                </a:moveTo>
                <a:lnTo>
                  <a:pt x="0" y="0"/>
                </a:lnTo>
              </a:path>
            </a:pathLst>
          </a:custGeom>
          <a:solidFill xmlns:a="http://schemas.openxmlformats.org/drawingml/2006/main">
            <a:srgbClr val="9A9C9E"/>
          </a:solidFill>
          <a:ln xmlns:a="http://schemas.openxmlformats.org/drawingml/2006/main" w="0">
            <a:noFill/>
            <a:prstDash val="solid"/>
          </a:ln>
        </p:spPr>
      </p:sp>
      <p:sp>
        <p:nvSpPr>
          <p:cNvPr id="38" name="pdf-path-41">
            <a:extLst xmlns:a="http://schemas.openxmlformats.org/drawingml/2006/main">
              <a:ext uri="{FF2B5EF4-FFF2-40B4-BE49-F238E27FC236}">
                <a16:creationId xmlns:a16="http://schemas.microsoft.com/office/drawing/2014/main" id="{30C6297B-709E-427E-A072-D8A00531D9C0}"/>
              </a:ext>
            </a:extLst>
          </p:cNvPr>
          <p:cNvSpPr>
            <a:spLocks xmlns:a="http://schemas.openxmlformats.org/drawingml/2006/main" noGrp="1"/>
          </p:cNvSpPr>
          <p:nvPr/>
        </p:nvSpPr>
        <p:spPr>
          <a:xfrm xmlns:a="http://schemas.openxmlformats.org/drawingml/2006/main" rot="0">
            <a:off x="3956209" y="4147405"/>
            <a:ext cx="210283" cy="116443"/>
          </a:xfrm>
          <a:custGeom xmlns:a="http://schemas.openxmlformats.org/drawingml/2006/main">
            <a:pathLst>
              <a:path w="210283" h="116443">
                <a:moveTo>
                  <a:pt x="0" y="10373"/>
                </a:moveTo>
                <a:lnTo>
                  <a:pt x="204911" y="116443"/>
                </a:lnTo>
                <a:lnTo>
                  <a:pt x="210283" y="106071"/>
                </a:lnTo>
                <a:lnTo>
                  <a:pt x="5372" y="0"/>
                </a:lnTo>
                <a:lnTo>
                  <a:pt x="0" y="10373"/>
                </a:lnTo>
              </a:path>
            </a:pathLst>
          </a:custGeom>
          <a:solidFill xmlns:a="http://schemas.openxmlformats.org/drawingml/2006/main">
            <a:srgbClr val="FFFFFF"/>
          </a:solidFill>
          <a:ln xmlns:a="http://schemas.openxmlformats.org/drawingml/2006/main" w="0">
            <a:noFill/>
            <a:prstDash val="solid"/>
          </a:ln>
        </p:spPr>
      </p:sp>
      <p:sp>
        <p:nvSpPr>
          <p:cNvPr id="39" name="pdf-path-42">
            <a:extLst xmlns:a="http://schemas.openxmlformats.org/drawingml/2006/main">
              <a:ext uri="{FF2B5EF4-FFF2-40B4-BE49-F238E27FC236}">
                <a16:creationId xmlns:a16="http://schemas.microsoft.com/office/drawing/2014/main" id="{8A41A8A6-24B5-4D38-AB11-7A5C20BFD3F5}"/>
              </a:ext>
            </a:extLst>
          </p:cNvPr>
          <p:cNvSpPr>
            <a:spLocks xmlns:a="http://schemas.openxmlformats.org/drawingml/2006/main" noGrp="1"/>
          </p:cNvSpPr>
          <p:nvPr/>
        </p:nvSpPr>
        <p:spPr>
          <a:xfrm xmlns:a="http://schemas.openxmlformats.org/drawingml/2006/main" rot="0">
            <a:off x="4200354" y="4187924"/>
            <a:ext cx="95" cy="95"/>
          </a:xfrm>
          <a:custGeom xmlns:a="http://schemas.openxmlformats.org/drawingml/2006/main">
            <a:pathLst>
              <a:path w="95" h="95">
                <a:moveTo>
                  <a:pt x="0" y="0"/>
                </a:moveTo>
                <a:lnTo>
                  <a:pt x="0" y="0"/>
                </a:lnTo>
              </a:path>
            </a:pathLst>
          </a:custGeom>
          <a:solidFill xmlns:a="http://schemas.openxmlformats.org/drawingml/2006/main">
            <a:srgbClr val="9A9C9E"/>
          </a:solidFill>
          <a:ln xmlns:a="http://schemas.openxmlformats.org/drawingml/2006/main" w="0">
            <a:noFill/>
            <a:prstDash val="solid"/>
          </a:ln>
        </p:spPr>
      </p:sp>
      <p:sp>
        <p:nvSpPr>
          <p:cNvPr id="40" name="pdf-path-43">
            <a:extLst xmlns:a="http://schemas.openxmlformats.org/drawingml/2006/main">
              <a:ext uri="{FF2B5EF4-FFF2-40B4-BE49-F238E27FC236}">
                <a16:creationId xmlns:a16="http://schemas.microsoft.com/office/drawing/2014/main" id="{E8BCD239-A22D-40A5-BC4B-F37AE2C08983}"/>
              </a:ext>
            </a:extLst>
          </p:cNvPr>
          <p:cNvSpPr>
            <a:spLocks xmlns:a="http://schemas.openxmlformats.org/drawingml/2006/main" noGrp="1"/>
          </p:cNvSpPr>
          <p:nvPr/>
        </p:nvSpPr>
        <p:spPr>
          <a:xfrm xmlns:a="http://schemas.openxmlformats.org/drawingml/2006/main" rot="0">
            <a:off x="3992756" y="4076653"/>
            <a:ext cx="210283" cy="116443"/>
          </a:xfrm>
          <a:custGeom xmlns:a="http://schemas.openxmlformats.org/drawingml/2006/main">
            <a:pathLst>
              <a:path w="210283" h="116443">
                <a:moveTo>
                  <a:pt x="0" y="10373"/>
                </a:moveTo>
                <a:lnTo>
                  <a:pt x="204911" y="116443"/>
                </a:lnTo>
                <a:lnTo>
                  <a:pt x="210283" y="106071"/>
                </a:lnTo>
                <a:lnTo>
                  <a:pt x="5372" y="0"/>
                </a:lnTo>
                <a:lnTo>
                  <a:pt x="0" y="10373"/>
                </a:lnTo>
              </a:path>
            </a:pathLst>
          </a:custGeom>
          <a:solidFill xmlns:a="http://schemas.openxmlformats.org/drawingml/2006/main">
            <a:srgbClr val="FFFFFF"/>
          </a:solidFill>
          <a:ln xmlns:a="http://schemas.openxmlformats.org/drawingml/2006/main" w="0">
            <a:noFill/>
            <a:prstDash val="solid"/>
          </a:ln>
        </p:spPr>
      </p:sp>
      <p:sp>
        <p:nvSpPr>
          <p:cNvPr id="41" name="pdf-path-44">
            <a:extLst xmlns:a="http://schemas.openxmlformats.org/drawingml/2006/main">
              <a:ext uri="{FF2B5EF4-FFF2-40B4-BE49-F238E27FC236}">
                <a16:creationId xmlns:a16="http://schemas.microsoft.com/office/drawing/2014/main" id="{33B5D110-D446-44EA-AEBC-61DB7CC6BBCB}"/>
              </a:ext>
            </a:extLst>
          </p:cNvPr>
          <p:cNvSpPr>
            <a:spLocks xmlns:a="http://schemas.openxmlformats.org/drawingml/2006/main" noGrp="1"/>
          </p:cNvSpPr>
          <p:nvPr/>
        </p:nvSpPr>
        <p:spPr>
          <a:xfrm xmlns:a="http://schemas.openxmlformats.org/drawingml/2006/main" rot="0">
            <a:off x="148390" y="6217463"/>
            <a:ext cx="95" cy="95"/>
          </a:xfrm>
          <a:custGeom xmlns:a="http://schemas.openxmlformats.org/drawingml/2006/main">
            <a:pathLst>
              <a:path w="95" h="95">
                <a:moveTo>
                  <a:pt x="0" y="0"/>
                </a:moveTo>
                <a:lnTo>
                  <a:pt x="0" y="0"/>
                </a:lnTo>
              </a:path>
            </a:pathLst>
          </a:custGeom>
          <a:solidFill xmlns:a="http://schemas.openxmlformats.org/drawingml/2006/main">
            <a:srgbClr val="C9D8EF"/>
          </a:solidFill>
          <a:ln xmlns:a="http://schemas.openxmlformats.org/drawingml/2006/main" w="0">
            <a:noFill/>
            <a:prstDash val="solid"/>
          </a:ln>
        </p:spPr>
      </p:sp>
      <p:sp>
        <p:nvSpPr>
          <p:cNvPr id="42" name="pdf-path-45">
            <a:extLst xmlns:a="http://schemas.openxmlformats.org/drawingml/2006/main">
              <a:ext uri="{FF2B5EF4-FFF2-40B4-BE49-F238E27FC236}">
                <a16:creationId xmlns:a16="http://schemas.microsoft.com/office/drawing/2014/main" id="{8225CB81-417F-4A26-B84E-5CA90F07ADA4}"/>
              </a:ext>
            </a:extLst>
          </p:cNvPr>
          <p:cNvSpPr>
            <a:spLocks xmlns:a="http://schemas.openxmlformats.org/drawingml/2006/main" noGrp="1"/>
          </p:cNvSpPr>
          <p:nvPr/>
        </p:nvSpPr>
        <p:spPr>
          <a:xfrm xmlns:a="http://schemas.openxmlformats.org/drawingml/2006/main" rot="0">
            <a:off x="192281" y="6214177"/>
            <a:ext cx="6087189" cy="3258"/>
          </a:xfrm>
          <a:custGeom xmlns:a="http://schemas.openxmlformats.org/drawingml/2006/main">
            <a:pathLst>
              <a:path w="6087189" h="3258">
                <a:moveTo>
                  <a:pt x="0" y="3258"/>
                </a:moveTo>
                <a:lnTo>
                  <a:pt x="35061" y="3229"/>
                </a:lnTo>
                <a:lnTo>
                  <a:pt x="0" y="3258"/>
                </a:lnTo>
                <a:moveTo>
                  <a:pt x="81782" y="3200"/>
                </a:moveTo>
                <a:lnTo>
                  <a:pt x="116843" y="3200"/>
                </a:lnTo>
                <a:lnTo>
                  <a:pt x="81782" y="3200"/>
                </a:lnTo>
                <a:moveTo>
                  <a:pt x="163563" y="3172"/>
                </a:moveTo>
                <a:lnTo>
                  <a:pt x="198625" y="3144"/>
                </a:lnTo>
                <a:lnTo>
                  <a:pt x="163563" y="3172"/>
                </a:lnTo>
                <a:moveTo>
                  <a:pt x="245373" y="3115"/>
                </a:moveTo>
                <a:lnTo>
                  <a:pt x="280406" y="3115"/>
                </a:lnTo>
                <a:lnTo>
                  <a:pt x="245373" y="3115"/>
                </a:lnTo>
                <a:moveTo>
                  <a:pt x="327155" y="3086"/>
                </a:moveTo>
                <a:lnTo>
                  <a:pt x="362188" y="3058"/>
                </a:lnTo>
                <a:lnTo>
                  <a:pt x="327155" y="3086"/>
                </a:lnTo>
                <a:moveTo>
                  <a:pt x="408937" y="3029"/>
                </a:moveTo>
                <a:lnTo>
                  <a:pt x="443970" y="3001"/>
                </a:lnTo>
                <a:lnTo>
                  <a:pt x="408937" y="3029"/>
                </a:lnTo>
                <a:moveTo>
                  <a:pt x="490718" y="3001"/>
                </a:moveTo>
                <a:lnTo>
                  <a:pt x="525780" y="2972"/>
                </a:lnTo>
                <a:lnTo>
                  <a:pt x="490718" y="3001"/>
                </a:lnTo>
                <a:moveTo>
                  <a:pt x="572500" y="2944"/>
                </a:moveTo>
                <a:lnTo>
                  <a:pt x="607562" y="2915"/>
                </a:lnTo>
                <a:lnTo>
                  <a:pt x="572500" y="2944"/>
                </a:lnTo>
                <a:moveTo>
                  <a:pt x="654282" y="2915"/>
                </a:moveTo>
                <a:lnTo>
                  <a:pt x="689343" y="2886"/>
                </a:lnTo>
                <a:lnTo>
                  <a:pt x="654282" y="2915"/>
                </a:lnTo>
                <a:moveTo>
                  <a:pt x="736064" y="2858"/>
                </a:moveTo>
                <a:lnTo>
                  <a:pt x="771125" y="2829"/>
                </a:lnTo>
                <a:lnTo>
                  <a:pt x="736064" y="2858"/>
                </a:lnTo>
                <a:moveTo>
                  <a:pt x="817845" y="2801"/>
                </a:moveTo>
                <a:lnTo>
                  <a:pt x="852907" y="2801"/>
                </a:lnTo>
                <a:lnTo>
                  <a:pt x="817845" y="2801"/>
                </a:lnTo>
                <a:moveTo>
                  <a:pt x="899655" y="2772"/>
                </a:moveTo>
                <a:lnTo>
                  <a:pt x="934688" y="2743"/>
                </a:lnTo>
                <a:lnTo>
                  <a:pt x="899655" y="2772"/>
                </a:lnTo>
                <a:moveTo>
                  <a:pt x="981437" y="2715"/>
                </a:moveTo>
                <a:lnTo>
                  <a:pt x="1016499" y="2715"/>
                </a:lnTo>
                <a:lnTo>
                  <a:pt x="981437" y="2715"/>
                </a:lnTo>
                <a:moveTo>
                  <a:pt x="1063219" y="2687"/>
                </a:moveTo>
                <a:lnTo>
                  <a:pt x="1098280" y="2658"/>
                </a:lnTo>
                <a:lnTo>
                  <a:pt x="1063219" y="2687"/>
                </a:lnTo>
                <a:moveTo>
                  <a:pt x="1145000" y="2629"/>
                </a:moveTo>
                <a:lnTo>
                  <a:pt x="1180062" y="2629"/>
                </a:lnTo>
                <a:lnTo>
                  <a:pt x="1145000" y="2629"/>
                </a:lnTo>
                <a:moveTo>
                  <a:pt x="1226782" y="2600"/>
                </a:moveTo>
                <a:lnTo>
                  <a:pt x="1261844" y="2573"/>
                </a:lnTo>
                <a:lnTo>
                  <a:pt x="1226782" y="2600"/>
                </a:lnTo>
                <a:moveTo>
                  <a:pt x="1308564" y="2544"/>
                </a:moveTo>
                <a:lnTo>
                  <a:pt x="1343625" y="2544"/>
                </a:lnTo>
                <a:lnTo>
                  <a:pt x="1308564" y="2544"/>
                </a:lnTo>
                <a:moveTo>
                  <a:pt x="1390374" y="2515"/>
                </a:moveTo>
                <a:lnTo>
                  <a:pt x="1425407" y="2486"/>
                </a:lnTo>
                <a:lnTo>
                  <a:pt x="1390374" y="2515"/>
                </a:lnTo>
                <a:moveTo>
                  <a:pt x="1472156" y="2457"/>
                </a:moveTo>
                <a:lnTo>
                  <a:pt x="1507188" y="2457"/>
                </a:lnTo>
                <a:lnTo>
                  <a:pt x="1472156" y="2457"/>
                </a:lnTo>
                <a:moveTo>
                  <a:pt x="1553937" y="2430"/>
                </a:moveTo>
                <a:lnTo>
                  <a:pt x="1588970" y="2401"/>
                </a:lnTo>
                <a:lnTo>
                  <a:pt x="1553937" y="2430"/>
                </a:lnTo>
                <a:moveTo>
                  <a:pt x="4498220" y="829"/>
                </a:moveTo>
                <a:lnTo>
                  <a:pt x="4533252" y="829"/>
                </a:lnTo>
                <a:lnTo>
                  <a:pt x="4498220" y="829"/>
                </a:lnTo>
                <a:moveTo>
                  <a:pt x="4580001" y="801"/>
                </a:moveTo>
                <a:lnTo>
                  <a:pt x="4615034" y="772"/>
                </a:lnTo>
                <a:lnTo>
                  <a:pt x="4580001" y="801"/>
                </a:lnTo>
                <a:moveTo>
                  <a:pt x="4661783" y="743"/>
                </a:moveTo>
                <a:lnTo>
                  <a:pt x="4696844" y="743"/>
                </a:lnTo>
                <a:lnTo>
                  <a:pt x="4661783" y="743"/>
                </a:lnTo>
                <a:moveTo>
                  <a:pt x="4743564" y="715"/>
                </a:moveTo>
                <a:lnTo>
                  <a:pt x="4778626" y="686"/>
                </a:lnTo>
                <a:lnTo>
                  <a:pt x="4743564" y="715"/>
                </a:lnTo>
                <a:moveTo>
                  <a:pt x="4825346" y="658"/>
                </a:moveTo>
                <a:lnTo>
                  <a:pt x="4860407" y="658"/>
                </a:lnTo>
                <a:lnTo>
                  <a:pt x="4825346" y="658"/>
                </a:lnTo>
                <a:moveTo>
                  <a:pt x="4907128" y="629"/>
                </a:moveTo>
                <a:lnTo>
                  <a:pt x="4942189" y="601"/>
                </a:lnTo>
                <a:lnTo>
                  <a:pt x="4907128" y="629"/>
                </a:lnTo>
                <a:moveTo>
                  <a:pt x="4988938" y="572"/>
                </a:moveTo>
                <a:lnTo>
                  <a:pt x="5023971" y="572"/>
                </a:lnTo>
                <a:lnTo>
                  <a:pt x="4988938" y="572"/>
                </a:lnTo>
                <a:moveTo>
                  <a:pt x="5070720" y="543"/>
                </a:moveTo>
                <a:lnTo>
                  <a:pt x="5105752" y="515"/>
                </a:lnTo>
                <a:lnTo>
                  <a:pt x="5070720" y="543"/>
                </a:lnTo>
                <a:moveTo>
                  <a:pt x="5152501" y="487"/>
                </a:moveTo>
                <a:lnTo>
                  <a:pt x="5187534" y="487"/>
                </a:lnTo>
                <a:lnTo>
                  <a:pt x="5152501" y="487"/>
                </a:lnTo>
                <a:moveTo>
                  <a:pt x="5234283" y="458"/>
                </a:moveTo>
                <a:lnTo>
                  <a:pt x="5269344" y="429"/>
                </a:lnTo>
                <a:lnTo>
                  <a:pt x="5234283" y="458"/>
                </a:lnTo>
                <a:moveTo>
                  <a:pt x="5316065" y="400"/>
                </a:moveTo>
                <a:lnTo>
                  <a:pt x="5351126" y="371"/>
                </a:lnTo>
                <a:lnTo>
                  <a:pt x="5316065" y="400"/>
                </a:lnTo>
                <a:moveTo>
                  <a:pt x="5397846" y="371"/>
                </a:moveTo>
                <a:lnTo>
                  <a:pt x="5432908" y="344"/>
                </a:lnTo>
                <a:lnTo>
                  <a:pt x="5397846" y="371"/>
                </a:lnTo>
                <a:moveTo>
                  <a:pt x="5479628" y="315"/>
                </a:moveTo>
                <a:lnTo>
                  <a:pt x="5514689" y="286"/>
                </a:lnTo>
                <a:lnTo>
                  <a:pt x="5479628" y="315"/>
                </a:lnTo>
                <a:moveTo>
                  <a:pt x="5561410" y="286"/>
                </a:moveTo>
                <a:lnTo>
                  <a:pt x="5596471" y="257"/>
                </a:lnTo>
                <a:lnTo>
                  <a:pt x="5561410" y="286"/>
                </a:lnTo>
                <a:moveTo>
                  <a:pt x="5643220" y="229"/>
                </a:moveTo>
                <a:lnTo>
                  <a:pt x="5678252" y="201"/>
                </a:lnTo>
                <a:lnTo>
                  <a:pt x="5643220" y="229"/>
                </a:lnTo>
                <a:moveTo>
                  <a:pt x="5725002" y="172"/>
                </a:moveTo>
                <a:lnTo>
                  <a:pt x="5760034" y="172"/>
                </a:lnTo>
                <a:lnTo>
                  <a:pt x="5725002" y="172"/>
                </a:lnTo>
                <a:moveTo>
                  <a:pt x="5806783" y="143"/>
                </a:moveTo>
                <a:lnTo>
                  <a:pt x="5841816" y="115"/>
                </a:lnTo>
                <a:lnTo>
                  <a:pt x="5806783" y="143"/>
                </a:lnTo>
                <a:moveTo>
                  <a:pt x="5888565" y="86"/>
                </a:moveTo>
                <a:lnTo>
                  <a:pt x="5923626" y="86"/>
                </a:lnTo>
                <a:lnTo>
                  <a:pt x="5888565" y="86"/>
                </a:lnTo>
                <a:moveTo>
                  <a:pt x="5970347" y="58"/>
                </a:moveTo>
                <a:lnTo>
                  <a:pt x="6005408" y="29"/>
                </a:lnTo>
                <a:lnTo>
                  <a:pt x="5970347" y="58"/>
                </a:lnTo>
                <a:moveTo>
                  <a:pt x="6052128" y="0"/>
                </a:moveTo>
                <a:lnTo>
                  <a:pt x="6087189" y="0"/>
                </a:lnTo>
                <a:lnTo>
                  <a:pt x="6052128" y="0"/>
                </a:lnTo>
              </a:path>
            </a:pathLst>
          </a:custGeom>
          <a:solidFill xmlns:a="http://schemas.openxmlformats.org/drawingml/2006/main">
            <a:srgbClr val="FFFFFF"/>
          </a:solidFill>
          <a:ln xmlns:a="http://schemas.openxmlformats.org/drawingml/2006/main" w="0">
            <a:noFill/>
            <a:prstDash val="solid"/>
          </a:ln>
        </p:spPr>
      </p:sp>
      <p:sp>
        <p:nvSpPr>
          <p:cNvPr id="43" name="pdf-path-46">
            <a:extLst xmlns:a="http://schemas.openxmlformats.org/drawingml/2006/main">
              <a:ext uri="{FF2B5EF4-FFF2-40B4-BE49-F238E27FC236}">
                <a16:creationId xmlns:a16="http://schemas.microsoft.com/office/drawing/2014/main" id="{DCB5A81B-AF0A-4765-AFDC-5A26F86B3281}"/>
              </a:ext>
            </a:extLst>
          </p:cNvPr>
          <p:cNvSpPr>
            <a:spLocks xmlns:a="http://schemas.openxmlformats.org/drawingml/2006/main" noGrp="1"/>
          </p:cNvSpPr>
          <p:nvPr/>
        </p:nvSpPr>
        <p:spPr>
          <a:xfrm xmlns:a="http://schemas.openxmlformats.org/drawingml/2006/main" rot="0">
            <a:off x="148419" y="6208290"/>
            <a:ext cx="6177829" cy="15002"/>
          </a:xfrm>
          <a:custGeom xmlns:a="http://schemas.openxmlformats.org/drawingml/2006/main">
            <a:pathLst>
              <a:path w="6177829" h="15002">
                <a:moveTo>
                  <a:pt x="6177801" y="0"/>
                </a:moveTo>
                <a:lnTo>
                  <a:pt x="6131080" y="29"/>
                </a:lnTo>
                <a:lnTo>
                  <a:pt x="6131080" y="11716"/>
                </a:lnTo>
                <a:lnTo>
                  <a:pt x="6177829" y="11687"/>
                </a:lnTo>
                <a:lnTo>
                  <a:pt x="6177801" y="0"/>
                </a:lnTo>
                <a:moveTo>
                  <a:pt x="6096019" y="58"/>
                </a:moveTo>
                <a:lnTo>
                  <a:pt x="6049299" y="85"/>
                </a:lnTo>
                <a:lnTo>
                  <a:pt x="6049299" y="11773"/>
                </a:lnTo>
                <a:lnTo>
                  <a:pt x="6096019" y="11745"/>
                </a:lnTo>
                <a:lnTo>
                  <a:pt x="6096019" y="58"/>
                </a:lnTo>
                <a:moveTo>
                  <a:pt x="6014237" y="85"/>
                </a:moveTo>
                <a:lnTo>
                  <a:pt x="5967489" y="114"/>
                </a:lnTo>
                <a:lnTo>
                  <a:pt x="5967517" y="11801"/>
                </a:lnTo>
                <a:lnTo>
                  <a:pt x="6014237" y="11773"/>
                </a:lnTo>
                <a:lnTo>
                  <a:pt x="6014237" y="85"/>
                </a:lnTo>
                <a:moveTo>
                  <a:pt x="5932456" y="143"/>
                </a:moveTo>
                <a:lnTo>
                  <a:pt x="5885707" y="172"/>
                </a:lnTo>
                <a:lnTo>
                  <a:pt x="5885735" y="11859"/>
                </a:lnTo>
                <a:lnTo>
                  <a:pt x="5932456" y="11830"/>
                </a:lnTo>
                <a:lnTo>
                  <a:pt x="5932456" y="143"/>
                </a:lnTo>
                <a:moveTo>
                  <a:pt x="5850674" y="172"/>
                </a:moveTo>
                <a:lnTo>
                  <a:pt x="5803926" y="200"/>
                </a:lnTo>
                <a:lnTo>
                  <a:pt x="5803926" y="11887"/>
                </a:lnTo>
                <a:lnTo>
                  <a:pt x="5850674" y="11859"/>
                </a:lnTo>
                <a:lnTo>
                  <a:pt x="5850674" y="172"/>
                </a:lnTo>
                <a:moveTo>
                  <a:pt x="5768892" y="228"/>
                </a:moveTo>
                <a:lnTo>
                  <a:pt x="5722143" y="257"/>
                </a:lnTo>
                <a:lnTo>
                  <a:pt x="5722143" y="11944"/>
                </a:lnTo>
                <a:lnTo>
                  <a:pt x="5768892" y="11916"/>
                </a:lnTo>
                <a:lnTo>
                  <a:pt x="5768892" y="228"/>
                </a:lnTo>
                <a:moveTo>
                  <a:pt x="5687082" y="257"/>
                </a:moveTo>
                <a:lnTo>
                  <a:pt x="5640362" y="286"/>
                </a:lnTo>
                <a:lnTo>
                  <a:pt x="5640362" y="11973"/>
                </a:lnTo>
                <a:lnTo>
                  <a:pt x="5687111" y="11944"/>
                </a:lnTo>
                <a:lnTo>
                  <a:pt x="5687082" y="257"/>
                </a:lnTo>
                <a:moveTo>
                  <a:pt x="5605300" y="314"/>
                </a:moveTo>
                <a:lnTo>
                  <a:pt x="5558580" y="343"/>
                </a:lnTo>
                <a:lnTo>
                  <a:pt x="5558580" y="12030"/>
                </a:lnTo>
                <a:lnTo>
                  <a:pt x="5605300" y="12002"/>
                </a:lnTo>
                <a:lnTo>
                  <a:pt x="5605300" y="314"/>
                </a:lnTo>
                <a:moveTo>
                  <a:pt x="5523519" y="343"/>
                </a:moveTo>
                <a:lnTo>
                  <a:pt x="5476798" y="371"/>
                </a:lnTo>
                <a:lnTo>
                  <a:pt x="5476798" y="12059"/>
                </a:lnTo>
                <a:lnTo>
                  <a:pt x="5523548" y="12030"/>
                </a:lnTo>
                <a:lnTo>
                  <a:pt x="5523519" y="343"/>
                </a:lnTo>
                <a:moveTo>
                  <a:pt x="5441737" y="400"/>
                </a:moveTo>
                <a:lnTo>
                  <a:pt x="5395017" y="429"/>
                </a:lnTo>
                <a:lnTo>
                  <a:pt x="5395017" y="12116"/>
                </a:lnTo>
                <a:lnTo>
                  <a:pt x="5441737" y="12087"/>
                </a:lnTo>
                <a:lnTo>
                  <a:pt x="5441737" y="400"/>
                </a:lnTo>
                <a:moveTo>
                  <a:pt x="5359956" y="429"/>
                </a:moveTo>
                <a:lnTo>
                  <a:pt x="5313207" y="486"/>
                </a:lnTo>
                <a:lnTo>
                  <a:pt x="5313236" y="12144"/>
                </a:lnTo>
                <a:lnTo>
                  <a:pt x="5359956" y="12144"/>
                </a:lnTo>
                <a:lnTo>
                  <a:pt x="5359956" y="429"/>
                </a:lnTo>
                <a:moveTo>
                  <a:pt x="5278174" y="486"/>
                </a:moveTo>
                <a:lnTo>
                  <a:pt x="5231425" y="515"/>
                </a:lnTo>
                <a:lnTo>
                  <a:pt x="5231425" y="12202"/>
                </a:lnTo>
                <a:lnTo>
                  <a:pt x="5278174" y="12173"/>
                </a:lnTo>
                <a:lnTo>
                  <a:pt x="5278174" y="486"/>
                </a:lnTo>
                <a:moveTo>
                  <a:pt x="5196392" y="543"/>
                </a:moveTo>
                <a:lnTo>
                  <a:pt x="5149644" y="571"/>
                </a:lnTo>
                <a:lnTo>
                  <a:pt x="5149644" y="12230"/>
                </a:lnTo>
                <a:lnTo>
                  <a:pt x="5196392" y="12230"/>
                </a:lnTo>
                <a:lnTo>
                  <a:pt x="5196392" y="543"/>
                </a:lnTo>
                <a:moveTo>
                  <a:pt x="5114582" y="571"/>
                </a:moveTo>
                <a:lnTo>
                  <a:pt x="5067862" y="600"/>
                </a:lnTo>
                <a:lnTo>
                  <a:pt x="5067862" y="12287"/>
                </a:lnTo>
                <a:lnTo>
                  <a:pt x="5114611" y="12258"/>
                </a:lnTo>
                <a:lnTo>
                  <a:pt x="5114582" y="571"/>
                </a:lnTo>
                <a:moveTo>
                  <a:pt x="5032829" y="629"/>
                </a:moveTo>
                <a:lnTo>
                  <a:pt x="4986080" y="658"/>
                </a:lnTo>
                <a:lnTo>
                  <a:pt x="4986080" y="12345"/>
                </a:lnTo>
                <a:lnTo>
                  <a:pt x="5032829" y="12316"/>
                </a:lnTo>
                <a:lnTo>
                  <a:pt x="5032829" y="629"/>
                </a:lnTo>
                <a:moveTo>
                  <a:pt x="4951019" y="658"/>
                </a:moveTo>
                <a:lnTo>
                  <a:pt x="4904299" y="685"/>
                </a:lnTo>
                <a:lnTo>
                  <a:pt x="4904299" y="12373"/>
                </a:lnTo>
                <a:lnTo>
                  <a:pt x="4951019" y="12345"/>
                </a:lnTo>
                <a:lnTo>
                  <a:pt x="4951019" y="658"/>
                </a:lnTo>
                <a:moveTo>
                  <a:pt x="4869237" y="714"/>
                </a:moveTo>
                <a:lnTo>
                  <a:pt x="4822517" y="743"/>
                </a:lnTo>
                <a:lnTo>
                  <a:pt x="4822517" y="12430"/>
                </a:lnTo>
                <a:lnTo>
                  <a:pt x="4869237" y="12401"/>
                </a:lnTo>
                <a:lnTo>
                  <a:pt x="4869237" y="714"/>
                </a:lnTo>
                <a:moveTo>
                  <a:pt x="4787455" y="743"/>
                </a:moveTo>
                <a:lnTo>
                  <a:pt x="4740707" y="772"/>
                </a:lnTo>
                <a:lnTo>
                  <a:pt x="4740735" y="12459"/>
                </a:lnTo>
                <a:lnTo>
                  <a:pt x="4787455" y="12430"/>
                </a:lnTo>
                <a:lnTo>
                  <a:pt x="4787455" y="743"/>
                </a:lnTo>
                <a:moveTo>
                  <a:pt x="4705674" y="801"/>
                </a:moveTo>
                <a:lnTo>
                  <a:pt x="4658925" y="828"/>
                </a:lnTo>
                <a:lnTo>
                  <a:pt x="4658954" y="12516"/>
                </a:lnTo>
                <a:lnTo>
                  <a:pt x="4705674" y="12488"/>
                </a:lnTo>
                <a:lnTo>
                  <a:pt x="4705674" y="801"/>
                </a:lnTo>
                <a:moveTo>
                  <a:pt x="4623892" y="828"/>
                </a:moveTo>
                <a:lnTo>
                  <a:pt x="4577144" y="857"/>
                </a:lnTo>
                <a:lnTo>
                  <a:pt x="4577144" y="12544"/>
                </a:lnTo>
                <a:lnTo>
                  <a:pt x="4623892" y="12516"/>
                </a:lnTo>
                <a:lnTo>
                  <a:pt x="4623892" y="828"/>
                </a:lnTo>
                <a:moveTo>
                  <a:pt x="4542110" y="886"/>
                </a:moveTo>
                <a:lnTo>
                  <a:pt x="4495362" y="915"/>
                </a:lnTo>
                <a:lnTo>
                  <a:pt x="4495362" y="12602"/>
                </a:lnTo>
                <a:lnTo>
                  <a:pt x="4542110" y="12573"/>
                </a:lnTo>
                <a:lnTo>
                  <a:pt x="4542110" y="886"/>
                </a:lnTo>
                <a:moveTo>
                  <a:pt x="4460300" y="915"/>
                </a:moveTo>
                <a:lnTo>
                  <a:pt x="4413580" y="943"/>
                </a:lnTo>
                <a:lnTo>
                  <a:pt x="4413580" y="12630"/>
                </a:lnTo>
                <a:lnTo>
                  <a:pt x="4460329" y="12602"/>
                </a:lnTo>
                <a:lnTo>
                  <a:pt x="4460300" y="915"/>
                </a:lnTo>
                <a:moveTo>
                  <a:pt x="4378519" y="971"/>
                </a:moveTo>
                <a:lnTo>
                  <a:pt x="4331799" y="1000"/>
                </a:lnTo>
                <a:lnTo>
                  <a:pt x="4331799" y="12687"/>
                </a:lnTo>
                <a:lnTo>
                  <a:pt x="4378519" y="12659"/>
                </a:lnTo>
                <a:lnTo>
                  <a:pt x="4378519" y="971"/>
                </a:lnTo>
                <a:moveTo>
                  <a:pt x="4296737" y="1029"/>
                </a:moveTo>
                <a:lnTo>
                  <a:pt x="4250017" y="1057"/>
                </a:lnTo>
                <a:lnTo>
                  <a:pt x="4250017" y="12716"/>
                </a:lnTo>
                <a:lnTo>
                  <a:pt x="4296737" y="12716"/>
                </a:lnTo>
                <a:lnTo>
                  <a:pt x="4296737" y="1029"/>
                </a:lnTo>
                <a:moveTo>
                  <a:pt x="4214955" y="1057"/>
                </a:moveTo>
                <a:lnTo>
                  <a:pt x="4168236" y="1086"/>
                </a:lnTo>
                <a:lnTo>
                  <a:pt x="4168236" y="12773"/>
                </a:lnTo>
                <a:lnTo>
                  <a:pt x="4214955" y="12745"/>
                </a:lnTo>
                <a:lnTo>
                  <a:pt x="4214955" y="1057"/>
                </a:lnTo>
                <a:moveTo>
                  <a:pt x="4133173" y="1114"/>
                </a:moveTo>
                <a:lnTo>
                  <a:pt x="4086425" y="1143"/>
                </a:lnTo>
                <a:lnTo>
                  <a:pt x="4086453" y="12802"/>
                </a:lnTo>
                <a:lnTo>
                  <a:pt x="4133173" y="12802"/>
                </a:lnTo>
                <a:lnTo>
                  <a:pt x="4133173" y="1114"/>
                </a:lnTo>
                <a:moveTo>
                  <a:pt x="4051392" y="1143"/>
                </a:moveTo>
                <a:lnTo>
                  <a:pt x="4004643" y="1171"/>
                </a:lnTo>
                <a:lnTo>
                  <a:pt x="4004643" y="12859"/>
                </a:lnTo>
                <a:lnTo>
                  <a:pt x="4051392" y="12830"/>
                </a:lnTo>
                <a:lnTo>
                  <a:pt x="4051392" y="1143"/>
                </a:lnTo>
                <a:moveTo>
                  <a:pt x="3969610" y="1200"/>
                </a:moveTo>
                <a:lnTo>
                  <a:pt x="3922862" y="1229"/>
                </a:lnTo>
                <a:lnTo>
                  <a:pt x="3922862" y="12887"/>
                </a:lnTo>
                <a:lnTo>
                  <a:pt x="3969610" y="12887"/>
                </a:lnTo>
                <a:lnTo>
                  <a:pt x="3969610" y="1200"/>
                </a:lnTo>
                <a:moveTo>
                  <a:pt x="3887800" y="1229"/>
                </a:moveTo>
                <a:lnTo>
                  <a:pt x="3841080" y="1257"/>
                </a:lnTo>
                <a:lnTo>
                  <a:pt x="3841080" y="12945"/>
                </a:lnTo>
                <a:lnTo>
                  <a:pt x="3887829" y="12916"/>
                </a:lnTo>
                <a:lnTo>
                  <a:pt x="3887800" y="1229"/>
                </a:lnTo>
                <a:moveTo>
                  <a:pt x="3806019" y="1286"/>
                </a:moveTo>
                <a:lnTo>
                  <a:pt x="3759299" y="1314"/>
                </a:lnTo>
                <a:lnTo>
                  <a:pt x="3759299" y="12973"/>
                </a:lnTo>
                <a:lnTo>
                  <a:pt x="3806047" y="12973"/>
                </a:lnTo>
                <a:lnTo>
                  <a:pt x="3806019" y="1286"/>
                </a:lnTo>
                <a:moveTo>
                  <a:pt x="3724237" y="1314"/>
                </a:moveTo>
                <a:lnTo>
                  <a:pt x="3677517" y="1343"/>
                </a:lnTo>
                <a:lnTo>
                  <a:pt x="3677517" y="13030"/>
                </a:lnTo>
                <a:lnTo>
                  <a:pt x="3724237" y="13001"/>
                </a:lnTo>
                <a:lnTo>
                  <a:pt x="3724237" y="1314"/>
                </a:lnTo>
                <a:moveTo>
                  <a:pt x="3642455" y="1372"/>
                </a:moveTo>
                <a:lnTo>
                  <a:pt x="3595735" y="1400"/>
                </a:lnTo>
                <a:lnTo>
                  <a:pt x="3595735" y="13088"/>
                </a:lnTo>
                <a:lnTo>
                  <a:pt x="3642455" y="13059"/>
                </a:lnTo>
                <a:lnTo>
                  <a:pt x="3642455" y="1372"/>
                </a:lnTo>
                <a:moveTo>
                  <a:pt x="3560674" y="1400"/>
                </a:moveTo>
                <a:lnTo>
                  <a:pt x="3513925" y="1428"/>
                </a:lnTo>
                <a:lnTo>
                  <a:pt x="3513954" y="13116"/>
                </a:lnTo>
                <a:lnTo>
                  <a:pt x="3560674" y="13088"/>
                </a:lnTo>
                <a:lnTo>
                  <a:pt x="3560674" y="1400"/>
                </a:lnTo>
                <a:moveTo>
                  <a:pt x="3478892" y="1457"/>
                </a:moveTo>
                <a:lnTo>
                  <a:pt x="3432143" y="1486"/>
                </a:lnTo>
                <a:lnTo>
                  <a:pt x="3432172" y="13173"/>
                </a:lnTo>
                <a:lnTo>
                  <a:pt x="3478892" y="13144"/>
                </a:lnTo>
                <a:lnTo>
                  <a:pt x="3478892" y="1457"/>
                </a:lnTo>
                <a:moveTo>
                  <a:pt x="3397110" y="1486"/>
                </a:moveTo>
                <a:lnTo>
                  <a:pt x="3350362" y="1515"/>
                </a:lnTo>
                <a:lnTo>
                  <a:pt x="3350362" y="13202"/>
                </a:lnTo>
                <a:lnTo>
                  <a:pt x="3397110" y="13173"/>
                </a:lnTo>
                <a:lnTo>
                  <a:pt x="3397110" y="1486"/>
                </a:lnTo>
                <a:moveTo>
                  <a:pt x="3315328" y="1543"/>
                </a:moveTo>
                <a:lnTo>
                  <a:pt x="3268580" y="1571"/>
                </a:lnTo>
                <a:lnTo>
                  <a:pt x="3268580" y="13258"/>
                </a:lnTo>
                <a:lnTo>
                  <a:pt x="3315328" y="13231"/>
                </a:lnTo>
                <a:lnTo>
                  <a:pt x="3315328" y="1543"/>
                </a:lnTo>
                <a:moveTo>
                  <a:pt x="3233518" y="1600"/>
                </a:moveTo>
                <a:lnTo>
                  <a:pt x="3186798" y="1600"/>
                </a:lnTo>
                <a:lnTo>
                  <a:pt x="3186798" y="13287"/>
                </a:lnTo>
                <a:lnTo>
                  <a:pt x="3233547" y="13258"/>
                </a:lnTo>
                <a:lnTo>
                  <a:pt x="3233518" y="1600"/>
                </a:lnTo>
                <a:moveTo>
                  <a:pt x="3151737" y="1629"/>
                </a:moveTo>
                <a:lnTo>
                  <a:pt x="3105017" y="1658"/>
                </a:lnTo>
                <a:lnTo>
                  <a:pt x="3105017" y="13345"/>
                </a:lnTo>
                <a:lnTo>
                  <a:pt x="3151737" y="13316"/>
                </a:lnTo>
                <a:lnTo>
                  <a:pt x="3151737" y="1629"/>
                </a:lnTo>
                <a:moveTo>
                  <a:pt x="3069955" y="1686"/>
                </a:moveTo>
                <a:lnTo>
                  <a:pt x="3023235" y="1686"/>
                </a:lnTo>
                <a:lnTo>
                  <a:pt x="3023235" y="13373"/>
                </a:lnTo>
                <a:lnTo>
                  <a:pt x="3069955" y="13373"/>
                </a:lnTo>
                <a:lnTo>
                  <a:pt x="3069955" y="1686"/>
                </a:lnTo>
                <a:moveTo>
                  <a:pt x="2988173" y="1714"/>
                </a:moveTo>
                <a:lnTo>
                  <a:pt x="2941425" y="1743"/>
                </a:lnTo>
                <a:lnTo>
                  <a:pt x="2941453" y="13430"/>
                </a:lnTo>
                <a:lnTo>
                  <a:pt x="2988173" y="13402"/>
                </a:lnTo>
                <a:lnTo>
                  <a:pt x="2988173" y="1714"/>
                </a:lnTo>
                <a:moveTo>
                  <a:pt x="2906392" y="1772"/>
                </a:moveTo>
                <a:lnTo>
                  <a:pt x="2859643" y="1800"/>
                </a:lnTo>
                <a:lnTo>
                  <a:pt x="2859672" y="13459"/>
                </a:lnTo>
                <a:lnTo>
                  <a:pt x="2906392" y="13459"/>
                </a:lnTo>
                <a:lnTo>
                  <a:pt x="2906392" y="1772"/>
                </a:lnTo>
                <a:moveTo>
                  <a:pt x="2824610" y="1800"/>
                </a:moveTo>
                <a:lnTo>
                  <a:pt x="2777861" y="1829"/>
                </a:lnTo>
                <a:lnTo>
                  <a:pt x="2777861" y="13516"/>
                </a:lnTo>
                <a:lnTo>
                  <a:pt x="2824610" y="13487"/>
                </a:lnTo>
                <a:lnTo>
                  <a:pt x="2824610" y="1800"/>
                </a:lnTo>
                <a:moveTo>
                  <a:pt x="2742829" y="1857"/>
                </a:moveTo>
                <a:lnTo>
                  <a:pt x="2696080" y="1886"/>
                </a:lnTo>
                <a:lnTo>
                  <a:pt x="2696080" y="13545"/>
                </a:lnTo>
                <a:lnTo>
                  <a:pt x="2742829" y="13545"/>
                </a:lnTo>
                <a:lnTo>
                  <a:pt x="2742829" y="1857"/>
                </a:lnTo>
                <a:moveTo>
                  <a:pt x="2661019" y="1886"/>
                </a:moveTo>
                <a:lnTo>
                  <a:pt x="2614298" y="1914"/>
                </a:lnTo>
                <a:lnTo>
                  <a:pt x="2614298" y="13602"/>
                </a:lnTo>
                <a:lnTo>
                  <a:pt x="2661047" y="13573"/>
                </a:lnTo>
                <a:lnTo>
                  <a:pt x="2661019" y="1886"/>
                </a:lnTo>
                <a:moveTo>
                  <a:pt x="2579237" y="1943"/>
                </a:moveTo>
                <a:lnTo>
                  <a:pt x="2532516" y="1972"/>
                </a:lnTo>
                <a:lnTo>
                  <a:pt x="2532516" y="13630"/>
                </a:lnTo>
                <a:lnTo>
                  <a:pt x="2579265" y="13630"/>
                </a:lnTo>
                <a:lnTo>
                  <a:pt x="2579237" y="1943"/>
                </a:lnTo>
                <a:moveTo>
                  <a:pt x="2497455" y="1972"/>
                </a:moveTo>
                <a:lnTo>
                  <a:pt x="2450735" y="2000"/>
                </a:lnTo>
                <a:lnTo>
                  <a:pt x="2450735" y="13688"/>
                </a:lnTo>
                <a:lnTo>
                  <a:pt x="2497455" y="13659"/>
                </a:lnTo>
                <a:lnTo>
                  <a:pt x="2497455" y="1972"/>
                </a:lnTo>
                <a:moveTo>
                  <a:pt x="2415673" y="2029"/>
                </a:moveTo>
                <a:lnTo>
                  <a:pt x="2368953" y="2057"/>
                </a:lnTo>
                <a:lnTo>
                  <a:pt x="2368953" y="13744"/>
                </a:lnTo>
                <a:lnTo>
                  <a:pt x="2415673" y="13716"/>
                </a:lnTo>
                <a:lnTo>
                  <a:pt x="2415673" y="2029"/>
                </a:lnTo>
                <a:moveTo>
                  <a:pt x="2333892" y="2086"/>
                </a:moveTo>
                <a:lnTo>
                  <a:pt x="2287143" y="2086"/>
                </a:lnTo>
                <a:lnTo>
                  <a:pt x="2287172" y="13773"/>
                </a:lnTo>
                <a:lnTo>
                  <a:pt x="2333892" y="13744"/>
                </a:lnTo>
                <a:lnTo>
                  <a:pt x="2333892" y="2086"/>
                </a:lnTo>
                <a:moveTo>
                  <a:pt x="2252110" y="2115"/>
                </a:moveTo>
                <a:lnTo>
                  <a:pt x="2205361" y="2143"/>
                </a:lnTo>
                <a:lnTo>
                  <a:pt x="2205361" y="13831"/>
                </a:lnTo>
                <a:lnTo>
                  <a:pt x="2252110" y="13802"/>
                </a:lnTo>
                <a:lnTo>
                  <a:pt x="2252110" y="2115"/>
                </a:lnTo>
                <a:moveTo>
                  <a:pt x="2170328" y="2171"/>
                </a:moveTo>
                <a:lnTo>
                  <a:pt x="2123580" y="2171"/>
                </a:lnTo>
                <a:lnTo>
                  <a:pt x="2123580" y="13858"/>
                </a:lnTo>
                <a:lnTo>
                  <a:pt x="2170328" y="13831"/>
                </a:lnTo>
                <a:lnTo>
                  <a:pt x="2170328" y="2171"/>
                </a:lnTo>
                <a:moveTo>
                  <a:pt x="2088518" y="2200"/>
                </a:moveTo>
                <a:lnTo>
                  <a:pt x="2041798" y="2229"/>
                </a:lnTo>
                <a:lnTo>
                  <a:pt x="2041798" y="13916"/>
                </a:lnTo>
                <a:lnTo>
                  <a:pt x="2088547" y="13887"/>
                </a:lnTo>
                <a:lnTo>
                  <a:pt x="2088518" y="2200"/>
                </a:lnTo>
                <a:moveTo>
                  <a:pt x="2006737" y="2258"/>
                </a:moveTo>
                <a:lnTo>
                  <a:pt x="1960016" y="2258"/>
                </a:lnTo>
                <a:lnTo>
                  <a:pt x="1960016" y="13945"/>
                </a:lnTo>
                <a:lnTo>
                  <a:pt x="2006765" y="13916"/>
                </a:lnTo>
                <a:lnTo>
                  <a:pt x="2006737" y="2258"/>
                </a:lnTo>
                <a:moveTo>
                  <a:pt x="1924955" y="2286"/>
                </a:moveTo>
                <a:lnTo>
                  <a:pt x="1878235" y="2314"/>
                </a:lnTo>
                <a:lnTo>
                  <a:pt x="1878235" y="14001"/>
                </a:lnTo>
                <a:lnTo>
                  <a:pt x="1924955" y="13974"/>
                </a:lnTo>
                <a:lnTo>
                  <a:pt x="1924955" y="2286"/>
                </a:lnTo>
                <a:moveTo>
                  <a:pt x="1843173" y="2343"/>
                </a:moveTo>
                <a:lnTo>
                  <a:pt x="1796453" y="2343"/>
                </a:lnTo>
                <a:lnTo>
                  <a:pt x="1796453" y="14030"/>
                </a:lnTo>
                <a:lnTo>
                  <a:pt x="1843173" y="14001"/>
                </a:lnTo>
                <a:lnTo>
                  <a:pt x="1843173" y="2343"/>
                </a:lnTo>
                <a:moveTo>
                  <a:pt x="1761392" y="2372"/>
                </a:moveTo>
                <a:lnTo>
                  <a:pt x="1714643" y="2401"/>
                </a:lnTo>
                <a:lnTo>
                  <a:pt x="1714671" y="14088"/>
                </a:lnTo>
                <a:lnTo>
                  <a:pt x="1761392" y="14059"/>
                </a:lnTo>
                <a:lnTo>
                  <a:pt x="1761392" y="2372"/>
                </a:lnTo>
                <a:moveTo>
                  <a:pt x="1679610" y="2429"/>
                </a:moveTo>
                <a:lnTo>
                  <a:pt x="1632861" y="2429"/>
                </a:lnTo>
                <a:lnTo>
                  <a:pt x="1632890" y="14116"/>
                </a:lnTo>
                <a:lnTo>
                  <a:pt x="1679610" y="14088"/>
                </a:lnTo>
                <a:lnTo>
                  <a:pt x="1679610" y="2429"/>
                </a:lnTo>
                <a:moveTo>
                  <a:pt x="1597828" y="2457"/>
                </a:moveTo>
                <a:lnTo>
                  <a:pt x="1551080" y="2486"/>
                </a:lnTo>
                <a:lnTo>
                  <a:pt x="1551080" y="14173"/>
                </a:lnTo>
                <a:lnTo>
                  <a:pt x="1597828" y="14144"/>
                </a:lnTo>
                <a:lnTo>
                  <a:pt x="1597828" y="2457"/>
                </a:lnTo>
                <a:moveTo>
                  <a:pt x="1516046" y="2515"/>
                </a:moveTo>
                <a:lnTo>
                  <a:pt x="1469298" y="2543"/>
                </a:lnTo>
                <a:lnTo>
                  <a:pt x="1469298" y="14202"/>
                </a:lnTo>
                <a:lnTo>
                  <a:pt x="1516046" y="14202"/>
                </a:lnTo>
                <a:lnTo>
                  <a:pt x="1516046" y="2515"/>
                </a:lnTo>
                <a:moveTo>
                  <a:pt x="1434236" y="2543"/>
                </a:moveTo>
                <a:lnTo>
                  <a:pt x="1387516" y="2572"/>
                </a:lnTo>
                <a:lnTo>
                  <a:pt x="1387516" y="14259"/>
                </a:lnTo>
                <a:lnTo>
                  <a:pt x="1434265" y="14230"/>
                </a:lnTo>
                <a:lnTo>
                  <a:pt x="1434236" y="2543"/>
                </a:lnTo>
                <a:moveTo>
                  <a:pt x="1352455" y="2600"/>
                </a:moveTo>
                <a:lnTo>
                  <a:pt x="1305734" y="2629"/>
                </a:lnTo>
                <a:lnTo>
                  <a:pt x="1305734" y="14316"/>
                </a:lnTo>
                <a:lnTo>
                  <a:pt x="1352455" y="14288"/>
                </a:lnTo>
                <a:lnTo>
                  <a:pt x="1352455" y="2600"/>
                </a:lnTo>
                <a:moveTo>
                  <a:pt x="1270673" y="2629"/>
                </a:moveTo>
                <a:lnTo>
                  <a:pt x="1223953" y="2657"/>
                </a:lnTo>
                <a:lnTo>
                  <a:pt x="1223953" y="14345"/>
                </a:lnTo>
                <a:lnTo>
                  <a:pt x="1270673" y="14316"/>
                </a:lnTo>
                <a:lnTo>
                  <a:pt x="1270673" y="2629"/>
                </a:lnTo>
                <a:moveTo>
                  <a:pt x="1188892" y="2686"/>
                </a:moveTo>
                <a:lnTo>
                  <a:pt x="1142171" y="2715"/>
                </a:lnTo>
                <a:lnTo>
                  <a:pt x="1142171" y="14402"/>
                </a:lnTo>
                <a:lnTo>
                  <a:pt x="1188892" y="14373"/>
                </a:lnTo>
                <a:lnTo>
                  <a:pt x="1188892" y="2686"/>
                </a:lnTo>
                <a:moveTo>
                  <a:pt x="1107110" y="2715"/>
                </a:moveTo>
                <a:lnTo>
                  <a:pt x="1060361" y="2743"/>
                </a:lnTo>
                <a:lnTo>
                  <a:pt x="1060389" y="14431"/>
                </a:lnTo>
                <a:lnTo>
                  <a:pt x="1107110" y="14402"/>
                </a:lnTo>
                <a:lnTo>
                  <a:pt x="1107110" y="2715"/>
                </a:lnTo>
                <a:moveTo>
                  <a:pt x="1025328" y="2771"/>
                </a:moveTo>
                <a:lnTo>
                  <a:pt x="978580" y="2800"/>
                </a:lnTo>
                <a:lnTo>
                  <a:pt x="978580" y="14487"/>
                </a:lnTo>
                <a:lnTo>
                  <a:pt x="1025328" y="14459"/>
                </a:lnTo>
                <a:lnTo>
                  <a:pt x="1025328" y="2771"/>
                </a:lnTo>
                <a:moveTo>
                  <a:pt x="943518" y="2800"/>
                </a:moveTo>
                <a:lnTo>
                  <a:pt x="896798" y="2829"/>
                </a:lnTo>
                <a:lnTo>
                  <a:pt x="896798" y="14516"/>
                </a:lnTo>
                <a:lnTo>
                  <a:pt x="943547" y="14487"/>
                </a:lnTo>
                <a:lnTo>
                  <a:pt x="943518" y="2800"/>
                </a:lnTo>
                <a:moveTo>
                  <a:pt x="861736" y="2858"/>
                </a:moveTo>
                <a:lnTo>
                  <a:pt x="815016" y="2886"/>
                </a:lnTo>
                <a:lnTo>
                  <a:pt x="815016" y="14574"/>
                </a:lnTo>
                <a:lnTo>
                  <a:pt x="861736" y="14545"/>
                </a:lnTo>
                <a:lnTo>
                  <a:pt x="861736" y="2858"/>
                </a:lnTo>
                <a:moveTo>
                  <a:pt x="779955" y="2914"/>
                </a:moveTo>
                <a:lnTo>
                  <a:pt x="733235" y="2914"/>
                </a:lnTo>
                <a:lnTo>
                  <a:pt x="733235" y="14601"/>
                </a:lnTo>
                <a:lnTo>
                  <a:pt x="779955" y="14574"/>
                </a:lnTo>
                <a:lnTo>
                  <a:pt x="779955" y="2914"/>
                </a:lnTo>
                <a:moveTo>
                  <a:pt x="698173" y="2943"/>
                </a:moveTo>
                <a:lnTo>
                  <a:pt x="651424" y="2972"/>
                </a:lnTo>
                <a:lnTo>
                  <a:pt x="651453" y="14659"/>
                </a:lnTo>
                <a:lnTo>
                  <a:pt x="698173" y="14630"/>
                </a:lnTo>
                <a:lnTo>
                  <a:pt x="698173" y="2943"/>
                </a:lnTo>
                <a:moveTo>
                  <a:pt x="616391" y="3001"/>
                </a:moveTo>
                <a:lnTo>
                  <a:pt x="569643" y="3001"/>
                </a:lnTo>
                <a:lnTo>
                  <a:pt x="569671" y="14688"/>
                </a:lnTo>
                <a:lnTo>
                  <a:pt x="616391" y="14659"/>
                </a:lnTo>
                <a:lnTo>
                  <a:pt x="616391" y="3001"/>
                </a:lnTo>
                <a:moveTo>
                  <a:pt x="534610" y="3029"/>
                </a:moveTo>
                <a:lnTo>
                  <a:pt x="487861" y="3057"/>
                </a:lnTo>
                <a:lnTo>
                  <a:pt x="487861" y="14744"/>
                </a:lnTo>
                <a:lnTo>
                  <a:pt x="534610" y="14717"/>
                </a:lnTo>
                <a:lnTo>
                  <a:pt x="534610" y="3029"/>
                </a:lnTo>
                <a:moveTo>
                  <a:pt x="452828" y="3086"/>
                </a:moveTo>
                <a:lnTo>
                  <a:pt x="406079" y="3115"/>
                </a:lnTo>
                <a:lnTo>
                  <a:pt x="406079" y="14802"/>
                </a:lnTo>
                <a:lnTo>
                  <a:pt x="452828" y="14773"/>
                </a:lnTo>
                <a:lnTo>
                  <a:pt x="452828" y="3086"/>
                </a:lnTo>
                <a:moveTo>
                  <a:pt x="371018" y="3115"/>
                </a:moveTo>
                <a:lnTo>
                  <a:pt x="324298" y="3143"/>
                </a:lnTo>
                <a:lnTo>
                  <a:pt x="324298" y="14831"/>
                </a:lnTo>
                <a:lnTo>
                  <a:pt x="371046" y="14802"/>
                </a:lnTo>
                <a:lnTo>
                  <a:pt x="371018" y="3115"/>
                </a:lnTo>
                <a:moveTo>
                  <a:pt x="289236" y="3172"/>
                </a:moveTo>
                <a:lnTo>
                  <a:pt x="242516" y="3200"/>
                </a:lnTo>
                <a:lnTo>
                  <a:pt x="242516" y="14887"/>
                </a:lnTo>
                <a:lnTo>
                  <a:pt x="289236" y="14859"/>
                </a:lnTo>
                <a:lnTo>
                  <a:pt x="289236" y="3172"/>
                </a:lnTo>
                <a:moveTo>
                  <a:pt x="207454" y="3200"/>
                </a:moveTo>
                <a:lnTo>
                  <a:pt x="160706" y="3229"/>
                </a:lnTo>
                <a:lnTo>
                  <a:pt x="160734" y="14916"/>
                </a:lnTo>
                <a:lnTo>
                  <a:pt x="207454" y="14887"/>
                </a:lnTo>
                <a:lnTo>
                  <a:pt x="207454" y="3200"/>
                </a:lnTo>
                <a:moveTo>
                  <a:pt x="125673" y="3258"/>
                </a:moveTo>
                <a:lnTo>
                  <a:pt x="78924" y="3286"/>
                </a:lnTo>
                <a:lnTo>
                  <a:pt x="78924" y="14973"/>
                </a:lnTo>
                <a:lnTo>
                  <a:pt x="125673" y="14945"/>
                </a:lnTo>
                <a:lnTo>
                  <a:pt x="125673" y="3258"/>
                </a:lnTo>
                <a:moveTo>
                  <a:pt x="43891" y="3286"/>
                </a:moveTo>
                <a:lnTo>
                  <a:pt x="0" y="3315"/>
                </a:lnTo>
                <a:lnTo>
                  <a:pt x="0" y="15002"/>
                </a:lnTo>
                <a:lnTo>
                  <a:pt x="43891" y="14973"/>
                </a:lnTo>
                <a:lnTo>
                  <a:pt x="43891" y="3286"/>
                </a:lnTo>
              </a:path>
            </a:pathLst>
          </a:custGeom>
          <a:solidFill xmlns:a="http://schemas.openxmlformats.org/drawingml/2006/main">
            <a:srgbClr val="231F20"/>
          </a:solidFill>
          <a:ln xmlns:a="http://schemas.openxmlformats.org/drawingml/2006/main" w="0">
            <a:noFill/>
            <a:prstDash val="solid"/>
          </a:ln>
        </p:spPr>
      </p:sp>
      <p:sp>
        <p:nvSpPr>
          <p:cNvPr id="44" name="pdf-path-47">
            <a:extLst xmlns:a="http://schemas.openxmlformats.org/drawingml/2006/main">
              <a:ext uri="{FF2B5EF4-FFF2-40B4-BE49-F238E27FC236}">
                <a16:creationId xmlns:a16="http://schemas.microsoft.com/office/drawing/2014/main" id="{690FBCB7-25C1-4A82-BFB5-C3167C275AFB}"/>
              </a:ext>
            </a:extLst>
          </p:cNvPr>
          <p:cNvSpPr>
            <a:spLocks xmlns:a="http://schemas.openxmlformats.org/drawingml/2006/main" noGrp="1"/>
          </p:cNvSpPr>
          <p:nvPr/>
        </p:nvSpPr>
        <p:spPr>
          <a:xfrm xmlns:a="http://schemas.openxmlformats.org/drawingml/2006/main" rot="0">
            <a:off x="96384" y="81496"/>
            <a:ext cx="5192963" cy="2683278"/>
          </a:xfrm>
          <a:custGeom xmlns:a="http://schemas.openxmlformats.org/drawingml/2006/main">
            <a:pathLst>
              <a:path w="5192963" h="2683278">
                <a:moveTo>
                  <a:pt x="4698844" y="2683278"/>
                </a:moveTo>
                <a:lnTo>
                  <a:pt x="435540" y="2683278"/>
                </a:lnTo>
                <a:cubicBezTo>
                  <a:pt x="315211" y="2683249"/>
                  <a:pt x="206426" y="2634558"/>
                  <a:pt x="127558" y="2555719"/>
                </a:cubicBezTo>
                <a:cubicBezTo>
                  <a:pt x="48720" y="2476824"/>
                  <a:pt x="0" y="2368067"/>
                  <a:pt x="0" y="2247738"/>
                </a:cubicBezTo>
                <a:lnTo>
                  <a:pt x="0" y="435540"/>
                </a:lnTo>
                <a:cubicBezTo>
                  <a:pt x="0" y="315211"/>
                  <a:pt x="48720" y="206426"/>
                  <a:pt x="127558" y="127559"/>
                </a:cubicBezTo>
                <a:cubicBezTo>
                  <a:pt x="206426" y="48720"/>
                  <a:pt x="315211" y="0"/>
                  <a:pt x="435540" y="0"/>
                </a:cubicBezTo>
                <a:lnTo>
                  <a:pt x="1238983" y="0"/>
                </a:lnTo>
                <a:lnTo>
                  <a:pt x="1238983" y="295037"/>
                </a:lnTo>
                <a:lnTo>
                  <a:pt x="5169675" y="295037"/>
                </a:lnTo>
                <a:cubicBezTo>
                  <a:pt x="5184962" y="339871"/>
                  <a:pt x="5192963" y="387277"/>
                  <a:pt x="5192963" y="435540"/>
                </a:cubicBezTo>
                <a:lnTo>
                  <a:pt x="5192963" y="1016898"/>
                </a:lnTo>
                <a:lnTo>
                  <a:pt x="4698044" y="1016898"/>
                </a:lnTo>
                <a:lnTo>
                  <a:pt x="4698044" y="985809"/>
                </a:lnTo>
                <a:lnTo>
                  <a:pt x="4709703" y="985809"/>
                </a:lnTo>
                <a:lnTo>
                  <a:pt x="4709703" y="892340"/>
                </a:lnTo>
                <a:lnTo>
                  <a:pt x="4698044" y="892340"/>
                </a:lnTo>
                <a:lnTo>
                  <a:pt x="4698044" y="822217"/>
                </a:lnTo>
                <a:lnTo>
                  <a:pt x="4709703" y="822217"/>
                </a:lnTo>
                <a:lnTo>
                  <a:pt x="4709703" y="728748"/>
                </a:lnTo>
                <a:lnTo>
                  <a:pt x="4698044" y="728748"/>
                </a:lnTo>
                <a:lnTo>
                  <a:pt x="4698044" y="658654"/>
                </a:lnTo>
                <a:lnTo>
                  <a:pt x="4709703" y="658654"/>
                </a:lnTo>
                <a:lnTo>
                  <a:pt x="4709703" y="595132"/>
                </a:lnTo>
                <a:cubicBezTo>
                  <a:pt x="4709703" y="584616"/>
                  <a:pt x="4709074" y="574158"/>
                  <a:pt x="4707788" y="563842"/>
                </a:cubicBezTo>
                <a:lnTo>
                  <a:pt x="4696216" y="565271"/>
                </a:lnTo>
                <a:cubicBezTo>
                  <a:pt x="4693330" y="541925"/>
                  <a:pt x="4687128" y="519236"/>
                  <a:pt x="4677842" y="497862"/>
                </a:cubicBezTo>
                <a:lnTo>
                  <a:pt x="4688557" y="493205"/>
                </a:lnTo>
                <a:cubicBezTo>
                  <a:pt x="4675870" y="464029"/>
                  <a:pt x="4657725" y="437169"/>
                  <a:pt x="4634779" y="414223"/>
                </a:cubicBezTo>
                <a:lnTo>
                  <a:pt x="4633493" y="412937"/>
                </a:lnTo>
                <a:lnTo>
                  <a:pt x="4625292" y="421253"/>
                </a:lnTo>
                <a:cubicBezTo>
                  <a:pt x="4618463" y="414537"/>
                  <a:pt x="4611291" y="408251"/>
                  <a:pt x="4603804" y="402422"/>
                </a:cubicBezTo>
                <a:lnTo>
                  <a:pt x="4603804" y="297580"/>
                </a:lnTo>
                <a:lnTo>
                  <a:pt x="2634329" y="297580"/>
                </a:lnTo>
                <a:lnTo>
                  <a:pt x="2634329" y="373818"/>
                </a:lnTo>
                <a:cubicBezTo>
                  <a:pt x="2628271" y="376647"/>
                  <a:pt x="2622356" y="379705"/>
                  <a:pt x="2616584" y="383019"/>
                </a:cubicBezTo>
                <a:lnTo>
                  <a:pt x="2610783" y="372875"/>
                </a:lnTo>
                <a:cubicBezTo>
                  <a:pt x="2582294" y="389163"/>
                  <a:pt x="2557262" y="410737"/>
                  <a:pt x="2537003" y="436312"/>
                </a:cubicBezTo>
                <a:lnTo>
                  <a:pt x="2546146" y="443570"/>
                </a:lnTo>
                <a:cubicBezTo>
                  <a:pt x="2531716" y="461772"/>
                  <a:pt x="2519829" y="482060"/>
                  <a:pt x="2511028" y="503949"/>
                </a:cubicBezTo>
                <a:lnTo>
                  <a:pt x="2500198" y="499577"/>
                </a:lnTo>
                <a:cubicBezTo>
                  <a:pt x="2488282" y="529095"/>
                  <a:pt x="2481738" y="561384"/>
                  <a:pt x="2481738" y="595132"/>
                </a:cubicBezTo>
                <a:lnTo>
                  <a:pt x="2481738" y="645566"/>
                </a:lnTo>
                <a:lnTo>
                  <a:pt x="2493426" y="645566"/>
                </a:lnTo>
                <a:lnTo>
                  <a:pt x="2493426" y="715661"/>
                </a:lnTo>
                <a:lnTo>
                  <a:pt x="2481738" y="715661"/>
                </a:lnTo>
                <a:lnTo>
                  <a:pt x="2481738" y="809158"/>
                </a:lnTo>
                <a:lnTo>
                  <a:pt x="2493426" y="809158"/>
                </a:lnTo>
                <a:lnTo>
                  <a:pt x="2493426" y="879253"/>
                </a:lnTo>
                <a:lnTo>
                  <a:pt x="2481738" y="879253"/>
                </a:lnTo>
                <a:lnTo>
                  <a:pt x="2481738" y="972722"/>
                </a:lnTo>
                <a:lnTo>
                  <a:pt x="2493426" y="972722"/>
                </a:lnTo>
                <a:lnTo>
                  <a:pt x="2493426" y="1016898"/>
                </a:lnTo>
                <a:lnTo>
                  <a:pt x="2127266" y="1016898"/>
                </a:lnTo>
                <a:lnTo>
                  <a:pt x="2127266" y="890940"/>
                </a:lnTo>
                <a:lnTo>
                  <a:pt x="2127666" y="890769"/>
                </a:lnTo>
                <a:lnTo>
                  <a:pt x="2129380" y="886654"/>
                </a:lnTo>
                <a:lnTo>
                  <a:pt x="2129380" y="486632"/>
                </a:lnTo>
                <a:lnTo>
                  <a:pt x="2127666" y="482517"/>
                </a:lnTo>
                <a:lnTo>
                  <a:pt x="2123551" y="480803"/>
                </a:lnTo>
                <a:lnTo>
                  <a:pt x="1373743" y="480803"/>
                </a:lnTo>
                <a:lnTo>
                  <a:pt x="1373000" y="481089"/>
                </a:lnTo>
                <a:lnTo>
                  <a:pt x="1370171" y="479917"/>
                </a:lnTo>
                <a:lnTo>
                  <a:pt x="994810" y="479917"/>
                </a:lnTo>
                <a:lnTo>
                  <a:pt x="994210" y="480174"/>
                </a:lnTo>
                <a:lnTo>
                  <a:pt x="993610" y="479917"/>
                </a:lnTo>
                <a:lnTo>
                  <a:pt x="618249" y="479917"/>
                </a:lnTo>
                <a:lnTo>
                  <a:pt x="614134" y="481632"/>
                </a:lnTo>
                <a:lnTo>
                  <a:pt x="612419" y="485775"/>
                </a:lnTo>
                <a:lnTo>
                  <a:pt x="612419" y="1284218"/>
                </a:lnTo>
                <a:lnTo>
                  <a:pt x="614134" y="1288361"/>
                </a:lnTo>
                <a:lnTo>
                  <a:pt x="618249" y="1290047"/>
                </a:lnTo>
                <a:lnTo>
                  <a:pt x="993610" y="1290047"/>
                </a:lnTo>
                <a:lnTo>
                  <a:pt x="997725" y="1288361"/>
                </a:lnTo>
                <a:lnTo>
                  <a:pt x="999439" y="1284218"/>
                </a:lnTo>
                <a:lnTo>
                  <a:pt x="1363970" y="1284218"/>
                </a:lnTo>
                <a:lnTo>
                  <a:pt x="1365399" y="1287647"/>
                </a:lnTo>
                <a:lnTo>
                  <a:pt x="1369542" y="1289361"/>
                </a:lnTo>
                <a:lnTo>
                  <a:pt x="1744875" y="1289361"/>
                </a:lnTo>
                <a:lnTo>
                  <a:pt x="1745475" y="1289133"/>
                </a:lnTo>
                <a:lnTo>
                  <a:pt x="1746075" y="1289361"/>
                </a:lnTo>
                <a:lnTo>
                  <a:pt x="2121408" y="1289361"/>
                </a:lnTo>
                <a:lnTo>
                  <a:pt x="2122322" y="1288990"/>
                </a:lnTo>
                <a:lnTo>
                  <a:pt x="2122322" y="1477985"/>
                </a:lnTo>
                <a:lnTo>
                  <a:pt x="2493426" y="1477985"/>
                </a:lnTo>
                <a:lnTo>
                  <a:pt x="2493426" y="1533535"/>
                </a:lnTo>
                <a:lnTo>
                  <a:pt x="2481738" y="1533535"/>
                </a:lnTo>
                <a:lnTo>
                  <a:pt x="2481738" y="1571768"/>
                </a:lnTo>
                <a:cubicBezTo>
                  <a:pt x="2481738" y="1591456"/>
                  <a:pt x="2483967" y="1610687"/>
                  <a:pt x="2488197" y="1629118"/>
                </a:cubicBezTo>
                <a:lnTo>
                  <a:pt x="2499598" y="1626518"/>
                </a:lnTo>
                <a:cubicBezTo>
                  <a:pt x="2504884" y="1649635"/>
                  <a:pt x="2513486" y="1671523"/>
                  <a:pt x="2524829" y="1691640"/>
                </a:cubicBezTo>
                <a:lnTo>
                  <a:pt x="2514657" y="1697384"/>
                </a:lnTo>
                <a:cubicBezTo>
                  <a:pt x="2530773" y="1725959"/>
                  <a:pt x="2552262" y="1751104"/>
                  <a:pt x="2577693" y="1771507"/>
                </a:cubicBezTo>
                <a:lnTo>
                  <a:pt x="2585009" y="1762392"/>
                </a:lnTo>
                <a:cubicBezTo>
                  <a:pt x="2603125" y="1776908"/>
                  <a:pt x="2623356" y="1788909"/>
                  <a:pt x="2645188" y="1797853"/>
                </a:cubicBezTo>
                <a:lnTo>
                  <a:pt x="2640758" y="1808655"/>
                </a:lnTo>
                <a:cubicBezTo>
                  <a:pt x="2670248" y="1820713"/>
                  <a:pt x="2702481" y="1827428"/>
                  <a:pt x="2736228" y="1827600"/>
                </a:cubicBezTo>
                <a:lnTo>
                  <a:pt x="2736285" y="1815913"/>
                </a:lnTo>
                <a:cubicBezTo>
                  <a:pt x="2736742" y="1815941"/>
                  <a:pt x="2737170" y="1815941"/>
                  <a:pt x="2737599" y="1815941"/>
                </a:cubicBezTo>
                <a:lnTo>
                  <a:pt x="2806408" y="1815941"/>
                </a:lnTo>
                <a:lnTo>
                  <a:pt x="2806408" y="1827600"/>
                </a:lnTo>
                <a:lnTo>
                  <a:pt x="2899848" y="1827600"/>
                </a:lnTo>
                <a:lnTo>
                  <a:pt x="2899848" y="1815941"/>
                </a:lnTo>
                <a:lnTo>
                  <a:pt x="2969971" y="1815941"/>
                </a:lnTo>
                <a:lnTo>
                  <a:pt x="2969971" y="1827600"/>
                </a:lnTo>
                <a:lnTo>
                  <a:pt x="3063440" y="1827600"/>
                </a:lnTo>
                <a:lnTo>
                  <a:pt x="3063440" y="1815941"/>
                </a:lnTo>
                <a:lnTo>
                  <a:pt x="3133534" y="1815941"/>
                </a:lnTo>
                <a:lnTo>
                  <a:pt x="3133534" y="1827600"/>
                </a:lnTo>
                <a:lnTo>
                  <a:pt x="3227003" y="1827600"/>
                </a:lnTo>
                <a:lnTo>
                  <a:pt x="3227003" y="1815941"/>
                </a:lnTo>
                <a:lnTo>
                  <a:pt x="3297097" y="1815941"/>
                </a:lnTo>
                <a:lnTo>
                  <a:pt x="3297097" y="1827600"/>
                </a:lnTo>
                <a:lnTo>
                  <a:pt x="3390567" y="1827600"/>
                </a:lnTo>
                <a:lnTo>
                  <a:pt x="3390567" y="1815941"/>
                </a:lnTo>
                <a:lnTo>
                  <a:pt x="3406397" y="1815941"/>
                </a:lnTo>
                <a:lnTo>
                  <a:pt x="3406626" y="2254253"/>
                </a:lnTo>
                <a:lnTo>
                  <a:pt x="2374983" y="2254253"/>
                </a:lnTo>
                <a:lnTo>
                  <a:pt x="2374983" y="2489397"/>
                </a:lnTo>
                <a:lnTo>
                  <a:pt x="4698844" y="2489397"/>
                </a:lnTo>
                <a:lnTo>
                  <a:pt x="4698844" y="2683278"/>
                </a:lnTo>
                <a:moveTo>
                  <a:pt x="845620" y="2511314"/>
                </a:moveTo>
                <a:lnTo>
                  <a:pt x="1896723" y="2511314"/>
                </a:lnTo>
                <a:lnTo>
                  <a:pt x="1896723" y="2117208"/>
                </a:lnTo>
                <a:lnTo>
                  <a:pt x="845620" y="2117208"/>
                </a:lnTo>
                <a:lnTo>
                  <a:pt x="845620" y="2511314"/>
                </a:lnTo>
                <a:moveTo>
                  <a:pt x="1363684" y="1632833"/>
                </a:moveTo>
                <a:lnTo>
                  <a:pt x="1363684" y="2032854"/>
                </a:lnTo>
                <a:lnTo>
                  <a:pt x="1365399" y="2036969"/>
                </a:lnTo>
                <a:lnTo>
                  <a:pt x="1369542" y="2038683"/>
                </a:lnTo>
                <a:lnTo>
                  <a:pt x="1744875" y="2038683"/>
                </a:lnTo>
                <a:lnTo>
                  <a:pt x="1749018" y="2036969"/>
                </a:lnTo>
                <a:lnTo>
                  <a:pt x="1750733" y="2032854"/>
                </a:lnTo>
                <a:lnTo>
                  <a:pt x="2121408" y="2032854"/>
                </a:lnTo>
                <a:lnTo>
                  <a:pt x="2121408" y="1632833"/>
                </a:lnTo>
                <a:lnTo>
                  <a:pt x="1750733" y="1632833"/>
                </a:lnTo>
                <a:lnTo>
                  <a:pt x="1749018" y="1628718"/>
                </a:lnTo>
                <a:lnTo>
                  <a:pt x="1744875" y="1627003"/>
                </a:lnTo>
                <a:lnTo>
                  <a:pt x="1369542" y="1627003"/>
                </a:lnTo>
                <a:lnTo>
                  <a:pt x="1365399" y="1628718"/>
                </a:lnTo>
                <a:lnTo>
                  <a:pt x="1363684" y="1632833"/>
                </a:lnTo>
                <a:moveTo>
                  <a:pt x="618249" y="1633547"/>
                </a:moveTo>
                <a:lnTo>
                  <a:pt x="618249" y="2033540"/>
                </a:lnTo>
                <a:lnTo>
                  <a:pt x="993610" y="2033540"/>
                </a:lnTo>
                <a:lnTo>
                  <a:pt x="993610" y="1633547"/>
                </a:lnTo>
                <a:lnTo>
                  <a:pt x="618249" y="1633547"/>
                </a:lnTo>
                <a:moveTo>
                  <a:pt x="5159931" y="2414444"/>
                </a:moveTo>
                <a:lnTo>
                  <a:pt x="5159931" y="1477985"/>
                </a:lnTo>
                <a:lnTo>
                  <a:pt x="5192963" y="1477985"/>
                </a:lnTo>
                <a:lnTo>
                  <a:pt x="5192963" y="2247738"/>
                </a:lnTo>
                <a:cubicBezTo>
                  <a:pt x="5192963" y="2306803"/>
                  <a:pt x="5181219" y="2363095"/>
                  <a:pt x="5159931" y="2414444"/>
                </a:cubicBezTo>
                <a:moveTo>
                  <a:pt x="4698844" y="2254253"/>
                </a:moveTo>
                <a:lnTo>
                  <a:pt x="3429971" y="2254253"/>
                </a:lnTo>
                <a:lnTo>
                  <a:pt x="3429771" y="1815941"/>
                </a:lnTo>
                <a:lnTo>
                  <a:pt x="3460689" y="1815941"/>
                </a:lnTo>
                <a:lnTo>
                  <a:pt x="3460689" y="1827600"/>
                </a:lnTo>
                <a:lnTo>
                  <a:pt x="3554158" y="1827600"/>
                </a:lnTo>
                <a:lnTo>
                  <a:pt x="3554158" y="1815941"/>
                </a:lnTo>
                <a:lnTo>
                  <a:pt x="3624253" y="1815941"/>
                </a:lnTo>
                <a:lnTo>
                  <a:pt x="3624253" y="1827600"/>
                </a:lnTo>
                <a:lnTo>
                  <a:pt x="3717721" y="1827600"/>
                </a:lnTo>
                <a:lnTo>
                  <a:pt x="3717721" y="1815941"/>
                </a:lnTo>
                <a:lnTo>
                  <a:pt x="3787816" y="1815941"/>
                </a:lnTo>
                <a:lnTo>
                  <a:pt x="3787816" y="1827600"/>
                </a:lnTo>
                <a:lnTo>
                  <a:pt x="3881285" y="1827600"/>
                </a:lnTo>
                <a:lnTo>
                  <a:pt x="3881285" y="1815941"/>
                </a:lnTo>
                <a:lnTo>
                  <a:pt x="3951379" y="1815941"/>
                </a:lnTo>
                <a:lnTo>
                  <a:pt x="3951379" y="1827600"/>
                </a:lnTo>
                <a:lnTo>
                  <a:pt x="4044848" y="1827600"/>
                </a:lnTo>
                <a:lnTo>
                  <a:pt x="4044848" y="1815941"/>
                </a:lnTo>
                <a:lnTo>
                  <a:pt x="4114971" y="1815941"/>
                </a:lnTo>
                <a:lnTo>
                  <a:pt x="4114971" y="1827600"/>
                </a:lnTo>
                <a:lnTo>
                  <a:pt x="4208440" y="1827600"/>
                </a:lnTo>
                <a:lnTo>
                  <a:pt x="4208440" y="1815941"/>
                </a:lnTo>
                <a:lnTo>
                  <a:pt x="4278535" y="1815941"/>
                </a:lnTo>
                <a:lnTo>
                  <a:pt x="4278535" y="1827600"/>
                </a:lnTo>
                <a:lnTo>
                  <a:pt x="4372003" y="1827600"/>
                </a:lnTo>
                <a:lnTo>
                  <a:pt x="4372003" y="1815941"/>
                </a:lnTo>
                <a:lnTo>
                  <a:pt x="4442098" y="1815941"/>
                </a:lnTo>
                <a:lnTo>
                  <a:pt x="4442098" y="1827600"/>
                </a:lnTo>
                <a:lnTo>
                  <a:pt x="4453871" y="1827600"/>
                </a:lnTo>
                <a:cubicBezTo>
                  <a:pt x="4483274" y="1827600"/>
                  <a:pt x="4511564" y="1822656"/>
                  <a:pt x="4537881" y="1813512"/>
                </a:cubicBezTo>
                <a:lnTo>
                  <a:pt x="4534052" y="1802454"/>
                </a:lnTo>
                <a:cubicBezTo>
                  <a:pt x="4556369" y="1794710"/>
                  <a:pt x="4577200" y="1783823"/>
                  <a:pt x="4596031" y="1770307"/>
                </a:cubicBezTo>
                <a:lnTo>
                  <a:pt x="4602861" y="1779794"/>
                </a:lnTo>
                <a:cubicBezTo>
                  <a:pt x="4629407" y="1760763"/>
                  <a:pt x="4652153" y="1736731"/>
                  <a:pt x="4669755" y="1709128"/>
                </a:cubicBezTo>
                <a:lnTo>
                  <a:pt x="4659896" y="1702841"/>
                </a:lnTo>
                <a:cubicBezTo>
                  <a:pt x="4672355" y="1683325"/>
                  <a:pt x="4682099" y="1661922"/>
                  <a:pt x="4688614" y="1639176"/>
                </a:cubicBezTo>
                <a:lnTo>
                  <a:pt x="4698844" y="1642091"/>
                </a:lnTo>
                <a:lnTo>
                  <a:pt x="4698844" y="2254253"/>
                </a:lnTo>
                <a:moveTo>
                  <a:pt x="4698844" y="1546622"/>
                </a:moveTo>
                <a:lnTo>
                  <a:pt x="4698044" y="1546622"/>
                </a:lnTo>
                <a:lnTo>
                  <a:pt x="4698044" y="1477985"/>
                </a:lnTo>
                <a:lnTo>
                  <a:pt x="4698844" y="1477985"/>
                </a:lnTo>
                <a:lnTo>
                  <a:pt x="4698844" y="1546622"/>
                </a:lnTo>
              </a:path>
            </a:pathLst>
          </a:custGeom>
          <a:solidFill xmlns:a="http://schemas.openxmlformats.org/drawingml/2006/main">
            <a:srgbClr val="FFFFFF"/>
          </a:solidFill>
          <a:ln xmlns:a="http://schemas.openxmlformats.org/drawingml/2006/main" w="0">
            <a:noFill/>
            <a:prstDash val="solid"/>
          </a:ln>
        </p:spPr>
      </p:sp>
      <p:sp>
        <p:nvSpPr>
          <p:cNvPr id="45" name="pdf-path-48">
            <a:extLst xmlns:a="http://schemas.openxmlformats.org/drawingml/2006/main">
              <a:ext uri="{FF2B5EF4-FFF2-40B4-BE49-F238E27FC236}">
                <a16:creationId xmlns:a16="http://schemas.microsoft.com/office/drawing/2014/main" id="{05EC00AD-31AE-4F71-8DCF-7BC87AB28F89}"/>
              </a:ext>
            </a:extLst>
          </p:cNvPr>
          <p:cNvSpPr>
            <a:spLocks xmlns:a="http://schemas.openxmlformats.org/drawingml/2006/main" noGrp="1"/>
          </p:cNvSpPr>
          <p:nvPr/>
        </p:nvSpPr>
        <p:spPr>
          <a:xfrm xmlns:a="http://schemas.openxmlformats.org/drawingml/2006/main" rot="0">
            <a:off x="61351" y="46434"/>
            <a:ext cx="5263086" cy="2753401"/>
          </a:xfrm>
          <a:custGeom xmlns:a="http://schemas.openxmlformats.org/drawingml/2006/main">
            <a:pathLst>
              <a:path w="5263086" h="2753401">
                <a:moveTo>
                  <a:pt x="17516" y="470602"/>
                </a:moveTo>
                <a:lnTo>
                  <a:pt x="35033" y="470602"/>
                </a:lnTo>
                <a:cubicBezTo>
                  <a:pt x="35061" y="350272"/>
                  <a:pt x="83753" y="241516"/>
                  <a:pt x="162592" y="162620"/>
                </a:cubicBezTo>
                <a:cubicBezTo>
                  <a:pt x="241487" y="83782"/>
                  <a:pt x="350244" y="35062"/>
                  <a:pt x="470573" y="35062"/>
                </a:cubicBezTo>
                <a:lnTo>
                  <a:pt x="4792484" y="35062"/>
                </a:lnTo>
                <a:cubicBezTo>
                  <a:pt x="4907985" y="35062"/>
                  <a:pt x="5018770" y="80953"/>
                  <a:pt x="5100466" y="162620"/>
                </a:cubicBezTo>
                <a:cubicBezTo>
                  <a:pt x="5182133" y="244316"/>
                  <a:pt x="5228025" y="355102"/>
                  <a:pt x="5228025" y="470602"/>
                </a:cubicBezTo>
                <a:lnTo>
                  <a:pt x="5228025" y="2282800"/>
                </a:lnTo>
                <a:cubicBezTo>
                  <a:pt x="5228025" y="2403129"/>
                  <a:pt x="5179304" y="2511886"/>
                  <a:pt x="5100466" y="2590781"/>
                </a:cubicBezTo>
                <a:cubicBezTo>
                  <a:pt x="5021599" y="2669619"/>
                  <a:pt x="4912814" y="2718311"/>
                  <a:pt x="4792484" y="2718340"/>
                </a:cubicBezTo>
                <a:lnTo>
                  <a:pt x="470573" y="2718340"/>
                </a:lnTo>
                <a:cubicBezTo>
                  <a:pt x="350244" y="2718311"/>
                  <a:pt x="241487" y="2669619"/>
                  <a:pt x="162592" y="2590781"/>
                </a:cubicBezTo>
                <a:cubicBezTo>
                  <a:pt x="83753" y="2511886"/>
                  <a:pt x="35061" y="2403129"/>
                  <a:pt x="35033" y="2282800"/>
                </a:cubicBezTo>
                <a:lnTo>
                  <a:pt x="35033" y="470602"/>
                </a:lnTo>
                <a:lnTo>
                  <a:pt x="0" y="470602"/>
                </a:lnTo>
                <a:lnTo>
                  <a:pt x="0" y="2282800"/>
                </a:lnTo>
                <a:cubicBezTo>
                  <a:pt x="0" y="2542689"/>
                  <a:pt x="210683" y="2753373"/>
                  <a:pt x="470573" y="2753401"/>
                </a:cubicBezTo>
                <a:lnTo>
                  <a:pt x="4792484" y="2753401"/>
                </a:lnTo>
                <a:cubicBezTo>
                  <a:pt x="5052374" y="2753373"/>
                  <a:pt x="5263058" y="2542689"/>
                  <a:pt x="5263086" y="2282800"/>
                </a:cubicBezTo>
                <a:lnTo>
                  <a:pt x="5263086" y="470602"/>
                </a:lnTo>
                <a:cubicBezTo>
                  <a:pt x="5263086" y="345786"/>
                  <a:pt x="5213480" y="226114"/>
                  <a:pt x="5125269" y="137846"/>
                </a:cubicBezTo>
                <a:lnTo>
                  <a:pt x="5125240" y="137846"/>
                </a:lnTo>
                <a:cubicBezTo>
                  <a:pt x="5037001" y="49606"/>
                  <a:pt x="4917300" y="0"/>
                  <a:pt x="4792484" y="0"/>
                </a:cubicBezTo>
                <a:lnTo>
                  <a:pt x="470573" y="0"/>
                </a:lnTo>
                <a:cubicBezTo>
                  <a:pt x="210683" y="29"/>
                  <a:pt x="0" y="210712"/>
                  <a:pt x="0" y="470602"/>
                </a:cubicBezTo>
                <a:lnTo>
                  <a:pt x="17516" y="470602"/>
                </a:lnTo>
              </a:path>
            </a:pathLst>
          </a:custGeom>
          <a:solidFill xmlns:a="http://schemas.openxmlformats.org/drawingml/2006/main">
            <a:srgbClr val="D7EAD2"/>
          </a:solidFill>
          <a:ln xmlns:a="http://schemas.openxmlformats.org/drawingml/2006/main" w="0">
            <a:noFill/>
            <a:prstDash val="solid"/>
          </a:ln>
        </p:spPr>
      </p:sp>
      <p:sp>
        <p:nvSpPr>
          <p:cNvPr id="46" name="pdf-path-49">
            <a:extLst xmlns:a="http://schemas.openxmlformats.org/drawingml/2006/main">
              <a:ext uri="{FF2B5EF4-FFF2-40B4-BE49-F238E27FC236}">
                <a16:creationId xmlns:a16="http://schemas.microsoft.com/office/drawing/2014/main" id="{D29EFEF0-8B3F-4B2F-B3F2-DAA1F155E2FD}"/>
              </a:ext>
            </a:extLst>
          </p:cNvPr>
          <p:cNvSpPr>
            <a:spLocks xmlns:a="http://schemas.openxmlformats.org/drawingml/2006/main" noGrp="1"/>
          </p:cNvSpPr>
          <p:nvPr/>
        </p:nvSpPr>
        <p:spPr>
          <a:xfrm xmlns:a="http://schemas.openxmlformats.org/drawingml/2006/main" rot="0">
            <a:off x="13244169" y="1259787"/>
            <a:ext cx="161191" cy="158591"/>
          </a:xfrm>
          <a:custGeom xmlns:a="http://schemas.openxmlformats.org/drawingml/2006/main">
            <a:pathLst>
              <a:path w="161191" h="158591">
                <a:moveTo>
                  <a:pt x="129531" y="158591"/>
                </a:moveTo>
                <a:lnTo>
                  <a:pt x="161191" y="128045"/>
                </a:lnTo>
                <a:lnTo>
                  <a:pt x="31662" y="0"/>
                </a:lnTo>
                <a:lnTo>
                  <a:pt x="0" y="30547"/>
                </a:lnTo>
                <a:lnTo>
                  <a:pt x="129531" y="158591"/>
                </a:lnTo>
              </a:path>
            </a:pathLst>
          </a:custGeom>
          <a:solidFill xmlns:a="http://schemas.openxmlformats.org/drawingml/2006/main">
            <a:srgbClr val="231F20"/>
          </a:solidFill>
          <a:ln xmlns:a="http://schemas.openxmlformats.org/drawingml/2006/main" w="0">
            <a:noFill/>
            <a:prstDash val="solid"/>
          </a:ln>
        </p:spPr>
      </p:sp>
      <p:sp>
        <p:nvSpPr>
          <p:cNvPr id="47" name="pdf-path-50">
            <a:extLst xmlns:a="http://schemas.openxmlformats.org/drawingml/2006/main">
              <a:ext uri="{FF2B5EF4-FFF2-40B4-BE49-F238E27FC236}">
                <a16:creationId xmlns:a16="http://schemas.microsoft.com/office/drawing/2014/main" id="{8AD09C76-C365-4320-B314-7EFE5FACDB68}"/>
              </a:ext>
            </a:extLst>
          </p:cNvPr>
          <p:cNvSpPr>
            <a:spLocks xmlns:a="http://schemas.openxmlformats.org/drawingml/2006/main" noGrp="1"/>
          </p:cNvSpPr>
          <p:nvPr/>
        </p:nvSpPr>
        <p:spPr>
          <a:xfrm xmlns:a="http://schemas.openxmlformats.org/drawingml/2006/main" rot="0">
            <a:off x="13368156" y="1361885"/>
            <a:ext cx="185481" cy="55178"/>
          </a:xfrm>
          <a:custGeom xmlns:a="http://schemas.openxmlformats.org/drawingml/2006/main">
            <a:pathLst>
              <a:path w="185481" h="55178">
                <a:moveTo>
                  <a:pt x="185481" y="44148"/>
                </a:moveTo>
                <a:lnTo>
                  <a:pt x="181423" y="0"/>
                </a:lnTo>
                <a:lnTo>
                  <a:pt x="0" y="11030"/>
                </a:lnTo>
                <a:lnTo>
                  <a:pt x="4058" y="55178"/>
                </a:lnTo>
                <a:lnTo>
                  <a:pt x="185481" y="44148"/>
                </a:lnTo>
              </a:path>
            </a:pathLst>
          </a:custGeom>
          <a:solidFill xmlns:a="http://schemas.openxmlformats.org/drawingml/2006/main">
            <a:srgbClr val="231F20"/>
          </a:solidFill>
          <a:ln xmlns:a="http://schemas.openxmlformats.org/drawingml/2006/main" w="0">
            <a:noFill/>
            <a:prstDash val="solid"/>
          </a:ln>
        </p:spPr>
      </p:sp>
      <p:sp>
        <p:nvSpPr>
          <p:cNvPr id="48" name="pdf-path-51">
            <a:extLst xmlns:a="http://schemas.openxmlformats.org/drawingml/2006/main">
              <a:ext uri="{FF2B5EF4-FFF2-40B4-BE49-F238E27FC236}">
                <a16:creationId xmlns:a16="http://schemas.microsoft.com/office/drawing/2014/main" id="{40075549-DBC2-4C0C-A9FD-E0A8DD63AE01}"/>
              </a:ext>
            </a:extLst>
          </p:cNvPr>
          <p:cNvSpPr>
            <a:spLocks xmlns:a="http://schemas.openxmlformats.org/drawingml/2006/main" noGrp="1"/>
          </p:cNvSpPr>
          <p:nvPr/>
        </p:nvSpPr>
        <p:spPr>
          <a:xfrm xmlns:a="http://schemas.openxmlformats.org/drawingml/2006/main" rot="0">
            <a:off x="12790942" y="1098024"/>
            <a:ext cx="212340" cy="416195"/>
          </a:xfrm>
          <a:custGeom xmlns:a="http://schemas.openxmlformats.org/drawingml/2006/main">
            <a:pathLst>
              <a:path w="212340" h="416195">
                <a:moveTo>
                  <a:pt x="103413" y="0"/>
                </a:moveTo>
                <a:lnTo>
                  <a:pt x="212340" y="388591"/>
                </a:lnTo>
                <a:lnTo>
                  <a:pt x="108927" y="416195"/>
                </a:lnTo>
                <a:lnTo>
                  <a:pt x="0" y="27604"/>
                </a:lnTo>
                <a:lnTo>
                  <a:pt x="103413" y="0"/>
                </a:lnTo>
              </a:path>
            </a:pathLst>
          </a:custGeom>
          <a:solidFill xmlns:a="http://schemas.openxmlformats.org/drawingml/2006/main">
            <a:srgbClr val="231F20"/>
          </a:solidFill>
          <a:ln xmlns:a="http://schemas.openxmlformats.org/drawingml/2006/main" w="0">
            <a:noFill/>
            <a:prstDash val="solid"/>
          </a:ln>
        </p:spPr>
      </p:sp>
      <p:sp>
        <p:nvSpPr>
          <p:cNvPr id="49" name="pdf-path-52">
            <a:extLst xmlns:a="http://schemas.openxmlformats.org/drawingml/2006/main">
              <a:ext uri="{FF2B5EF4-FFF2-40B4-BE49-F238E27FC236}">
                <a16:creationId xmlns:a16="http://schemas.microsoft.com/office/drawing/2014/main" id="{B36B5812-630E-4F21-BB02-20E84A0CB3C7}"/>
              </a:ext>
            </a:extLst>
          </p:cNvPr>
          <p:cNvSpPr>
            <a:spLocks xmlns:a="http://schemas.openxmlformats.org/drawingml/2006/main" noGrp="1"/>
          </p:cNvSpPr>
          <p:nvPr/>
        </p:nvSpPr>
        <p:spPr>
          <a:xfrm xmlns:a="http://schemas.openxmlformats.org/drawingml/2006/main" rot="0">
            <a:off x="12892783" y="1091164"/>
            <a:ext cx="425396" cy="197253"/>
          </a:xfrm>
          <a:custGeom xmlns:a="http://schemas.openxmlformats.org/drawingml/2006/main">
            <a:pathLst>
              <a:path w="425396" h="197253">
                <a:moveTo>
                  <a:pt x="25032" y="0"/>
                </a:moveTo>
                <a:lnTo>
                  <a:pt x="425396" y="95326"/>
                </a:lnTo>
                <a:lnTo>
                  <a:pt x="400365" y="197253"/>
                </a:lnTo>
                <a:lnTo>
                  <a:pt x="0" y="101927"/>
                </a:lnTo>
                <a:lnTo>
                  <a:pt x="25032" y="0"/>
                </a:lnTo>
              </a:path>
            </a:pathLst>
          </a:custGeom>
          <a:solidFill xmlns:a="http://schemas.openxmlformats.org/drawingml/2006/main">
            <a:srgbClr val="231F20"/>
          </a:solidFill>
          <a:ln xmlns:a="http://schemas.openxmlformats.org/drawingml/2006/main" w="0">
            <a:noFill/>
            <a:prstDash val="solid"/>
          </a:ln>
        </p:spPr>
      </p:sp>
      <p:sp>
        <p:nvSpPr>
          <p:cNvPr id="50" name="pdf-path-53">
            <a:extLst xmlns:a="http://schemas.openxmlformats.org/drawingml/2006/main">
              <a:ext uri="{FF2B5EF4-FFF2-40B4-BE49-F238E27FC236}">
                <a16:creationId xmlns:a16="http://schemas.microsoft.com/office/drawing/2014/main" id="{D97E16AF-C72D-42E5-9BD0-0BCAB37624DF}"/>
              </a:ext>
            </a:extLst>
          </p:cNvPr>
          <p:cNvSpPr>
            <a:spLocks xmlns:a="http://schemas.openxmlformats.org/drawingml/2006/main" noGrp="1"/>
          </p:cNvSpPr>
          <p:nvPr/>
        </p:nvSpPr>
        <p:spPr>
          <a:xfrm xmlns:a="http://schemas.openxmlformats.org/drawingml/2006/main" rot="0">
            <a:off x="12618120" y="778612"/>
            <a:ext cx="395935" cy="400736"/>
          </a:xfrm>
          <a:custGeom xmlns:a="http://schemas.openxmlformats.org/drawingml/2006/main">
            <a:pathLst>
              <a:path w="395935" h="400736">
                <a:moveTo>
                  <a:pt x="0" y="200368"/>
                </a:moveTo>
                <a:cubicBezTo>
                  <a:pt x="0" y="89697"/>
                  <a:pt x="88639" y="0"/>
                  <a:pt x="197968" y="0"/>
                </a:cubicBezTo>
                <a:cubicBezTo>
                  <a:pt x="250488" y="0"/>
                  <a:pt x="300837" y="21117"/>
                  <a:pt x="337956" y="58693"/>
                </a:cubicBezTo>
                <a:cubicBezTo>
                  <a:pt x="375104" y="96269"/>
                  <a:pt x="395935" y="147218"/>
                  <a:pt x="395935" y="200368"/>
                </a:cubicBezTo>
                <a:cubicBezTo>
                  <a:pt x="395935" y="311010"/>
                  <a:pt x="307323" y="400736"/>
                  <a:pt x="197968" y="400736"/>
                </a:cubicBezTo>
                <a:cubicBezTo>
                  <a:pt x="88639" y="400736"/>
                  <a:pt x="0" y="311010"/>
                  <a:pt x="0" y="200368"/>
                </a:cubicBezTo>
              </a:path>
            </a:pathLst>
          </a:custGeom>
          <a:solidFill xmlns:a="http://schemas.openxmlformats.org/drawingml/2006/main">
            <a:srgbClr val="FFFFFF"/>
          </a:solidFill>
          <a:ln xmlns:a="http://schemas.openxmlformats.org/drawingml/2006/main" w="0">
            <a:noFill/>
            <a:prstDash val="solid"/>
          </a:ln>
        </p:spPr>
      </p:sp>
      <p:sp>
        <p:nvSpPr>
          <p:cNvPr id="51" name="pdf-path-54">
            <a:extLst xmlns:a="http://schemas.openxmlformats.org/drawingml/2006/main">
              <a:ext uri="{FF2B5EF4-FFF2-40B4-BE49-F238E27FC236}">
                <a16:creationId xmlns:a16="http://schemas.microsoft.com/office/drawing/2014/main" id="{CE4FC892-756C-4A48-B745-D49A5F3B0D04}"/>
              </a:ext>
            </a:extLst>
          </p:cNvPr>
          <p:cNvSpPr>
            <a:spLocks xmlns:a="http://schemas.openxmlformats.org/drawingml/2006/main" noGrp="1"/>
          </p:cNvSpPr>
          <p:nvPr/>
        </p:nvSpPr>
        <p:spPr>
          <a:xfrm xmlns:a="http://schemas.openxmlformats.org/drawingml/2006/main" rot="0">
            <a:off x="12693244" y="859821"/>
            <a:ext cx="276349" cy="274520"/>
          </a:xfrm>
          <a:custGeom xmlns:a="http://schemas.openxmlformats.org/drawingml/2006/main">
            <a:pathLst>
              <a:path w="276349" h="274520">
                <a:moveTo>
                  <a:pt x="0" y="137274"/>
                </a:moveTo>
                <a:cubicBezTo>
                  <a:pt x="0" y="61465"/>
                  <a:pt x="61893" y="0"/>
                  <a:pt x="138189" y="0"/>
                </a:cubicBezTo>
                <a:cubicBezTo>
                  <a:pt x="174822" y="0"/>
                  <a:pt x="209969" y="14459"/>
                  <a:pt x="235887" y="40205"/>
                </a:cubicBezTo>
                <a:cubicBezTo>
                  <a:pt x="261804" y="65951"/>
                  <a:pt x="276349" y="100870"/>
                  <a:pt x="276349" y="137274"/>
                </a:cubicBezTo>
                <a:cubicBezTo>
                  <a:pt x="276349" y="213084"/>
                  <a:pt x="214512" y="274520"/>
                  <a:pt x="138189" y="274520"/>
                </a:cubicBezTo>
                <a:cubicBezTo>
                  <a:pt x="61893" y="274520"/>
                  <a:pt x="0" y="213084"/>
                  <a:pt x="0" y="137274"/>
                </a:cubicBezTo>
              </a:path>
            </a:pathLst>
          </a:custGeom>
          <a:solidFill xmlns:a="http://schemas.openxmlformats.org/drawingml/2006/main">
            <a:srgbClr val="231F20"/>
          </a:solidFill>
          <a:ln xmlns:a="http://schemas.openxmlformats.org/drawingml/2006/main" w="0">
            <a:noFill/>
            <a:prstDash val="solid"/>
          </a:ln>
        </p:spPr>
      </p:sp>
      <p:sp>
        <p:nvSpPr>
          <p:cNvPr id="52" name="pdf-path-56">
            <a:extLst xmlns:a="http://schemas.openxmlformats.org/drawingml/2006/main">
              <a:ext uri="{FF2B5EF4-FFF2-40B4-BE49-F238E27FC236}">
                <a16:creationId xmlns:a16="http://schemas.microsoft.com/office/drawing/2014/main" id="{D80D4DD8-4B09-4C69-A62E-00AF8B1ADBC1}"/>
              </a:ext>
            </a:extLst>
          </p:cNvPr>
          <p:cNvSpPr>
            <a:spLocks xmlns:a="http://schemas.openxmlformats.org/drawingml/2006/main" noGrp="1"/>
          </p:cNvSpPr>
          <p:nvPr/>
        </p:nvSpPr>
        <p:spPr>
          <a:xfrm xmlns:a="http://schemas.openxmlformats.org/drawingml/2006/main" rot="0">
            <a:off x="1933499" y="3358476"/>
            <a:ext cx="1093565" cy="894112"/>
          </a:xfrm>
          <a:custGeom xmlns:a="http://schemas.openxmlformats.org/drawingml/2006/main">
            <a:pathLst>
              <a:path w="1093565" h="894112">
                <a:moveTo>
                  <a:pt x="5829" y="888282"/>
                </a:moveTo>
                <a:lnTo>
                  <a:pt x="5829" y="894112"/>
                </a:lnTo>
                <a:lnTo>
                  <a:pt x="447056" y="894112"/>
                </a:lnTo>
                <a:lnTo>
                  <a:pt x="451171" y="892426"/>
                </a:lnTo>
                <a:lnTo>
                  <a:pt x="452885" y="888282"/>
                </a:lnTo>
                <a:lnTo>
                  <a:pt x="452885" y="452914"/>
                </a:lnTo>
                <a:lnTo>
                  <a:pt x="1087736" y="452914"/>
                </a:lnTo>
                <a:lnTo>
                  <a:pt x="1091851" y="451199"/>
                </a:lnTo>
                <a:lnTo>
                  <a:pt x="1093565" y="447084"/>
                </a:lnTo>
                <a:lnTo>
                  <a:pt x="1093565" y="5858"/>
                </a:lnTo>
                <a:lnTo>
                  <a:pt x="1091851" y="1714"/>
                </a:lnTo>
                <a:lnTo>
                  <a:pt x="1087736" y="0"/>
                </a:lnTo>
                <a:lnTo>
                  <a:pt x="5829" y="0"/>
                </a:lnTo>
                <a:lnTo>
                  <a:pt x="1715" y="1714"/>
                </a:lnTo>
                <a:lnTo>
                  <a:pt x="0" y="5858"/>
                </a:lnTo>
                <a:lnTo>
                  <a:pt x="0" y="888282"/>
                </a:lnTo>
                <a:lnTo>
                  <a:pt x="1715" y="892426"/>
                </a:lnTo>
                <a:lnTo>
                  <a:pt x="5829" y="894112"/>
                </a:lnTo>
                <a:lnTo>
                  <a:pt x="5829" y="888282"/>
                </a:lnTo>
                <a:lnTo>
                  <a:pt x="11687" y="888282"/>
                </a:lnTo>
                <a:lnTo>
                  <a:pt x="11687" y="11687"/>
                </a:lnTo>
                <a:lnTo>
                  <a:pt x="1081878" y="11687"/>
                </a:lnTo>
                <a:lnTo>
                  <a:pt x="1081878" y="441226"/>
                </a:lnTo>
                <a:lnTo>
                  <a:pt x="447056" y="441226"/>
                </a:lnTo>
                <a:lnTo>
                  <a:pt x="442913" y="442941"/>
                </a:lnTo>
                <a:lnTo>
                  <a:pt x="441198" y="447084"/>
                </a:lnTo>
                <a:lnTo>
                  <a:pt x="441198" y="882453"/>
                </a:lnTo>
                <a:lnTo>
                  <a:pt x="5829" y="882453"/>
                </a:lnTo>
                <a:lnTo>
                  <a:pt x="5829" y="888282"/>
                </a:lnTo>
                <a:lnTo>
                  <a:pt x="11687" y="888282"/>
                </a:lnTo>
                <a:lnTo>
                  <a:pt x="5829" y="888282"/>
                </a:lnTo>
              </a:path>
            </a:pathLst>
          </a:custGeom>
          <a:solidFill xmlns:a="http://schemas.openxmlformats.org/drawingml/2006/main">
            <a:srgbClr val="D9DADC"/>
          </a:solidFill>
          <a:ln xmlns:a="http://schemas.openxmlformats.org/drawingml/2006/main" w="0">
            <a:noFill/>
            <a:prstDash val="solid"/>
          </a:ln>
        </p:spPr>
      </p:sp>
      <p:sp>
        <p:nvSpPr>
          <p:cNvPr id="53" name="pdf-path-58">
            <a:extLst xmlns:a="http://schemas.openxmlformats.org/drawingml/2006/main">
              <a:ext uri="{FF2B5EF4-FFF2-40B4-BE49-F238E27FC236}">
                <a16:creationId xmlns:a16="http://schemas.microsoft.com/office/drawing/2014/main" id="{5BC532D5-2D93-40A3-A391-790AD6818BFC}"/>
              </a:ext>
            </a:extLst>
          </p:cNvPr>
          <p:cNvSpPr>
            <a:spLocks xmlns:a="http://schemas.openxmlformats.org/drawingml/2006/main" noGrp="1"/>
          </p:cNvSpPr>
          <p:nvPr/>
        </p:nvSpPr>
        <p:spPr>
          <a:xfrm xmlns:a="http://schemas.openxmlformats.org/drawingml/2006/main" rot="0">
            <a:off x="116300" y="3358649"/>
            <a:ext cx="1093565" cy="894112"/>
          </a:xfrm>
          <a:custGeom xmlns:a="http://schemas.openxmlformats.org/drawingml/2006/main">
            <a:pathLst>
              <a:path w="1093565" h="894112">
                <a:moveTo>
                  <a:pt x="5829" y="5829"/>
                </a:moveTo>
                <a:lnTo>
                  <a:pt x="5829" y="11687"/>
                </a:lnTo>
                <a:lnTo>
                  <a:pt x="441198" y="11687"/>
                </a:lnTo>
                <a:lnTo>
                  <a:pt x="441198" y="447056"/>
                </a:lnTo>
                <a:lnTo>
                  <a:pt x="442913" y="451171"/>
                </a:lnTo>
                <a:lnTo>
                  <a:pt x="447056" y="452885"/>
                </a:lnTo>
                <a:lnTo>
                  <a:pt x="1081878" y="452885"/>
                </a:lnTo>
                <a:lnTo>
                  <a:pt x="1081878" y="882424"/>
                </a:lnTo>
                <a:lnTo>
                  <a:pt x="11659" y="882424"/>
                </a:lnTo>
                <a:lnTo>
                  <a:pt x="11659" y="5829"/>
                </a:lnTo>
                <a:lnTo>
                  <a:pt x="5829" y="5829"/>
                </a:lnTo>
                <a:lnTo>
                  <a:pt x="5829" y="11687"/>
                </a:lnTo>
                <a:lnTo>
                  <a:pt x="5829" y="5829"/>
                </a:lnTo>
                <a:lnTo>
                  <a:pt x="0" y="5829"/>
                </a:lnTo>
                <a:lnTo>
                  <a:pt x="0" y="888254"/>
                </a:lnTo>
                <a:lnTo>
                  <a:pt x="1686" y="892397"/>
                </a:lnTo>
                <a:lnTo>
                  <a:pt x="5829" y="894112"/>
                </a:lnTo>
                <a:lnTo>
                  <a:pt x="1087707" y="894112"/>
                </a:lnTo>
                <a:lnTo>
                  <a:pt x="1091851" y="892397"/>
                </a:lnTo>
                <a:lnTo>
                  <a:pt x="1093565" y="888254"/>
                </a:lnTo>
                <a:lnTo>
                  <a:pt x="1093565" y="447056"/>
                </a:lnTo>
                <a:lnTo>
                  <a:pt x="1091851" y="442913"/>
                </a:lnTo>
                <a:lnTo>
                  <a:pt x="1087707" y="441198"/>
                </a:lnTo>
                <a:lnTo>
                  <a:pt x="452885" y="441198"/>
                </a:lnTo>
                <a:lnTo>
                  <a:pt x="452885" y="5829"/>
                </a:lnTo>
                <a:lnTo>
                  <a:pt x="451199" y="1714"/>
                </a:lnTo>
                <a:lnTo>
                  <a:pt x="447056" y="0"/>
                </a:lnTo>
                <a:lnTo>
                  <a:pt x="5829" y="0"/>
                </a:lnTo>
                <a:lnTo>
                  <a:pt x="1686" y="1714"/>
                </a:lnTo>
                <a:lnTo>
                  <a:pt x="0" y="5829"/>
                </a:lnTo>
                <a:lnTo>
                  <a:pt x="5829" y="5829"/>
                </a:lnTo>
              </a:path>
            </a:pathLst>
          </a:custGeom>
          <a:solidFill xmlns:a="http://schemas.openxmlformats.org/drawingml/2006/main">
            <a:srgbClr val="D9DADC"/>
          </a:solidFill>
          <a:ln xmlns:a="http://schemas.openxmlformats.org/drawingml/2006/main" w="0">
            <a:noFill/>
            <a:prstDash val="solid"/>
          </a:ln>
        </p:spPr>
      </p:sp>
      <p:sp>
        <p:nvSpPr>
          <p:cNvPr id="54" name="pdf-path-59">
            <a:extLst xmlns:a="http://schemas.openxmlformats.org/drawingml/2006/main">
              <a:ext uri="{FF2B5EF4-FFF2-40B4-BE49-F238E27FC236}">
                <a16:creationId xmlns:a16="http://schemas.microsoft.com/office/drawing/2014/main" id="{23A0B547-C5C1-406D-8F93-946535F9D293}"/>
              </a:ext>
            </a:extLst>
          </p:cNvPr>
          <p:cNvSpPr>
            <a:spLocks xmlns:a="http://schemas.openxmlformats.org/drawingml/2006/main" noGrp="1"/>
          </p:cNvSpPr>
          <p:nvPr/>
        </p:nvSpPr>
        <p:spPr>
          <a:xfrm xmlns:a="http://schemas.openxmlformats.org/drawingml/2006/main" rot="0">
            <a:off x="3064497" y="857079"/>
            <a:ext cx="602047" cy="898998"/>
          </a:xfrm>
          <a:custGeom xmlns:a="http://schemas.openxmlformats.org/drawingml/2006/main">
            <a:pathLst>
              <a:path w="602047" h="898998">
                <a:moveTo>
                  <a:pt x="0" y="0"/>
                </a:moveTo>
                <a:lnTo>
                  <a:pt x="602047" y="250831"/>
                </a:lnTo>
                <a:lnTo>
                  <a:pt x="602047" y="648167"/>
                </a:lnTo>
                <a:lnTo>
                  <a:pt x="0" y="898998"/>
                </a:lnTo>
                <a:lnTo>
                  <a:pt x="0" y="0"/>
                </a:lnTo>
              </a:path>
            </a:pathLst>
          </a:custGeom>
          <a:solidFill xmlns:a="http://schemas.openxmlformats.org/drawingml/2006/main">
            <a:srgbClr val="D7EAD2"/>
          </a:solidFill>
          <a:ln xmlns:a="http://schemas.openxmlformats.org/drawingml/2006/main" w="0">
            <a:noFill/>
            <a:prstDash val="solid"/>
          </a:ln>
        </p:spPr>
      </p:sp>
      <p:sp>
        <p:nvSpPr>
          <p:cNvPr id="55" name="pdf-path-60">
            <a:extLst xmlns:a="http://schemas.openxmlformats.org/drawingml/2006/main">
              <a:ext uri="{FF2B5EF4-FFF2-40B4-BE49-F238E27FC236}">
                <a16:creationId xmlns:a16="http://schemas.microsoft.com/office/drawing/2014/main" id="{465F43B6-CB9C-448E-9BC0-539379D94ABA}"/>
              </a:ext>
            </a:extLst>
          </p:cNvPr>
          <p:cNvSpPr>
            <a:spLocks xmlns:a="http://schemas.openxmlformats.org/drawingml/2006/main" noGrp="1"/>
          </p:cNvSpPr>
          <p:nvPr/>
        </p:nvSpPr>
        <p:spPr>
          <a:xfrm xmlns:a="http://schemas.openxmlformats.org/drawingml/2006/main" rot="0">
            <a:off x="3719608" y="853593"/>
            <a:ext cx="627050" cy="906742"/>
          </a:xfrm>
          <a:custGeom xmlns:a="http://schemas.openxmlformats.org/drawingml/2006/main">
            <a:pathLst>
              <a:path w="627050" h="906742">
                <a:moveTo>
                  <a:pt x="627050" y="0"/>
                </a:moveTo>
                <a:lnTo>
                  <a:pt x="0" y="261261"/>
                </a:lnTo>
                <a:lnTo>
                  <a:pt x="0" y="645481"/>
                </a:lnTo>
                <a:lnTo>
                  <a:pt x="627050" y="906742"/>
                </a:lnTo>
                <a:lnTo>
                  <a:pt x="627050" y="0"/>
                </a:lnTo>
              </a:path>
            </a:pathLst>
          </a:custGeom>
          <a:solidFill xmlns:a="http://schemas.openxmlformats.org/drawingml/2006/main">
            <a:srgbClr val="D7EAD2"/>
          </a:solidFill>
          <a:ln xmlns:a="http://schemas.openxmlformats.org/drawingml/2006/main" w="0">
            <a:noFill/>
            <a:prstDash val="solid"/>
          </a:ln>
        </p:spPr>
      </p:sp>
      <p:sp>
        <p:nvSpPr>
          <p:cNvPr id="56" name="pdf-path-61">
            <a:extLst xmlns:a="http://schemas.openxmlformats.org/drawingml/2006/main">
              <a:ext uri="{FF2B5EF4-FFF2-40B4-BE49-F238E27FC236}">
                <a16:creationId xmlns:a16="http://schemas.microsoft.com/office/drawing/2014/main" id="{8BC53D97-97AF-4CA3-8089-981FDF0CDC89}"/>
              </a:ext>
            </a:extLst>
          </p:cNvPr>
          <p:cNvSpPr>
            <a:spLocks xmlns:a="http://schemas.openxmlformats.org/drawingml/2006/main" noGrp="1"/>
          </p:cNvSpPr>
          <p:nvPr/>
        </p:nvSpPr>
        <p:spPr>
          <a:xfrm xmlns:a="http://schemas.openxmlformats.org/drawingml/2006/main" rot="0">
            <a:off x="2730712" y="379076"/>
            <a:ext cx="1969475" cy="104842"/>
          </a:xfrm>
          <a:custGeom xmlns:a="http://schemas.openxmlformats.org/drawingml/2006/main">
            <a:pathLst>
              <a:path w="1969475" h="104842">
                <a:moveTo>
                  <a:pt x="1969475" y="104842"/>
                </a:moveTo>
                <a:cubicBezTo>
                  <a:pt x="1958502" y="96298"/>
                  <a:pt x="1946872" y="88754"/>
                  <a:pt x="1934699" y="82267"/>
                </a:cubicBezTo>
                <a:lnTo>
                  <a:pt x="1940214" y="71952"/>
                </a:lnTo>
                <a:cubicBezTo>
                  <a:pt x="1911468" y="56578"/>
                  <a:pt x="1879921" y="46749"/>
                  <a:pt x="1847231" y="43205"/>
                </a:cubicBezTo>
                <a:lnTo>
                  <a:pt x="1845974" y="54835"/>
                </a:lnTo>
                <a:cubicBezTo>
                  <a:pt x="1837230" y="53864"/>
                  <a:pt x="1828429" y="53378"/>
                  <a:pt x="1819542" y="53378"/>
                </a:cubicBezTo>
                <a:lnTo>
                  <a:pt x="1775908" y="53378"/>
                </a:lnTo>
                <a:lnTo>
                  <a:pt x="1775908" y="41719"/>
                </a:lnTo>
                <a:lnTo>
                  <a:pt x="1682439" y="41719"/>
                </a:lnTo>
                <a:lnTo>
                  <a:pt x="1682439" y="53378"/>
                </a:lnTo>
                <a:lnTo>
                  <a:pt x="1612344" y="53378"/>
                </a:lnTo>
                <a:lnTo>
                  <a:pt x="1612344" y="41719"/>
                </a:lnTo>
                <a:lnTo>
                  <a:pt x="1518876" y="41719"/>
                </a:lnTo>
                <a:lnTo>
                  <a:pt x="1518876" y="53378"/>
                </a:lnTo>
                <a:lnTo>
                  <a:pt x="1448781" y="53378"/>
                </a:lnTo>
                <a:lnTo>
                  <a:pt x="1448781" y="41719"/>
                </a:lnTo>
                <a:lnTo>
                  <a:pt x="1355284" y="41719"/>
                </a:lnTo>
                <a:lnTo>
                  <a:pt x="1355284" y="53378"/>
                </a:lnTo>
                <a:lnTo>
                  <a:pt x="1285189" y="53378"/>
                </a:lnTo>
                <a:lnTo>
                  <a:pt x="1285189" y="41719"/>
                </a:lnTo>
                <a:lnTo>
                  <a:pt x="1191720" y="41719"/>
                </a:lnTo>
                <a:lnTo>
                  <a:pt x="1191720" y="53378"/>
                </a:lnTo>
                <a:lnTo>
                  <a:pt x="1121626" y="53378"/>
                </a:lnTo>
                <a:lnTo>
                  <a:pt x="1121626" y="41719"/>
                </a:lnTo>
                <a:lnTo>
                  <a:pt x="1028157" y="41719"/>
                </a:lnTo>
                <a:lnTo>
                  <a:pt x="1028157" y="53378"/>
                </a:lnTo>
                <a:lnTo>
                  <a:pt x="958063" y="53378"/>
                </a:lnTo>
                <a:lnTo>
                  <a:pt x="958063" y="41719"/>
                </a:lnTo>
                <a:lnTo>
                  <a:pt x="864594" y="41719"/>
                </a:lnTo>
                <a:lnTo>
                  <a:pt x="864594" y="53378"/>
                </a:lnTo>
                <a:lnTo>
                  <a:pt x="794499" y="53378"/>
                </a:lnTo>
                <a:lnTo>
                  <a:pt x="794499" y="41719"/>
                </a:lnTo>
                <a:lnTo>
                  <a:pt x="701031" y="41719"/>
                </a:lnTo>
                <a:lnTo>
                  <a:pt x="701031" y="53378"/>
                </a:lnTo>
                <a:lnTo>
                  <a:pt x="630908" y="53378"/>
                </a:lnTo>
                <a:lnTo>
                  <a:pt x="630908" y="41719"/>
                </a:lnTo>
                <a:lnTo>
                  <a:pt x="537439" y="41719"/>
                </a:lnTo>
                <a:lnTo>
                  <a:pt x="537439" y="53378"/>
                </a:lnTo>
                <a:lnTo>
                  <a:pt x="467344" y="53378"/>
                </a:lnTo>
                <a:lnTo>
                  <a:pt x="467344" y="41719"/>
                </a:lnTo>
                <a:lnTo>
                  <a:pt x="373875" y="41719"/>
                </a:lnTo>
                <a:lnTo>
                  <a:pt x="373875" y="53378"/>
                </a:lnTo>
                <a:lnTo>
                  <a:pt x="303781" y="53378"/>
                </a:lnTo>
                <a:lnTo>
                  <a:pt x="303781" y="41719"/>
                </a:lnTo>
                <a:lnTo>
                  <a:pt x="210312" y="41719"/>
                </a:lnTo>
                <a:lnTo>
                  <a:pt x="210312" y="53378"/>
                </a:lnTo>
                <a:lnTo>
                  <a:pt x="140189" y="53378"/>
                </a:lnTo>
                <a:lnTo>
                  <a:pt x="140189" y="41719"/>
                </a:lnTo>
                <a:lnTo>
                  <a:pt x="103270" y="41719"/>
                </a:lnTo>
                <a:cubicBezTo>
                  <a:pt x="83068" y="41719"/>
                  <a:pt x="63437" y="44034"/>
                  <a:pt x="44577" y="48463"/>
                </a:cubicBezTo>
                <a:lnTo>
                  <a:pt x="47235" y="59836"/>
                </a:lnTo>
                <a:cubicBezTo>
                  <a:pt x="30804" y="63694"/>
                  <a:pt x="15002" y="69237"/>
                  <a:pt x="0" y="76238"/>
                </a:cubicBezTo>
                <a:lnTo>
                  <a:pt x="0" y="0"/>
                </a:lnTo>
                <a:lnTo>
                  <a:pt x="1969475" y="0"/>
                </a:lnTo>
                <a:lnTo>
                  <a:pt x="1969475" y="104842"/>
                </a:lnTo>
              </a:path>
            </a:pathLst>
          </a:custGeom>
          <a:solidFill xmlns:a="http://schemas.openxmlformats.org/drawingml/2006/main">
            <a:srgbClr val="FFFFFF"/>
          </a:solidFill>
          <a:ln xmlns:a="http://schemas.openxmlformats.org/drawingml/2006/main" w="0">
            <a:noFill/>
            <a:prstDash val="solid"/>
          </a:ln>
        </p:spPr>
      </p:sp>
      <p:sp>
        <p:nvSpPr>
          <p:cNvPr id="57" name="pdf-path-63">
            <a:extLst xmlns:a="http://schemas.openxmlformats.org/drawingml/2006/main">
              <a:ext uri="{FF2B5EF4-FFF2-40B4-BE49-F238E27FC236}">
                <a16:creationId xmlns:a16="http://schemas.microsoft.com/office/drawing/2014/main" id="{6231C044-B54F-47D7-BBEA-BED624087C7E}"/>
              </a:ext>
            </a:extLst>
          </p:cNvPr>
          <p:cNvSpPr>
            <a:spLocks xmlns:a="http://schemas.openxmlformats.org/drawingml/2006/main" noGrp="1"/>
          </p:cNvSpPr>
          <p:nvPr/>
        </p:nvSpPr>
        <p:spPr>
          <a:xfrm xmlns:a="http://schemas.openxmlformats.org/drawingml/2006/main" rot="0">
            <a:off x="569214" y="3551501"/>
            <a:ext cx="265090" cy="96498"/>
          </a:xfrm>
          <a:custGeom xmlns:a="http://schemas.openxmlformats.org/drawingml/2006/main">
            <a:pathLst>
              <a:path w="265090" h="96498">
                <a:moveTo>
                  <a:pt x="39976" y="96498"/>
                </a:moveTo>
                <a:cubicBezTo>
                  <a:pt x="39919" y="96498"/>
                  <a:pt x="39891" y="96498"/>
                  <a:pt x="39834" y="96498"/>
                </a:cubicBezTo>
                <a:cubicBezTo>
                  <a:pt x="26260" y="96498"/>
                  <a:pt x="12945" y="96212"/>
                  <a:pt x="0" y="95698"/>
                </a:cubicBezTo>
                <a:lnTo>
                  <a:pt x="0" y="800"/>
                </a:lnTo>
                <a:cubicBezTo>
                  <a:pt x="12887" y="286"/>
                  <a:pt x="26175" y="0"/>
                  <a:pt x="39719" y="0"/>
                </a:cubicBezTo>
                <a:cubicBezTo>
                  <a:pt x="39748" y="0"/>
                  <a:pt x="39805" y="0"/>
                  <a:pt x="39834" y="0"/>
                </a:cubicBezTo>
                <a:cubicBezTo>
                  <a:pt x="103270" y="0"/>
                  <a:pt x="160734" y="6029"/>
                  <a:pt x="201940" y="15688"/>
                </a:cubicBezTo>
                <a:cubicBezTo>
                  <a:pt x="222514" y="20488"/>
                  <a:pt x="239030" y="26261"/>
                  <a:pt x="249946" y="32318"/>
                </a:cubicBezTo>
                <a:cubicBezTo>
                  <a:pt x="255403" y="35318"/>
                  <a:pt x="259432" y="38405"/>
                  <a:pt x="261861" y="41205"/>
                </a:cubicBezTo>
                <a:cubicBezTo>
                  <a:pt x="264290" y="44005"/>
                  <a:pt x="265090" y="46263"/>
                  <a:pt x="265090" y="48235"/>
                </a:cubicBezTo>
                <a:cubicBezTo>
                  <a:pt x="265090" y="50235"/>
                  <a:pt x="264290" y="52464"/>
                  <a:pt x="261861" y="55293"/>
                </a:cubicBezTo>
                <a:cubicBezTo>
                  <a:pt x="253375" y="65465"/>
                  <a:pt x="225143" y="76838"/>
                  <a:pt x="185738" y="84268"/>
                </a:cubicBezTo>
                <a:cubicBezTo>
                  <a:pt x="146304" y="91869"/>
                  <a:pt x="95441" y="96498"/>
                  <a:pt x="39976" y="96498"/>
                </a:cubicBezTo>
              </a:path>
            </a:pathLst>
          </a:custGeom>
          <a:solidFill xmlns:a="http://schemas.openxmlformats.org/drawingml/2006/main">
            <a:srgbClr val="FFFFFF"/>
          </a:solidFill>
          <a:ln xmlns:a="http://schemas.openxmlformats.org/drawingml/2006/main" w="0">
            <a:noFill/>
            <a:prstDash val="solid"/>
          </a:ln>
        </p:spPr>
      </p:sp>
      <p:sp>
        <p:nvSpPr>
          <p:cNvPr id="58" name="pdf-path-65">
            <a:extLst xmlns:a="http://schemas.openxmlformats.org/drawingml/2006/main">
              <a:ext uri="{FF2B5EF4-FFF2-40B4-BE49-F238E27FC236}">
                <a16:creationId xmlns:a16="http://schemas.microsoft.com/office/drawing/2014/main" id="{14475594-7A4C-4871-9471-42080C0CE62E}"/>
              </a:ext>
            </a:extLst>
          </p:cNvPr>
          <p:cNvSpPr>
            <a:spLocks xmlns:a="http://schemas.openxmlformats.org/drawingml/2006/main" noGrp="1"/>
          </p:cNvSpPr>
          <p:nvPr/>
        </p:nvSpPr>
        <p:spPr>
          <a:xfrm xmlns:a="http://schemas.openxmlformats.org/drawingml/2006/main" rot="0">
            <a:off x="557498" y="3552301"/>
            <a:ext cx="11687" cy="94898"/>
          </a:xfrm>
          <a:custGeom xmlns:a="http://schemas.openxmlformats.org/drawingml/2006/main">
            <a:pathLst>
              <a:path w="11687" h="94898">
                <a:moveTo>
                  <a:pt x="11687" y="94898"/>
                </a:moveTo>
                <a:cubicBezTo>
                  <a:pt x="7772" y="94726"/>
                  <a:pt x="3857" y="94555"/>
                  <a:pt x="0" y="94355"/>
                </a:cubicBezTo>
                <a:lnTo>
                  <a:pt x="0" y="543"/>
                </a:lnTo>
                <a:cubicBezTo>
                  <a:pt x="3857" y="343"/>
                  <a:pt x="7744" y="171"/>
                  <a:pt x="11687" y="0"/>
                </a:cubicBezTo>
                <a:lnTo>
                  <a:pt x="11687" y="94898"/>
                </a:lnTo>
              </a:path>
            </a:pathLst>
          </a:custGeom>
          <a:solidFill xmlns:a="http://schemas.openxmlformats.org/drawingml/2006/main">
            <a:srgbClr val="D9DADC"/>
          </a:solidFill>
          <a:ln xmlns:a="http://schemas.openxmlformats.org/drawingml/2006/main" w="0">
            <a:noFill/>
            <a:prstDash val="solid"/>
          </a:ln>
        </p:spPr>
      </p:sp>
      <p:sp>
        <p:nvSpPr>
          <p:cNvPr id="59" name="pdf-path-66">
            <a:extLst xmlns:a="http://schemas.openxmlformats.org/drawingml/2006/main">
              <a:ext uri="{FF2B5EF4-FFF2-40B4-BE49-F238E27FC236}">
                <a16:creationId xmlns:a16="http://schemas.microsoft.com/office/drawing/2014/main" id="{DE14FA96-C9DA-47A1-AF81-BFBBD7A9D0B5}"/>
              </a:ext>
            </a:extLst>
          </p:cNvPr>
          <p:cNvSpPr>
            <a:spLocks xmlns:a="http://schemas.openxmlformats.org/drawingml/2006/main" noGrp="1"/>
          </p:cNvSpPr>
          <p:nvPr/>
        </p:nvSpPr>
        <p:spPr>
          <a:xfrm xmlns:a="http://schemas.openxmlformats.org/drawingml/2006/main" rot="0">
            <a:off x="372104" y="3539813"/>
            <a:ext cx="473888" cy="119872"/>
          </a:xfrm>
          <a:custGeom xmlns:a="http://schemas.openxmlformats.org/drawingml/2006/main">
            <a:pathLst>
              <a:path w="473888" h="119872">
                <a:moveTo>
                  <a:pt x="5858" y="59922"/>
                </a:moveTo>
                <a:lnTo>
                  <a:pt x="11687" y="59922"/>
                </a:lnTo>
                <a:cubicBezTo>
                  <a:pt x="11687" y="57950"/>
                  <a:pt x="12516" y="55693"/>
                  <a:pt x="14945" y="52892"/>
                </a:cubicBezTo>
                <a:cubicBezTo>
                  <a:pt x="23431" y="42719"/>
                  <a:pt x="51664" y="31347"/>
                  <a:pt x="91069" y="23917"/>
                </a:cubicBezTo>
                <a:cubicBezTo>
                  <a:pt x="130531" y="16316"/>
                  <a:pt x="181451" y="11687"/>
                  <a:pt x="236944" y="11687"/>
                </a:cubicBezTo>
                <a:cubicBezTo>
                  <a:pt x="300380" y="11687"/>
                  <a:pt x="357845" y="17716"/>
                  <a:pt x="399021" y="27375"/>
                </a:cubicBezTo>
                <a:cubicBezTo>
                  <a:pt x="419624" y="32176"/>
                  <a:pt x="436140" y="37948"/>
                  <a:pt x="447056" y="44005"/>
                </a:cubicBezTo>
                <a:cubicBezTo>
                  <a:pt x="452514" y="47006"/>
                  <a:pt x="456543" y="50092"/>
                  <a:pt x="458943" y="52892"/>
                </a:cubicBezTo>
                <a:cubicBezTo>
                  <a:pt x="461401" y="55693"/>
                  <a:pt x="462201" y="57950"/>
                  <a:pt x="462201" y="59922"/>
                </a:cubicBezTo>
                <a:cubicBezTo>
                  <a:pt x="462201" y="61922"/>
                  <a:pt x="461401" y="64151"/>
                  <a:pt x="458943" y="66980"/>
                </a:cubicBezTo>
                <a:cubicBezTo>
                  <a:pt x="450485" y="77152"/>
                  <a:pt x="422253" y="88526"/>
                  <a:pt x="382848" y="95955"/>
                </a:cubicBezTo>
                <a:cubicBezTo>
                  <a:pt x="343386" y="103556"/>
                  <a:pt x="292465" y="108185"/>
                  <a:pt x="236944" y="108185"/>
                </a:cubicBezTo>
                <a:cubicBezTo>
                  <a:pt x="173507" y="108185"/>
                  <a:pt x="116072" y="102156"/>
                  <a:pt x="74867" y="92497"/>
                </a:cubicBezTo>
                <a:cubicBezTo>
                  <a:pt x="54293" y="87697"/>
                  <a:pt x="37748" y="81925"/>
                  <a:pt x="26832" y="75867"/>
                </a:cubicBezTo>
                <a:cubicBezTo>
                  <a:pt x="21374" y="72866"/>
                  <a:pt x="17374" y="69780"/>
                  <a:pt x="14945" y="66980"/>
                </a:cubicBezTo>
                <a:cubicBezTo>
                  <a:pt x="12516" y="64151"/>
                  <a:pt x="11687" y="61922"/>
                  <a:pt x="11687" y="59922"/>
                </a:cubicBezTo>
                <a:lnTo>
                  <a:pt x="0" y="59922"/>
                </a:lnTo>
                <a:cubicBezTo>
                  <a:pt x="0" y="65408"/>
                  <a:pt x="2429" y="70466"/>
                  <a:pt x="6144" y="74667"/>
                </a:cubicBezTo>
                <a:cubicBezTo>
                  <a:pt x="19231" y="89154"/>
                  <a:pt x="48349" y="99384"/>
                  <a:pt x="88840" y="107414"/>
                </a:cubicBezTo>
                <a:cubicBezTo>
                  <a:pt x="129273" y="115214"/>
                  <a:pt x="180794" y="119872"/>
                  <a:pt x="236944" y="119872"/>
                </a:cubicBezTo>
                <a:cubicBezTo>
                  <a:pt x="301152" y="119872"/>
                  <a:pt x="359245" y="113785"/>
                  <a:pt x="401707" y="103870"/>
                </a:cubicBezTo>
                <a:cubicBezTo>
                  <a:pt x="422939" y="98898"/>
                  <a:pt x="440255" y="92983"/>
                  <a:pt x="452714" y="86096"/>
                </a:cubicBezTo>
                <a:cubicBezTo>
                  <a:pt x="458943" y="82639"/>
                  <a:pt x="464030" y="78924"/>
                  <a:pt x="467744" y="74667"/>
                </a:cubicBezTo>
                <a:cubicBezTo>
                  <a:pt x="471459" y="70466"/>
                  <a:pt x="473888" y="65408"/>
                  <a:pt x="473888" y="59922"/>
                </a:cubicBezTo>
                <a:cubicBezTo>
                  <a:pt x="473888" y="54464"/>
                  <a:pt x="471459" y="49406"/>
                  <a:pt x="467744" y="45206"/>
                </a:cubicBezTo>
                <a:cubicBezTo>
                  <a:pt x="454657" y="30718"/>
                  <a:pt x="425539" y="20488"/>
                  <a:pt x="385048" y="12459"/>
                </a:cubicBezTo>
                <a:cubicBezTo>
                  <a:pt x="344643" y="4658"/>
                  <a:pt x="293122" y="0"/>
                  <a:pt x="236944" y="0"/>
                </a:cubicBezTo>
                <a:cubicBezTo>
                  <a:pt x="172765" y="0"/>
                  <a:pt x="114643" y="6086"/>
                  <a:pt x="72209" y="16002"/>
                </a:cubicBezTo>
                <a:cubicBezTo>
                  <a:pt x="50978" y="20974"/>
                  <a:pt x="33661" y="26889"/>
                  <a:pt x="21174" y="33776"/>
                </a:cubicBezTo>
                <a:cubicBezTo>
                  <a:pt x="14945" y="37233"/>
                  <a:pt x="9887" y="40920"/>
                  <a:pt x="6144" y="45206"/>
                </a:cubicBezTo>
                <a:cubicBezTo>
                  <a:pt x="2429" y="49406"/>
                  <a:pt x="0" y="54464"/>
                  <a:pt x="0" y="59922"/>
                </a:cubicBezTo>
                <a:lnTo>
                  <a:pt x="5858" y="59922"/>
                </a:lnTo>
              </a:path>
            </a:pathLst>
          </a:custGeom>
          <a:solidFill xmlns:a="http://schemas.openxmlformats.org/drawingml/2006/main">
            <a:srgbClr val="ED1C24"/>
          </a:solidFill>
          <a:ln xmlns:a="http://schemas.openxmlformats.org/drawingml/2006/main" w="0">
            <a:noFill/>
            <a:prstDash val="solid"/>
          </a:ln>
        </p:spPr>
      </p:sp>
      <p:sp>
        <p:nvSpPr>
          <p:cNvPr id="60" name="pdf-path-68">
            <a:extLst xmlns:a="http://schemas.openxmlformats.org/drawingml/2006/main">
              <a:ext uri="{FF2B5EF4-FFF2-40B4-BE49-F238E27FC236}">
                <a16:creationId xmlns:a16="http://schemas.microsoft.com/office/drawing/2014/main" id="{04519F09-5DBA-42C1-8912-6028F35A62B3}"/>
              </a:ext>
            </a:extLst>
          </p:cNvPr>
          <p:cNvSpPr>
            <a:spLocks xmlns:a="http://schemas.openxmlformats.org/drawingml/2006/main" noGrp="1"/>
          </p:cNvSpPr>
          <p:nvPr/>
        </p:nvSpPr>
        <p:spPr>
          <a:xfrm xmlns:a="http://schemas.openxmlformats.org/drawingml/2006/main" rot="0">
            <a:off x="2161899" y="3539813"/>
            <a:ext cx="473888" cy="119872"/>
          </a:xfrm>
          <a:custGeom xmlns:a="http://schemas.openxmlformats.org/drawingml/2006/main">
            <a:pathLst>
              <a:path w="473888" h="119872">
                <a:moveTo>
                  <a:pt x="5858" y="59922"/>
                </a:moveTo>
                <a:lnTo>
                  <a:pt x="11687" y="59922"/>
                </a:lnTo>
                <a:cubicBezTo>
                  <a:pt x="11687" y="57950"/>
                  <a:pt x="12487" y="55693"/>
                  <a:pt x="14945" y="52892"/>
                </a:cubicBezTo>
                <a:cubicBezTo>
                  <a:pt x="23403" y="42719"/>
                  <a:pt x="51635" y="31347"/>
                  <a:pt x="91040" y="23917"/>
                </a:cubicBezTo>
                <a:cubicBezTo>
                  <a:pt x="130502" y="16316"/>
                  <a:pt x="181423" y="11687"/>
                  <a:pt x="236944" y="11687"/>
                </a:cubicBezTo>
                <a:cubicBezTo>
                  <a:pt x="300381" y="11687"/>
                  <a:pt x="357816" y="17716"/>
                  <a:pt x="399021" y="27375"/>
                </a:cubicBezTo>
                <a:cubicBezTo>
                  <a:pt x="419595" y="32176"/>
                  <a:pt x="436140" y="37948"/>
                  <a:pt x="447056" y="44005"/>
                </a:cubicBezTo>
                <a:cubicBezTo>
                  <a:pt x="452514" y="47006"/>
                  <a:pt x="456514" y="50092"/>
                  <a:pt x="458943" y="52892"/>
                </a:cubicBezTo>
                <a:cubicBezTo>
                  <a:pt x="461401" y="55693"/>
                  <a:pt x="462201" y="57950"/>
                  <a:pt x="462201" y="59922"/>
                </a:cubicBezTo>
                <a:cubicBezTo>
                  <a:pt x="462201" y="61922"/>
                  <a:pt x="461401" y="64151"/>
                  <a:pt x="458943" y="66980"/>
                </a:cubicBezTo>
                <a:cubicBezTo>
                  <a:pt x="450485" y="77152"/>
                  <a:pt x="422224" y="88526"/>
                  <a:pt x="382819" y="95955"/>
                </a:cubicBezTo>
                <a:cubicBezTo>
                  <a:pt x="343357" y="103556"/>
                  <a:pt x="292465" y="108185"/>
                  <a:pt x="236944" y="108185"/>
                </a:cubicBezTo>
                <a:cubicBezTo>
                  <a:pt x="173508" y="108185"/>
                  <a:pt x="116043" y="102156"/>
                  <a:pt x="74866" y="92497"/>
                </a:cubicBezTo>
                <a:cubicBezTo>
                  <a:pt x="54264" y="87697"/>
                  <a:pt x="37748" y="81925"/>
                  <a:pt x="26832" y="75867"/>
                </a:cubicBezTo>
                <a:cubicBezTo>
                  <a:pt x="21374" y="72866"/>
                  <a:pt x="17345" y="69780"/>
                  <a:pt x="14945" y="66980"/>
                </a:cubicBezTo>
                <a:cubicBezTo>
                  <a:pt x="12487" y="64151"/>
                  <a:pt x="11687" y="61922"/>
                  <a:pt x="11687" y="59922"/>
                </a:cubicBezTo>
                <a:lnTo>
                  <a:pt x="0" y="59922"/>
                </a:lnTo>
                <a:cubicBezTo>
                  <a:pt x="0" y="65408"/>
                  <a:pt x="2429" y="70466"/>
                  <a:pt x="6144" y="74667"/>
                </a:cubicBezTo>
                <a:cubicBezTo>
                  <a:pt x="19231" y="89154"/>
                  <a:pt x="48349" y="99384"/>
                  <a:pt x="88840" y="107414"/>
                </a:cubicBezTo>
                <a:cubicBezTo>
                  <a:pt x="129245" y="115214"/>
                  <a:pt x="180766" y="119872"/>
                  <a:pt x="236944" y="119872"/>
                </a:cubicBezTo>
                <a:cubicBezTo>
                  <a:pt x="301124" y="119872"/>
                  <a:pt x="359245" y="113785"/>
                  <a:pt x="401679" y="103870"/>
                </a:cubicBezTo>
                <a:cubicBezTo>
                  <a:pt x="422910" y="98898"/>
                  <a:pt x="440227" y="92983"/>
                  <a:pt x="452714" y="86096"/>
                </a:cubicBezTo>
                <a:cubicBezTo>
                  <a:pt x="458943" y="82639"/>
                  <a:pt x="464001" y="78924"/>
                  <a:pt x="467744" y="74667"/>
                </a:cubicBezTo>
                <a:cubicBezTo>
                  <a:pt x="471459" y="70466"/>
                  <a:pt x="473888" y="65408"/>
                  <a:pt x="473888" y="59922"/>
                </a:cubicBezTo>
                <a:cubicBezTo>
                  <a:pt x="473888" y="54464"/>
                  <a:pt x="471459" y="49406"/>
                  <a:pt x="467744" y="45206"/>
                </a:cubicBezTo>
                <a:cubicBezTo>
                  <a:pt x="454657" y="30718"/>
                  <a:pt x="425539" y="20488"/>
                  <a:pt x="385048" y="12459"/>
                </a:cubicBezTo>
                <a:cubicBezTo>
                  <a:pt x="344614" y="4658"/>
                  <a:pt x="293094" y="0"/>
                  <a:pt x="236944" y="0"/>
                </a:cubicBezTo>
                <a:cubicBezTo>
                  <a:pt x="172736" y="0"/>
                  <a:pt x="114643" y="6086"/>
                  <a:pt x="72209" y="16002"/>
                </a:cubicBezTo>
                <a:cubicBezTo>
                  <a:pt x="50949" y="20974"/>
                  <a:pt x="33633" y="26889"/>
                  <a:pt x="21174" y="33776"/>
                </a:cubicBezTo>
                <a:cubicBezTo>
                  <a:pt x="14945" y="37233"/>
                  <a:pt x="9858" y="40920"/>
                  <a:pt x="6144" y="45206"/>
                </a:cubicBezTo>
                <a:cubicBezTo>
                  <a:pt x="2429" y="49406"/>
                  <a:pt x="0" y="54464"/>
                  <a:pt x="0" y="59922"/>
                </a:cubicBezTo>
                <a:lnTo>
                  <a:pt x="5858" y="59922"/>
                </a:lnTo>
              </a:path>
            </a:pathLst>
          </a:custGeom>
          <a:solidFill xmlns:a="http://schemas.openxmlformats.org/drawingml/2006/main">
            <a:srgbClr val="ED1C24"/>
          </a:solidFill>
          <a:ln xmlns:a="http://schemas.openxmlformats.org/drawingml/2006/main" w="0">
            <a:noFill/>
            <a:prstDash val="solid"/>
          </a:ln>
        </p:spPr>
      </p:sp>
      <p:sp>
        <p:nvSpPr>
          <p:cNvPr id="61" name="pdf-path-69">
            <a:extLst xmlns:a="http://schemas.openxmlformats.org/drawingml/2006/main">
              <a:ext uri="{FF2B5EF4-FFF2-40B4-BE49-F238E27FC236}">
                <a16:creationId xmlns:a16="http://schemas.microsoft.com/office/drawing/2014/main" id="{0F9BBA65-6346-4881-AFCE-2FFE294AB65F}"/>
              </a:ext>
            </a:extLst>
          </p:cNvPr>
          <p:cNvSpPr>
            <a:spLocks xmlns:a="http://schemas.openxmlformats.org/drawingml/2006/main" noGrp="1"/>
          </p:cNvSpPr>
          <p:nvPr/>
        </p:nvSpPr>
        <p:spPr>
          <a:xfrm xmlns:a="http://schemas.openxmlformats.org/drawingml/2006/main" rot="0">
            <a:off x="3984927" y="3648514"/>
            <a:ext cx="371" cy="194653"/>
          </a:xfrm>
          <a:custGeom xmlns:a="http://schemas.openxmlformats.org/drawingml/2006/main">
            <a:pathLst>
              <a:path w="371" h="194653">
                <a:moveTo>
                  <a:pt x="0" y="194653"/>
                </a:moveTo>
                <a:lnTo>
                  <a:pt x="371" y="0"/>
                </a:lnTo>
                <a:lnTo>
                  <a:pt x="0" y="194653"/>
                </a:lnTo>
              </a:path>
            </a:pathLst>
          </a:custGeom>
          <a:solidFill xmlns:a="http://schemas.openxmlformats.org/drawingml/2006/main">
            <a:srgbClr val="FFFFFF"/>
          </a:solidFill>
          <a:ln xmlns:a="http://schemas.openxmlformats.org/drawingml/2006/main" w="0">
            <a:noFill/>
            <a:prstDash val="solid"/>
          </a:ln>
        </p:spPr>
      </p:sp>
      <p:sp>
        <p:nvSpPr>
          <p:cNvPr id="62" name="pdf-path-70">
            <a:extLst xmlns:a="http://schemas.openxmlformats.org/drawingml/2006/main">
              <a:ext uri="{FF2B5EF4-FFF2-40B4-BE49-F238E27FC236}">
                <a16:creationId xmlns:a16="http://schemas.microsoft.com/office/drawing/2014/main" id="{DC28319D-6C64-4369-8B52-EC374FEEC128}"/>
              </a:ext>
            </a:extLst>
          </p:cNvPr>
          <p:cNvSpPr>
            <a:spLocks xmlns:a="http://schemas.openxmlformats.org/drawingml/2006/main" noGrp="1"/>
          </p:cNvSpPr>
          <p:nvPr/>
        </p:nvSpPr>
        <p:spPr>
          <a:xfrm xmlns:a="http://schemas.openxmlformats.org/drawingml/2006/main" rot="0">
            <a:off x="3985070" y="3648513"/>
            <a:ext cx="228" cy="124558"/>
          </a:xfrm>
          <a:custGeom xmlns:a="http://schemas.openxmlformats.org/drawingml/2006/main">
            <a:pathLst>
              <a:path w="228" h="124558">
                <a:moveTo>
                  <a:pt x="228" y="0"/>
                </a:moveTo>
                <a:lnTo>
                  <a:pt x="0" y="124558"/>
                </a:lnTo>
              </a:path>
            </a:pathLst>
          </a:custGeom>
          <a:noFill xmlns:a="http://schemas.openxmlformats.org/drawingml/2006/main"/>
          <a:ln xmlns:a="http://schemas.openxmlformats.org/drawingml/2006/main" w="11687">
            <a:solidFill>
              <a:srgbClr val="E05E5F"/>
            </a:solidFill>
            <a:prstDash val="solid"/>
          </a:ln>
        </p:spPr>
      </p:sp>
      <p:sp>
        <p:nvSpPr>
          <p:cNvPr id="63" name="pdf-path-71">
            <a:extLst xmlns:a="http://schemas.openxmlformats.org/drawingml/2006/main">
              <a:ext uri="{FF2B5EF4-FFF2-40B4-BE49-F238E27FC236}">
                <a16:creationId xmlns:a16="http://schemas.microsoft.com/office/drawing/2014/main" id="{92E53B1A-F685-4626-B54D-9DDCA9ACE66D}"/>
              </a:ext>
            </a:extLst>
          </p:cNvPr>
          <p:cNvSpPr>
            <a:spLocks xmlns:a="http://schemas.openxmlformats.org/drawingml/2006/main" noGrp="1"/>
          </p:cNvSpPr>
          <p:nvPr/>
        </p:nvSpPr>
        <p:spPr>
          <a:xfrm xmlns:a="http://schemas.openxmlformats.org/drawingml/2006/main" rot="0">
            <a:off x="3965781" y="3773042"/>
            <a:ext cx="38576" cy="53035"/>
          </a:xfrm>
          <a:custGeom xmlns:a="http://schemas.openxmlformats.org/drawingml/2006/main">
            <a:pathLst>
              <a:path w="38576" h="53035">
                <a:moveTo>
                  <a:pt x="0" y="0"/>
                </a:moveTo>
                <a:lnTo>
                  <a:pt x="19174" y="53035"/>
                </a:lnTo>
                <a:lnTo>
                  <a:pt x="38576" y="57"/>
                </a:lnTo>
              </a:path>
            </a:pathLst>
          </a:custGeom>
          <a:solidFill xmlns:a="http://schemas.openxmlformats.org/drawingml/2006/main">
            <a:srgbClr val="E05E5F"/>
          </a:solidFill>
          <a:ln xmlns:a="http://schemas.openxmlformats.org/drawingml/2006/main" w="0">
            <a:noFill/>
            <a:prstDash val="solid"/>
          </a:ln>
        </p:spPr>
      </p:sp>
      <p:sp>
        <p:nvSpPr>
          <p:cNvPr id="64" name="pdf-path-72">
            <a:extLst xmlns:a="http://schemas.openxmlformats.org/drawingml/2006/main">
              <a:ext uri="{FF2B5EF4-FFF2-40B4-BE49-F238E27FC236}">
                <a16:creationId xmlns:a16="http://schemas.microsoft.com/office/drawing/2014/main" id="{D6390A96-415D-48F9-B3EF-11E55F0E7A74}"/>
              </a:ext>
            </a:extLst>
          </p:cNvPr>
          <p:cNvSpPr>
            <a:spLocks xmlns:a="http://schemas.openxmlformats.org/drawingml/2006/main" noGrp="1"/>
          </p:cNvSpPr>
          <p:nvPr/>
        </p:nvSpPr>
        <p:spPr>
          <a:xfrm xmlns:a="http://schemas.openxmlformats.org/drawingml/2006/main" rot="0">
            <a:off x="3965781" y="3773042"/>
            <a:ext cx="38576" cy="53035"/>
          </a:xfrm>
          <a:custGeom xmlns:a="http://schemas.openxmlformats.org/drawingml/2006/main">
            <a:pathLst>
              <a:path w="38576" h="53035">
                <a:moveTo>
                  <a:pt x="0" y="0"/>
                </a:moveTo>
                <a:lnTo>
                  <a:pt x="19174" y="53035"/>
                </a:lnTo>
                <a:lnTo>
                  <a:pt x="38576" y="57"/>
                </a:lnTo>
                <a:lnTo>
                  <a:pt x="0" y="0"/>
                </a:lnTo>
              </a:path>
            </a:pathLst>
          </a:custGeom>
          <a:noFill xmlns:a="http://schemas.openxmlformats.org/drawingml/2006/main"/>
          <a:ln xmlns:a="http://schemas.openxmlformats.org/drawingml/2006/main" w="11687">
            <a:solidFill>
              <a:srgbClr val="E05E5F"/>
            </a:solidFill>
            <a:prstDash val="solid"/>
          </a:ln>
        </p:spPr>
      </p:sp>
      <p:sp>
        <p:nvSpPr>
          <p:cNvPr id="65" name="pdf-path-73">
            <a:extLst xmlns:a="http://schemas.openxmlformats.org/drawingml/2006/main">
              <a:ext uri="{FF2B5EF4-FFF2-40B4-BE49-F238E27FC236}">
                <a16:creationId xmlns:a16="http://schemas.microsoft.com/office/drawing/2014/main" id="{0FA93FCB-ED99-45CE-A945-AA90D7D9857D}"/>
              </a:ext>
            </a:extLst>
          </p:cNvPr>
          <p:cNvSpPr>
            <a:spLocks xmlns:a="http://schemas.openxmlformats.org/drawingml/2006/main" noGrp="1"/>
          </p:cNvSpPr>
          <p:nvPr/>
        </p:nvSpPr>
        <p:spPr>
          <a:xfrm xmlns:a="http://schemas.openxmlformats.org/drawingml/2006/main" rot="0">
            <a:off x="4172150" y="3616394"/>
            <a:ext cx="371" cy="194682"/>
          </a:xfrm>
          <a:custGeom xmlns:a="http://schemas.openxmlformats.org/drawingml/2006/main">
            <a:pathLst>
              <a:path w="371" h="194682">
                <a:moveTo>
                  <a:pt x="0" y="194682"/>
                </a:moveTo>
                <a:lnTo>
                  <a:pt x="371" y="0"/>
                </a:lnTo>
                <a:lnTo>
                  <a:pt x="0" y="194682"/>
                </a:lnTo>
              </a:path>
            </a:pathLst>
          </a:custGeom>
          <a:solidFill xmlns:a="http://schemas.openxmlformats.org/drawingml/2006/main">
            <a:srgbClr val="FFFFFF"/>
          </a:solidFill>
          <a:ln xmlns:a="http://schemas.openxmlformats.org/drawingml/2006/main" w="0">
            <a:noFill/>
            <a:prstDash val="solid"/>
          </a:ln>
        </p:spPr>
      </p:sp>
      <p:sp>
        <p:nvSpPr>
          <p:cNvPr id="66" name="pdf-path-74">
            <a:extLst xmlns:a="http://schemas.openxmlformats.org/drawingml/2006/main">
              <a:ext uri="{FF2B5EF4-FFF2-40B4-BE49-F238E27FC236}">
                <a16:creationId xmlns:a16="http://schemas.microsoft.com/office/drawing/2014/main" id="{67EA5F0C-6FEC-4688-8525-FFD9E3BC96DF}"/>
              </a:ext>
            </a:extLst>
          </p:cNvPr>
          <p:cNvSpPr>
            <a:spLocks xmlns:a="http://schemas.openxmlformats.org/drawingml/2006/main" noGrp="1"/>
          </p:cNvSpPr>
          <p:nvPr/>
        </p:nvSpPr>
        <p:spPr>
          <a:xfrm xmlns:a="http://schemas.openxmlformats.org/drawingml/2006/main" rot="0">
            <a:off x="4172264" y="3616394"/>
            <a:ext cx="257" cy="124558"/>
          </a:xfrm>
          <a:custGeom xmlns:a="http://schemas.openxmlformats.org/drawingml/2006/main">
            <a:pathLst>
              <a:path w="257" h="124558">
                <a:moveTo>
                  <a:pt x="257" y="0"/>
                </a:moveTo>
                <a:lnTo>
                  <a:pt x="0" y="124558"/>
                </a:lnTo>
              </a:path>
            </a:pathLst>
          </a:custGeom>
          <a:noFill xmlns:a="http://schemas.openxmlformats.org/drawingml/2006/main"/>
          <a:ln xmlns:a="http://schemas.openxmlformats.org/drawingml/2006/main" w="11687">
            <a:solidFill>
              <a:srgbClr val="E05E5F"/>
            </a:solidFill>
            <a:prstDash val="solid"/>
          </a:ln>
        </p:spPr>
      </p:sp>
      <p:sp>
        <p:nvSpPr>
          <p:cNvPr id="67" name="pdf-path-75">
            <a:extLst xmlns:a="http://schemas.openxmlformats.org/drawingml/2006/main">
              <a:ext uri="{FF2B5EF4-FFF2-40B4-BE49-F238E27FC236}">
                <a16:creationId xmlns:a16="http://schemas.microsoft.com/office/drawing/2014/main" id="{A628193B-BDBB-47AD-B38E-8EBED4C18F84}"/>
              </a:ext>
            </a:extLst>
          </p:cNvPr>
          <p:cNvSpPr>
            <a:spLocks xmlns:a="http://schemas.openxmlformats.org/drawingml/2006/main" noGrp="1"/>
          </p:cNvSpPr>
          <p:nvPr/>
        </p:nvSpPr>
        <p:spPr>
          <a:xfrm xmlns:a="http://schemas.openxmlformats.org/drawingml/2006/main" rot="0">
            <a:off x="4152976" y="3740925"/>
            <a:ext cx="38605" cy="53064"/>
          </a:xfrm>
          <a:custGeom xmlns:a="http://schemas.openxmlformats.org/drawingml/2006/main">
            <a:pathLst>
              <a:path w="38605" h="53064">
                <a:moveTo>
                  <a:pt x="0" y="0"/>
                </a:moveTo>
                <a:lnTo>
                  <a:pt x="19202" y="53064"/>
                </a:lnTo>
                <a:lnTo>
                  <a:pt x="38605" y="57"/>
                </a:lnTo>
              </a:path>
            </a:pathLst>
          </a:custGeom>
          <a:solidFill xmlns:a="http://schemas.openxmlformats.org/drawingml/2006/main">
            <a:srgbClr val="E05E5F"/>
          </a:solidFill>
          <a:ln xmlns:a="http://schemas.openxmlformats.org/drawingml/2006/main" w="0">
            <a:noFill/>
            <a:prstDash val="solid"/>
          </a:ln>
        </p:spPr>
      </p:sp>
      <p:sp>
        <p:nvSpPr>
          <p:cNvPr id="68" name="pdf-path-76">
            <a:extLst xmlns:a="http://schemas.openxmlformats.org/drawingml/2006/main">
              <a:ext uri="{FF2B5EF4-FFF2-40B4-BE49-F238E27FC236}">
                <a16:creationId xmlns:a16="http://schemas.microsoft.com/office/drawing/2014/main" id="{D9FCA473-2D4C-4BFB-891D-5E6DE6E85DF5}"/>
              </a:ext>
            </a:extLst>
          </p:cNvPr>
          <p:cNvSpPr>
            <a:spLocks xmlns:a="http://schemas.openxmlformats.org/drawingml/2006/main" noGrp="1"/>
          </p:cNvSpPr>
          <p:nvPr/>
        </p:nvSpPr>
        <p:spPr>
          <a:xfrm xmlns:a="http://schemas.openxmlformats.org/drawingml/2006/main" rot="0">
            <a:off x="4152976" y="3740925"/>
            <a:ext cx="38605" cy="53064"/>
          </a:xfrm>
          <a:custGeom xmlns:a="http://schemas.openxmlformats.org/drawingml/2006/main">
            <a:pathLst>
              <a:path w="38605" h="53064">
                <a:moveTo>
                  <a:pt x="0" y="0"/>
                </a:moveTo>
                <a:lnTo>
                  <a:pt x="19202" y="53064"/>
                </a:lnTo>
                <a:lnTo>
                  <a:pt x="38605" y="57"/>
                </a:lnTo>
                <a:lnTo>
                  <a:pt x="0" y="0"/>
                </a:lnTo>
              </a:path>
            </a:pathLst>
          </a:custGeom>
          <a:noFill xmlns:a="http://schemas.openxmlformats.org/drawingml/2006/main"/>
          <a:ln xmlns:a="http://schemas.openxmlformats.org/drawingml/2006/main" w="11687">
            <a:solidFill>
              <a:srgbClr val="E05E5F"/>
            </a:solidFill>
            <a:prstDash val="solid"/>
          </a:ln>
        </p:spPr>
      </p:sp>
      <p:sp>
        <p:nvSpPr>
          <p:cNvPr id="69" name="pdf-path-77">
            <a:extLst xmlns:a="http://schemas.openxmlformats.org/drawingml/2006/main">
              <a:ext uri="{FF2B5EF4-FFF2-40B4-BE49-F238E27FC236}">
                <a16:creationId xmlns:a16="http://schemas.microsoft.com/office/drawing/2014/main" id="{63FDB8B0-1270-44F0-8C01-5A8F258B0941}"/>
              </a:ext>
            </a:extLst>
          </p:cNvPr>
          <p:cNvSpPr>
            <a:spLocks xmlns:a="http://schemas.openxmlformats.org/drawingml/2006/main" noGrp="1"/>
          </p:cNvSpPr>
          <p:nvPr/>
        </p:nvSpPr>
        <p:spPr>
          <a:xfrm xmlns:a="http://schemas.openxmlformats.org/drawingml/2006/main" rot="0">
            <a:off x="4353630" y="3648514"/>
            <a:ext cx="371" cy="194653"/>
          </a:xfrm>
          <a:custGeom xmlns:a="http://schemas.openxmlformats.org/drawingml/2006/main">
            <a:pathLst>
              <a:path w="371" h="194653">
                <a:moveTo>
                  <a:pt x="0" y="194653"/>
                </a:moveTo>
                <a:lnTo>
                  <a:pt x="371" y="0"/>
                </a:lnTo>
                <a:lnTo>
                  <a:pt x="0" y="194653"/>
                </a:lnTo>
              </a:path>
            </a:pathLst>
          </a:custGeom>
          <a:solidFill xmlns:a="http://schemas.openxmlformats.org/drawingml/2006/main">
            <a:srgbClr val="FFFFFF"/>
          </a:solidFill>
          <a:ln xmlns:a="http://schemas.openxmlformats.org/drawingml/2006/main" w="0">
            <a:noFill/>
            <a:prstDash val="solid"/>
          </a:ln>
        </p:spPr>
      </p:sp>
      <p:sp>
        <p:nvSpPr>
          <p:cNvPr id="70" name="pdf-path-78">
            <a:extLst xmlns:a="http://schemas.openxmlformats.org/drawingml/2006/main">
              <a:ext uri="{FF2B5EF4-FFF2-40B4-BE49-F238E27FC236}">
                <a16:creationId xmlns:a16="http://schemas.microsoft.com/office/drawing/2014/main" id="{6256D9CA-C10F-45E5-BB69-EBE48D9B4E98}"/>
              </a:ext>
            </a:extLst>
          </p:cNvPr>
          <p:cNvSpPr>
            <a:spLocks xmlns:a="http://schemas.openxmlformats.org/drawingml/2006/main" noGrp="1"/>
          </p:cNvSpPr>
          <p:nvPr/>
        </p:nvSpPr>
        <p:spPr>
          <a:xfrm xmlns:a="http://schemas.openxmlformats.org/drawingml/2006/main" rot="0">
            <a:off x="4353773" y="3648513"/>
            <a:ext cx="228" cy="124558"/>
          </a:xfrm>
          <a:custGeom xmlns:a="http://schemas.openxmlformats.org/drawingml/2006/main">
            <a:pathLst>
              <a:path w="228" h="124558">
                <a:moveTo>
                  <a:pt x="228" y="0"/>
                </a:moveTo>
                <a:lnTo>
                  <a:pt x="0" y="124558"/>
                </a:lnTo>
              </a:path>
            </a:pathLst>
          </a:custGeom>
          <a:noFill xmlns:a="http://schemas.openxmlformats.org/drawingml/2006/main"/>
          <a:ln xmlns:a="http://schemas.openxmlformats.org/drawingml/2006/main" w="11687">
            <a:solidFill>
              <a:srgbClr val="E05E5F"/>
            </a:solidFill>
            <a:prstDash val="solid"/>
          </a:ln>
        </p:spPr>
      </p:sp>
      <p:sp>
        <p:nvSpPr>
          <p:cNvPr id="71" name="pdf-path-79">
            <a:extLst xmlns:a="http://schemas.openxmlformats.org/drawingml/2006/main">
              <a:ext uri="{FF2B5EF4-FFF2-40B4-BE49-F238E27FC236}">
                <a16:creationId xmlns:a16="http://schemas.microsoft.com/office/drawing/2014/main" id="{7AF42AAD-70CB-4169-875B-642E53619E4C}"/>
              </a:ext>
            </a:extLst>
          </p:cNvPr>
          <p:cNvSpPr>
            <a:spLocks xmlns:a="http://schemas.openxmlformats.org/drawingml/2006/main" noGrp="1"/>
          </p:cNvSpPr>
          <p:nvPr/>
        </p:nvSpPr>
        <p:spPr>
          <a:xfrm xmlns:a="http://schemas.openxmlformats.org/drawingml/2006/main" rot="0">
            <a:off x="4334456" y="3773042"/>
            <a:ext cx="38605" cy="53035"/>
          </a:xfrm>
          <a:custGeom xmlns:a="http://schemas.openxmlformats.org/drawingml/2006/main">
            <a:pathLst>
              <a:path w="38605" h="53035">
                <a:moveTo>
                  <a:pt x="0" y="0"/>
                </a:moveTo>
                <a:lnTo>
                  <a:pt x="19231" y="53035"/>
                </a:lnTo>
                <a:lnTo>
                  <a:pt x="38605" y="57"/>
                </a:lnTo>
              </a:path>
            </a:pathLst>
          </a:custGeom>
          <a:solidFill xmlns:a="http://schemas.openxmlformats.org/drawingml/2006/main">
            <a:srgbClr val="E05E5F"/>
          </a:solidFill>
          <a:ln xmlns:a="http://schemas.openxmlformats.org/drawingml/2006/main" w="0">
            <a:noFill/>
            <a:prstDash val="solid"/>
          </a:ln>
        </p:spPr>
      </p:sp>
      <p:sp>
        <p:nvSpPr>
          <p:cNvPr id="72" name="pdf-path-80">
            <a:extLst xmlns:a="http://schemas.openxmlformats.org/drawingml/2006/main">
              <a:ext uri="{FF2B5EF4-FFF2-40B4-BE49-F238E27FC236}">
                <a16:creationId xmlns:a16="http://schemas.microsoft.com/office/drawing/2014/main" id="{BF9251E8-A6A9-4025-B275-19CD639693E3}"/>
              </a:ext>
            </a:extLst>
          </p:cNvPr>
          <p:cNvSpPr>
            <a:spLocks xmlns:a="http://schemas.openxmlformats.org/drawingml/2006/main" noGrp="1"/>
          </p:cNvSpPr>
          <p:nvPr/>
        </p:nvSpPr>
        <p:spPr>
          <a:xfrm xmlns:a="http://schemas.openxmlformats.org/drawingml/2006/main" rot="0">
            <a:off x="4334456" y="3773042"/>
            <a:ext cx="38605" cy="53035"/>
          </a:xfrm>
          <a:custGeom xmlns:a="http://schemas.openxmlformats.org/drawingml/2006/main">
            <a:pathLst>
              <a:path w="38605" h="53035">
                <a:moveTo>
                  <a:pt x="0" y="0"/>
                </a:moveTo>
                <a:lnTo>
                  <a:pt x="19231" y="53035"/>
                </a:lnTo>
                <a:lnTo>
                  <a:pt x="38605" y="57"/>
                </a:lnTo>
                <a:lnTo>
                  <a:pt x="0" y="0"/>
                </a:lnTo>
              </a:path>
            </a:pathLst>
          </a:custGeom>
          <a:noFill xmlns:a="http://schemas.openxmlformats.org/drawingml/2006/main"/>
          <a:ln xmlns:a="http://schemas.openxmlformats.org/drawingml/2006/main" w="11687">
            <a:solidFill>
              <a:srgbClr val="E05E5F"/>
            </a:solidFill>
            <a:prstDash val="solid"/>
          </a:ln>
        </p:spPr>
      </p:sp>
      <p:sp>
        <p:nvSpPr>
          <p:cNvPr id="73" name="pdf-path-81">
            <a:extLst xmlns:a="http://schemas.openxmlformats.org/drawingml/2006/main">
              <a:ext uri="{FF2B5EF4-FFF2-40B4-BE49-F238E27FC236}">
                <a16:creationId xmlns:a16="http://schemas.microsoft.com/office/drawing/2014/main" id="{FA19463F-98F7-4935-A901-42F9BAE46358}"/>
              </a:ext>
            </a:extLst>
          </p:cNvPr>
          <p:cNvSpPr>
            <a:spLocks xmlns:a="http://schemas.openxmlformats.org/drawingml/2006/main" noGrp="1"/>
          </p:cNvSpPr>
          <p:nvPr/>
        </p:nvSpPr>
        <p:spPr>
          <a:xfrm xmlns:a="http://schemas.openxmlformats.org/drawingml/2006/main" rot="0">
            <a:off x="3746040" y="3232404"/>
            <a:ext cx="1020070" cy="103413"/>
          </a:xfrm>
          <a:custGeom xmlns:a="http://schemas.openxmlformats.org/drawingml/2006/main">
            <a:pathLst>
              <a:path w="1020070" h="103413">
                <a:moveTo>
                  <a:pt x="0" y="103413"/>
                </a:moveTo>
                <a:lnTo>
                  <a:pt x="1020070" y="103413"/>
                </a:lnTo>
                <a:lnTo>
                  <a:pt x="1020070" y="0"/>
                </a:lnTo>
                <a:lnTo>
                  <a:pt x="0" y="0"/>
                </a:lnTo>
                <a:close/>
              </a:path>
            </a:pathLst>
          </a:custGeom>
          <a:solidFill xmlns:a="http://schemas.openxmlformats.org/drawingml/2006/main">
            <a:srgbClr val="FFFFFF"/>
          </a:solidFill>
          <a:ln xmlns:a="http://schemas.openxmlformats.org/drawingml/2006/main" w="0">
            <a:noFill/>
            <a:prstDash val="solid"/>
          </a:ln>
        </p:spPr>
      </p:sp>
      <p:sp>
        <p:nvSpPr>
          <p:cNvPr id="74" name="pdf-path-83">
            <a:extLst xmlns:a="http://schemas.openxmlformats.org/drawingml/2006/main">
              <a:ext uri="{FF2B5EF4-FFF2-40B4-BE49-F238E27FC236}">
                <a16:creationId xmlns:a16="http://schemas.microsoft.com/office/drawing/2014/main" id="{B2B8A211-E51B-4A15-87CB-1BE7BC8D25DA}"/>
              </a:ext>
            </a:extLst>
          </p:cNvPr>
          <p:cNvSpPr>
            <a:spLocks xmlns:a="http://schemas.openxmlformats.org/drawingml/2006/main" noGrp="1"/>
          </p:cNvSpPr>
          <p:nvPr/>
        </p:nvSpPr>
        <p:spPr>
          <a:xfrm xmlns:a="http://schemas.openxmlformats.org/drawingml/2006/main" rot="0">
            <a:off x="3786930" y="3579991"/>
            <a:ext cx="11030" cy="828361"/>
          </a:xfrm>
          <a:custGeom xmlns:a="http://schemas.openxmlformats.org/drawingml/2006/main">
            <a:pathLst>
              <a:path w="11030" h="828361">
                <a:moveTo>
                  <a:pt x="11030" y="828361"/>
                </a:moveTo>
                <a:lnTo>
                  <a:pt x="11030" y="828361"/>
                </a:lnTo>
                <a:moveTo>
                  <a:pt x="943" y="70123"/>
                </a:moveTo>
                <a:lnTo>
                  <a:pt x="0" y="0"/>
                </a:lnTo>
                <a:lnTo>
                  <a:pt x="943" y="70123"/>
                </a:lnTo>
              </a:path>
            </a:pathLst>
          </a:custGeom>
          <a:solidFill xmlns:a="http://schemas.openxmlformats.org/drawingml/2006/main">
            <a:srgbClr val="FFFFFF"/>
          </a:solidFill>
          <a:ln xmlns:a="http://schemas.openxmlformats.org/drawingml/2006/main" w="0">
            <a:noFill/>
            <a:prstDash val="solid"/>
          </a:ln>
        </p:spPr>
      </p:sp>
      <p:sp>
        <p:nvSpPr>
          <p:cNvPr id="75" name="pdf-path-84">
            <a:extLst xmlns:a="http://schemas.openxmlformats.org/drawingml/2006/main">
              <a:ext uri="{FF2B5EF4-FFF2-40B4-BE49-F238E27FC236}">
                <a16:creationId xmlns:a16="http://schemas.microsoft.com/office/drawing/2014/main" id="{26985BF0-1EC1-48B6-BF9F-46B694E1B81C}"/>
              </a:ext>
            </a:extLst>
          </p:cNvPr>
          <p:cNvSpPr>
            <a:spLocks xmlns:a="http://schemas.openxmlformats.org/drawingml/2006/main" noGrp="1"/>
          </p:cNvSpPr>
          <p:nvPr/>
        </p:nvSpPr>
        <p:spPr>
          <a:xfrm xmlns:a="http://schemas.openxmlformats.org/drawingml/2006/main" rot="0">
            <a:off x="3782016" y="3650027"/>
            <a:ext cx="21803" cy="758381"/>
          </a:xfrm>
          <a:custGeom xmlns:a="http://schemas.openxmlformats.org/drawingml/2006/main">
            <a:pathLst>
              <a:path w="21803" h="758381">
                <a:moveTo>
                  <a:pt x="0" y="143"/>
                </a:moveTo>
                <a:lnTo>
                  <a:pt x="10116" y="758381"/>
                </a:lnTo>
                <a:lnTo>
                  <a:pt x="21803" y="758238"/>
                </a:lnTo>
                <a:lnTo>
                  <a:pt x="11687" y="0"/>
                </a:lnTo>
                <a:lnTo>
                  <a:pt x="0" y="143"/>
                </a:lnTo>
              </a:path>
            </a:pathLst>
          </a:custGeom>
          <a:solidFill xmlns:a="http://schemas.openxmlformats.org/drawingml/2006/main">
            <a:srgbClr val="231F20"/>
          </a:solidFill>
          <a:ln xmlns:a="http://schemas.openxmlformats.org/drawingml/2006/main" w="0">
            <a:noFill/>
            <a:prstDash val="solid"/>
          </a:ln>
        </p:spPr>
      </p:sp>
      <p:sp>
        <p:nvSpPr>
          <p:cNvPr id="76" name="pdf-path-85">
            <a:extLst xmlns:a="http://schemas.openxmlformats.org/drawingml/2006/main">
              <a:ext uri="{FF2B5EF4-FFF2-40B4-BE49-F238E27FC236}">
                <a16:creationId xmlns:a16="http://schemas.microsoft.com/office/drawing/2014/main" id="{9E53192C-D7EF-40A6-965F-8806CE767D8C}"/>
              </a:ext>
            </a:extLst>
          </p:cNvPr>
          <p:cNvSpPr>
            <a:spLocks xmlns:a="http://schemas.openxmlformats.org/drawingml/2006/main" noGrp="1"/>
          </p:cNvSpPr>
          <p:nvPr/>
        </p:nvSpPr>
        <p:spPr>
          <a:xfrm xmlns:a="http://schemas.openxmlformats.org/drawingml/2006/main" rot="0">
            <a:off x="3768557" y="3597078"/>
            <a:ext cx="38576" cy="53264"/>
          </a:xfrm>
          <a:custGeom xmlns:a="http://schemas.openxmlformats.org/drawingml/2006/main">
            <a:pathLst>
              <a:path w="38576" h="53264">
                <a:moveTo>
                  <a:pt x="38576" y="52778"/>
                </a:moveTo>
                <a:lnTo>
                  <a:pt x="18574" y="0"/>
                </a:lnTo>
                <a:lnTo>
                  <a:pt x="0" y="53264"/>
                </a:lnTo>
              </a:path>
            </a:pathLst>
          </a:custGeom>
          <a:solidFill xmlns:a="http://schemas.openxmlformats.org/drawingml/2006/main">
            <a:srgbClr val="231F20"/>
          </a:solidFill>
          <a:ln xmlns:a="http://schemas.openxmlformats.org/drawingml/2006/main" w="0">
            <a:noFill/>
            <a:prstDash val="solid"/>
          </a:ln>
        </p:spPr>
      </p:sp>
      <p:sp>
        <p:nvSpPr>
          <p:cNvPr id="77" name="pdf-path-86">
            <a:extLst xmlns:a="http://schemas.openxmlformats.org/drawingml/2006/main">
              <a:ext uri="{FF2B5EF4-FFF2-40B4-BE49-F238E27FC236}">
                <a16:creationId xmlns:a16="http://schemas.microsoft.com/office/drawing/2014/main" id="{7D48648D-4AD2-45C0-BC3B-C30B63077A06}"/>
              </a:ext>
            </a:extLst>
          </p:cNvPr>
          <p:cNvSpPr>
            <a:spLocks xmlns:a="http://schemas.openxmlformats.org/drawingml/2006/main" noGrp="1"/>
          </p:cNvSpPr>
          <p:nvPr/>
        </p:nvSpPr>
        <p:spPr>
          <a:xfrm xmlns:a="http://schemas.openxmlformats.org/drawingml/2006/main" rot="0">
            <a:off x="3768557" y="3597078"/>
            <a:ext cx="38576" cy="53264"/>
          </a:xfrm>
          <a:custGeom xmlns:a="http://schemas.openxmlformats.org/drawingml/2006/main">
            <a:pathLst>
              <a:path w="38576" h="53264">
                <a:moveTo>
                  <a:pt x="38576" y="52778"/>
                </a:moveTo>
                <a:lnTo>
                  <a:pt x="18574" y="0"/>
                </a:lnTo>
                <a:lnTo>
                  <a:pt x="0" y="53264"/>
                </a:lnTo>
                <a:lnTo>
                  <a:pt x="38576" y="52778"/>
                </a:lnTo>
              </a:path>
            </a:pathLst>
          </a:custGeom>
          <a:noFill xmlns:a="http://schemas.openxmlformats.org/drawingml/2006/main"/>
          <a:ln xmlns:a="http://schemas.openxmlformats.org/drawingml/2006/main" w="11687">
            <a:solidFill>
              <a:srgbClr val="231F20"/>
            </a:solidFill>
            <a:prstDash val="solid"/>
          </a:ln>
        </p:spPr>
      </p:sp>
      <p:sp>
        <p:nvSpPr>
          <p:cNvPr id="78" name="pdf-path-87">
            <a:extLst xmlns:a="http://schemas.openxmlformats.org/drawingml/2006/main">
              <a:ext uri="{FF2B5EF4-FFF2-40B4-BE49-F238E27FC236}">
                <a16:creationId xmlns:a16="http://schemas.microsoft.com/office/drawing/2014/main" id="{6E555AE0-AD45-48B1-A571-7457B9DDEFD3}"/>
              </a:ext>
            </a:extLst>
          </p:cNvPr>
          <p:cNvSpPr>
            <a:spLocks xmlns:a="http://schemas.openxmlformats.org/drawingml/2006/main" noGrp="1"/>
          </p:cNvSpPr>
          <p:nvPr/>
        </p:nvSpPr>
        <p:spPr>
          <a:xfrm xmlns:a="http://schemas.openxmlformats.org/drawingml/2006/main" rot="0">
            <a:off x="3273438" y="4392177"/>
            <a:ext cx="532666" cy="368303"/>
          </a:xfrm>
          <a:custGeom xmlns:a="http://schemas.openxmlformats.org/drawingml/2006/main">
            <a:pathLst>
              <a:path w="532666" h="368303">
                <a:moveTo>
                  <a:pt x="526094" y="0"/>
                </a:moveTo>
                <a:lnTo>
                  <a:pt x="0" y="358645"/>
                </a:lnTo>
                <a:lnTo>
                  <a:pt x="6600" y="368303"/>
                </a:lnTo>
                <a:lnTo>
                  <a:pt x="532666" y="9630"/>
                </a:lnTo>
                <a:lnTo>
                  <a:pt x="526094" y="0"/>
                </a:lnTo>
              </a:path>
            </a:pathLst>
          </a:custGeom>
          <a:solidFill xmlns:a="http://schemas.openxmlformats.org/drawingml/2006/main">
            <a:srgbClr val="231F20"/>
          </a:solidFill>
          <a:ln xmlns:a="http://schemas.openxmlformats.org/drawingml/2006/main" w="0">
            <a:noFill/>
            <a:prstDash val="solid"/>
          </a:ln>
        </p:spPr>
      </p:sp>
      <p:sp>
        <p:nvSpPr>
          <p:cNvPr id="79" name="pdf-path-88">
            <a:extLst xmlns:a="http://schemas.openxmlformats.org/drawingml/2006/main">
              <a:ext uri="{FF2B5EF4-FFF2-40B4-BE49-F238E27FC236}">
                <a16:creationId xmlns:a16="http://schemas.microsoft.com/office/drawing/2014/main" id="{BC9AB0F8-ADD6-400B-95EF-9272AF9DA6F7}"/>
              </a:ext>
            </a:extLst>
          </p:cNvPr>
          <p:cNvSpPr>
            <a:spLocks xmlns:a="http://schemas.openxmlformats.org/drawingml/2006/main" noGrp="1"/>
          </p:cNvSpPr>
          <p:nvPr/>
        </p:nvSpPr>
        <p:spPr>
          <a:xfrm xmlns:a="http://schemas.openxmlformats.org/drawingml/2006/main" rot="0">
            <a:off x="3232947" y="4739735"/>
            <a:ext cx="54693" cy="45806"/>
          </a:xfrm>
          <a:custGeom xmlns:a="http://schemas.openxmlformats.org/drawingml/2006/main">
            <a:pathLst>
              <a:path w="54693" h="45806">
                <a:moveTo>
                  <a:pt x="32947" y="0"/>
                </a:moveTo>
                <a:lnTo>
                  <a:pt x="0" y="45806"/>
                </a:lnTo>
                <a:lnTo>
                  <a:pt x="54693" y="31890"/>
                </a:lnTo>
                <a:lnTo>
                  <a:pt x="32947" y="0"/>
                </a:lnTo>
              </a:path>
            </a:pathLst>
          </a:custGeom>
          <a:solidFill xmlns:a="http://schemas.openxmlformats.org/drawingml/2006/main">
            <a:srgbClr val="231F20"/>
          </a:solidFill>
          <a:ln xmlns:a="http://schemas.openxmlformats.org/drawingml/2006/main" w="0">
            <a:noFill/>
            <a:prstDash val="solid"/>
          </a:ln>
        </p:spPr>
      </p:sp>
      <p:sp>
        <p:nvSpPr>
          <p:cNvPr id="80" name="pdf-path-89">
            <a:extLst xmlns:a="http://schemas.openxmlformats.org/drawingml/2006/main">
              <a:ext uri="{FF2B5EF4-FFF2-40B4-BE49-F238E27FC236}">
                <a16:creationId xmlns:a16="http://schemas.microsoft.com/office/drawing/2014/main" id="{AB26721F-C505-4F06-B459-FF633A5C7A51}"/>
              </a:ext>
            </a:extLst>
          </p:cNvPr>
          <p:cNvSpPr>
            <a:spLocks xmlns:a="http://schemas.openxmlformats.org/drawingml/2006/main" noGrp="1"/>
          </p:cNvSpPr>
          <p:nvPr/>
        </p:nvSpPr>
        <p:spPr>
          <a:xfrm xmlns:a="http://schemas.openxmlformats.org/drawingml/2006/main" rot="0">
            <a:off x="3218831" y="4729562"/>
            <a:ext cx="78324" cy="65608"/>
          </a:xfrm>
          <a:custGeom xmlns:a="http://schemas.openxmlformats.org/drawingml/2006/main">
            <a:pathLst>
              <a:path w="78324" h="65608">
                <a:moveTo>
                  <a:pt x="47063" y="10173"/>
                </a:moveTo>
                <a:lnTo>
                  <a:pt x="42320" y="6772"/>
                </a:lnTo>
                <a:lnTo>
                  <a:pt x="0" y="65608"/>
                </a:lnTo>
                <a:lnTo>
                  <a:pt x="78324" y="45663"/>
                </a:lnTo>
                <a:lnTo>
                  <a:pt x="47177" y="0"/>
                </a:lnTo>
                <a:lnTo>
                  <a:pt x="42320" y="6772"/>
                </a:lnTo>
                <a:lnTo>
                  <a:pt x="47063" y="10173"/>
                </a:lnTo>
                <a:lnTo>
                  <a:pt x="42234" y="13459"/>
                </a:lnTo>
                <a:lnTo>
                  <a:pt x="59265" y="38462"/>
                </a:lnTo>
                <a:lnTo>
                  <a:pt x="28232" y="46377"/>
                </a:lnTo>
                <a:lnTo>
                  <a:pt x="51807" y="13602"/>
                </a:lnTo>
                <a:lnTo>
                  <a:pt x="47063" y="10173"/>
                </a:lnTo>
                <a:lnTo>
                  <a:pt x="42234" y="13459"/>
                </a:lnTo>
                <a:lnTo>
                  <a:pt x="47063" y="10173"/>
                </a:lnTo>
              </a:path>
            </a:pathLst>
          </a:custGeom>
          <a:solidFill xmlns:a="http://schemas.openxmlformats.org/drawingml/2006/main">
            <a:srgbClr val="231F20"/>
          </a:solidFill>
          <a:ln xmlns:a="http://schemas.openxmlformats.org/drawingml/2006/main" w="0">
            <a:noFill/>
            <a:prstDash val="solid"/>
          </a:ln>
        </p:spPr>
      </p:sp>
      <p:sp>
        <p:nvSpPr>
          <p:cNvPr id="81" name="pdf-path-90">
            <a:extLst xmlns:a="http://schemas.openxmlformats.org/drawingml/2006/main">
              <a:ext uri="{FF2B5EF4-FFF2-40B4-BE49-F238E27FC236}">
                <a16:creationId xmlns:a16="http://schemas.microsoft.com/office/drawing/2014/main" id="{81DFB43A-C2CF-4017-889E-A9F30DC5E168}"/>
              </a:ext>
            </a:extLst>
          </p:cNvPr>
          <p:cNvSpPr>
            <a:spLocks xmlns:a="http://schemas.openxmlformats.org/drawingml/2006/main" noGrp="1"/>
          </p:cNvSpPr>
          <p:nvPr/>
        </p:nvSpPr>
        <p:spPr>
          <a:xfrm xmlns:a="http://schemas.openxmlformats.org/drawingml/2006/main" rot="0">
            <a:off x="4570000" y="4411151"/>
            <a:ext cx="70066" cy="943"/>
          </a:xfrm>
          <a:custGeom xmlns:a="http://schemas.openxmlformats.org/drawingml/2006/main">
            <a:pathLst>
              <a:path w="70066" h="943">
                <a:moveTo>
                  <a:pt x="70066" y="943"/>
                </a:moveTo>
                <a:lnTo>
                  <a:pt x="0" y="0"/>
                </a:lnTo>
                <a:lnTo>
                  <a:pt x="70066" y="943"/>
                </a:lnTo>
              </a:path>
            </a:pathLst>
          </a:custGeom>
          <a:solidFill xmlns:a="http://schemas.openxmlformats.org/drawingml/2006/main">
            <a:srgbClr val="FFFFFF"/>
          </a:solidFill>
          <a:ln xmlns:a="http://schemas.openxmlformats.org/drawingml/2006/main" w="0">
            <a:noFill/>
            <a:prstDash val="solid"/>
          </a:ln>
        </p:spPr>
      </p:sp>
      <p:sp>
        <p:nvSpPr>
          <p:cNvPr id="82" name="pdf-path-91">
            <a:extLst xmlns:a="http://schemas.openxmlformats.org/drawingml/2006/main">
              <a:ext uri="{FF2B5EF4-FFF2-40B4-BE49-F238E27FC236}">
                <a16:creationId xmlns:a16="http://schemas.microsoft.com/office/drawing/2014/main" id="{4081C654-CE6F-41DC-B90C-250006AA9ADF}"/>
              </a:ext>
            </a:extLst>
          </p:cNvPr>
          <p:cNvSpPr>
            <a:spLocks xmlns:a="http://schemas.openxmlformats.org/drawingml/2006/main" noGrp="1"/>
          </p:cNvSpPr>
          <p:nvPr/>
        </p:nvSpPr>
        <p:spPr>
          <a:xfrm xmlns:a="http://schemas.openxmlformats.org/drawingml/2006/main" rot="0">
            <a:off x="3802104" y="4395206"/>
            <a:ext cx="767982" cy="21803"/>
          </a:xfrm>
          <a:custGeom xmlns:a="http://schemas.openxmlformats.org/drawingml/2006/main">
            <a:pathLst>
              <a:path w="767982" h="21803">
                <a:moveTo>
                  <a:pt x="0" y="11687"/>
                </a:moveTo>
                <a:lnTo>
                  <a:pt x="767839" y="21803"/>
                </a:lnTo>
                <a:lnTo>
                  <a:pt x="767982" y="10116"/>
                </a:lnTo>
                <a:lnTo>
                  <a:pt x="143" y="0"/>
                </a:lnTo>
                <a:lnTo>
                  <a:pt x="0" y="11687"/>
                </a:lnTo>
              </a:path>
            </a:pathLst>
          </a:custGeom>
          <a:solidFill xmlns:a="http://schemas.openxmlformats.org/drawingml/2006/main">
            <a:srgbClr val="231F20"/>
          </a:solidFill>
          <a:ln xmlns:a="http://schemas.openxmlformats.org/drawingml/2006/main" w="0">
            <a:noFill/>
            <a:prstDash val="solid"/>
          </a:ln>
        </p:spPr>
      </p:sp>
      <p:sp>
        <p:nvSpPr>
          <p:cNvPr id="83" name="pdf-path-92">
            <a:extLst xmlns:a="http://schemas.openxmlformats.org/drawingml/2006/main">
              <a:ext uri="{FF2B5EF4-FFF2-40B4-BE49-F238E27FC236}">
                <a16:creationId xmlns:a16="http://schemas.microsoft.com/office/drawing/2014/main" id="{E920BFC0-C40F-4013-8F46-DB90F03989E6}"/>
              </a:ext>
            </a:extLst>
          </p:cNvPr>
          <p:cNvSpPr>
            <a:spLocks xmlns:a="http://schemas.openxmlformats.org/drawingml/2006/main" noGrp="1"/>
          </p:cNvSpPr>
          <p:nvPr/>
        </p:nvSpPr>
        <p:spPr>
          <a:xfrm xmlns:a="http://schemas.openxmlformats.org/drawingml/2006/main" rot="0">
            <a:off x="4569743" y="4391864"/>
            <a:ext cx="53264" cy="38576"/>
          </a:xfrm>
          <a:custGeom xmlns:a="http://schemas.openxmlformats.org/drawingml/2006/main">
            <a:pathLst>
              <a:path w="53264" h="38576">
                <a:moveTo>
                  <a:pt x="0" y="38576"/>
                </a:moveTo>
                <a:lnTo>
                  <a:pt x="53264" y="20003"/>
                </a:lnTo>
                <a:lnTo>
                  <a:pt x="515" y="0"/>
                </a:lnTo>
              </a:path>
            </a:pathLst>
          </a:custGeom>
          <a:solidFill xmlns:a="http://schemas.openxmlformats.org/drawingml/2006/main">
            <a:srgbClr val="231F20"/>
          </a:solidFill>
          <a:ln xmlns:a="http://schemas.openxmlformats.org/drawingml/2006/main" w="0">
            <a:noFill/>
            <a:prstDash val="solid"/>
          </a:ln>
        </p:spPr>
      </p:sp>
      <p:sp>
        <p:nvSpPr>
          <p:cNvPr id="84" name="pdf-path-93">
            <a:extLst xmlns:a="http://schemas.openxmlformats.org/drawingml/2006/main">
              <a:ext uri="{FF2B5EF4-FFF2-40B4-BE49-F238E27FC236}">
                <a16:creationId xmlns:a16="http://schemas.microsoft.com/office/drawing/2014/main" id="{7B30C64A-1F0D-4BC4-BDB6-7B85AF77E7C2}"/>
              </a:ext>
            </a:extLst>
          </p:cNvPr>
          <p:cNvSpPr>
            <a:spLocks xmlns:a="http://schemas.openxmlformats.org/drawingml/2006/main" noGrp="1"/>
          </p:cNvSpPr>
          <p:nvPr/>
        </p:nvSpPr>
        <p:spPr>
          <a:xfrm xmlns:a="http://schemas.openxmlformats.org/drawingml/2006/main" rot="0">
            <a:off x="4569743" y="4391864"/>
            <a:ext cx="53264" cy="38576"/>
          </a:xfrm>
          <a:custGeom xmlns:a="http://schemas.openxmlformats.org/drawingml/2006/main">
            <a:pathLst>
              <a:path w="53264" h="38576">
                <a:moveTo>
                  <a:pt x="0" y="38576"/>
                </a:moveTo>
                <a:lnTo>
                  <a:pt x="53264" y="20003"/>
                </a:lnTo>
                <a:lnTo>
                  <a:pt x="515" y="0"/>
                </a:lnTo>
                <a:lnTo>
                  <a:pt x="0" y="38576"/>
                </a:lnTo>
              </a:path>
            </a:pathLst>
          </a:custGeom>
          <a:noFill xmlns:a="http://schemas.openxmlformats.org/drawingml/2006/main"/>
          <a:ln xmlns:a="http://schemas.openxmlformats.org/drawingml/2006/main" w="11687">
            <a:solidFill>
              <a:srgbClr val="231F20"/>
            </a:solidFill>
            <a:prstDash val="solid"/>
          </a:ln>
        </p:spPr>
      </p:sp>
      <p:sp>
        <p:nvSpPr>
          <p:cNvPr id="85" name="pdf-path-94">
            <a:extLst xmlns:a="http://schemas.openxmlformats.org/drawingml/2006/main">
              <a:ext uri="{FF2B5EF4-FFF2-40B4-BE49-F238E27FC236}">
                <a16:creationId xmlns:a16="http://schemas.microsoft.com/office/drawing/2014/main" id="{E31C807E-9EB7-41B1-B7E8-D051FD57D787}"/>
              </a:ext>
            </a:extLst>
          </p:cNvPr>
          <p:cNvSpPr>
            <a:spLocks xmlns:a="http://schemas.openxmlformats.org/drawingml/2006/main" noGrp="1"/>
          </p:cNvSpPr>
          <p:nvPr/>
        </p:nvSpPr>
        <p:spPr>
          <a:xfrm xmlns:a="http://schemas.openxmlformats.org/drawingml/2006/main" rot="0">
            <a:off x="4277077" y="3921691"/>
            <a:ext cx="80982" cy="602590"/>
          </a:xfrm>
          <a:custGeom xmlns:a="http://schemas.openxmlformats.org/drawingml/2006/main">
            <a:pathLst>
              <a:path w="80982" h="602590">
                <a:moveTo>
                  <a:pt x="80982" y="602590"/>
                </a:moveTo>
                <a:lnTo>
                  <a:pt x="58150" y="492204"/>
                </a:lnTo>
                <a:lnTo>
                  <a:pt x="80038" y="492490"/>
                </a:lnTo>
                <a:cubicBezTo>
                  <a:pt x="80639" y="528209"/>
                  <a:pt x="80982" y="565013"/>
                  <a:pt x="80982" y="602590"/>
                </a:cubicBezTo>
                <a:moveTo>
                  <a:pt x="79839" y="480831"/>
                </a:moveTo>
                <a:lnTo>
                  <a:pt x="55721" y="480489"/>
                </a:lnTo>
                <a:lnTo>
                  <a:pt x="0" y="211055"/>
                </a:lnTo>
                <a:cubicBezTo>
                  <a:pt x="0" y="123872"/>
                  <a:pt x="15173" y="0"/>
                  <a:pt x="32375" y="0"/>
                </a:cubicBezTo>
                <a:cubicBezTo>
                  <a:pt x="35062" y="0"/>
                  <a:pt x="37776" y="3000"/>
                  <a:pt x="40491" y="9572"/>
                </a:cubicBezTo>
                <a:cubicBezTo>
                  <a:pt x="57893" y="51635"/>
                  <a:pt x="75267" y="240373"/>
                  <a:pt x="79839" y="480831"/>
                </a:cubicBezTo>
              </a:path>
            </a:pathLst>
          </a:custGeom>
          <a:solidFill xmlns:a="http://schemas.openxmlformats.org/drawingml/2006/main">
            <a:srgbClr val="FFFFFF"/>
          </a:solidFill>
          <a:ln xmlns:a="http://schemas.openxmlformats.org/drawingml/2006/main" w="0">
            <a:noFill/>
            <a:prstDash val="solid"/>
          </a:ln>
        </p:spPr>
      </p:sp>
      <p:sp>
        <p:nvSpPr>
          <p:cNvPr id="86" name="pdf-path-95">
            <a:extLst xmlns:a="http://schemas.openxmlformats.org/drawingml/2006/main">
              <a:ext uri="{FF2B5EF4-FFF2-40B4-BE49-F238E27FC236}">
                <a16:creationId xmlns:a16="http://schemas.microsoft.com/office/drawing/2014/main" id="{4DC807C7-957B-4151-873B-C35F2AD8EDA4}"/>
              </a:ext>
            </a:extLst>
          </p:cNvPr>
          <p:cNvSpPr>
            <a:spLocks xmlns:a="http://schemas.openxmlformats.org/drawingml/2006/main" noGrp="1"/>
          </p:cNvSpPr>
          <p:nvPr/>
        </p:nvSpPr>
        <p:spPr>
          <a:xfrm xmlns:a="http://schemas.openxmlformats.org/drawingml/2006/main" rot="0">
            <a:off x="4332799" y="4402179"/>
            <a:ext cx="24317" cy="12001"/>
          </a:xfrm>
          <a:custGeom xmlns:a="http://schemas.openxmlformats.org/drawingml/2006/main">
            <a:pathLst>
              <a:path w="24317" h="12001">
                <a:moveTo>
                  <a:pt x="24317" y="12001"/>
                </a:moveTo>
                <a:lnTo>
                  <a:pt x="2429" y="11716"/>
                </a:lnTo>
                <a:lnTo>
                  <a:pt x="0" y="0"/>
                </a:lnTo>
                <a:lnTo>
                  <a:pt x="24117" y="343"/>
                </a:lnTo>
                <a:cubicBezTo>
                  <a:pt x="24174" y="4201"/>
                  <a:pt x="24260" y="8115"/>
                  <a:pt x="24317" y="12001"/>
                </a:cubicBezTo>
              </a:path>
            </a:pathLst>
          </a:custGeom>
          <a:solidFill xmlns:a="http://schemas.openxmlformats.org/drawingml/2006/main">
            <a:srgbClr val="231F20"/>
          </a:solidFill>
          <a:ln xmlns:a="http://schemas.openxmlformats.org/drawingml/2006/main" w="0">
            <a:noFill/>
            <a:prstDash val="solid"/>
          </a:ln>
        </p:spPr>
      </p:sp>
      <p:sp>
        <p:nvSpPr>
          <p:cNvPr id="87" name="pdf-path-96">
            <a:extLst xmlns:a="http://schemas.openxmlformats.org/drawingml/2006/main">
              <a:ext uri="{FF2B5EF4-FFF2-40B4-BE49-F238E27FC236}">
                <a16:creationId xmlns:a16="http://schemas.microsoft.com/office/drawing/2014/main" id="{43316D7B-A6C3-4806-8DD8-E540BF9D5F51}"/>
              </a:ext>
            </a:extLst>
          </p:cNvPr>
          <p:cNvSpPr>
            <a:spLocks xmlns:a="http://schemas.openxmlformats.org/drawingml/2006/main" noGrp="1"/>
          </p:cNvSpPr>
          <p:nvPr/>
        </p:nvSpPr>
        <p:spPr>
          <a:xfrm xmlns:a="http://schemas.openxmlformats.org/drawingml/2006/main" rot="0">
            <a:off x="4277077" y="3882342"/>
            <a:ext cx="80581" cy="571844"/>
          </a:xfrm>
          <a:custGeom xmlns:a="http://schemas.openxmlformats.org/drawingml/2006/main">
            <a:pathLst>
              <a:path w="80581" h="571844">
                <a:moveTo>
                  <a:pt x="0" y="250403"/>
                </a:moveTo>
                <a:cubicBezTo>
                  <a:pt x="0" y="149677"/>
                  <a:pt x="20260" y="0"/>
                  <a:pt x="40491" y="48921"/>
                </a:cubicBezTo>
                <a:cubicBezTo>
                  <a:pt x="50606" y="73410"/>
                  <a:pt x="60722" y="147533"/>
                  <a:pt x="68294" y="252604"/>
                </a:cubicBezTo>
                <a:cubicBezTo>
                  <a:pt x="72095" y="305153"/>
                  <a:pt x="75267" y="365388"/>
                  <a:pt x="77467" y="431082"/>
                </a:cubicBezTo>
                <a:cubicBezTo>
                  <a:pt x="78581" y="463887"/>
                  <a:pt x="79467" y="498092"/>
                  <a:pt x="80038" y="533324"/>
                </a:cubicBezTo>
                <a:cubicBezTo>
                  <a:pt x="80210" y="542154"/>
                  <a:pt x="80324" y="551012"/>
                  <a:pt x="80439" y="559984"/>
                </a:cubicBezTo>
                <a:lnTo>
                  <a:pt x="80581" y="571844"/>
                </a:lnTo>
              </a:path>
            </a:pathLst>
          </a:custGeom>
          <a:noFill xmlns:a="http://schemas.openxmlformats.org/drawingml/2006/main"/>
          <a:ln xmlns:a="http://schemas.openxmlformats.org/drawingml/2006/main" w="11687">
            <a:solidFill>
              <a:srgbClr val="8FC377"/>
            </a:solidFill>
            <a:prstDash val="dash"/>
          </a:ln>
        </p:spPr>
      </p:sp>
      <p:sp>
        <p:nvSpPr>
          <p:cNvPr id="88" name="pdf-path-97">
            <a:extLst xmlns:a="http://schemas.openxmlformats.org/drawingml/2006/main">
              <a:ext uri="{FF2B5EF4-FFF2-40B4-BE49-F238E27FC236}">
                <a16:creationId xmlns:a16="http://schemas.microsoft.com/office/drawing/2014/main" id="{447616B9-83F8-4D0B-B3F9-CA17B928AF04}"/>
              </a:ext>
            </a:extLst>
          </p:cNvPr>
          <p:cNvSpPr>
            <a:spLocks xmlns:a="http://schemas.openxmlformats.org/drawingml/2006/main" noGrp="1"/>
          </p:cNvSpPr>
          <p:nvPr/>
        </p:nvSpPr>
        <p:spPr>
          <a:xfrm xmlns:a="http://schemas.openxmlformats.org/drawingml/2006/main" rot="0">
            <a:off x="4338371" y="4454071"/>
            <a:ext cx="38576" cy="53121"/>
          </a:xfrm>
          <a:custGeom xmlns:a="http://schemas.openxmlformats.org/drawingml/2006/main">
            <a:pathLst>
              <a:path w="38576" h="53121">
                <a:moveTo>
                  <a:pt x="0" y="228"/>
                </a:moveTo>
                <a:lnTo>
                  <a:pt x="19574" y="53121"/>
                </a:lnTo>
                <a:lnTo>
                  <a:pt x="38576" y="0"/>
                </a:lnTo>
              </a:path>
            </a:pathLst>
          </a:custGeom>
          <a:solidFill xmlns:a="http://schemas.openxmlformats.org/drawingml/2006/main">
            <a:srgbClr val="8FC377"/>
          </a:solidFill>
          <a:ln xmlns:a="http://schemas.openxmlformats.org/drawingml/2006/main" w="0">
            <a:noFill/>
            <a:prstDash val="solid"/>
          </a:ln>
        </p:spPr>
      </p:sp>
      <p:sp>
        <p:nvSpPr>
          <p:cNvPr id="89" name="pdf-path-98">
            <a:extLst xmlns:a="http://schemas.openxmlformats.org/drawingml/2006/main">
              <a:ext uri="{FF2B5EF4-FFF2-40B4-BE49-F238E27FC236}">
                <a16:creationId xmlns:a16="http://schemas.microsoft.com/office/drawing/2014/main" id="{485002F7-CA00-4E10-A99E-1C6B017CA138}"/>
              </a:ext>
            </a:extLst>
          </p:cNvPr>
          <p:cNvSpPr>
            <a:spLocks xmlns:a="http://schemas.openxmlformats.org/drawingml/2006/main" noGrp="1"/>
          </p:cNvSpPr>
          <p:nvPr/>
        </p:nvSpPr>
        <p:spPr>
          <a:xfrm xmlns:a="http://schemas.openxmlformats.org/drawingml/2006/main" rot="0">
            <a:off x="4338371" y="4454071"/>
            <a:ext cx="38576" cy="53121"/>
          </a:xfrm>
          <a:custGeom xmlns:a="http://schemas.openxmlformats.org/drawingml/2006/main">
            <a:pathLst>
              <a:path w="38576" h="53121">
                <a:moveTo>
                  <a:pt x="0" y="228"/>
                </a:moveTo>
                <a:lnTo>
                  <a:pt x="19574" y="53121"/>
                </a:lnTo>
                <a:lnTo>
                  <a:pt x="38576" y="0"/>
                </a:lnTo>
                <a:lnTo>
                  <a:pt x="0" y="228"/>
                </a:lnTo>
              </a:path>
            </a:pathLst>
          </a:custGeom>
          <a:noFill xmlns:a="http://schemas.openxmlformats.org/drawingml/2006/main"/>
          <a:ln xmlns:a="http://schemas.openxmlformats.org/drawingml/2006/main" w="11687">
            <a:solidFill>
              <a:srgbClr val="8FC377"/>
            </a:solidFill>
            <a:prstDash val="solid"/>
          </a:ln>
        </p:spPr>
      </p:sp>
      <p:sp>
        <p:nvSpPr>
          <p:cNvPr id="90" name="pdf-path-99">
            <a:extLst xmlns:a="http://schemas.openxmlformats.org/drawingml/2006/main">
              <a:ext uri="{FF2B5EF4-FFF2-40B4-BE49-F238E27FC236}">
                <a16:creationId xmlns:a16="http://schemas.microsoft.com/office/drawing/2014/main" id="{D6875145-8FB3-4B44-B16A-DB068D914452}"/>
              </a:ext>
            </a:extLst>
          </p:cNvPr>
          <p:cNvSpPr>
            <a:spLocks xmlns:a="http://schemas.openxmlformats.org/drawingml/2006/main" noGrp="1"/>
          </p:cNvSpPr>
          <p:nvPr/>
        </p:nvSpPr>
        <p:spPr>
          <a:xfrm xmlns:a="http://schemas.openxmlformats.org/drawingml/2006/main" rot="0">
            <a:off x="4078767" y="4410751"/>
            <a:ext cx="45491" cy="105813"/>
          </a:xfrm>
          <a:custGeom xmlns:a="http://schemas.openxmlformats.org/drawingml/2006/main">
            <a:pathLst>
              <a:path w="45491" h="105813">
                <a:moveTo>
                  <a:pt x="15059" y="105813"/>
                </a:moveTo>
                <a:lnTo>
                  <a:pt x="0" y="32976"/>
                </a:lnTo>
                <a:lnTo>
                  <a:pt x="17031" y="0"/>
                </a:lnTo>
                <a:lnTo>
                  <a:pt x="42005" y="343"/>
                </a:lnTo>
                <a:cubicBezTo>
                  <a:pt x="43405" y="33061"/>
                  <a:pt x="44577" y="67409"/>
                  <a:pt x="45491" y="103070"/>
                </a:cubicBezTo>
                <a:lnTo>
                  <a:pt x="15059" y="105813"/>
                </a:lnTo>
              </a:path>
            </a:pathLst>
          </a:custGeom>
          <a:solidFill xmlns:a="http://schemas.openxmlformats.org/drawingml/2006/main">
            <a:srgbClr val="FFFFFF"/>
          </a:solidFill>
          <a:ln xmlns:a="http://schemas.openxmlformats.org/drawingml/2006/main" w="0">
            <a:noFill/>
            <a:prstDash val="solid"/>
          </a:ln>
        </p:spPr>
      </p:sp>
      <p:sp>
        <p:nvSpPr>
          <p:cNvPr id="91" name="pdf-path-100">
            <a:extLst xmlns:a="http://schemas.openxmlformats.org/drawingml/2006/main">
              <a:ext uri="{FF2B5EF4-FFF2-40B4-BE49-F238E27FC236}">
                <a16:creationId xmlns:a16="http://schemas.microsoft.com/office/drawing/2014/main" id="{EE527FD8-E11F-4014-B297-59C6E8FB77A0}"/>
              </a:ext>
            </a:extLst>
          </p:cNvPr>
          <p:cNvSpPr>
            <a:spLocks xmlns:a="http://schemas.openxmlformats.org/drawingml/2006/main" noGrp="1"/>
          </p:cNvSpPr>
          <p:nvPr/>
        </p:nvSpPr>
        <p:spPr>
          <a:xfrm xmlns:a="http://schemas.openxmlformats.org/drawingml/2006/main" rot="0">
            <a:off x="4106770" y="4577544"/>
            <a:ext cx="19460" cy="95698"/>
          </a:xfrm>
          <a:custGeom xmlns:a="http://schemas.openxmlformats.org/drawingml/2006/main">
            <a:pathLst>
              <a:path w="19460" h="95698">
                <a:moveTo>
                  <a:pt x="19460" y="95698"/>
                </a:moveTo>
                <a:lnTo>
                  <a:pt x="0" y="1686"/>
                </a:lnTo>
                <a:lnTo>
                  <a:pt x="18745" y="0"/>
                </a:lnTo>
                <a:cubicBezTo>
                  <a:pt x="19202" y="31175"/>
                  <a:pt x="19460" y="63122"/>
                  <a:pt x="19460" y="95698"/>
                </a:cubicBezTo>
              </a:path>
            </a:pathLst>
          </a:custGeom>
          <a:solidFill xmlns:a="http://schemas.openxmlformats.org/drawingml/2006/main">
            <a:srgbClr val="CFDFE2"/>
          </a:solidFill>
          <a:ln xmlns:a="http://schemas.openxmlformats.org/drawingml/2006/main" w="0">
            <a:noFill/>
            <a:prstDash val="solid"/>
          </a:ln>
        </p:spPr>
      </p:sp>
      <p:sp>
        <p:nvSpPr>
          <p:cNvPr id="92" name="pdf-path-101">
            <a:extLst xmlns:a="http://schemas.openxmlformats.org/drawingml/2006/main">
              <a:ext uri="{FF2B5EF4-FFF2-40B4-BE49-F238E27FC236}">
                <a16:creationId xmlns:a16="http://schemas.microsoft.com/office/drawing/2014/main" id="{26A35980-680B-48B9-8E45-394A813BBCD4}"/>
              </a:ext>
            </a:extLst>
          </p:cNvPr>
          <p:cNvSpPr>
            <a:spLocks xmlns:a="http://schemas.openxmlformats.org/drawingml/2006/main" noGrp="1"/>
          </p:cNvSpPr>
          <p:nvPr/>
        </p:nvSpPr>
        <p:spPr>
          <a:xfrm xmlns:a="http://schemas.openxmlformats.org/drawingml/2006/main" rot="0">
            <a:off x="4096198" y="4525537"/>
            <a:ext cx="29318" cy="53692"/>
          </a:xfrm>
          <a:custGeom xmlns:a="http://schemas.openxmlformats.org/drawingml/2006/main">
            <a:pathLst>
              <a:path w="29318" h="53692">
                <a:moveTo>
                  <a:pt x="10573" y="53692"/>
                </a:moveTo>
                <a:lnTo>
                  <a:pt x="0" y="2543"/>
                </a:lnTo>
                <a:lnTo>
                  <a:pt x="28318" y="0"/>
                </a:lnTo>
                <a:cubicBezTo>
                  <a:pt x="28718" y="17059"/>
                  <a:pt x="29061" y="34404"/>
                  <a:pt x="29318" y="52006"/>
                </a:cubicBezTo>
                <a:lnTo>
                  <a:pt x="10573" y="53692"/>
                </a:lnTo>
              </a:path>
            </a:pathLst>
          </a:custGeom>
          <a:solidFill xmlns:a="http://schemas.openxmlformats.org/drawingml/2006/main">
            <a:srgbClr val="CFDFE2"/>
          </a:solidFill>
          <a:ln xmlns:a="http://schemas.openxmlformats.org/drawingml/2006/main" w="0">
            <a:noFill/>
            <a:prstDash val="solid"/>
          </a:ln>
        </p:spPr>
      </p:sp>
      <p:sp>
        <p:nvSpPr>
          <p:cNvPr id="93" name="pdf-path-102">
            <a:extLst xmlns:a="http://schemas.openxmlformats.org/drawingml/2006/main">
              <a:ext uri="{FF2B5EF4-FFF2-40B4-BE49-F238E27FC236}">
                <a16:creationId xmlns:a16="http://schemas.microsoft.com/office/drawing/2014/main" id="{E50C2F3D-2A1B-4162-B20F-77905E8FE1CA}"/>
              </a:ext>
            </a:extLst>
          </p:cNvPr>
          <p:cNvSpPr>
            <a:spLocks xmlns:a="http://schemas.openxmlformats.org/drawingml/2006/main" noGrp="1"/>
          </p:cNvSpPr>
          <p:nvPr/>
        </p:nvSpPr>
        <p:spPr>
          <a:xfrm xmlns:a="http://schemas.openxmlformats.org/drawingml/2006/main" rot="0">
            <a:off x="4093826" y="4513822"/>
            <a:ext cx="30689" cy="14259"/>
          </a:xfrm>
          <a:custGeom xmlns:a="http://schemas.openxmlformats.org/drawingml/2006/main">
            <a:pathLst>
              <a:path w="30689" h="14259">
                <a:moveTo>
                  <a:pt x="2372" y="14259"/>
                </a:moveTo>
                <a:lnTo>
                  <a:pt x="0" y="2743"/>
                </a:lnTo>
                <a:lnTo>
                  <a:pt x="30432" y="0"/>
                </a:lnTo>
                <a:cubicBezTo>
                  <a:pt x="30518" y="3886"/>
                  <a:pt x="30604" y="7801"/>
                  <a:pt x="30689" y="11715"/>
                </a:cubicBezTo>
                <a:lnTo>
                  <a:pt x="2372" y="14259"/>
                </a:lnTo>
              </a:path>
            </a:pathLst>
          </a:custGeom>
          <a:solidFill xmlns:a="http://schemas.openxmlformats.org/drawingml/2006/main">
            <a:srgbClr val="9A9C9E"/>
          </a:solidFill>
          <a:ln xmlns:a="http://schemas.openxmlformats.org/drawingml/2006/main" w="0">
            <a:noFill/>
            <a:prstDash val="solid"/>
          </a:ln>
        </p:spPr>
      </p:sp>
      <p:sp>
        <p:nvSpPr>
          <p:cNvPr id="94" name="pdf-path-103">
            <a:extLst xmlns:a="http://schemas.openxmlformats.org/drawingml/2006/main">
              <a:ext uri="{FF2B5EF4-FFF2-40B4-BE49-F238E27FC236}">
                <a16:creationId xmlns:a16="http://schemas.microsoft.com/office/drawing/2014/main" id="{2F64477F-4554-4C6B-826B-8002913B3832}"/>
              </a:ext>
            </a:extLst>
          </p:cNvPr>
          <p:cNvSpPr>
            <a:spLocks xmlns:a="http://schemas.openxmlformats.org/drawingml/2006/main" noGrp="1"/>
          </p:cNvSpPr>
          <p:nvPr/>
        </p:nvSpPr>
        <p:spPr>
          <a:xfrm xmlns:a="http://schemas.openxmlformats.org/drawingml/2006/main" rot="0">
            <a:off x="4071880" y="4410437"/>
            <a:ext cx="10858" cy="15116"/>
          </a:xfrm>
          <a:custGeom xmlns:a="http://schemas.openxmlformats.org/drawingml/2006/main">
            <a:pathLst>
              <a:path w="10858" h="15116">
                <a:moveTo>
                  <a:pt x="3114" y="15116"/>
                </a:moveTo>
                <a:lnTo>
                  <a:pt x="0" y="0"/>
                </a:lnTo>
                <a:lnTo>
                  <a:pt x="10858" y="143"/>
                </a:lnTo>
                <a:lnTo>
                  <a:pt x="3114" y="15116"/>
                </a:lnTo>
              </a:path>
            </a:pathLst>
          </a:custGeom>
          <a:solidFill xmlns:a="http://schemas.openxmlformats.org/drawingml/2006/main">
            <a:srgbClr val="CFDFE2"/>
          </a:solidFill>
          <a:ln xmlns:a="http://schemas.openxmlformats.org/drawingml/2006/main" w="0">
            <a:noFill/>
            <a:prstDash val="solid"/>
          </a:ln>
        </p:spPr>
      </p:sp>
      <p:sp>
        <p:nvSpPr>
          <p:cNvPr id="95" name="pdf-path-104">
            <a:extLst xmlns:a="http://schemas.openxmlformats.org/drawingml/2006/main">
              <a:ext uri="{FF2B5EF4-FFF2-40B4-BE49-F238E27FC236}">
                <a16:creationId xmlns:a16="http://schemas.microsoft.com/office/drawing/2014/main" id="{D1E02E4E-3638-4C34-8C59-D47FFFA01E03}"/>
              </a:ext>
            </a:extLst>
          </p:cNvPr>
          <p:cNvSpPr>
            <a:spLocks xmlns:a="http://schemas.openxmlformats.org/drawingml/2006/main" noGrp="1"/>
          </p:cNvSpPr>
          <p:nvPr/>
        </p:nvSpPr>
        <p:spPr>
          <a:xfrm xmlns:a="http://schemas.openxmlformats.org/drawingml/2006/main" rot="0">
            <a:off x="4074995" y="4410579"/>
            <a:ext cx="20803" cy="33147"/>
          </a:xfrm>
          <a:custGeom xmlns:a="http://schemas.openxmlformats.org/drawingml/2006/main">
            <a:pathLst>
              <a:path w="20803" h="33147">
                <a:moveTo>
                  <a:pt x="3772" y="33147"/>
                </a:moveTo>
                <a:lnTo>
                  <a:pt x="743" y="18517"/>
                </a:lnTo>
                <a:lnTo>
                  <a:pt x="1057" y="17916"/>
                </a:lnTo>
                <a:lnTo>
                  <a:pt x="572" y="17631"/>
                </a:lnTo>
                <a:lnTo>
                  <a:pt x="0" y="14973"/>
                </a:lnTo>
                <a:lnTo>
                  <a:pt x="7744" y="0"/>
                </a:lnTo>
                <a:lnTo>
                  <a:pt x="20803" y="171"/>
                </a:lnTo>
                <a:lnTo>
                  <a:pt x="3772" y="33147"/>
                </a:lnTo>
              </a:path>
            </a:pathLst>
          </a:custGeom>
          <a:solidFill xmlns:a="http://schemas.openxmlformats.org/drawingml/2006/main">
            <a:srgbClr val="9A9C9E"/>
          </a:solidFill>
          <a:ln xmlns:a="http://schemas.openxmlformats.org/drawingml/2006/main" w="0">
            <a:noFill/>
            <a:prstDash val="solid"/>
          </a:ln>
        </p:spPr>
      </p:sp>
      <p:sp>
        <p:nvSpPr>
          <p:cNvPr id="96" name="pdf-path-105">
            <a:extLst xmlns:a="http://schemas.openxmlformats.org/drawingml/2006/main">
              <a:ext uri="{FF2B5EF4-FFF2-40B4-BE49-F238E27FC236}">
                <a16:creationId xmlns:a16="http://schemas.microsoft.com/office/drawing/2014/main" id="{4F4BDAE1-4890-44FC-8851-43C5D169A6C9}"/>
              </a:ext>
            </a:extLst>
          </p:cNvPr>
          <p:cNvSpPr>
            <a:spLocks xmlns:a="http://schemas.openxmlformats.org/drawingml/2006/main" noGrp="1"/>
          </p:cNvSpPr>
          <p:nvPr/>
        </p:nvSpPr>
        <p:spPr>
          <a:xfrm xmlns:a="http://schemas.openxmlformats.org/drawingml/2006/main" rot="0">
            <a:off x="4075566" y="4428211"/>
            <a:ext cx="486" cy="886"/>
          </a:xfrm>
          <a:custGeom xmlns:a="http://schemas.openxmlformats.org/drawingml/2006/main">
            <a:pathLst>
              <a:path w="486" h="886">
                <a:moveTo>
                  <a:pt x="171" y="886"/>
                </a:moveTo>
                <a:lnTo>
                  <a:pt x="0" y="0"/>
                </a:lnTo>
                <a:lnTo>
                  <a:pt x="486" y="286"/>
                </a:lnTo>
                <a:lnTo>
                  <a:pt x="171" y="886"/>
                </a:lnTo>
              </a:path>
            </a:pathLst>
          </a:custGeom>
          <a:solidFill xmlns:a="http://schemas.openxmlformats.org/drawingml/2006/main">
            <a:srgbClr val="FFFFFF"/>
          </a:solidFill>
          <a:ln xmlns:a="http://schemas.openxmlformats.org/drawingml/2006/main" w="0">
            <a:noFill/>
            <a:prstDash val="solid"/>
          </a:ln>
        </p:spPr>
      </p:sp>
      <p:sp>
        <p:nvSpPr>
          <p:cNvPr id="97" name="pdf-path-106">
            <a:extLst xmlns:a="http://schemas.openxmlformats.org/drawingml/2006/main">
              <a:ext uri="{FF2B5EF4-FFF2-40B4-BE49-F238E27FC236}">
                <a16:creationId xmlns:a16="http://schemas.microsoft.com/office/drawing/2014/main" id="{B446DCBD-2A59-4B7B-A502-6B13573E3AEB}"/>
              </a:ext>
            </a:extLst>
          </p:cNvPr>
          <p:cNvSpPr>
            <a:spLocks xmlns:a="http://schemas.openxmlformats.org/drawingml/2006/main" noGrp="1"/>
          </p:cNvSpPr>
          <p:nvPr/>
        </p:nvSpPr>
        <p:spPr>
          <a:xfrm xmlns:a="http://schemas.openxmlformats.org/drawingml/2006/main" rot="0">
            <a:off x="4101798" y="4366488"/>
            <a:ext cx="18459" cy="32890"/>
          </a:xfrm>
          <a:custGeom xmlns:a="http://schemas.openxmlformats.org/drawingml/2006/main">
            <a:pathLst>
              <a:path w="18459" h="32890">
                <a:moveTo>
                  <a:pt x="18459" y="32890"/>
                </a:moveTo>
                <a:lnTo>
                  <a:pt x="0" y="32661"/>
                </a:lnTo>
                <a:lnTo>
                  <a:pt x="16859" y="0"/>
                </a:lnTo>
                <a:cubicBezTo>
                  <a:pt x="17431" y="10773"/>
                  <a:pt x="17945" y="21717"/>
                  <a:pt x="18459" y="32890"/>
                </a:cubicBezTo>
              </a:path>
            </a:pathLst>
          </a:custGeom>
          <a:solidFill xmlns:a="http://schemas.openxmlformats.org/drawingml/2006/main">
            <a:srgbClr val="FFFFFF"/>
          </a:solidFill>
          <a:ln xmlns:a="http://schemas.openxmlformats.org/drawingml/2006/main" w="0">
            <a:noFill/>
            <a:prstDash val="solid"/>
          </a:ln>
        </p:spPr>
      </p:sp>
      <p:sp>
        <p:nvSpPr>
          <p:cNvPr id="98" name="pdf-path-107">
            <a:extLst xmlns:a="http://schemas.openxmlformats.org/drawingml/2006/main">
              <a:ext uri="{FF2B5EF4-FFF2-40B4-BE49-F238E27FC236}">
                <a16:creationId xmlns:a16="http://schemas.microsoft.com/office/drawing/2014/main" id="{E0480D53-3D9E-4563-8640-0ABEEA4B98E5}"/>
              </a:ext>
            </a:extLst>
          </p:cNvPr>
          <p:cNvSpPr>
            <a:spLocks xmlns:a="http://schemas.openxmlformats.org/drawingml/2006/main" noGrp="1"/>
          </p:cNvSpPr>
          <p:nvPr/>
        </p:nvSpPr>
        <p:spPr>
          <a:xfrm xmlns:a="http://schemas.openxmlformats.org/drawingml/2006/main" rot="0">
            <a:off x="4045248" y="4070651"/>
            <a:ext cx="65180" cy="274177"/>
          </a:xfrm>
          <a:custGeom xmlns:a="http://schemas.openxmlformats.org/drawingml/2006/main">
            <a:pathLst>
              <a:path w="65180" h="274177">
                <a:moveTo>
                  <a:pt x="13059" y="274177"/>
                </a:moveTo>
                <a:lnTo>
                  <a:pt x="7658" y="248088"/>
                </a:lnTo>
                <a:lnTo>
                  <a:pt x="22546" y="255775"/>
                </a:lnTo>
                <a:lnTo>
                  <a:pt x="13059" y="274177"/>
                </a:lnTo>
                <a:moveTo>
                  <a:pt x="27918" y="245402"/>
                </a:moveTo>
                <a:lnTo>
                  <a:pt x="4629" y="233343"/>
                </a:lnTo>
                <a:lnTo>
                  <a:pt x="0" y="211026"/>
                </a:lnTo>
                <a:cubicBezTo>
                  <a:pt x="0" y="187281"/>
                  <a:pt x="1143" y="160791"/>
                  <a:pt x="3114" y="134817"/>
                </a:cubicBezTo>
                <a:lnTo>
                  <a:pt x="64608" y="166649"/>
                </a:lnTo>
                <a:cubicBezTo>
                  <a:pt x="64808" y="168821"/>
                  <a:pt x="64980" y="171050"/>
                  <a:pt x="65180" y="173250"/>
                </a:cubicBezTo>
                <a:lnTo>
                  <a:pt x="27918" y="245402"/>
                </a:lnTo>
                <a:moveTo>
                  <a:pt x="63379" y="152848"/>
                </a:moveTo>
                <a:lnTo>
                  <a:pt x="4143" y="122216"/>
                </a:lnTo>
                <a:cubicBezTo>
                  <a:pt x="6458" y="96041"/>
                  <a:pt x="9601" y="70981"/>
                  <a:pt x="13316" y="50435"/>
                </a:cubicBezTo>
                <a:lnTo>
                  <a:pt x="53978" y="71495"/>
                </a:lnTo>
                <a:cubicBezTo>
                  <a:pt x="57293" y="94012"/>
                  <a:pt x="60436" y="121387"/>
                  <a:pt x="63379" y="152848"/>
                </a:cubicBezTo>
                <a:moveTo>
                  <a:pt x="51749" y="57179"/>
                </a:moveTo>
                <a:lnTo>
                  <a:pt x="15659" y="38491"/>
                </a:lnTo>
                <a:cubicBezTo>
                  <a:pt x="20603" y="15116"/>
                  <a:pt x="26375" y="0"/>
                  <a:pt x="32375" y="0"/>
                </a:cubicBezTo>
                <a:cubicBezTo>
                  <a:pt x="35033" y="0"/>
                  <a:pt x="37776" y="2972"/>
                  <a:pt x="40491" y="9573"/>
                </a:cubicBezTo>
                <a:cubicBezTo>
                  <a:pt x="44291" y="18774"/>
                  <a:pt x="48092" y="34947"/>
                  <a:pt x="51749" y="57179"/>
                </a:cubicBezTo>
              </a:path>
            </a:pathLst>
          </a:custGeom>
          <a:solidFill xmlns:a="http://schemas.openxmlformats.org/drawingml/2006/main">
            <a:srgbClr val="CFDFE2"/>
          </a:solidFill>
          <a:ln xmlns:a="http://schemas.openxmlformats.org/drawingml/2006/main" w="0">
            <a:noFill/>
            <a:prstDash val="solid"/>
          </a:ln>
        </p:spPr>
      </p:sp>
      <p:sp>
        <p:nvSpPr>
          <p:cNvPr id="99" name="pdf-path-108">
            <a:extLst xmlns:a="http://schemas.openxmlformats.org/drawingml/2006/main">
              <a:ext uri="{FF2B5EF4-FFF2-40B4-BE49-F238E27FC236}">
                <a16:creationId xmlns:a16="http://schemas.microsoft.com/office/drawing/2014/main" id="{2B10A4B5-D248-430A-AC07-C7E8D8BFCB90}"/>
              </a:ext>
            </a:extLst>
          </p:cNvPr>
          <p:cNvSpPr>
            <a:spLocks xmlns:a="http://schemas.openxmlformats.org/drawingml/2006/main" noGrp="1"/>
          </p:cNvSpPr>
          <p:nvPr/>
        </p:nvSpPr>
        <p:spPr>
          <a:xfrm xmlns:a="http://schemas.openxmlformats.org/drawingml/2006/main" rot="0">
            <a:off x="4058307" y="4243902"/>
            <a:ext cx="58836" cy="155077"/>
          </a:xfrm>
          <a:custGeom xmlns:a="http://schemas.openxmlformats.org/drawingml/2006/main">
            <a:pathLst>
              <a:path w="58836" h="155077">
                <a:moveTo>
                  <a:pt x="30432" y="155077"/>
                </a:moveTo>
                <a:lnTo>
                  <a:pt x="11144" y="154819"/>
                </a:lnTo>
                <a:lnTo>
                  <a:pt x="0" y="100927"/>
                </a:lnTo>
                <a:lnTo>
                  <a:pt x="9487" y="82525"/>
                </a:lnTo>
                <a:lnTo>
                  <a:pt x="55579" y="106385"/>
                </a:lnTo>
                <a:lnTo>
                  <a:pt x="30432" y="155077"/>
                </a:lnTo>
                <a:moveTo>
                  <a:pt x="58836" y="94898"/>
                </a:moveTo>
                <a:lnTo>
                  <a:pt x="14859" y="72152"/>
                </a:lnTo>
                <a:lnTo>
                  <a:pt x="52121" y="0"/>
                </a:lnTo>
                <a:cubicBezTo>
                  <a:pt x="54578" y="28832"/>
                  <a:pt x="56836" y="60608"/>
                  <a:pt x="58836" y="94898"/>
                </a:cubicBezTo>
              </a:path>
            </a:pathLst>
          </a:custGeom>
          <a:solidFill xmlns:a="http://schemas.openxmlformats.org/drawingml/2006/main">
            <a:srgbClr val="CFDFE2"/>
          </a:solidFill>
          <a:ln xmlns:a="http://schemas.openxmlformats.org/drawingml/2006/main" w="0">
            <a:noFill/>
            <a:prstDash val="solid"/>
          </a:ln>
        </p:spPr>
      </p:sp>
      <p:sp>
        <p:nvSpPr>
          <p:cNvPr id="100" name="pdf-path-109">
            <a:extLst xmlns:a="http://schemas.openxmlformats.org/drawingml/2006/main">
              <a:ext uri="{FF2B5EF4-FFF2-40B4-BE49-F238E27FC236}">
                <a16:creationId xmlns:a16="http://schemas.microsoft.com/office/drawing/2014/main" id="{7AABB754-2BFC-4C50-9B60-0A6C14A78A6A}"/>
              </a:ext>
            </a:extLst>
          </p:cNvPr>
          <p:cNvSpPr>
            <a:spLocks xmlns:a="http://schemas.openxmlformats.org/drawingml/2006/main" noGrp="1"/>
          </p:cNvSpPr>
          <p:nvPr/>
        </p:nvSpPr>
        <p:spPr>
          <a:xfrm xmlns:a="http://schemas.openxmlformats.org/drawingml/2006/main" rot="0">
            <a:off x="4088740" y="4347972"/>
            <a:ext cx="29918" cy="51178"/>
          </a:xfrm>
          <a:custGeom xmlns:a="http://schemas.openxmlformats.org/drawingml/2006/main">
            <a:pathLst>
              <a:path w="29918" h="51178">
                <a:moveTo>
                  <a:pt x="13059" y="51178"/>
                </a:moveTo>
                <a:lnTo>
                  <a:pt x="0" y="51006"/>
                </a:lnTo>
                <a:lnTo>
                  <a:pt x="25146" y="2314"/>
                </a:lnTo>
                <a:lnTo>
                  <a:pt x="27175" y="3372"/>
                </a:lnTo>
                <a:lnTo>
                  <a:pt x="28918" y="0"/>
                </a:lnTo>
                <a:cubicBezTo>
                  <a:pt x="29261" y="6115"/>
                  <a:pt x="29604" y="12287"/>
                  <a:pt x="29918" y="18516"/>
                </a:cubicBezTo>
                <a:lnTo>
                  <a:pt x="13059" y="51178"/>
                </a:lnTo>
              </a:path>
            </a:pathLst>
          </a:custGeom>
          <a:solidFill xmlns:a="http://schemas.openxmlformats.org/drawingml/2006/main">
            <a:srgbClr val="9A9C9E"/>
          </a:solidFill>
          <a:ln xmlns:a="http://schemas.openxmlformats.org/drawingml/2006/main" w="0">
            <a:noFill/>
            <a:prstDash val="solid"/>
          </a:ln>
        </p:spPr>
      </p:sp>
      <p:sp>
        <p:nvSpPr>
          <p:cNvPr id="101" name="pdf-path-110">
            <a:extLst xmlns:a="http://schemas.openxmlformats.org/drawingml/2006/main">
              <a:ext uri="{FF2B5EF4-FFF2-40B4-BE49-F238E27FC236}">
                <a16:creationId xmlns:a16="http://schemas.microsoft.com/office/drawing/2014/main" id="{DB1BBA50-BC18-4603-B154-959BE4B48769}"/>
              </a:ext>
            </a:extLst>
          </p:cNvPr>
          <p:cNvSpPr>
            <a:spLocks xmlns:a="http://schemas.openxmlformats.org/drawingml/2006/main" noGrp="1"/>
          </p:cNvSpPr>
          <p:nvPr/>
        </p:nvSpPr>
        <p:spPr>
          <a:xfrm xmlns:a="http://schemas.openxmlformats.org/drawingml/2006/main" rot="0">
            <a:off x="4049878" y="4303996"/>
            <a:ext cx="67780" cy="47349"/>
          </a:xfrm>
          <a:custGeom xmlns:a="http://schemas.openxmlformats.org/drawingml/2006/main">
            <a:pathLst>
              <a:path w="67780" h="47349">
                <a:moveTo>
                  <a:pt x="66037" y="47349"/>
                </a:moveTo>
                <a:lnTo>
                  <a:pt x="64008" y="46291"/>
                </a:lnTo>
                <a:lnTo>
                  <a:pt x="17916" y="22431"/>
                </a:lnTo>
                <a:lnTo>
                  <a:pt x="3029" y="14744"/>
                </a:lnTo>
                <a:lnTo>
                  <a:pt x="0" y="0"/>
                </a:lnTo>
                <a:lnTo>
                  <a:pt x="23289" y="12059"/>
                </a:lnTo>
                <a:lnTo>
                  <a:pt x="67266" y="34804"/>
                </a:lnTo>
                <a:cubicBezTo>
                  <a:pt x="67437" y="37862"/>
                  <a:pt x="67608" y="40919"/>
                  <a:pt x="67780" y="43977"/>
                </a:cubicBezTo>
                <a:lnTo>
                  <a:pt x="66037" y="47349"/>
                </a:lnTo>
              </a:path>
            </a:pathLst>
          </a:custGeom>
          <a:solidFill xmlns:a="http://schemas.openxmlformats.org/drawingml/2006/main">
            <a:srgbClr val="FFFFFF"/>
          </a:solidFill>
          <a:ln xmlns:a="http://schemas.openxmlformats.org/drawingml/2006/main" w="0">
            <a:noFill/>
            <a:prstDash val="solid"/>
          </a:ln>
        </p:spPr>
      </p:sp>
      <p:sp>
        <p:nvSpPr>
          <p:cNvPr id="102" name="pdf-path-111">
            <a:extLst xmlns:a="http://schemas.openxmlformats.org/drawingml/2006/main">
              <a:ext uri="{FF2B5EF4-FFF2-40B4-BE49-F238E27FC236}">
                <a16:creationId xmlns:a16="http://schemas.microsoft.com/office/drawing/2014/main" id="{F7AAC928-EF0E-4AB0-B954-182B0BF876E2}"/>
              </a:ext>
            </a:extLst>
          </p:cNvPr>
          <p:cNvSpPr>
            <a:spLocks xmlns:a="http://schemas.openxmlformats.org/drawingml/2006/main" noGrp="1"/>
          </p:cNvSpPr>
          <p:nvPr/>
        </p:nvSpPr>
        <p:spPr>
          <a:xfrm xmlns:a="http://schemas.openxmlformats.org/drawingml/2006/main" rot="0">
            <a:off x="4048363" y="4192867"/>
            <a:ext cx="61493" cy="44434"/>
          </a:xfrm>
          <a:custGeom xmlns:a="http://schemas.openxmlformats.org/drawingml/2006/main">
            <a:pathLst>
              <a:path w="61493" h="44434">
                <a:moveTo>
                  <a:pt x="61493" y="44434"/>
                </a:moveTo>
                <a:lnTo>
                  <a:pt x="0" y="12601"/>
                </a:lnTo>
                <a:cubicBezTo>
                  <a:pt x="314" y="8401"/>
                  <a:pt x="685" y="4172"/>
                  <a:pt x="1029" y="0"/>
                </a:cubicBezTo>
                <a:lnTo>
                  <a:pt x="60264" y="30632"/>
                </a:lnTo>
                <a:cubicBezTo>
                  <a:pt x="60664" y="35175"/>
                  <a:pt x="61093" y="39748"/>
                  <a:pt x="61493" y="44434"/>
                </a:cubicBezTo>
              </a:path>
            </a:pathLst>
          </a:custGeom>
          <a:solidFill xmlns:a="http://schemas.openxmlformats.org/drawingml/2006/main">
            <a:srgbClr val="FFFFFF"/>
          </a:solidFill>
          <a:ln xmlns:a="http://schemas.openxmlformats.org/drawingml/2006/main" w="0">
            <a:noFill/>
            <a:prstDash val="solid"/>
          </a:ln>
        </p:spPr>
      </p:sp>
      <p:sp>
        <p:nvSpPr>
          <p:cNvPr id="103" name="pdf-path-112">
            <a:extLst xmlns:a="http://schemas.openxmlformats.org/drawingml/2006/main">
              <a:ext uri="{FF2B5EF4-FFF2-40B4-BE49-F238E27FC236}">
                <a16:creationId xmlns:a16="http://schemas.microsoft.com/office/drawing/2014/main" id="{BF8A0AC4-9A4C-4BA8-A701-36E952A8C9ED}"/>
              </a:ext>
            </a:extLst>
          </p:cNvPr>
          <p:cNvSpPr>
            <a:spLocks xmlns:a="http://schemas.openxmlformats.org/drawingml/2006/main" noGrp="1"/>
          </p:cNvSpPr>
          <p:nvPr/>
        </p:nvSpPr>
        <p:spPr>
          <a:xfrm xmlns:a="http://schemas.openxmlformats.org/drawingml/2006/main" rot="0">
            <a:off x="4058564" y="4109141"/>
            <a:ext cx="40662" cy="33004"/>
          </a:xfrm>
          <a:custGeom xmlns:a="http://schemas.openxmlformats.org/drawingml/2006/main">
            <a:pathLst>
              <a:path w="40662" h="33004">
                <a:moveTo>
                  <a:pt x="40662" y="33004"/>
                </a:moveTo>
                <a:lnTo>
                  <a:pt x="0" y="11944"/>
                </a:lnTo>
                <a:cubicBezTo>
                  <a:pt x="743" y="7772"/>
                  <a:pt x="1543" y="3772"/>
                  <a:pt x="2343" y="0"/>
                </a:cubicBezTo>
                <a:lnTo>
                  <a:pt x="38433" y="18688"/>
                </a:lnTo>
                <a:cubicBezTo>
                  <a:pt x="39176" y="23203"/>
                  <a:pt x="39919" y="27975"/>
                  <a:pt x="40662" y="33004"/>
                </a:cubicBezTo>
              </a:path>
            </a:pathLst>
          </a:custGeom>
          <a:solidFill xmlns:a="http://schemas.openxmlformats.org/drawingml/2006/main">
            <a:srgbClr val="FFFFFF"/>
          </a:solidFill>
          <a:ln xmlns:a="http://schemas.openxmlformats.org/drawingml/2006/main" w="0">
            <a:noFill/>
            <a:prstDash val="solid"/>
          </a:ln>
        </p:spPr>
      </p:sp>
      <p:sp>
        <p:nvSpPr>
          <p:cNvPr id="104" name="pdf-path-113">
            <a:extLst xmlns:a="http://schemas.openxmlformats.org/drawingml/2006/main">
              <a:ext uri="{FF2B5EF4-FFF2-40B4-BE49-F238E27FC236}">
                <a16:creationId xmlns:a16="http://schemas.microsoft.com/office/drawing/2014/main" id="{FA42734B-7837-453C-B870-D9FEC877F6CF}"/>
              </a:ext>
            </a:extLst>
          </p:cNvPr>
          <p:cNvSpPr>
            <a:spLocks xmlns:a="http://schemas.openxmlformats.org/drawingml/2006/main" noGrp="1"/>
          </p:cNvSpPr>
          <p:nvPr/>
        </p:nvSpPr>
        <p:spPr>
          <a:xfrm xmlns:a="http://schemas.openxmlformats.org/drawingml/2006/main" rot="0">
            <a:off x="4069451" y="4398722"/>
            <a:ext cx="51321" cy="12373"/>
          </a:xfrm>
          <a:custGeom xmlns:a="http://schemas.openxmlformats.org/drawingml/2006/main">
            <a:pathLst>
              <a:path w="51321" h="12373">
                <a:moveTo>
                  <a:pt x="51321" y="12373"/>
                </a:moveTo>
                <a:lnTo>
                  <a:pt x="26347" y="12030"/>
                </a:lnTo>
                <a:lnTo>
                  <a:pt x="2429" y="11716"/>
                </a:lnTo>
                <a:lnTo>
                  <a:pt x="0" y="0"/>
                </a:lnTo>
                <a:lnTo>
                  <a:pt x="32347" y="429"/>
                </a:lnTo>
                <a:lnTo>
                  <a:pt x="50806" y="657"/>
                </a:lnTo>
                <a:cubicBezTo>
                  <a:pt x="50978" y="4543"/>
                  <a:pt x="51149" y="8458"/>
                  <a:pt x="51321" y="12373"/>
                </a:cubicBezTo>
              </a:path>
            </a:pathLst>
          </a:custGeom>
          <a:solidFill xmlns:a="http://schemas.openxmlformats.org/drawingml/2006/main">
            <a:srgbClr val="231F20"/>
          </a:solidFill>
          <a:ln xmlns:a="http://schemas.openxmlformats.org/drawingml/2006/main" w="0">
            <a:noFill/>
            <a:prstDash val="solid"/>
          </a:ln>
        </p:spPr>
      </p:sp>
      <p:sp>
        <p:nvSpPr>
          <p:cNvPr id="105" name="pdf-path-114">
            <a:extLst xmlns:a="http://schemas.openxmlformats.org/drawingml/2006/main">
              <a:ext uri="{FF2B5EF4-FFF2-40B4-BE49-F238E27FC236}">
                <a16:creationId xmlns:a16="http://schemas.microsoft.com/office/drawing/2014/main" id="{93E154D7-1BC2-4BCA-B7CE-DAD14A127721}"/>
              </a:ext>
            </a:extLst>
          </p:cNvPr>
          <p:cNvSpPr>
            <a:spLocks xmlns:a="http://schemas.openxmlformats.org/drawingml/2006/main" noGrp="1"/>
          </p:cNvSpPr>
          <p:nvPr/>
        </p:nvSpPr>
        <p:spPr>
          <a:xfrm xmlns:a="http://schemas.openxmlformats.org/drawingml/2006/main" rot="0">
            <a:off x="4045248" y="4031276"/>
            <a:ext cx="80553" cy="571842"/>
          </a:xfrm>
          <a:custGeom xmlns:a="http://schemas.openxmlformats.org/drawingml/2006/main">
            <a:pathLst>
              <a:path w="80553" h="571842">
                <a:moveTo>
                  <a:pt x="0" y="250403"/>
                </a:moveTo>
                <a:cubicBezTo>
                  <a:pt x="0" y="149675"/>
                  <a:pt x="20260" y="0"/>
                  <a:pt x="40491" y="48948"/>
                </a:cubicBezTo>
                <a:cubicBezTo>
                  <a:pt x="50607" y="73408"/>
                  <a:pt x="60722" y="147532"/>
                  <a:pt x="68294" y="252602"/>
                </a:cubicBezTo>
                <a:cubicBezTo>
                  <a:pt x="72095" y="305123"/>
                  <a:pt x="75267" y="365416"/>
                  <a:pt x="77467" y="431053"/>
                </a:cubicBezTo>
                <a:cubicBezTo>
                  <a:pt x="78610" y="463915"/>
                  <a:pt x="79467" y="498090"/>
                  <a:pt x="80039" y="533324"/>
                </a:cubicBezTo>
                <a:cubicBezTo>
                  <a:pt x="80210" y="542124"/>
                  <a:pt x="80324" y="551040"/>
                  <a:pt x="80439" y="559954"/>
                </a:cubicBezTo>
                <a:lnTo>
                  <a:pt x="80553" y="571842"/>
                </a:lnTo>
              </a:path>
            </a:pathLst>
          </a:custGeom>
          <a:noFill xmlns:a="http://schemas.openxmlformats.org/drawingml/2006/main"/>
          <a:ln xmlns:a="http://schemas.openxmlformats.org/drawingml/2006/main" w="11687">
            <a:solidFill>
              <a:srgbClr val="64A644"/>
            </a:solidFill>
            <a:prstDash val="dash"/>
          </a:ln>
        </p:spPr>
      </p:sp>
      <p:sp>
        <p:nvSpPr>
          <p:cNvPr id="106" name="pdf-path-115">
            <a:extLst xmlns:a="http://schemas.openxmlformats.org/drawingml/2006/main">
              <a:ext uri="{FF2B5EF4-FFF2-40B4-BE49-F238E27FC236}">
                <a16:creationId xmlns:a16="http://schemas.microsoft.com/office/drawing/2014/main" id="{DD32DBB4-8867-474C-9A36-ED8C23807BBB}"/>
              </a:ext>
            </a:extLst>
          </p:cNvPr>
          <p:cNvSpPr>
            <a:spLocks xmlns:a="http://schemas.openxmlformats.org/drawingml/2006/main" noGrp="1"/>
          </p:cNvSpPr>
          <p:nvPr/>
        </p:nvSpPr>
        <p:spPr>
          <a:xfrm xmlns:a="http://schemas.openxmlformats.org/drawingml/2006/main" rot="0">
            <a:off x="4106513" y="4603005"/>
            <a:ext cx="38576" cy="53150"/>
          </a:xfrm>
          <a:custGeom xmlns:a="http://schemas.openxmlformats.org/drawingml/2006/main">
            <a:pathLst>
              <a:path w="38576" h="53150">
                <a:moveTo>
                  <a:pt x="0" y="228"/>
                </a:moveTo>
                <a:lnTo>
                  <a:pt x="19603" y="53150"/>
                </a:lnTo>
                <a:lnTo>
                  <a:pt x="38576" y="0"/>
                </a:lnTo>
              </a:path>
            </a:pathLst>
          </a:custGeom>
          <a:solidFill xmlns:a="http://schemas.openxmlformats.org/drawingml/2006/main">
            <a:srgbClr val="64A644"/>
          </a:solidFill>
          <a:ln xmlns:a="http://schemas.openxmlformats.org/drawingml/2006/main" w="0">
            <a:noFill/>
            <a:prstDash val="solid"/>
          </a:ln>
        </p:spPr>
      </p:sp>
      <p:sp>
        <p:nvSpPr>
          <p:cNvPr id="107" name="pdf-path-116">
            <a:extLst xmlns:a="http://schemas.openxmlformats.org/drawingml/2006/main">
              <a:ext uri="{FF2B5EF4-FFF2-40B4-BE49-F238E27FC236}">
                <a16:creationId xmlns:a16="http://schemas.microsoft.com/office/drawing/2014/main" id="{A08B247B-04BE-483A-ABBF-18212836A69D}"/>
              </a:ext>
            </a:extLst>
          </p:cNvPr>
          <p:cNvSpPr>
            <a:spLocks xmlns:a="http://schemas.openxmlformats.org/drawingml/2006/main" noGrp="1"/>
          </p:cNvSpPr>
          <p:nvPr/>
        </p:nvSpPr>
        <p:spPr>
          <a:xfrm xmlns:a="http://schemas.openxmlformats.org/drawingml/2006/main" rot="0">
            <a:off x="4106513" y="4603005"/>
            <a:ext cx="38576" cy="53150"/>
          </a:xfrm>
          <a:custGeom xmlns:a="http://schemas.openxmlformats.org/drawingml/2006/main">
            <a:pathLst>
              <a:path w="38576" h="53150">
                <a:moveTo>
                  <a:pt x="0" y="228"/>
                </a:moveTo>
                <a:lnTo>
                  <a:pt x="19603" y="53150"/>
                </a:lnTo>
                <a:lnTo>
                  <a:pt x="38576" y="0"/>
                </a:lnTo>
                <a:lnTo>
                  <a:pt x="0" y="228"/>
                </a:lnTo>
              </a:path>
            </a:pathLst>
          </a:custGeom>
          <a:noFill xmlns:a="http://schemas.openxmlformats.org/drawingml/2006/main"/>
          <a:ln xmlns:a="http://schemas.openxmlformats.org/drawingml/2006/main" w="11687">
            <a:solidFill>
              <a:srgbClr val="64A644"/>
            </a:solidFill>
            <a:prstDash val="solid"/>
          </a:ln>
        </p:spPr>
      </p:sp>
      <p:sp>
        <p:nvSpPr>
          <p:cNvPr id="108" name="pdf-path-117">
            <a:extLst xmlns:a="http://schemas.openxmlformats.org/drawingml/2006/main">
              <a:ext uri="{FF2B5EF4-FFF2-40B4-BE49-F238E27FC236}">
                <a16:creationId xmlns:a16="http://schemas.microsoft.com/office/drawing/2014/main" id="{38723330-9766-44F6-B24F-10EFA5698957}"/>
              </a:ext>
            </a:extLst>
          </p:cNvPr>
          <p:cNvSpPr>
            <a:spLocks xmlns:a="http://schemas.openxmlformats.org/drawingml/2006/main" noGrp="1"/>
          </p:cNvSpPr>
          <p:nvPr/>
        </p:nvSpPr>
        <p:spPr>
          <a:xfrm xmlns:a="http://schemas.openxmlformats.org/drawingml/2006/main" rot="0">
            <a:off x="4525965" y="4119800"/>
            <a:ext cx="794871" cy="95"/>
          </a:xfrm>
          <a:custGeom xmlns:a="http://schemas.openxmlformats.org/drawingml/2006/main">
            <a:pathLst>
              <a:path w="794871" h="95">
                <a:moveTo>
                  <a:pt x="794871" y="0"/>
                </a:moveTo>
                <a:lnTo>
                  <a:pt x="0" y="0"/>
                </a:lnTo>
                <a:lnTo>
                  <a:pt x="794871" y="0"/>
                </a:lnTo>
              </a:path>
            </a:pathLst>
          </a:custGeom>
          <a:solidFill xmlns:a="http://schemas.openxmlformats.org/drawingml/2006/main">
            <a:srgbClr val="FFFFFF"/>
          </a:solidFill>
          <a:ln xmlns:a="http://schemas.openxmlformats.org/drawingml/2006/main" w="0">
            <a:noFill/>
            <a:prstDash val="solid"/>
          </a:ln>
        </p:spPr>
      </p:sp>
      <p:sp>
        <p:nvSpPr>
          <p:cNvPr id="109" name="pdf-path-118">
            <a:extLst xmlns:a="http://schemas.openxmlformats.org/drawingml/2006/main">
              <a:ext uri="{FF2B5EF4-FFF2-40B4-BE49-F238E27FC236}">
                <a16:creationId xmlns:a16="http://schemas.microsoft.com/office/drawing/2014/main" id="{C844B3B5-598B-4934-BC6D-4E740B8A8A00}"/>
              </a:ext>
            </a:extLst>
          </p:cNvPr>
          <p:cNvSpPr>
            <a:spLocks xmlns:a="http://schemas.openxmlformats.org/drawingml/2006/main" noGrp="1"/>
          </p:cNvSpPr>
          <p:nvPr/>
        </p:nvSpPr>
        <p:spPr>
          <a:xfrm xmlns:a="http://schemas.openxmlformats.org/drawingml/2006/main" rot="0">
            <a:off x="4525966" y="4119800"/>
            <a:ext cx="724748" cy="95"/>
          </a:xfrm>
          <a:custGeom xmlns:a="http://schemas.openxmlformats.org/drawingml/2006/main">
            <a:pathLst>
              <a:path w="724748" h="95">
                <a:moveTo>
                  <a:pt x="0" y="0"/>
                </a:moveTo>
                <a:lnTo>
                  <a:pt x="724748" y="0"/>
                </a:lnTo>
              </a:path>
            </a:pathLst>
          </a:custGeom>
          <a:noFill xmlns:a="http://schemas.openxmlformats.org/drawingml/2006/main"/>
          <a:ln xmlns:a="http://schemas.openxmlformats.org/drawingml/2006/main" w="11687">
            <a:solidFill>
              <a:srgbClr val="231F20"/>
            </a:solidFill>
            <a:prstDash val="solid"/>
          </a:ln>
        </p:spPr>
      </p:sp>
      <p:sp>
        <p:nvSpPr>
          <p:cNvPr id="110" name="pdf-path-119">
            <a:extLst xmlns:a="http://schemas.openxmlformats.org/drawingml/2006/main">
              <a:ext uri="{FF2B5EF4-FFF2-40B4-BE49-F238E27FC236}">
                <a16:creationId xmlns:a16="http://schemas.microsoft.com/office/drawing/2014/main" id="{DCBE3CAC-8A5F-401F-90B4-F6B27B51233D}"/>
              </a:ext>
            </a:extLst>
          </p:cNvPr>
          <p:cNvSpPr>
            <a:spLocks xmlns:a="http://schemas.openxmlformats.org/drawingml/2006/main" noGrp="1"/>
          </p:cNvSpPr>
          <p:nvPr/>
        </p:nvSpPr>
        <p:spPr>
          <a:xfrm xmlns:a="http://schemas.openxmlformats.org/drawingml/2006/main" rot="0">
            <a:off x="5250713" y="4100512"/>
            <a:ext cx="53035" cy="38576"/>
          </a:xfrm>
          <a:custGeom xmlns:a="http://schemas.openxmlformats.org/drawingml/2006/main">
            <a:pathLst>
              <a:path w="53035" h="38576">
                <a:moveTo>
                  <a:pt x="0" y="38576"/>
                </a:moveTo>
                <a:lnTo>
                  <a:pt x="53035" y="19288"/>
                </a:lnTo>
                <a:lnTo>
                  <a:pt x="0" y="0"/>
                </a:lnTo>
              </a:path>
            </a:pathLst>
          </a:custGeom>
          <a:solidFill xmlns:a="http://schemas.openxmlformats.org/drawingml/2006/main">
            <a:srgbClr val="231F20"/>
          </a:solidFill>
          <a:ln xmlns:a="http://schemas.openxmlformats.org/drawingml/2006/main" w="0">
            <a:noFill/>
            <a:prstDash val="solid"/>
          </a:ln>
        </p:spPr>
      </p:sp>
      <p:sp>
        <p:nvSpPr>
          <p:cNvPr id="111" name="pdf-path-120">
            <a:extLst xmlns:a="http://schemas.openxmlformats.org/drawingml/2006/main">
              <a:ext uri="{FF2B5EF4-FFF2-40B4-BE49-F238E27FC236}">
                <a16:creationId xmlns:a16="http://schemas.microsoft.com/office/drawing/2014/main" id="{7BCC0868-7E91-4378-8F08-AF003CC73293}"/>
              </a:ext>
            </a:extLst>
          </p:cNvPr>
          <p:cNvSpPr>
            <a:spLocks xmlns:a="http://schemas.openxmlformats.org/drawingml/2006/main" noGrp="1"/>
          </p:cNvSpPr>
          <p:nvPr/>
        </p:nvSpPr>
        <p:spPr>
          <a:xfrm xmlns:a="http://schemas.openxmlformats.org/drawingml/2006/main" rot="0">
            <a:off x="5250713" y="4100512"/>
            <a:ext cx="53035" cy="38576"/>
          </a:xfrm>
          <a:custGeom xmlns:a="http://schemas.openxmlformats.org/drawingml/2006/main">
            <a:pathLst>
              <a:path w="53035" h="38576">
                <a:moveTo>
                  <a:pt x="0" y="38576"/>
                </a:moveTo>
                <a:lnTo>
                  <a:pt x="53035" y="19288"/>
                </a:lnTo>
                <a:lnTo>
                  <a:pt x="0" y="0"/>
                </a:lnTo>
                <a:lnTo>
                  <a:pt x="0" y="38576"/>
                </a:lnTo>
              </a:path>
            </a:pathLst>
          </a:custGeom>
          <a:noFill xmlns:a="http://schemas.openxmlformats.org/drawingml/2006/main"/>
          <a:ln xmlns:a="http://schemas.openxmlformats.org/drawingml/2006/main" w="11687">
            <a:solidFill>
              <a:srgbClr val="231F20"/>
            </a:solidFill>
            <a:prstDash val="solid"/>
          </a:ln>
        </p:spPr>
      </p:sp>
      <p:sp>
        <p:nvSpPr>
          <p:cNvPr id="112" name="pdf-path-121">
            <a:extLst xmlns:a="http://schemas.openxmlformats.org/drawingml/2006/main">
              <a:ext uri="{FF2B5EF4-FFF2-40B4-BE49-F238E27FC236}">
                <a16:creationId xmlns:a16="http://schemas.microsoft.com/office/drawing/2014/main" id="{DF64FCFC-C4E0-456D-8136-5BD0A38CA692}"/>
              </a:ext>
            </a:extLst>
          </p:cNvPr>
          <p:cNvSpPr>
            <a:spLocks xmlns:a="http://schemas.openxmlformats.org/drawingml/2006/main" noGrp="1"/>
          </p:cNvSpPr>
          <p:nvPr/>
        </p:nvSpPr>
        <p:spPr>
          <a:xfrm xmlns:a="http://schemas.openxmlformats.org/drawingml/2006/main" rot="0">
            <a:off x="5668080" y="3950065"/>
            <a:ext cx="12773" cy="169707"/>
          </a:xfrm>
          <a:custGeom xmlns:a="http://schemas.openxmlformats.org/drawingml/2006/main">
            <a:pathLst>
              <a:path w="12773" h="169707">
                <a:moveTo>
                  <a:pt x="1086" y="0"/>
                </a:moveTo>
                <a:lnTo>
                  <a:pt x="0" y="169650"/>
                </a:lnTo>
                <a:lnTo>
                  <a:pt x="11687" y="169707"/>
                </a:lnTo>
                <a:lnTo>
                  <a:pt x="12773" y="86"/>
                </a:lnTo>
                <a:lnTo>
                  <a:pt x="1086" y="0"/>
                </a:lnTo>
              </a:path>
            </a:pathLst>
          </a:custGeom>
          <a:solidFill xmlns:a="http://schemas.openxmlformats.org/drawingml/2006/main">
            <a:srgbClr val="9A9C9E"/>
          </a:solidFill>
          <a:ln xmlns:a="http://schemas.openxmlformats.org/drawingml/2006/main" w="0">
            <a:noFill/>
            <a:prstDash val="solid"/>
          </a:ln>
        </p:spPr>
      </p:sp>
      <p:sp>
        <p:nvSpPr>
          <p:cNvPr id="113" name="pdf-path-122">
            <a:extLst xmlns:a="http://schemas.openxmlformats.org/drawingml/2006/main">
              <a:ext uri="{FF2B5EF4-FFF2-40B4-BE49-F238E27FC236}">
                <a16:creationId xmlns:a16="http://schemas.microsoft.com/office/drawing/2014/main" id="{DE028235-2B77-4087-BEF9-14116238E21F}"/>
              </a:ext>
            </a:extLst>
          </p:cNvPr>
          <p:cNvSpPr>
            <a:spLocks xmlns:a="http://schemas.openxmlformats.org/drawingml/2006/main" noGrp="1"/>
          </p:cNvSpPr>
          <p:nvPr/>
        </p:nvSpPr>
        <p:spPr>
          <a:xfrm xmlns:a="http://schemas.openxmlformats.org/drawingml/2006/main" rot="0">
            <a:off x="5793895" y="3951237"/>
            <a:ext cx="12430" cy="168221"/>
          </a:xfrm>
          <a:custGeom xmlns:a="http://schemas.openxmlformats.org/drawingml/2006/main">
            <a:pathLst>
              <a:path w="12430" h="168221">
                <a:moveTo>
                  <a:pt x="743" y="0"/>
                </a:moveTo>
                <a:lnTo>
                  <a:pt x="0" y="168164"/>
                </a:lnTo>
                <a:lnTo>
                  <a:pt x="11687" y="168221"/>
                </a:lnTo>
                <a:lnTo>
                  <a:pt x="12430" y="57"/>
                </a:lnTo>
                <a:lnTo>
                  <a:pt x="743" y="0"/>
                </a:lnTo>
              </a:path>
            </a:pathLst>
          </a:custGeom>
          <a:solidFill xmlns:a="http://schemas.openxmlformats.org/drawingml/2006/main">
            <a:srgbClr val="9A9C9E"/>
          </a:solidFill>
          <a:ln xmlns:a="http://schemas.openxmlformats.org/drawingml/2006/main" w="0">
            <a:noFill/>
            <a:prstDash val="solid"/>
          </a:ln>
        </p:spPr>
      </p:sp>
      <p:sp>
        <p:nvSpPr>
          <p:cNvPr id="114" name="pdf-path-123">
            <a:extLst xmlns:a="http://schemas.openxmlformats.org/drawingml/2006/main">
              <a:ext uri="{FF2B5EF4-FFF2-40B4-BE49-F238E27FC236}">
                <a16:creationId xmlns:a16="http://schemas.microsoft.com/office/drawing/2014/main" id="{C2564C08-2D9F-468E-AE3E-EF310B521BC4}"/>
              </a:ext>
            </a:extLst>
          </p:cNvPr>
          <p:cNvSpPr>
            <a:spLocks xmlns:a="http://schemas.openxmlformats.org/drawingml/2006/main" noGrp="1"/>
          </p:cNvSpPr>
          <p:nvPr/>
        </p:nvSpPr>
        <p:spPr>
          <a:xfrm xmlns:a="http://schemas.openxmlformats.org/drawingml/2006/main" rot="0">
            <a:off x="5672995" y="3924119"/>
            <a:ext cx="129159" cy="51778"/>
          </a:xfrm>
          <a:custGeom xmlns:a="http://schemas.openxmlformats.org/drawingml/2006/main">
            <a:pathLst>
              <a:path w="129159" h="51778">
                <a:moveTo>
                  <a:pt x="0" y="25346"/>
                </a:moveTo>
                <a:cubicBezTo>
                  <a:pt x="0" y="11201"/>
                  <a:pt x="28918" y="0"/>
                  <a:pt x="64580" y="314"/>
                </a:cubicBezTo>
                <a:cubicBezTo>
                  <a:pt x="100241" y="628"/>
                  <a:pt x="129159" y="12316"/>
                  <a:pt x="129159" y="26432"/>
                </a:cubicBezTo>
                <a:cubicBezTo>
                  <a:pt x="129159" y="40576"/>
                  <a:pt x="100241" y="51778"/>
                  <a:pt x="64580" y="51463"/>
                </a:cubicBezTo>
                <a:cubicBezTo>
                  <a:pt x="28918" y="51149"/>
                  <a:pt x="0" y="39490"/>
                  <a:pt x="0" y="25346"/>
                </a:cubicBezTo>
              </a:path>
            </a:pathLst>
          </a:custGeom>
          <a:solidFill xmlns:a="http://schemas.openxmlformats.org/drawingml/2006/main">
            <a:srgbClr val="9A9C9E"/>
          </a:solidFill>
          <a:ln xmlns:a="http://schemas.openxmlformats.org/drawingml/2006/main" w="0">
            <a:noFill/>
            <a:prstDash val="solid"/>
          </a:ln>
        </p:spPr>
      </p:sp>
      <p:sp>
        <p:nvSpPr>
          <p:cNvPr id="115" name="pdf-path-124">
            <a:extLst xmlns:a="http://schemas.openxmlformats.org/drawingml/2006/main">
              <a:ext uri="{FF2B5EF4-FFF2-40B4-BE49-F238E27FC236}">
                <a16:creationId xmlns:a16="http://schemas.microsoft.com/office/drawing/2014/main" id="{67E75691-E03B-4FD1-9267-6484F330E49F}"/>
              </a:ext>
            </a:extLst>
          </p:cNvPr>
          <p:cNvSpPr>
            <a:spLocks xmlns:a="http://schemas.openxmlformats.org/drawingml/2006/main" noGrp="1"/>
          </p:cNvSpPr>
          <p:nvPr/>
        </p:nvSpPr>
        <p:spPr>
          <a:xfrm xmlns:a="http://schemas.openxmlformats.org/drawingml/2006/main" rot="0">
            <a:off x="5613558" y="4119601"/>
            <a:ext cx="242402" cy="474288"/>
          </a:xfrm>
          <a:custGeom xmlns:a="http://schemas.openxmlformats.org/drawingml/2006/main">
            <a:pathLst>
              <a:path w="242402" h="474288">
                <a:moveTo>
                  <a:pt x="2743" y="57521"/>
                </a:moveTo>
                <a:cubicBezTo>
                  <a:pt x="2943" y="25632"/>
                  <a:pt x="28975" y="0"/>
                  <a:pt x="60836" y="228"/>
                </a:cubicBezTo>
                <a:lnTo>
                  <a:pt x="184938" y="1200"/>
                </a:lnTo>
                <a:cubicBezTo>
                  <a:pt x="200282" y="1315"/>
                  <a:pt x="214912" y="7515"/>
                  <a:pt x="225686" y="18402"/>
                </a:cubicBezTo>
                <a:cubicBezTo>
                  <a:pt x="236401" y="29318"/>
                  <a:pt x="242402" y="44034"/>
                  <a:pt x="242288" y="59350"/>
                </a:cubicBezTo>
                <a:lnTo>
                  <a:pt x="239773" y="416767"/>
                </a:lnTo>
                <a:cubicBezTo>
                  <a:pt x="239573" y="448627"/>
                  <a:pt x="213542" y="474288"/>
                  <a:pt x="181651" y="474059"/>
                </a:cubicBezTo>
                <a:lnTo>
                  <a:pt x="57521" y="473088"/>
                </a:lnTo>
                <a:cubicBezTo>
                  <a:pt x="25661" y="472859"/>
                  <a:pt x="0" y="446799"/>
                  <a:pt x="228" y="414937"/>
                </a:cubicBezTo>
                <a:lnTo>
                  <a:pt x="2743" y="57521"/>
                </a:lnTo>
              </a:path>
            </a:pathLst>
          </a:custGeom>
          <a:solidFill xmlns:a="http://schemas.openxmlformats.org/drawingml/2006/main">
            <a:srgbClr val="CFDFE2"/>
          </a:solidFill>
          <a:ln xmlns:a="http://schemas.openxmlformats.org/drawingml/2006/main" w="0">
            <a:noFill/>
            <a:prstDash val="solid"/>
          </a:ln>
        </p:spPr>
      </p:sp>
      <p:sp>
        <p:nvSpPr>
          <p:cNvPr id="116" name="pdf-path-125">
            <a:extLst xmlns:a="http://schemas.openxmlformats.org/drawingml/2006/main">
              <a:ext uri="{FF2B5EF4-FFF2-40B4-BE49-F238E27FC236}">
                <a16:creationId xmlns:a16="http://schemas.microsoft.com/office/drawing/2014/main" id="{288F65B6-DA50-4677-B5DD-5EC3409F2773}"/>
              </a:ext>
            </a:extLst>
          </p:cNvPr>
          <p:cNvSpPr>
            <a:spLocks xmlns:a="http://schemas.openxmlformats.org/drawingml/2006/main" noGrp="1"/>
          </p:cNvSpPr>
          <p:nvPr/>
        </p:nvSpPr>
        <p:spPr>
          <a:xfrm xmlns:a="http://schemas.openxmlformats.org/drawingml/2006/main" rot="0">
            <a:off x="5619645" y="4119829"/>
            <a:ext cx="230401" cy="467973"/>
          </a:xfrm>
          <a:custGeom xmlns:a="http://schemas.openxmlformats.org/drawingml/2006/main">
            <a:pathLst>
              <a:path w="230401" h="467973">
                <a:moveTo>
                  <a:pt x="176022" y="467973"/>
                </a:moveTo>
                <a:lnTo>
                  <a:pt x="175622" y="467973"/>
                </a:lnTo>
                <a:lnTo>
                  <a:pt x="176051" y="405479"/>
                </a:lnTo>
                <a:lnTo>
                  <a:pt x="227942" y="405879"/>
                </a:lnTo>
                <a:lnTo>
                  <a:pt x="227886" y="416509"/>
                </a:lnTo>
                <a:cubicBezTo>
                  <a:pt x="227686" y="444998"/>
                  <a:pt x="204512" y="467973"/>
                  <a:pt x="176022" y="467973"/>
                </a:cubicBezTo>
                <a:moveTo>
                  <a:pt x="51521" y="467030"/>
                </a:moveTo>
                <a:cubicBezTo>
                  <a:pt x="23003" y="466830"/>
                  <a:pt x="0" y="443570"/>
                  <a:pt x="0" y="415080"/>
                </a:cubicBezTo>
                <a:lnTo>
                  <a:pt x="0" y="414737"/>
                </a:lnTo>
                <a:lnTo>
                  <a:pt x="85" y="404050"/>
                </a:lnTo>
                <a:lnTo>
                  <a:pt x="51949" y="404479"/>
                </a:lnTo>
                <a:lnTo>
                  <a:pt x="51521" y="467030"/>
                </a:lnTo>
                <a:moveTo>
                  <a:pt x="227942" y="405879"/>
                </a:moveTo>
                <a:lnTo>
                  <a:pt x="176051" y="405479"/>
                </a:lnTo>
                <a:lnTo>
                  <a:pt x="176651" y="322097"/>
                </a:lnTo>
                <a:lnTo>
                  <a:pt x="228543" y="322783"/>
                </a:lnTo>
                <a:lnTo>
                  <a:pt x="227942" y="405879"/>
                </a:lnTo>
                <a:moveTo>
                  <a:pt x="51949" y="404479"/>
                </a:moveTo>
                <a:lnTo>
                  <a:pt x="85" y="404050"/>
                </a:lnTo>
                <a:lnTo>
                  <a:pt x="658" y="319783"/>
                </a:lnTo>
                <a:lnTo>
                  <a:pt x="52549" y="320469"/>
                </a:lnTo>
                <a:lnTo>
                  <a:pt x="51949" y="404479"/>
                </a:lnTo>
                <a:moveTo>
                  <a:pt x="228543" y="322783"/>
                </a:moveTo>
                <a:lnTo>
                  <a:pt x="176651" y="322097"/>
                </a:lnTo>
                <a:lnTo>
                  <a:pt x="176708" y="312811"/>
                </a:lnTo>
                <a:lnTo>
                  <a:pt x="228600" y="313211"/>
                </a:lnTo>
                <a:lnTo>
                  <a:pt x="228543" y="322783"/>
                </a:lnTo>
                <a:moveTo>
                  <a:pt x="52549" y="320469"/>
                </a:moveTo>
                <a:lnTo>
                  <a:pt x="658" y="319783"/>
                </a:lnTo>
                <a:lnTo>
                  <a:pt x="743" y="311410"/>
                </a:lnTo>
                <a:lnTo>
                  <a:pt x="52607" y="311810"/>
                </a:lnTo>
                <a:lnTo>
                  <a:pt x="52549" y="320469"/>
                </a:lnTo>
                <a:moveTo>
                  <a:pt x="228685" y="301552"/>
                </a:moveTo>
                <a:lnTo>
                  <a:pt x="176794" y="301123"/>
                </a:lnTo>
                <a:lnTo>
                  <a:pt x="177451" y="208512"/>
                </a:lnTo>
                <a:lnTo>
                  <a:pt x="229343" y="208912"/>
                </a:lnTo>
                <a:lnTo>
                  <a:pt x="228685" y="301552"/>
                </a:lnTo>
                <a:moveTo>
                  <a:pt x="52692" y="300123"/>
                </a:moveTo>
                <a:lnTo>
                  <a:pt x="801" y="299723"/>
                </a:lnTo>
                <a:lnTo>
                  <a:pt x="1457" y="207083"/>
                </a:lnTo>
                <a:lnTo>
                  <a:pt x="53321" y="207511"/>
                </a:lnTo>
                <a:lnTo>
                  <a:pt x="52692" y="300123"/>
                </a:lnTo>
                <a:moveTo>
                  <a:pt x="229343" y="208912"/>
                </a:moveTo>
                <a:lnTo>
                  <a:pt x="177451" y="208512"/>
                </a:lnTo>
                <a:lnTo>
                  <a:pt x="177994" y="128845"/>
                </a:lnTo>
                <a:lnTo>
                  <a:pt x="229886" y="129245"/>
                </a:lnTo>
                <a:lnTo>
                  <a:pt x="229343" y="208912"/>
                </a:lnTo>
                <a:moveTo>
                  <a:pt x="53321" y="207511"/>
                </a:moveTo>
                <a:lnTo>
                  <a:pt x="1457" y="207083"/>
                </a:lnTo>
                <a:lnTo>
                  <a:pt x="2029" y="127445"/>
                </a:lnTo>
                <a:lnTo>
                  <a:pt x="53893" y="127845"/>
                </a:lnTo>
                <a:lnTo>
                  <a:pt x="53321" y="207511"/>
                </a:lnTo>
                <a:moveTo>
                  <a:pt x="229886" y="129245"/>
                </a:moveTo>
                <a:lnTo>
                  <a:pt x="177994" y="128845"/>
                </a:lnTo>
                <a:lnTo>
                  <a:pt x="178851" y="6801"/>
                </a:lnTo>
                <a:cubicBezTo>
                  <a:pt x="192624" y="6915"/>
                  <a:pt x="205768" y="12487"/>
                  <a:pt x="215456" y="22260"/>
                </a:cubicBezTo>
                <a:cubicBezTo>
                  <a:pt x="225028" y="32004"/>
                  <a:pt x="230401" y="45091"/>
                  <a:pt x="230401" y="58779"/>
                </a:cubicBezTo>
                <a:lnTo>
                  <a:pt x="230401" y="59122"/>
                </a:lnTo>
                <a:lnTo>
                  <a:pt x="230401" y="59093"/>
                </a:lnTo>
                <a:lnTo>
                  <a:pt x="229886" y="129245"/>
                </a:lnTo>
                <a:moveTo>
                  <a:pt x="53893" y="127845"/>
                </a:moveTo>
                <a:lnTo>
                  <a:pt x="2029" y="127445"/>
                </a:lnTo>
                <a:lnTo>
                  <a:pt x="2515" y="57321"/>
                </a:lnTo>
                <a:cubicBezTo>
                  <a:pt x="2715" y="28803"/>
                  <a:pt x="25889" y="5858"/>
                  <a:pt x="54321" y="5858"/>
                </a:cubicBezTo>
                <a:lnTo>
                  <a:pt x="54693" y="5858"/>
                </a:lnTo>
                <a:lnTo>
                  <a:pt x="54778" y="0"/>
                </a:lnTo>
                <a:lnTo>
                  <a:pt x="53893" y="127845"/>
                </a:lnTo>
              </a:path>
            </a:pathLst>
          </a:custGeom>
          <a:solidFill xmlns:a="http://schemas.openxmlformats.org/drawingml/2006/main">
            <a:srgbClr val="CFDFE2"/>
          </a:solidFill>
          <a:ln xmlns:a="http://schemas.openxmlformats.org/drawingml/2006/main" w="0">
            <a:noFill/>
            <a:prstDash val="solid"/>
          </a:ln>
        </p:spPr>
      </p:sp>
      <p:sp>
        <p:nvSpPr>
          <p:cNvPr id="117" name="pdf-path-126">
            <a:extLst xmlns:a="http://schemas.openxmlformats.org/drawingml/2006/main">
              <a:ext uri="{FF2B5EF4-FFF2-40B4-BE49-F238E27FC236}">
                <a16:creationId xmlns:a16="http://schemas.microsoft.com/office/drawing/2014/main" id="{AE9D1C1D-A456-4A0E-8B5F-0F20003F31FB}"/>
              </a:ext>
            </a:extLst>
          </p:cNvPr>
          <p:cNvSpPr>
            <a:spLocks xmlns:a="http://schemas.openxmlformats.org/drawingml/2006/main" noGrp="1"/>
          </p:cNvSpPr>
          <p:nvPr/>
        </p:nvSpPr>
        <p:spPr>
          <a:xfrm xmlns:a="http://schemas.openxmlformats.org/drawingml/2006/main" rot="0">
            <a:off x="5607929" y="4114028"/>
            <a:ext cx="253775" cy="485489"/>
          </a:xfrm>
          <a:custGeom xmlns:a="http://schemas.openxmlformats.org/drawingml/2006/main">
            <a:pathLst>
              <a:path w="253775" h="485489">
                <a:moveTo>
                  <a:pt x="63208" y="472859"/>
                </a:moveTo>
                <a:cubicBezTo>
                  <a:pt x="34691" y="472659"/>
                  <a:pt x="11687" y="449399"/>
                  <a:pt x="11687" y="420910"/>
                </a:cubicBezTo>
                <a:lnTo>
                  <a:pt x="11687" y="420567"/>
                </a:lnTo>
                <a:lnTo>
                  <a:pt x="14202" y="63151"/>
                </a:lnTo>
                <a:cubicBezTo>
                  <a:pt x="14402" y="34633"/>
                  <a:pt x="37576" y="11687"/>
                  <a:pt x="66008" y="11687"/>
                </a:cubicBezTo>
                <a:lnTo>
                  <a:pt x="66380" y="11687"/>
                </a:lnTo>
                <a:lnTo>
                  <a:pt x="66551" y="0"/>
                </a:lnTo>
                <a:lnTo>
                  <a:pt x="66008" y="0"/>
                </a:lnTo>
                <a:cubicBezTo>
                  <a:pt x="31147" y="0"/>
                  <a:pt x="2772" y="28118"/>
                  <a:pt x="2515" y="63065"/>
                </a:cubicBezTo>
                <a:lnTo>
                  <a:pt x="0" y="420481"/>
                </a:lnTo>
                <a:lnTo>
                  <a:pt x="0" y="420453"/>
                </a:lnTo>
                <a:lnTo>
                  <a:pt x="0" y="420910"/>
                </a:lnTo>
                <a:cubicBezTo>
                  <a:pt x="0" y="455829"/>
                  <a:pt x="28175" y="484261"/>
                  <a:pt x="63123" y="484546"/>
                </a:cubicBezTo>
                <a:lnTo>
                  <a:pt x="63208" y="472859"/>
                </a:lnTo>
                <a:moveTo>
                  <a:pt x="190538" y="12630"/>
                </a:moveTo>
                <a:cubicBezTo>
                  <a:pt x="204311" y="12744"/>
                  <a:pt x="217456" y="18317"/>
                  <a:pt x="227143" y="28089"/>
                </a:cubicBezTo>
                <a:cubicBezTo>
                  <a:pt x="236715" y="37833"/>
                  <a:pt x="242088" y="50921"/>
                  <a:pt x="242088" y="64608"/>
                </a:cubicBezTo>
                <a:lnTo>
                  <a:pt x="242088" y="64951"/>
                </a:lnTo>
                <a:lnTo>
                  <a:pt x="242088" y="64922"/>
                </a:lnTo>
                <a:lnTo>
                  <a:pt x="239573" y="422338"/>
                </a:lnTo>
                <a:cubicBezTo>
                  <a:pt x="239373" y="450828"/>
                  <a:pt x="216199" y="473802"/>
                  <a:pt x="187709" y="473802"/>
                </a:cubicBezTo>
                <a:lnTo>
                  <a:pt x="187281" y="473802"/>
                </a:lnTo>
                <a:lnTo>
                  <a:pt x="187252" y="485489"/>
                </a:lnTo>
                <a:lnTo>
                  <a:pt x="187709" y="485489"/>
                </a:lnTo>
                <a:cubicBezTo>
                  <a:pt x="222628" y="485489"/>
                  <a:pt x="251003" y="457343"/>
                  <a:pt x="251260" y="422396"/>
                </a:cubicBezTo>
                <a:lnTo>
                  <a:pt x="253775" y="65008"/>
                </a:lnTo>
                <a:lnTo>
                  <a:pt x="253775" y="64608"/>
                </a:lnTo>
                <a:cubicBezTo>
                  <a:pt x="253775" y="47892"/>
                  <a:pt x="247202" y="31833"/>
                  <a:pt x="235458" y="19888"/>
                </a:cubicBezTo>
                <a:cubicBezTo>
                  <a:pt x="223600" y="7916"/>
                  <a:pt x="207511" y="1086"/>
                  <a:pt x="190624" y="943"/>
                </a:cubicBezTo>
                <a:lnTo>
                  <a:pt x="190538" y="12630"/>
                </a:lnTo>
              </a:path>
            </a:pathLst>
          </a:custGeom>
          <a:solidFill xmlns:a="http://schemas.openxmlformats.org/drawingml/2006/main">
            <a:srgbClr val="9A9C9E"/>
          </a:solidFill>
          <a:ln xmlns:a="http://schemas.openxmlformats.org/drawingml/2006/main" w="0">
            <a:noFill/>
            <a:prstDash val="solid"/>
          </a:ln>
        </p:spPr>
      </p:sp>
      <p:sp>
        <p:nvSpPr>
          <p:cNvPr id="118" name="pdf-path-127">
            <a:extLst xmlns:a="http://schemas.openxmlformats.org/drawingml/2006/main">
              <a:ext uri="{FF2B5EF4-FFF2-40B4-BE49-F238E27FC236}">
                <a16:creationId xmlns:a16="http://schemas.microsoft.com/office/drawing/2014/main" id="{35A58FA0-B365-48F4-A728-8EC75052B048}"/>
              </a:ext>
            </a:extLst>
          </p:cNvPr>
          <p:cNvSpPr>
            <a:spLocks xmlns:a="http://schemas.openxmlformats.org/drawingml/2006/main" noGrp="1"/>
          </p:cNvSpPr>
          <p:nvPr/>
        </p:nvSpPr>
        <p:spPr>
          <a:xfrm xmlns:a="http://schemas.openxmlformats.org/drawingml/2006/main" rot="0">
            <a:off x="5671566" y="4524309"/>
            <a:ext cx="124101" cy="1000"/>
          </a:xfrm>
          <a:custGeom xmlns:a="http://schemas.openxmlformats.org/drawingml/2006/main">
            <a:pathLst>
              <a:path w="124101" h="1000">
                <a:moveTo>
                  <a:pt x="124101" y="1000"/>
                </a:moveTo>
                <a:lnTo>
                  <a:pt x="0" y="0"/>
                </a:lnTo>
                <a:lnTo>
                  <a:pt x="124101" y="1000"/>
                </a:lnTo>
              </a:path>
            </a:pathLst>
          </a:custGeom>
          <a:solidFill xmlns:a="http://schemas.openxmlformats.org/drawingml/2006/main">
            <a:srgbClr val="CFDFE2"/>
          </a:solidFill>
          <a:ln xmlns:a="http://schemas.openxmlformats.org/drawingml/2006/main" w="0">
            <a:noFill/>
            <a:prstDash val="solid"/>
          </a:ln>
        </p:spPr>
      </p:sp>
      <p:sp>
        <p:nvSpPr>
          <p:cNvPr id="119" name="pdf-path-128">
            <a:extLst xmlns:a="http://schemas.openxmlformats.org/drawingml/2006/main">
              <a:ext uri="{FF2B5EF4-FFF2-40B4-BE49-F238E27FC236}">
                <a16:creationId xmlns:a16="http://schemas.microsoft.com/office/drawing/2014/main" id="{8DF85A64-82F8-40A9-86E2-EB4697B36560}"/>
              </a:ext>
            </a:extLst>
          </p:cNvPr>
          <p:cNvSpPr>
            <a:spLocks xmlns:a="http://schemas.openxmlformats.org/drawingml/2006/main" noGrp="1"/>
          </p:cNvSpPr>
          <p:nvPr/>
        </p:nvSpPr>
        <p:spPr>
          <a:xfrm xmlns:a="http://schemas.openxmlformats.org/drawingml/2006/main" rot="0">
            <a:off x="5619731" y="4523880"/>
            <a:ext cx="227857" cy="1829"/>
          </a:xfrm>
          <a:custGeom xmlns:a="http://schemas.openxmlformats.org/drawingml/2006/main">
            <a:pathLst>
              <a:path w="227857" h="1829">
                <a:moveTo>
                  <a:pt x="227857" y="1829"/>
                </a:moveTo>
                <a:lnTo>
                  <a:pt x="175965" y="1428"/>
                </a:lnTo>
                <a:lnTo>
                  <a:pt x="227857" y="1829"/>
                </a:lnTo>
                <a:moveTo>
                  <a:pt x="51864" y="429"/>
                </a:moveTo>
                <a:lnTo>
                  <a:pt x="0" y="0"/>
                </a:lnTo>
                <a:lnTo>
                  <a:pt x="51864" y="429"/>
                </a:lnTo>
              </a:path>
            </a:pathLst>
          </a:custGeom>
          <a:solidFill xmlns:a="http://schemas.openxmlformats.org/drawingml/2006/main">
            <a:srgbClr val="CFDFE2"/>
          </a:solidFill>
          <a:ln xmlns:a="http://schemas.openxmlformats.org/drawingml/2006/main" w="0">
            <a:noFill/>
            <a:prstDash val="solid"/>
          </a:ln>
        </p:spPr>
      </p:sp>
      <p:sp>
        <p:nvSpPr>
          <p:cNvPr id="120" name="pdf-path-129">
            <a:extLst xmlns:a="http://schemas.openxmlformats.org/drawingml/2006/main">
              <a:ext uri="{FF2B5EF4-FFF2-40B4-BE49-F238E27FC236}">
                <a16:creationId xmlns:a16="http://schemas.microsoft.com/office/drawing/2014/main" id="{D7943659-9244-448D-9B0A-E81187881FF5}"/>
              </a:ext>
            </a:extLst>
          </p:cNvPr>
          <p:cNvSpPr>
            <a:spLocks xmlns:a="http://schemas.openxmlformats.org/drawingml/2006/main" noGrp="1"/>
          </p:cNvSpPr>
          <p:nvPr/>
        </p:nvSpPr>
        <p:spPr>
          <a:xfrm xmlns:a="http://schemas.openxmlformats.org/drawingml/2006/main" rot="0">
            <a:off x="5619131" y="4523879"/>
            <a:ext cx="230743" cy="1857"/>
          </a:xfrm>
          <a:custGeom xmlns:a="http://schemas.openxmlformats.org/drawingml/2006/main">
            <a:pathLst>
              <a:path w="230743" h="1857">
                <a:moveTo>
                  <a:pt x="230743" y="1857"/>
                </a:moveTo>
                <a:lnTo>
                  <a:pt x="228458" y="1829"/>
                </a:lnTo>
                <a:lnTo>
                  <a:pt x="230743" y="1857"/>
                </a:lnTo>
                <a:moveTo>
                  <a:pt x="601" y="0"/>
                </a:moveTo>
                <a:lnTo>
                  <a:pt x="0" y="0"/>
                </a:lnTo>
                <a:lnTo>
                  <a:pt x="601" y="0"/>
                </a:lnTo>
              </a:path>
            </a:pathLst>
          </a:custGeom>
          <a:solidFill xmlns:a="http://schemas.openxmlformats.org/drawingml/2006/main">
            <a:srgbClr val="9A9C9E"/>
          </a:solidFill>
          <a:ln xmlns:a="http://schemas.openxmlformats.org/drawingml/2006/main" w="0">
            <a:noFill/>
            <a:prstDash val="solid"/>
          </a:ln>
        </p:spPr>
      </p:sp>
      <p:sp>
        <p:nvSpPr>
          <p:cNvPr id="121" name="pdf-path-130">
            <a:extLst xmlns:a="http://schemas.openxmlformats.org/drawingml/2006/main">
              <a:ext uri="{FF2B5EF4-FFF2-40B4-BE49-F238E27FC236}">
                <a16:creationId xmlns:a16="http://schemas.microsoft.com/office/drawing/2014/main" id="{24BFD040-64E7-4EE2-BA14-15075C767D3E}"/>
              </a:ext>
            </a:extLst>
          </p:cNvPr>
          <p:cNvSpPr>
            <a:spLocks xmlns:a="http://schemas.openxmlformats.org/drawingml/2006/main" noGrp="1"/>
          </p:cNvSpPr>
          <p:nvPr/>
        </p:nvSpPr>
        <p:spPr>
          <a:xfrm xmlns:a="http://schemas.openxmlformats.org/drawingml/2006/main" rot="0">
            <a:off x="5619131" y="4523879"/>
            <a:ext cx="230743" cy="1857"/>
          </a:xfrm>
          <a:custGeom xmlns:a="http://schemas.openxmlformats.org/drawingml/2006/main">
            <a:pathLst>
              <a:path w="230743" h="1857">
                <a:moveTo>
                  <a:pt x="0" y="0"/>
                </a:moveTo>
                <a:lnTo>
                  <a:pt x="230743" y="1857"/>
                </a:lnTo>
              </a:path>
            </a:pathLst>
          </a:custGeom>
          <a:noFill xmlns:a="http://schemas.openxmlformats.org/drawingml/2006/main"/>
          <a:ln xmlns:a="http://schemas.openxmlformats.org/drawingml/2006/main" w="11687">
            <a:solidFill>
              <a:srgbClr val="FFFFFF"/>
            </a:solidFill>
            <a:prstDash val="solid"/>
          </a:ln>
        </p:spPr>
      </p:sp>
      <p:sp>
        <p:nvSpPr>
          <p:cNvPr id="122" name="pdf-path-131">
            <a:extLst xmlns:a="http://schemas.openxmlformats.org/drawingml/2006/main">
              <a:ext uri="{FF2B5EF4-FFF2-40B4-BE49-F238E27FC236}">
                <a16:creationId xmlns:a16="http://schemas.microsoft.com/office/drawing/2014/main" id="{B74794CC-DE2B-451D-BC30-AB0F474A6205}"/>
              </a:ext>
            </a:extLst>
          </p:cNvPr>
          <p:cNvSpPr>
            <a:spLocks xmlns:a="http://schemas.openxmlformats.org/drawingml/2006/main" noGrp="1"/>
          </p:cNvSpPr>
          <p:nvPr/>
        </p:nvSpPr>
        <p:spPr>
          <a:xfrm xmlns:a="http://schemas.openxmlformats.org/drawingml/2006/main" rot="0">
            <a:off x="5850588" y="4427240"/>
            <a:ext cx="95" cy="95"/>
          </a:xfrm>
          <a:custGeom xmlns:a="http://schemas.openxmlformats.org/drawingml/2006/main">
            <a:pathLst>
              <a:path w="95" h="95">
                <a:moveTo>
                  <a:pt x="0" y="0"/>
                </a:moveTo>
                <a:lnTo>
                  <a:pt x="0" y="0"/>
                </a:lnTo>
              </a:path>
            </a:pathLst>
          </a:custGeom>
          <a:solidFill xmlns:a="http://schemas.openxmlformats.org/drawingml/2006/main">
            <a:srgbClr val="9A9C9E"/>
          </a:solidFill>
          <a:ln xmlns:a="http://schemas.openxmlformats.org/drawingml/2006/main" w="0">
            <a:noFill/>
            <a:prstDash val="solid"/>
          </a:ln>
        </p:spPr>
      </p:sp>
      <p:sp>
        <p:nvSpPr>
          <p:cNvPr id="123" name="pdf-path-132">
            <a:extLst xmlns:a="http://schemas.openxmlformats.org/drawingml/2006/main">
              <a:ext uri="{FF2B5EF4-FFF2-40B4-BE49-F238E27FC236}">
                <a16:creationId xmlns:a16="http://schemas.microsoft.com/office/drawing/2014/main" id="{1B8BF403-A378-43AE-895A-0708B85FD0B1}"/>
              </a:ext>
            </a:extLst>
          </p:cNvPr>
          <p:cNvSpPr>
            <a:spLocks xmlns:a="http://schemas.openxmlformats.org/drawingml/2006/main" noGrp="1"/>
          </p:cNvSpPr>
          <p:nvPr/>
        </p:nvSpPr>
        <p:spPr>
          <a:xfrm xmlns:a="http://schemas.openxmlformats.org/drawingml/2006/main" rot="0">
            <a:off x="5619759" y="4419552"/>
            <a:ext cx="230829" cy="13516"/>
          </a:xfrm>
          <a:custGeom xmlns:a="http://schemas.openxmlformats.org/drawingml/2006/main">
            <a:pathLst>
              <a:path w="230829" h="13516">
                <a:moveTo>
                  <a:pt x="0" y="11687"/>
                </a:moveTo>
                <a:lnTo>
                  <a:pt x="230743" y="13516"/>
                </a:lnTo>
                <a:lnTo>
                  <a:pt x="230829" y="1829"/>
                </a:lnTo>
                <a:lnTo>
                  <a:pt x="114" y="0"/>
                </a:lnTo>
                <a:lnTo>
                  <a:pt x="0" y="11687"/>
                </a:lnTo>
              </a:path>
            </a:pathLst>
          </a:custGeom>
          <a:solidFill xmlns:a="http://schemas.openxmlformats.org/drawingml/2006/main">
            <a:srgbClr val="FFFFFF"/>
          </a:solidFill>
          <a:ln xmlns:a="http://schemas.openxmlformats.org/drawingml/2006/main" w="0">
            <a:noFill/>
            <a:prstDash val="solid"/>
          </a:ln>
        </p:spPr>
      </p:sp>
      <p:sp>
        <p:nvSpPr>
          <p:cNvPr id="124" name="pdf-path-133">
            <a:extLst xmlns:a="http://schemas.openxmlformats.org/drawingml/2006/main">
              <a:ext uri="{FF2B5EF4-FFF2-40B4-BE49-F238E27FC236}">
                <a16:creationId xmlns:a16="http://schemas.microsoft.com/office/drawing/2014/main" id="{0D275C56-0381-41AB-BE60-48A099139522}"/>
              </a:ext>
            </a:extLst>
          </p:cNvPr>
          <p:cNvSpPr>
            <a:spLocks xmlns:a="http://schemas.openxmlformats.org/drawingml/2006/main" noGrp="1"/>
          </p:cNvSpPr>
          <p:nvPr/>
        </p:nvSpPr>
        <p:spPr>
          <a:xfrm xmlns:a="http://schemas.openxmlformats.org/drawingml/2006/main" rot="0">
            <a:off x="5672938" y="4327341"/>
            <a:ext cx="124130" cy="1000"/>
          </a:xfrm>
          <a:custGeom xmlns:a="http://schemas.openxmlformats.org/drawingml/2006/main">
            <a:pathLst>
              <a:path w="124130" h="1000">
                <a:moveTo>
                  <a:pt x="124130" y="1000"/>
                </a:moveTo>
                <a:lnTo>
                  <a:pt x="0" y="0"/>
                </a:lnTo>
                <a:lnTo>
                  <a:pt x="124130" y="1000"/>
                </a:lnTo>
              </a:path>
            </a:pathLst>
          </a:custGeom>
          <a:solidFill xmlns:a="http://schemas.openxmlformats.org/drawingml/2006/main">
            <a:srgbClr val="CFDFE2"/>
          </a:solidFill>
          <a:ln xmlns:a="http://schemas.openxmlformats.org/drawingml/2006/main" w="0">
            <a:noFill/>
            <a:prstDash val="solid"/>
          </a:ln>
        </p:spPr>
      </p:sp>
      <p:sp>
        <p:nvSpPr>
          <p:cNvPr id="125" name="pdf-path-134">
            <a:extLst xmlns:a="http://schemas.openxmlformats.org/drawingml/2006/main">
              <a:ext uri="{FF2B5EF4-FFF2-40B4-BE49-F238E27FC236}">
                <a16:creationId xmlns:a16="http://schemas.microsoft.com/office/drawing/2014/main" id="{51CEC66F-9059-4062-9645-966F23423323}"/>
              </a:ext>
            </a:extLst>
          </p:cNvPr>
          <p:cNvSpPr>
            <a:spLocks xmlns:a="http://schemas.openxmlformats.org/drawingml/2006/main" noGrp="1"/>
          </p:cNvSpPr>
          <p:nvPr/>
        </p:nvSpPr>
        <p:spPr>
          <a:xfrm xmlns:a="http://schemas.openxmlformats.org/drawingml/2006/main" rot="0">
            <a:off x="5621102" y="4326912"/>
            <a:ext cx="227886" cy="1829"/>
          </a:xfrm>
          <a:custGeom xmlns:a="http://schemas.openxmlformats.org/drawingml/2006/main">
            <a:pathLst>
              <a:path w="227886" h="1829">
                <a:moveTo>
                  <a:pt x="227886" y="1829"/>
                </a:moveTo>
                <a:lnTo>
                  <a:pt x="175993" y="1428"/>
                </a:lnTo>
                <a:lnTo>
                  <a:pt x="227886" y="1829"/>
                </a:lnTo>
                <a:moveTo>
                  <a:pt x="51864" y="429"/>
                </a:moveTo>
                <a:lnTo>
                  <a:pt x="0" y="0"/>
                </a:lnTo>
                <a:lnTo>
                  <a:pt x="51864" y="429"/>
                </a:lnTo>
              </a:path>
            </a:pathLst>
          </a:custGeom>
          <a:solidFill xmlns:a="http://schemas.openxmlformats.org/drawingml/2006/main">
            <a:srgbClr val="CFDFE2"/>
          </a:solidFill>
          <a:ln xmlns:a="http://schemas.openxmlformats.org/drawingml/2006/main" w="0">
            <a:noFill/>
            <a:prstDash val="solid"/>
          </a:ln>
        </p:spPr>
      </p:sp>
      <p:sp>
        <p:nvSpPr>
          <p:cNvPr id="126" name="pdf-path-135">
            <a:extLst xmlns:a="http://schemas.openxmlformats.org/drawingml/2006/main">
              <a:ext uri="{FF2B5EF4-FFF2-40B4-BE49-F238E27FC236}">
                <a16:creationId xmlns:a16="http://schemas.microsoft.com/office/drawing/2014/main" id="{D4DA6AAC-5B0C-410D-9BFF-8D57927B0399}"/>
              </a:ext>
            </a:extLst>
          </p:cNvPr>
          <p:cNvSpPr>
            <a:spLocks xmlns:a="http://schemas.openxmlformats.org/drawingml/2006/main" noGrp="1"/>
          </p:cNvSpPr>
          <p:nvPr/>
        </p:nvSpPr>
        <p:spPr>
          <a:xfrm xmlns:a="http://schemas.openxmlformats.org/drawingml/2006/main" rot="0">
            <a:off x="5620560" y="4326911"/>
            <a:ext cx="230715" cy="1857"/>
          </a:xfrm>
          <a:custGeom xmlns:a="http://schemas.openxmlformats.org/drawingml/2006/main">
            <a:pathLst>
              <a:path w="230715" h="1857">
                <a:moveTo>
                  <a:pt x="230715" y="1857"/>
                </a:moveTo>
                <a:lnTo>
                  <a:pt x="228429" y="1829"/>
                </a:lnTo>
                <a:lnTo>
                  <a:pt x="230715" y="1857"/>
                </a:lnTo>
                <a:moveTo>
                  <a:pt x="543" y="0"/>
                </a:moveTo>
                <a:lnTo>
                  <a:pt x="0" y="0"/>
                </a:lnTo>
                <a:lnTo>
                  <a:pt x="543" y="0"/>
                </a:lnTo>
              </a:path>
            </a:pathLst>
          </a:custGeom>
          <a:solidFill xmlns:a="http://schemas.openxmlformats.org/drawingml/2006/main">
            <a:srgbClr val="9A9C9E"/>
          </a:solidFill>
          <a:ln xmlns:a="http://schemas.openxmlformats.org/drawingml/2006/main" w="0">
            <a:noFill/>
            <a:prstDash val="solid"/>
          </a:ln>
        </p:spPr>
      </p:sp>
      <p:sp>
        <p:nvSpPr>
          <p:cNvPr id="127" name="pdf-path-136">
            <a:extLst xmlns:a="http://schemas.openxmlformats.org/drawingml/2006/main">
              <a:ext uri="{FF2B5EF4-FFF2-40B4-BE49-F238E27FC236}">
                <a16:creationId xmlns:a16="http://schemas.microsoft.com/office/drawing/2014/main" id="{B1480530-2BA9-4368-8313-AC0B904CAD22}"/>
              </a:ext>
            </a:extLst>
          </p:cNvPr>
          <p:cNvSpPr>
            <a:spLocks xmlns:a="http://schemas.openxmlformats.org/drawingml/2006/main" noGrp="1"/>
          </p:cNvSpPr>
          <p:nvPr/>
        </p:nvSpPr>
        <p:spPr>
          <a:xfrm xmlns:a="http://schemas.openxmlformats.org/drawingml/2006/main" rot="0">
            <a:off x="5620531" y="4326911"/>
            <a:ext cx="230715" cy="1857"/>
          </a:xfrm>
          <a:custGeom xmlns:a="http://schemas.openxmlformats.org/drawingml/2006/main">
            <a:pathLst>
              <a:path w="230715" h="1857">
                <a:moveTo>
                  <a:pt x="0" y="0"/>
                </a:moveTo>
                <a:lnTo>
                  <a:pt x="230715" y="1857"/>
                </a:lnTo>
              </a:path>
            </a:pathLst>
          </a:custGeom>
          <a:noFill xmlns:a="http://schemas.openxmlformats.org/drawingml/2006/main"/>
          <a:ln xmlns:a="http://schemas.openxmlformats.org/drawingml/2006/main" w="11687">
            <a:solidFill>
              <a:srgbClr val="FFFFFF"/>
            </a:solidFill>
            <a:prstDash val="solid"/>
          </a:ln>
        </p:spPr>
      </p:sp>
      <p:sp>
        <p:nvSpPr>
          <p:cNvPr id="128" name="pdf-path-137">
            <a:extLst xmlns:a="http://schemas.openxmlformats.org/drawingml/2006/main">
              <a:ext uri="{FF2B5EF4-FFF2-40B4-BE49-F238E27FC236}">
                <a16:creationId xmlns:a16="http://schemas.microsoft.com/office/drawing/2014/main" id="{5C1D9FE3-224F-4F82-8EE2-DACD9C241E17}"/>
              </a:ext>
            </a:extLst>
          </p:cNvPr>
          <p:cNvSpPr>
            <a:spLocks xmlns:a="http://schemas.openxmlformats.org/drawingml/2006/main" noGrp="1"/>
          </p:cNvSpPr>
          <p:nvPr/>
        </p:nvSpPr>
        <p:spPr>
          <a:xfrm xmlns:a="http://schemas.openxmlformats.org/drawingml/2006/main" rot="0">
            <a:off x="5673509" y="4247674"/>
            <a:ext cx="124101" cy="1000"/>
          </a:xfrm>
          <a:custGeom xmlns:a="http://schemas.openxmlformats.org/drawingml/2006/main">
            <a:pathLst>
              <a:path w="124101" h="1000">
                <a:moveTo>
                  <a:pt x="124101" y="1000"/>
                </a:moveTo>
                <a:lnTo>
                  <a:pt x="0" y="0"/>
                </a:lnTo>
                <a:lnTo>
                  <a:pt x="124101" y="1000"/>
                </a:lnTo>
              </a:path>
            </a:pathLst>
          </a:custGeom>
          <a:solidFill xmlns:a="http://schemas.openxmlformats.org/drawingml/2006/main">
            <a:srgbClr val="CFDFE2"/>
          </a:solidFill>
          <a:ln xmlns:a="http://schemas.openxmlformats.org/drawingml/2006/main" w="0">
            <a:noFill/>
            <a:prstDash val="solid"/>
          </a:ln>
        </p:spPr>
      </p:sp>
      <p:sp>
        <p:nvSpPr>
          <p:cNvPr id="129" name="pdf-path-138">
            <a:extLst xmlns:a="http://schemas.openxmlformats.org/drawingml/2006/main">
              <a:ext uri="{FF2B5EF4-FFF2-40B4-BE49-F238E27FC236}">
                <a16:creationId xmlns:a16="http://schemas.microsoft.com/office/drawing/2014/main" id="{517C678D-F301-4F24-A043-C788CB5B200C}"/>
              </a:ext>
            </a:extLst>
          </p:cNvPr>
          <p:cNvSpPr>
            <a:spLocks xmlns:a="http://schemas.openxmlformats.org/drawingml/2006/main" noGrp="1"/>
          </p:cNvSpPr>
          <p:nvPr/>
        </p:nvSpPr>
        <p:spPr>
          <a:xfrm xmlns:a="http://schemas.openxmlformats.org/drawingml/2006/main" rot="0">
            <a:off x="5621674" y="4247273"/>
            <a:ext cx="227857" cy="1800"/>
          </a:xfrm>
          <a:custGeom xmlns:a="http://schemas.openxmlformats.org/drawingml/2006/main">
            <a:pathLst>
              <a:path w="227857" h="1800">
                <a:moveTo>
                  <a:pt x="227857" y="1800"/>
                </a:moveTo>
                <a:lnTo>
                  <a:pt x="175965" y="1400"/>
                </a:lnTo>
                <a:lnTo>
                  <a:pt x="227857" y="1800"/>
                </a:lnTo>
                <a:moveTo>
                  <a:pt x="51864" y="400"/>
                </a:moveTo>
                <a:lnTo>
                  <a:pt x="0" y="0"/>
                </a:lnTo>
                <a:lnTo>
                  <a:pt x="51864" y="400"/>
                </a:lnTo>
              </a:path>
            </a:pathLst>
          </a:custGeom>
          <a:solidFill xmlns:a="http://schemas.openxmlformats.org/drawingml/2006/main">
            <a:srgbClr val="CFDFE2"/>
          </a:solidFill>
          <a:ln xmlns:a="http://schemas.openxmlformats.org/drawingml/2006/main" w="0">
            <a:noFill/>
            <a:prstDash val="solid"/>
          </a:ln>
        </p:spPr>
      </p:sp>
      <p:sp>
        <p:nvSpPr>
          <p:cNvPr id="130" name="pdf-path-139">
            <a:extLst xmlns:a="http://schemas.openxmlformats.org/drawingml/2006/main">
              <a:ext uri="{FF2B5EF4-FFF2-40B4-BE49-F238E27FC236}">
                <a16:creationId xmlns:a16="http://schemas.microsoft.com/office/drawing/2014/main" id="{8800AF43-77C9-44B6-B9DA-5F45B282F0B6}"/>
              </a:ext>
            </a:extLst>
          </p:cNvPr>
          <p:cNvSpPr>
            <a:spLocks xmlns:a="http://schemas.openxmlformats.org/drawingml/2006/main" noGrp="1"/>
          </p:cNvSpPr>
          <p:nvPr/>
        </p:nvSpPr>
        <p:spPr>
          <a:xfrm xmlns:a="http://schemas.openxmlformats.org/drawingml/2006/main" rot="0">
            <a:off x="5621102" y="4247245"/>
            <a:ext cx="230743" cy="1857"/>
          </a:xfrm>
          <a:custGeom xmlns:a="http://schemas.openxmlformats.org/drawingml/2006/main">
            <a:pathLst>
              <a:path w="230743" h="1857">
                <a:moveTo>
                  <a:pt x="230743" y="1857"/>
                </a:moveTo>
                <a:lnTo>
                  <a:pt x="228400" y="1829"/>
                </a:lnTo>
                <a:lnTo>
                  <a:pt x="230743" y="1857"/>
                </a:lnTo>
                <a:moveTo>
                  <a:pt x="543" y="29"/>
                </a:moveTo>
                <a:lnTo>
                  <a:pt x="0" y="0"/>
                </a:lnTo>
                <a:lnTo>
                  <a:pt x="543" y="29"/>
                </a:lnTo>
              </a:path>
            </a:pathLst>
          </a:custGeom>
          <a:solidFill xmlns:a="http://schemas.openxmlformats.org/drawingml/2006/main">
            <a:srgbClr val="9A9C9E"/>
          </a:solidFill>
          <a:ln xmlns:a="http://schemas.openxmlformats.org/drawingml/2006/main" w="0">
            <a:noFill/>
            <a:prstDash val="solid"/>
          </a:ln>
        </p:spPr>
      </p:sp>
      <p:sp>
        <p:nvSpPr>
          <p:cNvPr id="131" name="pdf-path-140">
            <a:extLst xmlns:a="http://schemas.openxmlformats.org/drawingml/2006/main">
              <a:ext uri="{FF2B5EF4-FFF2-40B4-BE49-F238E27FC236}">
                <a16:creationId xmlns:a16="http://schemas.microsoft.com/office/drawing/2014/main" id="{90B9E709-E881-4244-9E7B-5DA227CBFB91}"/>
              </a:ext>
            </a:extLst>
          </p:cNvPr>
          <p:cNvSpPr>
            <a:spLocks xmlns:a="http://schemas.openxmlformats.org/drawingml/2006/main" noGrp="1"/>
          </p:cNvSpPr>
          <p:nvPr/>
        </p:nvSpPr>
        <p:spPr>
          <a:xfrm xmlns:a="http://schemas.openxmlformats.org/drawingml/2006/main" rot="0">
            <a:off x="5621102" y="4247245"/>
            <a:ext cx="230743" cy="1857"/>
          </a:xfrm>
          <a:custGeom xmlns:a="http://schemas.openxmlformats.org/drawingml/2006/main">
            <a:pathLst>
              <a:path w="230743" h="1857">
                <a:moveTo>
                  <a:pt x="0" y="0"/>
                </a:moveTo>
                <a:lnTo>
                  <a:pt x="230743" y="1857"/>
                </a:lnTo>
              </a:path>
            </a:pathLst>
          </a:custGeom>
          <a:noFill xmlns:a="http://schemas.openxmlformats.org/drawingml/2006/main"/>
          <a:ln xmlns:a="http://schemas.openxmlformats.org/drawingml/2006/main" w="11687">
            <a:solidFill>
              <a:srgbClr val="FFFFFF"/>
            </a:solidFill>
            <a:prstDash val="solid"/>
          </a:ln>
        </p:spPr>
      </p:sp>
      <p:sp>
        <p:nvSpPr>
          <p:cNvPr id="132" name="pdf-path-141">
            <a:extLst xmlns:a="http://schemas.openxmlformats.org/drawingml/2006/main">
              <a:ext uri="{FF2B5EF4-FFF2-40B4-BE49-F238E27FC236}">
                <a16:creationId xmlns:a16="http://schemas.microsoft.com/office/drawing/2014/main" id="{FD6EA890-4F3E-4CB3-9E7E-07DC9C5081ED}"/>
              </a:ext>
            </a:extLst>
          </p:cNvPr>
          <p:cNvSpPr>
            <a:spLocks xmlns:a="http://schemas.openxmlformats.org/drawingml/2006/main" noGrp="1"/>
          </p:cNvSpPr>
          <p:nvPr/>
        </p:nvSpPr>
        <p:spPr>
          <a:xfrm xmlns:a="http://schemas.openxmlformats.org/drawingml/2006/main" rot="0">
            <a:off x="5623160" y="3648514"/>
            <a:ext cx="371" cy="194653"/>
          </a:xfrm>
          <a:custGeom xmlns:a="http://schemas.openxmlformats.org/drawingml/2006/main">
            <a:pathLst>
              <a:path w="371" h="194653">
                <a:moveTo>
                  <a:pt x="0" y="194653"/>
                </a:moveTo>
                <a:lnTo>
                  <a:pt x="371" y="0"/>
                </a:lnTo>
                <a:lnTo>
                  <a:pt x="0" y="194653"/>
                </a:lnTo>
              </a:path>
            </a:pathLst>
          </a:custGeom>
          <a:solidFill xmlns:a="http://schemas.openxmlformats.org/drawingml/2006/main">
            <a:srgbClr val="FFFFFF"/>
          </a:solidFill>
          <a:ln xmlns:a="http://schemas.openxmlformats.org/drawingml/2006/main" w="0">
            <a:noFill/>
            <a:prstDash val="solid"/>
          </a:ln>
        </p:spPr>
      </p:sp>
      <p:sp>
        <p:nvSpPr>
          <p:cNvPr id="133" name="pdf-path-142">
            <a:extLst xmlns:a="http://schemas.openxmlformats.org/drawingml/2006/main">
              <a:ext uri="{FF2B5EF4-FFF2-40B4-BE49-F238E27FC236}">
                <a16:creationId xmlns:a16="http://schemas.microsoft.com/office/drawing/2014/main" id="{A25723E5-8A56-4F38-9324-56C50376139D}"/>
              </a:ext>
            </a:extLst>
          </p:cNvPr>
          <p:cNvSpPr>
            <a:spLocks xmlns:a="http://schemas.openxmlformats.org/drawingml/2006/main" noGrp="1"/>
          </p:cNvSpPr>
          <p:nvPr/>
        </p:nvSpPr>
        <p:spPr>
          <a:xfrm xmlns:a="http://schemas.openxmlformats.org/drawingml/2006/main" rot="0">
            <a:off x="5623274" y="3648513"/>
            <a:ext cx="257" cy="124558"/>
          </a:xfrm>
          <a:custGeom xmlns:a="http://schemas.openxmlformats.org/drawingml/2006/main">
            <a:pathLst>
              <a:path w="257" h="124558">
                <a:moveTo>
                  <a:pt x="257" y="0"/>
                </a:moveTo>
                <a:lnTo>
                  <a:pt x="0" y="124558"/>
                </a:lnTo>
              </a:path>
            </a:pathLst>
          </a:custGeom>
          <a:noFill xmlns:a="http://schemas.openxmlformats.org/drawingml/2006/main"/>
          <a:ln xmlns:a="http://schemas.openxmlformats.org/drawingml/2006/main" w="11687">
            <a:solidFill>
              <a:srgbClr val="E05E5F"/>
            </a:solidFill>
            <a:prstDash val="solid"/>
          </a:ln>
        </p:spPr>
      </p:sp>
      <p:sp>
        <p:nvSpPr>
          <p:cNvPr id="134" name="pdf-path-143">
            <a:extLst xmlns:a="http://schemas.openxmlformats.org/drawingml/2006/main">
              <a:ext uri="{FF2B5EF4-FFF2-40B4-BE49-F238E27FC236}">
                <a16:creationId xmlns:a16="http://schemas.microsoft.com/office/drawing/2014/main" id="{362EEB2D-D31A-4774-BAD7-1976EF9F27ED}"/>
              </a:ext>
            </a:extLst>
          </p:cNvPr>
          <p:cNvSpPr>
            <a:spLocks xmlns:a="http://schemas.openxmlformats.org/drawingml/2006/main" noGrp="1"/>
          </p:cNvSpPr>
          <p:nvPr/>
        </p:nvSpPr>
        <p:spPr>
          <a:xfrm xmlns:a="http://schemas.openxmlformats.org/drawingml/2006/main" rot="0">
            <a:off x="5603986" y="3773042"/>
            <a:ext cx="38576" cy="53035"/>
          </a:xfrm>
          <a:custGeom xmlns:a="http://schemas.openxmlformats.org/drawingml/2006/main">
            <a:pathLst>
              <a:path w="38576" h="53035">
                <a:moveTo>
                  <a:pt x="0" y="0"/>
                </a:moveTo>
                <a:lnTo>
                  <a:pt x="19202" y="53035"/>
                </a:lnTo>
                <a:lnTo>
                  <a:pt x="38576" y="57"/>
                </a:lnTo>
              </a:path>
            </a:pathLst>
          </a:custGeom>
          <a:solidFill xmlns:a="http://schemas.openxmlformats.org/drawingml/2006/main">
            <a:srgbClr val="E05E5F"/>
          </a:solidFill>
          <a:ln xmlns:a="http://schemas.openxmlformats.org/drawingml/2006/main" w="0">
            <a:noFill/>
            <a:prstDash val="solid"/>
          </a:ln>
        </p:spPr>
      </p:sp>
      <p:sp>
        <p:nvSpPr>
          <p:cNvPr id="135" name="pdf-path-144">
            <a:extLst xmlns:a="http://schemas.openxmlformats.org/drawingml/2006/main">
              <a:ext uri="{FF2B5EF4-FFF2-40B4-BE49-F238E27FC236}">
                <a16:creationId xmlns:a16="http://schemas.microsoft.com/office/drawing/2014/main" id="{23A05884-C693-4555-9609-B02761E471A1}"/>
              </a:ext>
            </a:extLst>
          </p:cNvPr>
          <p:cNvSpPr>
            <a:spLocks xmlns:a="http://schemas.openxmlformats.org/drawingml/2006/main" noGrp="1"/>
          </p:cNvSpPr>
          <p:nvPr/>
        </p:nvSpPr>
        <p:spPr>
          <a:xfrm xmlns:a="http://schemas.openxmlformats.org/drawingml/2006/main" rot="0">
            <a:off x="5603986" y="3773042"/>
            <a:ext cx="38576" cy="53035"/>
          </a:xfrm>
          <a:custGeom xmlns:a="http://schemas.openxmlformats.org/drawingml/2006/main">
            <a:pathLst>
              <a:path w="38576" h="53035">
                <a:moveTo>
                  <a:pt x="0" y="0"/>
                </a:moveTo>
                <a:lnTo>
                  <a:pt x="19202" y="53035"/>
                </a:lnTo>
                <a:lnTo>
                  <a:pt x="38576" y="57"/>
                </a:lnTo>
                <a:lnTo>
                  <a:pt x="0" y="0"/>
                </a:lnTo>
              </a:path>
            </a:pathLst>
          </a:custGeom>
          <a:noFill xmlns:a="http://schemas.openxmlformats.org/drawingml/2006/main"/>
          <a:ln xmlns:a="http://schemas.openxmlformats.org/drawingml/2006/main" w="11687">
            <a:solidFill>
              <a:srgbClr val="E05E5F"/>
            </a:solidFill>
            <a:prstDash val="solid"/>
          </a:ln>
        </p:spPr>
      </p:sp>
      <p:sp>
        <p:nvSpPr>
          <p:cNvPr id="136" name="pdf-path-145">
            <a:extLst xmlns:a="http://schemas.openxmlformats.org/drawingml/2006/main">
              <a:ext uri="{FF2B5EF4-FFF2-40B4-BE49-F238E27FC236}">
                <a16:creationId xmlns:a16="http://schemas.microsoft.com/office/drawing/2014/main" id="{20D0E70C-500E-4AED-93D1-8C577496A768}"/>
              </a:ext>
            </a:extLst>
          </p:cNvPr>
          <p:cNvSpPr>
            <a:spLocks xmlns:a="http://schemas.openxmlformats.org/drawingml/2006/main" noGrp="1"/>
          </p:cNvSpPr>
          <p:nvPr/>
        </p:nvSpPr>
        <p:spPr>
          <a:xfrm xmlns:a="http://schemas.openxmlformats.org/drawingml/2006/main" rot="0">
            <a:off x="5772350" y="3616394"/>
            <a:ext cx="371" cy="194682"/>
          </a:xfrm>
          <a:custGeom xmlns:a="http://schemas.openxmlformats.org/drawingml/2006/main">
            <a:pathLst>
              <a:path w="371" h="194682">
                <a:moveTo>
                  <a:pt x="0" y="194682"/>
                </a:moveTo>
                <a:lnTo>
                  <a:pt x="371" y="0"/>
                </a:lnTo>
                <a:lnTo>
                  <a:pt x="0" y="194682"/>
                </a:lnTo>
              </a:path>
            </a:pathLst>
          </a:custGeom>
          <a:solidFill xmlns:a="http://schemas.openxmlformats.org/drawingml/2006/main">
            <a:srgbClr val="FFFFFF"/>
          </a:solidFill>
          <a:ln xmlns:a="http://schemas.openxmlformats.org/drawingml/2006/main" w="0">
            <a:noFill/>
            <a:prstDash val="solid"/>
          </a:ln>
        </p:spPr>
      </p:sp>
      <p:sp>
        <p:nvSpPr>
          <p:cNvPr id="137" name="pdf-path-146">
            <a:extLst xmlns:a="http://schemas.openxmlformats.org/drawingml/2006/main">
              <a:ext uri="{FF2B5EF4-FFF2-40B4-BE49-F238E27FC236}">
                <a16:creationId xmlns:a16="http://schemas.microsoft.com/office/drawing/2014/main" id="{2526CEE6-4C38-4498-AA95-0D9B615B6D4F}"/>
              </a:ext>
            </a:extLst>
          </p:cNvPr>
          <p:cNvSpPr>
            <a:spLocks xmlns:a="http://schemas.openxmlformats.org/drawingml/2006/main" noGrp="1"/>
          </p:cNvSpPr>
          <p:nvPr/>
        </p:nvSpPr>
        <p:spPr>
          <a:xfrm xmlns:a="http://schemas.openxmlformats.org/drawingml/2006/main" rot="0">
            <a:off x="5772493" y="3616394"/>
            <a:ext cx="228" cy="124558"/>
          </a:xfrm>
          <a:custGeom xmlns:a="http://schemas.openxmlformats.org/drawingml/2006/main">
            <a:pathLst>
              <a:path w="228" h="124558">
                <a:moveTo>
                  <a:pt x="228" y="0"/>
                </a:moveTo>
                <a:lnTo>
                  <a:pt x="0" y="124558"/>
                </a:lnTo>
              </a:path>
            </a:pathLst>
          </a:custGeom>
          <a:noFill xmlns:a="http://schemas.openxmlformats.org/drawingml/2006/main"/>
          <a:ln xmlns:a="http://schemas.openxmlformats.org/drawingml/2006/main" w="11687">
            <a:solidFill>
              <a:srgbClr val="E05E5F"/>
            </a:solidFill>
            <a:prstDash val="solid"/>
          </a:ln>
        </p:spPr>
      </p:sp>
      <p:sp>
        <p:nvSpPr>
          <p:cNvPr id="138" name="pdf-path-147">
            <a:extLst xmlns:a="http://schemas.openxmlformats.org/drawingml/2006/main">
              <a:ext uri="{FF2B5EF4-FFF2-40B4-BE49-F238E27FC236}">
                <a16:creationId xmlns:a16="http://schemas.microsoft.com/office/drawing/2014/main" id="{5D1EA7F7-0ABB-4D4E-B164-4F054B798F00}"/>
              </a:ext>
            </a:extLst>
          </p:cNvPr>
          <p:cNvSpPr>
            <a:spLocks xmlns:a="http://schemas.openxmlformats.org/drawingml/2006/main" noGrp="1"/>
          </p:cNvSpPr>
          <p:nvPr/>
        </p:nvSpPr>
        <p:spPr>
          <a:xfrm xmlns:a="http://schemas.openxmlformats.org/drawingml/2006/main" rot="0">
            <a:off x="5753147" y="3740925"/>
            <a:ext cx="38605" cy="53064"/>
          </a:xfrm>
          <a:custGeom xmlns:a="http://schemas.openxmlformats.org/drawingml/2006/main">
            <a:pathLst>
              <a:path w="38605" h="53064">
                <a:moveTo>
                  <a:pt x="0" y="0"/>
                </a:moveTo>
                <a:lnTo>
                  <a:pt x="19202" y="53064"/>
                </a:lnTo>
                <a:lnTo>
                  <a:pt x="38605" y="57"/>
                </a:lnTo>
              </a:path>
            </a:pathLst>
          </a:custGeom>
          <a:solidFill xmlns:a="http://schemas.openxmlformats.org/drawingml/2006/main">
            <a:srgbClr val="E05E5F"/>
          </a:solidFill>
          <a:ln xmlns:a="http://schemas.openxmlformats.org/drawingml/2006/main" w="0">
            <a:noFill/>
            <a:prstDash val="solid"/>
          </a:ln>
        </p:spPr>
      </p:sp>
      <p:sp>
        <p:nvSpPr>
          <p:cNvPr id="139" name="pdf-path-148">
            <a:extLst xmlns:a="http://schemas.openxmlformats.org/drawingml/2006/main">
              <a:ext uri="{FF2B5EF4-FFF2-40B4-BE49-F238E27FC236}">
                <a16:creationId xmlns:a16="http://schemas.microsoft.com/office/drawing/2014/main" id="{EF2F36CF-A3F1-49B2-AE70-610EC8D6E74F}"/>
              </a:ext>
            </a:extLst>
          </p:cNvPr>
          <p:cNvSpPr>
            <a:spLocks xmlns:a="http://schemas.openxmlformats.org/drawingml/2006/main" noGrp="1"/>
          </p:cNvSpPr>
          <p:nvPr/>
        </p:nvSpPr>
        <p:spPr>
          <a:xfrm xmlns:a="http://schemas.openxmlformats.org/drawingml/2006/main" rot="0">
            <a:off x="5753147" y="3740925"/>
            <a:ext cx="38605" cy="53064"/>
          </a:xfrm>
          <a:custGeom xmlns:a="http://schemas.openxmlformats.org/drawingml/2006/main">
            <a:pathLst>
              <a:path w="38605" h="53064">
                <a:moveTo>
                  <a:pt x="0" y="0"/>
                </a:moveTo>
                <a:lnTo>
                  <a:pt x="19202" y="53064"/>
                </a:lnTo>
                <a:lnTo>
                  <a:pt x="38605" y="57"/>
                </a:lnTo>
                <a:lnTo>
                  <a:pt x="0" y="0"/>
                </a:lnTo>
              </a:path>
            </a:pathLst>
          </a:custGeom>
          <a:noFill xmlns:a="http://schemas.openxmlformats.org/drawingml/2006/main"/>
          <a:ln xmlns:a="http://schemas.openxmlformats.org/drawingml/2006/main" w="11687">
            <a:solidFill>
              <a:srgbClr val="E05E5F"/>
            </a:solidFill>
            <a:prstDash val="solid"/>
          </a:ln>
        </p:spPr>
      </p:sp>
      <p:sp>
        <p:nvSpPr>
          <p:cNvPr id="140" name="pdf-path-149">
            <a:extLst xmlns:a="http://schemas.openxmlformats.org/drawingml/2006/main">
              <a:ext uri="{FF2B5EF4-FFF2-40B4-BE49-F238E27FC236}">
                <a16:creationId xmlns:a16="http://schemas.microsoft.com/office/drawing/2014/main" id="{172A2C26-FA43-4B1E-8781-C113F0CB2B18}"/>
              </a:ext>
            </a:extLst>
          </p:cNvPr>
          <p:cNvSpPr>
            <a:spLocks xmlns:a="http://schemas.openxmlformats.org/drawingml/2006/main" noGrp="1"/>
          </p:cNvSpPr>
          <p:nvPr/>
        </p:nvSpPr>
        <p:spPr>
          <a:xfrm xmlns:a="http://schemas.openxmlformats.org/drawingml/2006/main" rot="0">
            <a:off x="5962888" y="3648514"/>
            <a:ext cx="371" cy="194653"/>
          </a:xfrm>
          <a:custGeom xmlns:a="http://schemas.openxmlformats.org/drawingml/2006/main">
            <a:pathLst>
              <a:path w="371" h="194653">
                <a:moveTo>
                  <a:pt x="0" y="194653"/>
                </a:moveTo>
                <a:lnTo>
                  <a:pt x="371" y="0"/>
                </a:lnTo>
                <a:lnTo>
                  <a:pt x="0" y="194653"/>
                </a:lnTo>
              </a:path>
            </a:pathLst>
          </a:custGeom>
          <a:solidFill xmlns:a="http://schemas.openxmlformats.org/drawingml/2006/main">
            <a:srgbClr val="FFFFFF"/>
          </a:solidFill>
          <a:ln xmlns:a="http://schemas.openxmlformats.org/drawingml/2006/main" w="0">
            <a:noFill/>
            <a:prstDash val="solid"/>
          </a:ln>
        </p:spPr>
      </p:sp>
      <p:sp>
        <p:nvSpPr>
          <p:cNvPr id="141" name="pdf-path-150">
            <a:extLst xmlns:a="http://schemas.openxmlformats.org/drawingml/2006/main">
              <a:ext uri="{FF2B5EF4-FFF2-40B4-BE49-F238E27FC236}">
                <a16:creationId xmlns:a16="http://schemas.microsoft.com/office/drawing/2014/main" id="{B837A4C2-5E18-4A1B-8E63-7AA6E721165B}"/>
              </a:ext>
            </a:extLst>
          </p:cNvPr>
          <p:cNvSpPr>
            <a:spLocks xmlns:a="http://schemas.openxmlformats.org/drawingml/2006/main" noGrp="1"/>
          </p:cNvSpPr>
          <p:nvPr/>
        </p:nvSpPr>
        <p:spPr>
          <a:xfrm xmlns:a="http://schemas.openxmlformats.org/drawingml/2006/main" rot="0">
            <a:off x="5963031" y="3648513"/>
            <a:ext cx="228" cy="124558"/>
          </a:xfrm>
          <a:custGeom xmlns:a="http://schemas.openxmlformats.org/drawingml/2006/main">
            <a:pathLst>
              <a:path w="228" h="124558">
                <a:moveTo>
                  <a:pt x="228" y="0"/>
                </a:moveTo>
                <a:lnTo>
                  <a:pt x="0" y="124558"/>
                </a:lnTo>
              </a:path>
            </a:pathLst>
          </a:custGeom>
          <a:noFill xmlns:a="http://schemas.openxmlformats.org/drawingml/2006/main"/>
          <a:ln xmlns:a="http://schemas.openxmlformats.org/drawingml/2006/main" w="11687">
            <a:solidFill>
              <a:srgbClr val="E05E5F"/>
            </a:solidFill>
            <a:prstDash val="solid"/>
          </a:ln>
        </p:spPr>
      </p:sp>
      <p:sp>
        <p:nvSpPr>
          <p:cNvPr id="142" name="pdf-path-151">
            <a:extLst xmlns:a="http://schemas.openxmlformats.org/drawingml/2006/main">
              <a:ext uri="{FF2B5EF4-FFF2-40B4-BE49-F238E27FC236}">
                <a16:creationId xmlns:a16="http://schemas.microsoft.com/office/drawing/2014/main" id="{F0F51B28-8E82-4074-9616-91409AD9FE54}"/>
              </a:ext>
            </a:extLst>
          </p:cNvPr>
          <p:cNvSpPr>
            <a:spLocks xmlns:a="http://schemas.openxmlformats.org/drawingml/2006/main" noGrp="1"/>
          </p:cNvSpPr>
          <p:nvPr/>
        </p:nvSpPr>
        <p:spPr>
          <a:xfrm xmlns:a="http://schemas.openxmlformats.org/drawingml/2006/main" rot="0">
            <a:off x="5943743" y="3773042"/>
            <a:ext cx="38576" cy="53035"/>
          </a:xfrm>
          <a:custGeom xmlns:a="http://schemas.openxmlformats.org/drawingml/2006/main">
            <a:pathLst>
              <a:path w="38576" h="53035">
                <a:moveTo>
                  <a:pt x="0" y="0"/>
                </a:moveTo>
                <a:lnTo>
                  <a:pt x="19202" y="53035"/>
                </a:lnTo>
                <a:lnTo>
                  <a:pt x="38576" y="57"/>
                </a:lnTo>
              </a:path>
            </a:pathLst>
          </a:custGeom>
          <a:solidFill xmlns:a="http://schemas.openxmlformats.org/drawingml/2006/main">
            <a:srgbClr val="E05E5F"/>
          </a:solidFill>
          <a:ln xmlns:a="http://schemas.openxmlformats.org/drawingml/2006/main" w="0">
            <a:noFill/>
            <a:prstDash val="solid"/>
          </a:ln>
        </p:spPr>
      </p:sp>
      <p:sp>
        <p:nvSpPr>
          <p:cNvPr id="143" name="pdf-path-152">
            <a:extLst xmlns:a="http://schemas.openxmlformats.org/drawingml/2006/main">
              <a:ext uri="{FF2B5EF4-FFF2-40B4-BE49-F238E27FC236}">
                <a16:creationId xmlns:a16="http://schemas.microsoft.com/office/drawing/2014/main" id="{DF901C45-6BE6-429E-A946-ED81AEB1F614}"/>
              </a:ext>
            </a:extLst>
          </p:cNvPr>
          <p:cNvSpPr>
            <a:spLocks xmlns:a="http://schemas.openxmlformats.org/drawingml/2006/main" noGrp="1"/>
          </p:cNvSpPr>
          <p:nvPr/>
        </p:nvSpPr>
        <p:spPr>
          <a:xfrm xmlns:a="http://schemas.openxmlformats.org/drawingml/2006/main" rot="0">
            <a:off x="5943743" y="3773042"/>
            <a:ext cx="38576" cy="53035"/>
          </a:xfrm>
          <a:custGeom xmlns:a="http://schemas.openxmlformats.org/drawingml/2006/main">
            <a:pathLst>
              <a:path w="38576" h="53035">
                <a:moveTo>
                  <a:pt x="0" y="0"/>
                </a:moveTo>
                <a:lnTo>
                  <a:pt x="19202" y="53035"/>
                </a:lnTo>
                <a:lnTo>
                  <a:pt x="38576" y="57"/>
                </a:lnTo>
                <a:lnTo>
                  <a:pt x="0" y="0"/>
                </a:lnTo>
              </a:path>
            </a:pathLst>
          </a:custGeom>
          <a:noFill xmlns:a="http://schemas.openxmlformats.org/drawingml/2006/main"/>
          <a:ln xmlns:a="http://schemas.openxmlformats.org/drawingml/2006/main" w="11687">
            <a:solidFill>
              <a:srgbClr val="E05E5F"/>
            </a:solidFill>
            <a:prstDash val="solid"/>
          </a:ln>
        </p:spPr>
      </p:sp>
      <p:sp>
        <p:nvSpPr>
          <p:cNvPr id="144" name="pdf-path-153">
            <a:extLst xmlns:a="http://schemas.openxmlformats.org/drawingml/2006/main">
              <a:ext uri="{FF2B5EF4-FFF2-40B4-BE49-F238E27FC236}">
                <a16:creationId xmlns:a16="http://schemas.microsoft.com/office/drawing/2014/main" id="{6D497F14-912D-4E6B-AAC4-341B52980709}"/>
              </a:ext>
            </a:extLst>
          </p:cNvPr>
          <p:cNvSpPr>
            <a:spLocks xmlns:a="http://schemas.openxmlformats.org/drawingml/2006/main" noGrp="1"/>
          </p:cNvSpPr>
          <p:nvPr/>
        </p:nvSpPr>
        <p:spPr>
          <a:xfrm xmlns:a="http://schemas.openxmlformats.org/drawingml/2006/main" rot="0">
            <a:off x="6313275" y="3232404"/>
            <a:ext cx="69352" cy="103413"/>
          </a:xfrm>
          <a:custGeom xmlns:a="http://schemas.openxmlformats.org/drawingml/2006/main">
            <a:pathLst>
              <a:path w="69352" h="103413">
                <a:moveTo>
                  <a:pt x="69352" y="103413"/>
                </a:moveTo>
                <a:lnTo>
                  <a:pt x="50435" y="103413"/>
                </a:lnTo>
                <a:cubicBezTo>
                  <a:pt x="36947" y="67466"/>
                  <a:pt x="20060" y="32833"/>
                  <a:pt x="0" y="0"/>
                </a:cubicBezTo>
                <a:lnTo>
                  <a:pt x="69352" y="0"/>
                </a:lnTo>
                <a:lnTo>
                  <a:pt x="69352" y="103413"/>
                </a:lnTo>
              </a:path>
            </a:pathLst>
          </a:custGeom>
          <a:solidFill xmlns:a="http://schemas.openxmlformats.org/drawingml/2006/main">
            <a:srgbClr val="FFFFFF"/>
          </a:solidFill>
          <a:ln xmlns:a="http://schemas.openxmlformats.org/drawingml/2006/main" w="0">
            <a:noFill/>
            <a:prstDash val="solid"/>
          </a:ln>
        </p:spPr>
      </p:sp>
      <p:sp>
        <p:nvSpPr>
          <p:cNvPr id="145" name="pdf-path-154">
            <a:extLst xmlns:a="http://schemas.openxmlformats.org/drawingml/2006/main">
              <a:ext uri="{FF2B5EF4-FFF2-40B4-BE49-F238E27FC236}">
                <a16:creationId xmlns:a16="http://schemas.microsoft.com/office/drawing/2014/main" id="{816118EB-78D2-4FE5-ADCD-2C430FE00E19}"/>
              </a:ext>
            </a:extLst>
          </p:cNvPr>
          <p:cNvSpPr>
            <a:spLocks xmlns:a="http://schemas.openxmlformats.org/drawingml/2006/main" noGrp="1"/>
          </p:cNvSpPr>
          <p:nvPr/>
        </p:nvSpPr>
        <p:spPr>
          <a:xfrm xmlns:a="http://schemas.openxmlformats.org/drawingml/2006/main" rot="0">
            <a:off x="5362556" y="3232404"/>
            <a:ext cx="963549" cy="103413"/>
          </a:xfrm>
          <a:custGeom xmlns:a="http://schemas.openxmlformats.org/drawingml/2006/main">
            <a:pathLst>
              <a:path w="963549" h="103413">
                <a:moveTo>
                  <a:pt x="963549" y="103413"/>
                </a:moveTo>
                <a:lnTo>
                  <a:pt x="0" y="103413"/>
                </a:lnTo>
                <a:lnTo>
                  <a:pt x="0" y="0"/>
                </a:lnTo>
                <a:lnTo>
                  <a:pt x="909170" y="0"/>
                </a:lnTo>
                <a:cubicBezTo>
                  <a:pt x="930802" y="32604"/>
                  <a:pt x="949033" y="67266"/>
                  <a:pt x="963549" y="103413"/>
                </a:cubicBezTo>
              </a:path>
            </a:pathLst>
          </a:custGeom>
          <a:solidFill xmlns:a="http://schemas.openxmlformats.org/drawingml/2006/main">
            <a:srgbClr val="FFFFFF"/>
          </a:solidFill>
          <a:ln xmlns:a="http://schemas.openxmlformats.org/drawingml/2006/main" w="0">
            <a:noFill/>
            <a:prstDash val="solid"/>
          </a:ln>
        </p:spPr>
      </p:sp>
      <p:sp>
        <p:nvSpPr>
          <p:cNvPr id="146" name="pdf-path-155">
            <a:extLst xmlns:a="http://schemas.openxmlformats.org/drawingml/2006/main">
              <a:ext uri="{FF2B5EF4-FFF2-40B4-BE49-F238E27FC236}">
                <a16:creationId xmlns:a16="http://schemas.microsoft.com/office/drawing/2014/main" id="{4AB439AC-A5A2-4300-BAB8-A8B22B6056AB}"/>
              </a:ext>
            </a:extLst>
          </p:cNvPr>
          <p:cNvSpPr>
            <a:spLocks xmlns:a="http://schemas.openxmlformats.org/drawingml/2006/main" noGrp="1"/>
          </p:cNvSpPr>
          <p:nvPr/>
        </p:nvSpPr>
        <p:spPr>
          <a:xfrm xmlns:a="http://schemas.openxmlformats.org/drawingml/2006/main" rot="0">
            <a:off x="6271727" y="3232404"/>
            <a:ext cx="91983" cy="103413"/>
          </a:xfrm>
          <a:custGeom xmlns:a="http://schemas.openxmlformats.org/drawingml/2006/main">
            <a:pathLst>
              <a:path w="91983" h="103413">
                <a:moveTo>
                  <a:pt x="91983" y="103413"/>
                </a:moveTo>
                <a:lnTo>
                  <a:pt x="54378" y="103413"/>
                </a:lnTo>
                <a:cubicBezTo>
                  <a:pt x="39862" y="67266"/>
                  <a:pt x="21631" y="32604"/>
                  <a:pt x="0" y="0"/>
                </a:cubicBezTo>
                <a:lnTo>
                  <a:pt x="41547" y="0"/>
                </a:lnTo>
                <a:cubicBezTo>
                  <a:pt x="61608" y="32833"/>
                  <a:pt x="78496" y="67466"/>
                  <a:pt x="91983" y="103413"/>
                </a:cubicBezTo>
              </a:path>
            </a:pathLst>
          </a:custGeom>
          <a:solidFill xmlns:a="http://schemas.openxmlformats.org/drawingml/2006/main">
            <a:srgbClr val="C9D8EF"/>
          </a:solidFill>
          <a:ln xmlns:a="http://schemas.openxmlformats.org/drawingml/2006/main" w="0">
            <a:noFill/>
            <a:prstDash val="solid"/>
          </a:ln>
        </p:spPr>
      </p:sp>
      <p:sp>
        <p:nvSpPr>
          <p:cNvPr id="147" name="pdf-path-157">
            <a:extLst xmlns:a="http://schemas.openxmlformats.org/drawingml/2006/main">
              <a:ext uri="{FF2B5EF4-FFF2-40B4-BE49-F238E27FC236}">
                <a16:creationId xmlns:a16="http://schemas.microsoft.com/office/drawing/2014/main" id="{CAFEF8CF-9FE2-4161-BBF1-36CD85C3BFE9}"/>
              </a:ext>
            </a:extLst>
          </p:cNvPr>
          <p:cNvSpPr>
            <a:spLocks xmlns:a="http://schemas.openxmlformats.org/drawingml/2006/main" noGrp="1"/>
          </p:cNvSpPr>
          <p:nvPr/>
        </p:nvSpPr>
        <p:spPr>
          <a:xfrm xmlns:a="http://schemas.openxmlformats.org/drawingml/2006/main" rot="0">
            <a:off x="4494962" y="3736982"/>
            <a:ext cx="989895" cy="152705"/>
          </a:xfrm>
          <a:custGeom xmlns:a="http://schemas.openxmlformats.org/drawingml/2006/main">
            <a:pathLst>
              <a:path w="989895" h="152705">
                <a:moveTo>
                  <a:pt x="989895" y="152705"/>
                </a:moveTo>
                <a:lnTo>
                  <a:pt x="880510" y="152705"/>
                </a:lnTo>
                <a:lnTo>
                  <a:pt x="878481" y="0"/>
                </a:lnTo>
                <a:lnTo>
                  <a:pt x="989895" y="0"/>
                </a:lnTo>
                <a:lnTo>
                  <a:pt x="989895" y="152705"/>
                </a:lnTo>
                <a:moveTo>
                  <a:pt x="868823" y="152705"/>
                </a:moveTo>
                <a:lnTo>
                  <a:pt x="0" y="152705"/>
                </a:lnTo>
                <a:lnTo>
                  <a:pt x="0" y="0"/>
                </a:lnTo>
                <a:lnTo>
                  <a:pt x="866794" y="0"/>
                </a:lnTo>
                <a:lnTo>
                  <a:pt x="868823" y="152705"/>
                </a:lnTo>
              </a:path>
            </a:pathLst>
          </a:custGeom>
          <a:solidFill xmlns:a="http://schemas.openxmlformats.org/drawingml/2006/main">
            <a:srgbClr val="FFFFFF"/>
          </a:solidFill>
          <a:ln xmlns:a="http://schemas.openxmlformats.org/drawingml/2006/main" w="0">
            <a:noFill/>
            <a:prstDash val="solid"/>
          </a:ln>
        </p:spPr>
      </p:sp>
      <p:sp>
        <p:nvSpPr>
          <p:cNvPr id="148" name="pdf-path-162">
            <a:extLst xmlns:a="http://schemas.openxmlformats.org/drawingml/2006/main">
              <a:ext uri="{FF2B5EF4-FFF2-40B4-BE49-F238E27FC236}">
                <a16:creationId xmlns:a16="http://schemas.microsoft.com/office/drawing/2014/main" id="{27028CBC-8B1C-4427-89D6-92F5F0F7D72F}"/>
              </a:ext>
            </a:extLst>
          </p:cNvPr>
          <p:cNvSpPr>
            <a:spLocks xmlns:a="http://schemas.openxmlformats.org/drawingml/2006/main" noGrp="1"/>
          </p:cNvSpPr>
          <p:nvPr/>
        </p:nvSpPr>
        <p:spPr>
          <a:xfrm xmlns:a="http://schemas.openxmlformats.org/drawingml/2006/main" rot="0">
            <a:off x="1335367" y="81496"/>
            <a:ext cx="3930691" cy="295037"/>
          </a:xfrm>
          <a:custGeom xmlns:a="http://schemas.openxmlformats.org/drawingml/2006/main">
            <a:pathLst>
              <a:path w="3930691" h="295037">
                <a:moveTo>
                  <a:pt x="3930691" y="295037"/>
                </a:moveTo>
                <a:lnTo>
                  <a:pt x="0" y="295037"/>
                </a:lnTo>
                <a:lnTo>
                  <a:pt x="0" y="0"/>
                </a:lnTo>
                <a:lnTo>
                  <a:pt x="3518440" y="0"/>
                </a:lnTo>
                <a:cubicBezTo>
                  <a:pt x="3633940" y="0"/>
                  <a:pt x="3744725" y="45891"/>
                  <a:pt x="3826421" y="127559"/>
                </a:cubicBezTo>
                <a:cubicBezTo>
                  <a:pt x="3873970" y="175108"/>
                  <a:pt x="3909403" y="232543"/>
                  <a:pt x="3930691" y="295037"/>
                </a:cubicBezTo>
              </a:path>
            </a:pathLst>
          </a:custGeom>
          <a:solidFill xmlns:a="http://schemas.openxmlformats.org/drawingml/2006/main">
            <a:srgbClr val="FFFFFF"/>
          </a:solidFill>
          <a:ln xmlns:a="http://schemas.openxmlformats.org/drawingml/2006/main" w="0">
            <a:noFill/>
            <a:prstDash val="solid"/>
          </a:ln>
        </p:spPr>
      </p:sp>
      <p:sp>
        <p:nvSpPr>
          <p:cNvPr id="149" name="pdf-path-163">
            <a:extLst xmlns:a="http://schemas.openxmlformats.org/drawingml/2006/main">
              <a:ext uri="{FF2B5EF4-FFF2-40B4-BE49-F238E27FC236}">
                <a16:creationId xmlns:a16="http://schemas.microsoft.com/office/drawing/2014/main" id="{2B5E06C0-1CA3-4A6E-9E88-330BCEFCC021}"/>
              </a:ext>
            </a:extLst>
          </p:cNvPr>
          <p:cNvSpPr>
            <a:spLocks xmlns:a="http://schemas.openxmlformats.org/drawingml/2006/main" noGrp="1"/>
          </p:cNvSpPr>
          <p:nvPr/>
        </p:nvSpPr>
        <p:spPr>
          <a:xfrm xmlns:a="http://schemas.openxmlformats.org/drawingml/2006/main" rot="0">
            <a:off x="1335367" y="46434"/>
            <a:ext cx="3967582" cy="330098"/>
          </a:xfrm>
          <a:custGeom xmlns:a="http://schemas.openxmlformats.org/drawingml/2006/main">
            <a:pathLst>
              <a:path w="3967582" h="330098">
                <a:moveTo>
                  <a:pt x="3967582" y="330098"/>
                </a:moveTo>
                <a:lnTo>
                  <a:pt x="3930691" y="330098"/>
                </a:lnTo>
                <a:cubicBezTo>
                  <a:pt x="3909403" y="267605"/>
                  <a:pt x="3873970" y="210169"/>
                  <a:pt x="3826421" y="162620"/>
                </a:cubicBezTo>
                <a:cubicBezTo>
                  <a:pt x="3744725" y="80953"/>
                  <a:pt x="3633940" y="35062"/>
                  <a:pt x="3518440" y="35062"/>
                </a:cubicBezTo>
                <a:lnTo>
                  <a:pt x="0" y="35062"/>
                </a:lnTo>
                <a:lnTo>
                  <a:pt x="0" y="0"/>
                </a:lnTo>
                <a:lnTo>
                  <a:pt x="3518440" y="0"/>
                </a:lnTo>
                <a:cubicBezTo>
                  <a:pt x="3643255" y="0"/>
                  <a:pt x="3762956" y="49578"/>
                  <a:pt x="3851196" y="137846"/>
                </a:cubicBezTo>
                <a:lnTo>
                  <a:pt x="3851224" y="137846"/>
                </a:lnTo>
                <a:cubicBezTo>
                  <a:pt x="3905431" y="192081"/>
                  <a:pt x="3945065" y="258204"/>
                  <a:pt x="3967582" y="330098"/>
                </a:cubicBezTo>
              </a:path>
            </a:pathLst>
          </a:custGeom>
          <a:solidFill xmlns:a="http://schemas.openxmlformats.org/drawingml/2006/main">
            <a:srgbClr val="D7EAD2"/>
          </a:solidFill>
          <a:ln xmlns:a="http://schemas.openxmlformats.org/drawingml/2006/main" w="0">
            <a:noFill/>
            <a:prstDash val="solid"/>
          </a:ln>
        </p:spPr>
      </p:sp>
      <p:sp>
        <p:nvSpPr>
          <p:cNvPr id="150" name="pdf-path-165">
            <a:extLst xmlns:a="http://schemas.openxmlformats.org/drawingml/2006/main">
              <a:ext uri="{FF2B5EF4-FFF2-40B4-BE49-F238E27FC236}">
                <a16:creationId xmlns:a16="http://schemas.microsoft.com/office/drawing/2014/main" id="{F9857A91-D71F-400D-9AFF-269D802BCAF9}"/>
              </a:ext>
            </a:extLst>
          </p:cNvPr>
          <p:cNvSpPr>
            <a:spLocks xmlns:a="http://schemas.openxmlformats.org/drawingml/2006/main" noGrp="1"/>
          </p:cNvSpPr>
          <p:nvPr/>
        </p:nvSpPr>
        <p:spPr>
          <a:xfrm xmlns:a="http://schemas.openxmlformats.org/drawingml/2006/main" rot="0">
            <a:off x="12254617" y="2055914"/>
            <a:ext cx="1679868" cy="1364656"/>
          </a:xfrm>
          <a:custGeom xmlns:a="http://schemas.openxmlformats.org/drawingml/2006/main">
            <a:pathLst>
              <a:path w="1679868" h="1364656">
                <a:moveTo>
                  <a:pt x="1452096" y="1364656"/>
                </a:moveTo>
                <a:lnTo>
                  <a:pt x="1389831" y="1364656"/>
                </a:lnTo>
                <a:lnTo>
                  <a:pt x="1389831" y="1352969"/>
                </a:lnTo>
                <a:lnTo>
                  <a:pt x="1296362" y="1352969"/>
                </a:lnTo>
                <a:lnTo>
                  <a:pt x="1296362" y="1364656"/>
                </a:lnTo>
                <a:lnTo>
                  <a:pt x="1226268" y="1364656"/>
                </a:lnTo>
                <a:lnTo>
                  <a:pt x="1226268" y="1352969"/>
                </a:lnTo>
                <a:lnTo>
                  <a:pt x="1132799" y="1352969"/>
                </a:lnTo>
                <a:lnTo>
                  <a:pt x="1132799" y="1364656"/>
                </a:lnTo>
                <a:lnTo>
                  <a:pt x="1069735" y="1364656"/>
                </a:lnTo>
                <a:lnTo>
                  <a:pt x="1069735" y="1306106"/>
                </a:lnTo>
                <a:lnTo>
                  <a:pt x="1449724" y="1306106"/>
                </a:lnTo>
                <a:cubicBezTo>
                  <a:pt x="1538193" y="1306106"/>
                  <a:pt x="1609944" y="1234383"/>
                  <a:pt x="1609944" y="1145886"/>
                </a:cubicBezTo>
                <a:lnTo>
                  <a:pt x="1609944" y="505120"/>
                </a:lnTo>
                <a:cubicBezTo>
                  <a:pt x="1609944" y="462629"/>
                  <a:pt x="1593056" y="421882"/>
                  <a:pt x="1563025" y="391849"/>
                </a:cubicBezTo>
                <a:cubicBezTo>
                  <a:pt x="1532964" y="361788"/>
                  <a:pt x="1492215" y="344929"/>
                  <a:pt x="1449724" y="344929"/>
                </a:cubicBezTo>
                <a:lnTo>
                  <a:pt x="246660" y="344929"/>
                </a:lnTo>
                <a:cubicBezTo>
                  <a:pt x="158192" y="344929"/>
                  <a:pt x="86468" y="416652"/>
                  <a:pt x="86468" y="505120"/>
                </a:cubicBezTo>
                <a:lnTo>
                  <a:pt x="86468" y="1145886"/>
                </a:lnTo>
                <a:cubicBezTo>
                  <a:pt x="86468" y="1234383"/>
                  <a:pt x="158192" y="1306106"/>
                  <a:pt x="246660" y="1306106"/>
                </a:cubicBezTo>
                <a:lnTo>
                  <a:pt x="643967" y="1306106"/>
                </a:lnTo>
                <a:lnTo>
                  <a:pt x="643967" y="1352969"/>
                </a:lnTo>
                <a:lnTo>
                  <a:pt x="642081" y="1352969"/>
                </a:lnTo>
                <a:lnTo>
                  <a:pt x="642081" y="1364656"/>
                </a:lnTo>
                <a:lnTo>
                  <a:pt x="571987" y="1364656"/>
                </a:lnTo>
                <a:lnTo>
                  <a:pt x="571987" y="1352969"/>
                </a:lnTo>
                <a:lnTo>
                  <a:pt x="478518" y="1352969"/>
                </a:lnTo>
                <a:lnTo>
                  <a:pt x="478518" y="1364656"/>
                </a:lnTo>
                <a:lnTo>
                  <a:pt x="408395" y="1364656"/>
                </a:lnTo>
                <a:lnTo>
                  <a:pt x="408395" y="1352969"/>
                </a:lnTo>
                <a:lnTo>
                  <a:pt x="314955" y="1352969"/>
                </a:lnTo>
                <a:lnTo>
                  <a:pt x="314955" y="1364656"/>
                </a:lnTo>
                <a:lnTo>
                  <a:pt x="244831" y="1364656"/>
                </a:lnTo>
                <a:lnTo>
                  <a:pt x="244831" y="1352969"/>
                </a:lnTo>
                <a:lnTo>
                  <a:pt x="227800" y="1352969"/>
                </a:lnTo>
                <a:cubicBezTo>
                  <a:pt x="202826" y="1352969"/>
                  <a:pt x="178909" y="1348740"/>
                  <a:pt x="156649" y="1340996"/>
                </a:cubicBezTo>
                <a:lnTo>
                  <a:pt x="152791" y="1352026"/>
                </a:lnTo>
                <a:cubicBezTo>
                  <a:pt x="130474" y="1344225"/>
                  <a:pt x="109729" y="1333081"/>
                  <a:pt x="91183" y="1319165"/>
                </a:cubicBezTo>
                <a:lnTo>
                  <a:pt x="98213" y="1309821"/>
                </a:lnTo>
                <a:cubicBezTo>
                  <a:pt x="74552" y="1292076"/>
                  <a:pt x="54665" y="1269587"/>
                  <a:pt x="39948" y="1243784"/>
                </a:cubicBezTo>
                <a:lnTo>
                  <a:pt x="29805" y="1249556"/>
                </a:lnTo>
                <a:cubicBezTo>
                  <a:pt x="18374" y="1229525"/>
                  <a:pt x="9887" y="1207580"/>
                  <a:pt x="4972" y="1184319"/>
                </a:cubicBezTo>
                <a:lnTo>
                  <a:pt x="16402" y="1181919"/>
                </a:lnTo>
                <a:cubicBezTo>
                  <a:pt x="13316" y="1167374"/>
                  <a:pt x="11688" y="1152316"/>
                  <a:pt x="11688" y="1136856"/>
                </a:cubicBezTo>
                <a:lnTo>
                  <a:pt x="11688" y="1091222"/>
                </a:lnTo>
                <a:lnTo>
                  <a:pt x="0" y="1091222"/>
                </a:lnTo>
                <a:lnTo>
                  <a:pt x="0" y="1021128"/>
                </a:lnTo>
                <a:lnTo>
                  <a:pt x="11688" y="1021128"/>
                </a:lnTo>
                <a:lnTo>
                  <a:pt x="11688" y="927659"/>
                </a:lnTo>
                <a:lnTo>
                  <a:pt x="0" y="927659"/>
                </a:lnTo>
                <a:lnTo>
                  <a:pt x="0" y="857564"/>
                </a:lnTo>
                <a:lnTo>
                  <a:pt x="11688" y="857564"/>
                </a:lnTo>
                <a:lnTo>
                  <a:pt x="11688" y="764096"/>
                </a:lnTo>
                <a:lnTo>
                  <a:pt x="0" y="764096"/>
                </a:lnTo>
                <a:lnTo>
                  <a:pt x="0" y="693972"/>
                </a:lnTo>
                <a:lnTo>
                  <a:pt x="11688" y="693972"/>
                </a:lnTo>
                <a:lnTo>
                  <a:pt x="11688" y="600504"/>
                </a:lnTo>
                <a:lnTo>
                  <a:pt x="0" y="600504"/>
                </a:lnTo>
                <a:lnTo>
                  <a:pt x="0" y="530409"/>
                </a:lnTo>
                <a:lnTo>
                  <a:pt x="11688" y="530409"/>
                </a:lnTo>
                <a:lnTo>
                  <a:pt x="11688" y="436940"/>
                </a:lnTo>
                <a:lnTo>
                  <a:pt x="0" y="436940"/>
                </a:lnTo>
                <a:lnTo>
                  <a:pt x="0" y="366846"/>
                </a:lnTo>
                <a:lnTo>
                  <a:pt x="11688" y="366846"/>
                </a:lnTo>
                <a:lnTo>
                  <a:pt x="11688" y="273377"/>
                </a:lnTo>
                <a:lnTo>
                  <a:pt x="0" y="273377"/>
                </a:lnTo>
                <a:lnTo>
                  <a:pt x="0" y="225743"/>
                </a:lnTo>
                <a:lnTo>
                  <a:pt x="11688" y="225743"/>
                </a:lnTo>
                <a:cubicBezTo>
                  <a:pt x="11688" y="195053"/>
                  <a:pt x="18060" y="165935"/>
                  <a:pt x="29575" y="139532"/>
                </a:cubicBezTo>
                <a:lnTo>
                  <a:pt x="18860" y="134874"/>
                </a:lnTo>
                <a:cubicBezTo>
                  <a:pt x="28261" y="113271"/>
                  <a:pt x="40920" y="93412"/>
                  <a:pt x="56207" y="75895"/>
                </a:cubicBezTo>
                <a:lnTo>
                  <a:pt x="65009" y="83582"/>
                </a:lnTo>
                <a:cubicBezTo>
                  <a:pt x="84411" y="61408"/>
                  <a:pt x="108271" y="43206"/>
                  <a:pt x="135189" y="30404"/>
                </a:cubicBezTo>
                <a:lnTo>
                  <a:pt x="130160" y="19860"/>
                </a:lnTo>
                <a:cubicBezTo>
                  <a:pt x="150934" y="10001"/>
                  <a:pt x="173450" y="3172"/>
                  <a:pt x="197083" y="0"/>
                </a:cubicBezTo>
                <a:lnTo>
                  <a:pt x="198654" y="11573"/>
                </a:lnTo>
                <a:cubicBezTo>
                  <a:pt x="199425" y="11459"/>
                  <a:pt x="200226" y="11373"/>
                  <a:pt x="201025" y="11258"/>
                </a:cubicBezTo>
                <a:lnTo>
                  <a:pt x="201025" y="126016"/>
                </a:lnTo>
                <a:lnTo>
                  <a:pt x="313840" y="126016"/>
                </a:lnTo>
                <a:lnTo>
                  <a:pt x="313840" y="210084"/>
                </a:lnTo>
                <a:lnTo>
                  <a:pt x="1313792" y="210084"/>
                </a:lnTo>
                <a:lnTo>
                  <a:pt x="1313792" y="126016"/>
                </a:lnTo>
                <a:lnTo>
                  <a:pt x="1486415" y="126016"/>
                </a:lnTo>
                <a:lnTo>
                  <a:pt x="1486415" y="543"/>
                </a:lnTo>
                <a:cubicBezTo>
                  <a:pt x="1492702" y="1486"/>
                  <a:pt x="1498902" y="2715"/>
                  <a:pt x="1505074" y="4172"/>
                </a:cubicBezTo>
                <a:lnTo>
                  <a:pt x="1502331" y="15545"/>
                </a:lnTo>
                <a:cubicBezTo>
                  <a:pt x="1531134" y="22431"/>
                  <a:pt x="1558253" y="35176"/>
                  <a:pt x="1581999" y="53035"/>
                </a:cubicBezTo>
                <a:lnTo>
                  <a:pt x="1589027" y="43691"/>
                </a:lnTo>
                <a:cubicBezTo>
                  <a:pt x="1597514" y="50063"/>
                  <a:pt x="1605572" y="57065"/>
                  <a:pt x="1613145" y="64665"/>
                </a:cubicBezTo>
                <a:cubicBezTo>
                  <a:pt x="1622203" y="73695"/>
                  <a:pt x="1630404" y="83439"/>
                  <a:pt x="1637748" y="93726"/>
                </a:cubicBezTo>
                <a:lnTo>
                  <a:pt x="1628205" y="100498"/>
                </a:lnTo>
                <a:cubicBezTo>
                  <a:pt x="1645407" y="124701"/>
                  <a:pt x="1657435" y="152162"/>
                  <a:pt x="1663552" y="181166"/>
                </a:cubicBezTo>
                <a:lnTo>
                  <a:pt x="1674981" y="178737"/>
                </a:lnTo>
                <a:cubicBezTo>
                  <a:pt x="1678211" y="194082"/>
                  <a:pt x="1679868" y="209826"/>
                  <a:pt x="1679868" y="225743"/>
                </a:cubicBezTo>
                <a:lnTo>
                  <a:pt x="1679868" y="248517"/>
                </a:lnTo>
                <a:lnTo>
                  <a:pt x="1668209" y="248517"/>
                </a:lnTo>
                <a:lnTo>
                  <a:pt x="1668209" y="341957"/>
                </a:lnTo>
                <a:lnTo>
                  <a:pt x="1679868" y="341957"/>
                </a:lnTo>
                <a:lnTo>
                  <a:pt x="1679868" y="412080"/>
                </a:lnTo>
                <a:lnTo>
                  <a:pt x="1668209" y="412080"/>
                </a:lnTo>
                <a:lnTo>
                  <a:pt x="1668209" y="505549"/>
                </a:lnTo>
                <a:lnTo>
                  <a:pt x="1679868" y="505549"/>
                </a:lnTo>
                <a:lnTo>
                  <a:pt x="1679868" y="575643"/>
                </a:lnTo>
                <a:lnTo>
                  <a:pt x="1668209" y="575643"/>
                </a:lnTo>
                <a:lnTo>
                  <a:pt x="1668209" y="669112"/>
                </a:lnTo>
                <a:lnTo>
                  <a:pt x="1679868" y="669112"/>
                </a:lnTo>
                <a:lnTo>
                  <a:pt x="1679868" y="739207"/>
                </a:lnTo>
                <a:lnTo>
                  <a:pt x="1668209" y="739207"/>
                </a:lnTo>
                <a:lnTo>
                  <a:pt x="1668209" y="832675"/>
                </a:lnTo>
                <a:lnTo>
                  <a:pt x="1679868" y="832675"/>
                </a:lnTo>
                <a:lnTo>
                  <a:pt x="1679868" y="902799"/>
                </a:lnTo>
                <a:lnTo>
                  <a:pt x="1668209" y="902799"/>
                </a:lnTo>
                <a:lnTo>
                  <a:pt x="1668209" y="996268"/>
                </a:lnTo>
                <a:lnTo>
                  <a:pt x="1679868" y="996268"/>
                </a:lnTo>
                <a:lnTo>
                  <a:pt x="1679868" y="1066362"/>
                </a:lnTo>
                <a:lnTo>
                  <a:pt x="1668209" y="1066362"/>
                </a:lnTo>
                <a:lnTo>
                  <a:pt x="1668209" y="1136856"/>
                </a:lnTo>
                <a:cubicBezTo>
                  <a:pt x="1668209" y="1144200"/>
                  <a:pt x="1667837" y="1151458"/>
                  <a:pt x="1667124" y="1158630"/>
                </a:cubicBezTo>
                <a:lnTo>
                  <a:pt x="1678725" y="1159774"/>
                </a:lnTo>
                <a:cubicBezTo>
                  <a:pt x="1676353" y="1183576"/>
                  <a:pt x="1670324" y="1206294"/>
                  <a:pt x="1661208" y="1227354"/>
                </a:cubicBezTo>
                <a:lnTo>
                  <a:pt x="1650464" y="1222696"/>
                </a:lnTo>
                <a:cubicBezTo>
                  <a:pt x="1638605" y="1250071"/>
                  <a:pt x="1621232" y="1274531"/>
                  <a:pt x="1599743" y="1294648"/>
                </a:cubicBezTo>
                <a:lnTo>
                  <a:pt x="1607715" y="1303192"/>
                </a:lnTo>
                <a:cubicBezTo>
                  <a:pt x="1590742" y="1319079"/>
                  <a:pt x="1571311" y="1332424"/>
                  <a:pt x="1550080" y="1342568"/>
                </a:cubicBezTo>
                <a:lnTo>
                  <a:pt x="1545050" y="1332024"/>
                </a:lnTo>
                <a:cubicBezTo>
                  <a:pt x="1518990" y="1344454"/>
                  <a:pt x="1490101" y="1351798"/>
                  <a:pt x="1459526" y="1352855"/>
                </a:cubicBezTo>
                <a:lnTo>
                  <a:pt x="1459925" y="1364513"/>
                </a:lnTo>
                <a:cubicBezTo>
                  <a:pt x="1457325" y="1364599"/>
                  <a:pt x="1454725" y="1364656"/>
                  <a:pt x="1452096" y="1364656"/>
                </a:cubicBezTo>
              </a:path>
            </a:pathLst>
          </a:custGeom>
          <a:solidFill xmlns:a="http://schemas.openxmlformats.org/drawingml/2006/main">
            <a:srgbClr val="FFFFFF"/>
          </a:solidFill>
          <a:ln xmlns:a="http://schemas.openxmlformats.org/drawingml/2006/main" w="0">
            <a:noFill/>
            <a:prstDash val="solid"/>
          </a:ln>
        </p:spPr>
      </p:sp>
      <p:sp>
        <p:nvSpPr>
          <p:cNvPr id="151" name="pdf-path-166">
            <a:extLst xmlns:a="http://schemas.openxmlformats.org/drawingml/2006/main">
              <a:ext uri="{FF2B5EF4-FFF2-40B4-BE49-F238E27FC236}">
                <a16:creationId xmlns:a16="http://schemas.microsoft.com/office/drawing/2014/main" id="{AAAFEA24-E09A-4783-BD3E-1BB2433A823D}"/>
              </a:ext>
            </a:extLst>
          </p:cNvPr>
          <p:cNvSpPr>
            <a:spLocks xmlns:a="http://schemas.openxmlformats.org/drawingml/2006/main" noGrp="1"/>
          </p:cNvSpPr>
          <p:nvPr/>
        </p:nvSpPr>
        <p:spPr>
          <a:xfrm xmlns:a="http://schemas.openxmlformats.org/drawingml/2006/main" rot="0">
            <a:off x="12568457" y="2181929"/>
            <a:ext cx="999954" cy="84068"/>
          </a:xfrm>
          <a:custGeom xmlns:a="http://schemas.openxmlformats.org/drawingml/2006/main">
            <a:pathLst>
              <a:path w="999954" h="84068">
                <a:moveTo>
                  <a:pt x="0" y="84068"/>
                </a:moveTo>
                <a:lnTo>
                  <a:pt x="999954" y="84068"/>
                </a:lnTo>
                <a:lnTo>
                  <a:pt x="999954" y="0"/>
                </a:lnTo>
                <a:lnTo>
                  <a:pt x="0" y="0"/>
                </a:lnTo>
                <a:close/>
              </a:path>
            </a:pathLst>
          </a:custGeom>
          <a:solidFill xmlns:a="http://schemas.openxmlformats.org/drawingml/2006/main">
            <a:srgbClr val="FFFFFF"/>
          </a:solidFill>
          <a:ln xmlns:a="http://schemas.openxmlformats.org/drawingml/2006/main" w="0">
            <a:noFill/>
            <a:prstDash val="solid"/>
          </a:ln>
        </p:spPr>
      </p:sp>
      <p:sp>
        <p:nvSpPr>
          <p:cNvPr id="152" name="pdf-path-167">
            <a:extLst xmlns:a="http://schemas.openxmlformats.org/drawingml/2006/main">
              <a:ext uri="{FF2B5EF4-FFF2-40B4-BE49-F238E27FC236}">
                <a16:creationId xmlns:a16="http://schemas.microsoft.com/office/drawing/2014/main" id="{70188F89-FD74-41EC-B3B8-61C495C33F58}"/>
              </a:ext>
            </a:extLst>
          </p:cNvPr>
          <p:cNvSpPr>
            <a:spLocks xmlns:a="http://schemas.openxmlformats.org/drawingml/2006/main" noGrp="1"/>
          </p:cNvSpPr>
          <p:nvPr/>
        </p:nvSpPr>
        <p:spPr>
          <a:xfrm xmlns:a="http://schemas.openxmlformats.org/drawingml/2006/main" rot="0">
            <a:off x="12242930" y="2042169"/>
            <a:ext cx="1703241" cy="1390088"/>
          </a:xfrm>
          <a:custGeom xmlns:a="http://schemas.openxmlformats.org/drawingml/2006/main">
            <a:pathLst>
              <a:path w="1703241" h="1390088">
                <a:moveTo>
                  <a:pt x="76695" y="97327"/>
                </a:moveTo>
                <a:cubicBezTo>
                  <a:pt x="96097" y="75152"/>
                  <a:pt x="119958" y="56950"/>
                  <a:pt x="146875" y="44149"/>
                </a:cubicBezTo>
                <a:lnTo>
                  <a:pt x="136846" y="23060"/>
                </a:lnTo>
                <a:cubicBezTo>
                  <a:pt x="107013" y="37233"/>
                  <a:pt x="80581" y="57379"/>
                  <a:pt x="59093" y="81953"/>
                </a:cubicBezTo>
                <a:lnTo>
                  <a:pt x="76695" y="97327"/>
                </a:lnTo>
                <a:moveTo>
                  <a:pt x="210340" y="25317"/>
                </a:moveTo>
                <a:cubicBezTo>
                  <a:pt x="219856" y="24032"/>
                  <a:pt x="229600" y="23375"/>
                  <a:pt x="239487" y="23375"/>
                </a:cubicBezTo>
                <a:lnTo>
                  <a:pt x="302123" y="23375"/>
                </a:lnTo>
                <a:lnTo>
                  <a:pt x="302123" y="0"/>
                </a:lnTo>
                <a:lnTo>
                  <a:pt x="239487" y="0"/>
                </a:lnTo>
                <a:cubicBezTo>
                  <a:pt x="228542" y="0"/>
                  <a:pt x="217770" y="743"/>
                  <a:pt x="207225" y="2172"/>
                </a:cubicBezTo>
                <a:lnTo>
                  <a:pt x="210340" y="25317"/>
                </a:lnTo>
                <a:moveTo>
                  <a:pt x="372246" y="23375"/>
                </a:moveTo>
                <a:lnTo>
                  <a:pt x="465715" y="23375"/>
                </a:lnTo>
                <a:lnTo>
                  <a:pt x="465715" y="0"/>
                </a:lnTo>
                <a:lnTo>
                  <a:pt x="372246" y="0"/>
                </a:lnTo>
                <a:lnTo>
                  <a:pt x="372246" y="23375"/>
                </a:lnTo>
                <a:moveTo>
                  <a:pt x="535809" y="23375"/>
                </a:moveTo>
                <a:lnTo>
                  <a:pt x="629279" y="23375"/>
                </a:lnTo>
                <a:lnTo>
                  <a:pt x="629279" y="0"/>
                </a:lnTo>
                <a:lnTo>
                  <a:pt x="535809" y="0"/>
                </a:lnTo>
                <a:lnTo>
                  <a:pt x="535809" y="23375"/>
                </a:lnTo>
                <a:moveTo>
                  <a:pt x="699373" y="23375"/>
                </a:moveTo>
                <a:lnTo>
                  <a:pt x="792842" y="23375"/>
                </a:lnTo>
                <a:lnTo>
                  <a:pt x="792842" y="0"/>
                </a:lnTo>
                <a:lnTo>
                  <a:pt x="699373" y="0"/>
                </a:lnTo>
                <a:lnTo>
                  <a:pt x="699373" y="23375"/>
                </a:lnTo>
                <a:moveTo>
                  <a:pt x="862964" y="23375"/>
                </a:moveTo>
                <a:lnTo>
                  <a:pt x="956433" y="23375"/>
                </a:lnTo>
                <a:lnTo>
                  <a:pt x="956433" y="0"/>
                </a:lnTo>
                <a:lnTo>
                  <a:pt x="862964" y="0"/>
                </a:lnTo>
                <a:lnTo>
                  <a:pt x="862964" y="23375"/>
                </a:lnTo>
                <a:moveTo>
                  <a:pt x="1026528" y="23375"/>
                </a:moveTo>
                <a:lnTo>
                  <a:pt x="1119996" y="23375"/>
                </a:lnTo>
                <a:lnTo>
                  <a:pt x="1119996" y="0"/>
                </a:lnTo>
                <a:lnTo>
                  <a:pt x="1026528" y="0"/>
                </a:lnTo>
                <a:lnTo>
                  <a:pt x="1026528" y="23375"/>
                </a:lnTo>
                <a:moveTo>
                  <a:pt x="1190091" y="23375"/>
                </a:moveTo>
                <a:lnTo>
                  <a:pt x="1283560" y="23375"/>
                </a:lnTo>
                <a:lnTo>
                  <a:pt x="1283560" y="0"/>
                </a:lnTo>
                <a:lnTo>
                  <a:pt x="1190091" y="0"/>
                </a:lnTo>
                <a:lnTo>
                  <a:pt x="1190091" y="23375"/>
                </a:lnTo>
                <a:moveTo>
                  <a:pt x="1353654" y="23375"/>
                </a:moveTo>
                <a:lnTo>
                  <a:pt x="1447123" y="23375"/>
                </a:lnTo>
                <a:lnTo>
                  <a:pt x="1447123" y="0"/>
                </a:lnTo>
                <a:lnTo>
                  <a:pt x="1353654" y="0"/>
                </a:lnTo>
                <a:lnTo>
                  <a:pt x="1353654" y="23375"/>
                </a:lnTo>
                <a:moveTo>
                  <a:pt x="1514017" y="29290"/>
                </a:moveTo>
                <a:cubicBezTo>
                  <a:pt x="1542821" y="36176"/>
                  <a:pt x="1569939" y="48921"/>
                  <a:pt x="1593685" y="66780"/>
                </a:cubicBezTo>
                <a:lnTo>
                  <a:pt x="1607744" y="48120"/>
                </a:lnTo>
                <a:cubicBezTo>
                  <a:pt x="1581426" y="28318"/>
                  <a:pt x="1551365" y="14202"/>
                  <a:pt x="1519476" y="6573"/>
                </a:cubicBezTo>
                <a:lnTo>
                  <a:pt x="1514017" y="29290"/>
                </a:lnTo>
                <a:moveTo>
                  <a:pt x="1639891" y="114243"/>
                </a:moveTo>
                <a:cubicBezTo>
                  <a:pt x="1657093" y="138446"/>
                  <a:pt x="1669123" y="165906"/>
                  <a:pt x="1675238" y="194910"/>
                </a:cubicBezTo>
                <a:lnTo>
                  <a:pt x="1698098" y="190081"/>
                </a:lnTo>
                <a:cubicBezTo>
                  <a:pt x="1691326" y="157963"/>
                  <a:pt x="1678009" y="127531"/>
                  <a:pt x="1658950" y="100727"/>
                </a:cubicBezTo>
                <a:lnTo>
                  <a:pt x="1639891" y="114243"/>
                </a:lnTo>
                <a:moveTo>
                  <a:pt x="1679895" y="262262"/>
                </a:moveTo>
                <a:lnTo>
                  <a:pt x="1679895" y="355702"/>
                </a:lnTo>
                <a:lnTo>
                  <a:pt x="1703241" y="355702"/>
                </a:lnTo>
                <a:lnTo>
                  <a:pt x="1703241" y="262262"/>
                </a:lnTo>
                <a:lnTo>
                  <a:pt x="1679895" y="262262"/>
                </a:lnTo>
                <a:moveTo>
                  <a:pt x="1679895" y="425825"/>
                </a:moveTo>
                <a:lnTo>
                  <a:pt x="1679895" y="519294"/>
                </a:lnTo>
                <a:lnTo>
                  <a:pt x="1703241" y="519294"/>
                </a:lnTo>
                <a:lnTo>
                  <a:pt x="1703241" y="425825"/>
                </a:lnTo>
                <a:lnTo>
                  <a:pt x="1679895" y="425825"/>
                </a:lnTo>
                <a:moveTo>
                  <a:pt x="1679895" y="589388"/>
                </a:moveTo>
                <a:lnTo>
                  <a:pt x="1679895" y="682857"/>
                </a:lnTo>
                <a:lnTo>
                  <a:pt x="1703241" y="682857"/>
                </a:lnTo>
                <a:lnTo>
                  <a:pt x="1703241" y="589388"/>
                </a:lnTo>
                <a:lnTo>
                  <a:pt x="1679895" y="589388"/>
                </a:lnTo>
                <a:moveTo>
                  <a:pt x="1679895" y="752951"/>
                </a:moveTo>
                <a:lnTo>
                  <a:pt x="1679895" y="846420"/>
                </a:lnTo>
                <a:lnTo>
                  <a:pt x="1703241" y="846420"/>
                </a:lnTo>
                <a:lnTo>
                  <a:pt x="1703241" y="752951"/>
                </a:lnTo>
                <a:lnTo>
                  <a:pt x="1679895" y="752951"/>
                </a:lnTo>
                <a:moveTo>
                  <a:pt x="1679895" y="916543"/>
                </a:moveTo>
                <a:lnTo>
                  <a:pt x="1679895" y="1010012"/>
                </a:lnTo>
                <a:lnTo>
                  <a:pt x="1703241" y="1010012"/>
                </a:lnTo>
                <a:lnTo>
                  <a:pt x="1703241" y="916543"/>
                </a:lnTo>
                <a:lnTo>
                  <a:pt x="1679895" y="916543"/>
                </a:lnTo>
                <a:moveTo>
                  <a:pt x="1679895" y="1080107"/>
                </a:moveTo>
                <a:lnTo>
                  <a:pt x="1679895" y="1150601"/>
                </a:lnTo>
                <a:cubicBezTo>
                  <a:pt x="1679895" y="1157945"/>
                  <a:pt x="1679523" y="1165203"/>
                  <a:pt x="1678810" y="1172376"/>
                </a:cubicBezTo>
                <a:lnTo>
                  <a:pt x="1702041" y="1174690"/>
                </a:lnTo>
                <a:cubicBezTo>
                  <a:pt x="1702842" y="1166746"/>
                  <a:pt x="1703241" y="1158716"/>
                  <a:pt x="1703241" y="1150601"/>
                </a:cubicBezTo>
                <a:lnTo>
                  <a:pt x="1703241" y="1080107"/>
                </a:lnTo>
                <a:lnTo>
                  <a:pt x="1679895" y="1080107"/>
                </a:lnTo>
                <a:moveTo>
                  <a:pt x="1662151" y="1236440"/>
                </a:moveTo>
                <a:cubicBezTo>
                  <a:pt x="1650293" y="1263815"/>
                  <a:pt x="1632918" y="1288276"/>
                  <a:pt x="1611429" y="1308392"/>
                </a:cubicBezTo>
                <a:lnTo>
                  <a:pt x="1627403" y="1325452"/>
                </a:lnTo>
                <a:cubicBezTo>
                  <a:pt x="1651206" y="1303192"/>
                  <a:pt x="1670437" y="1276102"/>
                  <a:pt x="1683610" y="1245727"/>
                </a:cubicBezTo>
                <a:lnTo>
                  <a:pt x="1662151" y="1236440"/>
                </a:lnTo>
                <a:moveTo>
                  <a:pt x="1556737" y="1345768"/>
                </a:moveTo>
                <a:cubicBezTo>
                  <a:pt x="1530677" y="1358198"/>
                  <a:pt x="1501788" y="1365542"/>
                  <a:pt x="1471212" y="1366600"/>
                </a:cubicBezTo>
                <a:lnTo>
                  <a:pt x="1472013" y="1389945"/>
                </a:lnTo>
                <a:cubicBezTo>
                  <a:pt x="1505844" y="1388802"/>
                  <a:pt x="1537935" y="1380630"/>
                  <a:pt x="1566795" y="1366857"/>
                </a:cubicBezTo>
                <a:lnTo>
                  <a:pt x="1556737" y="1345768"/>
                </a:lnTo>
                <a:moveTo>
                  <a:pt x="1401517" y="1366714"/>
                </a:moveTo>
                <a:lnTo>
                  <a:pt x="1308048" y="1366714"/>
                </a:lnTo>
                <a:lnTo>
                  <a:pt x="1308048" y="1390088"/>
                </a:lnTo>
                <a:lnTo>
                  <a:pt x="1401517" y="1390088"/>
                </a:lnTo>
                <a:lnTo>
                  <a:pt x="1401517" y="1366714"/>
                </a:lnTo>
                <a:moveTo>
                  <a:pt x="1237954" y="1366714"/>
                </a:moveTo>
                <a:lnTo>
                  <a:pt x="1144485" y="1366714"/>
                </a:lnTo>
                <a:lnTo>
                  <a:pt x="1144485" y="1390088"/>
                </a:lnTo>
                <a:lnTo>
                  <a:pt x="1237954" y="1390088"/>
                </a:lnTo>
                <a:lnTo>
                  <a:pt x="1237954" y="1366714"/>
                </a:lnTo>
                <a:moveTo>
                  <a:pt x="1074391" y="1366714"/>
                </a:moveTo>
                <a:lnTo>
                  <a:pt x="980922" y="1366714"/>
                </a:lnTo>
                <a:lnTo>
                  <a:pt x="980922" y="1390088"/>
                </a:lnTo>
                <a:lnTo>
                  <a:pt x="1074391" y="1390088"/>
                </a:lnTo>
                <a:lnTo>
                  <a:pt x="1074391" y="1366714"/>
                </a:lnTo>
                <a:moveTo>
                  <a:pt x="910799" y="1366714"/>
                </a:moveTo>
                <a:lnTo>
                  <a:pt x="817331" y="1366714"/>
                </a:lnTo>
                <a:lnTo>
                  <a:pt x="817331" y="1390088"/>
                </a:lnTo>
                <a:lnTo>
                  <a:pt x="910799" y="1390088"/>
                </a:lnTo>
                <a:lnTo>
                  <a:pt x="910799" y="1366714"/>
                </a:lnTo>
                <a:moveTo>
                  <a:pt x="747236" y="1366714"/>
                </a:moveTo>
                <a:lnTo>
                  <a:pt x="653767" y="1366714"/>
                </a:lnTo>
                <a:lnTo>
                  <a:pt x="653767" y="1390088"/>
                </a:lnTo>
                <a:lnTo>
                  <a:pt x="747236" y="1390088"/>
                </a:lnTo>
                <a:lnTo>
                  <a:pt x="747236" y="1366714"/>
                </a:lnTo>
                <a:moveTo>
                  <a:pt x="583673" y="1366714"/>
                </a:moveTo>
                <a:lnTo>
                  <a:pt x="490204" y="1366714"/>
                </a:lnTo>
                <a:lnTo>
                  <a:pt x="490204" y="1390088"/>
                </a:lnTo>
                <a:lnTo>
                  <a:pt x="583673" y="1390088"/>
                </a:lnTo>
                <a:lnTo>
                  <a:pt x="583673" y="1366714"/>
                </a:lnTo>
                <a:moveTo>
                  <a:pt x="420081" y="1366714"/>
                </a:moveTo>
                <a:lnTo>
                  <a:pt x="326641" y="1366714"/>
                </a:lnTo>
                <a:lnTo>
                  <a:pt x="326641" y="1390088"/>
                </a:lnTo>
                <a:lnTo>
                  <a:pt x="420081" y="1390088"/>
                </a:lnTo>
                <a:lnTo>
                  <a:pt x="420081" y="1366714"/>
                </a:lnTo>
                <a:moveTo>
                  <a:pt x="256517" y="1366714"/>
                </a:moveTo>
                <a:lnTo>
                  <a:pt x="239487" y="1366714"/>
                </a:lnTo>
                <a:cubicBezTo>
                  <a:pt x="214512" y="1366714"/>
                  <a:pt x="190595" y="1362485"/>
                  <a:pt x="168335" y="1354741"/>
                </a:cubicBezTo>
                <a:lnTo>
                  <a:pt x="160620" y="1376801"/>
                </a:lnTo>
                <a:cubicBezTo>
                  <a:pt x="185337" y="1385402"/>
                  <a:pt x="211883" y="1390088"/>
                  <a:pt x="239487" y="1390088"/>
                </a:cubicBezTo>
                <a:lnTo>
                  <a:pt x="256517" y="1390088"/>
                </a:lnTo>
                <a:lnTo>
                  <a:pt x="256517" y="1366714"/>
                </a:lnTo>
                <a:moveTo>
                  <a:pt x="109899" y="1323565"/>
                </a:moveTo>
                <a:cubicBezTo>
                  <a:pt x="86240" y="1305820"/>
                  <a:pt x="66351" y="1283332"/>
                  <a:pt x="51634" y="1257529"/>
                </a:cubicBezTo>
                <a:lnTo>
                  <a:pt x="31346" y="1269102"/>
                </a:lnTo>
                <a:cubicBezTo>
                  <a:pt x="47663" y="1297705"/>
                  <a:pt x="69694" y="1322594"/>
                  <a:pt x="95869" y="1342254"/>
                </a:cubicBezTo>
                <a:lnTo>
                  <a:pt x="109899" y="1323565"/>
                </a:lnTo>
                <a:moveTo>
                  <a:pt x="28089" y="1195664"/>
                </a:moveTo>
                <a:cubicBezTo>
                  <a:pt x="25003" y="1181119"/>
                  <a:pt x="23374" y="1166060"/>
                  <a:pt x="23374" y="1150601"/>
                </a:cubicBezTo>
                <a:lnTo>
                  <a:pt x="23374" y="1104967"/>
                </a:lnTo>
                <a:lnTo>
                  <a:pt x="0" y="1104967"/>
                </a:lnTo>
                <a:lnTo>
                  <a:pt x="0" y="1150601"/>
                </a:lnTo>
                <a:cubicBezTo>
                  <a:pt x="0" y="1167689"/>
                  <a:pt x="1800" y="1184405"/>
                  <a:pt x="5229" y="1200493"/>
                </a:cubicBezTo>
                <a:lnTo>
                  <a:pt x="28089" y="1195664"/>
                </a:lnTo>
                <a:moveTo>
                  <a:pt x="23374" y="1034872"/>
                </a:moveTo>
                <a:lnTo>
                  <a:pt x="23374" y="941404"/>
                </a:lnTo>
                <a:lnTo>
                  <a:pt x="0" y="941404"/>
                </a:lnTo>
                <a:lnTo>
                  <a:pt x="0" y="1034872"/>
                </a:lnTo>
                <a:lnTo>
                  <a:pt x="23374" y="1034872"/>
                </a:lnTo>
                <a:moveTo>
                  <a:pt x="23374" y="871309"/>
                </a:moveTo>
                <a:lnTo>
                  <a:pt x="23374" y="777840"/>
                </a:lnTo>
                <a:lnTo>
                  <a:pt x="0" y="777840"/>
                </a:lnTo>
                <a:lnTo>
                  <a:pt x="0" y="871309"/>
                </a:lnTo>
                <a:lnTo>
                  <a:pt x="23374" y="871309"/>
                </a:lnTo>
                <a:moveTo>
                  <a:pt x="23374" y="707717"/>
                </a:moveTo>
                <a:lnTo>
                  <a:pt x="23374" y="614248"/>
                </a:lnTo>
                <a:lnTo>
                  <a:pt x="0" y="614248"/>
                </a:lnTo>
                <a:lnTo>
                  <a:pt x="0" y="707717"/>
                </a:lnTo>
                <a:lnTo>
                  <a:pt x="23374" y="707717"/>
                </a:lnTo>
                <a:moveTo>
                  <a:pt x="23374" y="544154"/>
                </a:moveTo>
                <a:lnTo>
                  <a:pt x="23374" y="450685"/>
                </a:lnTo>
                <a:lnTo>
                  <a:pt x="0" y="450685"/>
                </a:lnTo>
                <a:lnTo>
                  <a:pt x="0" y="544154"/>
                </a:lnTo>
                <a:lnTo>
                  <a:pt x="23374" y="544154"/>
                </a:lnTo>
                <a:moveTo>
                  <a:pt x="23374" y="380590"/>
                </a:moveTo>
                <a:lnTo>
                  <a:pt x="23374" y="287122"/>
                </a:lnTo>
                <a:lnTo>
                  <a:pt x="0" y="287122"/>
                </a:lnTo>
                <a:lnTo>
                  <a:pt x="0" y="380590"/>
                </a:lnTo>
                <a:lnTo>
                  <a:pt x="23374" y="380590"/>
                </a:lnTo>
                <a:moveTo>
                  <a:pt x="23374" y="239487"/>
                </a:moveTo>
                <a:cubicBezTo>
                  <a:pt x="23374" y="208798"/>
                  <a:pt x="29746" y="179680"/>
                  <a:pt x="41262" y="153276"/>
                </a:cubicBezTo>
                <a:lnTo>
                  <a:pt x="19831" y="143961"/>
                </a:lnTo>
                <a:cubicBezTo>
                  <a:pt x="7086" y="173222"/>
                  <a:pt x="0" y="205540"/>
                  <a:pt x="0" y="239487"/>
                </a:cubicBezTo>
                <a:lnTo>
                  <a:pt x="23374" y="239487"/>
                </a:lnTo>
              </a:path>
            </a:pathLst>
          </a:custGeom>
          <a:solidFill xmlns:a="http://schemas.openxmlformats.org/drawingml/2006/main">
            <a:srgbClr val="4F7CBF"/>
          </a:solidFill>
          <a:ln xmlns:a="http://schemas.openxmlformats.org/drawingml/2006/main" w="0">
            <a:noFill/>
            <a:prstDash val="solid"/>
          </a:ln>
        </p:spPr>
      </p:sp>
      <p:sp>
        <p:nvSpPr>
          <p:cNvPr id="153" name="pdf-path-168">
            <a:extLst xmlns:a="http://schemas.openxmlformats.org/drawingml/2006/main">
              <a:ext uri="{FF2B5EF4-FFF2-40B4-BE49-F238E27FC236}">
                <a16:creationId xmlns:a16="http://schemas.microsoft.com/office/drawing/2014/main" id="{4FE81C59-5DAF-4339-8EF3-DE4B629531E7}"/>
              </a:ext>
            </a:extLst>
          </p:cNvPr>
          <p:cNvSpPr>
            <a:spLocks xmlns:a="http://schemas.openxmlformats.org/drawingml/2006/main" noGrp="1"/>
          </p:cNvSpPr>
          <p:nvPr/>
        </p:nvSpPr>
        <p:spPr>
          <a:xfrm xmlns:a="http://schemas.openxmlformats.org/drawingml/2006/main" rot="0">
            <a:off x="12455642" y="1948643"/>
            <a:ext cx="1285389" cy="107813"/>
          </a:xfrm>
          <a:custGeom xmlns:a="http://schemas.openxmlformats.org/drawingml/2006/main">
            <a:pathLst>
              <a:path w="1285389" h="107813">
                <a:moveTo>
                  <a:pt x="1285389" y="107813"/>
                </a:moveTo>
                <a:cubicBezTo>
                  <a:pt x="1274102" y="106099"/>
                  <a:pt x="1262615" y="105213"/>
                  <a:pt x="1251071" y="105213"/>
                </a:cubicBezTo>
                <a:lnTo>
                  <a:pt x="1234412" y="105213"/>
                </a:lnTo>
                <a:lnTo>
                  <a:pt x="1234412" y="93526"/>
                </a:lnTo>
                <a:lnTo>
                  <a:pt x="1140943" y="93526"/>
                </a:lnTo>
                <a:lnTo>
                  <a:pt x="1140943" y="105213"/>
                </a:lnTo>
                <a:lnTo>
                  <a:pt x="1070848" y="105213"/>
                </a:lnTo>
                <a:lnTo>
                  <a:pt x="1070848" y="93526"/>
                </a:lnTo>
                <a:lnTo>
                  <a:pt x="977380" y="93526"/>
                </a:lnTo>
                <a:lnTo>
                  <a:pt x="977380" y="105213"/>
                </a:lnTo>
                <a:lnTo>
                  <a:pt x="907285" y="105213"/>
                </a:lnTo>
                <a:lnTo>
                  <a:pt x="907285" y="93526"/>
                </a:lnTo>
                <a:lnTo>
                  <a:pt x="847078" y="93526"/>
                </a:lnTo>
                <a:lnTo>
                  <a:pt x="847078" y="0"/>
                </a:lnTo>
                <a:lnTo>
                  <a:pt x="1285389" y="0"/>
                </a:lnTo>
                <a:lnTo>
                  <a:pt x="1285389" y="107813"/>
                </a:lnTo>
                <a:moveTo>
                  <a:pt x="421309" y="105213"/>
                </a:moveTo>
                <a:lnTo>
                  <a:pt x="416566" y="105213"/>
                </a:lnTo>
                <a:lnTo>
                  <a:pt x="416566" y="93526"/>
                </a:lnTo>
                <a:lnTo>
                  <a:pt x="323098" y="93526"/>
                </a:lnTo>
                <a:lnTo>
                  <a:pt x="323098" y="105213"/>
                </a:lnTo>
                <a:lnTo>
                  <a:pt x="253003" y="105213"/>
                </a:lnTo>
                <a:lnTo>
                  <a:pt x="253003" y="93526"/>
                </a:lnTo>
                <a:lnTo>
                  <a:pt x="159534" y="93526"/>
                </a:lnTo>
                <a:lnTo>
                  <a:pt x="159534" y="105213"/>
                </a:lnTo>
                <a:lnTo>
                  <a:pt x="89411" y="105213"/>
                </a:lnTo>
                <a:lnTo>
                  <a:pt x="89411" y="93526"/>
                </a:lnTo>
                <a:lnTo>
                  <a:pt x="26775" y="93526"/>
                </a:lnTo>
                <a:cubicBezTo>
                  <a:pt x="17716" y="93526"/>
                  <a:pt x="8801" y="94040"/>
                  <a:pt x="0" y="95012"/>
                </a:cubicBezTo>
                <a:lnTo>
                  <a:pt x="0" y="0"/>
                </a:lnTo>
                <a:lnTo>
                  <a:pt x="421309" y="0"/>
                </a:lnTo>
                <a:lnTo>
                  <a:pt x="421309" y="105213"/>
                </a:lnTo>
              </a:path>
            </a:pathLst>
          </a:custGeom>
          <a:solidFill xmlns:a="http://schemas.openxmlformats.org/drawingml/2006/main">
            <a:srgbClr val="FFFFFF"/>
          </a:solidFill>
          <a:ln xmlns:a="http://schemas.openxmlformats.org/drawingml/2006/main" w="0">
            <a:noFill/>
            <a:prstDash val="solid"/>
          </a:ln>
        </p:spPr>
      </p:sp>
      <p:sp>
        <p:nvSpPr>
          <p:cNvPr id="154" name="pdf-path-169">
            <a:extLst xmlns:a="http://schemas.openxmlformats.org/drawingml/2006/main">
              <a:ext uri="{FF2B5EF4-FFF2-40B4-BE49-F238E27FC236}">
                <a16:creationId xmlns:a16="http://schemas.microsoft.com/office/drawing/2014/main" id="{A343E315-6752-42F2-9102-A4D3CD17CFBE}"/>
              </a:ext>
            </a:extLst>
          </p:cNvPr>
          <p:cNvSpPr>
            <a:spLocks xmlns:a="http://schemas.openxmlformats.org/drawingml/2006/main" noGrp="1"/>
          </p:cNvSpPr>
          <p:nvPr/>
        </p:nvSpPr>
        <p:spPr>
          <a:xfrm xmlns:a="http://schemas.openxmlformats.org/drawingml/2006/main" rot="0">
            <a:off x="12455642" y="2053856"/>
            <a:ext cx="1285389" cy="128073"/>
          </a:xfrm>
          <a:custGeom xmlns:a="http://schemas.openxmlformats.org/drawingml/2006/main">
            <a:pathLst>
              <a:path w="1285389" h="128073">
                <a:moveTo>
                  <a:pt x="1285389" y="128073"/>
                </a:moveTo>
                <a:lnTo>
                  <a:pt x="1112767" y="128073"/>
                </a:lnTo>
                <a:lnTo>
                  <a:pt x="1112767" y="50321"/>
                </a:lnTo>
                <a:lnTo>
                  <a:pt x="847078" y="50321"/>
                </a:lnTo>
                <a:lnTo>
                  <a:pt x="847078" y="11687"/>
                </a:lnTo>
                <a:lnTo>
                  <a:pt x="907285" y="11687"/>
                </a:lnTo>
                <a:lnTo>
                  <a:pt x="907285" y="0"/>
                </a:lnTo>
                <a:lnTo>
                  <a:pt x="977380" y="0"/>
                </a:lnTo>
                <a:lnTo>
                  <a:pt x="977380" y="11687"/>
                </a:lnTo>
                <a:lnTo>
                  <a:pt x="1070848" y="11687"/>
                </a:lnTo>
                <a:lnTo>
                  <a:pt x="1070848" y="0"/>
                </a:lnTo>
                <a:lnTo>
                  <a:pt x="1140943" y="0"/>
                </a:lnTo>
                <a:lnTo>
                  <a:pt x="1140943" y="11687"/>
                </a:lnTo>
                <a:lnTo>
                  <a:pt x="1234412" y="11687"/>
                </a:lnTo>
                <a:lnTo>
                  <a:pt x="1234412" y="0"/>
                </a:lnTo>
                <a:lnTo>
                  <a:pt x="1251071" y="0"/>
                </a:lnTo>
                <a:cubicBezTo>
                  <a:pt x="1262615" y="0"/>
                  <a:pt x="1274102" y="886"/>
                  <a:pt x="1285389" y="2600"/>
                </a:cubicBezTo>
                <a:lnTo>
                  <a:pt x="1285389" y="128073"/>
                </a:lnTo>
                <a:moveTo>
                  <a:pt x="112814" y="128073"/>
                </a:moveTo>
                <a:lnTo>
                  <a:pt x="0" y="128073"/>
                </a:lnTo>
                <a:lnTo>
                  <a:pt x="0" y="13316"/>
                </a:lnTo>
                <a:cubicBezTo>
                  <a:pt x="8773" y="12230"/>
                  <a:pt x="17688" y="11687"/>
                  <a:pt x="26775" y="11687"/>
                </a:cubicBezTo>
                <a:lnTo>
                  <a:pt x="89411" y="11687"/>
                </a:lnTo>
                <a:lnTo>
                  <a:pt x="89411" y="0"/>
                </a:lnTo>
                <a:lnTo>
                  <a:pt x="159534" y="0"/>
                </a:lnTo>
                <a:lnTo>
                  <a:pt x="159534" y="11687"/>
                </a:lnTo>
                <a:lnTo>
                  <a:pt x="253003" y="11687"/>
                </a:lnTo>
                <a:lnTo>
                  <a:pt x="253003" y="0"/>
                </a:lnTo>
                <a:lnTo>
                  <a:pt x="323098" y="0"/>
                </a:lnTo>
                <a:lnTo>
                  <a:pt x="323098" y="11687"/>
                </a:lnTo>
                <a:lnTo>
                  <a:pt x="416566" y="11687"/>
                </a:lnTo>
                <a:lnTo>
                  <a:pt x="416566" y="0"/>
                </a:lnTo>
                <a:lnTo>
                  <a:pt x="421309" y="0"/>
                </a:lnTo>
                <a:lnTo>
                  <a:pt x="421309" y="50321"/>
                </a:lnTo>
                <a:lnTo>
                  <a:pt x="112814" y="50321"/>
                </a:lnTo>
                <a:lnTo>
                  <a:pt x="112814" y="128073"/>
                </a:lnTo>
              </a:path>
            </a:pathLst>
          </a:custGeom>
          <a:solidFill xmlns:a="http://schemas.openxmlformats.org/drawingml/2006/main">
            <a:srgbClr val="FFFFFF"/>
          </a:solidFill>
          <a:ln xmlns:a="http://schemas.openxmlformats.org/drawingml/2006/main" w="0">
            <a:noFill/>
            <a:prstDash val="solid"/>
          </a:ln>
        </p:spPr>
      </p:sp>
      <p:sp>
        <p:nvSpPr>
          <p:cNvPr id="155" name="pdf-path-170">
            <a:extLst xmlns:a="http://schemas.openxmlformats.org/drawingml/2006/main">
              <a:ext uri="{FF2B5EF4-FFF2-40B4-BE49-F238E27FC236}">
                <a16:creationId xmlns:a16="http://schemas.microsoft.com/office/drawing/2014/main" id="{F681C409-680B-499A-AF9C-4A0A51DAE1AB}"/>
              </a:ext>
            </a:extLst>
          </p:cNvPr>
          <p:cNvSpPr>
            <a:spLocks xmlns:a="http://schemas.openxmlformats.org/drawingml/2006/main" noGrp="1"/>
          </p:cNvSpPr>
          <p:nvPr/>
        </p:nvSpPr>
        <p:spPr>
          <a:xfrm xmlns:a="http://schemas.openxmlformats.org/drawingml/2006/main" rot="0">
            <a:off x="12455643" y="2042169"/>
            <a:ext cx="1234411" cy="25003"/>
          </a:xfrm>
          <a:custGeom xmlns:a="http://schemas.openxmlformats.org/drawingml/2006/main">
            <a:pathLst>
              <a:path w="1234411" h="25003">
                <a:moveTo>
                  <a:pt x="0" y="25003"/>
                </a:moveTo>
                <a:lnTo>
                  <a:pt x="0" y="1486"/>
                </a:lnTo>
                <a:cubicBezTo>
                  <a:pt x="8801" y="515"/>
                  <a:pt x="17716" y="0"/>
                  <a:pt x="26775" y="0"/>
                </a:cubicBezTo>
                <a:lnTo>
                  <a:pt x="89411" y="0"/>
                </a:lnTo>
                <a:lnTo>
                  <a:pt x="89411" y="23374"/>
                </a:lnTo>
                <a:lnTo>
                  <a:pt x="26775" y="23374"/>
                </a:lnTo>
                <a:cubicBezTo>
                  <a:pt x="17688" y="23374"/>
                  <a:pt x="8773" y="23917"/>
                  <a:pt x="0" y="25003"/>
                </a:cubicBezTo>
                <a:moveTo>
                  <a:pt x="1234411" y="23374"/>
                </a:moveTo>
                <a:lnTo>
                  <a:pt x="1140942" y="23374"/>
                </a:lnTo>
                <a:lnTo>
                  <a:pt x="1140942" y="0"/>
                </a:lnTo>
                <a:lnTo>
                  <a:pt x="1234411" y="0"/>
                </a:lnTo>
                <a:lnTo>
                  <a:pt x="1234411" y="23374"/>
                </a:lnTo>
                <a:moveTo>
                  <a:pt x="1070847" y="23374"/>
                </a:moveTo>
                <a:lnTo>
                  <a:pt x="977379" y="23374"/>
                </a:lnTo>
                <a:lnTo>
                  <a:pt x="977379" y="0"/>
                </a:lnTo>
                <a:lnTo>
                  <a:pt x="1070847" y="0"/>
                </a:lnTo>
                <a:lnTo>
                  <a:pt x="1070847" y="23374"/>
                </a:lnTo>
                <a:moveTo>
                  <a:pt x="907284" y="23374"/>
                </a:moveTo>
                <a:lnTo>
                  <a:pt x="847077" y="23374"/>
                </a:lnTo>
                <a:lnTo>
                  <a:pt x="847077" y="0"/>
                </a:lnTo>
                <a:lnTo>
                  <a:pt x="907284" y="0"/>
                </a:lnTo>
                <a:lnTo>
                  <a:pt x="907284" y="23374"/>
                </a:lnTo>
                <a:moveTo>
                  <a:pt x="416566" y="23374"/>
                </a:moveTo>
                <a:lnTo>
                  <a:pt x="323098" y="23374"/>
                </a:lnTo>
                <a:lnTo>
                  <a:pt x="323098" y="0"/>
                </a:lnTo>
                <a:lnTo>
                  <a:pt x="416566" y="0"/>
                </a:lnTo>
                <a:lnTo>
                  <a:pt x="416566" y="23374"/>
                </a:lnTo>
                <a:moveTo>
                  <a:pt x="253003" y="23374"/>
                </a:moveTo>
                <a:lnTo>
                  <a:pt x="159534" y="23374"/>
                </a:lnTo>
                <a:lnTo>
                  <a:pt x="159534" y="0"/>
                </a:lnTo>
                <a:lnTo>
                  <a:pt x="253003" y="0"/>
                </a:lnTo>
                <a:lnTo>
                  <a:pt x="253003" y="23374"/>
                </a:lnTo>
              </a:path>
            </a:pathLst>
          </a:custGeom>
          <a:solidFill xmlns:a="http://schemas.openxmlformats.org/drawingml/2006/main">
            <a:srgbClr val="4F7CBF"/>
          </a:solidFill>
          <a:ln xmlns:a="http://schemas.openxmlformats.org/drawingml/2006/main" w="0">
            <a:noFill/>
            <a:prstDash val="solid"/>
          </a:ln>
        </p:spPr>
      </p:sp>
      <p:sp>
        <p:nvSpPr>
          <p:cNvPr id="156" name="pdf-path-171">
            <a:extLst xmlns:a="http://schemas.openxmlformats.org/drawingml/2006/main">
              <a:ext uri="{FF2B5EF4-FFF2-40B4-BE49-F238E27FC236}">
                <a16:creationId xmlns:a16="http://schemas.microsoft.com/office/drawing/2014/main" id="{024CCC53-D63B-4125-9F55-03055F2089AA}"/>
              </a:ext>
            </a:extLst>
          </p:cNvPr>
          <p:cNvSpPr>
            <a:spLocks xmlns:a="http://schemas.openxmlformats.org/drawingml/2006/main" noGrp="1"/>
          </p:cNvSpPr>
          <p:nvPr/>
        </p:nvSpPr>
        <p:spPr>
          <a:xfrm xmlns:a="http://schemas.openxmlformats.org/drawingml/2006/main" rot="0">
            <a:off x="12568458" y="2104177"/>
            <a:ext cx="999953" cy="77752"/>
          </a:xfrm>
          <a:custGeom xmlns:a="http://schemas.openxmlformats.org/drawingml/2006/main">
            <a:pathLst>
              <a:path w="999953" h="77752">
                <a:moveTo>
                  <a:pt x="999953" y="77752"/>
                </a:moveTo>
                <a:lnTo>
                  <a:pt x="0" y="77752"/>
                </a:lnTo>
                <a:lnTo>
                  <a:pt x="0" y="0"/>
                </a:lnTo>
                <a:lnTo>
                  <a:pt x="308495" y="0"/>
                </a:lnTo>
                <a:lnTo>
                  <a:pt x="308495" y="71266"/>
                </a:lnTo>
                <a:lnTo>
                  <a:pt x="734264" y="71266"/>
                </a:lnTo>
                <a:lnTo>
                  <a:pt x="734264" y="0"/>
                </a:lnTo>
                <a:lnTo>
                  <a:pt x="999953" y="0"/>
                </a:lnTo>
                <a:lnTo>
                  <a:pt x="999953" y="77752"/>
                </a:lnTo>
              </a:path>
            </a:pathLst>
          </a:custGeom>
          <a:solidFill xmlns:a="http://schemas.openxmlformats.org/drawingml/2006/main">
            <a:srgbClr val="FFFFFF"/>
          </a:solidFill>
          <a:ln xmlns:a="http://schemas.openxmlformats.org/drawingml/2006/main" w="0">
            <a:noFill/>
            <a:prstDash val="solid"/>
          </a:ln>
        </p:spPr>
      </p:sp>
      <p:sp>
        <p:nvSpPr>
          <p:cNvPr id="157" name="pdf-path-173">
            <a:extLst xmlns:a="http://schemas.openxmlformats.org/drawingml/2006/main">
              <a:ext uri="{FF2B5EF4-FFF2-40B4-BE49-F238E27FC236}">
                <a16:creationId xmlns:a16="http://schemas.microsoft.com/office/drawing/2014/main" id="{889B6B41-41B5-42CF-9EE2-BFAA598D18ED}"/>
              </a:ext>
            </a:extLst>
          </p:cNvPr>
          <p:cNvSpPr>
            <a:spLocks xmlns:a="http://schemas.openxmlformats.org/drawingml/2006/main" noGrp="1"/>
          </p:cNvSpPr>
          <p:nvPr/>
        </p:nvSpPr>
        <p:spPr>
          <a:xfrm xmlns:a="http://schemas.openxmlformats.org/drawingml/2006/main" rot="0">
            <a:off x="720490" y="573101"/>
            <a:ext cx="363674" cy="386762"/>
          </a:xfrm>
          <a:custGeom xmlns:a="http://schemas.openxmlformats.org/drawingml/2006/main">
            <a:pathLst>
              <a:path w="363674" h="386762">
                <a:moveTo>
                  <a:pt x="0" y="386762"/>
                </a:moveTo>
                <a:lnTo>
                  <a:pt x="363674" y="386762"/>
                </a:lnTo>
                <a:lnTo>
                  <a:pt x="363674" y="0"/>
                </a:lnTo>
                <a:lnTo>
                  <a:pt x="0" y="0"/>
                </a:lnTo>
                <a:close/>
              </a:path>
            </a:pathLst>
          </a:custGeom>
          <a:solidFill xmlns:a="http://schemas.openxmlformats.org/drawingml/2006/main">
            <a:srgbClr val="E8F3E4"/>
          </a:solidFill>
          <a:ln xmlns:a="http://schemas.openxmlformats.org/drawingml/2006/main" w="0">
            <a:noFill/>
            <a:prstDash val="solid"/>
          </a:ln>
        </p:spPr>
      </p:sp>
      <p:sp>
        <p:nvSpPr>
          <p:cNvPr id="158" name="pdf-path-174">
            <a:extLst xmlns:a="http://schemas.openxmlformats.org/drawingml/2006/main">
              <a:ext uri="{FF2B5EF4-FFF2-40B4-BE49-F238E27FC236}">
                <a16:creationId xmlns:a16="http://schemas.microsoft.com/office/drawing/2014/main" id="{45712E05-7453-44AE-BD4B-99B78FF0C1ED}"/>
              </a:ext>
            </a:extLst>
          </p:cNvPr>
          <p:cNvSpPr>
            <a:spLocks xmlns:a="http://schemas.openxmlformats.org/drawingml/2006/main" noGrp="1"/>
          </p:cNvSpPr>
          <p:nvPr/>
        </p:nvSpPr>
        <p:spPr>
          <a:xfrm xmlns:a="http://schemas.openxmlformats.org/drawingml/2006/main" rot="0">
            <a:off x="708831" y="561413"/>
            <a:ext cx="387020" cy="411680"/>
          </a:xfrm>
          <a:custGeom xmlns:a="http://schemas.openxmlformats.org/drawingml/2006/main">
            <a:pathLst>
              <a:path w="387020" h="411680">
                <a:moveTo>
                  <a:pt x="5829" y="5858"/>
                </a:moveTo>
                <a:lnTo>
                  <a:pt x="5829" y="11687"/>
                </a:lnTo>
                <a:lnTo>
                  <a:pt x="375333" y="11687"/>
                </a:lnTo>
                <a:lnTo>
                  <a:pt x="375333" y="400021"/>
                </a:lnTo>
                <a:lnTo>
                  <a:pt x="11659" y="400021"/>
                </a:lnTo>
                <a:lnTo>
                  <a:pt x="11659" y="5858"/>
                </a:lnTo>
                <a:lnTo>
                  <a:pt x="5829" y="5858"/>
                </a:lnTo>
                <a:lnTo>
                  <a:pt x="5829" y="11687"/>
                </a:lnTo>
                <a:lnTo>
                  <a:pt x="5829" y="5858"/>
                </a:lnTo>
                <a:lnTo>
                  <a:pt x="0" y="5858"/>
                </a:lnTo>
                <a:lnTo>
                  <a:pt x="0" y="405851"/>
                </a:lnTo>
                <a:lnTo>
                  <a:pt x="1715" y="409994"/>
                </a:lnTo>
                <a:lnTo>
                  <a:pt x="5829" y="411680"/>
                </a:lnTo>
                <a:lnTo>
                  <a:pt x="381191" y="411680"/>
                </a:lnTo>
                <a:lnTo>
                  <a:pt x="385305" y="409994"/>
                </a:lnTo>
                <a:lnTo>
                  <a:pt x="387020" y="405851"/>
                </a:lnTo>
                <a:lnTo>
                  <a:pt x="387020" y="5858"/>
                </a:lnTo>
                <a:lnTo>
                  <a:pt x="385305" y="1715"/>
                </a:lnTo>
                <a:lnTo>
                  <a:pt x="381191" y="0"/>
                </a:lnTo>
                <a:lnTo>
                  <a:pt x="5829" y="0"/>
                </a:lnTo>
                <a:lnTo>
                  <a:pt x="1715" y="1715"/>
                </a:lnTo>
                <a:lnTo>
                  <a:pt x="0" y="5858"/>
                </a:lnTo>
                <a:lnTo>
                  <a:pt x="5829" y="5858"/>
                </a:lnTo>
              </a:path>
            </a:pathLst>
          </a:custGeom>
          <a:solidFill xmlns:a="http://schemas.openxmlformats.org/drawingml/2006/main">
            <a:srgbClr val="231F20"/>
          </a:solidFill>
          <a:ln xmlns:a="http://schemas.openxmlformats.org/drawingml/2006/main" w="0">
            <a:noFill/>
            <a:prstDash val="solid"/>
          </a:ln>
        </p:spPr>
      </p:sp>
      <p:sp>
        <p:nvSpPr>
          <p:cNvPr id="159" name="pdf-path-175">
            <a:extLst xmlns:a="http://schemas.openxmlformats.org/drawingml/2006/main">
              <a:ext uri="{FF2B5EF4-FFF2-40B4-BE49-F238E27FC236}">
                <a16:creationId xmlns:a16="http://schemas.microsoft.com/office/drawing/2014/main" id="{846BF2F3-71A1-484E-A597-34A19EE94DFE}"/>
              </a:ext>
            </a:extLst>
          </p:cNvPr>
          <p:cNvSpPr>
            <a:spLocks xmlns:a="http://schemas.openxmlformats.org/drawingml/2006/main" noGrp="1"/>
          </p:cNvSpPr>
          <p:nvPr/>
        </p:nvSpPr>
        <p:spPr>
          <a:xfrm xmlns:a="http://schemas.openxmlformats.org/drawingml/2006/main" rot="0">
            <a:off x="720490" y="973094"/>
            <a:ext cx="363674" cy="386792"/>
          </a:xfrm>
          <a:custGeom xmlns:a="http://schemas.openxmlformats.org/drawingml/2006/main">
            <a:pathLst>
              <a:path w="363674" h="386792">
                <a:moveTo>
                  <a:pt x="0" y="386792"/>
                </a:moveTo>
                <a:lnTo>
                  <a:pt x="363674" y="386792"/>
                </a:lnTo>
                <a:lnTo>
                  <a:pt x="363674" y="0"/>
                </a:lnTo>
                <a:lnTo>
                  <a:pt x="0" y="0"/>
                </a:lnTo>
                <a:close/>
              </a:path>
            </a:pathLst>
          </a:custGeom>
          <a:solidFill xmlns:a="http://schemas.openxmlformats.org/drawingml/2006/main">
            <a:srgbClr val="FDF2CE"/>
          </a:solidFill>
          <a:ln xmlns:a="http://schemas.openxmlformats.org/drawingml/2006/main" w="0">
            <a:noFill/>
            <a:prstDash val="solid"/>
          </a:ln>
        </p:spPr>
      </p:sp>
      <p:sp>
        <p:nvSpPr>
          <p:cNvPr id="160" name="pdf-path-176">
            <a:extLst xmlns:a="http://schemas.openxmlformats.org/drawingml/2006/main">
              <a:ext uri="{FF2B5EF4-FFF2-40B4-BE49-F238E27FC236}">
                <a16:creationId xmlns:a16="http://schemas.microsoft.com/office/drawing/2014/main" id="{41B31B84-DDD9-4C69-B5C8-8D7AE5415E78}"/>
              </a:ext>
            </a:extLst>
          </p:cNvPr>
          <p:cNvSpPr>
            <a:spLocks xmlns:a="http://schemas.openxmlformats.org/drawingml/2006/main" noGrp="1"/>
          </p:cNvSpPr>
          <p:nvPr/>
        </p:nvSpPr>
        <p:spPr>
          <a:xfrm xmlns:a="http://schemas.openxmlformats.org/drawingml/2006/main" rot="0">
            <a:off x="720490" y="971552"/>
            <a:ext cx="363674" cy="1542"/>
          </a:xfrm>
          <a:custGeom xmlns:a="http://schemas.openxmlformats.org/drawingml/2006/main">
            <a:pathLst>
              <a:path w="363674" h="1542">
                <a:moveTo>
                  <a:pt x="0" y="1542"/>
                </a:moveTo>
                <a:lnTo>
                  <a:pt x="363674" y="1542"/>
                </a:lnTo>
                <a:lnTo>
                  <a:pt x="363674" y="0"/>
                </a:lnTo>
                <a:lnTo>
                  <a:pt x="0" y="0"/>
                </a:lnTo>
                <a:close/>
              </a:path>
            </a:pathLst>
          </a:custGeom>
          <a:solidFill xmlns:a="http://schemas.openxmlformats.org/drawingml/2006/main">
            <a:srgbClr val="76683D"/>
          </a:solidFill>
          <a:ln xmlns:a="http://schemas.openxmlformats.org/drawingml/2006/main" w="0">
            <a:noFill/>
            <a:prstDash val="solid"/>
          </a:ln>
        </p:spPr>
      </p:sp>
      <p:sp>
        <p:nvSpPr>
          <p:cNvPr id="161" name="pdf-path-177">
            <a:extLst xmlns:a="http://schemas.openxmlformats.org/drawingml/2006/main">
              <a:ext uri="{FF2B5EF4-FFF2-40B4-BE49-F238E27FC236}">
                <a16:creationId xmlns:a16="http://schemas.microsoft.com/office/drawing/2014/main" id="{80A0D17B-5A1E-4059-948F-DA4E955E660C}"/>
              </a:ext>
            </a:extLst>
          </p:cNvPr>
          <p:cNvSpPr>
            <a:spLocks xmlns:a="http://schemas.openxmlformats.org/drawingml/2006/main" noGrp="1"/>
          </p:cNvSpPr>
          <p:nvPr/>
        </p:nvSpPr>
        <p:spPr>
          <a:xfrm xmlns:a="http://schemas.openxmlformats.org/drawingml/2006/main" rot="0">
            <a:off x="708831" y="959863"/>
            <a:ext cx="387020" cy="411680"/>
          </a:xfrm>
          <a:custGeom xmlns:a="http://schemas.openxmlformats.org/drawingml/2006/main">
            <a:pathLst>
              <a:path w="387020" h="411680">
                <a:moveTo>
                  <a:pt x="5829" y="5858"/>
                </a:moveTo>
                <a:lnTo>
                  <a:pt x="5829" y="11687"/>
                </a:lnTo>
                <a:lnTo>
                  <a:pt x="375333" y="11687"/>
                </a:lnTo>
                <a:lnTo>
                  <a:pt x="375333" y="400021"/>
                </a:lnTo>
                <a:lnTo>
                  <a:pt x="11659" y="400021"/>
                </a:lnTo>
                <a:lnTo>
                  <a:pt x="11659" y="5858"/>
                </a:lnTo>
                <a:lnTo>
                  <a:pt x="5829" y="5858"/>
                </a:lnTo>
                <a:lnTo>
                  <a:pt x="5829" y="11687"/>
                </a:lnTo>
                <a:lnTo>
                  <a:pt x="5829" y="5858"/>
                </a:lnTo>
                <a:lnTo>
                  <a:pt x="0" y="5858"/>
                </a:lnTo>
                <a:lnTo>
                  <a:pt x="0" y="405851"/>
                </a:lnTo>
                <a:lnTo>
                  <a:pt x="1715" y="409994"/>
                </a:lnTo>
                <a:lnTo>
                  <a:pt x="5829" y="411680"/>
                </a:lnTo>
                <a:lnTo>
                  <a:pt x="381191" y="411680"/>
                </a:lnTo>
                <a:lnTo>
                  <a:pt x="385305" y="409994"/>
                </a:lnTo>
                <a:lnTo>
                  <a:pt x="387020" y="405851"/>
                </a:lnTo>
                <a:lnTo>
                  <a:pt x="387020" y="5858"/>
                </a:lnTo>
                <a:lnTo>
                  <a:pt x="385305" y="1715"/>
                </a:lnTo>
                <a:lnTo>
                  <a:pt x="381191" y="0"/>
                </a:lnTo>
                <a:lnTo>
                  <a:pt x="5829" y="0"/>
                </a:lnTo>
                <a:lnTo>
                  <a:pt x="1715" y="1715"/>
                </a:lnTo>
                <a:lnTo>
                  <a:pt x="0" y="5858"/>
                </a:lnTo>
                <a:lnTo>
                  <a:pt x="5829" y="5858"/>
                </a:lnTo>
              </a:path>
            </a:pathLst>
          </a:custGeom>
          <a:solidFill xmlns:a="http://schemas.openxmlformats.org/drawingml/2006/main">
            <a:srgbClr val="231F20"/>
          </a:solidFill>
          <a:ln xmlns:a="http://schemas.openxmlformats.org/drawingml/2006/main" w="0">
            <a:noFill/>
            <a:prstDash val="solid"/>
          </a:ln>
        </p:spPr>
      </p:sp>
      <p:sp>
        <p:nvSpPr>
          <p:cNvPr id="162" name="pdf-path-178">
            <a:extLst xmlns:a="http://schemas.openxmlformats.org/drawingml/2006/main">
              <a:ext uri="{FF2B5EF4-FFF2-40B4-BE49-F238E27FC236}">
                <a16:creationId xmlns:a16="http://schemas.microsoft.com/office/drawing/2014/main" id="{6E31A42A-6F41-4FEF-A63B-F9B81C3D7946}"/>
              </a:ext>
            </a:extLst>
          </p:cNvPr>
          <p:cNvSpPr>
            <a:spLocks xmlns:a="http://schemas.openxmlformats.org/drawingml/2006/main" noGrp="1"/>
          </p:cNvSpPr>
          <p:nvPr/>
        </p:nvSpPr>
        <p:spPr>
          <a:xfrm xmlns:a="http://schemas.openxmlformats.org/drawingml/2006/main" rot="0">
            <a:off x="1475956" y="573987"/>
            <a:ext cx="362788" cy="385190"/>
          </a:xfrm>
          <a:custGeom xmlns:a="http://schemas.openxmlformats.org/drawingml/2006/main">
            <a:pathLst>
              <a:path w="362788" h="385190">
                <a:moveTo>
                  <a:pt x="0" y="385190"/>
                </a:moveTo>
                <a:lnTo>
                  <a:pt x="362788" y="385190"/>
                </a:lnTo>
                <a:lnTo>
                  <a:pt x="362788" y="0"/>
                </a:lnTo>
                <a:lnTo>
                  <a:pt x="0" y="0"/>
                </a:lnTo>
                <a:close/>
              </a:path>
            </a:pathLst>
          </a:custGeom>
          <a:solidFill xmlns:a="http://schemas.openxmlformats.org/drawingml/2006/main">
            <a:srgbClr val="FBE9EA"/>
          </a:solidFill>
          <a:ln xmlns:a="http://schemas.openxmlformats.org/drawingml/2006/main" w="0">
            <a:noFill/>
            <a:prstDash val="solid"/>
          </a:ln>
        </p:spPr>
      </p:sp>
      <p:sp>
        <p:nvSpPr>
          <p:cNvPr id="163" name="pdf-path-179">
            <a:extLst xmlns:a="http://schemas.openxmlformats.org/drawingml/2006/main">
              <a:ext uri="{FF2B5EF4-FFF2-40B4-BE49-F238E27FC236}">
                <a16:creationId xmlns:a16="http://schemas.microsoft.com/office/drawing/2014/main" id="{E2F746AF-E589-4950-9969-4BA1EE861E38}"/>
              </a:ext>
            </a:extLst>
          </p:cNvPr>
          <p:cNvSpPr>
            <a:spLocks xmlns:a="http://schemas.openxmlformats.org/drawingml/2006/main" noGrp="1"/>
          </p:cNvSpPr>
          <p:nvPr/>
        </p:nvSpPr>
        <p:spPr>
          <a:xfrm xmlns:a="http://schemas.openxmlformats.org/drawingml/2006/main" rot="0">
            <a:off x="1464269" y="562327"/>
            <a:ext cx="387048" cy="411680"/>
          </a:xfrm>
          <a:custGeom xmlns:a="http://schemas.openxmlformats.org/drawingml/2006/main">
            <a:pathLst>
              <a:path w="387048" h="411680">
                <a:moveTo>
                  <a:pt x="5858" y="5829"/>
                </a:moveTo>
                <a:lnTo>
                  <a:pt x="5858" y="11687"/>
                </a:lnTo>
                <a:lnTo>
                  <a:pt x="375361" y="11687"/>
                </a:lnTo>
                <a:lnTo>
                  <a:pt x="375361" y="399993"/>
                </a:lnTo>
                <a:lnTo>
                  <a:pt x="11687" y="399993"/>
                </a:lnTo>
                <a:lnTo>
                  <a:pt x="11687" y="5829"/>
                </a:lnTo>
                <a:lnTo>
                  <a:pt x="5858" y="5829"/>
                </a:lnTo>
                <a:lnTo>
                  <a:pt x="5858" y="11687"/>
                </a:lnTo>
                <a:lnTo>
                  <a:pt x="5858" y="5829"/>
                </a:lnTo>
                <a:lnTo>
                  <a:pt x="0" y="5829"/>
                </a:lnTo>
                <a:lnTo>
                  <a:pt x="0" y="405851"/>
                </a:lnTo>
                <a:lnTo>
                  <a:pt x="1715" y="409966"/>
                </a:lnTo>
                <a:lnTo>
                  <a:pt x="5858" y="411680"/>
                </a:lnTo>
                <a:lnTo>
                  <a:pt x="381191" y="411680"/>
                </a:lnTo>
                <a:lnTo>
                  <a:pt x="385334" y="409966"/>
                </a:lnTo>
                <a:lnTo>
                  <a:pt x="387048" y="405851"/>
                </a:lnTo>
                <a:lnTo>
                  <a:pt x="387048" y="5829"/>
                </a:lnTo>
                <a:lnTo>
                  <a:pt x="385334" y="1715"/>
                </a:lnTo>
                <a:lnTo>
                  <a:pt x="381191" y="0"/>
                </a:lnTo>
                <a:lnTo>
                  <a:pt x="5858" y="0"/>
                </a:lnTo>
                <a:lnTo>
                  <a:pt x="1715" y="1715"/>
                </a:lnTo>
                <a:lnTo>
                  <a:pt x="0" y="5829"/>
                </a:lnTo>
                <a:lnTo>
                  <a:pt x="5858" y="5829"/>
                </a:lnTo>
              </a:path>
            </a:pathLst>
          </a:custGeom>
          <a:solidFill xmlns:a="http://schemas.openxmlformats.org/drawingml/2006/main">
            <a:srgbClr val="231F20"/>
          </a:solidFill>
          <a:ln xmlns:a="http://schemas.openxmlformats.org/drawingml/2006/main" w="0">
            <a:noFill/>
            <a:prstDash val="solid"/>
          </a:ln>
        </p:spPr>
      </p:sp>
      <p:sp>
        <p:nvSpPr>
          <p:cNvPr id="164" name="pdf-path-180">
            <a:extLst xmlns:a="http://schemas.openxmlformats.org/drawingml/2006/main">
              <a:ext uri="{FF2B5EF4-FFF2-40B4-BE49-F238E27FC236}">
                <a16:creationId xmlns:a16="http://schemas.microsoft.com/office/drawing/2014/main" id="{4B557A99-EC21-4C0F-BBF0-32A3FEE64A25}"/>
              </a:ext>
            </a:extLst>
          </p:cNvPr>
          <p:cNvSpPr>
            <a:spLocks xmlns:a="http://schemas.openxmlformats.org/drawingml/2006/main" noGrp="1"/>
          </p:cNvSpPr>
          <p:nvPr/>
        </p:nvSpPr>
        <p:spPr>
          <a:xfrm xmlns:a="http://schemas.openxmlformats.org/drawingml/2006/main" rot="0">
            <a:off x="1471755" y="973980"/>
            <a:ext cx="363674" cy="385190"/>
          </a:xfrm>
          <a:custGeom xmlns:a="http://schemas.openxmlformats.org/drawingml/2006/main">
            <a:pathLst>
              <a:path w="363674" h="385190">
                <a:moveTo>
                  <a:pt x="0" y="385190"/>
                </a:moveTo>
                <a:lnTo>
                  <a:pt x="363674" y="385190"/>
                </a:lnTo>
                <a:lnTo>
                  <a:pt x="363674" y="0"/>
                </a:lnTo>
                <a:lnTo>
                  <a:pt x="0" y="0"/>
                </a:lnTo>
                <a:close/>
              </a:path>
            </a:pathLst>
          </a:custGeom>
          <a:solidFill xmlns:a="http://schemas.openxmlformats.org/drawingml/2006/main">
            <a:srgbClr val="ECF2FA"/>
          </a:solidFill>
          <a:ln xmlns:a="http://schemas.openxmlformats.org/drawingml/2006/main" w="0">
            <a:noFill/>
            <a:prstDash val="solid"/>
          </a:ln>
        </p:spPr>
      </p:sp>
      <p:sp>
        <p:nvSpPr>
          <p:cNvPr id="165" name="pdf-path-181">
            <a:extLst xmlns:a="http://schemas.openxmlformats.org/drawingml/2006/main">
              <a:ext uri="{FF2B5EF4-FFF2-40B4-BE49-F238E27FC236}">
                <a16:creationId xmlns:a16="http://schemas.microsoft.com/office/drawing/2014/main" id="{300D6D10-0927-4523-A4B3-14A74081805A}"/>
              </a:ext>
            </a:extLst>
          </p:cNvPr>
          <p:cNvSpPr>
            <a:spLocks xmlns:a="http://schemas.openxmlformats.org/drawingml/2006/main" noGrp="1"/>
          </p:cNvSpPr>
          <p:nvPr/>
        </p:nvSpPr>
        <p:spPr>
          <a:xfrm xmlns:a="http://schemas.openxmlformats.org/drawingml/2006/main" rot="0">
            <a:off x="1471755" y="970865"/>
            <a:ext cx="363674" cy="3115"/>
          </a:xfrm>
          <a:custGeom xmlns:a="http://schemas.openxmlformats.org/drawingml/2006/main">
            <a:pathLst>
              <a:path w="363674" h="3115">
                <a:moveTo>
                  <a:pt x="0" y="3115"/>
                </a:moveTo>
                <a:lnTo>
                  <a:pt x="363674" y="3115"/>
                </a:lnTo>
                <a:lnTo>
                  <a:pt x="363674" y="0"/>
                </a:lnTo>
                <a:lnTo>
                  <a:pt x="0" y="0"/>
                </a:lnTo>
                <a:close/>
              </a:path>
            </a:pathLst>
          </a:custGeom>
          <a:solidFill xmlns:a="http://schemas.openxmlformats.org/drawingml/2006/main">
            <a:srgbClr val="353E4A"/>
          </a:solidFill>
          <a:ln xmlns:a="http://schemas.openxmlformats.org/drawingml/2006/main" w="0">
            <a:noFill/>
            <a:prstDash val="solid"/>
          </a:ln>
        </p:spPr>
      </p:sp>
      <p:sp>
        <p:nvSpPr>
          <p:cNvPr id="166" name="pdf-path-182">
            <a:extLst xmlns:a="http://schemas.openxmlformats.org/drawingml/2006/main">
              <a:ext uri="{FF2B5EF4-FFF2-40B4-BE49-F238E27FC236}">
                <a16:creationId xmlns:a16="http://schemas.microsoft.com/office/drawing/2014/main" id="{EFE6A554-AD27-4F3E-A527-0762F164038C}"/>
              </a:ext>
            </a:extLst>
          </p:cNvPr>
          <p:cNvSpPr>
            <a:spLocks xmlns:a="http://schemas.openxmlformats.org/drawingml/2006/main" noGrp="1"/>
          </p:cNvSpPr>
          <p:nvPr/>
        </p:nvSpPr>
        <p:spPr>
          <a:xfrm xmlns:a="http://schemas.openxmlformats.org/drawingml/2006/main" rot="0">
            <a:off x="1460068" y="959176"/>
            <a:ext cx="387049" cy="411680"/>
          </a:xfrm>
          <a:custGeom xmlns:a="http://schemas.openxmlformats.org/drawingml/2006/main">
            <a:pathLst>
              <a:path w="387049" h="411680">
                <a:moveTo>
                  <a:pt x="5858" y="5858"/>
                </a:moveTo>
                <a:lnTo>
                  <a:pt x="5858" y="11687"/>
                </a:lnTo>
                <a:lnTo>
                  <a:pt x="375361" y="11687"/>
                </a:lnTo>
                <a:lnTo>
                  <a:pt x="375361" y="399993"/>
                </a:lnTo>
                <a:lnTo>
                  <a:pt x="11687" y="399993"/>
                </a:lnTo>
                <a:lnTo>
                  <a:pt x="11687" y="5858"/>
                </a:lnTo>
                <a:lnTo>
                  <a:pt x="5858" y="5858"/>
                </a:lnTo>
                <a:lnTo>
                  <a:pt x="5858" y="11687"/>
                </a:lnTo>
                <a:lnTo>
                  <a:pt x="5858" y="5858"/>
                </a:lnTo>
                <a:lnTo>
                  <a:pt x="0" y="5858"/>
                </a:lnTo>
                <a:lnTo>
                  <a:pt x="0" y="405851"/>
                </a:lnTo>
                <a:lnTo>
                  <a:pt x="1715" y="409966"/>
                </a:lnTo>
                <a:lnTo>
                  <a:pt x="5858" y="411680"/>
                </a:lnTo>
                <a:lnTo>
                  <a:pt x="381191" y="411680"/>
                </a:lnTo>
                <a:lnTo>
                  <a:pt x="385334" y="409966"/>
                </a:lnTo>
                <a:lnTo>
                  <a:pt x="387049" y="405851"/>
                </a:lnTo>
                <a:lnTo>
                  <a:pt x="387049" y="5858"/>
                </a:lnTo>
                <a:lnTo>
                  <a:pt x="385334" y="1715"/>
                </a:lnTo>
                <a:lnTo>
                  <a:pt x="381191" y="0"/>
                </a:lnTo>
                <a:lnTo>
                  <a:pt x="5858" y="0"/>
                </a:lnTo>
                <a:lnTo>
                  <a:pt x="1715" y="1715"/>
                </a:lnTo>
                <a:lnTo>
                  <a:pt x="0" y="5858"/>
                </a:lnTo>
                <a:lnTo>
                  <a:pt x="5858" y="5858"/>
                </a:lnTo>
              </a:path>
            </a:pathLst>
          </a:custGeom>
          <a:solidFill xmlns:a="http://schemas.openxmlformats.org/drawingml/2006/main">
            <a:srgbClr val="231F20"/>
          </a:solidFill>
          <a:ln xmlns:a="http://schemas.openxmlformats.org/drawingml/2006/main" w="0">
            <a:noFill/>
            <a:prstDash val="solid"/>
          </a:ln>
        </p:spPr>
      </p:sp>
      <p:sp>
        <p:nvSpPr>
          <p:cNvPr id="167" name="pdf-path-183">
            <a:extLst xmlns:a="http://schemas.openxmlformats.org/drawingml/2006/main">
              <a:ext uri="{FF2B5EF4-FFF2-40B4-BE49-F238E27FC236}">
                <a16:creationId xmlns:a16="http://schemas.microsoft.com/office/drawing/2014/main" id="{CD5FF348-779D-4A03-99BC-D9BACE00A43E}"/>
              </a:ext>
            </a:extLst>
          </p:cNvPr>
          <p:cNvSpPr>
            <a:spLocks xmlns:a="http://schemas.openxmlformats.org/drawingml/2006/main" noGrp="1"/>
          </p:cNvSpPr>
          <p:nvPr/>
        </p:nvSpPr>
        <p:spPr>
          <a:xfrm xmlns:a="http://schemas.openxmlformats.org/drawingml/2006/main" rot="0">
            <a:off x="12182151" y="450714"/>
            <a:ext cx="1835172" cy="213798"/>
          </a:xfrm>
          <a:custGeom xmlns:a="http://schemas.openxmlformats.org/drawingml/2006/main">
            <a:pathLst>
              <a:path w="1835172" h="213798">
                <a:moveTo>
                  <a:pt x="1835172" y="213798"/>
                </a:moveTo>
                <a:lnTo>
                  <a:pt x="1706042" y="213798"/>
                </a:lnTo>
                <a:cubicBezTo>
                  <a:pt x="1699097" y="197339"/>
                  <a:pt x="1690239" y="181708"/>
                  <a:pt x="1679581" y="167221"/>
                </a:cubicBezTo>
                <a:lnTo>
                  <a:pt x="1670180" y="174136"/>
                </a:lnTo>
                <a:cubicBezTo>
                  <a:pt x="1663780" y="165478"/>
                  <a:pt x="1656721" y="157248"/>
                  <a:pt x="1649005" y="149533"/>
                </a:cubicBezTo>
                <a:cubicBezTo>
                  <a:pt x="1640062" y="140589"/>
                  <a:pt x="1630433" y="132531"/>
                  <a:pt x="1620232" y="125387"/>
                </a:cubicBezTo>
                <a:lnTo>
                  <a:pt x="1626946" y="115815"/>
                </a:lnTo>
                <a:cubicBezTo>
                  <a:pt x="1599943" y="96898"/>
                  <a:pt x="1569139" y="84068"/>
                  <a:pt x="1536678" y="78238"/>
                </a:cubicBezTo>
                <a:lnTo>
                  <a:pt x="1534620" y="89754"/>
                </a:lnTo>
                <a:cubicBezTo>
                  <a:pt x="1522104" y="87497"/>
                  <a:pt x="1509360" y="86354"/>
                  <a:pt x="1496472" y="86354"/>
                </a:cubicBezTo>
                <a:lnTo>
                  <a:pt x="1464726" y="86354"/>
                </a:lnTo>
                <a:lnTo>
                  <a:pt x="1464726" y="74666"/>
                </a:lnTo>
                <a:lnTo>
                  <a:pt x="1371257" y="74666"/>
                </a:lnTo>
                <a:lnTo>
                  <a:pt x="1371257" y="86354"/>
                </a:lnTo>
                <a:lnTo>
                  <a:pt x="1301163" y="86354"/>
                </a:lnTo>
                <a:lnTo>
                  <a:pt x="1301163" y="74666"/>
                </a:lnTo>
                <a:lnTo>
                  <a:pt x="1207694" y="74666"/>
                </a:lnTo>
                <a:lnTo>
                  <a:pt x="1207694" y="86354"/>
                </a:lnTo>
                <a:lnTo>
                  <a:pt x="1137570" y="86354"/>
                </a:lnTo>
                <a:lnTo>
                  <a:pt x="1137570" y="74666"/>
                </a:lnTo>
                <a:lnTo>
                  <a:pt x="1044101" y="74666"/>
                </a:lnTo>
                <a:lnTo>
                  <a:pt x="1044101" y="86354"/>
                </a:lnTo>
                <a:lnTo>
                  <a:pt x="974007" y="86354"/>
                </a:lnTo>
                <a:lnTo>
                  <a:pt x="974007" y="74666"/>
                </a:lnTo>
                <a:lnTo>
                  <a:pt x="880538" y="74666"/>
                </a:lnTo>
                <a:lnTo>
                  <a:pt x="880538" y="86354"/>
                </a:lnTo>
                <a:lnTo>
                  <a:pt x="810443" y="86354"/>
                </a:lnTo>
                <a:lnTo>
                  <a:pt x="810443" y="74666"/>
                </a:lnTo>
                <a:lnTo>
                  <a:pt x="716975" y="74666"/>
                </a:lnTo>
                <a:lnTo>
                  <a:pt x="716975" y="86354"/>
                </a:lnTo>
                <a:lnTo>
                  <a:pt x="646852" y="86354"/>
                </a:lnTo>
                <a:lnTo>
                  <a:pt x="646852" y="74666"/>
                </a:lnTo>
                <a:lnTo>
                  <a:pt x="553412" y="74666"/>
                </a:lnTo>
                <a:lnTo>
                  <a:pt x="553412" y="86354"/>
                </a:lnTo>
                <a:lnTo>
                  <a:pt x="483289" y="86354"/>
                </a:lnTo>
                <a:lnTo>
                  <a:pt x="483289" y="74666"/>
                </a:lnTo>
                <a:lnTo>
                  <a:pt x="389820" y="74666"/>
                </a:lnTo>
                <a:lnTo>
                  <a:pt x="389820" y="86354"/>
                </a:lnTo>
                <a:lnTo>
                  <a:pt x="319726" y="86354"/>
                </a:lnTo>
                <a:lnTo>
                  <a:pt x="319726" y="74666"/>
                </a:lnTo>
                <a:lnTo>
                  <a:pt x="238087" y="74666"/>
                </a:lnTo>
                <a:cubicBezTo>
                  <a:pt x="233915" y="74666"/>
                  <a:pt x="229743" y="74781"/>
                  <a:pt x="225628" y="75009"/>
                </a:cubicBezTo>
                <a:lnTo>
                  <a:pt x="226257" y="86668"/>
                </a:lnTo>
                <a:cubicBezTo>
                  <a:pt x="202282" y="87954"/>
                  <a:pt x="179366" y="93183"/>
                  <a:pt x="158134" y="101670"/>
                </a:cubicBezTo>
                <a:lnTo>
                  <a:pt x="153790" y="90811"/>
                </a:lnTo>
                <a:cubicBezTo>
                  <a:pt x="122930" y="103127"/>
                  <a:pt x="95412" y="122015"/>
                  <a:pt x="72952" y="145704"/>
                </a:cubicBezTo>
                <a:lnTo>
                  <a:pt x="81439" y="153762"/>
                </a:lnTo>
                <a:cubicBezTo>
                  <a:pt x="65437" y="170650"/>
                  <a:pt x="52149" y="190138"/>
                  <a:pt x="42263" y="211484"/>
                </a:cubicBezTo>
                <a:lnTo>
                  <a:pt x="31632" y="206569"/>
                </a:lnTo>
                <a:cubicBezTo>
                  <a:pt x="30547" y="208969"/>
                  <a:pt x="29460" y="211369"/>
                  <a:pt x="28461" y="213798"/>
                </a:cubicBezTo>
                <a:lnTo>
                  <a:pt x="0" y="213798"/>
                </a:lnTo>
                <a:lnTo>
                  <a:pt x="0" y="0"/>
                </a:lnTo>
                <a:lnTo>
                  <a:pt x="1835172" y="0"/>
                </a:lnTo>
                <a:lnTo>
                  <a:pt x="1835172" y="213798"/>
                </a:lnTo>
              </a:path>
            </a:pathLst>
          </a:custGeom>
          <a:solidFill xmlns:a="http://schemas.openxmlformats.org/drawingml/2006/main">
            <a:srgbClr val="FFFFFF"/>
          </a:solidFill>
          <a:ln xmlns:a="http://schemas.openxmlformats.org/drawingml/2006/main" w="0">
            <a:noFill/>
            <a:prstDash val="solid"/>
          </a:ln>
        </p:spPr>
      </p:sp>
      <p:sp>
        <p:nvSpPr>
          <p:cNvPr id="168" name="pdf-path-185">
            <a:extLst xmlns:a="http://schemas.openxmlformats.org/drawingml/2006/main">
              <a:ext uri="{FF2B5EF4-FFF2-40B4-BE49-F238E27FC236}">
                <a16:creationId xmlns:a16="http://schemas.microsoft.com/office/drawing/2014/main" id="{DA9D2D79-69C4-455C-8538-D6059809C9ED}"/>
              </a:ext>
            </a:extLst>
          </p:cNvPr>
          <p:cNvSpPr>
            <a:spLocks xmlns:a="http://schemas.openxmlformats.org/drawingml/2006/main" noGrp="1"/>
          </p:cNvSpPr>
          <p:nvPr/>
        </p:nvSpPr>
        <p:spPr>
          <a:xfrm xmlns:a="http://schemas.openxmlformats.org/drawingml/2006/main" rot="0">
            <a:off x="1803168" y="6127109"/>
            <a:ext cx="2874731" cy="235144"/>
          </a:xfrm>
          <a:custGeom xmlns:a="http://schemas.openxmlformats.org/drawingml/2006/main">
            <a:pathLst>
              <a:path w="2874731" h="235144">
                <a:moveTo>
                  <a:pt x="2874731" y="235144"/>
                </a:moveTo>
                <a:lnTo>
                  <a:pt x="0" y="235144"/>
                </a:lnTo>
                <a:lnTo>
                  <a:pt x="0" y="95297"/>
                </a:lnTo>
                <a:lnTo>
                  <a:pt x="24832" y="95269"/>
                </a:lnTo>
                <a:lnTo>
                  <a:pt x="24832" y="89440"/>
                </a:lnTo>
                <a:lnTo>
                  <a:pt x="59893" y="89411"/>
                </a:lnTo>
                <a:lnTo>
                  <a:pt x="59893" y="95269"/>
                </a:lnTo>
                <a:lnTo>
                  <a:pt x="106613" y="95241"/>
                </a:lnTo>
                <a:lnTo>
                  <a:pt x="106613" y="89411"/>
                </a:lnTo>
                <a:lnTo>
                  <a:pt x="141675" y="89382"/>
                </a:lnTo>
                <a:lnTo>
                  <a:pt x="141675" y="95212"/>
                </a:lnTo>
                <a:lnTo>
                  <a:pt x="188395" y="95183"/>
                </a:lnTo>
                <a:lnTo>
                  <a:pt x="188395" y="89354"/>
                </a:lnTo>
                <a:lnTo>
                  <a:pt x="223457" y="89326"/>
                </a:lnTo>
                <a:lnTo>
                  <a:pt x="223457" y="95183"/>
                </a:lnTo>
                <a:lnTo>
                  <a:pt x="270176" y="95155"/>
                </a:lnTo>
                <a:lnTo>
                  <a:pt x="270176" y="89326"/>
                </a:lnTo>
                <a:lnTo>
                  <a:pt x="305238" y="89297"/>
                </a:lnTo>
                <a:lnTo>
                  <a:pt x="305238" y="95126"/>
                </a:lnTo>
                <a:lnTo>
                  <a:pt x="351987" y="95098"/>
                </a:lnTo>
                <a:lnTo>
                  <a:pt x="351958" y="89268"/>
                </a:lnTo>
                <a:lnTo>
                  <a:pt x="387020" y="89240"/>
                </a:lnTo>
                <a:lnTo>
                  <a:pt x="387020" y="95098"/>
                </a:lnTo>
                <a:lnTo>
                  <a:pt x="433768" y="95069"/>
                </a:lnTo>
                <a:lnTo>
                  <a:pt x="433768" y="89211"/>
                </a:lnTo>
                <a:lnTo>
                  <a:pt x="468802" y="89211"/>
                </a:lnTo>
                <a:lnTo>
                  <a:pt x="468802" y="95040"/>
                </a:lnTo>
                <a:lnTo>
                  <a:pt x="515550" y="95012"/>
                </a:lnTo>
                <a:lnTo>
                  <a:pt x="515550" y="89183"/>
                </a:lnTo>
                <a:lnTo>
                  <a:pt x="550583" y="89154"/>
                </a:lnTo>
                <a:lnTo>
                  <a:pt x="550583" y="95012"/>
                </a:lnTo>
                <a:lnTo>
                  <a:pt x="597332" y="94983"/>
                </a:lnTo>
                <a:lnTo>
                  <a:pt x="597332" y="89126"/>
                </a:lnTo>
                <a:lnTo>
                  <a:pt x="632393" y="89126"/>
                </a:lnTo>
                <a:lnTo>
                  <a:pt x="632393" y="94955"/>
                </a:lnTo>
                <a:lnTo>
                  <a:pt x="679113" y="94926"/>
                </a:lnTo>
                <a:lnTo>
                  <a:pt x="679113" y="89097"/>
                </a:lnTo>
                <a:lnTo>
                  <a:pt x="714175" y="89068"/>
                </a:lnTo>
                <a:lnTo>
                  <a:pt x="714175" y="94926"/>
                </a:lnTo>
                <a:lnTo>
                  <a:pt x="760895" y="94898"/>
                </a:lnTo>
                <a:lnTo>
                  <a:pt x="760895" y="89040"/>
                </a:lnTo>
                <a:lnTo>
                  <a:pt x="795957" y="89040"/>
                </a:lnTo>
                <a:lnTo>
                  <a:pt x="795957" y="94869"/>
                </a:lnTo>
                <a:lnTo>
                  <a:pt x="842676" y="94840"/>
                </a:lnTo>
                <a:lnTo>
                  <a:pt x="842676" y="89011"/>
                </a:lnTo>
                <a:lnTo>
                  <a:pt x="877738" y="88983"/>
                </a:lnTo>
                <a:lnTo>
                  <a:pt x="877738" y="94812"/>
                </a:lnTo>
                <a:lnTo>
                  <a:pt x="924487" y="94812"/>
                </a:lnTo>
                <a:lnTo>
                  <a:pt x="924458" y="88954"/>
                </a:lnTo>
                <a:lnTo>
                  <a:pt x="959520" y="88954"/>
                </a:lnTo>
                <a:lnTo>
                  <a:pt x="959520" y="94784"/>
                </a:lnTo>
                <a:lnTo>
                  <a:pt x="1006269" y="94755"/>
                </a:lnTo>
                <a:lnTo>
                  <a:pt x="1006269" y="88925"/>
                </a:lnTo>
                <a:lnTo>
                  <a:pt x="1041301" y="88897"/>
                </a:lnTo>
                <a:lnTo>
                  <a:pt x="1041301" y="94726"/>
                </a:lnTo>
                <a:lnTo>
                  <a:pt x="1088050" y="94726"/>
                </a:lnTo>
                <a:lnTo>
                  <a:pt x="1088050" y="88869"/>
                </a:lnTo>
                <a:lnTo>
                  <a:pt x="1123083" y="88869"/>
                </a:lnTo>
                <a:lnTo>
                  <a:pt x="1123083" y="94697"/>
                </a:lnTo>
                <a:lnTo>
                  <a:pt x="1169832" y="94670"/>
                </a:lnTo>
                <a:lnTo>
                  <a:pt x="1169832" y="88840"/>
                </a:lnTo>
                <a:lnTo>
                  <a:pt x="1204865" y="88811"/>
                </a:lnTo>
                <a:lnTo>
                  <a:pt x="1204893" y="94641"/>
                </a:lnTo>
                <a:lnTo>
                  <a:pt x="1251613" y="94641"/>
                </a:lnTo>
                <a:lnTo>
                  <a:pt x="1251613" y="88782"/>
                </a:lnTo>
                <a:lnTo>
                  <a:pt x="1286675" y="88754"/>
                </a:lnTo>
                <a:lnTo>
                  <a:pt x="1286675" y="94612"/>
                </a:lnTo>
                <a:lnTo>
                  <a:pt x="1333395" y="94583"/>
                </a:lnTo>
                <a:lnTo>
                  <a:pt x="1333395" y="88754"/>
                </a:lnTo>
                <a:lnTo>
                  <a:pt x="1368457" y="88726"/>
                </a:lnTo>
                <a:lnTo>
                  <a:pt x="1368457" y="94554"/>
                </a:lnTo>
                <a:lnTo>
                  <a:pt x="1394889" y="94554"/>
                </a:lnTo>
                <a:lnTo>
                  <a:pt x="1394889" y="99498"/>
                </a:lnTo>
                <a:lnTo>
                  <a:pt x="1389031" y="99498"/>
                </a:lnTo>
                <a:lnTo>
                  <a:pt x="1389031" y="112014"/>
                </a:lnTo>
                <a:lnTo>
                  <a:pt x="1400718" y="112014"/>
                </a:lnTo>
                <a:lnTo>
                  <a:pt x="1400718" y="99498"/>
                </a:lnTo>
                <a:lnTo>
                  <a:pt x="1394889" y="99498"/>
                </a:lnTo>
                <a:lnTo>
                  <a:pt x="1394889" y="94554"/>
                </a:lnTo>
                <a:lnTo>
                  <a:pt x="1415177" y="94554"/>
                </a:lnTo>
                <a:lnTo>
                  <a:pt x="1415177" y="88697"/>
                </a:lnTo>
                <a:lnTo>
                  <a:pt x="1450238" y="88668"/>
                </a:lnTo>
                <a:lnTo>
                  <a:pt x="1450238" y="94526"/>
                </a:lnTo>
                <a:lnTo>
                  <a:pt x="1496958" y="94498"/>
                </a:lnTo>
                <a:lnTo>
                  <a:pt x="1496958" y="88668"/>
                </a:lnTo>
                <a:lnTo>
                  <a:pt x="1532020" y="88639"/>
                </a:lnTo>
                <a:lnTo>
                  <a:pt x="1532020" y="94469"/>
                </a:lnTo>
                <a:lnTo>
                  <a:pt x="1578769" y="94440"/>
                </a:lnTo>
                <a:lnTo>
                  <a:pt x="1578740" y="88611"/>
                </a:lnTo>
                <a:lnTo>
                  <a:pt x="1613802" y="88583"/>
                </a:lnTo>
                <a:lnTo>
                  <a:pt x="1613802" y="94440"/>
                </a:lnTo>
                <a:lnTo>
                  <a:pt x="1660550" y="94412"/>
                </a:lnTo>
                <a:lnTo>
                  <a:pt x="1660550" y="88554"/>
                </a:lnTo>
                <a:lnTo>
                  <a:pt x="1695583" y="88554"/>
                </a:lnTo>
                <a:lnTo>
                  <a:pt x="1695583" y="94383"/>
                </a:lnTo>
                <a:lnTo>
                  <a:pt x="1742332" y="94355"/>
                </a:lnTo>
                <a:lnTo>
                  <a:pt x="1742332" y="88525"/>
                </a:lnTo>
                <a:lnTo>
                  <a:pt x="1777365" y="88497"/>
                </a:lnTo>
                <a:lnTo>
                  <a:pt x="1777393" y="94355"/>
                </a:lnTo>
                <a:lnTo>
                  <a:pt x="1824114" y="94326"/>
                </a:lnTo>
                <a:lnTo>
                  <a:pt x="1824114" y="88468"/>
                </a:lnTo>
                <a:lnTo>
                  <a:pt x="1859175" y="88468"/>
                </a:lnTo>
                <a:lnTo>
                  <a:pt x="1859175" y="94298"/>
                </a:lnTo>
                <a:lnTo>
                  <a:pt x="1905895" y="94269"/>
                </a:lnTo>
                <a:lnTo>
                  <a:pt x="1905895" y="88440"/>
                </a:lnTo>
                <a:lnTo>
                  <a:pt x="1940957" y="88411"/>
                </a:lnTo>
                <a:lnTo>
                  <a:pt x="1940957" y="94269"/>
                </a:lnTo>
                <a:lnTo>
                  <a:pt x="1987677" y="94240"/>
                </a:lnTo>
                <a:lnTo>
                  <a:pt x="1987677" y="88383"/>
                </a:lnTo>
                <a:lnTo>
                  <a:pt x="2022739" y="88383"/>
                </a:lnTo>
                <a:lnTo>
                  <a:pt x="2022739" y="94212"/>
                </a:lnTo>
                <a:lnTo>
                  <a:pt x="2069459" y="94183"/>
                </a:lnTo>
                <a:lnTo>
                  <a:pt x="2069459" y="88354"/>
                </a:lnTo>
                <a:lnTo>
                  <a:pt x="2104520" y="88325"/>
                </a:lnTo>
                <a:lnTo>
                  <a:pt x="2104520" y="94155"/>
                </a:lnTo>
                <a:lnTo>
                  <a:pt x="2151269" y="94155"/>
                </a:lnTo>
                <a:lnTo>
                  <a:pt x="2151240" y="88297"/>
                </a:lnTo>
                <a:lnTo>
                  <a:pt x="2186302" y="88297"/>
                </a:lnTo>
                <a:lnTo>
                  <a:pt x="2186302" y="94126"/>
                </a:lnTo>
                <a:lnTo>
                  <a:pt x="2233051" y="94097"/>
                </a:lnTo>
                <a:lnTo>
                  <a:pt x="2233051" y="88268"/>
                </a:lnTo>
                <a:lnTo>
                  <a:pt x="2268084" y="88240"/>
                </a:lnTo>
                <a:lnTo>
                  <a:pt x="2268084" y="94069"/>
                </a:lnTo>
                <a:lnTo>
                  <a:pt x="2314832" y="94069"/>
                </a:lnTo>
                <a:lnTo>
                  <a:pt x="2314832" y="88211"/>
                </a:lnTo>
                <a:lnTo>
                  <a:pt x="2349865" y="88211"/>
                </a:lnTo>
                <a:lnTo>
                  <a:pt x="2349865" y="94041"/>
                </a:lnTo>
                <a:lnTo>
                  <a:pt x="2396614" y="94012"/>
                </a:lnTo>
                <a:lnTo>
                  <a:pt x="2396614" y="88182"/>
                </a:lnTo>
                <a:lnTo>
                  <a:pt x="2431647" y="88154"/>
                </a:lnTo>
                <a:lnTo>
                  <a:pt x="2431675" y="93983"/>
                </a:lnTo>
                <a:lnTo>
                  <a:pt x="2478396" y="93983"/>
                </a:lnTo>
                <a:lnTo>
                  <a:pt x="2478396" y="88126"/>
                </a:lnTo>
                <a:lnTo>
                  <a:pt x="2513457" y="88097"/>
                </a:lnTo>
                <a:lnTo>
                  <a:pt x="2513457" y="93954"/>
                </a:lnTo>
                <a:lnTo>
                  <a:pt x="2560177" y="93927"/>
                </a:lnTo>
                <a:lnTo>
                  <a:pt x="2560177" y="88097"/>
                </a:lnTo>
                <a:lnTo>
                  <a:pt x="2595238" y="88068"/>
                </a:lnTo>
                <a:lnTo>
                  <a:pt x="2595238" y="93898"/>
                </a:lnTo>
                <a:lnTo>
                  <a:pt x="2641959" y="93898"/>
                </a:lnTo>
                <a:lnTo>
                  <a:pt x="2641959" y="88039"/>
                </a:lnTo>
                <a:lnTo>
                  <a:pt x="2677020" y="88011"/>
                </a:lnTo>
                <a:lnTo>
                  <a:pt x="2677020" y="93869"/>
                </a:lnTo>
                <a:lnTo>
                  <a:pt x="2723740" y="93840"/>
                </a:lnTo>
                <a:lnTo>
                  <a:pt x="2723740" y="88011"/>
                </a:lnTo>
                <a:lnTo>
                  <a:pt x="2758802" y="87983"/>
                </a:lnTo>
                <a:lnTo>
                  <a:pt x="2758802" y="93811"/>
                </a:lnTo>
                <a:lnTo>
                  <a:pt x="2805550" y="93784"/>
                </a:lnTo>
                <a:lnTo>
                  <a:pt x="2805550" y="87954"/>
                </a:lnTo>
                <a:lnTo>
                  <a:pt x="2840583" y="87925"/>
                </a:lnTo>
                <a:lnTo>
                  <a:pt x="2840583" y="93784"/>
                </a:lnTo>
                <a:lnTo>
                  <a:pt x="2874731" y="93755"/>
                </a:lnTo>
                <a:lnTo>
                  <a:pt x="2874731" y="235144"/>
                </a:lnTo>
                <a:moveTo>
                  <a:pt x="24832" y="89440"/>
                </a:moveTo>
                <a:lnTo>
                  <a:pt x="24832" y="83610"/>
                </a:lnTo>
                <a:lnTo>
                  <a:pt x="0" y="83610"/>
                </a:lnTo>
                <a:lnTo>
                  <a:pt x="0" y="30889"/>
                </a:lnTo>
                <a:lnTo>
                  <a:pt x="920172" y="30889"/>
                </a:lnTo>
                <a:lnTo>
                  <a:pt x="920172" y="0"/>
                </a:lnTo>
                <a:lnTo>
                  <a:pt x="1394917" y="0"/>
                </a:lnTo>
                <a:lnTo>
                  <a:pt x="1394917" y="17716"/>
                </a:lnTo>
                <a:lnTo>
                  <a:pt x="1389059" y="17716"/>
                </a:lnTo>
                <a:lnTo>
                  <a:pt x="1389059" y="64466"/>
                </a:lnTo>
                <a:lnTo>
                  <a:pt x="1394889" y="64466"/>
                </a:lnTo>
                <a:lnTo>
                  <a:pt x="1394889" y="82867"/>
                </a:lnTo>
                <a:lnTo>
                  <a:pt x="1368457" y="82867"/>
                </a:lnTo>
                <a:lnTo>
                  <a:pt x="1368457" y="88726"/>
                </a:lnTo>
                <a:lnTo>
                  <a:pt x="1333395" y="88754"/>
                </a:lnTo>
                <a:lnTo>
                  <a:pt x="1333395" y="82896"/>
                </a:lnTo>
                <a:lnTo>
                  <a:pt x="1286646" y="82925"/>
                </a:lnTo>
                <a:lnTo>
                  <a:pt x="1286675" y="88754"/>
                </a:lnTo>
                <a:lnTo>
                  <a:pt x="1251613" y="88782"/>
                </a:lnTo>
                <a:lnTo>
                  <a:pt x="1251613" y="82954"/>
                </a:lnTo>
                <a:lnTo>
                  <a:pt x="1204865" y="82982"/>
                </a:lnTo>
                <a:lnTo>
                  <a:pt x="1204865" y="88811"/>
                </a:lnTo>
                <a:lnTo>
                  <a:pt x="1169832" y="88840"/>
                </a:lnTo>
                <a:lnTo>
                  <a:pt x="1169832" y="82982"/>
                </a:lnTo>
                <a:lnTo>
                  <a:pt x="1123083" y="83010"/>
                </a:lnTo>
                <a:lnTo>
                  <a:pt x="1123083" y="88869"/>
                </a:lnTo>
                <a:lnTo>
                  <a:pt x="1088050" y="88869"/>
                </a:lnTo>
                <a:lnTo>
                  <a:pt x="1088050" y="83039"/>
                </a:lnTo>
                <a:lnTo>
                  <a:pt x="1041301" y="83068"/>
                </a:lnTo>
                <a:lnTo>
                  <a:pt x="1041301" y="88897"/>
                </a:lnTo>
                <a:lnTo>
                  <a:pt x="1006269" y="88925"/>
                </a:lnTo>
                <a:lnTo>
                  <a:pt x="1006240" y="83068"/>
                </a:lnTo>
                <a:lnTo>
                  <a:pt x="959520" y="83096"/>
                </a:lnTo>
                <a:lnTo>
                  <a:pt x="959520" y="88954"/>
                </a:lnTo>
                <a:lnTo>
                  <a:pt x="924458" y="88954"/>
                </a:lnTo>
                <a:lnTo>
                  <a:pt x="924458" y="83125"/>
                </a:lnTo>
                <a:lnTo>
                  <a:pt x="877738" y="83153"/>
                </a:lnTo>
                <a:lnTo>
                  <a:pt x="877738" y="88983"/>
                </a:lnTo>
                <a:lnTo>
                  <a:pt x="842676" y="89011"/>
                </a:lnTo>
                <a:lnTo>
                  <a:pt x="842676" y="83153"/>
                </a:lnTo>
                <a:lnTo>
                  <a:pt x="795957" y="83182"/>
                </a:lnTo>
                <a:lnTo>
                  <a:pt x="795957" y="89040"/>
                </a:lnTo>
                <a:lnTo>
                  <a:pt x="760895" y="89040"/>
                </a:lnTo>
                <a:lnTo>
                  <a:pt x="760895" y="83211"/>
                </a:lnTo>
                <a:lnTo>
                  <a:pt x="714175" y="83239"/>
                </a:lnTo>
                <a:lnTo>
                  <a:pt x="714175" y="89068"/>
                </a:lnTo>
                <a:lnTo>
                  <a:pt x="679113" y="89097"/>
                </a:lnTo>
                <a:lnTo>
                  <a:pt x="679113" y="83268"/>
                </a:lnTo>
                <a:lnTo>
                  <a:pt x="632365" y="83268"/>
                </a:lnTo>
                <a:lnTo>
                  <a:pt x="632393" y="89126"/>
                </a:lnTo>
                <a:lnTo>
                  <a:pt x="597332" y="89126"/>
                </a:lnTo>
                <a:lnTo>
                  <a:pt x="597332" y="83296"/>
                </a:lnTo>
                <a:lnTo>
                  <a:pt x="550583" y="83325"/>
                </a:lnTo>
                <a:lnTo>
                  <a:pt x="550583" y="89154"/>
                </a:lnTo>
                <a:lnTo>
                  <a:pt x="515550" y="89183"/>
                </a:lnTo>
                <a:lnTo>
                  <a:pt x="515550" y="83353"/>
                </a:lnTo>
                <a:lnTo>
                  <a:pt x="468802" y="83353"/>
                </a:lnTo>
                <a:lnTo>
                  <a:pt x="468802" y="89211"/>
                </a:lnTo>
                <a:lnTo>
                  <a:pt x="433768" y="89211"/>
                </a:lnTo>
                <a:lnTo>
                  <a:pt x="433740" y="83382"/>
                </a:lnTo>
                <a:lnTo>
                  <a:pt x="387020" y="83411"/>
                </a:lnTo>
                <a:lnTo>
                  <a:pt x="387020" y="89240"/>
                </a:lnTo>
                <a:lnTo>
                  <a:pt x="351958" y="89268"/>
                </a:lnTo>
                <a:lnTo>
                  <a:pt x="351958" y="83439"/>
                </a:lnTo>
                <a:lnTo>
                  <a:pt x="305238" y="83439"/>
                </a:lnTo>
                <a:lnTo>
                  <a:pt x="305238" y="89297"/>
                </a:lnTo>
                <a:lnTo>
                  <a:pt x="270176" y="89326"/>
                </a:lnTo>
                <a:lnTo>
                  <a:pt x="270176" y="83467"/>
                </a:lnTo>
                <a:lnTo>
                  <a:pt x="223457" y="83496"/>
                </a:lnTo>
                <a:lnTo>
                  <a:pt x="223457" y="89326"/>
                </a:lnTo>
                <a:lnTo>
                  <a:pt x="188395" y="89354"/>
                </a:lnTo>
                <a:lnTo>
                  <a:pt x="188395" y="83525"/>
                </a:lnTo>
                <a:lnTo>
                  <a:pt x="141675" y="83525"/>
                </a:lnTo>
                <a:lnTo>
                  <a:pt x="141675" y="89382"/>
                </a:lnTo>
                <a:lnTo>
                  <a:pt x="106613" y="89411"/>
                </a:lnTo>
                <a:lnTo>
                  <a:pt x="106613" y="83554"/>
                </a:lnTo>
                <a:lnTo>
                  <a:pt x="59864" y="83582"/>
                </a:lnTo>
                <a:lnTo>
                  <a:pt x="59893" y="89411"/>
                </a:lnTo>
                <a:lnTo>
                  <a:pt x="24832" y="89440"/>
                </a:lnTo>
                <a:moveTo>
                  <a:pt x="1415177" y="88697"/>
                </a:moveTo>
                <a:lnTo>
                  <a:pt x="1415177" y="82867"/>
                </a:lnTo>
                <a:lnTo>
                  <a:pt x="1394889" y="82867"/>
                </a:lnTo>
                <a:lnTo>
                  <a:pt x="1394889" y="64466"/>
                </a:lnTo>
                <a:lnTo>
                  <a:pt x="1400746" y="64466"/>
                </a:lnTo>
                <a:lnTo>
                  <a:pt x="1400746" y="17745"/>
                </a:lnTo>
                <a:lnTo>
                  <a:pt x="1394917" y="17716"/>
                </a:lnTo>
                <a:lnTo>
                  <a:pt x="1394917" y="0"/>
                </a:lnTo>
                <a:lnTo>
                  <a:pt x="1449067" y="0"/>
                </a:lnTo>
                <a:lnTo>
                  <a:pt x="1449067" y="30918"/>
                </a:lnTo>
                <a:lnTo>
                  <a:pt x="2874731" y="30918"/>
                </a:lnTo>
                <a:lnTo>
                  <a:pt x="2874731" y="82068"/>
                </a:lnTo>
                <a:lnTo>
                  <a:pt x="2840583" y="82096"/>
                </a:lnTo>
                <a:lnTo>
                  <a:pt x="2840583" y="87925"/>
                </a:lnTo>
                <a:lnTo>
                  <a:pt x="2805550" y="87954"/>
                </a:lnTo>
                <a:lnTo>
                  <a:pt x="2805522" y="82096"/>
                </a:lnTo>
                <a:lnTo>
                  <a:pt x="2758802" y="82124"/>
                </a:lnTo>
                <a:lnTo>
                  <a:pt x="2758802" y="87983"/>
                </a:lnTo>
                <a:lnTo>
                  <a:pt x="2723740" y="88011"/>
                </a:lnTo>
                <a:lnTo>
                  <a:pt x="2723740" y="82153"/>
                </a:lnTo>
                <a:lnTo>
                  <a:pt x="2677020" y="82182"/>
                </a:lnTo>
                <a:lnTo>
                  <a:pt x="2677020" y="88011"/>
                </a:lnTo>
                <a:lnTo>
                  <a:pt x="2641959" y="88039"/>
                </a:lnTo>
                <a:lnTo>
                  <a:pt x="2641959" y="82211"/>
                </a:lnTo>
                <a:lnTo>
                  <a:pt x="2595238" y="82239"/>
                </a:lnTo>
                <a:lnTo>
                  <a:pt x="2595238" y="88068"/>
                </a:lnTo>
                <a:lnTo>
                  <a:pt x="2560177" y="88097"/>
                </a:lnTo>
                <a:lnTo>
                  <a:pt x="2560177" y="82239"/>
                </a:lnTo>
                <a:lnTo>
                  <a:pt x="2513457" y="82267"/>
                </a:lnTo>
                <a:lnTo>
                  <a:pt x="2513457" y="88097"/>
                </a:lnTo>
                <a:lnTo>
                  <a:pt x="2478396" y="88126"/>
                </a:lnTo>
                <a:lnTo>
                  <a:pt x="2478396" y="82296"/>
                </a:lnTo>
                <a:lnTo>
                  <a:pt x="2431647" y="82325"/>
                </a:lnTo>
                <a:lnTo>
                  <a:pt x="2431647" y="88154"/>
                </a:lnTo>
                <a:lnTo>
                  <a:pt x="2396614" y="88182"/>
                </a:lnTo>
                <a:lnTo>
                  <a:pt x="2396614" y="82325"/>
                </a:lnTo>
                <a:lnTo>
                  <a:pt x="2349865" y="82354"/>
                </a:lnTo>
                <a:lnTo>
                  <a:pt x="2349865" y="88211"/>
                </a:lnTo>
                <a:lnTo>
                  <a:pt x="2314832" y="88211"/>
                </a:lnTo>
                <a:lnTo>
                  <a:pt x="2314832" y="82382"/>
                </a:lnTo>
                <a:lnTo>
                  <a:pt x="2268084" y="82410"/>
                </a:lnTo>
                <a:lnTo>
                  <a:pt x="2268084" y="88240"/>
                </a:lnTo>
                <a:lnTo>
                  <a:pt x="2233051" y="88268"/>
                </a:lnTo>
                <a:lnTo>
                  <a:pt x="2233022" y="82410"/>
                </a:lnTo>
                <a:lnTo>
                  <a:pt x="2186302" y="82439"/>
                </a:lnTo>
                <a:lnTo>
                  <a:pt x="2186302" y="88297"/>
                </a:lnTo>
                <a:lnTo>
                  <a:pt x="2151240" y="88297"/>
                </a:lnTo>
                <a:lnTo>
                  <a:pt x="2151240" y="82468"/>
                </a:lnTo>
                <a:lnTo>
                  <a:pt x="2104520" y="82496"/>
                </a:lnTo>
                <a:lnTo>
                  <a:pt x="2104520" y="88325"/>
                </a:lnTo>
                <a:lnTo>
                  <a:pt x="2069459" y="88354"/>
                </a:lnTo>
                <a:lnTo>
                  <a:pt x="2069459" y="82496"/>
                </a:lnTo>
                <a:lnTo>
                  <a:pt x="2022739" y="82525"/>
                </a:lnTo>
                <a:lnTo>
                  <a:pt x="2022739" y="88383"/>
                </a:lnTo>
                <a:lnTo>
                  <a:pt x="1987677" y="88383"/>
                </a:lnTo>
                <a:lnTo>
                  <a:pt x="1987677" y="82553"/>
                </a:lnTo>
                <a:lnTo>
                  <a:pt x="1940957" y="82582"/>
                </a:lnTo>
                <a:lnTo>
                  <a:pt x="1940957" y="88411"/>
                </a:lnTo>
                <a:lnTo>
                  <a:pt x="1905895" y="88440"/>
                </a:lnTo>
                <a:lnTo>
                  <a:pt x="1905895" y="82582"/>
                </a:lnTo>
                <a:lnTo>
                  <a:pt x="1859147" y="82610"/>
                </a:lnTo>
                <a:lnTo>
                  <a:pt x="1859175" y="88468"/>
                </a:lnTo>
                <a:lnTo>
                  <a:pt x="1824114" y="88468"/>
                </a:lnTo>
                <a:lnTo>
                  <a:pt x="1824114" y="82639"/>
                </a:lnTo>
                <a:lnTo>
                  <a:pt x="1777365" y="82668"/>
                </a:lnTo>
                <a:lnTo>
                  <a:pt x="1777365" y="88497"/>
                </a:lnTo>
                <a:lnTo>
                  <a:pt x="1742332" y="88525"/>
                </a:lnTo>
                <a:lnTo>
                  <a:pt x="1742332" y="82668"/>
                </a:lnTo>
                <a:lnTo>
                  <a:pt x="1695583" y="82696"/>
                </a:lnTo>
                <a:lnTo>
                  <a:pt x="1695583" y="88554"/>
                </a:lnTo>
                <a:lnTo>
                  <a:pt x="1660550" y="88554"/>
                </a:lnTo>
                <a:lnTo>
                  <a:pt x="1660550" y="82724"/>
                </a:lnTo>
                <a:lnTo>
                  <a:pt x="1613802" y="82753"/>
                </a:lnTo>
                <a:lnTo>
                  <a:pt x="1613802" y="88583"/>
                </a:lnTo>
                <a:lnTo>
                  <a:pt x="1578740" y="88611"/>
                </a:lnTo>
                <a:lnTo>
                  <a:pt x="1578740" y="82782"/>
                </a:lnTo>
                <a:lnTo>
                  <a:pt x="1532020" y="82782"/>
                </a:lnTo>
                <a:lnTo>
                  <a:pt x="1532020" y="88639"/>
                </a:lnTo>
                <a:lnTo>
                  <a:pt x="1496958" y="88668"/>
                </a:lnTo>
                <a:lnTo>
                  <a:pt x="1496958" y="82811"/>
                </a:lnTo>
                <a:lnTo>
                  <a:pt x="1450238" y="82839"/>
                </a:lnTo>
                <a:lnTo>
                  <a:pt x="1450238" y="88668"/>
                </a:lnTo>
                <a:lnTo>
                  <a:pt x="1415177" y="88697"/>
                </a:lnTo>
              </a:path>
            </a:pathLst>
          </a:custGeom>
          <a:solidFill xmlns:a="http://schemas.openxmlformats.org/drawingml/2006/main">
            <a:srgbClr val="FFFFFF"/>
          </a:solidFill>
          <a:ln xmlns:a="http://schemas.openxmlformats.org/drawingml/2006/main" w="0">
            <a:noFill/>
            <a:prstDash val="solid"/>
          </a:ln>
        </p:spPr>
      </p:sp>
      <p:sp>
        <p:nvSpPr>
          <p:cNvPr id="169" name="pdf-path-186">
            <a:extLst xmlns:a="http://schemas.openxmlformats.org/drawingml/2006/main">
              <a:ext uri="{FF2B5EF4-FFF2-40B4-BE49-F238E27FC236}">
                <a16:creationId xmlns:a16="http://schemas.microsoft.com/office/drawing/2014/main" id="{E719DE5C-A1F1-444C-B9EE-2E8F9033C453}"/>
              </a:ext>
            </a:extLst>
          </p:cNvPr>
          <p:cNvSpPr>
            <a:spLocks xmlns:a="http://schemas.openxmlformats.org/drawingml/2006/main" noGrp="1"/>
          </p:cNvSpPr>
          <p:nvPr/>
        </p:nvSpPr>
        <p:spPr>
          <a:xfrm xmlns:a="http://schemas.openxmlformats.org/drawingml/2006/main" rot="0">
            <a:off x="1828000" y="6215034"/>
            <a:ext cx="2815752" cy="1515"/>
          </a:xfrm>
          <a:custGeom xmlns:a="http://schemas.openxmlformats.org/drawingml/2006/main">
            <a:pathLst>
              <a:path w="2815752" h="1515">
                <a:moveTo>
                  <a:pt x="0" y="1515"/>
                </a:moveTo>
                <a:lnTo>
                  <a:pt x="35061" y="1486"/>
                </a:lnTo>
                <a:lnTo>
                  <a:pt x="0" y="1515"/>
                </a:lnTo>
                <a:moveTo>
                  <a:pt x="81782" y="1486"/>
                </a:moveTo>
                <a:lnTo>
                  <a:pt x="116843" y="1457"/>
                </a:lnTo>
                <a:lnTo>
                  <a:pt x="81782" y="1486"/>
                </a:lnTo>
                <a:moveTo>
                  <a:pt x="163563" y="1429"/>
                </a:moveTo>
                <a:lnTo>
                  <a:pt x="198625" y="1400"/>
                </a:lnTo>
                <a:lnTo>
                  <a:pt x="163563" y="1429"/>
                </a:lnTo>
                <a:moveTo>
                  <a:pt x="245345" y="1400"/>
                </a:moveTo>
                <a:lnTo>
                  <a:pt x="280407" y="1372"/>
                </a:lnTo>
                <a:lnTo>
                  <a:pt x="245345" y="1400"/>
                </a:lnTo>
                <a:moveTo>
                  <a:pt x="327127" y="1343"/>
                </a:moveTo>
                <a:lnTo>
                  <a:pt x="362188" y="1315"/>
                </a:lnTo>
                <a:lnTo>
                  <a:pt x="327127" y="1343"/>
                </a:lnTo>
                <a:moveTo>
                  <a:pt x="408937" y="1286"/>
                </a:moveTo>
                <a:lnTo>
                  <a:pt x="443970" y="1286"/>
                </a:lnTo>
                <a:lnTo>
                  <a:pt x="408937" y="1286"/>
                </a:lnTo>
                <a:moveTo>
                  <a:pt x="490719" y="1257"/>
                </a:moveTo>
                <a:lnTo>
                  <a:pt x="525751" y="1229"/>
                </a:lnTo>
                <a:lnTo>
                  <a:pt x="490719" y="1257"/>
                </a:lnTo>
                <a:moveTo>
                  <a:pt x="572500" y="1201"/>
                </a:moveTo>
                <a:lnTo>
                  <a:pt x="607561" y="1201"/>
                </a:lnTo>
                <a:lnTo>
                  <a:pt x="572500" y="1201"/>
                </a:lnTo>
                <a:moveTo>
                  <a:pt x="654282" y="1172"/>
                </a:moveTo>
                <a:lnTo>
                  <a:pt x="689344" y="1143"/>
                </a:lnTo>
                <a:lnTo>
                  <a:pt x="654282" y="1172"/>
                </a:lnTo>
                <a:moveTo>
                  <a:pt x="736064" y="1114"/>
                </a:moveTo>
                <a:lnTo>
                  <a:pt x="771125" y="1114"/>
                </a:lnTo>
                <a:lnTo>
                  <a:pt x="736064" y="1114"/>
                </a:lnTo>
                <a:moveTo>
                  <a:pt x="817845" y="1086"/>
                </a:moveTo>
                <a:lnTo>
                  <a:pt x="852907" y="1058"/>
                </a:lnTo>
                <a:lnTo>
                  <a:pt x="817845" y="1086"/>
                </a:lnTo>
                <a:moveTo>
                  <a:pt x="899627" y="1029"/>
                </a:moveTo>
                <a:lnTo>
                  <a:pt x="934688" y="1029"/>
                </a:lnTo>
                <a:lnTo>
                  <a:pt x="899627" y="1029"/>
                </a:lnTo>
                <a:moveTo>
                  <a:pt x="981437" y="1000"/>
                </a:moveTo>
                <a:lnTo>
                  <a:pt x="1016470" y="971"/>
                </a:lnTo>
                <a:lnTo>
                  <a:pt x="981437" y="1000"/>
                </a:lnTo>
                <a:moveTo>
                  <a:pt x="1063218" y="944"/>
                </a:moveTo>
                <a:lnTo>
                  <a:pt x="1098252" y="944"/>
                </a:lnTo>
                <a:lnTo>
                  <a:pt x="1063218" y="944"/>
                </a:lnTo>
                <a:moveTo>
                  <a:pt x="1145000" y="915"/>
                </a:moveTo>
                <a:lnTo>
                  <a:pt x="1180033" y="886"/>
                </a:lnTo>
                <a:lnTo>
                  <a:pt x="1145000" y="915"/>
                </a:lnTo>
                <a:moveTo>
                  <a:pt x="1226782" y="857"/>
                </a:moveTo>
                <a:lnTo>
                  <a:pt x="1261843" y="829"/>
                </a:lnTo>
                <a:lnTo>
                  <a:pt x="1226782" y="857"/>
                </a:lnTo>
                <a:moveTo>
                  <a:pt x="1308563" y="829"/>
                </a:moveTo>
                <a:lnTo>
                  <a:pt x="1343625" y="801"/>
                </a:lnTo>
                <a:lnTo>
                  <a:pt x="1308563" y="829"/>
                </a:lnTo>
                <a:moveTo>
                  <a:pt x="1390345" y="772"/>
                </a:moveTo>
                <a:lnTo>
                  <a:pt x="1425407" y="743"/>
                </a:lnTo>
                <a:lnTo>
                  <a:pt x="1390345" y="772"/>
                </a:lnTo>
                <a:moveTo>
                  <a:pt x="1472127" y="743"/>
                </a:moveTo>
                <a:lnTo>
                  <a:pt x="1507188" y="714"/>
                </a:lnTo>
                <a:lnTo>
                  <a:pt x="1472127" y="743"/>
                </a:lnTo>
                <a:moveTo>
                  <a:pt x="1553909" y="686"/>
                </a:moveTo>
                <a:lnTo>
                  <a:pt x="1588970" y="658"/>
                </a:lnTo>
                <a:lnTo>
                  <a:pt x="1553909" y="686"/>
                </a:lnTo>
                <a:moveTo>
                  <a:pt x="1635719" y="629"/>
                </a:moveTo>
                <a:lnTo>
                  <a:pt x="1670752" y="629"/>
                </a:lnTo>
                <a:lnTo>
                  <a:pt x="1635719" y="629"/>
                </a:lnTo>
                <a:moveTo>
                  <a:pt x="1717500" y="600"/>
                </a:moveTo>
                <a:lnTo>
                  <a:pt x="1752534" y="572"/>
                </a:lnTo>
                <a:lnTo>
                  <a:pt x="1717500" y="600"/>
                </a:lnTo>
                <a:moveTo>
                  <a:pt x="1799282" y="543"/>
                </a:moveTo>
                <a:lnTo>
                  <a:pt x="1834344" y="543"/>
                </a:lnTo>
                <a:lnTo>
                  <a:pt x="1799282" y="543"/>
                </a:lnTo>
                <a:moveTo>
                  <a:pt x="1881064" y="515"/>
                </a:moveTo>
                <a:lnTo>
                  <a:pt x="1916125" y="486"/>
                </a:lnTo>
                <a:lnTo>
                  <a:pt x="1881064" y="515"/>
                </a:lnTo>
                <a:moveTo>
                  <a:pt x="1962845" y="458"/>
                </a:moveTo>
                <a:lnTo>
                  <a:pt x="1997907" y="458"/>
                </a:lnTo>
                <a:lnTo>
                  <a:pt x="1962845" y="458"/>
                </a:lnTo>
                <a:moveTo>
                  <a:pt x="2044627" y="429"/>
                </a:moveTo>
                <a:lnTo>
                  <a:pt x="2079688" y="400"/>
                </a:lnTo>
                <a:lnTo>
                  <a:pt x="2044627" y="429"/>
                </a:lnTo>
                <a:moveTo>
                  <a:pt x="2126408" y="371"/>
                </a:moveTo>
                <a:lnTo>
                  <a:pt x="2161470" y="371"/>
                </a:lnTo>
                <a:lnTo>
                  <a:pt x="2126408" y="371"/>
                </a:lnTo>
                <a:moveTo>
                  <a:pt x="2208219" y="344"/>
                </a:moveTo>
                <a:lnTo>
                  <a:pt x="2243252" y="315"/>
                </a:lnTo>
                <a:lnTo>
                  <a:pt x="2208219" y="344"/>
                </a:lnTo>
                <a:moveTo>
                  <a:pt x="2290000" y="286"/>
                </a:moveTo>
                <a:lnTo>
                  <a:pt x="2325033" y="286"/>
                </a:lnTo>
                <a:lnTo>
                  <a:pt x="2290000" y="286"/>
                </a:lnTo>
                <a:moveTo>
                  <a:pt x="2371782" y="257"/>
                </a:moveTo>
                <a:lnTo>
                  <a:pt x="2406815" y="228"/>
                </a:lnTo>
                <a:lnTo>
                  <a:pt x="2371782" y="257"/>
                </a:lnTo>
                <a:moveTo>
                  <a:pt x="2453564" y="201"/>
                </a:moveTo>
                <a:lnTo>
                  <a:pt x="2488625" y="172"/>
                </a:lnTo>
                <a:lnTo>
                  <a:pt x="2453564" y="201"/>
                </a:lnTo>
                <a:moveTo>
                  <a:pt x="2535345" y="172"/>
                </a:moveTo>
                <a:lnTo>
                  <a:pt x="2570407" y="143"/>
                </a:lnTo>
                <a:lnTo>
                  <a:pt x="2535345" y="172"/>
                </a:lnTo>
                <a:moveTo>
                  <a:pt x="2617127" y="114"/>
                </a:moveTo>
                <a:lnTo>
                  <a:pt x="2652189" y="86"/>
                </a:lnTo>
                <a:lnTo>
                  <a:pt x="2617127" y="114"/>
                </a:lnTo>
                <a:moveTo>
                  <a:pt x="2698909" y="86"/>
                </a:moveTo>
                <a:lnTo>
                  <a:pt x="2733970" y="58"/>
                </a:lnTo>
                <a:lnTo>
                  <a:pt x="2698909" y="86"/>
                </a:lnTo>
                <a:moveTo>
                  <a:pt x="2780719" y="29"/>
                </a:moveTo>
                <a:lnTo>
                  <a:pt x="2815752" y="0"/>
                </a:lnTo>
                <a:lnTo>
                  <a:pt x="2780719" y="29"/>
                </a:lnTo>
              </a:path>
            </a:pathLst>
          </a:custGeom>
          <a:solidFill xmlns:a="http://schemas.openxmlformats.org/drawingml/2006/main">
            <a:srgbClr val="FFFFFF"/>
          </a:solidFill>
          <a:ln xmlns:a="http://schemas.openxmlformats.org/drawingml/2006/main" w="0">
            <a:noFill/>
            <a:prstDash val="solid"/>
          </a:ln>
        </p:spPr>
      </p:sp>
      <p:sp>
        <p:nvSpPr>
          <p:cNvPr id="170" name="pdf-path-187">
            <a:extLst xmlns:a="http://schemas.openxmlformats.org/drawingml/2006/main">
              <a:ext uri="{FF2B5EF4-FFF2-40B4-BE49-F238E27FC236}">
                <a16:creationId xmlns:a16="http://schemas.microsoft.com/office/drawing/2014/main" id="{4ED1CDB3-B036-4714-90CC-90BB0839F225}"/>
              </a:ext>
            </a:extLst>
          </p:cNvPr>
          <p:cNvSpPr>
            <a:spLocks xmlns:a="http://schemas.openxmlformats.org/drawingml/2006/main" noGrp="1"/>
          </p:cNvSpPr>
          <p:nvPr/>
        </p:nvSpPr>
        <p:spPr>
          <a:xfrm xmlns:a="http://schemas.openxmlformats.org/drawingml/2006/main" rot="0">
            <a:off x="1803168" y="6209175"/>
            <a:ext cx="2874731" cy="13231"/>
          </a:xfrm>
          <a:custGeom xmlns:a="http://schemas.openxmlformats.org/drawingml/2006/main">
            <a:pathLst>
              <a:path w="2874731" h="13231">
                <a:moveTo>
                  <a:pt x="0" y="13231"/>
                </a:moveTo>
                <a:lnTo>
                  <a:pt x="0" y="1544"/>
                </a:lnTo>
                <a:lnTo>
                  <a:pt x="24832" y="1544"/>
                </a:lnTo>
                <a:lnTo>
                  <a:pt x="24832" y="13202"/>
                </a:lnTo>
                <a:lnTo>
                  <a:pt x="0" y="13231"/>
                </a:lnTo>
                <a:moveTo>
                  <a:pt x="59893" y="13202"/>
                </a:moveTo>
                <a:lnTo>
                  <a:pt x="59893" y="7344"/>
                </a:lnTo>
                <a:lnTo>
                  <a:pt x="59865" y="1515"/>
                </a:lnTo>
                <a:lnTo>
                  <a:pt x="106613" y="1486"/>
                </a:lnTo>
                <a:lnTo>
                  <a:pt x="106613" y="13173"/>
                </a:lnTo>
                <a:lnTo>
                  <a:pt x="59893" y="13202"/>
                </a:lnTo>
                <a:moveTo>
                  <a:pt x="141675" y="13145"/>
                </a:moveTo>
                <a:lnTo>
                  <a:pt x="141675" y="1458"/>
                </a:lnTo>
                <a:lnTo>
                  <a:pt x="188395" y="1458"/>
                </a:lnTo>
                <a:lnTo>
                  <a:pt x="188395" y="13116"/>
                </a:lnTo>
                <a:lnTo>
                  <a:pt x="141675" y="13145"/>
                </a:lnTo>
                <a:moveTo>
                  <a:pt x="223457" y="13116"/>
                </a:moveTo>
                <a:lnTo>
                  <a:pt x="223457" y="1429"/>
                </a:lnTo>
                <a:lnTo>
                  <a:pt x="270177" y="1400"/>
                </a:lnTo>
                <a:lnTo>
                  <a:pt x="270177" y="13088"/>
                </a:lnTo>
                <a:lnTo>
                  <a:pt x="223457" y="13116"/>
                </a:lnTo>
                <a:moveTo>
                  <a:pt x="305238" y="13059"/>
                </a:moveTo>
                <a:lnTo>
                  <a:pt x="305238" y="1372"/>
                </a:lnTo>
                <a:lnTo>
                  <a:pt x="351958" y="1372"/>
                </a:lnTo>
                <a:lnTo>
                  <a:pt x="351958" y="7201"/>
                </a:lnTo>
                <a:lnTo>
                  <a:pt x="351987" y="13031"/>
                </a:lnTo>
                <a:lnTo>
                  <a:pt x="305238" y="13059"/>
                </a:lnTo>
                <a:moveTo>
                  <a:pt x="387020" y="13031"/>
                </a:moveTo>
                <a:lnTo>
                  <a:pt x="387020" y="1344"/>
                </a:lnTo>
                <a:lnTo>
                  <a:pt x="433740" y="1315"/>
                </a:lnTo>
                <a:lnTo>
                  <a:pt x="433768" y="7144"/>
                </a:lnTo>
                <a:lnTo>
                  <a:pt x="433768" y="13002"/>
                </a:lnTo>
                <a:lnTo>
                  <a:pt x="387020" y="13031"/>
                </a:lnTo>
                <a:moveTo>
                  <a:pt x="468802" y="12973"/>
                </a:moveTo>
                <a:lnTo>
                  <a:pt x="468802" y="1286"/>
                </a:lnTo>
                <a:lnTo>
                  <a:pt x="515550" y="1286"/>
                </a:lnTo>
                <a:lnTo>
                  <a:pt x="515550" y="12945"/>
                </a:lnTo>
                <a:lnTo>
                  <a:pt x="468802" y="12973"/>
                </a:lnTo>
                <a:moveTo>
                  <a:pt x="550583" y="12945"/>
                </a:moveTo>
                <a:lnTo>
                  <a:pt x="550583" y="1257"/>
                </a:lnTo>
                <a:lnTo>
                  <a:pt x="597332" y="1229"/>
                </a:lnTo>
                <a:lnTo>
                  <a:pt x="597332" y="12917"/>
                </a:lnTo>
                <a:lnTo>
                  <a:pt x="550583" y="12945"/>
                </a:lnTo>
                <a:moveTo>
                  <a:pt x="632393" y="12888"/>
                </a:moveTo>
                <a:lnTo>
                  <a:pt x="632393" y="7058"/>
                </a:lnTo>
                <a:lnTo>
                  <a:pt x="632365" y="1201"/>
                </a:lnTo>
                <a:lnTo>
                  <a:pt x="679114" y="1201"/>
                </a:lnTo>
                <a:lnTo>
                  <a:pt x="679114" y="12859"/>
                </a:lnTo>
                <a:lnTo>
                  <a:pt x="632393" y="12888"/>
                </a:lnTo>
                <a:moveTo>
                  <a:pt x="714175" y="12859"/>
                </a:moveTo>
                <a:lnTo>
                  <a:pt x="714175" y="1172"/>
                </a:lnTo>
                <a:lnTo>
                  <a:pt x="760895" y="1143"/>
                </a:lnTo>
                <a:lnTo>
                  <a:pt x="760895" y="12830"/>
                </a:lnTo>
                <a:lnTo>
                  <a:pt x="714175" y="12859"/>
                </a:lnTo>
                <a:moveTo>
                  <a:pt x="795957" y="12802"/>
                </a:moveTo>
                <a:lnTo>
                  <a:pt x="795957" y="1114"/>
                </a:lnTo>
                <a:lnTo>
                  <a:pt x="842677" y="1087"/>
                </a:lnTo>
                <a:lnTo>
                  <a:pt x="842677" y="12774"/>
                </a:lnTo>
                <a:lnTo>
                  <a:pt x="795957" y="12802"/>
                </a:lnTo>
                <a:moveTo>
                  <a:pt x="877738" y="12745"/>
                </a:moveTo>
                <a:lnTo>
                  <a:pt x="877738" y="1087"/>
                </a:lnTo>
                <a:lnTo>
                  <a:pt x="924459" y="1058"/>
                </a:lnTo>
                <a:lnTo>
                  <a:pt x="924459" y="6887"/>
                </a:lnTo>
                <a:lnTo>
                  <a:pt x="924487" y="12745"/>
                </a:lnTo>
                <a:lnTo>
                  <a:pt x="877738" y="12745"/>
                </a:lnTo>
                <a:moveTo>
                  <a:pt x="959520" y="12716"/>
                </a:moveTo>
                <a:lnTo>
                  <a:pt x="959520" y="1029"/>
                </a:lnTo>
                <a:lnTo>
                  <a:pt x="1006240" y="1000"/>
                </a:lnTo>
                <a:lnTo>
                  <a:pt x="1006269" y="6859"/>
                </a:lnTo>
                <a:lnTo>
                  <a:pt x="1006269" y="12687"/>
                </a:lnTo>
                <a:lnTo>
                  <a:pt x="959520" y="12716"/>
                </a:lnTo>
                <a:moveTo>
                  <a:pt x="1041302" y="12659"/>
                </a:moveTo>
                <a:lnTo>
                  <a:pt x="1041302" y="1000"/>
                </a:lnTo>
                <a:lnTo>
                  <a:pt x="1088050" y="972"/>
                </a:lnTo>
                <a:lnTo>
                  <a:pt x="1088050" y="12659"/>
                </a:lnTo>
                <a:lnTo>
                  <a:pt x="1041302" y="12659"/>
                </a:lnTo>
                <a:moveTo>
                  <a:pt x="1123083" y="12631"/>
                </a:moveTo>
                <a:lnTo>
                  <a:pt x="1123083" y="944"/>
                </a:lnTo>
                <a:lnTo>
                  <a:pt x="1169832" y="915"/>
                </a:lnTo>
                <a:lnTo>
                  <a:pt x="1169832" y="12602"/>
                </a:lnTo>
                <a:lnTo>
                  <a:pt x="1123083" y="12631"/>
                </a:lnTo>
                <a:moveTo>
                  <a:pt x="1204893" y="12573"/>
                </a:moveTo>
                <a:lnTo>
                  <a:pt x="1204865" y="6744"/>
                </a:lnTo>
                <a:lnTo>
                  <a:pt x="1204865" y="915"/>
                </a:lnTo>
                <a:lnTo>
                  <a:pt x="1251613" y="886"/>
                </a:lnTo>
                <a:lnTo>
                  <a:pt x="1251613" y="12573"/>
                </a:lnTo>
                <a:lnTo>
                  <a:pt x="1204893" y="12573"/>
                </a:lnTo>
                <a:moveTo>
                  <a:pt x="1286675" y="12545"/>
                </a:moveTo>
                <a:lnTo>
                  <a:pt x="1286675" y="6687"/>
                </a:lnTo>
                <a:lnTo>
                  <a:pt x="1286647" y="857"/>
                </a:lnTo>
                <a:lnTo>
                  <a:pt x="1333395" y="829"/>
                </a:lnTo>
                <a:lnTo>
                  <a:pt x="1333395" y="12516"/>
                </a:lnTo>
                <a:lnTo>
                  <a:pt x="1286675" y="12545"/>
                </a:lnTo>
                <a:moveTo>
                  <a:pt x="1368457" y="12488"/>
                </a:moveTo>
                <a:lnTo>
                  <a:pt x="1368457" y="801"/>
                </a:lnTo>
                <a:lnTo>
                  <a:pt x="1394889" y="801"/>
                </a:lnTo>
                <a:lnTo>
                  <a:pt x="1394889" y="12488"/>
                </a:lnTo>
                <a:lnTo>
                  <a:pt x="1368457" y="12488"/>
                </a:lnTo>
                <a:moveTo>
                  <a:pt x="1394889" y="12488"/>
                </a:moveTo>
                <a:lnTo>
                  <a:pt x="1394889" y="801"/>
                </a:lnTo>
                <a:lnTo>
                  <a:pt x="1415177" y="801"/>
                </a:lnTo>
                <a:lnTo>
                  <a:pt x="1415177" y="12488"/>
                </a:lnTo>
                <a:lnTo>
                  <a:pt x="1394889" y="12488"/>
                </a:lnTo>
                <a:moveTo>
                  <a:pt x="1450238" y="12459"/>
                </a:moveTo>
                <a:lnTo>
                  <a:pt x="1450238" y="772"/>
                </a:lnTo>
                <a:lnTo>
                  <a:pt x="1496958" y="743"/>
                </a:lnTo>
                <a:lnTo>
                  <a:pt x="1496958" y="12430"/>
                </a:lnTo>
                <a:lnTo>
                  <a:pt x="1450238" y="12459"/>
                </a:lnTo>
                <a:moveTo>
                  <a:pt x="1532020" y="12402"/>
                </a:moveTo>
                <a:lnTo>
                  <a:pt x="1532020" y="715"/>
                </a:lnTo>
                <a:lnTo>
                  <a:pt x="1578740" y="715"/>
                </a:lnTo>
                <a:lnTo>
                  <a:pt x="1578740" y="6544"/>
                </a:lnTo>
                <a:lnTo>
                  <a:pt x="1578769" y="12373"/>
                </a:lnTo>
                <a:lnTo>
                  <a:pt x="1532020" y="12402"/>
                </a:lnTo>
                <a:moveTo>
                  <a:pt x="1613802" y="12373"/>
                </a:moveTo>
                <a:lnTo>
                  <a:pt x="1613802" y="686"/>
                </a:lnTo>
                <a:lnTo>
                  <a:pt x="1660550" y="658"/>
                </a:lnTo>
                <a:lnTo>
                  <a:pt x="1660550" y="12345"/>
                </a:lnTo>
                <a:lnTo>
                  <a:pt x="1613802" y="12373"/>
                </a:lnTo>
                <a:moveTo>
                  <a:pt x="1695583" y="12316"/>
                </a:moveTo>
                <a:lnTo>
                  <a:pt x="1695583" y="629"/>
                </a:lnTo>
                <a:lnTo>
                  <a:pt x="1742332" y="601"/>
                </a:lnTo>
                <a:lnTo>
                  <a:pt x="1742332" y="12288"/>
                </a:lnTo>
                <a:lnTo>
                  <a:pt x="1695583" y="12316"/>
                </a:lnTo>
                <a:moveTo>
                  <a:pt x="1777394" y="12288"/>
                </a:moveTo>
                <a:lnTo>
                  <a:pt x="1777365" y="6430"/>
                </a:lnTo>
                <a:lnTo>
                  <a:pt x="1777365" y="601"/>
                </a:lnTo>
                <a:lnTo>
                  <a:pt x="1824114" y="572"/>
                </a:lnTo>
                <a:lnTo>
                  <a:pt x="1824114" y="12259"/>
                </a:lnTo>
                <a:lnTo>
                  <a:pt x="1777394" y="12288"/>
                </a:lnTo>
                <a:moveTo>
                  <a:pt x="1859175" y="12230"/>
                </a:moveTo>
                <a:lnTo>
                  <a:pt x="1859175" y="6401"/>
                </a:lnTo>
                <a:lnTo>
                  <a:pt x="1859147" y="543"/>
                </a:lnTo>
                <a:lnTo>
                  <a:pt x="1905895" y="515"/>
                </a:lnTo>
                <a:lnTo>
                  <a:pt x="1905895" y="12202"/>
                </a:lnTo>
                <a:lnTo>
                  <a:pt x="1859175" y="12230"/>
                </a:lnTo>
                <a:moveTo>
                  <a:pt x="1940957" y="12202"/>
                </a:moveTo>
                <a:lnTo>
                  <a:pt x="1940957" y="515"/>
                </a:lnTo>
                <a:lnTo>
                  <a:pt x="1987677" y="486"/>
                </a:lnTo>
                <a:lnTo>
                  <a:pt x="1987677" y="12174"/>
                </a:lnTo>
                <a:lnTo>
                  <a:pt x="1940957" y="12202"/>
                </a:lnTo>
                <a:moveTo>
                  <a:pt x="2022739" y="12145"/>
                </a:moveTo>
                <a:lnTo>
                  <a:pt x="2022739" y="458"/>
                </a:lnTo>
                <a:lnTo>
                  <a:pt x="2069459" y="429"/>
                </a:lnTo>
                <a:lnTo>
                  <a:pt x="2069459" y="12116"/>
                </a:lnTo>
                <a:lnTo>
                  <a:pt x="2022739" y="12145"/>
                </a:lnTo>
                <a:moveTo>
                  <a:pt x="2104520" y="12087"/>
                </a:moveTo>
                <a:lnTo>
                  <a:pt x="2104520" y="429"/>
                </a:lnTo>
                <a:lnTo>
                  <a:pt x="2151240" y="400"/>
                </a:lnTo>
                <a:lnTo>
                  <a:pt x="2151240" y="6230"/>
                </a:lnTo>
                <a:lnTo>
                  <a:pt x="2151269" y="12087"/>
                </a:lnTo>
                <a:lnTo>
                  <a:pt x="2104520" y="12087"/>
                </a:lnTo>
                <a:moveTo>
                  <a:pt x="2186302" y="12059"/>
                </a:moveTo>
                <a:lnTo>
                  <a:pt x="2186302" y="371"/>
                </a:lnTo>
                <a:lnTo>
                  <a:pt x="2233022" y="344"/>
                </a:lnTo>
                <a:lnTo>
                  <a:pt x="2233051" y="6201"/>
                </a:lnTo>
                <a:lnTo>
                  <a:pt x="2233051" y="12031"/>
                </a:lnTo>
                <a:lnTo>
                  <a:pt x="2186302" y="12059"/>
                </a:lnTo>
                <a:moveTo>
                  <a:pt x="2268084" y="12002"/>
                </a:moveTo>
                <a:lnTo>
                  <a:pt x="2268084" y="344"/>
                </a:lnTo>
                <a:lnTo>
                  <a:pt x="2314832" y="315"/>
                </a:lnTo>
                <a:lnTo>
                  <a:pt x="2314832" y="12002"/>
                </a:lnTo>
                <a:lnTo>
                  <a:pt x="2268084" y="12002"/>
                </a:lnTo>
                <a:moveTo>
                  <a:pt x="2349865" y="11973"/>
                </a:moveTo>
                <a:lnTo>
                  <a:pt x="2349865" y="286"/>
                </a:lnTo>
                <a:lnTo>
                  <a:pt x="2396614" y="257"/>
                </a:lnTo>
                <a:lnTo>
                  <a:pt x="2396614" y="11944"/>
                </a:lnTo>
                <a:lnTo>
                  <a:pt x="2349865" y="11973"/>
                </a:lnTo>
                <a:moveTo>
                  <a:pt x="2431675" y="11916"/>
                </a:moveTo>
                <a:lnTo>
                  <a:pt x="2431647" y="6087"/>
                </a:lnTo>
                <a:lnTo>
                  <a:pt x="2431647" y="257"/>
                </a:lnTo>
                <a:lnTo>
                  <a:pt x="2478396" y="229"/>
                </a:lnTo>
                <a:lnTo>
                  <a:pt x="2478396" y="11916"/>
                </a:lnTo>
                <a:lnTo>
                  <a:pt x="2431675" y="11916"/>
                </a:lnTo>
                <a:moveTo>
                  <a:pt x="2513457" y="11888"/>
                </a:moveTo>
                <a:lnTo>
                  <a:pt x="2513457" y="201"/>
                </a:lnTo>
                <a:lnTo>
                  <a:pt x="2560177" y="172"/>
                </a:lnTo>
                <a:lnTo>
                  <a:pt x="2560177" y="11859"/>
                </a:lnTo>
                <a:lnTo>
                  <a:pt x="2513457" y="11888"/>
                </a:lnTo>
                <a:moveTo>
                  <a:pt x="2595238" y="11830"/>
                </a:moveTo>
                <a:lnTo>
                  <a:pt x="2595238" y="172"/>
                </a:lnTo>
                <a:lnTo>
                  <a:pt x="2641959" y="143"/>
                </a:lnTo>
                <a:lnTo>
                  <a:pt x="2641959" y="11830"/>
                </a:lnTo>
                <a:lnTo>
                  <a:pt x="2595238" y="11830"/>
                </a:lnTo>
                <a:moveTo>
                  <a:pt x="2677020" y="11802"/>
                </a:moveTo>
                <a:lnTo>
                  <a:pt x="2677020" y="114"/>
                </a:lnTo>
                <a:lnTo>
                  <a:pt x="2723740" y="86"/>
                </a:lnTo>
                <a:lnTo>
                  <a:pt x="2723740" y="11773"/>
                </a:lnTo>
                <a:lnTo>
                  <a:pt x="2677020" y="11802"/>
                </a:lnTo>
                <a:moveTo>
                  <a:pt x="2758802" y="11745"/>
                </a:moveTo>
                <a:lnTo>
                  <a:pt x="2758802" y="58"/>
                </a:lnTo>
                <a:lnTo>
                  <a:pt x="2805522" y="29"/>
                </a:lnTo>
                <a:lnTo>
                  <a:pt x="2805551" y="5887"/>
                </a:lnTo>
                <a:lnTo>
                  <a:pt x="2805551" y="11716"/>
                </a:lnTo>
                <a:lnTo>
                  <a:pt x="2758802" y="11745"/>
                </a:lnTo>
                <a:moveTo>
                  <a:pt x="2840583" y="11716"/>
                </a:moveTo>
                <a:lnTo>
                  <a:pt x="2840583" y="29"/>
                </a:lnTo>
                <a:lnTo>
                  <a:pt x="2874731" y="0"/>
                </a:lnTo>
                <a:lnTo>
                  <a:pt x="2874731" y="11688"/>
                </a:lnTo>
                <a:lnTo>
                  <a:pt x="2840583" y="11716"/>
                </a:lnTo>
              </a:path>
            </a:pathLst>
          </a:custGeom>
          <a:solidFill xmlns:a="http://schemas.openxmlformats.org/drawingml/2006/main">
            <a:srgbClr val="231F20"/>
          </a:solidFill>
          <a:ln xmlns:a="http://schemas.openxmlformats.org/drawingml/2006/main" w="0">
            <a:noFill/>
            <a:prstDash val="solid"/>
          </a:ln>
        </p:spPr>
      </p:sp>
      <p:sp>
        <p:nvSpPr>
          <p:cNvPr id="171" name="pdf-path-189">
            <a:extLst xmlns:a="http://schemas.openxmlformats.org/drawingml/2006/main">
              <a:ext uri="{FF2B5EF4-FFF2-40B4-BE49-F238E27FC236}">
                <a16:creationId xmlns:a16="http://schemas.microsoft.com/office/drawing/2014/main" id="{B0AB8E5E-8FC3-4D66-BF27-3DD522A9D563}"/>
              </a:ext>
            </a:extLst>
          </p:cNvPr>
          <p:cNvSpPr>
            <a:spLocks xmlns:a="http://schemas.openxmlformats.org/drawingml/2006/main" noGrp="1"/>
          </p:cNvSpPr>
          <p:nvPr/>
        </p:nvSpPr>
        <p:spPr>
          <a:xfrm xmlns:a="http://schemas.openxmlformats.org/drawingml/2006/main" rot="0">
            <a:off x="2471366" y="2335748"/>
            <a:ext cx="2323862" cy="235144"/>
          </a:xfrm>
          <a:custGeom xmlns:a="http://schemas.openxmlformats.org/drawingml/2006/main">
            <a:pathLst>
              <a:path w="2323862" h="235144">
                <a:moveTo>
                  <a:pt x="2323862" y="235144"/>
                </a:moveTo>
                <a:lnTo>
                  <a:pt x="0" y="235144"/>
                </a:lnTo>
                <a:lnTo>
                  <a:pt x="0" y="0"/>
                </a:lnTo>
                <a:lnTo>
                  <a:pt x="1031643" y="0"/>
                </a:lnTo>
                <a:lnTo>
                  <a:pt x="1031643" y="49178"/>
                </a:lnTo>
                <a:lnTo>
                  <a:pt x="1055017" y="49178"/>
                </a:lnTo>
                <a:lnTo>
                  <a:pt x="1054989" y="0"/>
                </a:lnTo>
                <a:lnTo>
                  <a:pt x="2323862" y="0"/>
                </a:lnTo>
                <a:lnTo>
                  <a:pt x="2323862" y="235144"/>
                </a:lnTo>
              </a:path>
            </a:pathLst>
          </a:custGeom>
          <a:solidFill xmlns:a="http://schemas.openxmlformats.org/drawingml/2006/main">
            <a:srgbClr val="FFFFFF"/>
          </a:solidFill>
          <a:ln xmlns:a="http://schemas.openxmlformats.org/drawingml/2006/main" w="0">
            <a:noFill/>
            <a:prstDash val="solid"/>
          </a:ln>
        </p:spPr>
      </p:sp>
      <p:sp>
        <p:nvSpPr>
          <p:cNvPr id="172" name="pdf-path-191">
            <a:extLst xmlns:a="http://schemas.openxmlformats.org/drawingml/2006/main">
              <a:ext uri="{FF2B5EF4-FFF2-40B4-BE49-F238E27FC236}">
                <a16:creationId xmlns:a16="http://schemas.microsoft.com/office/drawing/2014/main" id="{C6D9C2E5-313B-4D89-BD91-4474EEDA1828}"/>
              </a:ext>
            </a:extLst>
          </p:cNvPr>
          <p:cNvSpPr>
            <a:spLocks xmlns:a="http://schemas.openxmlformats.org/drawingml/2006/main" noGrp="1"/>
          </p:cNvSpPr>
          <p:nvPr/>
        </p:nvSpPr>
        <p:spPr>
          <a:xfrm xmlns:a="http://schemas.openxmlformats.org/drawingml/2006/main" rot="0">
            <a:off x="820503" y="2985601"/>
            <a:ext cx="1361913" cy="345186"/>
          </a:xfrm>
          <a:custGeom xmlns:a="http://schemas.openxmlformats.org/drawingml/2006/main">
            <a:pathLst>
              <a:path w="1361913" h="345186">
                <a:moveTo>
                  <a:pt x="1361913" y="345186"/>
                </a:moveTo>
                <a:lnTo>
                  <a:pt x="1155687" y="345186"/>
                </a:lnTo>
                <a:lnTo>
                  <a:pt x="1100023" y="303210"/>
                </a:lnTo>
                <a:lnTo>
                  <a:pt x="1214523" y="303210"/>
                </a:lnTo>
                <a:lnTo>
                  <a:pt x="1214523" y="89411"/>
                </a:lnTo>
                <a:lnTo>
                  <a:pt x="1150144" y="89411"/>
                </a:lnTo>
                <a:lnTo>
                  <a:pt x="1150144" y="29375"/>
                </a:lnTo>
                <a:lnTo>
                  <a:pt x="682428" y="29375"/>
                </a:lnTo>
                <a:lnTo>
                  <a:pt x="682428" y="49920"/>
                </a:lnTo>
                <a:lnTo>
                  <a:pt x="622792" y="49920"/>
                </a:lnTo>
                <a:lnTo>
                  <a:pt x="622792" y="89411"/>
                </a:lnTo>
                <a:lnTo>
                  <a:pt x="604190" y="89411"/>
                </a:lnTo>
                <a:lnTo>
                  <a:pt x="604190" y="27804"/>
                </a:lnTo>
                <a:lnTo>
                  <a:pt x="228828" y="27804"/>
                </a:lnTo>
                <a:lnTo>
                  <a:pt x="228828" y="89411"/>
                </a:lnTo>
                <a:lnTo>
                  <a:pt x="145018" y="89411"/>
                </a:lnTo>
                <a:lnTo>
                  <a:pt x="145018" y="303210"/>
                </a:lnTo>
                <a:lnTo>
                  <a:pt x="246488" y="303210"/>
                </a:lnTo>
                <a:lnTo>
                  <a:pt x="199796" y="345186"/>
                </a:lnTo>
                <a:lnTo>
                  <a:pt x="0" y="345186"/>
                </a:lnTo>
                <a:lnTo>
                  <a:pt x="0" y="0"/>
                </a:lnTo>
                <a:lnTo>
                  <a:pt x="1361913" y="0"/>
                </a:lnTo>
                <a:lnTo>
                  <a:pt x="1361913" y="345186"/>
                </a:lnTo>
                <a:moveTo>
                  <a:pt x="1136285" y="345186"/>
                </a:moveTo>
                <a:lnTo>
                  <a:pt x="217284" y="345186"/>
                </a:lnTo>
                <a:lnTo>
                  <a:pt x="262404" y="304638"/>
                </a:lnTo>
                <a:lnTo>
                  <a:pt x="261118" y="303210"/>
                </a:lnTo>
                <a:lnTo>
                  <a:pt x="622792" y="303210"/>
                </a:lnTo>
                <a:lnTo>
                  <a:pt x="622792" y="322497"/>
                </a:lnTo>
                <a:lnTo>
                  <a:pt x="692315" y="322497"/>
                </a:lnTo>
                <a:lnTo>
                  <a:pt x="692315" y="303210"/>
                </a:lnTo>
                <a:lnTo>
                  <a:pt x="1080621" y="303210"/>
                </a:lnTo>
                <a:lnTo>
                  <a:pt x="1136285" y="345186"/>
                </a:lnTo>
              </a:path>
            </a:pathLst>
          </a:custGeom>
          <a:solidFill xmlns:a="http://schemas.openxmlformats.org/drawingml/2006/main">
            <a:srgbClr val="FFFFFF"/>
          </a:solidFill>
          <a:ln xmlns:a="http://schemas.openxmlformats.org/drawingml/2006/main" w="0">
            <a:noFill/>
            <a:prstDash val="solid"/>
          </a:ln>
        </p:spPr>
      </p:sp>
      <p:sp>
        <p:nvSpPr>
          <p:cNvPr id="173" name="pdf-path-192">
            <a:extLst xmlns:a="http://schemas.openxmlformats.org/drawingml/2006/main">
              <a:ext uri="{FF2B5EF4-FFF2-40B4-BE49-F238E27FC236}">
                <a16:creationId xmlns:a16="http://schemas.microsoft.com/office/drawing/2014/main" id="{C219A98E-3F2D-4C26-A2C7-C62D0433FB68}"/>
              </a:ext>
            </a:extLst>
          </p:cNvPr>
          <p:cNvSpPr>
            <a:spLocks xmlns:a="http://schemas.openxmlformats.org/drawingml/2006/main" noGrp="1"/>
          </p:cNvSpPr>
          <p:nvPr/>
        </p:nvSpPr>
        <p:spPr>
          <a:xfrm xmlns:a="http://schemas.openxmlformats.org/drawingml/2006/main" rot="0">
            <a:off x="965520" y="3075013"/>
            <a:ext cx="1069505" cy="213798"/>
          </a:xfrm>
          <a:custGeom xmlns:a="http://schemas.openxmlformats.org/drawingml/2006/main">
            <a:pathLst>
              <a:path w="1069505" h="213798">
                <a:moveTo>
                  <a:pt x="1069505" y="213798"/>
                </a:moveTo>
                <a:lnTo>
                  <a:pt x="955005" y="213798"/>
                </a:lnTo>
                <a:lnTo>
                  <a:pt x="913914" y="182823"/>
                </a:lnTo>
                <a:lnTo>
                  <a:pt x="1005125" y="182823"/>
                </a:lnTo>
                <a:lnTo>
                  <a:pt x="1005125" y="0"/>
                </a:lnTo>
                <a:lnTo>
                  <a:pt x="1069505" y="0"/>
                </a:lnTo>
                <a:lnTo>
                  <a:pt x="1069505" y="213798"/>
                </a:lnTo>
                <a:moveTo>
                  <a:pt x="935603" y="213798"/>
                </a:moveTo>
                <a:lnTo>
                  <a:pt x="547297" y="213798"/>
                </a:lnTo>
                <a:lnTo>
                  <a:pt x="547297" y="182823"/>
                </a:lnTo>
                <a:lnTo>
                  <a:pt x="894540" y="182823"/>
                </a:lnTo>
                <a:lnTo>
                  <a:pt x="935603" y="213798"/>
                </a:lnTo>
                <a:moveTo>
                  <a:pt x="477774" y="213798"/>
                </a:moveTo>
                <a:lnTo>
                  <a:pt x="116100" y="213798"/>
                </a:lnTo>
                <a:lnTo>
                  <a:pt x="109557" y="206540"/>
                </a:lnTo>
                <a:lnTo>
                  <a:pt x="101470" y="213798"/>
                </a:lnTo>
                <a:lnTo>
                  <a:pt x="0" y="213798"/>
                </a:lnTo>
                <a:lnTo>
                  <a:pt x="0" y="0"/>
                </a:lnTo>
                <a:lnTo>
                  <a:pt x="83811" y="0"/>
                </a:lnTo>
                <a:lnTo>
                  <a:pt x="83811" y="185109"/>
                </a:lnTo>
                <a:lnTo>
                  <a:pt x="459172" y="185109"/>
                </a:lnTo>
                <a:lnTo>
                  <a:pt x="459172" y="0"/>
                </a:lnTo>
                <a:lnTo>
                  <a:pt x="477774" y="0"/>
                </a:lnTo>
                <a:lnTo>
                  <a:pt x="477774" y="213798"/>
                </a:lnTo>
              </a:path>
            </a:pathLst>
          </a:custGeom>
          <a:solidFill xmlns:a="http://schemas.openxmlformats.org/drawingml/2006/main">
            <a:srgbClr val="FFFFFF"/>
          </a:solidFill>
          <a:ln xmlns:a="http://schemas.openxmlformats.org/drawingml/2006/main" w="0">
            <a:noFill/>
            <a:prstDash val="solid"/>
          </a:ln>
        </p:spPr>
      </p:sp>
      <p:sp>
        <p:nvSpPr>
          <p:cNvPr id="174" name="pdf-path-194">
            <a:extLst xmlns:a="http://schemas.openxmlformats.org/drawingml/2006/main">
              <a:ext uri="{FF2B5EF4-FFF2-40B4-BE49-F238E27FC236}">
                <a16:creationId xmlns:a16="http://schemas.microsoft.com/office/drawing/2014/main" id="{7D797782-0046-49E9-9623-13F9BAF6551C}"/>
              </a:ext>
            </a:extLst>
          </p:cNvPr>
          <p:cNvSpPr>
            <a:spLocks xmlns:a="http://schemas.openxmlformats.org/drawingml/2006/main" noGrp="1"/>
          </p:cNvSpPr>
          <p:nvPr/>
        </p:nvSpPr>
        <p:spPr>
          <a:xfrm xmlns:a="http://schemas.openxmlformats.org/drawingml/2006/main" rot="0">
            <a:off x="777697" y="3514639"/>
            <a:ext cx="46892" cy="42148"/>
          </a:xfrm>
          <a:custGeom xmlns:a="http://schemas.openxmlformats.org/drawingml/2006/main">
            <a:pathLst>
              <a:path w="46892" h="42148">
                <a:moveTo>
                  <a:pt x="0" y="42148"/>
                </a:moveTo>
                <a:lnTo>
                  <a:pt x="46892" y="0"/>
                </a:lnTo>
                <a:lnTo>
                  <a:pt x="0" y="42148"/>
                </a:lnTo>
              </a:path>
            </a:pathLst>
          </a:custGeom>
          <a:solidFill xmlns:a="http://schemas.openxmlformats.org/drawingml/2006/main">
            <a:srgbClr val="FFFFFF"/>
          </a:solidFill>
          <a:ln xmlns:a="http://schemas.openxmlformats.org/drawingml/2006/main" w="0">
            <a:noFill/>
            <a:prstDash val="solid"/>
          </a:ln>
        </p:spPr>
      </p:sp>
      <p:sp>
        <p:nvSpPr>
          <p:cNvPr id="175" name="pdf-path-195">
            <a:extLst xmlns:a="http://schemas.openxmlformats.org/drawingml/2006/main">
              <a:ext uri="{FF2B5EF4-FFF2-40B4-BE49-F238E27FC236}">
                <a16:creationId xmlns:a16="http://schemas.microsoft.com/office/drawing/2014/main" id="{1115E965-4A02-4A5C-9813-E0A1248D8818}"/>
              </a:ext>
            </a:extLst>
          </p:cNvPr>
          <p:cNvSpPr>
            <a:spLocks xmlns:a="http://schemas.openxmlformats.org/drawingml/2006/main" noGrp="1"/>
          </p:cNvSpPr>
          <p:nvPr/>
        </p:nvSpPr>
        <p:spPr>
          <a:xfrm xmlns:a="http://schemas.openxmlformats.org/drawingml/2006/main" rot="0">
            <a:off x="772468" y="3556788"/>
            <a:ext cx="5258" cy="4715"/>
          </a:xfrm>
          <a:custGeom xmlns:a="http://schemas.openxmlformats.org/drawingml/2006/main">
            <a:pathLst>
              <a:path w="5258" h="4715">
                <a:moveTo>
                  <a:pt x="0" y="4715"/>
                </a:moveTo>
                <a:lnTo>
                  <a:pt x="5258" y="0"/>
                </a:lnTo>
                <a:lnTo>
                  <a:pt x="0" y="4715"/>
                </a:lnTo>
              </a:path>
            </a:pathLst>
          </a:custGeom>
          <a:solidFill xmlns:a="http://schemas.openxmlformats.org/drawingml/2006/main">
            <a:srgbClr val="ED1C24"/>
          </a:solidFill>
          <a:ln xmlns:a="http://schemas.openxmlformats.org/drawingml/2006/main" w="0">
            <a:noFill/>
            <a:prstDash val="solid"/>
          </a:ln>
        </p:spPr>
      </p:sp>
      <p:sp>
        <p:nvSpPr>
          <p:cNvPr id="176" name="pdf-path-196">
            <a:extLst xmlns:a="http://schemas.openxmlformats.org/drawingml/2006/main">
              <a:ext uri="{FF2B5EF4-FFF2-40B4-BE49-F238E27FC236}">
                <a16:creationId xmlns:a16="http://schemas.microsoft.com/office/drawing/2014/main" id="{AB73790F-F0C5-449C-8FAA-46F44347ACA5}"/>
              </a:ext>
            </a:extLst>
          </p:cNvPr>
          <p:cNvSpPr>
            <a:spLocks xmlns:a="http://schemas.openxmlformats.org/drawingml/2006/main" noGrp="1"/>
          </p:cNvSpPr>
          <p:nvPr/>
        </p:nvSpPr>
        <p:spPr>
          <a:xfrm xmlns:a="http://schemas.openxmlformats.org/drawingml/2006/main" rot="0">
            <a:off x="820674" y="3281554"/>
            <a:ext cx="262204" cy="237401"/>
          </a:xfrm>
          <a:custGeom xmlns:a="http://schemas.openxmlformats.org/drawingml/2006/main">
            <a:pathLst>
              <a:path w="262204" h="237401">
                <a:moveTo>
                  <a:pt x="254403" y="0"/>
                </a:moveTo>
                <a:lnTo>
                  <a:pt x="0" y="228714"/>
                </a:lnTo>
                <a:lnTo>
                  <a:pt x="7801" y="237401"/>
                </a:lnTo>
                <a:lnTo>
                  <a:pt x="262204" y="8687"/>
                </a:lnTo>
                <a:lnTo>
                  <a:pt x="254403" y="0"/>
                </a:lnTo>
              </a:path>
            </a:pathLst>
          </a:custGeom>
          <a:solidFill xmlns:a="http://schemas.openxmlformats.org/drawingml/2006/main">
            <a:srgbClr val="231F20"/>
          </a:solidFill>
          <a:ln xmlns:a="http://schemas.openxmlformats.org/drawingml/2006/main" w="0">
            <a:noFill/>
            <a:prstDash val="solid"/>
          </a:ln>
        </p:spPr>
      </p:sp>
      <p:sp>
        <p:nvSpPr>
          <p:cNvPr id="177" name="pdf-path-197">
            <a:extLst xmlns:a="http://schemas.openxmlformats.org/drawingml/2006/main">
              <a:ext uri="{FF2B5EF4-FFF2-40B4-BE49-F238E27FC236}">
                <a16:creationId xmlns:a16="http://schemas.microsoft.com/office/drawing/2014/main" id="{9CE9224E-7EF8-4921-94F3-3BE54E1440D8}"/>
              </a:ext>
            </a:extLst>
          </p:cNvPr>
          <p:cNvSpPr>
            <a:spLocks xmlns:a="http://schemas.openxmlformats.org/drawingml/2006/main" noGrp="1"/>
          </p:cNvSpPr>
          <p:nvPr/>
        </p:nvSpPr>
        <p:spPr>
          <a:xfrm xmlns:a="http://schemas.openxmlformats.org/drawingml/2006/main" rot="0">
            <a:off x="785155" y="3500267"/>
            <a:ext cx="52321" cy="49806"/>
          </a:xfrm>
          <a:custGeom xmlns:a="http://schemas.openxmlformats.org/drawingml/2006/main">
            <a:pathLst>
              <a:path w="52321" h="49806">
                <a:moveTo>
                  <a:pt x="26518" y="0"/>
                </a:moveTo>
                <a:lnTo>
                  <a:pt x="0" y="49806"/>
                </a:lnTo>
                <a:lnTo>
                  <a:pt x="52321" y="28718"/>
                </a:lnTo>
              </a:path>
            </a:pathLst>
          </a:custGeom>
          <a:solidFill xmlns:a="http://schemas.openxmlformats.org/drawingml/2006/main">
            <a:srgbClr val="231F20"/>
          </a:solidFill>
          <a:ln xmlns:a="http://schemas.openxmlformats.org/drawingml/2006/main" w="0">
            <a:noFill/>
            <a:prstDash val="solid"/>
          </a:ln>
        </p:spPr>
      </p:sp>
      <p:sp>
        <p:nvSpPr>
          <p:cNvPr id="178" name="pdf-path-198">
            <a:extLst xmlns:a="http://schemas.openxmlformats.org/drawingml/2006/main">
              <a:ext uri="{FF2B5EF4-FFF2-40B4-BE49-F238E27FC236}">
                <a16:creationId xmlns:a16="http://schemas.microsoft.com/office/drawing/2014/main" id="{763DC8A7-98CD-43E6-B1C4-7DDD403DB03D}"/>
              </a:ext>
            </a:extLst>
          </p:cNvPr>
          <p:cNvSpPr>
            <a:spLocks xmlns:a="http://schemas.openxmlformats.org/drawingml/2006/main" noGrp="1"/>
          </p:cNvSpPr>
          <p:nvPr/>
        </p:nvSpPr>
        <p:spPr>
          <a:xfrm xmlns:a="http://schemas.openxmlformats.org/drawingml/2006/main" rot="0">
            <a:off x="785155" y="3500267"/>
            <a:ext cx="52321" cy="49806"/>
          </a:xfrm>
          <a:custGeom xmlns:a="http://schemas.openxmlformats.org/drawingml/2006/main">
            <a:pathLst>
              <a:path w="52321" h="49806">
                <a:moveTo>
                  <a:pt x="26518" y="0"/>
                </a:moveTo>
                <a:lnTo>
                  <a:pt x="0" y="49806"/>
                </a:lnTo>
                <a:lnTo>
                  <a:pt x="52321" y="28718"/>
                </a:lnTo>
                <a:lnTo>
                  <a:pt x="26518" y="0"/>
                </a:lnTo>
              </a:path>
            </a:pathLst>
          </a:custGeom>
          <a:noFill xmlns:a="http://schemas.openxmlformats.org/drawingml/2006/main"/>
          <a:ln xmlns:a="http://schemas.openxmlformats.org/drawingml/2006/main" w="11687">
            <a:solidFill>
              <a:srgbClr val="231F20"/>
            </a:solidFill>
            <a:prstDash val="solid"/>
          </a:ln>
        </p:spPr>
      </p:sp>
      <p:sp>
        <p:nvSpPr>
          <p:cNvPr id="179" name="pdf-path-199">
            <a:extLst xmlns:a="http://schemas.openxmlformats.org/drawingml/2006/main">
              <a:ext uri="{FF2B5EF4-FFF2-40B4-BE49-F238E27FC236}">
                <a16:creationId xmlns:a16="http://schemas.microsoft.com/office/drawing/2014/main" id="{6D44B59D-0CA4-4E10-A49D-32A2298DF5AF}"/>
              </a:ext>
            </a:extLst>
          </p:cNvPr>
          <p:cNvSpPr>
            <a:spLocks xmlns:a="http://schemas.openxmlformats.org/drawingml/2006/main" noGrp="1"/>
          </p:cNvSpPr>
          <p:nvPr/>
        </p:nvSpPr>
        <p:spPr>
          <a:xfrm xmlns:a="http://schemas.openxmlformats.org/drawingml/2006/main" rot="0">
            <a:off x="4982279" y="4876552"/>
            <a:ext cx="1382887" cy="755094"/>
          </a:xfrm>
          <a:custGeom xmlns:a="http://schemas.openxmlformats.org/drawingml/2006/main">
            <a:pathLst>
              <a:path w="1382887" h="755094">
                <a:moveTo>
                  <a:pt x="1382887" y="755094"/>
                </a:moveTo>
                <a:lnTo>
                  <a:pt x="934517" y="755094"/>
                </a:lnTo>
                <a:lnTo>
                  <a:pt x="934517" y="556241"/>
                </a:lnTo>
                <a:lnTo>
                  <a:pt x="491433" y="556241"/>
                </a:lnTo>
                <a:lnTo>
                  <a:pt x="491433" y="755094"/>
                </a:lnTo>
                <a:lnTo>
                  <a:pt x="0" y="755094"/>
                </a:lnTo>
                <a:lnTo>
                  <a:pt x="0" y="0"/>
                </a:lnTo>
                <a:lnTo>
                  <a:pt x="1058276" y="0"/>
                </a:lnTo>
                <a:lnTo>
                  <a:pt x="1058276" y="251660"/>
                </a:lnTo>
                <a:lnTo>
                  <a:pt x="1382887" y="251660"/>
                </a:lnTo>
                <a:lnTo>
                  <a:pt x="1382887" y="755094"/>
                </a:lnTo>
              </a:path>
            </a:pathLst>
          </a:custGeom>
          <a:solidFill xmlns:a="http://schemas.openxmlformats.org/drawingml/2006/main">
            <a:srgbClr val="FFFFFF"/>
          </a:solidFill>
          <a:ln xmlns:a="http://schemas.openxmlformats.org/drawingml/2006/main" w="0">
            <a:noFill/>
            <a:prstDash val="solid"/>
          </a:ln>
        </p:spPr>
      </p:sp>
      <p:sp>
        <p:nvSpPr>
          <p:cNvPr id="180" name="pdf-path-201">
            <a:extLst xmlns:a="http://schemas.openxmlformats.org/drawingml/2006/main">
              <a:ext uri="{FF2B5EF4-FFF2-40B4-BE49-F238E27FC236}">
                <a16:creationId xmlns:a16="http://schemas.microsoft.com/office/drawing/2014/main" id="{E97412CC-5FF3-4820-9EA4-A4425997D3D0}"/>
              </a:ext>
            </a:extLst>
          </p:cNvPr>
          <p:cNvSpPr>
            <a:spLocks xmlns:a="http://schemas.openxmlformats.org/drawingml/2006/main" noGrp="1"/>
          </p:cNvSpPr>
          <p:nvPr/>
        </p:nvSpPr>
        <p:spPr>
          <a:xfrm xmlns:a="http://schemas.openxmlformats.org/drawingml/2006/main" rot="0">
            <a:off x="3256235" y="4886153"/>
            <a:ext cx="1382887" cy="755123"/>
          </a:xfrm>
          <a:custGeom xmlns:a="http://schemas.openxmlformats.org/drawingml/2006/main">
            <a:pathLst>
              <a:path w="1382887" h="755123">
                <a:moveTo>
                  <a:pt x="1382887" y="755123"/>
                </a:moveTo>
                <a:lnTo>
                  <a:pt x="957977" y="755123"/>
                </a:lnTo>
                <a:lnTo>
                  <a:pt x="957977" y="547354"/>
                </a:lnTo>
                <a:lnTo>
                  <a:pt x="957977" y="547383"/>
                </a:lnTo>
                <a:lnTo>
                  <a:pt x="957977" y="547354"/>
                </a:lnTo>
                <a:lnTo>
                  <a:pt x="502406" y="547354"/>
                </a:lnTo>
                <a:lnTo>
                  <a:pt x="502406" y="755123"/>
                </a:lnTo>
                <a:lnTo>
                  <a:pt x="0" y="755123"/>
                </a:lnTo>
                <a:lnTo>
                  <a:pt x="0" y="27461"/>
                </a:lnTo>
                <a:lnTo>
                  <a:pt x="28518" y="27461"/>
                </a:lnTo>
                <a:lnTo>
                  <a:pt x="28518" y="0"/>
                </a:lnTo>
                <a:lnTo>
                  <a:pt x="1382887" y="0"/>
                </a:lnTo>
                <a:lnTo>
                  <a:pt x="1382887" y="755123"/>
                </a:lnTo>
              </a:path>
            </a:pathLst>
          </a:custGeom>
          <a:solidFill xmlns:a="http://schemas.openxmlformats.org/drawingml/2006/main">
            <a:srgbClr val="FFFFFF"/>
          </a:solidFill>
          <a:ln xmlns:a="http://schemas.openxmlformats.org/drawingml/2006/main" w="0">
            <a:noFill/>
            <a:prstDash val="solid"/>
          </a:ln>
        </p:spPr>
      </p:sp>
      <p:sp>
        <p:nvSpPr>
          <p:cNvPr id="181" name="pdf-path-209">
            <a:extLst xmlns:a="http://schemas.openxmlformats.org/drawingml/2006/main">
              <a:ext uri="{FF2B5EF4-FFF2-40B4-BE49-F238E27FC236}">
                <a16:creationId xmlns:a16="http://schemas.microsoft.com/office/drawing/2014/main" id="{B675A4E8-F775-4369-83C3-821A04A55A40}"/>
              </a:ext>
            </a:extLst>
          </p:cNvPr>
          <p:cNvSpPr>
            <a:spLocks xmlns:a="http://schemas.openxmlformats.org/drawingml/2006/main" noGrp="1"/>
          </p:cNvSpPr>
          <p:nvPr/>
        </p:nvSpPr>
        <p:spPr>
          <a:xfrm xmlns:a="http://schemas.openxmlformats.org/drawingml/2006/main" rot="0">
            <a:off x="4880953" y="1289761"/>
            <a:ext cx="320897" cy="1686125"/>
          </a:xfrm>
          <a:custGeom xmlns:a="http://schemas.openxmlformats.org/drawingml/2006/main">
            <a:pathLst>
              <a:path w="320897" h="1686125">
                <a:moveTo>
                  <a:pt x="240659" y="0"/>
                </a:moveTo>
                <a:lnTo>
                  <a:pt x="240659" y="1525676"/>
                </a:lnTo>
                <a:lnTo>
                  <a:pt x="320897" y="1525676"/>
                </a:lnTo>
                <a:lnTo>
                  <a:pt x="160448" y="1686125"/>
                </a:lnTo>
                <a:lnTo>
                  <a:pt x="0" y="1525676"/>
                </a:lnTo>
                <a:lnTo>
                  <a:pt x="80239" y="1525676"/>
                </a:lnTo>
                <a:lnTo>
                  <a:pt x="80239" y="0"/>
                </a:lnTo>
                <a:lnTo>
                  <a:pt x="240659" y="0"/>
                </a:lnTo>
              </a:path>
            </a:pathLst>
          </a:custGeom>
          <a:solidFill xmlns:a="http://schemas.openxmlformats.org/drawingml/2006/main">
            <a:srgbClr val="A4BEE4"/>
          </a:solidFill>
          <a:ln xmlns:a="http://schemas.openxmlformats.org/drawingml/2006/main" w="0">
            <a:noFill/>
            <a:prstDash val="solid"/>
          </a:ln>
        </p:spPr>
      </p:sp>
      <p:sp>
        <p:nvSpPr>
          <p:cNvPr id="182" name="pdf-path-210">
            <a:extLst xmlns:a="http://schemas.openxmlformats.org/drawingml/2006/main">
              <a:ext uri="{FF2B5EF4-FFF2-40B4-BE49-F238E27FC236}">
                <a16:creationId xmlns:a16="http://schemas.microsoft.com/office/drawing/2014/main" id="{8B43DB24-C4A3-4B8C-B3D3-5F67234D015F}"/>
              </a:ext>
            </a:extLst>
          </p:cNvPr>
          <p:cNvSpPr>
            <a:spLocks xmlns:a="http://schemas.openxmlformats.org/drawingml/2006/main" noGrp="1"/>
          </p:cNvSpPr>
          <p:nvPr/>
        </p:nvSpPr>
        <p:spPr>
          <a:xfrm xmlns:a="http://schemas.openxmlformats.org/drawingml/2006/main" rot="0">
            <a:off x="12204526" y="664512"/>
            <a:ext cx="1689812" cy="1166746"/>
          </a:xfrm>
          <a:custGeom xmlns:a="http://schemas.openxmlformats.org/drawingml/2006/main">
            <a:pathLst>
              <a:path w="1689812" h="1166746">
                <a:moveTo>
                  <a:pt x="1410719" y="1166746"/>
                </a:moveTo>
                <a:lnTo>
                  <a:pt x="1340624" y="1166746"/>
                </a:lnTo>
                <a:lnTo>
                  <a:pt x="1340624" y="1155059"/>
                </a:lnTo>
                <a:lnTo>
                  <a:pt x="1247156" y="1155059"/>
                </a:lnTo>
                <a:lnTo>
                  <a:pt x="1247156" y="1166746"/>
                </a:lnTo>
                <a:lnTo>
                  <a:pt x="1177061" y="1166746"/>
                </a:lnTo>
                <a:lnTo>
                  <a:pt x="1177061" y="1155059"/>
                </a:lnTo>
                <a:lnTo>
                  <a:pt x="1098194" y="1155059"/>
                </a:lnTo>
                <a:lnTo>
                  <a:pt x="1098194" y="1102452"/>
                </a:lnTo>
                <a:lnTo>
                  <a:pt x="672426" y="1102452"/>
                </a:lnTo>
                <a:lnTo>
                  <a:pt x="672426" y="1155059"/>
                </a:lnTo>
                <a:lnTo>
                  <a:pt x="592874" y="1155059"/>
                </a:lnTo>
                <a:lnTo>
                  <a:pt x="592874" y="1166746"/>
                </a:lnTo>
                <a:lnTo>
                  <a:pt x="522779" y="1166746"/>
                </a:lnTo>
                <a:lnTo>
                  <a:pt x="522779" y="1155059"/>
                </a:lnTo>
                <a:lnTo>
                  <a:pt x="429310" y="1155059"/>
                </a:lnTo>
                <a:lnTo>
                  <a:pt x="429310" y="1166746"/>
                </a:lnTo>
                <a:lnTo>
                  <a:pt x="359216" y="1166746"/>
                </a:lnTo>
                <a:lnTo>
                  <a:pt x="359216" y="1155059"/>
                </a:lnTo>
                <a:lnTo>
                  <a:pt x="265747" y="1155059"/>
                </a:lnTo>
                <a:lnTo>
                  <a:pt x="265747" y="1166746"/>
                </a:lnTo>
                <a:lnTo>
                  <a:pt x="215712" y="1166746"/>
                </a:lnTo>
                <a:cubicBezTo>
                  <a:pt x="208969" y="1166746"/>
                  <a:pt x="202282" y="1166431"/>
                  <a:pt x="195681" y="1165832"/>
                </a:cubicBezTo>
                <a:lnTo>
                  <a:pt x="196738" y="1154202"/>
                </a:lnTo>
                <a:cubicBezTo>
                  <a:pt x="166506" y="1151401"/>
                  <a:pt x="138217" y="1142028"/>
                  <a:pt x="113242" y="1127512"/>
                </a:cubicBezTo>
                <a:lnTo>
                  <a:pt x="107356" y="1137599"/>
                </a:lnTo>
                <a:cubicBezTo>
                  <a:pt x="87068" y="1125798"/>
                  <a:pt x="68894" y="1110767"/>
                  <a:pt x="53492" y="1093222"/>
                </a:cubicBezTo>
                <a:lnTo>
                  <a:pt x="62293" y="1085536"/>
                </a:lnTo>
                <a:lnTo>
                  <a:pt x="62265" y="1085536"/>
                </a:lnTo>
                <a:cubicBezTo>
                  <a:pt x="43005" y="1063590"/>
                  <a:pt x="28403" y="1037473"/>
                  <a:pt x="19945" y="1008726"/>
                </a:cubicBezTo>
                <a:lnTo>
                  <a:pt x="8744" y="1012041"/>
                </a:lnTo>
                <a:cubicBezTo>
                  <a:pt x="3057" y="992695"/>
                  <a:pt x="0" y="972236"/>
                  <a:pt x="0" y="951062"/>
                </a:cubicBezTo>
                <a:lnTo>
                  <a:pt x="0" y="942775"/>
                </a:lnTo>
                <a:lnTo>
                  <a:pt x="11687" y="942775"/>
                </a:lnTo>
                <a:lnTo>
                  <a:pt x="11687" y="849335"/>
                </a:lnTo>
                <a:lnTo>
                  <a:pt x="0" y="849335"/>
                </a:lnTo>
                <a:lnTo>
                  <a:pt x="0" y="779212"/>
                </a:lnTo>
                <a:lnTo>
                  <a:pt x="11687" y="779212"/>
                </a:lnTo>
                <a:lnTo>
                  <a:pt x="11687" y="685743"/>
                </a:lnTo>
                <a:lnTo>
                  <a:pt x="0" y="685743"/>
                </a:lnTo>
                <a:lnTo>
                  <a:pt x="0" y="615649"/>
                </a:lnTo>
                <a:lnTo>
                  <a:pt x="11687" y="615649"/>
                </a:lnTo>
                <a:lnTo>
                  <a:pt x="11687" y="522180"/>
                </a:lnTo>
                <a:lnTo>
                  <a:pt x="0" y="522180"/>
                </a:lnTo>
                <a:lnTo>
                  <a:pt x="0" y="452085"/>
                </a:lnTo>
                <a:lnTo>
                  <a:pt x="11687" y="452085"/>
                </a:lnTo>
                <a:lnTo>
                  <a:pt x="11687" y="358616"/>
                </a:lnTo>
                <a:lnTo>
                  <a:pt x="0" y="358616"/>
                </a:lnTo>
                <a:lnTo>
                  <a:pt x="0" y="288522"/>
                </a:lnTo>
                <a:lnTo>
                  <a:pt x="11687" y="288522"/>
                </a:lnTo>
                <a:lnTo>
                  <a:pt x="11687" y="195053"/>
                </a:lnTo>
                <a:lnTo>
                  <a:pt x="0" y="195053"/>
                </a:lnTo>
                <a:lnTo>
                  <a:pt x="0" y="124930"/>
                </a:lnTo>
                <a:lnTo>
                  <a:pt x="11687" y="124930"/>
                </a:lnTo>
                <a:lnTo>
                  <a:pt x="11687" y="88240"/>
                </a:lnTo>
                <a:cubicBezTo>
                  <a:pt x="11687" y="57607"/>
                  <a:pt x="18402" y="28632"/>
                  <a:pt x="30460" y="2600"/>
                </a:cubicBezTo>
                <a:lnTo>
                  <a:pt x="24860" y="0"/>
                </a:lnTo>
                <a:lnTo>
                  <a:pt x="82782" y="0"/>
                </a:lnTo>
                <a:lnTo>
                  <a:pt x="82782" y="146504"/>
                </a:lnTo>
                <a:lnTo>
                  <a:pt x="503577" y="146504"/>
                </a:lnTo>
                <a:cubicBezTo>
                  <a:pt x="449399" y="182251"/>
                  <a:pt x="413595" y="244116"/>
                  <a:pt x="413595" y="314468"/>
                </a:cubicBezTo>
                <a:cubicBezTo>
                  <a:pt x="413595" y="421681"/>
                  <a:pt x="496805" y="509206"/>
                  <a:pt x="601389" y="514579"/>
                </a:cubicBezTo>
                <a:lnTo>
                  <a:pt x="695344" y="849706"/>
                </a:lnTo>
                <a:lnTo>
                  <a:pt x="798756" y="822103"/>
                </a:lnTo>
                <a:lnTo>
                  <a:pt x="718490" y="535781"/>
                </a:lnTo>
                <a:lnTo>
                  <a:pt x="1050931" y="614934"/>
                </a:lnTo>
                <a:lnTo>
                  <a:pt x="1039643" y="625821"/>
                </a:lnTo>
                <a:lnTo>
                  <a:pt x="1167660" y="752351"/>
                </a:lnTo>
                <a:lnTo>
                  <a:pt x="1167688" y="752551"/>
                </a:lnTo>
                <a:lnTo>
                  <a:pt x="1167859" y="752551"/>
                </a:lnTo>
                <a:lnTo>
                  <a:pt x="1169174" y="753866"/>
                </a:lnTo>
                <a:lnTo>
                  <a:pt x="1170718" y="752380"/>
                </a:lnTo>
                <a:lnTo>
                  <a:pt x="1349111" y="741521"/>
                </a:lnTo>
                <a:lnTo>
                  <a:pt x="1345054" y="697373"/>
                </a:lnTo>
                <a:lnTo>
                  <a:pt x="1184461" y="707146"/>
                </a:lnTo>
                <a:lnTo>
                  <a:pt x="1090907" y="614648"/>
                </a:lnTo>
                <a:lnTo>
                  <a:pt x="1113653" y="521980"/>
                </a:lnTo>
                <a:lnTo>
                  <a:pt x="766438" y="439312"/>
                </a:lnTo>
                <a:cubicBezTo>
                  <a:pt x="793412" y="405079"/>
                  <a:pt x="809529" y="361674"/>
                  <a:pt x="809529" y="314468"/>
                </a:cubicBezTo>
                <a:cubicBezTo>
                  <a:pt x="809529" y="261318"/>
                  <a:pt x="788698" y="210369"/>
                  <a:pt x="751551" y="172793"/>
                </a:cubicBezTo>
                <a:cubicBezTo>
                  <a:pt x="741749" y="162849"/>
                  <a:pt x="731006" y="154048"/>
                  <a:pt x="719547" y="146504"/>
                </a:cubicBezTo>
                <a:lnTo>
                  <a:pt x="1593941" y="146504"/>
                </a:lnTo>
                <a:lnTo>
                  <a:pt x="1593941" y="0"/>
                </a:lnTo>
                <a:lnTo>
                  <a:pt x="1658036" y="0"/>
                </a:lnTo>
                <a:cubicBezTo>
                  <a:pt x="1665266" y="15059"/>
                  <a:pt x="1670637" y="30975"/>
                  <a:pt x="1673981" y="47406"/>
                </a:cubicBezTo>
                <a:lnTo>
                  <a:pt x="1685439" y="45091"/>
                </a:lnTo>
                <a:cubicBezTo>
                  <a:pt x="1688326" y="59179"/>
                  <a:pt x="1689812" y="73638"/>
                  <a:pt x="1689812" y="88240"/>
                </a:cubicBezTo>
                <a:lnTo>
                  <a:pt x="1689812" y="114900"/>
                </a:lnTo>
                <a:lnTo>
                  <a:pt x="1678123" y="114900"/>
                </a:lnTo>
                <a:lnTo>
                  <a:pt x="1678123" y="208369"/>
                </a:lnTo>
                <a:lnTo>
                  <a:pt x="1689812" y="208369"/>
                </a:lnTo>
                <a:lnTo>
                  <a:pt x="1689812" y="278463"/>
                </a:lnTo>
                <a:lnTo>
                  <a:pt x="1678123" y="278463"/>
                </a:lnTo>
                <a:lnTo>
                  <a:pt x="1678123" y="371932"/>
                </a:lnTo>
                <a:lnTo>
                  <a:pt x="1689812" y="371932"/>
                </a:lnTo>
                <a:lnTo>
                  <a:pt x="1689812" y="442027"/>
                </a:lnTo>
                <a:lnTo>
                  <a:pt x="1678123" y="442027"/>
                </a:lnTo>
                <a:lnTo>
                  <a:pt x="1678123" y="535495"/>
                </a:lnTo>
                <a:lnTo>
                  <a:pt x="1689812" y="535495"/>
                </a:lnTo>
                <a:lnTo>
                  <a:pt x="1689812" y="605619"/>
                </a:lnTo>
                <a:lnTo>
                  <a:pt x="1678123" y="605619"/>
                </a:lnTo>
                <a:lnTo>
                  <a:pt x="1678123" y="699059"/>
                </a:lnTo>
                <a:lnTo>
                  <a:pt x="1689812" y="699059"/>
                </a:lnTo>
                <a:lnTo>
                  <a:pt x="1689812" y="769182"/>
                </a:lnTo>
                <a:lnTo>
                  <a:pt x="1678123" y="769182"/>
                </a:lnTo>
                <a:lnTo>
                  <a:pt x="1678123" y="862651"/>
                </a:lnTo>
                <a:lnTo>
                  <a:pt x="1689812" y="862651"/>
                </a:lnTo>
                <a:lnTo>
                  <a:pt x="1689812" y="932745"/>
                </a:lnTo>
                <a:lnTo>
                  <a:pt x="1678123" y="932745"/>
                </a:lnTo>
                <a:lnTo>
                  <a:pt x="1678123" y="951062"/>
                </a:lnTo>
                <a:cubicBezTo>
                  <a:pt x="1678123" y="975551"/>
                  <a:pt x="1673808" y="998982"/>
                  <a:pt x="1665923" y="1020728"/>
                </a:cubicBezTo>
                <a:lnTo>
                  <a:pt x="1676895" y="1024700"/>
                </a:lnTo>
                <a:cubicBezTo>
                  <a:pt x="1668837" y="1046931"/>
                  <a:pt x="1657206" y="1067448"/>
                  <a:pt x="1642748" y="1085564"/>
                </a:cubicBezTo>
                <a:lnTo>
                  <a:pt x="1633603" y="1078278"/>
                </a:lnTo>
                <a:cubicBezTo>
                  <a:pt x="1615230" y="1101252"/>
                  <a:pt x="1591998" y="1120197"/>
                  <a:pt x="1565481" y="1133513"/>
                </a:cubicBezTo>
                <a:lnTo>
                  <a:pt x="1570710" y="1143943"/>
                </a:lnTo>
                <a:cubicBezTo>
                  <a:pt x="1550165" y="1154259"/>
                  <a:pt x="1527762" y="1161402"/>
                  <a:pt x="1504102" y="1164688"/>
                </a:cubicBezTo>
                <a:lnTo>
                  <a:pt x="1502501" y="1153115"/>
                </a:lnTo>
                <a:cubicBezTo>
                  <a:pt x="1493216" y="1154401"/>
                  <a:pt x="1483728" y="1155059"/>
                  <a:pt x="1474099" y="1155059"/>
                </a:cubicBezTo>
                <a:lnTo>
                  <a:pt x="1410719" y="1155059"/>
                </a:lnTo>
                <a:lnTo>
                  <a:pt x="1410719" y="1166746"/>
                </a:lnTo>
              </a:path>
            </a:pathLst>
          </a:custGeom>
          <a:solidFill xmlns:a="http://schemas.openxmlformats.org/drawingml/2006/main">
            <a:srgbClr val="FFFFFF"/>
          </a:solidFill>
          <a:ln xmlns:a="http://schemas.openxmlformats.org/drawingml/2006/main" w="0">
            <a:noFill/>
            <a:prstDash val="solid"/>
          </a:ln>
        </p:spPr>
      </p:sp>
      <p:sp>
        <p:nvSpPr>
          <p:cNvPr id="183" name="pdf-path-211">
            <a:extLst xmlns:a="http://schemas.openxmlformats.org/drawingml/2006/main">
              <a:ext uri="{FF2B5EF4-FFF2-40B4-BE49-F238E27FC236}">
                <a16:creationId xmlns:a16="http://schemas.microsoft.com/office/drawing/2014/main" id="{755D8C8D-A881-4258-A21B-B40F19A6645E}"/>
              </a:ext>
            </a:extLst>
          </p:cNvPr>
          <p:cNvSpPr>
            <a:spLocks xmlns:a="http://schemas.openxmlformats.org/drawingml/2006/main" noGrp="1"/>
          </p:cNvSpPr>
          <p:nvPr/>
        </p:nvSpPr>
        <p:spPr>
          <a:xfrm xmlns:a="http://schemas.openxmlformats.org/drawingml/2006/main" rot="0">
            <a:off x="13244169" y="1279161"/>
            <a:ext cx="144818" cy="139217"/>
          </a:xfrm>
          <a:custGeom xmlns:a="http://schemas.openxmlformats.org/drawingml/2006/main">
            <a:pathLst>
              <a:path w="144818" h="139217">
                <a:moveTo>
                  <a:pt x="129531" y="139217"/>
                </a:moveTo>
                <a:lnTo>
                  <a:pt x="128216" y="137903"/>
                </a:lnTo>
                <a:lnTo>
                  <a:pt x="131075" y="137731"/>
                </a:lnTo>
                <a:lnTo>
                  <a:pt x="129531" y="139217"/>
                </a:lnTo>
                <a:moveTo>
                  <a:pt x="128017" y="137703"/>
                </a:moveTo>
                <a:lnTo>
                  <a:pt x="0" y="11173"/>
                </a:lnTo>
                <a:lnTo>
                  <a:pt x="11288" y="286"/>
                </a:lnTo>
                <a:lnTo>
                  <a:pt x="48979" y="9258"/>
                </a:lnTo>
                <a:lnTo>
                  <a:pt x="51264" y="0"/>
                </a:lnTo>
                <a:lnTo>
                  <a:pt x="144818" y="92497"/>
                </a:lnTo>
                <a:lnTo>
                  <a:pt x="123988" y="93755"/>
                </a:lnTo>
                <a:lnTo>
                  <a:pt x="128017" y="137703"/>
                </a:lnTo>
              </a:path>
            </a:pathLst>
          </a:custGeom>
          <a:solidFill xmlns:a="http://schemas.openxmlformats.org/drawingml/2006/main">
            <a:srgbClr val="231F20"/>
          </a:solidFill>
          <a:ln xmlns:a="http://schemas.openxmlformats.org/drawingml/2006/main" w="0">
            <a:noFill/>
            <a:prstDash val="solid"/>
          </a:ln>
        </p:spPr>
      </p:sp>
      <p:sp>
        <p:nvSpPr>
          <p:cNvPr id="184" name="pdf-path-212">
            <a:extLst xmlns:a="http://schemas.openxmlformats.org/drawingml/2006/main">
              <a:ext uri="{FF2B5EF4-FFF2-40B4-BE49-F238E27FC236}">
                <a16:creationId xmlns:a16="http://schemas.microsoft.com/office/drawing/2014/main" id="{1A8C2B72-95E6-4692-ABCA-186E34961155}"/>
              </a:ext>
            </a:extLst>
          </p:cNvPr>
          <p:cNvSpPr>
            <a:spLocks xmlns:a="http://schemas.openxmlformats.org/drawingml/2006/main" noGrp="1"/>
          </p:cNvSpPr>
          <p:nvPr/>
        </p:nvSpPr>
        <p:spPr>
          <a:xfrm xmlns:a="http://schemas.openxmlformats.org/drawingml/2006/main" rot="0">
            <a:off x="13368156" y="1361885"/>
            <a:ext cx="185481" cy="55178"/>
          </a:xfrm>
          <a:custGeom xmlns:a="http://schemas.openxmlformats.org/drawingml/2006/main">
            <a:pathLst>
              <a:path w="185481" h="55178">
                <a:moveTo>
                  <a:pt x="4058" y="55178"/>
                </a:moveTo>
                <a:lnTo>
                  <a:pt x="4031" y="54978"/>
                </a:lnTo>
                <a:lnTo>
                  <a:pt x="0" y="11030"/>
                </a:lnTo>
                <a:lnTo>
                  <a:pt x="181423" y="0"/>
                </a:lnTo>
                <a:lnTo>
                  <a:pt x="185481" y="44148"/>
                </a:lnTo>
                <a:lnTo>
                  <a:pt x="4229" y="55178"/>
                </a:lnTo>
                <a:lnTo>
                  <a:pt x="4058" y="55178"/>
                </a:lnTo>
              </a:path>
            </a:pathLst>
          </a:custGeom>
          <a:solidFill xmlns:a="http://schemas.openxmlformats.org/drawingml/2006/main">
            <a:srgbClr val="231F20"/>
          </a:solidFill>
          <a:ln xmlns:a="http://schemas.openxmlformats.org/drawingml/2006/main" w="0">
            <a:noFill/>
            <a:prstDash val="solid"/>
          </a:ln>
        </p:spPr>
      </p:sp>
      <p:sp>
        <p:nvSpPr>
          <p:cNvPr id="185" name="pdf-path-213">
            <a:extLst xmlns:a="http://schemas.openxmlformats.org/drawingml/2006/main">
              <a:ext uri="{FF2B5EF4-FFF2-40B4-BE49-F238E27FC236}">
                <a16:creationId xmlns:a16="http://schemas.microsoft.com/office/drawing/2014/main" id="{8ADBD370-0CDC-4371-B755-E826E95D4032}"/>
              </a:ext>
            </a:extLst>
          </p:cNvPr>
          <p:cNvSpPr>
            <a:spLocks xmlns:a="http://schemas.openxmlformats.org/drawingml/2006/main" noGrp="1"/>
          </p:cNvSpPr>
          <p:nvPr/>
        </p:nvSpPr>
        <p:spPr>
          <a:xfrm xmlns:a="http://schemas.openxmlformats.org/drawingml/2006/main" rot="0">
            <a:off x="12805915" y="1160089"/>
            <a:ext cx="197367" cy="354130"/>
          </a:xfrm>
          <a:custGeom xmlns:a="http://schemas.openxmlformats.org/drawingml/2006/main">
            <a:pathLst>
              <a:path w="197367" h="354130">
                <a:moveTo>
                  <a:pt x="93954" y="354130"/>
                </a:moveTo>
                <a:lnTo>
                  <a:pt x="0" y="19002"/>
                </a:lnTo>
                <a:cubicBezTo>
                  <a:pt x="3371" y="19174"/>
                  <a:pt x="6772" y="19259"/>
                  <a:pt x="10172" y="19259"/>
                </a:cubicBezTo>
                <a:cubicBezTo>
                  <a:pt x="40519" y="19259"/>
                  <a:pt x="69265" y="12344"/>
                  <a:pt x="94983" y="0"/>
                </a:cubicBezTo>
                <a:lnTo>
                  <a:pt x="86868" y="33004"/>
                </a:lnTo>
                <a:lnTo>
                  <a:pt x="117101" y="40205"/>
                </a:lnTo>
                <a:lnTo>
                  <a:pt x="197367" y="326526"/>
                </a:lnTo>
                <a:lnTo>
                  <a:pt x="93954" y="354130"/>
                </a:lnTo>
              </a:path>
            </a:pathLst>
          </a:custGeom>
          <a:solidFill xmlns:a="http://schemas.openxmlformats.org/drawingml/2006/main">
            <a:srgbClr val="231F20"/>
          </a:solidFill>
          <a:ln xmlns:a="http://schemas.openxmlformats.org/drawingml/2006/main" w="0">
            <a:noFill/>
            <a:prstDash val="solid"/>
          </a:ln>
        </p:spPr>
      </p:sp>
      <p:sp>
        <p:nvSpPr>
          <p:cNvPr id="186" name="pdf-path-214">
            <a:extLst xmlns:a="http://schemas.openxmlformats.org/drawingml/2006/main">
              <a:ext uri="{FF2B5EF4-FFF2-40B4-BE49-F238E27FC236}">
                <a16:creationId xmlns:a16="http://schemas.microsoft.com/office/drawing/2014/main" id="{D1D320F4-96D7-4E66-AB32-D8996038855A}"/>
              </a:ext>
            </a:extLst>
          </p:cNvPr>
          <p:cNvSpPr>
            <a:spLocks xmlns:a="http://schemas.openxmlformats.org/drawingml/2006/main" noGrp="1"/>
          </p:cNvSpPr>
          <p:nvPr/>
        </p:nvSpPr>
        <p:spPr>
          <a:xfrm xmlns:a="http://schemas.openxmlformats.org/drawingml/2006/main" rot="0">
            <a:off x="12892784" y="1103823"/>
            <a:ext cx="425395" cy="184594"/>
          </a:xfrm>
          <a:custGeom xmlns:a="http://schemas.openxmlformats.org/drawingml/2006/main">
            <a:pathLst>
              <a:path w="425395" h="184594">
                <a:moveTo>
                  <a:pt x="400364" y="184594"/>
                </a:moveTo>
                <a:lnTo>
                  <a:pt x="0" y="89268"/>
                </a:lnTo>
                <a:lnTo>
                  <a:pt x="8115" y="56264"/>
                </a:lnTo>
                <a:cubicBezTo>
                  <a:pt x="35518" y="43091"/>
                  <a:pt x="59464" y="23746"/>
                  <a:pt x="78180" y="0"/>
                </a:cubicBezTo>
                <a:lnTo>
                  <a:pt x="425395" y="82667"/>
                </a:lnTo>
                <a:lnTo>
                  <a:pt x="402650" y="175336"/>
                </a:lnTo>
                <a:lnTo>
                  <a:pt x="400364" y="184594"/>
                </a:lnTo>
              </a:path>
            </a:pathLst>
          </a:custGeom>
          <a:solidFill xmlns:a="http://schemas.openxmlformats.org/drawingml/2006/main">
            <a:srgbClr val="231F20"/>
          </a:solidFill>
          <a:ln xmlns:a="http://schemas.openxmlformats.org/drawingml/2006/main" w="0">
            <a:noFill/>
            <a:prstDash val="solid"/>
          </a:ln>
        </p:spPr>
      </p:sp>
      <p:sp>
        <p:nvSpPr>
          <p:cNvPr id="187" name="pdf-path-215">
            <a:extLst xmlns:a="http://schemas.openxmlformats.org/drawingml/2006/main">
              <a:ext uri="{FF2B5EF4-FFF2-40B4-BE49-F238E27FC236}">
                <a16:creationId xmlns:a16="http://schemas.microsoft.com/office/drawing/2014/main" id="{AF45E08E-EC1C-402E-939B-21D8BBDDAAB5}"/>
              </a:ext>
            </a:extLst>
          </p:cNvPr>
          <p:cNvSpPr>
            <a:spLocks xmlns:a="http://schemas.openxmlformats.org/drawingml/2006/main" noGrp="1"/>
          </p:cNvSpPr>
          <p:nvPr/>
        </p:nvSpPr>
        <p:spPr>
          <a:xfrm xmlns:a="http://schemas.openxmlformats.org/drawingml/2006/main" rot="0">
            <a:off x="12618119" y="811015"/>
            <a:ext cx="395936" cy="368332"/>
          </a:xfrm>
          <a:custGeom xmlns:a="http://schemas.openxmlformats.org/drawingml/2006/main">
            <a:pathLst>
              <a:path w="395936" h="368332">
                <a:moveTo>
                  <a:pt x="197968" y="368332"/>
                </a:moveTo>
                <a:cubicBezTo>
                  <a:pt x="194568" y="368332"/>
                  <a:pt x="191167" y="368246"/>
                  <a:pt x="187796" y="368074"/>
                </a:cubicBezTo>
                <a:cubicBezTo>
                  <a:pt x="83211" y="362702"/>
                  <a:pt x="0" y="275177"/>
                  <a:pt x="0" y="167964"/>
                </a:cubicBezTo>
                <a:cubicBezTo>
                  <a:pt x="0" y="97612"/>
                  <a:pt x="35805" y="35747"/>
                  <a:pt x="89983" y="0"/>
                </a:cubicBezTo>
                <a:lnTo>
                  <a:pt x="305953" y="0"/>
                </a:lnTo>
                <a:cubicBezTo>
                  <a:pt x="317412" y="7544"/>
                  <a:pt x="328156" y="16345"/>
                  <a:pt x="337957" y="26289"/>
                </a:cubicBezTo>
                <a:cubicBezTo>
                  <a:pt x="375104" y="63865"/>
                  <a:pt x="395936" y="114814"/>
                  <a:pt x="395936" y="167964"/>
                </a:cubicBezTo>
                <a:cubicBezTo>
                  <a:pt x="395936" y="215170"/>
                  <a:pt x="379819" y="258575"/>
                  <a:pt x="352845" y="292808"/>
                </a:cubicBezTo>
                <a:cubicBezTo>
                  <a:pt x="334127" y="316554"/>
                  <a:pt x="310181" y="335899"/>
                  <a:pt x="282778" y="349072"/>
                </a:cubicBezTo>
                <a:cubicBezTo>
                  <a:pt x="257061" y="361417"/>
                  <a:pt x="228315" y="368332"/>
                  <a:pt x="197968" y="368332"/>
                </a:cubicBezTo>
                <a:moveTo>
                  <a:pt x="213312" y="48806"/>
                </a:moveTo>
                <a:cubicBezTo>
                  <a:pt x="137018" y="48806"/>
                  <a:pt x="75124" y="110271"/>
                  <a:pt x="75124" y="186080"/>
                </a:cubicBezTo>
                <a:cubicBezTo>
                  <a:pt x="75124" y="261890"/>
                  <a:pt x="137018" y="323326"/>
                  <a:pt x="213312" y="323326"/>
                </a:cubicBezTo>
                <a:cubicBezTo>
                  <a:pt x="289637" y="323326"/>
                  <a:pt x="351472" y="261890"/>
                  <a:pt x="351472" y="186080"/>
                </a:cubicBezTo>
                <a:cubicBezTo>
                  <a:pt x="351472" y="149676"/>
                  <a:pt x="336928" y="114757"/>
                  <a:pt x="311011" y="89011"/>
                </a:cubicBezTo>
                <a:cubicBezTo>
                  <a:pt x="285093" y="63265"/>
                  <a:pt x="249946" y="48806"/>
                  <a:pt x="213312" y="48806"/>
                </a:cubicBezTo>
              </a:path>
            </a:pathLst>
          </a:custGeom>
          <a:solidFill xmlns:a="http://schemas.openxmlformats.org/drawingml/2006/main">
            <a:srgbClr val="FFFFFF"/>
          </a:solidFill>
          <a:ln xmlns:a="http://schemas.openxmlformats.org/drawingml/2006/main" w="0">
            <a:noFill/>
            <a:prstDash val="solid"/>
          </a:ln>
        </p:spPr>
      </p:sp>
      <p:sp>
        <p:nvSpPr>
          <p:cNvPr id="188" name="pdf-path-216">
            <a:extLst xmlns:a="http://schemas.openxmlformats.org/drawingml/2006/main">
              <a:ext uri="{FF2B5EF4-FFF2-40B4-BE49-F238E27FC236}">
                <a16:creationId xmlns:a16="http://schemas.microsoft.com/office/drawing/2014/main" id="{58E4C24A-A9E5-4590-AA33-936F782C598C}"/>
              </a:ext>
            </a:extLst>
          </p:cNvPr>
          <p:cNvSpPr>
            <a:spLocks xmlns:a="http://schemas.openxmlformats.org/drawingml/2006/main" noGrp="1"/>
          </p:cNvSpPr>
          <p:nvPr/>
        </p:nvSpPr>
        <p:spPr>
          <a:xfrm xmlns:a="http://schemas.openxmlformats.org/drawingml/2006/main" rot="0">
            <a:off x="12693244" y="859822"/>
            <a:ext cx="276349" cy="274520"/>
          </a:xfrm>
          <a:custGeom xmlns:a="http://schemas.openxmlformats.org/drawingml/2006/main">
            <a:pathLst>
              <a:path w="276349" h="274520">
                <a:moveTo>
                  <a:pt x="138189" y="274520"/>
                </a:moveTo>
                <a:cubicBezTo>
                  <a:pt x="61893" y="274520"/>
                  <a:pt x="0" y="213084"/>
                  <a:pt x="0" y="137274"/>
                </a:cubicBezTo>
                <a:cubicBezTo>
                  <a:pt x="0" y="61465"/>
                  <a:pt x="61893" y="0"/>
                  <a:pt x="138189" y="0"/>
                </a:cubicBezTo>
                <a:cubicBezTo>
                  <a:pt x="174822" y="0"/>
                  <a:pt x="209969" y="14459"/>
                  <a:pt x="235887" y="40205"/>
                </a:cubicBezTo>
                <a:cubicBezTo>
                  <a:pt x="261804" y="65951"/>
                  <a:pt x="276349" y="100870"/>
                  <a:pt x="276349" y="137274"/>
                </a:cubicBezTo>
                <a:cubicBezTo>
                  <a:pt x="276349" y="213084"/>
                  <a:pt x="214512" y="274520"/>
                  <a:pt x="138189" y="274520"/>
                </a:cubicBezTo>
              </a:path>
            </a:pathLst>
          </a:custGeom>
          <a:solidFill xmlns:a="http://schemas.openxmlformats.org/drawingml/2006/main">
            <a:srgbClr val="231F20"/>
          </a:solidFill>
          <a:ln xmlns:a="http://schemas.openxmlformats.org/drawingml/2006/main" w="0">
            <a:noFill/>
            <a:prstDash val="solid"/>
          </a:ln>
        </p:spPr>
      </p:sp>
      <p:sp>
        <p:nvSpPr>
          <p:cNvPr id="189" name="pdf-path-217">
            <a:extLst xmlns:a="http://schemas.openxmlformats.org/drawingml/2006/main">
              <a:ext uri="{FF2B5EF4-FFF2-40B4-BE49-F238E27FC236}">
                <a16:creationId xmlns:a16="http://schemas.microsoft.com/office/drawing/2014/main" id="{9EF82E91-00E6-40ED-B6C6-35F216638F55}"/>
              </a:ext>
            </a:extLst>
          </p:cNvPr>
          <p:cNvSpPr>
            <a:spLocks xmlns:a="http://schemas.openxmlformats.org/drawingml/2006/main" noGrp="1"/>
          </p:cNvSpPr>
          <p:nvPr/>
        </p:nvSpPr>
        <p:spPr>
          <a:xfrm xmlns:a="http://schemas.openxmlformats.org/drawingml/2006/main" rot="0">
            <a:off x="12224414" y="537067"/>
            <a:ext cx="1638148" cy="127444"/>
          </a:xfrm>
          <a:custGeom xmlns:a="http://schemas.openxmlformats.org/drawingml/2006/main">
            <a:pathLst>
              <a:path w="1638148" h="127444">
                <a:moveTo>
                  <a:pt x="1638148" y="127444"/>
                </a:moveTo>
                <a:lnTo>
                  <a:pt x="1574055" y="127444"/>
                </a:lnTo>
                <a:lnTo>
                  <a:pt x="1574055" y="72009"/>
                </a:lnTo>
                <a:lnTo>
                  <a:pt x="62893" y="72009"/>
                </a:lnTo>
                <a:lnTo>
                  <a:pt x="62893" y="127444"/>
                </a:lnTo>
                <a:lnTo>
                  <a:pt x="4972" y="127444"/>
                </a:lnTo>
                <a:lnTo>
                  <a:pt x="0" y="125130"/>
                </a:lnTo>
                <a:cubicBezTo>
                  <a:pt x="9887" y="103784"/>
                  <a:pt x="23174" y="84296"/>
                  <a:pt x="39176" y="67408"/>
                </a:cubicBezTo>
                <a:lnTo>
                  <a:pt x="47663" y="75438"/>
                </a:lnTo>
                <a:cubicBezTo>
                  <a:pt x="67837" y="54150"/>
                  <a:pt x="92526" y="37205"/>
                  <a:pt x="120186" y="26146"/>
                </a:cubicBezTo>
                <a:lnTo>
                  <a:pt x="115871" y="15316"/>
                </a:lnTo>
                <a:cubicBezTo>
                  <a:pt x="137103" y="6829"/>
                  <a:pt x="160020" y="1600"/>
                  <a:pt x="183994" y="314"/>
                </a:cubicBezTo>
                <a:lnTo>
                  <a:pt x="184623" y="11973"/>
                </a:lnTo>
                <a:cubicBezTo>
                  <a:pt x="188338" y="11773"/>
                  <a:pt x="192082" y="11687"/>
                  <a:pt x="195824" y="11687"/>
                </a:cubicBezTo>
                <a:lnTo>
                  <a:pt x="277463" y="11687"/>
                </a:lnTo>
                <a:lnTo>
                  <a:pt x="277463" y="0"/>
                </a:lnTo>
                <a:lnTo>
                  <a:pt x="347558" y="0"/>
                </a:lnTo>
                <a:lnTo>
                  <a:pt x="347558" y="11687"/>
                </a:lnTo>
                <a:lnTo>
                  <a:pt x="441026" y="11687"/>
                </a:lnTo>
                <a:lnTo>
                  <a:pt x="441026" y="0"/>
                </a:lnTo>
                <a:lnTo>
                  <a:pt x="511150" y="0"/>
                </a:lnTo>
                <a:lnTo>
                  <a:pt x="511150" y="11687"/>
                </a:lnTo>
                <a:lnTo>
                  <a:pt x="604590" y="11687"/>
                </a:lnTo>
                <a:lnTo>
                  <a:pt x="604590" y="0"/>
                </a:lnTo>
                <a:lnTo>
                  <a:pt x="674713" y="0"/>
                </a:lnTo>
                <a:lnTo>
                  <a:pt x="674713" y="11687"/>
                </a:lnTo>
                <a:lnTo>
                  <a:pt x="768182" y="11687"/>
                </a:lnTo>
                <a:lnTo>
                  <a:pt x="768182" y="0"/>
                </a:lnTo>
                <a:lnTo>
                  <a:pt x="838276" y="0"/>
                </a:lnTo>
                <a:lnTo>
                  <a:pt x="838276" y="11687"/>
                </a:lnTo>
                <a:lnTo>
                  <a:pt x="931745" y="11687"/>
                </a:lnTo>
                <a:lnTo>
                  <a:pt x="931745" y="0"/>
                </a:lnTo>
                <a:lnTo>
                  <a:pt x="1001839" y="0"/>
                </a:lnTo>
                <a:lnTo>
                  <a:pt x="1001839" y="11687"/>
                </a:lnTo>
                <a:lnTo>
                  <a:pt x="1095308" y="11687"/>
                </a:lnTo>
                <a:lnTo>
                  <a:pt x="1095308" y="0"/>
                </a:lnTo>
                <a:lnTo>
                  <a:pt x="1165432" y="0"/>
                </a:lnTo>
                <a:lnTo>
                  <a:pt x="1165432" y="11687"/>
                </a:lnTo>
                <a:lnTo>
                  <a:pt x="1258901" y="11687"/>
                </a:lnTo>
                <a:lnTo>
                  <a:pt x="1258901" y="0"/>
                </a:lnTo>
                <a:lnTo>
                  <a:pt x="1328996" y="0"/>
                </a:lnTo>
                <a:lnTo>
                  <a:pt x="1328996" y="11687"/>
                </a:lnTo>
                <a:lnTo>
                  <a:pt x="1422464" y="11687"/>
                </a:lnTo>
                <a:lnTo>
                  <a:pt x="1422464" y="0"/>
                </a:lnTo>
                <a:lnTo>
                  <a:pt x="1454210" y="0"/>
                </a:lnTo>
                <a:cubicBezTo>
                  <a:pt x="1467097" y="0"/>
                  <a:pt x="1479843" y="1143"/>
                  <a:pt x="1492358" y="3400"/>
                </a:cubicBezTo>
                <a:lnTo>
                  <a:pt x="1490300" y="14887"/>
                </a:lnTo>
                <a:cubicBezTo>
                  <a:pt x="1519390" y="20117"/>
                  <a:pt x="1547051" y="31633"/>
                  <a:pt x="1571254" y="48606"/>
                </a:cubicBezTo>
                <a:lnTo>
                  <a:pt x="1577968" y="39033"/>
                </a:lnTo>
                <a:cubicBezTo>
                  <a:pt x="1588169" y="46177"/>
                  <a:pt x="1597800" y="54235"/>
                  <a:pt x="1606744" y="63179"/>
                </a:cubicBezTo>
                <a:cubicBezTo>
                  <a:pt x="1614460" y="70895"/>
                  <a:pt x="1621518" y="79124"/>
                  <a:pt x="1627919" y="87782"/>
                </a:cubicBezTo>
                <a:lnTo>
                  <a:pt x="1618488" y="94726"/>
                </a:lnTo>
                <a:cubicBezTo>
                  <a:pt x="1626089" y="105013"/>
                  <a:pt x="1632661" y="115986"/>
                  <a:pt x="1638148" y="127444"/>
                </a:cubicBezTo>
              </a:path>
            </a:pathLst>
          </a:custGeom>
          <a:solidFill xmlns:a="http://schemas.openxmlformats.org/drawingml/2006/main">
            <a:srgbClr val="FFFFFF"/>
          </a:solidFill>
          <a:ln xmlns:a="http://schemas.openxmlformats.org/drawingml/2006/main" w="0">
            <a:noFill/>
            <a:prstDash val="solid"/>
          </a:ln>
        </p:spPr>
      </p:sp>
      <p:sp>
        <p:nvSpPr>
          <p:cNvPr id="190" name="pdf-path-218">
            <a:extLst xmlns:a="http://schemas.openxmlformats.org/drawingml/2006/main">
              <a:ext uri="{FF2B5EF4-FFF2-40B4-BE49-F238E27FC236}">
                <a16:creationId xmlns:a16="http://schemas.microsoft.com/office/drawing/2014/main" id="{0E51539E-029B-4292-8055-0A0483421AC9}"/>
              </a:ext>
            </a:extLst>
          </p:cNvPr>
          <p:cNvSpPr>
            <a:spLocks xmlns:a="http://schemas.openxmlformats.org/drawingml/2006/main" noGrp="1"/>
          </p:cNvSpPr>
          <p:nvPr/>
        </p:nvSpPr>
        <p:spPr>
          <a:xfrm xmlns:a="http://schemas.openxmlformats.org/drawingml/2006/main" rot="0">
            <a:off x="12287308" y="664503"/>
            <a:ext cx="1511160" cy="146513"/>
          </a:xfrm>
          <a:custGeom xmlns:a="http://schemas.openxmlformats.org/drawingml/2006/main">
            <a:pathLst>
              <a:path w="1511160" h="146513">
                <a:moveTo>
                  <a:pt x="0" y="146513"/>
                </a:moveTo>
                <a:lnTo>
                  <a:pt x="1511160" y="146513"/>
                </a:lnTo>
                <a:lnTo>
                  <a:pt x="1511160" y="0"/>
                </a:lnTo>
                <a:lnTo>
                  <a:pt x="0" y="0"/>
                </a:lnTo>
                <a:close/>
              </a:path>
            </a:pathLst>
          </a:custGeom>
          <a:solidFill xmlns:a="http://schemas.openxmlformats.org/drawingml/2006/main">
            <a:srgbClr val="FFFFFF"/>
          </a:solidFill>
          <a:ln xmlns:a="http://schemas.openxmlformats.org/drawingml/2006/main" w="0">
            <a:noFill/>
            <a:prstDash val="solid"/>
          </a:ln>
        </p:spPr>
      </p:sp>
      <p:sp>
        <p:nvSpPr>
          <p:cNvPr id="191" name="pdf-path-220">
            <a:extLst xmlns:a="http://schemas.openxmlformats.org/drawingml/2006/main">
              <a:ext uri="{FF2B5EF4-FFF2-40B4-BE49-F238E27FC236}">
                <a16:creationId xmlns:a16="http://schemas.microsoft.com/office/drawing/2014/main" id="{F26BBE0D-EE5F-445F-A3B9-A2A8AFA2246D}"/>
              </a:ext>
            </a:extLst>
          </p:cNvPr>
          <p:cNvSpPr>
            <a:spLocks xmlns:a="http://schemas.openxmlformats.org/drawingml/2006/main" noGrp="1"/>
          </p:cNvSpPr>
          <p:nvPr/>
        </p:nvSpPr>
        <p:spPr>
          <a:xfrm xmlns:a="http://schemas.openxmlformats.org/drawingml/2006/main" rot="0">
            <a:off x="12708103" y="778613"/>
            <a:ext cx="215970" cy="32403"/>
          </a:xfrm>
          <a:custGeom xmlns:a="http://schemas.openxmlformats.org/drawingml/2006/main">
            <a:pathLst>
              <a:path w="215970" h="32403">
                <a:moveTo>
                  <a:pt x="0" y="32403"/>
                </a:moveTo>
                <a:lnTo>
                  <a:pt x="215970" y="32403"/>
                </a:lnTo>
                <a:lnTo>
                  <a:pt x="215970" y="0"/>
                </a:lnTo>
                <a:lnTo>
                  <a:pt x="0" y="0"/>
                </a:lnTo>
                <a:close/>
              </a:path>
            </a:pathLst>
          </a:custGeom>
          <a:solidFill xmlns:a="http://schemas.openxmlformats.org/drawingml/2006/main">
            <a:srgbClr val="FFFFFF"/>
          </a:solidFill>
          <a:ln xmlns:a="http://schemas.openxmlformats.org/drawingml/2006/main" w="0">
            <a:noFill/>
            <a:prstDash val="solid"/>
          </a:ln>
        </p:spPr>
      </p:sp>
      <p:sp>
        <p:nvSpPr>
          <p:cNvPr id="192" name="pdf-path-221">
            <a:extLst xmlns:a="http://schemas.openxmlformats.org/drawingml/2006/main">
              <a:ext uri="{FF2B5EF4-FFF2-40B4-BE49-F238E27FC236}">
                <a16:creationId xmlns:a16="http://schemas.microsoft.com/office/drawing/2014/main" id="{7BD8ED24-4201-4879-AD16-67E402E87C54}"/>
              </a:ext>
            </a:extLst>
          </p:cNvPr>
          <p:cNvSpPr>
            <a:spLocks xmlns:a="http://schemas.openxmlformats.org/drawingml/2006/main" noGrp="1"/>
          </p:cNvSpPr>
          <p:nvPr/>
        </p:nvSpPr>
        <p:spPr>
          <a:xfrm xmlns:a="http://schemas.openxmlformats.org/drawingml/2006/main" rot="0">
            <a:off x="12287308" y="609085"/>
            <a:ext cx="1511160" cy="55427"/>
          </a:xfrm>
          <a:custGeom xmlns:a="http://schemas.openxmlformats.org/drawingml/2006/main">
            <a:pathLst>
              <a:path w="1511160" h="55427">
                <a:moveTo>
                  <a:pt x="0" y="55427"/>
                </a:moveTo>
                <a:lnTo>
                  <a:pt x="1511160" y="55427"/>
                </a:lnTo>
                <a:lnTo>
                  <a:pt x="1511160" y="0"/>
                </a:lnTo>
                <a:lnTo>
                  <a:pt x="0" y="0"/>
                </a:lnTo>
                <a:close/>
              </a:path>
            </a:pathLst>
          </a:custGeom>
          <a:solidFill xmlns:a="http://schemas.openxmlformats.org/drawingml/2006/main">
            <a:srgbClr val="FFFFFF"/>
          </a:solidFill>
          <a:ln xmlns:a="http://schemas.openxmlformats.org/drawingml/2006/main" w="0">
            <a:noFill/>
            <a:prstDash val="solid"/>
          </a:ln>
        </p:spPr>
      </p:sp>
      <p:sp>
        <p:nvSpPr>
          <p:cNvPr id="193" name="pdf-path-223">
            <a:extLst xmlns:a="http://schemas.openxmlformats.org/drawingml/2006/main">
              <a:ext uri="{FF2B5EF4-FFF2-40B4-BE49-F238E27FC236}">
                <a16:creationId xmlns:a16="http://schemas.microsoft.com/office/drawing/2014/main" id="{54DA0366-E4BD-4830-9648-2C147833FA8B}"/>
              </a:ext>
            </a:extLst>
          </p:cNvPr>
          <p:cNvSpPr>
            <a:spLocks xmlns:a="http://schemas.openxmlformats.org/drawingml/2006/main" noGrp="1"/>
          </p:cNvSpPr>
          <p:nvPr/>
        </p:nvSpPr>
        <p:spPr>
          <a:xfrm xmlns:a="http://schemas.openxmlformats.org/drawingml/2006/main" rot="0">
            <a:off x="12192838" y="525380"/>
            <a:ext cx="1713157" cy="1317565"/>
          </a:xfrm>
          <a:custGeom xmlns:a="http://schemas.openxmlformats.org/drawingml/2006/main">
            <a:pathLst>
              <a:path w="1713157" h="1317565">
                <a:moveTo>
                  <a:pt x="79239" y="87125"/>
                </a:moveTo>
                <a:cubicBezTo>
                  <a:pt x="99413" y="65837"/>
                  <a:pt x="124102" y="48892"/>
                  <a:pt x="151762" y="37833"/>
                </a:cubicBezTo>
                <a:lnTo>
                  <a:pt x="143103" y="16145"/>
                </a:lnTo>
                <a:cubicBezTo>
                  <a:pt x="112243" y="28461"/>
                  <a:pt x="84725" y="47349"/>
                  <a:pt x="62265" y="71066"/>
                </a:cubicBezTo>
                <a:lnTo>
                  <a:pt x="79239" y="87125"/>
                </a:lnTo>
                <a:moveTo>
                  <a:pt x="216199" y="23660"/>
                </a:moveTo>
                <a:cubicBezTo>
                  <a:pt x="219914" y="23460"/>
                  <a:pt x="223656" y="23374"/>
                  <a:pt x="227400" y="23374"/>
                </a:cubicBezTo>
                <a:lnTo>
                  <a:pt x="309039" y="23374"/>
                </a:lnTo>
                <a:lnTo>
                  <a:pt x="309039" y="0"/>
                </a:lnTo>
                <a:lnTo>
                  <a:pt x="227400" y="0"/>
                </a:lnTo>
                <a:cubicBezTo>
                  <a:pt x="223228" y="0"/>
                  <a:pt x="219056" y="114"/>
                  <a:pt x="214941" y="343"/>
                </a:cubicBezTo>
                <a:lnTo>
                  <a:pt x="216199" y="23660"/>
                </a:lnTo>
                <a:moveTo>
                  <a:pt x="379133" y="23374"/>
                </a:moveTo>
                <a:lnTo>
                  <a:pt x="472602" y="23374"/>
                </a:lnTo>
                <a:lnTo>
                  <a:pt x="472602" y="0"/>
                </a:lnTo>
                <a:lnTo>
                  <a:pt x="379133" y="0"/>
                </a:lnTo>
                <a:lnTo>
                  <a:pt x="379133" y="23374"/>
                </a:lnTo>
                <a:moveTo>
                  <a:pt x="542725" y="23374"/>
                </a:moveTo>
                <a:lnTo>
                  <a:pt x="636165" y="23374"/>
                </a:lnTo>
                <a:lnTo>
                  <a:pt x="636165" y="0"/>
                </a:lnTo>
                <a:lnTo>
                  <a:pt x="542725" y="0"/>
                </a:lnTo>
                <a:lnTo>
                  <a:pt x="542725" y="23374"/>
                </a:lnTo>
                <a:moveTo>
                  <a:pt x="706289" y="23374"/>
                </a:moveTo>
                <a:lnTo>
                  <a:pt x="799758" y="23374"/>
                </a:lnTo>
                <a:lnTo>
                  <a:pt x="799758" y="0"/>
                </a:lnTo>
                <a:lnTo>
                  <a:pt x="706289" y="0"/>
                </a:lnTo>
                <a:lnTo>
                  <a:pt x="706289" y="23374"/>
                </a:lnTo>
                <a:moveTo>
                  <a:pt x="869851" y="23374"/>
                </a:moveTo>
                <a:lnTo>
                  <a:pt x="963321" y="23374"/>
                </a:lnTo>
                <a:lnTo>
                  <a:pt x="963321" y="0"/>
                </a:lnTo>
                <a:lnTo>
                  <a:pt x="869851" y="0"/>
                </a:lnTo>
                <a:lnTo>
                  <a:pt x="869851" y="23374"/>
                </a:lnTo>
                <a:moveTo>
                  <a:pt x="1033414" y="23374"/>
                </a:moveTo>
                <a:lnTo>
                  <a:pt x="1126885" y="23374"/>
                </a:lnTo>
                <a:lnTo>
                  <a:pt x="1126885" y="0"/>
                </a:lnTo>
                <a:lnTo>
                  <a:pt x="1033414" y="0"/>
                </a:lnTo>
                <a:lnTo>
                  <a:pt x="1033414" y="23374"/>
                </a:lnTo>
                <a:moveTo>
                  <a:pt x="1197007" y="23374"/>
                </a:moveTo>
                <a:lnTo>
                  <a:pt x="1290476" y="23374"/>
                </a:lnTo>
                <a:lnTo>
                  <a:pt x="1290476" y="0"/>
                </a:lnTo>
                <a:lnTo>
                  <a:pt x="1197007" y="0"/>
                </a:lnTo>
                <a:lnTo>
                  <a:pt x="1197007" y="23374"/>
                </a:lnTo>
                <a:moveTo>
                  <a:pt x="1360570" y="23374"/>
                </a:moveTo>
                <a:lnTo>
                  <a:pt x="1454039" y="23374"/>
                </a:lnTo>
                <a:lnTo>
                  <a:pt x="1454039" y="0"/>
                </a:lnTo>
                <a:lnTo>
                  <a:pt x="1360570" y="0"/>
                </a:lnTo>
                <a:lnTo>
                  <a:pt x="1360570" y="23374"/>
                </a:lnTo>
                <a:moveTo>
                  <a:pt x="1521877" y="26575"/>
                </a:moveTo>
                <a:cubicBezTo>
                  <a:pt x="1550966" y="31804"/>
                  <a:pt x="1578626" y="43320"/>
                  <a:pt x="1602828" y="60293"/>
                </a:cubicBezTo>
                <a:lnTo>
                  <a:pt x="1616259" y="41148"/>
                </a:lnTo>
                <a:cubicBezTo>
                  <a:pt x="1589256" y="22232"/>
                  <a:pt x="1558452" y="9430"/>
                  <a:pt x="1525991" y="3572"/>
                </a:cubicBezTo>
                <a:lnTo>
                  <a:pt x="1521877" y="26575"/>
                </a:lnTo>
                <a:moveTo>
                  <a:pt x="1650063" y="106413"/>
                </a:moveTo>
                <a:cubicBezTo>
                  <a:pt x="1667637" y="130245"/>
                  <a:pt x="1679782" y="157620"/>
                  <a:pt x="1685669" y="186566"/>
                </a:cubicBezTo>
                <a:lnTo>
                  <a:pt x="1708556" y="181909"/>
                </a:lnTo>
                <a:cubicBezTo>
                  <a:pt x="1701984" y="149619"/>
                  <a:pt x="1688468" y="119129"/>
                  <a:pt x="1668894" y="92555"/>
                </a:cubicBezTo>
                <a:lnTo>
                  <a:pt x="1650063" y="106413"/>
                </a:lnTo>
                <a:moveTo>
                  <a:pt x="1689811" y="254032"/>
                </a:moveTo>
                <a:lnTo>
                  <a:pt x="1689811" y="347501"/>
                </a:lnTo>
                <a:lnTo>
                  <a:pt x="1713157" y="347501"/>
                </a:lnTo>
                <a:lnTo>
                  <a:pt x="1713157" y="254032"/>
                </a:lnTo>
                <a:lnTo>
                  <a:pt x="1689811" y="254032"/>
                </a:lnTo>
                <a:moveTo>
                  <a:pt x="1689811" y="417595"/>
                </a:moveTo>
                <a:lnTo>
                  <a:pt x="1689811" y="511064"/>
                </a:lnTo>
                <a:lnTo>
                  <a:pt x="1713157" y="511064"/>
                </a:lnTo>
                <a:lnTo>
                  <a:pt x="1713157" y="417595"/>
                </a:lnTo>
                <a:lnTo>
                  <a:pt x="1689811" y="417595"/>
                </a:lnTo>
                <a:moveTo>
                  <a:pt x="1689811" y="581158"/>
                </a:moveTo>
                <a:lnTo>
                  <a:pt x="1689811" y="674627"/>
                </a:lnTo>
                <a:lnTo>
                  <a:pt x="1713157" y="674627"/>
                </a:lnTo>
                <a:lnTo>
                  <a:pt x="1713157" y="581158"/>
                </a:lnTo>
                <a:lnTo>
                  <a:pt x="1689811" y="581158"/>
                </a:lnTo>
                <a:moveTo>
                  <a:pt x="1689811" y="744750"/>
                </a:moveTo>
                <a:lnTo>
                  <a:pt x="1689811" y="838190"/>
                </a:lnTo>
                <a:lnTo>
                  <a:pt x="1713157" y="838190"/>
                </a:lnTo>
                <a:lnTo>
                  <a:pt x="1713157" y="744750"/>
                </a:lnTo>
                <a:lnTo>
                  <a:pt x="1689811" y="744750"/>
                </a:lnTo>
                <a:moveTo>
                  <a:pt x="1689811" y="908314"/>
                </a:moveTo>
                <a:lnTo>
                  <a:pt x="1689811" y="1001783"/>
                </a:lnTo>
                <a:lnTo>
                  <a:pt x="1713157" y="1001783"/>
                </a:lnTo>
                <a:lnTo>
                  <a:pt x="1713157" y="908314"/>
                </a:lnTo>
                <a:lnTo>
                  <a:pt x="1689811" y="908314"/>
                </a:lnTo>
                <a:moveTo>
                  <a:pt x="1689811" y="1071877"/>
                </a:moveTo>
                <a:lnTo>
                  <a:pt x="1689811" y="1090193"/>
                </a:lnTo>
                <a:cubicBezTo>
                  <a:pt x="1689811" y="1114682"/>
                  <a:pt x="1685496" y="1138114"/>
                  <a:pt x="1677609" y="1159888"/>
                </a:cubicBezTo>
                <a:lnTo>
                  <a:pt x="1699555" y="1167832"/>
                </a:lnTo>
                <a:cubicBezTo>
                  <a:pt x="1708357" y="1143600"/>
                  <a:pt x="1713157" y="1117425"/>
                  <a:pt x="1713157" y="1090193"/>
                </a:cubicBezTo>
                <a:lnTo>
                  <a:pt x="1713157" y="1071877"/>
                </a:lnTo>
                <a:lnTo>
                  <a:pt x="1689811" y="1071877"/>
                </a:lnTo>
                <a:moveTo>
                  <a:pt x="1645291" y="1217409"/>
                </a:moveTo>
                <a:cubicBezTo>
                  <a:pt x="1626918" y="1240384"/>
                  <a:pt x="1603686" y="1259329"/>
                  <a:pt x="1577169" y="1272645"/>
                </a:cubicBezTo>
                <a:lnTo>
                  <a:pt x="1587657" y="1293533"/>
                </a:lnTo>
                <a:cubicBezTo>
                  <a:pt x="1617231" y="1278674"/>
                  <a:pt x="1643092" y="1257586"/>
                  <a:pt x="1663550" y="1231983"/>
                </a:cubicBezTo>
                <a:lnTo>
                  <a:pt x="1645291" y="1217409"/>
                </a:lnTo>
                <a:moveTo>
                  <a:pt x="1514189" y="1292247"/>
                </a:moveTo>
                <a:cubicBezTo>
                  <a:pt x="1504902" y="1293533"/>
                  <a:pt x="1495416" y="1294191"/>
                  <a:pt x="1485787" y="1294191"/>
                </a:cubicBezTo>
                <a:lnTo>
                  <a:pt x="1422407" y="1294191"/>
                </a:lnTo>
                <a:lnTo>
                  <a:pt x="1422407" y="1317565"/>
                </a:lnTo>
                <a:lnTo>
                  <a:pt x="1485787" y="1317565"/>
                </a:lnTo>
                <a:cubicBezTo>
                  <a:pt x="1496502" y="1317565"/>
                  <a:pt x="1507045" y="1316822"/>
                  <a:pt x="1517389" y="1315393"/>
                </a:cubicBezTo>
                <a:lnTo>
                  <a:pt x="1514189" y="1292247"/>
                </a:lnTo>
                <a:moveTo>
                  <a:pt x="1352312" y="1294191"/>
                </a:moveTo>
                <a:lnTo>
                  <a:pt x="1258844" y="1294191"/>
                </a:lnTo>
                <a:lnTo>
                  <a:pt x="1258844" y="1317565"/>
                </a:lnTo>
                <a:lnTo>
                  <a:pt x="1352312" y="1317565"/>
                </a:lnTo>
                <a:lnTo>
                  <a:pt x="1352312" y="1294191"/>
                </a:lnTo>
                <a:moveTo>
                  <a:pt x="1188749" y="1294191"/>
                </a:moveTo>
                <a:lnTo>
                  <a:pt x="1095280" y="1294191"/>
                </a:lnTo>
                <a:lnTo>
                  <a:pt x="1095280" y="1317565"/>
                </a:lnTo>
                <a:lnTo>
                  <a:pt x="1188749" y="1317565"/>
                </a:lnTo>
                <a:lnTo>
                  <a:pt x="1188749" y="1294191"/>
                </a:lnTo>
                <a:moveTo>
                  <a:pt x="1025186" y="1294191"/>
                </a:moveTo>
                <a:lnTo>
                  <a:pt x="931717" y="1294191"/>
                </a:lnTo>
                <a:lnTo>
                  <a:pt x="931717" y="1317565"/>
                </a:lnTo>
                <a:lnTo>
                  <a:pt x="1025186" y="1317565"/>
                </a:lnTo>
                <a:lnTo>
                  <a:pt x="1025186" y="1294191"/>
                </a:lnTo>
                <a:moveTo>
                  <a:pt x="861622" y="1294191"/>
                </a:moveTo>
                <a:lnTo>
                  <a:pt x="768124" y="1294191"/>
                </a:lnTo>
                <a:lnTo>
                  <a:pt x="768124" y="1317565"/>
                </a:lnTo>
                <a:lnTo>
                  <a:pt x="861622" y="1317565"/>
                </a:lnTo>
                <a:lnTo>
                  <a:pt x="861622" y="1294191"/>
                </a:lnTo>
                <a:moveTo>
                  <a:pt x="698030" y="1294191"/>
                </a:moveTo>
                <a:lnTo>
                  <a:pt x="604562" y="1294191"/>
                </a:lnTo>
                <a:lnTo>
                  <a:pt x="604562" y="1317565"/>
                </a:lnTo>
                <a:lnTo>
                  <a:pt x="698030" y="1317565"/>
                </a:lnTo>
                <a:lnTo>
                  <a:pt x="698030" y="1294191"/>
                </a:lnTo>
                <a:moveTo>
                  <a:pt x="534467" y="1294191"/>
                </a:moveTo>
                <a:lnTo>
                  <a:pt x="440998" y="1294191"/>
                </a:lnTo>
                <a:lnTo>
                  <a:pt x="440998" y="1317565"/>
                </a:lnTo>
                <a:lnTo>
                  <a:pt x="534467" y="1317565"/>
                </a:lnTo>
                <a:lnTo>
                  <a:pt x="534467" y="1294191"/>
                </a:lnTo>
                <a:moveTo>
                  <a:pt x="370904" y="1294191"/>
                </a:moveTo>
                <a:lnTo>
                  <a:pt x="277435" y="1294191"/>
                </a:lnTo>
                <a:lnTo>
                  <a:pt x="277435" y="1317565"/>
                </a:lnTo>
                <a:lnTo>
                  <a:pt x="370904" y="1317565"/>
                </a:lnTo>
                <a:lnTo>
                  <a:pt x="370904" y="1294191"/>
                </a:lnTo>
                <a:moveTo>
                  <a:pt x="208426" y="1293333"/>
                </a:moveTo>
                <a:cubicBezTo>
                  <a:pt x="178194" y="1290562"/>
                  <a:pt x="149905" y="1281160"/>
                  <a:pt x="124930" y="1266644"/>
                </a:cubicBezTo>
                <a:lnTo>
                  <a:pt x="113158" y="1286847"/>
                </a:lnTo>
                <a:cubicBezTo>
                  <a:pt x="140990" y="1303049"/>
                  <a:pt x="172593" y="1313478"/>
                  <a:pt x="206284" y="1316593"/>
                </a:cubicBezTo>
                <a:lnTo>
                  <a:pt x="208426" y="1293333"/>
                </a:lnTo>
                <a:moveTo>
                  <a:pt x="73952" y="1224667"/>
                </a:moveTo>
                <a:cubicBezTo>
                  <a:pt x="54693" y="1202750"/>
                  <a:pt x="40091" y="1176604"/>
                  <a:pt x="31633" y="1147858"/>
                </a:cubicBezTo>
                <a:lnTo>
                  <a:pt x="9230" y="1154459"/>
                </a:lnTo>
                <a:cubicBezTo>
                  <a:pt x="18660" y="1186520"/>
                  <a:pt x="34948" y="1215609"/>
                  <a:pt x="56407" y="1240098"/>
                </a:cubicBezTo>
                <a:lnTo>
                  <a:pt x="73981" y="1224667"/>
                </a:lnTo>
                <a:lnTo>
                  <a:pt x="73952" y="1224667"/>
                </a:lnTo>
                <a:moveTo>
                  <a:pt x="23375" y="1081907"/>
                </a:moveTo>
                <a:lnTo>
                  <a:pt x="23375" y="988466"/>
                </a:lnTo>
                <a:lnTo>
                  <a:pt x="0" y="988466"/>
                </a:lnTo>
                <a:lnTo>
                  <a:pt x="0" y="1081907"/>
                </a:lnTo>
                <a:lnTo>
                  <a:pt x="23375" y="1081907"/>
                </a:lnTo>
                <a:moveTo>
                  <a:pt x="23375" y="918344"/>
                </a:moveTo>
                <a:lnTo>
                  <a:pt x="23375" y="824875"/>
                </a:lnTo>
                <a:lnTo>
                  <a:pt x="0" y="824875"/>
                </a:lnTo>
                <a:lnTo>
                  <a:pt x="0" y="918344"/>
                </a:lnTo>
                <a:lnTo>
                  <a:pt x="23375" y="918344"/>
                </a:lnTo>
                <a:moveTo>
                  <a:pt x="23375" y="754780"/>
                </a:moveTo>
                <a:lnTo>
                  <a:pt x="23375" y="661311"/>
                </a:lnTo>
                <a:lnTo>
                  <a:pt x="0" y="661311"/>
                </a:lnTo>
                <a:lnTo>
                  <a:pt x="0" y="754780"/>
                </a:lnTo>
                <a:lnTo>
                  <a:pt x="23375" y="754780"/>
                </a:lnTo>
                <a:moveTo>
                  <a:pt x="23375" y="591217"/>
                </a:moveTo>
                <a:lnTo>
                  <a:pt x="23375" y="497748"/>
                </a:lnTo>
                <a:lnTo>
                  <a:pt x="0" y="497748"/>
                </a:lnTo>
                <a:lnTo>
                  <a:pt x="0" y="591217"/>
                </a:lnTo>
                <a:lnTo>
                  <a:pt x="23375" y="591217"/>
                </a:lnTo>
                <a:moveTo>
                  <a:pt x="23375" y="427654"/>
                </a:moveTo>
                <a:lnTo>
                  <a:pt x="23375" y="334185"/>
                </a:lnTo>
                <a:lnTo>
                  <a:pt x="0" y="334185"/>
                </a:lnTo>
                <a:lnTo>
                  <a:pt x="0" y="427654"/>
                </a:lnTo>
                <a:lnTo>
                  <a:pt x="23375" y="427654"/>
                </a:lnTo>
                <a:moveTo>
                  <a:pt x="23375" y="264062"/>
                </a:moveTo>
                <a:lnTo>
                  <a:pt x="23375" y="227400"/>
                </a:lnTo>
                <a:cubicBezTo>
                  <a:pt x="23375" y="196767"/>
                  <a:pt x="30090" y="167792"/>
                  <a:pt x="42148" y="141732"/>
                </a:cubicBezTo>
                <a:lnTo>
                  <a:pt x="20946" y="131902"/>
                </a:lnTo>
                <a:cubicBezTo>
                  <a:pt x="7487" y="160963"/>
                  <a:pt x="0" y="193339"/>
                  <a:pt x="0" y="227400"/>
                </a:cubicBezTo>
                <a:lnTo>
                  <a:pt x="0" y="264062"/>
                </a:lnTo>
                <a:lnTo>
                  <a:pt x="23375" y="264062"/>
                </a:lnTo>
              </a:path>
            </a:pathLst>
          </a:custGeom>
          <a:solidFill xmlns:a="http://schemas.openxmlformats.org/drawingml/2006/main">
            <a:srgbClr val="D4A3BB"/>
          </a:solidFill>
          <a:ln xmlns:a="http://schemas.openxmlformats.org/drawingml/2006/main" w="0">
            <a:noFill/>
            <a:prstDash val="solid"/>
          </a:ln>
        </p:spPr>
      </p:sp>
      <p:sp>
        <p:nvSpPr>
          <p:cNvPr id="194" name="pdf-path-224">
            <a:extLst xmlns:a="http://schemas.openxmlformats.org/drawingml/2006/main">
              <a:ext uri="{FF2B5EF4-FFF2-40B4-BE49-F238E27FC236}">
                <a16:creationId xmlns:a16="http://schemas.microsoft.com/office/drawing/2014/main" id="{2266A5A3-83BF-4C26-BB3F-913D9982ACDB}"/>
              </a:ext>
            </a:extLst>
          </p:cNvPr>
          <p:cNvSpPr>
            <a:spLocks xmlns:a="http://schemas.openxmlformats.org/drawingml/2006/main" noGrp="1"/>
          </p:cNvSpPr>
          <p:nvPr/>
        </p:nvSpPr>
        <p:spPr>
          <a:xfrm xmlns:a="http://schemas.openxmlformats.org/drawingml/2006/main" rot="0">
            <a:off x="12870923" y="1547480"/>
            <a:ext cx="232572" cy="181794"/>
          </a:xfrm>
          <a:custGeom xmlns:a="http://schemas.openxmlformats.org/drawingml/2006/main">
            <a:pathLst>
              <a:path w="232572" h="181794">
                <a:moveTo>
                  <a:pt x="90897" y="0"/>
                </a:moveTo>
                <a:lnTo>
                  <a:pt x="141674" y="0"/>
                </a:lnTo>
                <a:cubicBezTo>
                  <a:pt x="165763" y="0"/>
                  <a:pt x="188909" y="9573"/>
                  <a:pt x="205940" y="26603"/>
                </a:cubicBezTo>
                <a:cubicBezTo>
                  <a:pt x="222999" y="43663"/>
                  <a:pt x="232572" y="66780"/>
                  <a:pt x="232572" y="90897"/>
                </a:cubicBezTo>
                <a:lnTo>
                  <a:pt x="232572" y="181794"/>
                </a:lnTo>
                <a:lnTo>
                  <a:pt x="0" y="181794"/>
                </a:lnTo>
                <a:lnTo>
                  <a:pt x="0" y="90897"/>
                </a:lnTo>
                <a:cubicBezTo>
                  <a:pt x="0" y="40691"/>
                  <a:pt x="40691" y="0"/>
                  <a:pt x="90897" y="0"/>
                </a:cubicBezTo>
              </a:path>
            </a:pathLst>
          </a:custGeom>
          <a:solidFill xmlns:a="http://schemas.openxmlformats.org/drawingml/2006/main">
            <a:srgbClr val="231F20"/>
          </a:solidFill>
          <a:ln xmlns:a="http://schemas.openxmlformats.org/drawingml/2006/main" w="0">
            <a:noFill/>
            <a:prstDash val="solid"/>
          </a:ln>
        </p:spPr>
      </p:sp>
      <p:sp>
        <p:nvSpPr>
          <p:cNvPr id="195" name="pdf-path-225">
            <a:extLst xmlns:a="http://schemas.openxmlformats.org/drawingml/2006/main">
              <a:ext uri="{FF2B5EF4-FFF2-40B4-BE49-F238E27FC236}">
                <a16:creationId xmlns:a16="http://schemas.microsoft.com/office/drawing/2014/main" id="{F269DC25-8507-415B-AD0B-57E59635C4EB}"/>
              </a:ext>
            </a:extLst>
          </p:cNvPr>
          <p:cNvSpPr>
            <a:spLocks xmlns:a="http://schemas.openxmlformats.org/drawingml/2006/main" noGrp="1"/>
          </p:cNvSpPr>
          <p:nvPr/>
        </p:nvSpPr>
        <p:spPr>
          <a:xfrm xmlns:a="http://schemas.openxmlformats.org/drawingml/2006/main" rot="0">
            <a:off x="13215250" y="1140286"/>
            <a:ext cx="135445" cy="195767"/>
          </a:xfrm>
          <a:custGeom xmlns:a="http://schemas.openxmlformats.org/drawingml/2006/main">
            <a:pathLst>
              <a:path w="135445" h="195767">
                <a:moveTo>
                  <a:pt x="42692" y="0"/>
                </a:moveTo>
                <a:lnTo>
                  <a:pt x="135445" y="22060"/>
                </a:lnTo>
                <a:lnTo>
                  <a:pt x="92755" y="195767"/>
                </a:lnTo>
                <a:lnTo>
                  <a:pt x="0" y="173679"/>
                </a:lnTo>
              </a:path>
            </a:pathLst>
          </a:custGeom>
          <a:solidFill xmlns:a="http://schemas.openxmlformats.org/drawingml/2006/main">
            <a:srgbClr val="231F20"/>
          </a:solidFill>
          <a:ln xmlns:a="http://schemas.openxmlformats.org/drawingml/2006/main" w="0">
            <a:noFill/>
            <a:prstDash val="solid"/>
          </a:ln>
        </p:spPr>
      </p:sp>
      <p:sp>
        <p:nvSpPr>
          <p:cNvPr id="196" name="pdf-path-226">
            <a:extLst xmlns:a="http://schemas.openxmlformats.org/drawingml/2006/main">
              <a:ext uri="{FF2B5EF4-FFF2-40B4-BE49-F238E27FC236}">
                <a16:creationId xmlns:a16="http://schemas.microsoft.com/office/drawing/2014/main" id="{E039F6AA-B9E0-42CB-A974-BEC2A6E9C8B9}"/>
              </a:ext>
            </a:extLst>
          </p:cNvPr>
          <p:cNvSpPr>
            <a:spLocks xmlns:a="http://schemas.openxmlformats.org/drawingml/2006/main" noGrp="1"/>
          </p:cNvSpPr>
          <p:nvPr/>
        </p:nvSpPr>
        <p:spPr>
          <a:xfrm xmlns:a="http://schemas.openxmlformats.org/drawingml/2006/main" rot="0">
            <a:off x="13275030" y="1117311"/>
            <a:ext cx="183622" cy="118129"/>
          </a:xfrm>
          <a:custGeom xmlns:a="http://schemas.openxmlformats.org/drawingml/2006/main">
            <a:pathLst>
              <a:path w="183622" h="118129">
                <a:moveTo>
                  <a:pt x="164477" y="0"/>
                </a:moveTo>
                <a:lnTo>
                  <a:pt x="183622" y="39005"/>
                </a:lnTo>
                <a:lnTo>
                  <a:pt x="19145" y="118129"/>
                </a:lnTo>
                <a:lnTo>
                  <a:pt x="0" y="79124"/>
                </a:lnTo>
              </a:path>
            </a:pathLst>
          </a:custGeom>
          <a:solidFill xmlns:a="http://schemas.openxmlformats.org/drawingml/2006/main">
            <a:srgbClr val="231F20"/>
          </a:solidFill>
          <a:ln xmlns:a="http://schemas.openxmlformats.org/drawingml/2006/main" w="0">
            <a:noFill/>
            <a:prstDash val="solid"/>
          </a:ln>
        </p:spPr>
      </p:sp>
      <p:sp>
        <p:nvSpPr>
          <p:cNvPr id="197" name="pdf-path-227">
            <a:extLst xmlns:a="http://schemas.openxmlformats.org/drawingml/2006/main">
              <a:ext uri="{FF2B5EF4-FFF2-40B4-BE49-F238E27FC236}">
                <a16:creationId xmlns:a16="http://schemas.microsoft.com/office/drawing/2014/main" id="{99BA0C84-B6B7-41D1-BE27-91CD20672C78}"/>
              </a:ext>
            </a:extLst>
          </p:cNvPr>
          <p:cNvSpPr>
            <a:spLocks xmlns:a="http://schemas.openxmlformats.org/drawingml/2006/main" noGrp="1"/>
          </p:cNvSpPr>
          <p:nvPr/>
        </p:nvSpPr>
        <p:spPr>
          <a:xfrm xmlns:a="http://schemas.openxmlformats.org/drawingml/2006/main" rot="0">
            <a:off x="13415847" y="1117111"/>
            <a:ext cx="181794" cy="119215"/>
          </a:xfrm>
          <a:custGeom xmlns:a="http://schemas.openxmlformats.org/drawingml/2006/main">
            <a:pathLst>
              <a:path w="181794" h="119215">
                <a:moveTo>
                  <a:pt x="181794" y="79839"/>
                </a:moveTo>
                <a:lnTo>
                  <a:pt x="161906" y="119215"/>
                </a:lnTo>
                <a:lnTo>
                  <a:pt x="0" y="39376"/>
                </a:lnTo>
                <a:lnTo>
                  <a:pt x="19860" y="0"/>
                </a:lnTo>
              </a:path>
            </a:pathLst>
          </a:custGeom>
          <a:solidFill xmlns:a="http://schemas.openxmlformats.org/drawingml/2006/main">
            <a:srgbClr val="231F20"/>
          </a:solidFill>
          <a:ln xmlns:a="http://schemas.openxmlformats.org/drawingml/2006/main" w="0">
            <a:noFill/>
            <a:prstDash val="solid"/>
          </a:ln>
        </p:spPr>
      </p:sp>
      <p:sp>
        <p:nvSpPr>
          <p:cNvPr id="198" name="pdf-path-231">
            <a:extLst xmlns:a="http://schemas.openxmlformats.org/drawingml/2006/main">
              <a:ext uri="{FF2B5EF4-FFF2-40B4-BE49-F238E27FC236}">
                <a16:creationId xmlns:a16="http://schemas.microsoft.com/office/drawing/2014/main" id="{CA912CC7-730C-49A0-AF41-339ED1F8E906}"/>
              </a:ext>
            </a:extLst>
          </p:cNvPr>
          <p:cNvSpPr>
            <a:spLocks xmlns:a="http://schemas.openxmlformats.org/drawingml/2006/main" noGrp="1"/>
          </p:cNvSpPr>
          <p:nvPr/>
        </p:nvSpPr>
        <p:spPr>
          <a:xfrm xmlns:a="http://schemas.openxmlformats.org/drawingml/2006/main" rot="0">
            <a:off x="6796849" y="5916082"/>
            <a:ext cx="1544965" cy="260890"/>
          </a:xfrm>
          <a:custGeom xmlns:a="http://schemas.openxmlformats.org/drawingml/2006/main">
            <a:pathLst>
              <a:path w="1544965" h="260890">
                <a:moveTo>
                  <a:pt x="1544965" y="260890"/>
                </a:moveTo>
                <a:lnTo>
                  <a:pt x="0" y="260890"/>
                </a:lnTo>
                <a:lnTo>
                  <a:pt x="0" y="26832"/>
                </a:lnTo>
                <a:cubicBezTo>
                  <a:pt x="1029" y="26861"/>
                  <a:pt x="2029" y="26861"/>
                  <a:pt x="3058" y="26861"/>
                </a:cubicBezTo>
                <a:lnTo>
                  <a:pt x="1117083" y="26861"/>
                </a:lnTo>
                <a:cubicBezTo>
                  <a:pt x="1159831" y="26861"/>
                  <a:pt x="1200351" y="17231"/>
                  <a:pt x="1236584" y="0"/>
                </a:cubicBezTo>
                <a:lnTo>
                  <a:pt x="1486844" y="0"/>
                </a:lnTo>
                <a:lnTo>
                  <a:pt x="1486844" y="886"/>
                </a:lnTo>
                <a:cubicBezTo>
                  <a:pt x="1486844" y="93898"/>
                  <a:pt x="1507704" y="182023"/>
                  <a:pt x="1544965" y="260890"/>
                </a:cubicBezTo>
              </a:path>
            </a:pathLst>
          </a:custGeom>
          <a:solidFill xmlns:a="http://schemas.openxmlformats.org/drawingml/2006/main">
            <a:srgbClr val="FFFFFF"/>
          </a:solidFill>
          <a:ln xmlns:a="http://schemas.openxmlformats.org/drawingml/2006/main" w="0">
            <a:noFill/>
            <a:prstDash val="solid"/>
          </a:ln>
        </p:spPr>
      </p:sp>
      <p:sp>
        <p:nvSpPr>
          <p:cNvPr id="199" name="pdf-path-233">
            <a:extLst xmlns:a="http://schemas.openxmlformats.org/drawingml/2006/main">
              <a:ext uri="{FF2B5EF4-FFF2-40B4-BE49-F238E27FC236}">
                <a16:creationId xmlns:a16="http://schemas.microsoft.com/office/drawing/2014/main" id="{EE44005E-55AA-4CBF-BD07-B6507A514972}"/>
              </a:ext>
            </a:extLst>
          </p:cNvPr>
          <p:cNvSpPr>
            <a:spLocks xmlns:a="http://schemas.openxmlformats.org/drawingml/2006/main" noGrp="1"/>
          </p:cNvSpPr>
          <p:nvPr/>
        </p:nvSpPr>
        <p:spPr>
          <a:xfrm xmlns:a="http://schemas.openxmlformats.org/drawingml/2006/main" rot="0">
            <a:off x="560384" y="3554245"/>
            <a:ext cx="83896" cy="76895"/>
          </a:xfrm>
          <a:custGeom xmlns:a="http://schemas.openxmlformats.org/drawingml/2006/main">
            <a:pathLst>
              <a:path w="83896" h="76895">
                <a:moveTo>
                  <a:pt x="0" y="38462"/>
                </a:moveTo>
                <a:cubicBezTo>
                  <a:pt x="0" y="17231"/>
                  <a:pt x="18774" y="0"/>
                  <a:pt x="41948" y="0"/>
                </a:cubicBezTo>
                <a:cubicBezTo>
                  <a:pt x="65122" y="0"/>
                  <a:pt x="83896" y="17231"/>
                  <a:pt x="83896" y="38462"/>
                </a:cubicBezTo>
                <a:cubicBezTo>
                  <a:pt x="83896" y="59693"/>
                  <a:pt x="65122" y="76895"/>
                  <a:pt x="41948" y="76895"/>
                </a:cubicBezTo>
                <a:cubicBezTo>
                  <a:pt x="18774" y="76895"/>
                  <a:pt x="0" y="59693"/>
                  <a:pt x="0" y="38462"/>
                </a:cubicBezTo>
              </a:path>
            </a:pathLst>
          </a:custGeom>
          <a:solidFill xmlns:a="http://schemas.openxmlformats.org/drawingml/2006/main">
            <a:srgbClr val="ED1C24"/>
          </a:solidFill>
          <a:ln xmlns:a="http://schemas.openxmlformats.org/drawingml/2006/main" w="0">
            <a:noFill/>
            <a:prstDash val="solid"/>
          </a:ln>
        </p:spPr>
      </p:sp>
      <p:sp>
        <p:nvSpPr>
          <p:cNvPr id="200" name="pdf-path-234">
            <a:extLst xmlns:a="http://schemas.openxmlformats.org/drawingml/2006/main">
              <a:ext uri="{FF2B5EF4-FFF2-40B4-BE49-F238E27FC236}">
                <a16:creationId xmlns:a16="http://schemas.microsoft.com/office/drawing/2014/main" id="{1BCD8CE6-0FF9-49B3-8058-43A2BFD84ED8}"/>
              </a:ext>
            </a:extLst>
          </p:cNvPr>
          <p:cNvSpPr>
            <a:spLocks xmlns:a="http://schemas.openxmlformats.org/drawingml/2006/main" noGrp="1"/>
          </p:cNvSpPr>
          <p:nvPr/>
        </p:nvSpPr>
        <p:spPr>
          <a:xfrm xmlns:a="http://schemas.openxmlformats.org/drawingml/2006/main" rot="0">
            <a:off x="2362524" y="3554245"/>
            <a:ext cx="83896" cy="76895"/>
          </a:xfrm>
          <a:custGeom xmlns:a="http://schemas.openxmlformats.org/drawingml/2006/main">
            <a:pathLst>
              <a:path w="83896" h="76895">
                <a:moveTo>
                  <a:pt x="0" y="38462"/>
                </a:moveTo>
                <a:cubicBezTo>
                  <a:pt x="0" y="17231"/>
                  <a:pt x="18774" y="0"/>
                  <a:pt x="41948" y="0"/>
                </a:cubicBezTo>
                <a:cubicBezTo>
                  <a:pt x="65094" y="0"/>
                  <a:pt x="83896" y="17231"/>
                  <a:pt x="83896" y="38462"/>
                </a:cubicBezTo>
                <a:cubicBezTo>
                  <a:pt x="83896" y="59693"/>
                  <a:pt x="65094" y="76895"/>
                  <a:pt x="41948" y="76895"/>
                </a:cubicBezTo>
                <a:cubicBezTo>
                  <a:pt x="18774" y="76895"/>
                  <a:pt x="0" y="59693"/>
                  <a:pt x="0" y="38462"/>
                </a:cubicBezTo>
              </a:path>
            </a:pathLst>
          </a:custGeom>
          <a:solidFill xmlns:a="http://schemas.openxmlformats.org/drawingml/2006/main">
            <a:srgbClr val="ED1C24"/>
          </a:solidFill>
          <a:ln xmlns:a="http://schemas.openxmlformats.org/drawingml/2006/main" w="0">
            <a:noFill/>
            <a:prstDash val="solid"/>
          </a:ln>
        </p:spPr>
      </p:sp>
      <p:sp>
        <p:nvSpPr>
          <p:cNvPr id="201" name="pdf-path-240">
            <a:extLst xmlns:a="http://schemas.openxmlformats.org/drawingml/2006/main">
              <a:ext uri="{FF2B5EF4-FFF2-40B4-BE49-F238E27FC236}">
                <a16:creationId xmlns:a16="http://schemas.microsoft.com/office/drawing/2014/main" id="{E2B31F23-5F04-4B06-9EBF-60C682DCF8C5}"/>
              </a:ext>
            </a:extLst>
          </p:cNvPr>
          <p:cNvSpPr>
            <a:spLocks xmlns:a="http://schemas.openxmlformats.org/drawingml/2006/main" noGrp="1"/>
          </p:cNvSpPr>
          <p:nvPr/>
        </p:nvSpPr>
        <p:spPr>
          <a:xfrm xmlns:a="http://schemas.openxmlformats.org/drawingml/2006/main" rot="0">
            <a:off x="9819856" y="5030285"/>
            <a:ext cx="235800" cy="528323"/>
          </a:xfrm>
          <a:custGeom xmlns:a="http://schemas.openxmlformats.org/drawingml/2006/main">
            <a:pathLst>
              <a:path w="235800" h="528323">
                <a:moveTo>
                  <a:pt x="59836" y="516636"/>
                </a:moveTo>
                <a:cubicBezTo>
                  <a:pt x="45148" y="516636"/>
                  <a:pt x="32033" y="510092"/>
                  <a:pt x="23174" y="499719"/>
                </a:cubicBezTo>
                <a:lnTo>
                  <a:pt x="14288" y="507292"/>
                </a:lnTo>
                <a:cubicBezTo>
                  <a:pt x="25232" y="520150"/>
                  <a:pt x="41605" y="528323"/>
                  <a:pt x="59836" y="528323"/>
                </a:cubicBezTo>
                <a:lnTo>
                  <a:pt x="59836" y="516636"/>
                </a:lnTo>
                <a:moveTo>
                  <a:pt x="11773" y="471202"/>
                </a:moveTo>
                <a:lnTo>
                  <a:pt x="11687" y="468487"/>
                </a:lnTo>
                <a:lnTo>
                  <a:pt x="11687" y="424796"/>
                </a:lnTo>
                <a:lnTo>
                  <a:pt x="29" y="424796"/>
                </a:lnTo>
                <a:lnTo>
                  <a:pt x="29" y="468487"/>
                </a:lnTo>
                <a:lnTo>
                  <a:pt x="114" y="471859"/>
                </a:lnTo>
                <a:lnTo>
                  <a:pt x="11773" y="471202"/>
                </a:lnTo>
                <a:moveTo>
                  <a:pt x="11687" y="389763"/>
                </a:moveTo>
                <a:lnTo>
                  <a:pt x="11687" y="343015"/>
                </a:lnTo>
                <a:lnTo>
                  <a:pt x="29" y="343015"/>
                </a:lnTo>
                <a:lnTo>
                  <a:pt x="29" y="389763"/>
                </a:lnTo>
                <a:lnTo>
                  <a:pt x="11687" y="389763"/>
                </a:lnTo>
                <a:moveTo>
                  <a:pt x="11687" y="307953"/>
                </a:moveTo>
                <a:lnTo>
                  <a:pt x="11687" y="261233"/>
                </a:lnTo>
                <a:lnTo>
                  <a:pt x="29" y="261233"/>
                </a:lnTo>
                <a:lnTo>
                  <a:pt x="29" y="307953"/>
                </a:lnTo>
                <a:lnTo>
                  <a:pt x="11687" y="307953"/>
                </a:lnTo>
                <a:moveTo>
                  <a:pt x="11687" y="226171"/>
                </a:moveTo>
                <a:lnTo>
                  <a:pt x="11687" y="179451"/>
                </a:lnTo>
                <a:lnTo>
                  <a:pt x="29" y="179451"/>
                </a:lnTo>
                <a:lnTo>
                  <a:pt x="29" y="226171"/>
                </a:lnTo>
                <a:lnTo>
                  <a:pt x="11687" y="226171"/>
                </a:lnTo>
                <a:moveTo>
                  <a:pt x="11687" y="144389"/>
                </a:moveTo>
                <a:lnTo>
                  <a:pt x="11687" y="97669"/>
                </a:lnTo>
                <a:lnTo>
                  <a:pt x="29" y="97669"/>
                </a:lnTo>
                <a:lnTo>
                  <a:pt x="29" y="144389"/>
                </a:lnTo>
                <a:lnTo>
                  <a:pt x="11687" y="144389"/>
                </a:lnTo>
                <a:moveTo>
                  <a:pt x="11687" y="62608"/>
                </a:moveTo>
                <a:lnTo>
                  <a:pt x="11687" y="59836"/>
                </a:lnTo>
                <a:cubicBezTo>
                  <a:pt x="11687" y="46035"/>
                  <a:pt x="17488" y="33604"/>
                  <a:pt x="26774" y="24832"/>
                </a:cubicBezTo>
                <a:lnTo>
                  <a:pt x="18745" y="16345"/>
                </a:lnTo>
                <a:cubicBezTo>
                  <a:pt x="7229" y="27232"/>
                  <a:pt x="0" y="42720"/>
                  <a:pt x="29" y="59836"/>
                </a:cubicBezTo>
                <a:lnTo>
                  <a:pt x="29" y="62608"/>
                </a:lnTo>
                <a:lnTo>
                  <a:pt x="11687" y="62608"/>
                </a:lnTo>
                <a:moveTo>
                  <a:pt x="54635" y="11944"/>
                </a:moveTo>
                <a:lnTo>
                  <a:pt x="59836" y="11687"/>
                </a:lnTo>
                <a:lnTo>
                  <a:pt x="59836" y="0"/>
                </a:lnTo>
                <a:lnTo>
                  <a:pt x="53406" y="343"/>
                </a:lnTo>
                <a:lnTo>
                  <a:pt x="54635" y="11944"/>
                </a:lnTo>
                <a:moveTo>
                  <a:pt x="175965" y="11687"/>
                </a:moveTo>
                <a:cubicBezTo>
                  <a:pt x="188737" y="11687"/>
                  <a:pt x="200968" y="16745"/>
                  <a:pt x="209998" y="25775"/>
                </a:cubicBezTo>
                <a:lnTo>
                  <a:pt x="212627" y="28632"/>
                </a:lnTo>
                <a:lnTo>
                  <a:pt x="221513" y="21060"/>
                </a:lnTo>
                <a:lnTo>
                  <a:pt x="218256" y="17517"/>
                </a:lnTo>
                <a:cubicBezTo>
                  <a:pt x="207055" y="6287"/>
                  <a:pt x="191823" y="0"/>
                  <a:pt x="175965" y="0"/>
                </a:cubicBezTo>
                <a:lnTo>
                  <a:pt x="175965" y="11687"/>
                </a:lnTo>
                <a:moveTo>
                  <a:pt x="224057" y="57122"/>
                </a:moveTo>
                <a:lnTo>
                  <a:pt x="224113" y="59836"/>
                </a:lnTo>
                <a:lnTo>
                  <a:pt x="224113" y="103527"/>
                </a:lnTo>
                <a:lnTo>
                  <a:pt x="235800" y="103527"/>
                </a:lnTo>
                <a:lnTo>
                  <a:pt x="235800" y="59836"/>
                </a:lnTo>
                <a:lnTo>
                  <a:pt x="235715" y="56464"/>
                </a:lnTo>
                <a:lnTo>
                  <a:pt x="224057" y="57122"/>
                </a:lnTo>
                <a:moveTo>
                  <a:pt x="224113" y="138589"/>
                </a:moveTo>
                <a:lnTo>
                  <a:pt x="224113" y="185309"/>
                </a:lnTo>
                <a:lnTo>
                  <a:pt x="235800" y="185309"/>
                </a:lnTo>
                <a:lnTo>
                  <a:pt x="235800" y="138589"/>
                </a:lnTo>
                <a:lnTo>
                  <a:pt x="224113" y="138589"/>
                </a:lnTo>
                <a:moveTo>
                  <a:pt x="224113" y="220370"/>
                </a:moveTo>
                <a:lnTo>
                  <a:pt x="224113" y="267091"/>
                </a:lnTo>
                <a:lnTo>
                  <a:pt x="235800" y="267091"/>
                </a:lnTo>
                <a:lnTo>
                  <a:pt x="235800" y="220370"/>
                </a:lnTo>
                <a:lnTo>
                  <a:pt x="224113" y="220370"/>
                </a:lnTo>
                <a:moveTo>
                  <a:pt x="224113" y="302152"/>
                </a:moveTo>
                <a:lnTo>
                  <a:pt x="224113" y="348901"/>
                </a:lnTo>
                <a:lnTo>
                  <a:pt x="235800" y="348901"/>
                </a:lnTo>
                <a:lnTo>
                  <a:pt x="235800" y="302152"/>
                </a:lnTo>
                <a:lnTo>
                  <a:pt x="224113" y="302152"/>
                </a:lnTo>
                <a:moveTo>
                  <a:pt x="224113" y="383933"/>
                </a:moveTo>
                <a:lnTo>
                  <a:pt x="224113" y="430683"/>
                </a:lnTo>
                <a:lnTo>
                  <a:pt x="235800" y="430683"/>
                </a:lnTo>
                <a:lnTo>
                  <a:pt x="235800" y="383933"/>
                </a:lnTo>
                <a:lnTo>
                  <a:pt x="224113" y="383933"/>
                </a:lnTo>
                <a:moveTo>
                  <a:pt x="224113" y="465715"/>
                </a:moveTo>
                <a:lnTo>
                  <a:pt x="224113" y="468487"/>
                </a:lnTo>
                <a:cubicBezTo>
                  <a:pt x="224113" y="482289"/>
                  <a:pt x="218341" y="494690"/>
                  <a:pt x="209026" y="503492"/>
                </a:cubicBezTo>
                <a:lnTo>
                  <a:pt x="217056" y="511978"/>
                </a:lnTo>
                <a:cubicBezTo>
                  <a:pt x="228600" y="501091"/>
                  <a:pt x="235800" y="485604"/>
                  <a:pt x="235800" y="468487"/>
                </a:cubicBezTo>
                <a:lnTo>
                  <a:pt x="235800" y="465715"/>
                </a:lnTo>
                <a:lnTo>
                  <a:pt x="224113" y="465715"/>
                </a:lnTo>
                <a:moveTo>
                  <a:pt x="181165" y="516379"/>
                </a:moveTo>
                <a:lnTo>
                  <a:pt x="175965" y="516636"/>
                </a:lnTo>
                <a:lnTo>
                  <a:pt x="175965" y="528323"/>
                </a:lnTo>
                <a:lnTo>
                  <a:pt x="182394" y="527980"/>
                </a:lnTo>
                <a:lnTo>
                  <a:pt x="181165" y="516379"/>
                </a:lnTo>
              </a:path>
            </a:pathLst>
          </a:custGeom>
          <a:solidFill xmlns:a="http://schemas.openxmlformats.org/drawingml/2006/main">
            <a:srgbClr val="D1CFD0"/>
          </a:solidFill>
          <a:ln xmlns:a="http://schemas.openxmlformats.org/drawingml/2006/main" w="0">
            <a:noFill/>
            <a:prstDash val="solid"/>
          </a:ln>
        </p:spPr>
      </p:sp>
      <p:sp>
        <p:nvSpPr>
          <p:cNvPr id="202" name="pdf-path-281">
            <a:extLst xmlns:a="http://schemas.openxmlformats.org/drawingml/2006/main">
              <a:ext uri="{FF2B5EF4-FFF2-40B4-BE49-F238E27FC236}">
                <a16:creationId xmlns:a16="http://schemas.microsoft.com/office/drawing/2014/main" id="{1C914A0C-9EF9-40E8-B6D2-0287D4E0C204}"/>
              </a:ext>
            </a:extLst>
          </p:cNvPr>
          <p:cNvSpPr>
            <a:spLocks xmlns:a="http://schemas.openxmlformats.org/drawingml/2006/main" noGrp="1"/>
          </p:cNvSpPr>
          <p:nvPr/>
        </p:nvSpPr>
        <p:spPr>
          <a:xfrm xmlns:a="http://schemas.openxmlformats.org/drawingml/2006/main" rot="0">
            <a:off x="11054153" y="5030285"/>
            <a:ext cx="235772" cy="528323"/>
          </a:xfrm>
          <a:custGeom xmlns:a="http://schemas.openxmlformats.org/drawingml/2006/main">
            <a:pathLst>
              <a:path w="235772" h="528323">
                <a:moveTo>
                  <a:pt x="59807" y="516636"/>
                </a:moveTo>
                <a:cubicBezTo>
                  <a:pt x="45119" y="516636"/>
                  <a:pt x="32004" y="510092"/>
                  <a:pt x="23146" y="499719"/>
                </a:cubicBezTo>
                <a:lnTo>
                  <a:pt x="14259" y="507292"/>
                </a:lnTo>
                <a:cubicBezTo>
                  <a:pt x="25203" y="520150"/>
                  <a:pt x="41576" y="528323"/>
                  <a:pt x="59807" y="528323"/>
                </a:cubicBezTo>
                <a:lnTo>
                  <a:pt x="59807" y="516636"/>
                </a:lnTo>
                <a:moveTo>
                  <a:pt x="11744" y="471202"/>
                </a:moveTo>
                <a:lnTo>
                  <a:pt x="11658" y="468487"/>
                </a:lnTo>
                <a:lnTo>
                  <a:pt x="11658" y="424796"/>
                </a:lnTo>
                <a:lnTo>
                  <a:pt x="0" y="424796"/>
                </a:lnTo>
                <a:lnTo>
                  <a:pt x="0" y="468487"/>
                </a:lnTo>
                <a:lnTo>
                  <a:pt x="85" y="471859"/>
                </a:lnTo>
                <a:lnTo>
                  <a:pt x="11744" y="471202"/>
                </a:lnTo>
                <a:moveTo>
                  <a:pt x="11658" y="389763"/>
                </a:moveTo>
                <a:lnTo>
                  <a:pt x="11658" y="343015"/>
                </a:lnTo>
                <a:lnTo>
                  <a:pt x="0" y="343015"/>
                </a:lnTo>
                <a:lnTo>
                  <a:pt x="0" y="389763"/>
                </a:lnTo>
                <a:lnTo>
                  <a:pt x="11658" y="389763"/>
                </a:lnTo>
                <a:moveTo>
                  <a:pt x="11658" y="307953"/>
                </a:moveTo>
                <a:lnTo>
                  <a:pt x="11658" y="261233"/>
                </a:lnTo>
                <a:lnTo>
                  <a:pt x="0" y="261233"/>
                </a:lnTo>
                <a:lnTo>
                  <a:pt x="0" y="307953"/>
                </a:lnTo>
                <a:lnTo>
                  <a:pt x="11658" y="307953"/>
                </a:lnTo>
                <a:moveTo>
                  <a:pt x="11658" y="226171"/>
                </a:moveTo>
                <a:lnTo>
                  <a:pt x="11658" y="179451"/>
                </a:lnTo>
                <a:lnTo>
                  <a:pt x="0" y="179451"/>
                </a:lnTo>
                <a:lnTo>
                  <a:pt x="0" y="226171"/>
                </a:lnTo>
                <a:lnTo>
                  <a:pt x="11658" y="226171"/>
                </a:lnTo>
                <a:moveTo>
                  <a:pt x="11658" y="144389"/>
                </a:moveTo>
                <a:lnTo>
                  <a:pt x="11658" y="97669"/>
                </a:lnTo>
                <a:lnTo>
                  <a:pt x="0" y="97669"/>
                </a:lnTo>
                <a:lnTo>
                  <a:pt x="0" y="144389"/>
                </a:lnTo>
                <a:lnTo>
                  <a:pt x="11658" y="144389"/>
                </a:lnTo>
                <a:moveTo>
                  <a:pt x="11658" y="62608"/>
                </a:moveTo>
                <a:lnTo>
                  <a:pt x="11658" y="59836"/>
                </a:lnTo>
                <a:cubicBezTo>
                  <a:pt x="11687" y="46035"/>
                  <a:pt x="17459" y="33604"/>
                  <a:pt x="26745" y="24832"/>
                </a:cubicBezTo>
                <a:lnTo>
                  <a:pt x="18717" y="16345"/>
                </a:lnTo>
                <a:cubicBezTo>
                  <a:pt x="7200" y="27232"/>
                  <a:pt x="0" y="42720"/>
                  <a:pt x="0" y="59836"/>
                </a:cubicBezTo>
                <a:lnTo>
                  <a:pt x="0" y="62608"/>
                </a:lnTo>
                <a:lnTo>
                  <a:pt x="11658" y="62608"/>
                </a:lnTo>
                <a:moveTo>
                  <a:pt x="54606" y="11944"/>
                </a:moveTo>
                <a:lnTo>
                  <a:pt x="59807" y="11687"/>
                </a:lnTo>
                <a:lnTo>
                  <a:pt x="59807" y="0"/>
                </a:lnTo>
                <a:lnTo>
                  <a:pt x="53378" y="343"/>
                </a:lnTo>
                <a:lnTo>
                  <a:pt x="54606" y="11944"/>
                </a:lnTo>
                <a:moveTo>
                  <a:pt x="175936" y="11687"/>
                </a:moveTo>
                <a:cubicBezTo>
                  <a:pt x="188709" y="11687"/>
                  <a:pt x="200968" y="16745"/>
                  <a:pt x="209969" y="25775"/>
                </a:cubicBezTo>
                <a:lnTo>
                  <a:pt x="212597" y="28632"/>
                </a:lnTo>
                <a:lnTo>
                  <a:pt x="221484" y="21060"/>
                </a:lnTo>
                <a:lnTo>
                  <a:pt x="218227" y="17517"/>
                </a:lnTo>
                <a:cubicBezTo>
                  <a:pt x="207026" y="6287"/>
                  <a:pt x="191795" y="0"/>
                  <a:pt x="175936" y="0"/>
                </a:cubicBezTo>
                <a:lnTo>
                  <a:pt x="175936" y="11687"/>
                </a:lnTo>
                <a:moveTo>
                  <a:pt x="223999" y="57122"/>
                </a:moveTo>
                <a:lnTo>
                  <a:pt x="224085" y="59836"/>
                </a:lnTo>
                <a:lnTo>
                  <a:pt x="224085" y="103527"/>
                </a:lnTo>
                <a:lnTo>
                  <a:pt x="235772" y="103527"/>
                </a:lnTo>
                <a:lnTo>
                  <a:pt x="235772" y="59836"/>
                </a:lnTo>
                <a:lnTo>
                  <a:pt x="235686" y="56464"/>
                </a:lnTo>
                <a:lnTo>
                  <a:pt x="223999" y="57122"/>
                </a:lnTo>
                <a:moveTo>
                  <a:pt x="224085" y="138589"/>
                </a:moveTo>
                <a:lnTo>
                  <a:pt x="224085" y="185309"/>
                </a:lnTo>
                <a:lnTo>
                  <a:pt x="235772" y="185309"/>
                </a:lnTo>
                <a:lnTo>
                  <a:pt x="235772" y="138589"/>
                </a:lnTo>
                <a:lnTo>
                  <a:pt x="224085" y="138589"/>
                </a:lnTo>
                <a:moveTo>
                  <a:pt x="224085" y="220370"/>
                </a:moveTo>
                <a:lnTo>
                  <a:pt x="224085" y="267091"/>
                </a:lnTo>
                <a:lnTo>
                  <a:pt x="235772" y="267091"/>
                </a:lnTo>
                <a:lnTo>
                  <a:pt x="235772" y="220370"/>
                </a:lnTo>
                <a:lnTo>
                  <a:pt x="224085" y="220370"/>
                </a:lnTo>
                <a:moveTo>
                  <a:pt x="224085" y="302152"/>
                </a:moveTo>
                <a:lnTo>
                  <a:pt x="224085" y="348901"/>
                </a:lnTo>
                <a:lnTo>
                  <a:pt x="235772" y="348901"/>
                </a:lnTo>
                <a:lnTo>
                  <a:pt x="235772" y="302152"/>
                </a:lnTo>
                <a:lnTo>
                  <a:pt x="224085" y="302152"/>
                </a:lnTo>
                <a:moveTo>
                  <a:pt x="224085" y="383933"/>
                </a:moveTo>
                <a:lnTo>
                  <a:pt x="224085" y="430683"/>
                </a:lnTo>
                <a:lnTo>
                  <a:pt x="235772" y="430683"/>
                </a:lnTo>
                <a:lnTo>
                  <a:pt x="235772" y="383933"/>
                </a:lnTo>
                <a:lnTo>
                  <a:pt x="224085" y="383933"/>
                </a:lnTo>
                <a:moveTo>
                  <a:pt x="224085" y="465715"/>
                </a:moveTo>
                <a:lnTo>
                  <a:pt x="224085" y="468487"/>
                </a:lnTo>
                <a:cubicBezTo>
                  <a:pt x="224085" y="482289"/>
                  <a:pt x="218313" y="494690"/>
                  <a:pt x="208997" y="503492"/>
                </a:cubicBezTo>
                <a:lnTo>
                  <a:pt x="217027" y="511978"/>
                </a:lnTo>
                <a:cubicBezTo>
                  <a:pt x="228542" y="501091"/>
                  <a:pt x="235772" y="485604"/>
                  <a:pt x="235772" y="468487"/>
                </a:cubicBezTo>
                <a:lnTo>
                  <a:pt x="235772" y="465715"/>
                </a:lnTo>
                <a:lnTo>
                  <a:pt x="224085" y="465715"/>
                </a:lnTo>
                <a:moveTo>
                  <a:pt x="181137" y="516379"/>
                </a:moveTo>
                <a:lnTo>
                  <a:pt x="175936" y="516636"/>
                </a:lnTo>
                <a:lnTo>
                  <a:pt x="175936" y="528323"/>
                </a:lnTo>
                <a:lnTo>
                  <a:pt x="182365" y="527980"/>
                </a:lnTo>
                <a:lnTo>
                  <a:pt x="181137" y="516379"/>
                </a:lnTo>
              </a:path>
            </a:pathLst>
          </a:custGeom>
          <a:solidFill xmlns:a="http://schemas.openxmlformats.org/drawingml/2006/main">
            <a:srgbClr val="D1CFD0"/>
          </a:solidFill>
          <a:ln xmlns:a="http://schemas.openxmlformats.org/drawingml/2006/main" w="0">
            <a:noFill/>
            <a:prstDash val="solid"/>
          </a:ln>
        </p:spPr>
      </p:sp>
      <p:sp>
        <p:nvSpPr>
          <p:cNvPr id="203" name="pdf-path-290">
            <a:extLst xmlns:a="http://schemas.openxmlformats.org/drawingml/2006/main">
              <a:ext uri="{FF2B5EF4-FFF2-40B4-BE49-F238E27FC236}">
                <a16:creationId xmlns:a16="http://schemas.microsoft.com/office/drawing/2014/main" id="{D803CD80-F9B8-409C-A2A7-5CE1346FD5AF}"/>
              </a:ext>
            </a:extLst>
          </p:cNvPr>
          <p:cNvSpPr>
            <a:spLocks xmlns:a="http://schemas.openxmlformats.org/drawingml/2006/main" noGrp="1"/>
          </p:cNvSpPr>
          <p:nvPr/>
        </p:nvSpPr>
        <p:spPr>
          <a:xfrm xmlns:a="http://schemas.openxmlformats.org/drawingml/2006/main" rot="0">
            <a:off x="11611937" y="3601050"/>
            <a:ext cx="285522" cy="499691"/>
          </a:xfrm>
          <a:custGeom xmlns:a="http://schemas.openxmlformats.org/drawingml/2006/main">
            <a:pathLst>
              <a:path w="285522" h="499691">
                <a:moveTo>
                  <a:pt x="128330" y="41805"/>
                </a:moveTo>
                <a:lnTo>
                  <a:pt x="278663" y="387134"/>
                </a:lnTo>
                <a:cubicBezTo>
                  <a:pt x="284978" y="401679"/>
                  <a:pt x="285522" y="418624"/>
                  <a:pt x="280235" y="434340"/>
                </a:cubicBezTo>
                <a:cubicBezTo>
                  <a:pt x="274891" y="449999"/>
                  <a:pt x="264090" y="463143"/>
                  <a:pt x="250231" y="470802"/>
                </a:cubicBezTo>
                <a:lnTo>
                  <a:pt x="197968" y="499691"/>
                </a:lnTo>
                <a:lnTo>
                  <a:pt x="197968" y="499662"/>
                </a:lnTo>
                <a:lnTo>
                  <a:pt x="0" y="44834"/>
                </a:lnTo>
                <a:lnTo>
                  <a:pt x="52264" y="15945"/>
                </a:lnTo>
                <a:cubicBezTo>
                  <a:pt x="81095" y="0"/>
                  <a:pt x="115186" y="11573"/>
                  <a:pt x="128330" y="41805"/>
                </a:cubicBezTo>
              </a:path>
            </a:pathLst>
          </a:custGeom>
          <a:solidFill xmlns:a="http://schemas.openxmlformats.org/drawingml/2006/main">
            <a:srgbClr val="F4F4F5"/>
          </a:solidFill>
          <a:ln xmlns:a="http://schemas.openxmlformats.org/drawingml/2006/main" w="0">
            <a:noFill/>
            <a:prstDash val="solid"/>
          </a:ln>
        </p:spPr>
      </p:sp>
      <p:sp>
        <p:nvSpPr>
          <p:cNvPr id="204" name="pdf-path-293">
            <a:extLst xmlns:a="http://schemas.openxmlformats.org/drawingml/2006/main">
              <a:ext uri="{FF2B5EF4-FFF2-40B4-BE49-F238E27FC236}">
                <a16:creationId xmlns:a16="http://schemas.microsoft.com/office/drawing/2014/main" id="{F22BE0A1-88A9-42D0-8B7B-2323C1E986C1}"/>
              </a:ext>
            </a:extLst>
          </p:cNvPr>
          <p:cNvSpPr>
            <a:spLocks xmlns:a="http://schemas.openxmlformats.org/drawingml/2006/main" noGrp="1"/>
          </p:cNvSpPr>
          <p:nvPr/>
        </p:nvSpPr>
        <p:spPr>
          <a:xfrm xmlns:a="http://schemas.openxmlformats.org/drawingml/2006/main" rot="0">
            <a:off x="11680974" y="3650857"/>
            <a:ext cx="193910" cy="372075"/>
          </a:xfrm>
          <a:custGeom xmlns:a="http://schemas.openxmlformats.org/drawingml/2006/main">
            <a:pathLst>
              <a:path w="193910" h="372075">
                <a:moveTo>
                  <a:pt x="0" y="12173"/>
                </a:moveTo>
                <a:lnTo>
                  <a:pt x="46720" y="0"/>
                </a:lnTo>
                <a:lnTo>
                  <a:pt x="193910" y="337928"/>
                </a:lnTo>
                <a:lnTo>
                  <a:pt x="156762" y="372075"/>
                </a:lnTo>
                <a:lnTo>
                  <a:pt x="0" y="12173"/>
                </a:lnTo>
              </a:path>
            </a:pathLst>
          </a:custGeom>
          <a:solidFill xmlns:a="http://schemas.openxmlformats.org/drawingml/2006/main">
            <a:srgbClr val="696A6D"/>
          </a:solidFill>
          <a:ln xmlns:a="http://schemas.openxmlformats.org/drawingml/2006/main" w="0">
            <a:noFill/>
            <a:prstDash val="solid"/>
          </a:ln>
        </p:spPr>
      </p:sp>
      <p:sp>
        <p:nvSpPr>
          <p:cNvPr id="205" name="pdf-path-322">
            <a:extLst xmlns:a="http://schemas.openxmlformats.org/drawingml/2006/main">
              <a:ext uri="{FF2B5EF4-FFF2-40B4-BE49-F238E27FC236}">
                <a16:creationId xmlns:a16="http://schemas.microsoft.com/office/drawing/2014/main" id="{2AC92732-BD24-426A-A893-1E336359C30D}"/>
              </a:ext>
            </a:extLst>
          </p:cNvPr>
          <p:cNvSpPr>
            <a:spLocks xmlns:a="http://schemas.openxmlformats.org/drawingml/2006/main" noGrp="1"/>
          </p:cNvSpPr>
          <p:nvPr/>
        </p:nvSpPr>
        <p:spPr>
          <a:xfrm xmlns:a="http://schemas.openxmlformats.org/drawingml/2006/main" rot="0">
            <a:off x="8620849" y="5030285"/>
            <a:ext cx="235772" cy="528323"/>
          </a:xfrm>
          <a:custGeom xmlns:a="http://schemas.openxmlformats.org/drawingml/2006/main">
            <a:pathLst>
              <a:path w="235772" h="528323">
                <a:moveTo>
                  <a:pt x="59807" y="516636"/>
                </a:moveTo>
                <a:cubicBezTo>
                  <a:pt x="45119" y="516636"/>
                  <a:pt x="32004" y="510092"/>
                  <a:pt x="23174" y="499719"/>
                </a:cubicBezTo>
                <a:lnTo>
                  <a:pt x="14259" y="507292"/>
                </a:lnTo>
                <a:cubicBezTo>
                  <a:pt x="25203" y="520150"/>
                  <a:pt x="41576" y="528323"/>
                  <a:pt x="59807" y="528323"/>
                </a:cubicBezTo>
                <a:lnTo>
                  <a:pt x="59807" y="516636"/>
                </a:lnTo>
                <a:moveTo>
                  <a:pt x="11744" y="471202"/>
                </a:moveTo>
                <a:lnTo>
                  <a:pt x="11687" y="468487"/>
                </a:lnTo>
                <a:lnTo>
                  <a:pt x="11687" y="424796"/>
                </a:lnTo>
                <a:lnTo>
                  <a:pt x="0" y="424796"/>
                </a:lnTo>
                <a:lnTo>
                  <a:pt x="0" y="468487"/>
                </a:lnTo>
                <a:lnTo>
                  <a:pt x="85" y="471859"/>
                </a:lnTo>
                <a:lnTo>
                  <a:pt x="11744" y="471202"/>
                </a:lnTo>
                <a:moveTo>
                  <a:pt x="11687" y="389763"/>
                </a:moveTo>
                <a:lnTo>
                  <a:pt x="11687" y="343015"/>
                </a:lnTo>
                <a:lnTo>
                  <a:pt x="0" y="343015"/>
                </a:lnTo>
                <a:lnTo>
                  <a:pt x="0" y="389763"/>
                </a:lnTo>
                <a:lnTo>
                  <a:pt x="11687" y="389763"/>
                </a:lnTo>
                <a:moveTo>
                  <a:pt x="11687" y="307953"/>
                </a:moveTo>
                <a:lnTo>
                  <a:pt x="11687" y="261233"/>
                </a:lnTo>
                <a:lnTo>
                  <a:pt x="0" y="261233"/>
                </a:lnTo>
                <a:lnTo>
                  <a:pt x="0" y="307953"/>
                </a:lnTo>
                <a:lnTo>
                  <a:pt x="11687" y="307953"/>
                </a:lnTo>
                <a:moveTo>
                  <a:pt x="11687" y="226171"/>
                </a:moveTo>
                <a:lnTo>
                  <a:pt x="11687" y="179451"/>
                </a:lnTo>
                <a:lnTo>
                  <a:pt x="0" y="179451"/>
                </a:lnTo>
                <a:lnTo>
                  <a:pt x="0" y="226171"/>
                </a:lnTo>
                <a:lnTo>
                  <a:pt x="11687" y="226171"/>
                </a:lnTo>
                <a:moveTo>
                  <a:pt x="11687" y="144389"/>
                </a:moveTo>
                <a:lnTo>
                  <a:pt x="11687" y="97669"/>
                </a:lnTo>
                <a:lnTo>
                  <a:pt x="0" y="97669"/>
                </a:lnTo>
                <a:lnTo>
                  <a:pt x="0" y="144389"/>
                </a:lnTo>
                <a:lnTo>
                  <a:pt x="11687" y="144389"/>
                </a:lnTo>
                <a:moveTo>
                  <a:pt x="11687" y="62608"/>
                </a:moveTo>
                <a:lnTo>
                  <a:pt x="11687" y="59836"/>
                </a:lnTo>
                <a:cubicBezTo>
                  <a:pt x="11687" y="46035"/>
                  <a:pt x="17459" y="33633"/>
                  <a:pt x="26745" y="24832"/>
                </a:cubicBezTo>
                <a:lnTo>
                  <a:pt x="18717" y="16345"/>
                </a:lnTo>
                <a:cubicBezTo>
                  <a:pt x="7200" y="27232"/>
                  <a:pt x="0" y="42720"/>
                  <a:pt x="0" y="59836"/>
                </a:cubicBezTo>
                <a:lnTo>
                  <a:pt x="0" y="62608"/>
                </a:lnTo>
                <a:lnTo>
                  <a:pt x="11687" y="62608"/>
                </a:lnTo>
                <a:moveTo>
                  <a:pt x="54606" y="11944"/>
                </a:moveTo>
                <a:lnTo>
                  <a:pt x="59807" y="11687"/>
                </a:lnTo>
                <a:lnTo>
                  <a:pt x="59807" y="0"/>
                </a:lnTo>
                <a:lnTo>
                  <a:pt x="53378" y="343"/>
                </a:lnTo>
                <a:lnTo>
                  <a:pt x="54606" y="11944"/>
                </a:lnTo>
                <a:moveTo>
                  <a:pt x="175936" y="11687"/>
                </a:moveTo>
                <a:cubicBezTo>
                  <a:pt x="188709" y="11687"/>
                  <a:pt x="200968" y="16745"/>
                  <a:pt x="209969" y="25775"/>
                </a:cubicBezTo>
                <a:lnTo>
                  <a:pt x="212598" y="28632"/>
                </a:lnTo>
                <a:lnTo>
                  <a:pt x="221484" y="21060"/>
                </a:lnTo>
                <a:lnTo>
                  <a:pt x="218256" y="17517"/>
                </a:lnTo>
                <a:cubicBezTo>
                  <a:pt x="207026" y="6287"/>
                  <a:pt x="191795" y="0"/>
                  <a:pt x="175936" y="0"/>
                </a:cubicBezTo>
                <a:lnTo>
                  <a:pt x="175936" y="11687"/>
                </a:lnTo>
                <a:moveTo>
                  <a:pt x="224028" y="57122"/>
                </a:moveTo>
                <a:lnTo>
                  <a:pt x="224113" y="59836"/>
                </a:lnTo>
                <a:lnTo>
                  <a:pt x="224113" y="103527"/>
                </a:lnTo>
                <a:lnTo>
                  <a:pt x="235772" y="103527"/>
                </a:lnTo>
                <a:lnTo>
                  <a:pt x="235772" y="59836"/>
                </a:lnTo>
                <a:lnTo>
                  <a:pt x="235686" y="56464"/>
                </a:lnTo>
                <a:lnTo>
                  <a:pt x="224028" y="57122"/>
                </a:lnTo>
                <a:moveTo>
                  <a:pt x="224113" y="138589"/>
                </a:moveTo>
                <a:lnTo>
                  <a:pt x="224113" y="185309"/>
                </a:lnTo>
                <a:lnTo>
                  <a:pt x="235772" y="185309"/>
                </a:lnTo>
                <a:lnTo>
                  <a:pt x="235772" y="138589"/>
                </a:lnTo>
                <a:lnTo>
                  <a:pt x="224113" y="138589"/>
                </a:lnTo>
                <a:moveTo>
                  <a:pt x="224113" y="220370"/>
                </a:moveTo>
                <a:lnTo>
                  <a:pt x="224113" y="267091"/>
                </a:lnTo>
                <a:lnTo>
                  <a:pt x="235772" y="267091"/>
                </a:lnTo>
                <a:lnTo>
                  <a:pt x="235772" y="220370"/>
                </a:lnTo>
                <a:lnTo>
                  <a:pt x="224113" y="220370"/>
                </a:lnTo>
                <a:moveTo>
                  <a:pt x="224113" y="302152"/>
                </a:moveTo>
                <a:lnTo>
                  <a:pt x="224113" y="348901"/>
                </a:lnTo>
                <a:lnTo>
                  <a:pt x="235772" y="348901"/>
                </a:lnTo>
                <a:lnTo>
                  <a:pt x="235772" y="302152"/>
                </a:lnTo>
                <a:lnTo>
                  <a:pt x="224113" y="302152"/>
                </a:lnTo>
                <a:moveTo>
                  <a:pt x="224113" y="383933"/>
                </a:moveTo>
                <a:lnTo>
                  <a:pt x="224113" y="430683"/>
                </a:lnTo>
                <a:lnTo>
                  <a:pt x="235772" y="430683"/>
                </a:lnTo>
                <a:lnTo>
                  <a:pt x="235772" y="383933"/>
                </a:lnTo>
                <a:lnTo>
                  <a:pt x="224113" y="383933"/>
                </a:lnTo>
                <a:moveTo>
                  <a:pt x="224113" y="465715"/>
                </a:moveTo>
                <a:lnTo>
                  <a:pt x="224113" y="468487"/>
                </a:lnTo>
                <a:cubicBezTo>
                  <a:pt x="224085" y="482289"/>
                  <a:pt x="218313" y="494690"/>
                  <a:pt x="208997" y="503492"/>
                </a:cubicBezTo>
                <a:lnTo>
                  <a:pt x="217027" y="511978"/>
                </a:lnTo>
                <a:cubicBezTo>
                  <a:pt x="228571" y="501091"/>
                  <a:pt x="235772" y="485604"/>
                  <a:pt x="235772" y="468487"/>
                </a:cubicBezTo>
                <a:lnTo>
                  <a:pt x="235772" y="465715"/>
                </a:lnTo>
                <a:lnTo>
                  <a:pt x="224113" y="465715"/>
                </a:lnTo>
                <a:moveTo>
                  <a:pt x="181137" y="516379"/>
                </a:moveTo>
                <a:lnTo>
                  <a:pt x="175936" y="516636"/>
                </a:lnTo>
                <a:lnTo>
                  <a:pt x="175936" y="528323"/>
                </a:lnTo>
                <a:lnTo>
                  <a:pt x="182394" y="527980"/>
                </a:lnTo>
                <a:lnTo>
                  <a:pt x="181137" y="516379"/>
                </a:lnTo>
              </a:path>
            </a:pathLst>
          </a:custGeom>
          <a:solidFill xmlns:a="http://schemas.openxmlformats.org/drawingml/2006/main">
            <a:srgbClr val="D1CFD0"/>
          </a:solidFill>
          <a:ln xmlns:a="http://schemas.openxmlformats.org/drawingml/2006/main" w="0">
            <a:noFill/>
            <a:prstDash val="solid"/>
          </a:ln>
        </p:spPr>
      </p:sp>
      <p:sp>
        <p:nvSpPr>
          <p:cNvPr id="206" name="pdf-path-343">
            <a:extLst xmlns:a="http://schemas.openxmlformats.org/drawingml/2006/main">
              <a:ext uri="{FF2B5EF4-FFF2-40B4-BE49-F238E27FC236}">
                <a16:creationId xmlns:a16="http://schemas.microsoft.com/office/drawing/2014/main" id="{ED3E563F-3751-40B1-81BD-5E7226BDC977}"/>
              </a:ext>
            </a:extLst>
          </p:cNvPr>
          <p:cNvSpPr>
            <a:spLocks xmlns:a="http://schemas.openxmlformats.org/drawingml/2006/main" noGrp="1"/>
          </p:cNvSpPr>
          <p:nvPr/>
        </p:nvSpPr>
        <p:spPr>
          <a:xfrm xmlns:a="http://schemas.openxmlformats.org/drawingml/2006/main" rot="0">
            <a:off x="8311010" y="4321483"/>
            <a:ext cx="450913" cy="130988"/>
          </a:xfrm>
          <a:custGeom xmlns:a="http://schemas.openxmlformats.org/drawingml/2006/main">
            <a:pathLst>
              <a:path w="450913" h="130988">
                <a:moveTo>
                  <a:pt x="64894" y="86"/>
                </a:moveTo>
                <a:lnTo>
                  <a:pt x="384677" y="600"/>
                </a:lnTo>
                <a:cubicBezTo>
                  <a:pt x="401936" y="629"/>
                  <a:pt x="418567" y="7515"/>
                  <a:pt x="430883" y="19774"/>
                </a:cubicBezTo>
                <a:cubicBezTo>
                  <a:pt x="443199" y="32004"/>
                  <a:pt x="450199" y="48549"/>
                  <a:pt x="450342" y="65866"/>
                </a:cubicBezTo>
                <a:lnTo>
                  <a:pt x="450913" y="130988"/>
                </a:lnTo>
                <a:lnTo>
                  <a:pt x="450885" y="130988"/>
                </a:lnTo>
                <a:lnTo>
                  <a:pt x="857" y="130245"/>
                </a:lnTo>
                <a:lnTo>
                  <a:pt x="828" y="130245"/>
                </a:lnTo>
                <a:lnTo>
                  <a:pt x="314" y="65123"/>
                </a:lnTo>
                <a:cubicBezTo>
                  <a:pt x="0" y="29147"/>
                  <a:pt x="28918" y="0"/>
                  <a:pt x="64894" y="86"/>
                </a:cubicBezTo>
              </a:path>
            </a:pathLst>
          </a:custGeom>
          <a:solidFill xmlns:a="http://schemas.openxmlformats.org/drawingml/2006/main">
            <a:srgbClr val="F4F4F5"/>
          </a:solidFill>
          <a:ln xmlns:a="http://schemas.openxmlformats.org/drawingml/2006/main" w="0">
            <a:noFill/>
            <a:prstDash val="solid"/>
          </a:ln>
        </p:spPr>
      </p:sp>
      <p:sp>
        <p:nvSpPr>
          <p:cNvPr id="207" name="pdf-path-358">
            <a:extLst xmlns:a="http://schemas.openxmlformats.org/drawingml/2006/main">
              <a:ext uri="{FF2B5EF4-FFF2-40B4-BE49-F238E27FC236}">
                <a16:creationId xmlns:a16="http://schemas.microsoft.com/office/drawing/2014/main" id="{989B6E82-9862-40BE-99B8-5F9D485ED0DC}"/>
              </a:ext>
            </a:extLst>
          </p:cNvPr>
          <p:cNvSpPr>
            <a:spLocks xmlns:a="http://schemas.openxmlformats.org/drawingml/2006/main" noGrp="1"/>
          </p:cNvSpPr>
          <p:nvPr/>
        </p:nvSpPr>
        <p:spPr>
          <a:xfrm xmlns:a="http://schemas.openxmlformats.org/drawingml/2006/main" rot="0">
            <a:off x="8478117" y="5314178"/>
            <a:ext cx="94212" cy="260890"/>
          </a:xfrm>
          <a:custGeom xmlns:a="http://schemas.openxmlformats.org/drawingml/2006/main">
            <a:pathLst>
              <a:path w="94212" h="260890">
                <a:moveTo>
                  <a:pt x="0" y="44091"/>
                </a:moveTo>
                <a:lnTo>
                  <a:pt x="47092" y="0"/>
                </a:lnTo>
                <a:lnTo>
                  <a:pt x="94212" y="44091"/>
                </a:lnTo>
                <a:lnTo>
                  <a:pt x="63723" y="44091"/>
                </a:lnTo>
                <a:lnTo>
                  <a:pt x="63723" y="216799"/>
                </a:lnTo>
                <a:lnTo>
                  <a:pt x="94212" y="216799"/>
                </a:lnTo>
                <a:lnTo>
                  <a:pt x="47092" y="260890"/>
                </a:lnTo>
                <a:lnTo>
                  <a:pt x="0" y="216799"/>
                </a:lnTo>
                <a:lnTo>
                  <a:pt x="30461" y="216799"/>
                </a:lnTo>
                <a:lnTo>
                  <a:pt x="30461" y="44091"/>
                </a:lnTo>
                <a:lnTo>
                  <a:pt x="0" y="44091"/>
                </a:lnTo>
              </a:path>
            </a:pathLst>
          </a:custGeom>
          <a:solidFill xmlns:a="http://schemas.openxmlformats.org/drawingml/2006/main">
            <a:srgbClr val="62BB46"/>
          </a:solidFill>
          <a:ln xmlns:a="http://schemas.openxmlformats.org/drawingml/2006/main" w="0">
            <a:noFill/>
            <a:prstDash val="solid"/>
          </a:ln>
        </p:spPr>
      </p:sp>
      <p:sp>
        <p:nvSpPr>
          <p:cNvPr id="208" name="pdf-path-360">
            <a:extLst xmlns:a="http://schemas.openxmlformats.org/drawingml/2006/main">
              <a:ext uri="{FF2B5EF4-FFF2-40B4-BE49-F238E27FC236}">
                <a16:creationId xmlns:a16="http://schemas.microsoft.com/office/drawing/2014/main" id="{8C9FA76A-F7D8-4DA0-AB29-18544BEF3EB7}"/>
              </a:ext>
            </a:extLst>
          </p:cNvPr>
          <p:cNvSpPr>
            <a:spLocks xmlns:a="http://schemas.openxmlformats.org/drawingml/2006/main" noGrp="1"/>
          </p:cNvSpPr>
          <p:nvPr/>
        </p:nvSpPr>
        <p:spPr>
          <a:xfrm xmlns:a="http://schemas.openxmlformats.org/drawingml/2006/main" rot="0">
            <a:off x="9700641" y="4980765"/>
            <a:ext cx="94183" cy="594303"/>
          </a:xfrm>
          <a:custGeom xmlns:a="http://schemas.openxmlformats.org/drawingml/2006/main">
            <a:pathLst>
              <a:path w="94183" h="594303">
                <a:moveTo>
                  <a:pt x="0" y="44120"/>
                </a:moveTo>
                <a:lnTo>
                  <a:pt x="47092" y="0"/>
                </a:lnTo>
                <a:lnTo>
                  <a:pt x="94183" y="44120"/>
                </a:lnTo>
                <a:lnTo>
                  <a:pt x="63723" y="44120"/>
                </a:lnTo>
                <a:lnTo>
                  <a:pt x="63723" y="550212"/>
                </a:lnTo>
                <a:lnTo>
                  <a:pt x="94183" y="550212"/>
                </a:lnTo>
                <a:lnTo>
                  <a:pt x="47092" y="594303"/>
                </a:lnTo>
                <a:lnTo>
                  <a:pt x="0" y="550212"/>
                </a:lnTo>
                <a:lnTo>
                  <a:pt x="30461" y="550212"/>
                </a:lnTo>
                <a:lnTo>
                  <a:pt x="30461" y="44120"/>
                </a:lnTo>
                <a:lnTo>
                  <a:pt x="0" y="44120"/>
                </a:lnTo>
              </a:path>
            </a:pathLst>
          </a:custGeom>
          <a:solidFill xmlns:a="http://schemas.openxmlformats.org/drawingml/2006/main">
            <a:srgbClr val="62BB46"/>
          </a:solidFill>
          <a:ln xmlns:a="http://schemas.openxmlformats.org/drawingml/2006/main" w="0">
            <a:noFill/>
            <a:prstDash val="solid"/>
          </a:ln>
        </p:spPr>
      </p:sp>
      <p:sp>
        <p:nvSpPr>
          <p:cNvPr id="209" name="pdf-path-361">
            <a:extLst xmlns:a="http://schemas.openxmlformats.org/drawingml/2006/main">
              <a:ext uri="{FF2B5EF4-FFF2-40B4-BE49-F238E27FC236}">
                <a16:creationId xmlns:a16="http://schemas.microsoft.com/office/drawing/2014/main" id="{8DE5A97D-273B-485D-A063-3AFF99311EA3}"/>
              </a:ext>
            </a:extLst>
          </p:cNvPr>
          <p:cNvSpPr>
            <a:spLocks xmlns:a="http://schemas.openxmlformats.org/drawingml/2006/main" noGrp="1"/>
          </p:cNvSpPr>
          <p:nvPr/>
        </p:nvSpPr>
        <p:spPr>
          <a:xfrm xmlns:a="http://schemas.openxmlformats.org/drawingml/2006/main" rot="0">
            <a:off x="10923165" y="4585202"/>
            <a:ext cx="94183" cy="989866"/>
          </a:xfrm>
          <a:custGeom xmlns:a="http://schemas.openxmlformats.org/drawingml/2006/main">
            <a:pathLst>
              <a:path w="94183" h="989866">
                <a:moveTo>
                  <a:pt x="0" y="44091"/>
                </a:moveTo>
                <a:lnTo>
                  <a:pt x="47092" y="0"/>
                </a:lnTo>
                <a:lnTo>
                  <a:pt x="94183" y="44091"/>
                </a:lnTo>
                <a:lnTo>
                  <a:pt x="63694" y="44091"/>
                </a:lnTo>
                <a:lnTo>
                  <a:pt x="63694" y="945775"/>
                </a:lnTo>
                <a:lnTo>
                  <a:pt x="94183" y="945775"/>
                </a:lnTo>
                <a:lnTo>
                  <a:pt x="47092" y="989866"/>
                </a:lnTo>
                <a:lnTo>
                  <a:pt x="0" y="945775"/>
                </a:lnTo>
                <a:lnTo>
                  <a:pt x="30461" y="945775"/>
                </a:lnTo>
                <a:lnTo>
                  <a:pt x="30461" y="44091"/>
                </a:lnTo>
                <a:lnTo>
                  <a:pt x="0" y="44091"/>
                </a:lnTo>
              </a:path>
            </a:pathLst>
          </a:custGeom>
          <a:solidFill xmlns:a="http://schemas.openxmlformats.org/drawingml/2006/main">
            <a:srgbClr val="62BB46"/>
          </a:solidFill>
          <a:ln xmlns:a="http://schemas.openxmlformats.org/drawingml/2006/main" w="0">
            <a:noFill/>
            <a:prstDash val="solid"/>
          </a:ln>
        </p:spPr>
      </p:sp>
      <p:sp>
        <p:nvSpPr>
          <p:cNvPr id="210" name="pdf-path-362">
            <a:extLst xmlns:a="http://schemas.openxmlformats.org/drawingml/2006/main">
              <a:ext uri="{FF2B5EF4-FFF2-40B4-BE49-F238E27FC236}">
                <a16:creationId xmlns:a16="http://schemas.microsoft.com/office/drawing/2014/main" id="{557BAEBA-D6F9-4AAA-8141-6CE2D393ABB2}"/>
              </a:ext>
            </a:extLst>
          </p:cNvPr>
          <p:cNvSpPr>
            <a:spLocks xmlns:a="http://schemas.openxmlformats.org/drawingml/2006/main" noGrp="1"/>
          </p:cNvSpPr>
          <p:nvPr/>
        </p:nvSpPr>
        <p:spPr>
          <a:xfrm xmlns:a="http://schemas.openxmlformats.org/drawingml/2006/main" rot="0">
            <a:off x="1091193" y="567271"/>
            <a:ext cx="375361" cy="399992"/>
          </a:xfrm>
          <a:custGeom xmlns:a="http://schemas.openxmlformats.org/drawingml/2006/main">
            <a:pathLst>
              <a:path w="375361" h="399992">
                <a:moveTo>
                  <a:pt x="0" y="399992"/>
                </a:moveTo>
                <a:lnTo>
                  <a:pt x="375361" y="399992"/>
                </a:lnTo>
                <a:lnTo>
                  <a:pt x="375361" y="0"/>
                </a:lnTo>
                <a:lnTo>
                  <a:pt x="0" y="0"/>
                </a:lnTo>
                <a:close/>
              </a:path>
            </a:pathLst>
          </a:custGeom>
          <a:solidFill xmlns:a="http://schemas.openxmlformats.org/drawingml/2006/main">
            <a:srgbClr val="D8D1E8"/>
          </a:solidFill>
          <a:ln xmlns:a="http://schemas.openxmlformats.org/drawingml/2006/main" w="0">
            <a:noFill/>
            <a:prstDash val="solid"/>
          </a:ln>
        </p:spPr>
      </p:sp>
      <p:sp>
        <p:nvSpPr>
          <p:cNvPr id="211" name="pdf-path-363">
            <a:extLst xmlns:a="http://schemas.openxmlformats.org/drawingml/2006/main">
              <a:ext uri="{FF2B5EF4-FFF2-40B4-BE49-F238E27FC236}">
                <a16:creationId xmlns:a16="http://schemas.microsoft.com/office/drawing/2014/main" id="{C71361FD-2F91-4A73-B33A-10EDCA5B851C}"/>
              </a:ext>
            </a:extLst>
          </p:cNvPr>
          <p:cNvSpPr>
            <a:spLocks xmlns:a="http://schemas.openxmlformats.org/drawingml/2006/main" noGrp="1"/>
          </p:cNvSpPr>
          <p:nvPr/>
        </p:nvSpPr>
        <p:spPr>
          <a:xfrm xmlns:a="http://schemas.openxmlformats.org/drawingml/2006/main" rot="0">
            <a:off x="1085364" y="561413"/>
            <a:ext cx="387020" cy="411680"/>
          </a:xfrm>
          <a:custGeom xmlns:a="http://schemas.openxmlformats.org/drawingml/2006/main">
            <a:pathLst>
              <a:path w="387020" h="411680">
                <a:moveTo>
                  <a:pt x="5829" y="5858"/>
                </a:moveTo>
                <a:lnTo>
                  <a:pt x="5829" y="11687"/>
                </a:lnTo>
                <a:lnTo>
                  <a:pt x="375333" y="11687"/>
                </a:lnTo>
                <a:lnTo>
                  <a:pt x="375333" y="400021"/>
                </a:lnTo>
                <a:lnTo>
                  <a:pt x="11659" y="400021"/>
                </a:lnTo>
                <a:lnTo>
                  <a:pt x="11659" y="5858"/>
                </a:lnTo>
                <a:lnTo>
                  <a:pt x="5829" y="5858"/>
                </a:lnTo>
                <a:lnTo>
                  <a:pt x="5829" y="11687"/>
                </a:lnTo>
                <a:lnTo>
                  <a:pt x="5829" y="5858"/>
                </a:lnTo>
                <a:lnTo>
                  <a:pt x="0" y="5858"/>
                </a:lnTo>
                <a:lnTo>
                  <a:pt x="0" y="405851"/>
                </a:lnTo>
                <a:lnTo>
                  <a:pt x="1686" y="409994"/>
                </a:lnTo>
                <a:lnTo>
                  <a:pt x="5829" y="411680"/>
                </a:lnTo>
                <a:lnTo>
                  <a:pt x="381191" y="411680"/>
                </a:lnTo>
                <a:lnTo>
                  <a:pt x="385305" y="409994"/>
                </a:lnTo>
                <a:lnTo>
                  <a:pt x="387020" y="405851"/>
                </a:lnTo>
                <a:lnTo>
                  <a:pt x="387020" y="5858"/>
                </a:lnTo>
                <a:lnTo>
                  <a:pt x="385305" y="1715"/>
                </a:lnTo>
                <a:lnTo>
                  <a:pt x="381191" y="0"/>
                </a:lnTo>
                <a:lnTo>
                  <a:pt x="5829" y="0"/>
                </a:lnTo>
                <a:lnTo>
                  <a:pt x="1686" y="1715"/>
                </a:lnTo>
                <a:lnTo>
                  <a:pt x="0" y="5858"/>
                </a:lnTo>
                <a:lnTo>
                  <a:pt x="5829" y="5858"/>
                </a:lnTo>
              </a:path>
            </a:pathLst>
          </a:custGeom>
          <a:solidFill xmlns:a="http://schemas.openxmlformats.org/drawingml/2006/main">
            <a:srgbClr val="231F20"/>
          </a:solidFill>
          <a:ln xmlns:a="http://schemas.openxmlformats.org/drawingml/2006/main" w="0">
            <a:noFill/>
            <a:prstDash val="solid"/>
          </a:ln>
        </p:spPr>
      </p:sp>
      <p:sp>
        <p:nvSpPr>
          <p:cNvPr id="212" name="pdf-path-364">
            <a:extLst xmlns:a="http://schemas.openxmlformats.org/drawingml/2006/main">
              <a:ext uri="{FF2B5EF4-FFF2-40B4-BE49-F238E27FC236}">
                <a16:creationId xmlns:a16="http://schemas.microsoft.com/office/drawing/2014/main" id="{0E7817BA-009F-4372-8A5E-825D76E149B1}"/>
              </a:ext>
            </a:extLst>
          </p:cNvPr>
          <p:cNvSpPr>
            <a:spLocks xmlns:a="http://schemas.openxmlformats.org/drawingml/2006/main" noGrp="1"/>
          </p:cNvSpPr>
          <p:nvPr/>
        </p:nvSpPr>
        <p:spPr>
          <a:xfrm xmlns:a="http://schemas.openxmlformats.org/drawingml/2006/main" rot="0">
            <a:off x="1095823" y="973093"/>
            <a:ext cx="364531" cy="392620"/>
          </a:xfrm>
          <a:custGeom xmlns:a="http://schemas.openxmlformats.org/drawingml/2006/main">
            <a:pathLst>
              <a:path w="364531" h="392620">
                <a:moveTo>
                  <a:pt x="364531" y="392620"/>
                </a:moveTo>
                <a:lnTo>
                  <a:pt x="0" y="392620"/>
                </a:lnTo>
                <a:lnTo>
                  <a:pt x="0" y="0"/>
                </a:lnTo>
                <a:lnTo>
                  <a:pt x="364246" y="0"/>
                </a:lnTo>
                <a:lnTo>
                  <a:pt x="364246" y="391935"/>
                </a:lnTo>
                <a:lnTo>
                  <a:pt x="364531" y="392620"/>
                </a:lnTo>
              </a:path>
            </a:pathLst>
          </a:custGeom>
          <a:solidFill xmlns:a="http://schemas.openxmlformats.org/drawingml/2006/main">
            <a:srgbClr val="79A465"/>
          </a:solidFill>
          <a:ln xmlns:a="http://schemas.openxmlformats.org/drawingml/2006/main" w="0">
            <a:noFill/>
            <a:prstDash val="solid"/>
          </a:ln>
        </p:spPr>
      </p:sp>
      <p:sp>
        <p:nvSpPr>
          <p:cNvPr id="213" name="pdf-path-365">
            <a:extLst xmlns:a="http://schemas.openxmlformats.org/drawingml/2006/main">
              <a:ext uri="{FF2B5EF4-FFF2-40B4-BE49-F238E27FC236}">
                <a16:creationId xmlns:a16="http://schemas.microsoft.com/office/drawing/2014/main" id="{FC654353-591C-4A21-A5F6-0F6681CB4F6C}"/>
              </a:ext>
            </a:extLst>
          </p:cNvPr>
          <p:cNvSpPr>
            <a:spLocks xmlns:a="http://schemas.openxmlformats.org/drawingml/2006/main" noGrp="1"/>
          </p:cNvSpPr>
          <p:nvPr/>
        </p:nvSpPr>
        <p:spPr>
          <a:xfrm xmlns:a="http://schemas.openxmlformats.org/drawingml/2006/main" rot="0">
            <a:off x="1091193" y="973094"/>
            <a:ext cx="4649" cy="392620"/>
          </a:xfrm>
          <a:custGeom xmlns:a="http://schemas.openxmlformats.org/drawingml/2006/main">
            <a:pathLst>
              <a:path w="4649" h="392620">
                <a:moveTo>
                  <a:pt x="0" y="392620"/>
                </a:moveTo>
                <a:lnTo>
                  <a:pt x="4649" y="392620"/>
                </a:lnTo>
                <a:lnTo>
                  <a:pt x="4649" y="0"/>
                </a:lnTo>
                <a:lnTo>
                  <a:pt x="0" y="0"/>
                </a:lnTo>
                <a:close/>
              </a:path>
            </a:pathLst>
          </a:custGeom>
          <a:solidFill xmlns:a="http://schemas.openxmlformats.org/drawingml/2006/main">
            <a:srgbClr val="24411C"/>
          </a:solidFill>
          <a:ln xmlns:a="http://schemas.openxmlformats.org/drawingml/2006/main" w="0">
            <a:noFill/>
            <a:prstDash val="solid"/>
          </a:ln>
        </p:spPr>
      </p:sp>
      <p:sp>
        <p:nvSpPr>
          <p:cNvPr id="214" name="pdf-path-366">
            <a:extLst xmlns:a="http://schemas.openxmlformats.org/drawingml/2006/main">
              <a:ext uri="{FF2B5EF4-FFF2-40B4-BE49-F238E27FC236}">
                <a16:creationId xmlns:a16="http://schemas.microsoft.com/office/drawing/2014/main" id="{8DDEF8D4-BBE9-4A50-BE82-7521390327C1}"/>
              </a:ext>
            </a:extLst>
          </p:cNvPr>
          <p:cNvSpPr>
            <a:spLocks xmlns:a="http://schemas.openxmlformats.org/drawingml/2006/main" noGrp="1"/>
          </p:cNvSpPr>
          <p:nvPr/>
        </p:nvSpPr>
        <p:spPr>
          <a:xfrm xmlns:a="http://schemas.openxmlformats.org/drawingml/2006/main" rot="0">
            <a:off x="1460068" y="973093"/>
            <a:ext cx="6486" cy="392620"/>
          </a:xfrm>
          <a:custGeom xmlns:a="http://schemas.openxmlformats.org/drawingml/2006/main">
            <a:pathLst>
              <a:path w="6486" h="392620">
                <a:moveTo>
                  <a:pt x="6486" y="392620"/>
                </a:moveTo>
                <a:lnTo>
                  <a:pt x="286" y="392620"/>
                </a:lnTo>
                <a:lnTo>
                  <a:pt x="0" y="391935"/>
                </a:lnTo>
                <a:lnTo>
                  <a:pt x="0" y="0"/>
                </a:lnTo>
                <a:lnTo>
                  <a:pt x="6486" y="0"/>
                </a:lnTo>
                <a:lnTo>
                  <a:pt x="6486" y="392620"/>
                </a:lnTo>
              </a:path>
            </a:pathLst>
          </a:custGeom>
          <a:solidFill xmlns:a="http://schemas.openxmlformats.org/drawingml/2006/main">
            <a:srgbClr val="24411C"/>
          </a:solidFill>
          <a:ln xmlns:a="http://schemas.openxmlformats.org/drawingml/2006/main" w="0">
            <a:noFill/>
            <a:prstDash val="solid"/>
          </a:ln>
        </p:spPr>
      </p:sp>
      <p:sp>
        <p:nvSpPr>
          <p:cNvPr id="215" name="pdf-path-367">
            <a:extLst xmlns:a="http://schemas.openxmlformats.org/drawingml/2006/main">
              <a:ext uri="{FF2B5EF4-FFF2-40B4-BE49-F238E27FC236}">
                <a16:creationId xmlns:a16="http://schemas.microsoft.com/office/drawing/2014/main" id="{DB9A48E2-FE3C-443C-A398-EA4DC332BE34}"/>
              </a:ext>
            </a:extLst>
          </p:cNvPr>
          <p:cNvSpPr>
            <a:spLocks xmlns:a="http://schemas.openxmlformats.org/drawingml/2006/main" noGrp="1"/>
          </p:cNvSpPr>
          <p:nvPr/>
        </p:nvSpPr>
        <p:spPr>
          <a:xfrm xmlns:a="http://schemas.openxmlformats.org/drawingml/2006/main" rot="0">
            <a:off x="1091193" y="965721"/>
            <a:ext cx="375361" cy="7372"/>
          </a:xfrm>
          <a:custGeom xmlns:a="http://schemas.openxmlformats.org/drawingml/2006/main">
            <a:pathLst>
              <a:path w="375361" h="7372">
                <a:moveTo>
                  <a:pt x="375361" y="7372"/>
                </a:moveTo>
                <a:lnTo>
                  <a:pt x="0" y="7372"/>
                </a:lnTo>
                <a:lnTo>
                  <a:pt x="0" y="0"/>
                </a:lnTo>
                <a:lnTo>
                  <a:pt x="375361" y="0"/>
                </a:lnTo>
                <a:lnTo>
                  <a:pt x="375361" y="7372"/>
                </a:lnTo>
              </a:path>
            </a:pathLst>
          </a:custGeom>
          <a:solidFill xmlns:a="http://schemas.openxmlformats.org/drawingml/2006/main">
            <a:srgbClr val="24411C"/>
          </a:solidFill>
          <a:ln xmlns:a="http://schemas.openxmlformats.org/drawingml/2006/main" w="0">
            <a:noFill/>
            <a:prstDash val="solid"/>
          </a:ln>
        </p:spPr>
      </p:sp>
      <p:sp>
        <p:nvSpPr>
          <p:cNvPr id="216" name="pdf-path-368">
            <a:extLst xmlns:a="http://schemas.openxmlformats.org/drawingml/2006/main">
              <a:ext uri="{FF2B5EF4-FFF2-40B4-BE49-F238E27FC236}">
                <a16:creationId xmlns:a16="http://schemas.microsoft.com/office/drawing/2014/main" id="{9D092862-E69F-45B6-9B46-8C5C21EA4CA2}"/>
              </a:ext>
            </a:extLst>
          </p:cNvPr>
          <p:cNvSpPr>
            <a:spLocks xmlns:a="http://schemas.openxmlformats.org/drawingml/2006/main" noGrp="1"/>
          </p:cNvSpPr>
          <p:nvPr/>
        </p:nvSpPr>
        <p:spPr>
          <a:xfrm xmlns:a="http://schemas.openxmlformats.org/drawingml/2006/main" rot="0">
            <a:off x="1091193" y="965721"/>
            <a:ext cx="375333" cy="399992"/>
          </a:xfrm>
          <a:custGeom xmlns:a="http://schemas.openxmlformats.org/drawingml/2006/main">
            <a:pathLst>
              <a:path w="375333" h="399992">
                <a:moveTo>
                  <a:pt x="0" y="0"/>
                </a:moveTo>
                <a:lnTo>
                  <a:pt x="375333" y="0"/>
                </a:lnTo>
                <a:lnTo>
                  <a:pt x="375333" y="399992"/>
                </a:lnTo>
                <a:lnTo>
                  <a:pt x="0" y="399992"/>
                </a:lnTo>
                <a:close/>
              </a:path>
            </a:pathLst>
          </a:custGeom>
          <a:noFill xmlns:a="http://schemas.openxmlformats.org/drawingml/2006/main"/>
          <a:ln xmlns:a="http://schemas.openxmlformats.org/drawingml/2006/main" w="11687">
            <a:solidFill>
              <a:srgbClr val="231F20"/>
            </a:solidFill>
            <a:prstDash val="solid"/>
          </a:ln>
        </p:spPr>
      </p:sp>
      <p:sp>
        <p:nvSpPr>
          <p:cNvPr id="217" name="pdf-path-369">
            <a:extLst xmlns:a="http://schemas.openxmlformats.org/drawingml/2006/main">
              <a:ext uri="{FF2B5EF4-FFF2-40B4-BE49-F238E27FC236}">
                <a16:creationId xmlns:a16="http://schemas.microsoft.com/office/drawing/2014/main" id="{9EBAA8F8-0737-4A7D-8A5B-5A6739931D3B}"/>
              </a:ext>
            </a:extLst>
          </p:cNvPr>
          <p:cNvSpPr>
            <a:spLocks xmlns:a="http://schemas.openxmlformats.org/drawingml/2006/main" noGrp="1"/>
          </p:cNvSpPr>
          <p:nvPr/>
        </p:nvSpPr>
        <p:spPr>
          <a:xfrm xmlns:a="http://schemas.openxmlformats.org/drawingml/2006/main" rot="0">
            <a:off x="1851317" y="573987"/>
            <a:ext cx="362760" cy="385190"/>
          </a:xfrm>
          <a:custGeom xmlns:a="http://schemas.openxmlformats.org/drawingml/2006/main">
            <a:pathLst>
              <a:path w="362760" h="385190">
                <a:moveTo>
                  <a:pt x="0" y="385190"/>
                </a:moveTo>
                <a:lnTo>
                  <a:pt x="362760" y="385190"/>
                </a:lnTo>
                <a:lnTo>
                  <a:pt x="362760" y="0"/>
                </a:lnTo>
                <a:lnTo>
                  <a:pt x="0" y="0"/>
                </a:lnTo>
                <a:close/>
              </a:path>
            </a:pathLst>
          </a:custGeom>
          <a:solidFill xmlns:a="http://schemas.openxmlformats.org/drawingml/2006/main">
            <a:srgbClr val="AB909F"/>
          </a:solidFill>
          <a:ln xmlns:a="http://schemas.openxmlformats.org/drawingml/2006/main" w="0">
            <a:noFill/>
            <a:prstDash val="solid"/>
          </a:ln>
        </p:spPr>
      </p:sp>
      <p:sp>
        <p:nvSpPr>
          <p:cNvPr id="218" name="pdf-path-370">
            <a:extLst xmlns:a="http://schemas.openxmlformats.org/drawingml/2006/main">
              <a:ext uri="{FF2B5EF4-FFF2-40B4-BE49-F238E27FC236}">
                <a16:creationId xmlns:a16="http://schemas.microsoft.com/office/drawing/2014/main" id="{CD3F262C-D617-42E4-B1B8-D22BCE3638AA}"/>
              </a:ext>
            </a:extLst>
          </p:cNvPr>
          <p:cNvSpPr>
            <a:spLocks xmlns:a="http://schemas.openxmlformats.org/drawingml/2006/main" noGrp="1"/>
          </p:cNvSpPr>
          <p:nvPr/>
        </p:nvSpPr>
        <p:spPr>
          <a:xfrm xmlns:a="http://schemas.openxmlformats.org/drawingml/2006/main" rot="0">
            <a:off x="1850431" y="573987"/>
            <a:ext cx="886" cy="385190"/>
          </a:xfrm>
          <a:custGeom xmlns:a="http://schemas.openxmlformats.org/drawingml/2006/main">
            <a:pathLst>
              <a:path w="886" h="385190">
                <a:moveTo>
                  <a:pt x="0" y="385190"/>
                </a:moveTo>
                <a:lnTo>
                  <a:pt x="886" y="385190"/>
                </a:lnTo>
                <a:lnTo>
                  <a:pt x="886" y="0"/>
                </a:lnTo>
                <a:lnTo>
                  <a:pt x="0" y="0"/>
                </a:lnTo>
                <a:close/>
              </a:path>
            </a:pathLst>
          </a:custGeom>
          <a:solidFill xmlns:a="http://schemas.openxmlformats.org/drawingml/2006/main">
            <a:srgbClr val="13060C"/>
          </a:solidFill>
          <a:ln xmlns:a="http://schemas.openxmlformats.org/drawingml/2006/main" w="0">
            <a:noFill/>
            <a:prstDash val="solid"/>
          </a:ln>
        </p:spPr>
      </p:sp>
      <p:sp>
        <p:nvSpPr>
          <p:cNvPr id="219" name="pdf-path-371">
            <a:extLst xmlns:a="http://schemas.openxmlformats.org/drawingml/2006/main">
              <a:ext uri="{FF2B5EF4-FFF2-40B4-BE49-F238E27FC236}">
                <a16:creationId xmlns:a16="http://schemas.microsoft.com/office/drawing/2014/main" id="{84B4E896-7B7F-41F4-BF15-630458312141}"/>
              </a:ext>
            </a:extLst>
          </p:cNvPr>
          <p:cNvSpPr>
            <a:spLocks xmlns:a="http://schemas.openxmlformats.org/drawingml/2006/main" noGrp="1"/>
          </p:cNvSpPr>
          <p:nvPr/>
        </p:nvSpPr>
        <p:spPr>
          <a:xfrm xmlns:a="http://schemas.openxmlformats.org/drawingml/2006/main" rot="0">
            <a:off x="1838744" y="562327"/>
            <a:ext cx="387020" cy="411680"/>
          </a:xfrm>
          <a:custGeom xmlns:a="http://schemas.openxmlformats.org/drawingml/2006/main">
            <a:pathLst>
              <a:path w="387020" h="411680">
                <a:moveTo>
                  <a:pt x="5829" y="5829"/>
                </a:moveTo>
                <a:lnTo>
                  <a:pt x="5829" y="11687"/>
                </a:lnTo>
                <a:lnTo>
                  <a:pt x="375333" y="11687"/>
                </a:lnTo>
                <a:lnTo>
                  <a:pt x="375333" y="399993"/>
                </a:lnTo>
                <a:lnTo>
                  <a:pt x="11687" y="399993"/>
                </a:lnTo>
                <a:lnTo>
                  <a:pt x="11687" y="5829"/>
                </a:lnTo>
                <a:lnTo>
                  <a:pt x="5829" y="5829"/>
                </a:lnTo>
                <a:lnTo>
                  <a:pt x="5829" y="11687"/>
                </a:lnTo>
                <a:lnTo>
                  <a:pt x="5829" y="5829"/>
                </a:lnTo>
                <a:lnTo>
                  <a:pt x="0" y="5829"/>
                </a:lnTo>
                <a:lnTo>
                  <a:pt x="0" y="405851"/>
                </a:lnTo>
                <a:lnTo>
                  <a:pt x="1715" y="409966"/>
                </a:lnTo>
                <a:lnTo>
                  <a:pt x="5829" y="411680"/>
                </a:lnTo>
                <a:lnTo>
                  <a:pt x="381191" y="411680"/>
                </a:lnTo>
                <a:lnTo>
                  <a:pt x="385305" y="409966"/>
                </a:lnTo>
                <a:lnTo>
                  <a:pt x="387020" y="405851"/>
                </a:lnTo>
                <a:lnTo>
                  <a:pt x="387020" y="5829"/>
                </a:lnTo>
                <a:lnTo>
                  <a:pt x="385305" y="1715"/>
                </a:lnTo>
                <a:lnTo>
                  <a:pt x="381191" y="0"/>
                </a:lnTo>
                <a:lnTo>
                  <a:pt x="5829" y="0"/>
                </a:lnTo>
                <a:lnTo>
                  <a:pt x="1715" y="1715"/>
                </a:lnTo>
                <a:lnTo>
                  <a:pt x="0" y="5829"/>
                </a:lnTo>
                <a:lnTo>
                  <a:pt x="5829" y="5829"/>
                </a:lnTo>
              </a:path>
            </a:pathLst>
          </a:custGeom>
          <a:solidFill xmlns:a="http://schemas.openxmlformats.org/drawingml/2006/main">
            <a:srgbClr val="231F20"/>
          </a:solidFill>
          <a:ln xmlns:a="http://schemas.openxmlformats.org/drawingml/2006/main" w="0">
            <a:noFill/>
            <a:prstDash val="solid"/>
          </a:ln>
        </p:spPr>
      </p:sp>
      <p:sp>
        <p:nvSpPr>
          <p:cNvPr id="220" name="pdf-path-372">
            <a:extLst xmlns:a="http://schemas.openxmlformats.org/drawingml/2006/main">
              <a:ext uri="{FF2B5EF4-FFF2-40B4-BE49-F238E27FC236}">
                <a16:creationId xmlns:a16="http://schemas.microsoft.com/office/drawing/2014/main" id="{30157EB8-7D15-4EDD-A11A-71FB4ADBF1D2}"/>
              </a:ext>
            </a:extLst>
          </p:cNvPr>
          <p:cNvSpPr>
            <a:spLocks xmlns:a="http://schemas.openxmlformats.org/drawingml/2006/main" noGrp="1"/>
          </p:cNvSpPr>
          <p:nvPr/>
        </p:nvSpPr>
        <p:spPr>
          <a:xfrm xmlns:a="http://schemas.openxmlformats.org/drawingml/2006/main" rot="0">
            <a:off x="1848288" y="973980"/>
            <a:ext cx="363674" cy="385190"/>
          </a:xfrm>
          <a:custGeom xmlns:a="http://schemas.openxmlformats.org/drawingml/2006/main">
            <a:pathLst>
              <a:path w="363674" h="385190">
                <a:moveTo>
                  <a:pt x="0" y="385190"/>
                </a:moveTo>
                <a:lnTo>
                  <a:pt x="363674" y="385190"/>
                </a:lnTo>
                <a:lnTo>
                  <a:pt x="363674" y="0"/>
                </a:lnTo>
                <a:lnTo>
                  <a:pt x="0" y="0"/>
                </a:lnTo>
                <a:close/>
              </a:path>
            </a:pathLst>
          </a:custGeom>
          <a:solidFill xmlns:a="http://schemas.openxmlformats.org/drawingml/2006/main">
            <a:srgbClr val="DADBDD"/>
          </a:solidFill>
          <a:ln xmlns:a="http://schemas.openxmlformats.org/drawingml/2006/main" w="0">
            <a:noFill/>
            <a:prstDash val="solid"/>
          </a:ln>
        </p:spPr>
      </p:sp>
      <p:sp>
        <p:nvSpPr>
          <p:cNvPr id="221" name="pdf-path-373">
            <a:extLst xmlns:a="http://schemas.openxmlformats.org/drawingml/2006/main">
              <a:ext uri="{FF2B5EF4-FFF2-40B4-BE49-F238E27FC236}">
                <a16:creationId xmlns:a16="http://schemas.microsoft.com/office/drawing/2014/main" id="{165D4B1A-B233-4AC1-B385-5D819D308EBB}"/>
              </a:ext>
            </a:extLst>
          </p:cNvPr>
          <p:cNvSpPr>
            <a:spLocks xmlns:a="http://schemas.openxmlformats.org/drawingml/2006/main" noGrp="1"/>
          </p:cNvSpPr>
          <p:nvPr/>
        </p:nvSpPr>
        <p:spPr>
          <a:xfrm xmlns:a="http://schemas.openxmlformats.org/drawingml/2006/main" rot="0">
            <a:off x="1848288" y="970865"/>
            <a:ext cx="363674" cy="3115"/>
          </a:xfrm>
          <a:custGeom xmlns:a="http://schemas.openxmlformats.org/drawingml/2006/main">
            <a:pathLst>
              <a:path w="363674" h="3115">
                <a:moveTo>
                  <a:pt x="0" y="3115"/>
                </a:moveTo>
                <a:lnTo>
                  <a:pt x="363674" y="3115"/>
                </a:lnTo>
                <a:lnTo>
                  <a:pt x="363674" y="0"/>
                </a:lnTo>
                <a:lnTo>
                  <a:pt x="0" y="0"/>
                </a:lnTo>
                <a:close/>
              </a:path>
            </a:pathLst>
          </a:custGeom>
          <a:solidFill xmlns:a="http://schemas.openxmlformats.org/drawingml/2006/main">
            <a:srgbClr val="626365"/>
          </a:solidFill>
          <a:ln xmlns:a="http://schemas.openxmlformats.org/drawingml/2006/main" w="0">
            <a:noFill/>
            <a:prstDash val="solid"/>
          </a:ln>
        </p:spPr>
      </p:sp>
      <p:sp>
        <p:nvSpPr>
          <p:cNvPr id="222" name="pdf-path-374">
            <a:extLst xmlns:a="http://schemas.openxmlformats.org/drawingml/2006/main">
              <a:ext uri="{FF2B5EF4-FFF2-40B4-BE49-F238E27FC236}">
                <a16:creationId xmlns:a16="http://schemas.microsoft.com/office/drawing/2014/main" id="{1FC778F5-584E-4C88-8603-D8F20DAE5EA4}"/>
              </a:ext>
            </a:extLst>
          </p:cNvPr>
          <p:cNvSpPr>
            <a:spLocks xmlns:a="http://schemas.openxmlformats.org/drawingml/2006/main" noGrp="1"/>
          </p:cNvSpPr>
          <p:nvPr/>
        </p:nvSpPr>
        <p:spPr>
          <a:xfrm xmlns:a="http://schemas.openxmlformats.org/drawingml/2006/main" rot="0">
            <a:off x="1836601" y="959176"/>
            <a:ext cx="387048" cy="411680"/>
          </a:xfrm>
          <a:custGeom xmlns:a="http://schemas.openxmlformats.org/drawingml/2006/main">
            <a:pathLst>
              <a:path w="387048" h="411680">
                <a:moveTo>
                  <a:pt x="5858" y="5858"/>
                </a:moveTo>
                <a:lnTo>
                  <a:pt x="5858" y="11687"/>
                </a:lnTo>
                <a:lnTo>
                  <a:pt x="375361" y="11687"/>
                </a:lnTo>
                <a:lnTo>
                  <a:pt x="375361" y="399993"/>
                </a:lnTo>
                <a:lnTo>
                  <a:pt x="11687" y="399993"/>
                </a:lnTo>
                <a:lnTo>
                  <a:pt x="11687" y="5858"/>
                </a:lnTo>
                <a:lnTo>
                  <a:pt x="5858" y="5858"/>
                </a:lnTo>
                <a:lnTo>
                  <a:pt x="5858" y="11687"/>
                </a:lnTo>
                <a:lnTo>
                  <a:pt x="5858" y="5858"/>
                </a:lnTo>
                <a:lnTo>
                  <a:pt x="0" y="5858"/>
                </a:lnTo>
                <a:lnTo>
                  <a:pt x="0" y="405851"/>
                </a:lnTo>
                <a:lnTo>
                  <a:pt x="1715" y="409966"/>
                </a:lnTo>
                <a:lnTo>
                  <a:pt x="5858" y="411680"/>
                </a:lnTo>
                <a:lnTo>
                  <a:pt x="381190" y="411680"/>
                </a:lnTo>
                <a:lnTo>
                  <a:pt x="385334" y="409966"/>
                </a:lnTo>
                <a:lnTo>
                  <a:pt x="387048" y="405851"/>
                </a:lnTo>
                <a:lnTo>
                  <a:pt x="387048" y="5858"/>
                </a:lnTo>
                <a:lnTo>
                  <a:pt x="385334" y="1715"/>
                </a:lnTo>
                <a:lnTo>
                  <a:pt x="381190" y="0"/>
                </a:lnTo>
                <a:lnTo>
                  <a:pt x="5858" y="0"/>
                </a:lnTo>
                <a:lnTo>
                  <a:pt x="1715" y="1715"/>
                </a:lnTo>
                <a:lnTo>
                  <a:pt x="0" y="5858"/>
                </a:lnTo>
                <a:lnTo>
                  <a:pt x="5858" y="5858"/>
                </a:lnTo>
              </a:path>
            </a:pathLst>
          </a:custGeom>
          <a:solidFill xmlns:a="http://schemas.openxmlformats.org/drawingml/2006/main">
            <a:srgbClr val="231F20"/>
          </a:solidFill>
          <a:ln xmlns:a="http://schemas.openxmlformats.org/drawingml/2006/main" w="0">
            <a:noFill/>
            <a:prstDash val="solid"/>
          </a:ln>
        </p:spPr>
      </p:sp>
      <p:sp>
        <p:nvSpPr>
          <p:cNvPr id="223" name="pdf-path-375">
            <a:extLst xmlns:a="http://schemas.openxmlformats.org/drawingml/2006/main">
              <a:ext uri="{FF2B5EF4-FFF2-40B4-BE49-F238E27FC236}">
                <a16:creationId xmlns:a16="http://schemas.microsoft.com/office/drawing/2014/main" id="{DFBA1587-CBA5-40D2-A601-12A0E0012BE6}"/>
              </a:ext>
            </a:extLst>
          </p:cNvPr>
          <p:cNvSpPr>
            <a:spLocks xmlns:a="http://schemas.openxmlformats.org/drawingml/2006/main" noGrp="1"/>
          </p:cNvSpPr>
          <p:nvPr/>
        </p:nvSpPr>
        <p:spPr>
          <a:xfrm xmlns:a="http://schemas.openxmlformats.org/drawingml/2006/main" rot="0">
            <a:off x="714661" y="1715044"/>
            <a:ext cx="375361" cy="399992"/>
          </a:xfrm>
          <a:custGeom xmlns:a="http://schemas.openxmlformats.org/drawingml/2006/main">
            <a:pathLst>
              <a:path w="375361" h="399992">
                <a:moveTo>
                  <a:pt x="0" y="399992"/>
                </a:moveTo>
                <a:lnTo>
                  <a:pt x="375361" y="399992"/>
                </a:lnTo>
                <a:lnTo>
                  <a:pt x="375361" y="0"/>
                </a:lnTo>
                <a:lnTo>
                  <a:pt x="0" y="0"/>
                </a:lnTo>
                <a:close/>
              </a:path>
            </a:pathLst>
          </a:custGeom>
          <a:solidFill xmlns:a="http://schemas.openxmlformats.org/drawingml/2006/main">
            <a:srgbClr val="B6B8BA"/>
          </a:solidFill>
          <a:ln xmlns:a="http://schemas.openxmlformats.org/drawingml/2006/main" w="0">
            <a:noFill/>
            <a:prstDash val="solid"/>
          </a:ln>
        </p:spPr>
      </p:sp>
      <p:sp>
        <p:nvSpPr>
          <p:cNvPr id="224" name="pdf-path-376">
            <a:extLst xmlns:a="http://schemas.openxmlformats.org/drawingml/2006/main">
              <a:ext uri="{FF2B5EF4-FFF2-40B4-BE49-F238E27FC236}">
                <a16:creationId xmlns:a16="http://schemas.microsoft.com/office/drawing/2014/main" id="{48CFB7AD-2F30-4E21-A37D-9C64AA5C3E6D}"/>
              </a:ext>
            </a:extLst>
          </p:cNvPr>
          <p:cNvSpPr>
            <a:spLocks xmlns:a="http://schemas.openxmlformats.org/drawingml/2006/main" noGrp="1"/>
          </p:cNvSpPr>
          <p:nvPr/>
        </p:nvSpPr>
        <p:spPr>
          <a:xfrm xmlns:a="http://schemas.openxmlformats.org/drawingml/2006/main" rot="0">
            <a:off x="714661" y="1715042"/>
            <a:ext cx="375361" cy="399992"/>
          </a:xfrm>
          <a:custGeom xmlns:a="http://schemas.openxmlformats.org/drawingml/2006/main">
            <a:pathLst>
              <a:path w="375361" h="399992">
                <a:moveTo>
                  <a:pt x="0" y="0"/>
                </a:moveTo>
                <a:lnTo>
                  <a:pt x="375361" y="0"/>
                </a:lnTo>
                <a:lnTo>
                  <a:pt x="375361" y="399992"/>
                </a:lnTo>
                <a:lnTo>
                  <a:pt x="0" y="399992"/>
                </a:lnTo>
                <a:close/>
              </a:path>
            </a:pathLst>
          </a:custGeom>
          <a:noFill xmlns:a="http://schemas.openxmlformats.org/drawingml/2006/main"/>
          <a:ln xmlns:a="http://schemas.openxmlformats.org/drawingml/2006/main" w="11687">
            <a:solidFill>
              <a:srgbClr val="231F20"/>
            </a:solidFill>
            <a:prstDash val="solid"/>
          </a:ln>
        </p:spPr>
      </p:sp>
      <p:sp>
        <p:nvSpPr>
          <p:cNvPr id="225" name="pdf-path-377">
            <a:extLst xmlns:a="http://schemas.openxmlformats.org/drawingml/2006/main">
              <a:ext uri="{FF2B5EF4-FFF2-40B4-BE49-F238E27FC236}">
                <a16:creationId xmlns:a16="http://schemas.microsoft.com/office/drawing/2014/main" id="{701EB063-4142-44E5-A397-BCB08B784ED0}"/>
              </a:ext>
            </a:extLst>
          </p:cNvPr>
          <p:cNvSpPr>
            <a:spLocks xmlns:a="http://schemas.openxmlformats.org/drawingml/2006/main" noGrp="1"/>
          </p:cNvSpPr>
          <p:nvPr/>
        </p:nvSpPr>
        <p:spPr>
          <a:xfrm xmlns:a="http://schemas.openxmlformats.org/drawingml/2006/main" rot="0">
            <a:off x="1465926" y="1714327"/>
            <a:ext cx="375333" cy="400022"/>
          </a:xfrm>
          <a:custGeom xmlns:a="http://schemas.openxmlformats.org/drawingml/2006/main">
            <a:pathLst>
              <a:path w="375333" h="400022">
                <a:moveTo>
                  <a:pt x="0" y="400022"/>
                </a:moveTo>
                <a:lnTo>
                  <a:pt x="375333" y="400022"/>
                </a:lnTo>
                <a:lnTo>
                  <a:pt x="375333" y="0"/>
                </a:lnTo>
                <a:lnTo>
                  <a:pt x="0" y="0"/>
                </a:lnTo>
                <a:close/>
              </a:path>
            </a:pathLst>
          </a:custGeom>
          <a:solidFill xmlns:a="http://schemas.openxmlformats.org/drawingml/2006/main">
            <a:srgbClr val="F9CA98"/>
          </a:solidFill>
          <a:ln xmlns:a="http://schemas.openxmlformats.org/drawingml/2006/main" w="0">
            <a:noFill/>
            <a:prstDash val="solid"/>
          </a:ln>
        </p:spPr>
      </p:sp>
      <p:sp>
        <p:nvSpPr>
          <p:cNvPr id="226" name="pdf-path-378">
            <a:extLst xmlns:a="http://schemas.openxmlformats.org/drawingml/2006/main">
              <a:ext uri="{FF2B5EF4-FFF2-40B4-BE49-F238E27FC236}">
                <a16:creationId xmlns:a16="http://schemas.microsoft.com/office/drawing/2014/main" id="{F2E4A267-A22B-4853-9F15-70B3509A6E76}"/>
              </a:ext>
            </a:extLst>
          </p:cNvPr>
          <p:cNvSpPr>
            <a:spLocks xmlns:a="http://schemas.openxmlformats.org/drawingml/2006/main" noGrp="1"/>
          </p:cNvSpPr>
          <p:nvPr/>
        </p:nvSpPr>
        <p:spPr>
          <a:xfrm xmlns:a="http://schemas.openxmlformats.org/drawingml/2006/main" rot="0">
            <a:off x="1460068" y="1708500"/>
            <a:ext cx="387049" cy="411680"/>
          </a:xfrm>
          <a:custGeom xmlns:a="http://schemas.openxmlformats.org/drawingml/2006/main">
            <a:pathLst>
              <a:path w="387049" h="411680">
                <a:moveTo>
                  <a:pt x="5858" y="5829"/>
                </a:moveTo>
                <a:lnTo>
                  <a:pt x="5858" y="11687"/>
                </a:lnTo>
                <a:lnTo>
                  <a:pt x="375361" y="11687"/>
                </a:lnTo>
                <a:lnTo>
                  <a:pt x="375361" y="399993"/>
                </a:lnTo>
                <a:lnTo>
                  <a:pt x="11687" y="399993"/>
                </a:lnTo>
                <a:lnTo>
                  <a:pt x="11687" y="5829"/>
                </a:lnTo>
                <a:lnTo>
                  <a:pt x="5858" y="5829"/>
                </a:lnTo>
                <a:lnTo>
                  <a:pt x="5858" y="11687"/>
                </a:lnTo>
                <a:lnTo>
                  <a:pt x="5858" y="5829"/>
                </a:lnTo>
                <a:lnTo>
                  <a:pt x="0" y="5829"/>
                </a:lnTo>
                <a:lnTo>
                  <a:pt x="0" y="405850"/>
                </a:lnTo>
                <a:lnTo>
                  <a:pt x="1715" y="409966"/>
                </a:lnTo>
                <a:lnTo>
                  <a:pt x="5858" y="411680"/>
                </a:lnTo>
                <a:lnTo>
                  <a:pt x="381191" y="411680"/>
                </a:lnTo>
                <a:lnTo>
                  <a:pt x="385334" y="409966"/>
                </a:lnTo>
                <a:lnTo>
                  <a:pt x="387049" y="405850"/>
                </a:lnTo>
                <a:lnTo>
                  <a:pt x="387049" y="5829"/>
                </a:lnTo>
                <a:lnTo>
                  <a:pt x="385334" y="1714"/>
                </a:lnTo>
                <a:lnTo>
                  <a:pt x="381191" y="0"/>
                </a:lnTo>
                <a:lnTo>
                  <a:pt x="5858" y="0"/>
                </a:lnTo>
                <a:lnTo>
                  <a:pt x="1715" y="1714"/>
                </a:lnTo>
                <a:lnTo>
                  <a:pt x="0" y="5829"/>
                </a:lnTo>
                <a:lnTo>
                  <a:pt x="5858" y="5829"/>
                </a:lnTo>
              </a:path>
            </a:pathLst>
          </a:custGeom>
          <a:solidFill xmlns:a="http://schemas.openxmlformats.org/drawingml/2006/main">
            <a:srgbClr val="231F20"/>
          </a:solidFill>
          <a:ln xmlns:a="http://schemas.openxmlformats.org/drawingml/2006/main" w="0">
            <a:noFill/>
            <a:prstDash val="solid"/>
          </a:ln>
        </p:spPr>
      </p:sp>
      <p:sp>
        <p:nvSpPr>
          <p:cNvPr id="227" name="pdf-path-379">
            <a:extLst xmlns:a="http://schemas.openxmlformats.org/drawingml/2006/main">
              <a:ext uri="{FF2B5EF4-FFF2-40B4-BE49-F238E27FC236}">
                <a16:creationId xmlns:a16="http://schemas.microsoft.com/office/drawing/2014/main" id="{698CAEB8-A97D-41D1-B8F3-0CFB779F080A}"/>
              </a:ext>
            </a:extLst>
          </p:cNvPr>
          <p:cNvSpPr>
            <a:spLocks xmlns:a="http://schemas.openxmlformats.org/drawingml/2006/main" noGrp="1"/>
          </p:cNvSpPr>
          <p:nvPr/>
        </p:nvSpPr>
        <p:spPr>
          <a:xfrm xmlns:a="http://schemas.openxmlformats.org/drawingml/2006/main" rot="0">
            <a:off x="1091193" y="1715044"/>
            <a:ext cx="375333" cy="399992"/>
          </a:xfrm>
          <a:custGeom xmlns:a="http://schemas.openxmlformats.org/drawingml/2006/main">
            <a:pathLst>
              <a:path w="375333" h="399992">
                <a:moveTo>
                  <a:pt x="0" y="399992"/>
                </a:moveTo>
                <a:lnTo>
                  <a:pt x="375333" y="399992"/>
                </a:lnTo>
                <a:lnTo>
                  <a:pt x="375333" y="0"/>
                </a:lnTo>
                <a:lnTo>
                  <a:pt x="0" y="0"/>
                </a:lnTo>
                <a:close/>
              </a:path>
            </a:pathLst>
          </a:custGeom>
          <a:solidFill xmlns:a="http://schemas.openxmlformats.org/drawingml/2006/main">
            <a:srgbClr val="EFF0F0"/>
          </a:solidFill>
          <a:ln xmlns:a="http://schemas.openxmlformats.org/drawingml/2006/main" w="0">
            <a:noFill/>
            <a:prstDash val="solid"/>
          </a:ln>
        </p:spPr>
      </p:sp>
      <p:sp>
        <p:nvSpPr>
          <p:cNvPr id="228" name="pdf-path-380">
            <a:extLst xmlns:a="http://schemas.openxmlformats.org/drawingml/2006/main">
              <a:ext uri="{FF2B5EF4-FFF2-40B4-BE49-F238E27FC236}">
                <a16:creationId xmlns:a16="http://schemas.microsoft.com/office/drawing/2014/main" id="{B5AFD43E-2BEE-4092-9464-537316E680EF}"/>
              </a:ext>
            </a:extLst>
          </p:cNvPr>
          <p:cNvSpPr>
            <a:spLocks xmlns:a="http://schemas.openxmlformats.org/drawingml/2006/main" noGrp="1"/>
          </p:cNvSpPr>
          <p:nvPr/>
        </p:nvSpPr>
        <p:spPr>
          <a:xfrm xmlns:a="http://schemas.openxmlformats.org/drawingml/2006/main" rot="0">
            <a:off x="1091193" y="1715042"/>
            <a:ext cx="375333" cy="399992"/>
          </a:xfrm>
          <a:custGeom xmlns:a="http://schemas.openxmlformats.org/drawingml/2006/main">
            <a:pathLst>
              <a:path w="375333" h="399992">
                <a:moveTo>
                  <a:pt x="0" y="0"/>
                </a:moveTo>
                <a:lnTo>
                  <a:pt x="375333" y="0"/>
                </a:lnTo>
                <a:lnTo>
                  <a:pt x="375333" y="399992"/>
                </a:lnTo>
                <a:lnTo>
                  <a:pt x="0" y="399992"/>
                </a:lnTo>
                <a:close/>
              </a:path>
            </a:pathLst>
          </a:custGeom>
          <a:noFill xmlns:a="http://schemas.openxmlformats.org/drawingml/2006/main"/>
          <a:ln xmlns:a="http://schemas.openxmlformats.org/drawingml/2006/main" w="11687">
            <a:solidFill>
              <a:srgbClr val="231F20"/>
            </a:solidFill>
            <a:prstDash val="solid"/>
          </a:ln>
        </p:spPr>
      </p:sp>
      <p:sp>
        <p:nvSpPr>
          <p:cNvPr id="229" name="pdf-path-381">
            <a:extLst xmlns:a="http://schemas.openxmlformats.org/drawingml/2006/main">
              <a:ext uri="{FF2B5EF4-FFF2-40B4-BE49-F238E27FC236}">
                <a16:creationId xmlns:a16="http://schemas.microsoft.com/office/drawing/2014/main" id="{F9AA61F0-D79D-4617-AFCF-5246FD46B993}"/>
              </a:ext>
            </a:extLst>
          </p:cNvPr>
          <p:cNvSpPr>
            <a:spLocks xmlns:a="http://schemas.openxmlformats.org/drawingml/2006/main" noGrp="1"/>
          </p:cNvSpPr>
          <p:nvPr/>
        </p:nvSpPr>
        <p:spPr>
          <a:xfrm xmlns:a="http://schemas.openxmlformats.org/drawingml/2006/main" rot="0">
            <a:off x="1847117" y="1714327"/>
            <a:ext cx="370675" cy="400022"/>
          </a:xfrm>
          <a:custGeom xmlns:a="http://schemas.openxmlformats.org/drawingml/2006/main">
            <a:pathLst>
              <a:path w="370675" h="400022">
                <a:moveTo>
                  <a:pt x="0" y="400022"/>
                </a:moveTo>
                <a:lnTo>
                  <a:pt x="370675" y="400022"/>
                </a:lnTo>
                <a:lnTo>
                  <a:pt x="370675" y="0"/>
                </a:lnTo>
                <a:lnTo>
                  <a:pt x="0" y="0"/>
                </a:lnTo>
                <a:close/>
              </a:path>
            </a:pathLst>
          </a:custGeom>
          <a:solidFill xmlns:a="http://schemas.openxmlformats.org/drawingml/2006/main">
            <a:srgbClr val="D5A9BF"/>
          </a:solidFill>
          <a:ln xmlns:a="http://schemas.openxmlformats.org/drawingml/2006/main" w="0">
            <a:noFill/>
            <a:prstDash val="solid"/>
          </a:ln>
        </p:spPr>
      </p:sp>
      <p:sp>
        <p:nvSpPr>
          <p:cNvPr id="230" name="pdf-path-382">
            <a:extLst xmlns:a="http://schemas.openxmlformats.org/drawingml/2006/main">
              <a:ext uri="{FF2B5EF4-FFF2-40B4-BE49-F238E27FC236}">
                <a16:creationId xmlns:a16="http://schemas.microsoft.com/office/drawing/2014/main" id="{5832D3AE-DDEE-4B63-AEF1-F91552D98161}"/>
              </a:ext>
            </a:extLst>
          </p:cNvPr>
          <p:cNvSpPr>
            <a:spLocks xmlns:a="http://schemas.openxmlformats.org/drawingml/2006/main" noGrp="1"/>
          </p:cNvSpPr>
          <p:nvPr/>
        </p:nvSpPr>
        <p:spPr>
          <a:xfrm xmlns:a="http://schemas.openxmlformats.org/drawingml/2006/main" rot="0">
            <a:off x="1842459" y="1714327"/>
            <a:ext cx="4658" cy="400022"/>
          </a:xfrm>
          <a:custGeom xmlns:a="http://schemas.openxmlformats.org/drawingml/2006/main">
            <a:pathLst>
              <a:path w="4658" h="400022">
                <a:moveTo>
                  <a:pt x="0" y="400022"/>
                </a:moveTo>
                <a:lnTo>
                  <a:pt x="4658" y="400022"/>
                </a:lnTo>
                <a:lnTo>
                  <a:pt x="4658" y="0"/>
                </a:lnTo>
                <a:lnTo>
                  <a:pt x="0" y="0"/>
                </a:lnTo>
                <a:close/>
              </a:path>
            </a:pathLst>
          </a:custGeom>
          <a:solidFill xmlns:a="http://schemas.openxmlformats.org/drawingml/2006/main">
            <a:srgbClr val="3B0E27"/>
          </a:solidFill>
          <a:ln xmlns:a="http://schemas.openxmlformats.org/drawingml/2006/main" w="0">
            <a:noFill/>
            <a:prstDash val="solid"/>
          </a:ln>
        </p:spPr>
      </p:sp>
      <p:sp>
        <p:nvSpPr>
          <p:cNvPr id="231" name="pdf-path-383">
            <a:extLst xmlns:a="http://schemas.openxmlformats.org/drawingml/2006/main">
              <a:ext uri="{FF2B5EF4-FFF2-40B4-BE49-F238E27FC236}">
                <a16:creationId xmlns:a16="http://schemas.microsoft.com/office/drawing/2014/main" id="{49305907-814A-4E76-9B8E-A544D516C365}"/>
              </a:ext>
            </a:extLst>
          </p:cNvPr>
          <p:cNvSpPr>
            <a:spLocks xmlns:a="http://schemas.openxmlformats.org/drawingml/2006/main" noGrp="1"/>
          </p:cNvSpPr>
          <p:nvPr/>
        </p:nvSpPr>
        <p:spPr>
          <a:xfrm xmlns:a="http://schemas.openxmlformats.org/drawingml/2006/main" rot="0">
            <a:off x="1842459" y="1714329"/>
            <a:ext cx="375332" cy="400022"/>
          </a:xfrm>
          <a:custGeom xmlns:a="http://schemas.openxmlformats.org/drawingml/2006/main">
            <a:pathLst>
              <a:path w="375332" h="400022">
                <a:moveTo>
                  <a:pt x="0" y="0"/>
                </a:moveTo>
                <a:lnTo>
                  <a:pt x="375332" y="0"/>
                </a:lnTo>
                <a:lnTo>
                  <a:pt x="375332" y="400022"/>
                </a:lnTo>
                <a:lnTo>
                  <a:pt x="0" y="400022"/>
                </a:lnTo>
                <a:close/>
              </a:path>
            </a:pathLst>
          </a:custGeom>
          <a:noFill xmlns:a="http://schemas.openxmlformats.org/drawingml/2006/main"/>
          <a:ln xmlns:a="http://schemas.openxmlformats.org/drawingml/2006/main" w="11687">
            <a:solidFill>
              <a:srgbClr val="231F20"/>
            </a:solidFill>
            <a:prstDash val="solid"/>
          </a:ln>
        </p:spPr>
      </p:sp>
      <p:sp>
        <p:nvSpPr>
          <p:cNvPr id="232" name="pdf-path-384">
            <a:extLst xmlns:a="http://schemas.openxmlformats.org/drawingml/2006/main">
              <a:ext uri="{FF2B5EF4-FFF2-40B4-BE49-F238E27FC236}">
                <a16:creationId xmlns:a16="http://schemas.microsoft.com/office/drawing/2014/main" id="{90B16AEE-EAF3-4492-A304-D3AC1486A201}"/>
              </a:ext>
            </a:extLst>
          </p:cNvPr>
          <p:cNvSpPr>
            <a:spLocks xmlns:a="http://schemas.openxmlformats.org/drawingml/2006/main" noGrp="1"/>
          </p:cNvSpPr>
          <p:nvPr/>
        </p:nvSpPr>
        <p:spPr>
          <a:xfrm xmlns:a="http://schemas.openxmlformats.org/drawingml/2006/main" rot="0">
            <a:off x="6248838" y="573101"/>
            <a:ext cx="363674" cy="386762"/>
          </a:xfrm>
          <a:custGeom xmlns:a="http://schemas.openxmlformats.org/drawingml/2006/main">
            <a:pathLst>
              <a:path w="363674" h="386762">
                <a:moveTo>
                  <a:pt x="0" y="386762"/>
                </a:moveTo>
                <a:lnTo>
                  <a:pt x="363674" y="386762"/>
                </a:lnTo>
                <a:lnTo>
                  <a:pt x="363674" y="0"/>
                </a:lnTo>
                <a:lnTo>
                  <a:pt x="0" y="0"/>
                </a:lnTo>
                <a:close/>
              </a:path>
            </a:pathLst>
          </a:custGeom>
          <a:solidFill xmlns:a="http://schemas.openxmlformats.org/drawingml/2006/main">
            <a:srgbClr val="E8F3E4"/>
          </a:solidFill>
          <a:ln xmlns:a="http://schemas.openxmlformats.org/drawingml/2006/main" w="0">
            <a:noFill/>
            <a:prstDash val="solid"/>
          </a:ln>
        </p:spPr>
      </p:sp>
      <p:sp>
        <p:nvSpPr>
          <p:cNvPr id="233" name="pdf-path-385">
            <a:extLst xmlns:a="http://schemas.openxmlformats.org/drawingml/2006/main">
              <a:ext uri="{FF2B5EF4-FFF2-40B4-BE49-F238E27FC236}">
                <a16:creationId xmlns:a16="http://schemas.microsoft.com/office/drawing/2014/main" id="{ECF4678F-D8FB-4968-B3EE-9611BFC77698}"/>
              </a:ext>
            </a:extLst>
          </p:cNvPr>
          <p:cNvSpPr>
            <a:spLocks xmlns:a="http://schemas.openxmlformats.org/drawingml/2006/main" noGrp="1"/>
          </p:cNvSpPr>
          <p:nvPr/>
        </p:nvSpPr>
        <p:spPr>
          <a:xfrm xmlns:a="http://schemas.openxmlformats.org/drawingml/2006/main" rot="0">
            <a:off x="6237151" y="561413"/>
            <a:ext cx="387048" cy="411680"/>
          </a:xfrm>
          <a:custGeom xmlns:a="http://schemas.openxmlformats.org/drawingml/2006/main">
            <a:pathLst>
              <a:path w="387048" h="411680">
                <a:moveTo>
                  <a:pt x="5857" y="5858"/>
                </a:moveTo>
                <a:lnTo>
                  <a:pt x="5857" y="11687"/>
                </a:lnTo>
                <a:lnTo>
                  <a:pt x="375361" y="11687"/>
                </a:lnTo>
                <a:lnTo>
                  <a:pt x="375361" y="400021"/>
                </a:lnTo>
                <a:lnTo>
                  <a:pt x="11687" y="400021"/>
                </a:lnTo>
                <a:lnTo>
                  <a:pt x="11687" y="5858"/>
                </a:lnTo>
                <a:lnTo>
                  <a:pt x="5857" y="5858"/>
                </a:lnTo>
                <a:lnTo>
                  <a:pt x="5857" y="11687"/>
                </a:lnTo>
                <a:lnTo>
                  <a:pt x="5857" y="5858"/>
                </a:lnTo>
                <a:lnTo>
                  <a:pt x="0" y="5858"/>
                </a:lnTo>
                <a:lnTo>
                  <a:pt x="0" y="405851"/>
                </a:lnTo>
                <a:lnTo>
                  <a:pt x="1714" y="409994"/>
                </a:lnTo>
                <a:lnTo>
                  <a:pt x="5857" y="411680"/>
                </a:lnTo>
                <a:lnTo>
                  <a:pt x="381218" y="411680"/>
                </a:lnTo>
                <a:lnTo>
                  <a:pt x="385333" y="409994"/>
                </a:lnTo>
                <a:lnTo>
                  <a:pt x="387048" y="405851"/>
                </a:lnTo>
                <a:lnTo>
                  <a:pt x="387048" y="5858"/>
                </a:lnTo>
                <a:lnTo>
                  <a:pt x="385333" y="1743"/>
                </a:lnTo>
                <a:lnTo>
                  <a:pt x="381218" y="0"/>
                </a:lnTo>
                <a:lnTo>
                  <a:pt x="5857" y="0"/>
                </a:lnTo>
                <a:lnTo>
                  <a:pt x="1714" y="1715"/>
                </a:lnTo>
                <a:lnTo>
                  <a:pt x="0" y="5858"/>
                </a:lnTo>
                <a:lnTo>
                  <a:pt x="5857" y="5858"/>
                </a:lnTo>
              </a:path>
            </a:pathLst>
          </a:custGeom>
          <a:solidFill xmlns:a="http://schemas.openxmlformats.org/drawingml/2006/main">
            <a:srgbClr val="231F20"/>
          </a:solidFill>
          <a:ln xmlns:a="http://schemas.openxmlformats.org/drawingml/2006/main" w="0">
            <a:noFill/>
            <a:prstDash val="solid"/>
          </a:ln>
        </p:spPr>
      </p:sp>
      <p:sp>
        <p:nvSpPr>
          <p:cNvPr id="234" name="pdf-path-386">
            <a:extLst xmlns:a="http://schemas.openxmlformats.org/drawingml/2006/main">
              <a:ext uri="{FF2B5EF4-FFF2-40B4-BE49-F238E27FC236}">
                <a16:creationId xmlns:a16="http://schemas.microsoft.com/office/drawing/2014/main" id="{2FBA77DC-0FE6-4A94-9844-F569947ED206}"/>
              </a:ext>
            </a:extLst>
          </p:cNvPr>
          <p:cNvSpPr>
            <a:spLocks xmlns:a="http://schemas.openxmlformats.org/drawingml/2006/main" noGrp="1"/>
          </p:cNvSpPr>
          <p:nvPr/>
        </p:nvSpPr>
        <p:spPr>
          <a:xfrm xmlns:a="http://schemas.openxmlformats.org/drawingml/2006/main" rot="0">
            <a:off x="6243009" y="965721"/>
            <a:ext cx="375361" cy="399992"/>
          </a:xfrm>
          <a:custGeom xmlns:a="http://schemas.openxmlformats.org/drawingml/2006/main">
            <a:pathLst>
              <a:path w="375361" h="399992">
                <a:moveTo>
                  <a:pt x="0" y="399992"/>
                </a:moveTo>
                <a:lnTo>
                  <a:pt x="375361" y="399992"/>
                </a:lnTo>
                <a:lnTo>
                  <a:pt x="375361" y="0"/>
                </a:lnTo>
                <a:lnTo>
                  <a:pt x="0" y="0"/>
                </a:lnTo>
                <a:close/>
              </a:path>
            </a:pathLst>
          </a:custGeom>
          <a:solidFill xmlns:a="http://schemas.openxmlformats.org/drawingml/2006/main">
            <a:srgbClr val="A34173"/>
          </a:solidFill>
          <a:ln xmlns:a="http://schemas.openxmlformats.org/drawingml/2006/main" w="0">
            <a:noFill/>
            <a:prstDash val="solid"/>
          </a:ln>
        </p:spPr>
      </p:sp>
      <p:sp>
        <p:nvSpPr>
          <p:cNvPr id="235" name="pdf-path-387">
            <a:extLst xmlns:a="http://schemas.openxmlformats.org/drawingml/2006/main">
              <a:ext uri="{FF2B5EF4-FFF2-40B4-BE49-F238E27FC236}">
                <a16:creationId xmlns:a16="http://schemas.microsoft.com/office/drawing/2014/main" id="{386B58F2-0B2B-47DF-9AE7-289532740B89}"/>
              </a:ext>
            </a:extLst>
          </p:cNvPr>
          <p:cNvSpPr>
            <a:spLocks xmlns:a="http://schemas.openxmlformats.org/drawingml/2006/main" noGrp="1"/>
          </p:cNvSpPr>
          <p:nvPr/>
        </p:nvSpPr>
        <p:spPr>
          <a:xfrm xmlns:a="http://schemas.openxmlformats.org/drawingml/2006/main" rot="0">
            <a:off x="6237151" y="959863"/>
            <a:ext cx="387048" cy="411680"/>
          </a:xfrm>
          <a:custGeom xmlns:a="http://schemas.openxmlformats.org/drawingml/2006/main">
            <a:pathLst>
              <a:path w="387048" h="411680">
                <a:moveTo>
                  <a:pt x="5857" y="5858"/>
                </a:moveTo>
                <a:lnTo>
                  <a:pt x="5857" y="11687"/>
                </a:lnTo>
                <a:lnTo>
                  <a:pt x="375361" y="11687"/>
                </a:lnTo>
                <a:lnTo>
                  <a:pt x="375361" y="400021"/>
                </a:lnTo>
                <a:lnTo>
                  <a:pt x="11687" y="400021"/>
                </a:lnTo>
                <a:lnTo>
                  <a:pt x="11687" y="5858"/>
                </a:lnTo>
                <a:lnTo>
                  <a:pt x="5857" y="5858"/>
                </a:lnTo>
                <a:lnTo>
                  <a:pt x="5857" y="11687"/>
                </a:lnTo>
                <a:lnTo>
                  <a:pt x="5857" y="5858"/>
                </a:lnTo>
                <a:lnTo>
                  <a:pt x="0" y="5858"/>
                </a:lnTo>
                <a:lnTo>
                  <a:pt x="0" y="405851"/>
                </a:lnTo>
                <a:lnTo>
                  <a:pt x="1714" y="409994"/>
                </a:lnTo>
                <a:lnTo>
                  <a:pt x="5857" y="411680"/>
                </a:lnTo>
                <a:lnTo>
                  <a:pt x="381218" y="411680"/>
                </a:lnTo>
                <a:lnTo>
                  <a:pt x="385333" y="409994"/>
                </a:lnTo>
                <a:lnTo>
                  <a:pt x="387048" y="405851"/>
                </a:lnTo>
                <a:lnTo>
                  <a:pt x="387048" y="5858"/>
                </a:lnTo>
                <a:lnTo>
                  <a:pt x="385333" y="1715"/>
                </a:lnTo>
                <a:lnTo>
                  <a:pt x="381218" y="0"/>
                </a:lnTo>
                <a:lnTo>
                  <a:pt x="5857" y="0"/>
                </a:lnTo>
                <a:lnTo>
                  <a:pt x="1714" y="1715"/>
                </a:lnTo>
                <a:lnTo>
                  <a:pt x="0" y="5858"/>
                </a:lnTo>
                <a:lnTo>
                  <a:pt x="5857" y="5858"/>
                </a:lnTo>
              </a:path>
            </a:pathLst>
          </a:custGeom>
          <a:solidFill xmlns:a="http://schemas.openxmlformats.org/drawingml/2006/main">
            <a:srgbClr val="231F20"/>
          </a:solidFill>
          <a:ln xmlns:a="http://schemas.openxmlformats.org/drawingml/2006/main" w="0">
            <a:noFill/>
            <a:prstDash val="solid"/>
          </a:ln>
        </p:spPr>
      </p:sp>
      <p:sp>
        <p:nvSpPr>
          <p:cNvPr id="236" name="pdf-path-388">
            <a:extLst xmlns:a="http://schemas.openxmlformats.org/drawingml/2006/main">
              <a:ext uri="{FF2B5EF4-FFF2-40B4-BE49-F238E27FC236}">
                <a16:creationId xmlns:a16="http://schemas.microsoft.com/office/drawing/2014/main" id="{30595AF0-E7BE-4B1E-BCFE-9593085D7D04}"/>
              </a:ext>
            </a:extLst>
          </p:cNvPr>
          <p:cNvSpPr>
            <a:spLocks xmlns:a="http://schemas.openxmlformats.org/drawingml/2006/main" noGrp="1"/>
          </p:cNvSpPr>
          <p:nvPr/>
        </p:nvSpPr>
        <p:spPr>
          <a:xfrm xmlns:a="http://schemas.openxmlformats.org/drawingml/2006/main" rot="0">
            <a:off x="7004333" y="573987"/>
            <a:ext cx="363646" cy="385190"/>
          </a:xfrm>
          <a:custGeom xmlns:a="http://schemas.openxmlformats.org/drawingml/2006/main">
            <a:pathLst>
              <a:path w="363646" h="385190">
                <a:moveTo>
                  <a:pt x="0" y="385190"/>
                </a:moveTo>
                <a:lnTo>
                  <a:pt x="363646" y="385190"/>
                </a:lnTo>
                <a:lnTo>
                  <a:pt x="363646" y="0"/>
                </a:lnTo>
                <a:lnTo>
                  <a:pt x="0" y="0"/>
                </a:lnTo>
                <a:close/>
              </a:path>
            </a:pathLst>
          </a:custGeom>
          <a:solidFill xmlns:a="http://schemas.openxmlformats.org/drawingml/2006/main">
            <a:srgbClr val="FBE9EA"/>
          </a:solidFill>
          <a:ln xmlns:a="http://schemas.openxmlformats.org/drawingml/2006/main" w="0">
            <a:noFill/>
            <a:prstDash val="solid"/>
          </a:ln>
        </p:spPr>
      </p:sp>
      <p:sp>
        <p:nvSpPr>
          <p:cNvPr id="237" name="pdf-path-389">
            <a:extLst xmlns:a="http://schemas.openxmlformats.org/drawingml/2006/main">
              <a:ext uri="{FF2B5EF4-FFF2-40B4-BE49-F238E27FC236}">
                <a16:creationId xmlns:a16="http://schemas.microsoft.com/office/drawing/2014/main" id="{C624A4B5-6A88-470E-82FF-7DF4DE8BFDCD}"/>
              </a:ext>
            </a:extLst>
          </p:cNvPr>
          <p:cNvSpPr>
            <a:spLocks xmlns:a="http://schemas.openxmlformats.org/drawingml/2006/main" noGrp="1"/>
          </p:cNvSpPr>
          <p:nvPr/>
        </p:nvSpPr>
        <p:spPr>
          <a:xfrm xmlns:a="http://schemas.openxmlformats.org/drawingml/2006/main" rot="0">
            <a:off x="6992645" y="562327"/>
            <a:ext cx="387020" cy="411680"/>
          </a:xfrm>
          <a:custGeom xmlns:a="http://schemas.openxmlformats.org/drawingml/2006/main">
            <a:pathLst>
              <a:path w="387020" h="411680">
                <a:moveTo>
                  <a:pt x="5830" y="5829"/>
                </a:moveTo>
                <a:lnTo>
                  <a:pt x="5830" y="11687"/>
                </a:lnTo>
                <a:lnTo>
                  <a:pt x="375333" y="11687"/>
                </a:lnTo>
                <a:lnTo>
                  <a:pt x="375333" y="399993"/>
                </a:lnTo>
                <a:lnTo>
                  <a:pt x="11687" y="399993"/>
                </a:lnTo>
                <a:lnTo>
                  <a:pt x="11687" y="5829"/>
                </a:lnTo>
                <a:lnTo>
                  <a:pt x="5830" y="5829"/>
                </a:lnTo>
                <a:lnTo>
                  <a:pt x="5830" y="11687"/>
                </a:lnTo>
                <a:lnTo>
                  <a:pt x="5830" y="5829"/>
                </a:lnTo>
                <a:lnTo>
                  <a:pt x="0" y="5829"/>
                </a:lnTo>
                <a:lnTo>
                  <a:pt x="0" y="405851"/>
                </a:lnTo>
                <a:lnTo>
                  <a:pt x="1714" y="409966"/>
                </a:lnTo>
                <a:lnTo>
                  <a:pt x="5830" y="411680"/>
                </a:lnTo>
                <a:lnTo>
                  <a:pt x="381190" y="411680"/>
                </a:lnTo>
                <a:lnTo>
                  <a:pt x="385306" y="409966"/>
                </a:lnTo>
                <a:lnTo>
                  <a:pt x="387020" y="405851"/>
                </a:lnTo>
                <a:lnTo>
                  <a:pt x="387020" y="5829"/>
                </a:lnTo>
                <a:lnTo>
                  <a:pt x="385306" y="1715"/>
                </a:lnTo>
                <a:lnTo>
                  <a:pt x="381190" y="0"/>
                </a:lnTo>
                <a:lnTo>
                  <a:pt x="5830" y="0"/>
                </a:lnTo>
                <a:lnTo>
                  <a:pt x="1714" y="1715"/>
                </a:lnTo>
                <a:lnTo>
                  <a:pt x="0" y="5829"/>
                </a:lnTo>
                <a:lnTo>
                  <a:pt x="5830" y="5829"/>
                </a:lnTo>
              </a:path>
            </a:pathLst>
          </a:custGeom>
          <a:solidFill xmlns:a="http://schemas.openxmlformats.org/drawingml/2006/main">
            <a:srgbClr val="231F20"/>
          </a:solidFill>
          <a:ln xmlns:a="http://schemas.openxmlformats.org/drawingml/2006/main" w="0">
            <a:noFill/>
            <a:prstDash val="solid"/>
          </a:ln>
        </p:spPr>
      </p:sp>
      <p:sp>
        <p:nvSpPr>
          <p:cNvPr id="238" name="pdf-path-390">
            <a:extLst xmlns:a="http://schemas.openxmlformats.org/drawingml/2006/main">
              <a:ext uri="{FF2B5EF4-FFF2-40B4-BE49-F238E27FC236}">
                <a16:creationId xmlns:a16="http://schemas.microsoft.com/office/drawing/2014/main" id="{357F747A-21C2-486E-9D26-2B157F428FDD}"/>
              </a:ext>
            </a:extLst>
          </p:cNvPr>
          <p:cNvSpPr>
            <a:spLocks xmlns:a="http://schemas.openxmlformats.org/drawingml/2006/main" noGrp="1"/>
          </p:cNvSpPr>
          <p:nvPr/>
        </p:nvSpPr>
        <p:spPr>
          <a:xfrm xmlns:a="http://schemas.openxmlformats.org/drawingml/2006/main" rot="0">
            <a:off x="6994302" y="965036"/>
            <a:ext cx="375333" cy="399992"/>
          </a:xfrm>
          <a:custGeom xmlns:a="http://schemas.openxmlformats.org/drawingml/2006/main">
            <a:pathLst>
              <a:path w="375333" h="399992">
                <a:moveTo>
                  <a:pt x="0" y="399992"/>
                </a:moveTo>
                <a:lnTo>
                  <a:pt x="375333" y="399992"/>
                </a:lnTo>
                <a:lnTo>
                  <a:pt x="375333" y="0"/>
                </a:lnTo>
                <a:lnTo>
                  <a:pt x="0" y="0"/>
                </a:lnTo>
                <a:close/>
              </a:path>
            </a:pathLst>
          </a:custGeom>
          <a:solidFill xmlns:a="http://schemas.openxmlformats.org/drawingml/2006/main">
            <a:srgbClr val="F6AF64"/>
          </a:solidFill>
          <a:ln xmlns:a="http://schemas.openxmlformats.org/drawingml/2006/main" w="0">
            <a:noFill/>
            <a:prstDash val="solid"/>
          </a:ln>
        </p:spPr>
      </p:sp>
      <p:sp>
        <p:nvSpPr>
          <p:cNvPr id="239" name="pdf-path-391">
            <a:extLst xmlns:a="http://schemas.openxmlformats.org/drawingml/2006/main">
              <a:ext uri="{FF2B5EF4-FFF2-40B4-BE49-F238E27FC236}">
                <a16:creationId xmlns:a16="http://schemas.microsoft.com/office/drawing/2014/main" id="{D9B80C1C-A5B4-4DB5-935B-46BD8B758CA0}"/>
              </a:ext>
            </a:extLst>
          </p:cNvPr>
          <p:cNvSpPr>
            <a:spLocks xmlns:a="http://schemas.openxmlformats.org/drawingml/2006/main" noGrp="1"/>
          </p:cNvSpPr>
          <p:nvPr/>
        </p:nvSpPr>
        <p:spPr>
          <a:xfrm xmlns:a="http://schemas.openxmlformats.org/drawingml/2006/main" rot="0">
            <a:off x="6988445" y="959176"/>
            <a:ext cx="387020" cy="411680"/>
          </a:xfrm>
          <a:custGeom xmlns:a="http://schemas.openxmlformats.org/drawingml/2006/main">
            <a:pathLst>
              <a:path w="387020" h="411680">
                <a:moveTo>
                  <a:pt x="5830" y="5858"/>
                </a:moveTo>
                <a:lnTo>
                  <a:pt x="5830" y="11687"/>
                </a:lnTo>
                <a:lnTo>
                  <a:pt x="375333" y="11687"/>
                </a:lnTo>
                <a:lnTo>
                  <a:pt x="375333" y="399993"/>
                </a:lnTo>
                <a:lnTo>
                  <a:pt x="11687" y="399993"/>
                </a:lnTo>
                <a:lnTo>
                  <a:pt x="11687" y="5858"/>
                </a:lnTo>
                <a:lnTo>
                  <a:pt x="5830" y="5858"/>
                </a:lnTo>
                <a:lnTo>
                  <a:pt x="5830" y="11687"/>
                </a:lnTo>
                <a:lnTo>
                  <a:pt x="5830" y="5858"/>
                </a:lnTo>
                <a:lnTo>
                  <a:pt x="0" y="5858"/>
                </a:lnTo>
                <a:lnTo>
                  <a:pt x="0" y="405851"/>
                </a:lnTo>
                <a:lnTo>
                  <a:pt x="1714" y="409966"/>
                </a:lnTo>
                <a:lnTo>
                  <a:pt x="5830" y="411680"/>
                </a:lnTo>
                <a:lnTo>
                  <a:pt x="381190" y="411680"/>
                </a:lnTo>
                <a:lnTo>
                  <a:pt x="385306" y="409966"/>
                </a:lnTo>
                <a:lnTo>
                  <a:pt x="387020" y="405851"/>
                </a:lnTo>
                <a:lnTo>
                  <a:pt x="387020" y="5858"/>
                </a:lnTo>
                <a:lnTo>
                  <a:pt x="385306" y="1715"/>
                </a:lnTo>
                <a:lnTo>
                  <a:pt x="381190" y="0"/>
                </a:lnTo>
                <a:lnTo>
                  <a:pt x="5830" y="0"/>
                </a:lnTo>
                <a:lnTo>
                  <a:pt x="1714" y="1715"/>
                </a:lnTo>
                <a:lnTo>
                  <a:pt x="0" y="5858"/>
                </a:lnTo>
                <a:lnTo>
                  <a:pt x="5830" y="5858"/>
                </a:lnTo>
              </a:path>
            </a:pathLst>
          </a:custGeom>
          <a:solidFill xmlns:a="http://schemas.openxmlformats.org/drawingml/2006/main">
            <a:srgbClr val="231F20"/>
          </a:solidFill>
          <a:ln xmlns:a="http://schemas.openxmlformats.org/drawingml/2006/main" w="0">
            <a:noFill/>
            <a:prstDash val="solid"/>
          </a:ln>
        </p:spPr>
      </p:sp>
      <p:sp>
        <p:nvSpPr>
          <p:cNvPr id="240" name="pdf-path-392">
            <a:extLst xmlns:a="http://schemas.openxmlformats.org/drawingml/2006/main">
              <a:ext uri="{FF2B5EF4-FFF2-40B4-BE49-F238E27FC236}">
                <a16:creationId xmlns:a16="http://schemas.microsoft.com/office/drawing/2014/main" id="{F6FAD276-B3B3-4B17-90CD-1461E876A64A}"/>
              </a:ext>
            </a:extLst>
          </p:cNvPr>
          <p:cNvSpPr>
            <a:spLocks xmlns:a="http://schemas.openxmlformats.org/drawingml/2006/main" noGrp="1"/>
          </p:cNvSpPr>
          <p:nvPr/>
        </p:nvSpPr>
        <p:spPr>
          <a:xfrm xmlns:a="http://schemas.openxmlformats.org/drawingml/2006/main" rot="0">
            <a:off x="6619542" y="567271"/>
            <a:ext cx="375361" cy="399992"/>
          </a:xfrm>
          <a:custGeom xmlns:a="http://schemas.openxmlformats.org/drawingml/2006/main">
            <a:pathLst>
              <a:path w="375361" h="399992">
                <a:moveTo>
                  <a:pt x="0" y="399992"/>
                </a:moveTo>
                <a:lnTo>
                  <a:pt x="375361" y="399992"/>
                </a:lnTo>
                <a:lnTo>
                  <a:pt x="375361" y="0"/>
                </a:lnTo>
                <a:lnTo>
                  <a:pt x="0" y="0"/>
                </a:lnTo>
                <a:close/>
              </a:path>
            </a:pathLst>
          </a:custGeom>
          <a:solidFill xmlns:a="http://schemas.openxmlformats.org/drawingml/2006/main">
            <a:srgbClr val="347C8A"/>
          </a:solidFill>
          <a:ln xmlns:a="http://schemas.openxmlformats.org/drawingml/2006/main" w="0">
            <a:noFill/>
            <a:prstDash val="solid"/>
          </a:ln>
        </p:spPr>
      </p:sp>
      <p:sp>
        <p:nvSpPr>
          <p:cNvPr id="241" name="pdf-path-393">
            <a:extLst xmlns:a="http://schemas.openxmlformats.org/drawingml/2006/main">
              <a:ext uri="{FF2B5EF4-FFF2-40B4-BE49-F238E27FC236}">
                <a16:creationId xmlns:a16="http://schemas.microsoft.com/office/drawing/2014/main" id="{8568AC97-44FA-4A49-A117-C20EBAFD1942}"/>
              </a:ext>
            </a:extLst>
          </p:cNvPr>
          <p:cNvSpPr>
            <a:spLocks xmlns:a="http://schemas.openxmlformats.org/drawingml/2006/main" noGrp="1"/>
          </p:cNvSpPr>
          <p:nvPr/>
        </p:nvSpPr>
        <p:spPr>
          <a:xfrm xmlns:a="http://schemas.openxmlformats.org/drawingml/2006/main" rot="0">
            <a:off x="6613712" y="561413"/>
            <a:ext cx="387020" cy="411680"/>
          </a:xfrm>
          <a:custGeom xmlns:a="http://schemas.openxmlformats.org/drawingml/2006/main">
            <a:pathLst>
              <a:path w="387020" h="411680">
                <a:moveTo>
                  <a:pt x="5830" y="5858"/>
                </a:moveTo>
                <a:lnTo>
                  <a:pt x="5830" y="11687"/>
                </a:lnTo>
                <a:lnTo>
                  <a:pt x="375333" y="11687"/>
                </a:lnTo>
                <a:lnTo>
                  <a:pt x="375333" y="400021"/>
                </a:lnTo>
                <a:lnTo>
                  <a:pt x="11687" y="400021"/>
                </a:lnTo>
                <a:lnTo>
                  <a:pt x="11687" y="5858"/>
                </a:lnTo>
                <a:lnTo>
                  <a:pt x="5830" y="5858"/>
                </a:lnTo>
                <a:lnTo>
                  <a:pt x="5830" y="11687"/>
                </a:lnTo>
                <a:lnTo>
                  <a:pt x="5830" y="5858"/>
                </a:lnTo>
                <a:lnTo>
                  <a:pt x="0" y="5858"/>
                </a:lnTo>
                <a:lnTo>
                  <a:pt x="0" y="405851"/>
                </a:lnTo>
                <a:lnTo>
                  <a:pt x="1714" y="409994"/>
                </a:lnTo>
                <a:lnTo>
                  <a:pt x="5830" y="411680"/>
                </a:lnTo>
                <a:lnTo>
                  <a:pt x="381190" y="411680"/>
                </a:lnTo>
                <a:lnTo>
                  <a:pt x="385334" y="409994"/>
                </a:lnTo>
                <a:lnTo>
                  <a:pt x="387020" y="405851"/>
                </a:lnTo>
                <a:lnTo>
                  <a:pt x="387020" y="5858"/>
                </a:lnTo>
                <a:lnTo>
                  <a:pt x="385334" y="1743"/>
                </a:lnTo>
                <a:lnTo>
                  <a:pt x="381190" y="0"/>
                </a:lnTo>
                <a:lnTo>
                  <a:pt x="5830" y="0"/>
                </a:lnTo>
                <a:lnTo>
                  <a:pt x="1714" y="1715"/>
                </a:lnTo>
                <a:lnTo>
                  <a:pt x="0" y="5858"/>
                </a:lnTo>
                <a:lnTo>
                  <a:pt x="5830" y="5858"/>
                </a:lnTo>
              </a:path>
            </a:pathLst>
          </a:custGeom>
          <a:solidFill xmlns:a="http://schemas.openxmlformats.org/drawingml/2006/main">
            <a:srgbClr val="231F20"/>
          </a:solidFill>
          <a:ln xmlns:a="http://schemas.openxmlformats.org/drawingml/2006/main" w="0">
            <a:noFill/>
            <a:prstDash val="solid"/>
          </a:ln>
        </p:spPr>
      </p:sp>
      <p:sp>
        <p:nvSpPr>
          <p:cNvPr id="242" name="pdf-path-394">
            <a:extLst xmlns:a="http://schemas.openxmlformats.org/drawingml/2006/main">
              <a:ext uri="{FF2B5EF4-FFF2-40B4-BE49-F238E27FC236}">
                <a16:creationId xmlns:a16="http://schemas.microsoft.com/office/drawing/2014/main" id="{C15903BA-F83D-4349-8151-6F0B4F4755F2}"/>
              </a:ext>
            </a:extLst>
          </p:cNvPr>
          <p:cNvSpPr>
            <a:spLocks xmlns:a="http://schemas.openxmlformats.org/drawingml/2006/main" noGrp="1"/>
          </p:cNvSpPr>
          <p:nvPr/>
        </p:nvSpPr>
        <p:spPr>
          <a:xfrm xmlns:a="http://schemas.openxmlformats.org/drawingml/2006/main" rot="0">
            <a:off x="6624200" y="973093"/>
            <a:ext cx="364531" cy="392620"/>
          </a:xfrm>
          <a:custGeom xmlns:a="http://schemas.openxmlformats.org/drawingml/2006/main">
            <a:pathLst>
              <a:path w="364531" h="392620">
                <a:moveTo>
                  <a:pt x="364531" y="392620"/>
                </a:moveTo>
                <a:lnTo>
                  <a:pt x="0" y="392620"/>
                </a:lnTo>
                <a:lnTo>
                  <a:pt x="0" y="0"/>
                </a:lnTo>
                <a:lnTo>
                  <a:pt x="364245" y="0"/>
                </a:lnTo>
                <a:lnTo>
                  <a:pt x="364245" y="391935"/>
                </a:lnTo>
                <a:lnTo>
                  <a:pt x="364531" y="392620"/>
                </a:lnTo>
              </a:path>
            </a:pathLst>
          </a:custGeom>
          <a:solidFill xmlns:a="http://schemas.openxmlformats.org/drawingml/2006/main">
            <a:srgbClr val="79A465"/>
          </a:solidFill>
          <a:ln xmlns:a="http://schemas.openxmlformats.org/drawingml/2006/main" w="0">
            <a:noFill/>
            <a:prstDash val="solid"/>
          </a:ln>
        </p:spPr>
      </p:sp>
      <p:sp>
        <p:nvSpPr>
          <p:cNvPr id="243" name="pdf-path-395">
            <a:extLst xmlns:a="http://schemas.openxmlformats.org/drawingml/2006/main">
              <a:ext uri="{FF2B5EF4-FFF2-40B4-BE49-F238E27FC236}">
                <a16:creationId xmlns:a16="http://schemas.microsoft.com/office/drawing/2014/main" id="{4F21970A-38FC-45BE-82E9-37CF3E0892E2}"/>
              </a:ext>
            </a:extLst>
          </p:cNvPr>
          <p:cNvSpPr>
            <a:spLocks xmlns:a="http://schemas.openxmlformats.org/drawingml/2006/main" noGrp="1"/>
          </p:cNvSpPr>
          <p:nvPr/>
        </p:nvSpPr>
        <p:spPr>
          <a:xfrm xmlns:a="http://schemas.openxmlformats.org/drawingml/2006/main" rot="0">
            <a:off x="6619542" y="973094"/>
            <a:ext cx="4658" cy="392620"/>
          </a:xfrm>
          <a:custGeom xmlns:a="http://schemas.openxmlformats.org/drawingml/2006/main">
            <a:pathLst>
              <a:path w="4658" h="392620">
                <a:moveTo>
                  <a:pt x="0" y="392620"/>
                </a:moveTo>
                <a:lnTo>
                  <a:pt x="4658" y="392620"/>
                </a:lnTo>
                <a:lnTo>
                  <a:pt x="4658" y="0"/>
                </a:lnTo>
                <a:lnTo>
                  <a:pt x="0" y="0"/>
                </a:lnTo>
                <a:close/>
              </a:path>
            </a:pathLst>
          </a:custGeom>
          <a:solidFill xmlns:a="http://schemas.openxmlformats.org/drawingml/2006/main">
            <a:srgbClr val="24411C"/>
          </a:solidFill>
          <a:ln xmlns:a="http://schemas.openxmlformats.org/drawingml/2006/main" w="0">
            <a:noFill/>
            <a:prstDash val="solid"/>
          </a:ln>
        </p:spPr>
      </p:sp>
      <p:sp>
        <p:nvSpPr>
          <p:cNvPr id="244" name="pdf-path-396">
            <a:extLst xmlns:a="http://schemas.openxmlformats.org/drawingml/2006/main">
              <a:ext uri="{FF2B5EF4-FFF2-40B4-BE49-F238E27FC236}">
                <a16:creationId xmlns:a16="http://schemas.microsoft.com/office/drawing/2014/main" id="{C246DF47-67E3-43F2-B173-7F4EA102B10E}"/>
              </a:ext>
            </a:extLst>
          </p:cNvPr>
          <p:cNvSpPr>
            <a:spLocks xmlns:a="http://schemas.openxmlformats.org/drawingml/2006/main" noGrp="1"/>
          </p:cNvSpPr>
          <p:nvPr/>
        </p:nvSpPr>
        <p:spPr>
          <a:xfrm xmlns:a="http://schemas.openxmlformats.org/drawingml/2006/main" rot="0">
            <a:off x="6988444" y="973093"/>
            <a:ext cx="6458" cy="392620"/>
          </a:xfrm>
          <a:custGeom xmlns:a="http://schemas.openxmlformats.org/drawingml/2006/main">
            <a:pathLst>
              <a:path w="6458" h="392620">
                <a:moveTo>
                  <a:pt x="6458" y="392620"/>
                </a:moveTo>
                <a:lnTo>
                  <a:pt x="286" y="392620"/>
                </a:lnTo>
                <a:lnTo>
                  <a:pt x="0" y="391935"/>
                </a:lnTo>
                <a:lnTo>
                  <a:pt x="0" y="0"/>
                </a:lnTo>
                <a:lnTo>
                  <a:pt x="6458" y="0"/>
                </a:lnTo>
                <a:lnTo>
                  <a:pt x="6458" y="392620"/>
                </a:lnTo>
              </a:path>
            </a:pathLst>
          </a:custGeom>
          <a:solidFill xmlns:a="http://schemas.openxmlformats.org/drawingml/2006/main">
            <a:srgbClr val="24411C"/>
          </a:solidFill>
          <a:ln xmlns:a="http://schemas.openxmlformats.org/drawingml/2006/main" w="0">
            <a:noFill/>
            <a:prstDash val="solid"/>
          </a:ln>
        </p:spPr>
      </p:sp>
      <p:sp>
        <p:nvSpPr>
          <p:cNvPr id="245" name="pdf-path-397">
            <a:extLst xmlns:a="http://schemas.openxmlformats.org/drawingml/2006/main">
              <a:ext uri="{FF2B5EF4-FFF2-40B4-BE49-F238E27FC236}">
                <a16:creationId xmlns:a16="http://schemas.microsoft.com/office/drawing/2014/main" id="{509B89CA-2FBA-4411-9827-D90F17EF7003}"/>
              </a:ext>
            </a:extLst>
          </p:cNvPr>
          <p:cNvSpPr>
            <a:spLocks xmlns:a="http://schemas.openxmlformats.org/drawingml/2006/main" noGrp="1"/>
          </p:cNvSpPr>
          <p:nvPr/>
        </p:nvSpPr>
        <p:spPr>
          <a:xfrm xmlns:a="http://schemas.openxmlformats.org/drawingml/2006/main" rot="0">
            <a:off x="6619542" y="965721"/>
            <a:ext cx="375361" cy="7372"/>
          </a:xfrm>
          <a:custGeom xmlns:a="http://schemas.openxmlformats.org/drawingml/2006/main">
            <a:pathLst>
              <a:path w="375361" h="7372">
                <a:moveTo>
                  <a:pt x="375361" y="7372"/>
                </a:moveTo>
                <a:lnTo>
                  <a:pt x="0" y="7372"/>
                </a:lnTo>
                <a:lnTo>
                  <a:pt x="0" y="0"/>
                </a:lnTo>
                <a:lnTo>
                  <a:pt x="375361" y="0"/>
                </a:lnTo>
                <a:lnTo>
                  <a:pt x="375361" y="7372"/>
                </a:lnTo>
              </a:path>
            </a:pathLst>
          </a:custGeom>
          <a:solidFill xmlns:a="http://schemas.openxmlformats.org/drawingml/2006/main">
            <a:srgbClr val="24411C"/>
          </a:solidFill>
          <a:ln xmlns:a="http://schemas.openxmlformats.org/drawingml/2006/main" w="0">
            <a:noFill/>
            <a:prstDash val="solid"/>
          </a:ln>
        </p:spPr>
      </p:sp>
      <p:sp>
        <p:nvSpPr>
          <p:cNvPr id="246" name="pdf-path-398">
            <a:extLst xmlns:a="http://schemas.openxmlformats.org/drawingml/2006/main">
              <a:ext uri="{FF2B5EF4-FFF2-40B4-BE49-F238E27FC236}">
                <a16:creationId xmlns:a16="http://schemas.microsoft.com/office/drawing/2014/main" id="{4386B4EC-D2DB-4BB3-BA53-4AC724A4186F}"/>
              </a:ext>
            </a:extLst>
          </p:cNvPr>
          <p:cNvSpPr>
            <a:spLocks xmlns:a="http://schemas.openxmlformats.org/drawingml/2006/main" noGrp="1"/>
          </p:cNvSpPr>
          <p:nvPr/>
        </p:nvSpPr>
        <p:spPr>
          <a:xfrm xmlns:a="http://schemas.openxmlformats.org/drawingml/2006/main" rot="0">
            <a:off x="6619542" y="965721"/>
            <a:ext cx="375361" cy="399992"/>
          </a:xfrm>
          <a:custGeom xmlns:a="http://schemas.openxmlformats.org/drawingml/2006/main">
            <a:pathLst>
              <a:path w="375361" h="399992">
                <a:moveTo>
                  <a:pt x="0" y="0"/>
                </a:moveTo>
                <a:lnTo>
                  <a:pt x="375361" y="0"/>
                </a:lnTo>
                <a:lnTo>
                  <a:pt x="375361" y="399992"/>
                </a:lnTo>
                <a:lnTo>
                  <a:pt x="0" y="399992"/>
                </a:lnTo>
                <a:close/>
              </a:path>
            </a:pathLst>
          </a:custGeom>
          <a:noFill xmlns:a="http://schemas.openxmlformats.org/drawingml/2006/main"/>
          <a:ln xmlns:a="http://schemas.openxmlformats.org/drawingml/2006/main" w="11687">
            <a:solidFill>
              <a:srgbClr val="231F20"/>
            </a:solidFill>
            <a:prstDash val="solid"/>
          </a:ln>
        </p:spPr>
      </p:sp>
      <p:sp>
        <p:nvSpPr>
          <p:cNvPr id="247" name="pdf-path-399">
            <a:extLst xmlns:a="http://schemas.openxmlformats.org/drawingml/2006/main">
              <a:ext uri="{FF2B5EF4-FFF2-40B4-BE49-F238E27FC236}">
                <a16:creationId xmlns:a16="http://schemas.microsoft.com/office/drawing/2014/main" id="{50B1F12A-71DF-40E4-923A-7ACA63F0783A}"/>
              </a:ext>
            </a:extLst>
          </p:cNvPr>
          <p:cNvSpPr>
            <a:spLocks xmlns:a="http://schemas.openxmlformats.org/drawingml/2006/main" noGrp="1"/>
          </p:cNvSpPr>
          <p:nvPr/>
        </p:nvSpPr>
        <p:spPr>
          <a:xfrm xmlns:a="http://schemas.openxmlformats.org/drawingml/2006/main" rot="0">
            <a:off x="7372950" y="568127"/>
            <a:ext cx="375333" cy="400022"/>
          </a:xfrm>
          <a:custGeom xmlns:a="http://schemas.openxmlformats.org/drawingml/2006/main">
            <a:pathLst>
              <a:path w="375333" h="400022">
                <a:moveTo>
                  <a:pt x="0" y="400022"/>
                </a:moveTo>
                <a:lnTo>
                  <a:pt x="375333" y="400022"/>
                </a:lnTo>
                <a:lnTo>
                  <a:pt x="375333" y="0"/>
                </a:lnTo>
                <a:lnTo>
                  <a:pt x="0" y="0"/>
                </a:lnTo>
                <a:close/>
              </a:path>
            </a:pathLst>
          </a:custGeom>
          <a:solidFill xmlns:a="http://schemas.openxmlformats.org/drawingml/2006/main">
            <a:srgbClr val="E05E5F"/>
          </a:solidFill>
          <a:ln xmlns:a="http://schemas.openxmlformats.org/drawingml/2006/main" w="0">
            <a:noFill/>
            <a:prstDash val="solid"/>
          </a:ln>
        </p:spPr>
      </p:sp>
      <p:sp>
        <p:nvSpPr>
          <p:cNvPr id="248" name="pdf-path-400">
            <a:extLst xmlns:a="http://schemas.openxmlformats.org/drawingml/2006/main">
              <a:ext uri="{FF2B5EF4-FFF2-40B4-BE49-F238E27FC236}">
                <a16:creationId xmlns:a16="http://schemas.microsoft.com/office/drawing/2014/main" id="{B93F8437-B5D4-44D1-B999-646F26CBBE5F}"/>
              </a:ext>
            </a:extLst>
          </p:cNvPr>
          <p:cNvSpPr>
            <a:spLocks xmlns:a="http://schemas.openxmlformats.org/drawingml/2006/main" noGrp="1"/>
          </p:cNvSpPr>
          <p:nvPr/>
        </p:nvSpPr>
        <p:spPr>
          <a:xfrm xmlns:a="http://schemas.openxmlformats.org/drawingml/2006/main" rot="0">
            <a:off x="7372950" y="568157"/>
            <a:ext cx="375333" cy="400022"/>
          </a:xfrm>
          <a:custGeom xmlns:a="http://schemas.openxmlformats.org/drawingml/2006/main">
            <a:pathLst>
              <a:path w="375333" h="400022">
                <a:moveTo>
                  <a:pt x="0" y="0"/>
                </a:moveTo>
                <a:lnTo>
                  <a:pt x="375333" y="0"/>
                </a:lnTo>
                <a:lnTo>
                  <a:pt x="375333" y="400022"/>
                </a:lnTo>
                <a:lnTo>
                  <a:pt x="0" y="400022"/>
                </a:lnTo>
                <a:close/>
              </a:path>
            </a:pathLst>
          </a:custGeom>
          <a:noFill xmlns:a="http://schemas.openxmlformats.org/drawingml/2006/main"/>
          <a:ln xmlns:a="http://schemas.openxmlformats.org/drawingml/2006/main" w="11687">
            <a:solidFill>
              <a:srgbClr val="231F20"/>
            </a:solidFill>
            <a:prstDash val="solid"/>
          </a:ln>
        </p:spPr>
      </p:sp>
      <p:sp>
        <p:nvSpPr>
          <p:cNvPr id="249" name="pdf-path-401">
            <a:extLst xmlns:a="http://schemas.openxmlformats.org/drawingml/2006/main">
              <a:ext uri="{FF2B5EF4-FFF2-40B4-BE49-F238E27FC236}">
                <a16:creationId xmlns:a16="http://schemas.microsoft.com/office/drawing/2014/main" id="{6FE436F1-549B-4AE2-AC41-EC82DE263D33}"/>
              </a:ext>
            </a:extLst>
          </p:cNvPr>
          <p:cNvSpPr>
            <a:spLocks xmlns:a="http://schemas.openxmlformats.org/drawingml/2006/main" noGrp="1"/>
          </p:cNvSpPr>
          <p:nvPr/>
        </p:nvSpPr>
        <p:spPr>
          <a:xfrm xmlns:a="http://schemas.openxmlformats.org/drawingml/2006/main" rot="0">
            <a:off x="7370835" y="965036"/>
            <a:ext cx="375361" cy="399992"/>
          </a:xfrm>
          <a:custGeom xmlns:a="http://schemas.openxmlformats.org/drawingml/2006/main">
            <a:pathLst>
              <a:path w="375361" h="399992">
                <a:moveTo>
                  <a:pt x="0" y="399992"/>
                </a:moveTo>
                <a:lnTo>
                  <a:pt x="375361" y="399992"/>
                </a:lnTo>
                <a:lnTo>
                  <a:pt x="375361" y="0"/>
                </a:lnTo>
                <a:lnTo>
                  <a:pt x="0" y="0"/>
                </a:lnTo>
                <a:close/>
              </a:path>
            </a:pathLst>
          </a:custGeom>
          <a:solidFill xmlns:a="http://schemas.openxmlformats.org/drawingml/2006/main">
            <a:srgbClr val="CEE1F3"/>
          </a:solidFill>
          <a:ln xmlns:a="http://schemas.openxmlformats.org/drawingml/2006/main" w="0">
            <a:noFill/>
            <a:prstDash val="solid"/>
          </a:ln>
        </p:spPr>
      </p:sp>
      <p:sp>
        <p:nvSpPr>
          <p:cNvPr id="250" name="pdf-path-402">
            <a:extLst xmlns:a="http://schemas.openxmlformats.org/drawingml/2006/main">
              <a:ext uri="{FF2B5EF4-FFF2-40B4-BE49-F238E27FC236}">
                <a16:creationId xmlns:a16="http://schemas.microsoft.com/office/drawing/2014/main" id="{9E96A31D-4AD7-4BC4-9826-3C695AC8CD20}"/>
              </a:ext>
            </a:extLst>
          </p:cNvPr>
          <p:cNvSpPr>
            <a:spLocks xmlns:a="http://schemas.openxmlformats.org/drawingml/2006/main" noGrp="1"/>
          </p:cNvSpPr>
          <p:nvPr/>
        </p:nvSpPr>
        <p:spPr>
          <a:xfrm xmlns:a="http://schemas.openxmlformats.org/drawingml/2006/main" rot="0">
            <a:off x="7364978" y="959176"/>
            <a:ext cx="387048" cy="411680"/>
          </a:xfrm>
          <a:custGeom xmlns:a="http://schemas.openxmlformats.org/drawingml/2006/main">
            <a:pathLst>
              <a:path w="387048" h="411680">
                <a:moveTo>
                  <a:pt x="5857" y="5858"/>
                </a:moveTo>
                <a:lnTo>
                  <a:pt x="5857" y="11687"/>
                </a:lnTo>
                <a:lnTo>
                  <a:pt x="375361" y="11687"/>
                </a:lnTo>
                <a:lnTo>
                  <a:pt x="375361" y="399993"/>
                </a:lnTo>
                <a:lnTo>
                  <a:pt x="11687" y="399993"/>
                </a:lnTo>
                <a:lnTo>
                  <a:pt x="11687" y="5858"/>
                </a:lnTo>
                <a:lnTo>
                  <a:pt x="5857" y="5858"/>
                </a:lnTo>
                <a:lnTo>
                  <a:pt x="5857" y="11687"/>
                </a:lnTo>
                <a:lnTo>
                  <a:pt x="5857" y="5858"/>
                </a:lnTo>
                <a:lnTo>
                  <a:pt x="0" y="5858"/>
                </a:lnTo>
                <a:lnTo>
                  <a:pt x="0" y="405851"/>
                </a:lnTo>
                <a:lnTo>
                  <a:pt x="1714" y="409966"/>
                </a:lnTo>
                <a:lnTo>
                  <a:pt x="5857" y="411680"/>
                </a:lnTo>
                <a:lnTo>
                  <a:pt x="381190" y="411680"/>
                </a:lnTo>
                <a:lnTo>
                  <a:pt x="385333" y="409966"/>
                </a:lnTo>
                <a:lnTo>
                  <a:pt x="387048" y="405851"/>
                </a:lnTo>
                <a:lnTo>
                  <a:pt x="387048" y="5858"/>
                </a:lnTo>
                <a:lnTo>
                  <a:pt x="385333" y="1715"/>
                </a:lnTo>
                <a:lnTo>
                  <a:pt x="381190" y="0"/>
                </a:lnTo>
                <a:lnTo>
                  <a:pt x="5857" y="0"/>
                </a:lnTo>
                <a:lnTo>
                  <a:pt x="1714" y="1715"/>
                </a:lnTo>
                <a:lnTo>
                  <a:pt x="0" y="5858"/>
                </a:lnTo>
                <a:lnTo>
                  <a:pt x="5857" y="5858"/>
                </a:lnTo>
              </a:path>
            </a:pathLst>
          </a:custGeom>
          <a:solidFill xmlns:a="http://schemas.openxmlformats.org/drawingml/2006/main">
            <a:srgbClr val="231F20"/>
          </a:solidFill>
          <a:ln xmlns:a="http://schemas.openxmlformats.org/drawingml/2006/main" w="0">
            <a:noFill/>
            <a:prstDash val="solid"/>
          </a:ln>
        </p:spPr>
      </p:sp>
      <p:sp>
        <p:nvSpPr>
          <p:cNvPr id="251" name="pdf-path-403">
            <a:extLst xmlns:a="http://schemas.openxmlformats.org/drawingml/2006/main">
              <a:ext uri="{FF2B5EF4-FFF2-40B4-BE49-F238E27FC236}">
                <a16:creationId xmlns:a16="http://schemas.microsoft.com/office/drawing/2014/main" id="{D5675D2E-6BCC-4FAE-9AFE-8D5C5F41E259}"/>
              </a:ext>
            </a:extLst>
          </p:cNvPr>
          <p:cNvSpPr>
            <a:spLocks xmlns:a="http://schemas.openxmlformats.org/drawingml/2006/main" noGrp="1"/>
          </p:cNvSpPr>
          <p:nvPr/>
        </p:nvSpPr>
        <p:spPr>
          <a:xfrm xmlns:a="http://schemas.openxmlformats.org/drawingml/2006/main" rot="0">
            <a:off x="6243009" y="1715044"/>
            <a:ext cx="375333" cy="399992"/>
          </a:xfrm>
          <a:custGeom xmlns:a="http://schemas.openxmlformats.org/drawingml/2006/main">
            <a:pathLst>
              <a:path w="375333" h="399992">
                <a:moveTo>
                  <a:pt x="0" y="399992"/>
                </a:moveTo>
                <a:lnTo>
                  <a:pt x="375333" y="399992"/>
                </a:lnTo>
                <a:lnTo>
                  <a:pt x="375333" y="0"/>
                </a:lnTo>
                <a:lnTo>
                  <a:pt x="0" y="0"/>
                </a:lnTo>
                <a:close/>
              </a:path>
            </a:pathLst>
          </a:custGeom>
          <a:solidFill xmlns:a="http://schemas.openxmlformats.org/drawingml/2006/main">
            <a:srgbClr val="FDE595"/>
          </a:solidFill>
          <a:ln xmlns:a="http://schemas.openxmlformats.org/drawingml/2006/main" w="0">
            <a:noFill/>
            <a:prstDash val="solid"/>
          </a:ln>
        </p:spPr>
      </p:sp>
      <p:sp>
        <p:nvSpPr>
          <p:cNvPr id="252" name="pdf-path-404">
            <a:extLst xmlns:a="http://schemas.openxmlformats.org/drawingml/2006/main">
              <a:ext uri="{FF2B5EF4-FFF2-40B4-BE49-F238E27FC236}">
                <a16:creationId xmlns:a16="http://schemas.microsoft.com/office/drawing/2014/main" id="{18C78AD0-A292-454B-AA8D-E2948BC4DB5B}"/>
              </a:ext>
            </a:extLst>
          </p:cNvPr>
          <p:cNvSpPr>
            <a:spLocks xmlns:a="http://schemas.openxmlformats.org/drawingml/2006/main" noGrp="1"/>
          </p:cNvSpPr>
          <p:nvPr/>
        </p:nvSpPr>
        <p:spPr>
          <a:xfrm xmlns:a="http://schemas.openxmlformats.org/drawingml/2006/main" rot="0">
            <a:off x="6243009" y="1715042"/>
            <a:ext cx="375333" cy="399992"/>
          </a:xfrm>
          <a:custGeom xmlns:a="http://schemas.openxmlformats.org/drawingml/2006/main">
            <a:pathLst>
              <a:path w="375333" h="399992">
                <a:moveTo>
                  <a:pt x="0" y="0"/>
                </a:moveTo>
                <a:lnTo>
                  <a:pt x="375333" y="0"/>
                </a:lnTo>
                <a:lnTo>
                  <a:pt x="375333" y="399992"/>
                </a:lnTo>
                <a:lnTo>
                  <a:pt x="0" y="399992"/>
                </a:lnTo>
                <a:close/>
              </a:path>
            </a:pathLst>
          </a:custGeom>
          <a:noFill xmlns:a="http://schemas.openxmlformats.org/drawingml/2006/main"/>
          <a:ln xmlns:a="http://schemas.openxmlformats.org/drawingml/2006/main" w="11687">
            <a:solidFill>
              <a:srgbClr val="231F20"/>
            </a:solidFill>
            <a:prstDash val="solid"/>
          </a:ln>
        </p:spPr>
      </p:sp>
      <p:sp>
        <p:nvSpPr>
          <p:cNvPr id="253" name="pdf-path-405">
            <a:extLst xmlns:a="http://schemas.openxmlformats.org/drawingml/2006/main">
              <a:ext uri="{FF2B5EF4-FFF2-40B4-BE49-F238E27FC236}">
                <a16:creationId xmlns:a16="http://schemas.microsoft.com/office/drawing/2014/main" id="{E82EA10C-614D-4739-9B51-B7FAE1237BE9}"/>
              </a:ext>
            </a:extLst>
          </p:cNvPr>
          <p:cNvSpPr>
            <a:spLocks xmlns:a="http://schemas.openxmlformats.org/drawingml/2006/main" noGrp="1"/>
          </p:cNvSpPr>
          <p:nvPr/>
        </p:nvSpPr>
        <p:spPr>
          <a:xfrm xmlns:a="http://schemas.openxmlformats.org/drawingml/2006/main" rot="0">
            <a:off x="6994275" y="1714327"/>
            <a:ext cx="375361" cy="400022"/>
          </a:xfrm>
          <a:custGeom xmlns:a="http://schemas.openxmlformats.org/drawingml/2006/main">
            <a:pathLst>
              <a:path w="375361" h="400022">
                <a:moveTo>
                  <a:pt x="0" y="400022"/>
                </a:moveTo>
                <a:lnTo>
                  <a:pt x="375361" y="400022"/>
                </a:lnTo>
                <a:lnTo>
                  <a:pt x="375361" y="0"/>
                </a:lnTo>
                <a:lnTo>
                  <a:pt x="0" y="0"/>
                </a:lnTo>
                <a:close/>
              </a:path>
            </a:pathLst>
          </a:custGeom>
          <a:solidFill xmlns:a="http://schemas.openxmlformats.org/drawingml/2006/main">
            <a:srgbClr val="F9CA98"/>
          </a:solidFill>
          <a:ln xmlns:a="http://schemas.openxmlformats.org/drawingml/2006/main" w="0">
            <a:noFill/>
            <a:prstDash val="solid"/>
          </a:ln>
        </p:spPr>
      </p:sp>
      <p:sp>
        <p:nvSpPr>
          <p:cNvPr id="254" name="pdf-path-406">
            <a:extLst xmlns:a="http://schemas.openxmlformats.org/drawingml/2006/main">
              <a:ext uri="{FF2B5EF4-FFF2-40B4-BE49-F238E27FC236}">
                <a16:creationId xmlns:a16="http://schemas.microsoft.com/office/drawing/2014/main" id="{0C8AD633-BC3A-40D0-A7D7-1E7E51B7B059}"/>
              </a:ext>
            </a:extLst>
          </p:cNvPr>
          <p:cNvSpPr>
            <a:spLocks xmlns:a="http://schemas.openxmlformats.org/drawingml/2006/main" noGrp="1"/>
          </p:cNvSpPr>
          <p:nvPr/>
        </p:nvSpPr>
        <p:spPr>
          <a:xfrm xmlns:a="http://schemas.openxmlformats.org/drawingml/2006/main" rot="0">
            <a:off x="6994275" y="1714329"/>
            <a:ext cx="375361" cy="400022"/>
          </a:xfrm>
          <a:custGeom xmlns:a="http://schemas.openxmlformats.org/drawingml/2006/main">
            <a:pathLst>
              <a:path w="375361" h="400022">
                <a:moveTo>
                  <a:pt x="0" y="0"/>
                </a:moveTo>
                <a:lnTo>
                  <a:pt x="375361" y="0"/>
                </a:lnTo>
                <a:lnTo>
                  <a:pt x="375361" y="400022"/>
                </a:lnTo>
                <a:lnTo>
                  <a:pt x="0" y="400022"/>
                </a:lnTo>
                <a:close/>
              </a:path>
            </a:pathLst>
          </a:custGeom>
          <a:noFill xmlns:a="http://schemas.openxmlformats.org/drawingml/2006/main"/>
          <a:ln xmlns:a="http://schemas.openxmlformats.org/drawingml/2006/main" w="11687">
            <a:solidFill>
              <a:srgbClr val="231F20"/>
            </a:solidFill>
            <a:prstDash val="solid"/>
          </a:ln>
        </p:spPr>
      </p:sp>
      <p:sp>
        <p:nvSpPr>
          <p:cNvPr id="255" name="pdf-path-407">
            <a:extLst xmlns:a="http://schemas.openxmlformats.org/drawingml/2006/main">
              <a:ext uri="{FF2B5EF4-FFF2-40B4-BE49-F238E27FC236}">
                <a16:creationId xmlns:a16="http://schemas.microsoft.com/office/drawing/2014/main" id="{A59447EE-A1D2-45D9-AB82-526F38430258}"/>
              </a:ext>
            </a:extLst>
          </p:cNvPr>
          <p:cNvSpPr>
            <a:spLocks xmlns:a="http://schemas.openxmlformats.org/drawingml/2006/main" noGrp="1"/>
          </p:cNvSpPr>
          <p:nvPr/>
        </p:nvSpPr>
        <p:spPr>
          <a:xfrm xmlns:a="http://schemas.openxmlformats.org/drawingml/2006/main" rot="0">
            <a:off x="6619542" y="1715044"/>
            <a:ext cx="375361" cy="399992"/>
          </a:xfrm>
          <a:custGeom xmlns:a="http://schemas.openxmlformats.org/drawingml/2006/main">
            <a:pathLst>
              <a:path w="375361" h="399992">
                <a:moveTo>
                  <a:pt x="0" y="399992"/>
                </a:moveTo>
                <a:lnTo>
                  <a:pt x="375361" y="399992"/>
                </a:lnTo>
                <a:lnTo>
                  <a:pt x="375361" y="0"/>
                </a:lnTo>
                <a:lnTo>
                  <a:pt x="0" y="0"/>
                </a:lnTo>
                <a:close/>
              </a:path>
            </a:pathLst>
          </a:custGeom>
          <a:solidFill xmlns:a="http://schemas.openxmlformats.org/drawingml/2006/main">
            <a:srgbClr val="A4BEE4"/>
          </a:solidFill>
          <a:ln xmlns:a="http://schemas.openxmlformats.org/drawingml/2006/main" w="0">
            <a:noFill/>
            <a:prstDash val="solid"/>
          </a:ln>
        </p:spPr>
      </p:sp>
      <p:sp>
        <p:nvSpPr>
          <p:cNvPr id="256" name="pdf-path-408">
            <a:extLst xmlns:a="http://schemas.openxmlformats.org/drawingml/2006/main">
              <a:ext uri="{FF2B5EF4-FFF2-40B4-BE49-F238E27FC236}">
                <a16:creationId xmlns:a16="http://schemas.microsoft.com/office/drawing/2014/main" id="{17264545-52AA-4199-AC9D-E4804EB8E183}"/>
              </a:ext>
            </a:extLst>
          </p:cNvPr>
          <p:cNvSpPr>
            <a:spLocks xmlns:a="http://schemas.openxmlformats.org/drawingml/2006/main" noGrp="1"/>
          </p:cNvSpPr>
          <p:nvPr/>
        </p:nvSpPr>
        <p:spPr>
          <a:xfrm xmlns:a="http://schemas.openxmlformats.org/drawingml/2006/main" rot="0">
            <a:off x="6619542" y="1715042"/>
            <a:ext cx="375361" cy="399992"/>
          </a:xfrm>
          <a:custGeom xmlns:a="http://schemas.openxmlformats.org/drawingml/2006/main">
            <a:pathLst>
              <a:path w="375361" h="399992">
                <a:moveTo>
                  <a:pt x="0" y="0"/>
                </a:moveTo>
                <a:lnTo>
                  <a:pt x="375361" y="0"/>
                </a:lnTo>
                <a:lnTo>
                  <a:pt x="375361" y="399992"/>
                </a:lnTo>
                <a:lnTo>
                  <a:pt x="0" y="399992"/>
                </a:lnTo>
                <a:close/>
              </a:path>
            </a:pathLst>
          </a:custGeom>
          <a:noFill xmlns:a="http://schemas.openxmlformats.org/drawingml/2006/main"/>
          <a:ln xmlns:a="http://schemas.openxmlformats.org/drawingml/2006/main" w="11687">
            <a:solidFill>
              <a:srgbClr val="231F20"/>
            </a:solidFill>
            <a:prstDash val="solid"/>
          </a:ln>
        </p:spPr>
      </p:sp>
      <p:sp>
        <p:nvSpPr>
          <p:cNvPr id="257" name="pdf-path-409">
            <a:extLst xmlns:a="http://schemas.openxmlformats.org/drawingml/2006/main">
              <a:ext uri="{FF2B5EF4-FFF2-40B4-BE49-F238E27FC236}">
                <a16:creationId xmlns:a16="http://schemas.microsoft.com/office/drawing/2014/main" id="{FD8200E9-3FA3-4068-8223-2D1F0106A6A0}"/>
              </a:ext>
            </a:extLst>
          </p:cNvPr>
          <p:cNvSpPr>
            <a:spLocks xmlns:a="http://schemas.openxmlformats.org/drawingml/2006/main" noGrp="1"/>
          </p:cNvSpPr>
          <p:nvPr/>
        </p:nvSpPr>
        <p:spPr>
          <a:xfrm xmlns:a="http://schemas.openxmlformats.org/drawingml/2006/main" rot="0">
            <a:off x="7370835" y="1714327"/>
            <a:ext cx="375333" cy="400022"/>
          </a:xfrm>
          <a:custGeom xmlns:a="http://schemas.openxmlformats.org/drawingml/2006/main">
            <a:pathLst>
              <a:path w="375333" h="400022">
                <a:moveTo>
                  <a:pt x="0" y="400022"/>
                </a:moveTo>
                <a:lnTo>
                  <a:pt x="375333" y="400022"/>
                </a:lnTo>
                <a:lnTo>
                  <a:pt x="375333" y="0"/>
                </a:lnTo>
                <a:lnTo>
                  <a:pt x="0" y="0"/>
                </a:lnTo>
                <a:close/>
              </a:path>
            </a:pathLst>
          </a:custGeom>
          <a:solidFill xmlns:a="http://schemas.openxmlformats.org/drawingml/2006/main">
            <a:srgbClr val="D9DADC"/>
          </a:solidFill>
          <a:ln xmlns:a="http://schemas.openxmlformats.org/drawingml/2006/main" w="0">
            <a:noFill/>
            <a:prstDash val="solid"/>
          </a:ln>
        </p:spPr>
      </p:sp>
      <p:sp>
        <p:nvSpPr>
          <p:cNvPr id="258" name="pdf-path-410">
            <a:extLst xmlns:a="http://schemas.openxmlformats.org/drawingml/2006/main">
              <a:ext uri="{FF2B5EF4-FFF2-40B4-BE49-F238E27FC236}">
                <a16:creationId xmlns:a16="http://schemas.microsoft.com/office/drawing/2014/main" id="{869604F7-F2DA-4E0E-9082-80EA269DFE1F}"/>
              </a:ext>
            </a:extLst>
          </p:cNvPr>
          <p:cNvSpPr>
            <a:spLocks xmlns:a="http://schemas.openxmlformats.org/drawingml/2006/main" noGrp="1"/>
          </p:cNvSpPr>
          <p:nvPr/>
        </p:nvSpPr>
        <p:spPr>
          <a:xfrm xmlns:a="http://schemas.openxmlformats.org/drawingml/2006/main" rot="0">
            <a:off x="7370835" y="1714329"/>
            <a:ext cx="375333" cy="400022"/>
          </a:xfrm>
          <a:custGeom xmlns:a="http://schemas.openxmlformats.org/drawingml/2006/main">
            <a:pathLst>
              <a:path w="375333" h="400022">
                <a:moveTo>
                  <a:pt x="0" y="0"/>
                </a:moveTo>
                <a:lnTo>
                  <a:pt x="375333" y="0"/>
                </a:lnTo>
                <a:lnTo>
                  <a:pt x="375333" y="400022"/>
                </a:lnTo>
                <a:lnTo>
                  <a:pt x="0" y="400022"/>
                </a:lnTo>
                <a:close/>
              </a:path>
            </a:pathLst>
          </a:custGeom>
          <a:noFill xmlns:a="http://schemas.openxmlformats.org/drawingml/2006/main"/>
          <a:ln xmlns:a="http://schemas.openxmlformats.org/drawingml/2006/main" w="11687">
            <a:solidFill>
              <a:srgbClr val="231F20"/>
            </a:solidFill>
            <a:prstDash val="solid"/>
          </a:ln>
        </p:spPr>
      </p:sp>
      <p:sp>
        <p:nvSpPr>
          <p:cNvPr id="259" name="pdf-path-411">
            <a:extLst xmlns:a="http://schemas.openxmlformats.org/drawingml/2006/main">
              <a:ext uri="{FF2B5EF4-FFF2-40B4-BE49-F238E27FC236}">
                <a16:creationId xmlns:a16="http://schemas.microsoft.com/office/drawing/2014/main" id="{7277E3F3-AA58-4677-AB2B-8E5AB5AC17AA}"/>
              </a:ext>
            </a:extLst>
          </p:cNvPr>
          <p:cNvSpPr>
            <a:spLocks xmlns:a="http://schemas.openxmlformats.org/drawingml/2006/main" noGrp="1"/>
          </p:cNvSpPr>
          <p:nvPr/>
        </p:nvSpPr>
        <p:spPr>
          <a:xfrm xmlns:a="http://schemas.openxmlformats.org/drawingml/2006/main" rot="0">
            <a:off x="8815074" y="857079"/>
            <a:ext cx="602018" cy="898998"/>
          </a:xfrm>
          <a:custGeom xmlns:a="http://schemas.openxmlformats.org/drawingml/2006/main">
            <a:pathLst>
              <a:path w="602018" h="898998">
                <a:moveTo>
                  <a:pt x="0" y="0"/>
                </a:moveTo>
                <a:lnTo>
                  <a:pt x="602018" y="250831"/>
                </a:lnTo>
                <a:lnTo>
                  <a:pt x="602018" y="648167"/>
                </a:lnTo>
                <a:lnTo>
                  <a:pt x="0" y="898998"/>
                </a:lnTo>
                <a:lnTo>
                  <a:pt x="0" y="0"/>
                </a:lnTo>
              </a:path>
            </a:pathLst>
          </a:custGeom>
          <a:solidFill xmlns:a="http://schemas.openxmlformats.org/drawingml/2006/main">
            <a:srgbClr val="D7EAD2"/>
          </a:solidFill>
          <a:ln xmlns:a="http://schemas.openxmlformats.org/drawingml/2006/main" w="0">
            <a:noFill/>
            <a:prstDash val="solid"/>
          </a:ln>
        </p:spPr>
      </p:sp>
      <p:sp>
        <p:nvSpPr>
          <p:cNvPr id="260" name="pdf-path-412">
            <a:extLst xmlns:a="http://schemas.openxmlformats.org/drawingml/2006/main">
              <a:ext uri="{FF2B5EF4-FFF2-40B4-BE49-F238E27FC236}">
                <a16:creationId xmlns:a16="http://schemas.microsoft.com/office/drawing/2014/main" id="{73C2B70C-84A8-4E21-AAB0-1753640E06DD}"/>
              </a:ext>
            </a:extLst>
          </p:cNvPr>
          <p:cNvSpPr>
            <a:spLocks xmlns:a="http://schemas.openxmlformats.org/drawingml/2006/main" noGrp="1"/>
          </p:cNvSpPr>
          <p:nvPr/>
        </p:nvSpPr>
        <p:spPr>
          <a:xfrm xmlns:a="http://schemas.openxmlformats.org/drawingml/2006/main" rot="0">
            <a:off x="9470184" y="853593"/>
            <a:ext cx="627050" cy="906742"/>
          </a:xfrm>
          <a:custGeom xmlns:a="http://schemas.openxmlformats.org/drawingml/2006/main">
            <a:pathLst>
              <a:path w="627050" h="906742">
                <a:moveTo>
                  <a:pt x="627050" y="0"/>
                </a:moveTo>
                <a:lnTo>
                  <a:pt x="0" y="261261"/>
                </a:lnTo>
                <a:lnTo>
                  <a:pt x="0" y="645481"/>
                </a:lnTo>
                <a:lnTo>
                  <a:pt x="627050" y="906742"/>
                </a:lnTo>
                <a:lnTo>
                  <a:pt x="627050" y="0"/>
                </a:lnTo>
              </a:path>
            </a:pathLst>
          </a:custGeom>
          <a:solidFill xmlns:a="http://schemas.openxmlformats.org/drawingml/2006/main">
            <a:srgbClr val="D7EAD2"/>
          </a:solidFill>
          <a:ln xmlns:a="http://schemas.openxmlformats.org/drawingml/2006/main" w="0">
            <a:noFill/>
            <a:prstDash val="solid"/>
          </a:ln>
        </p:spPr>
      </p:sp>
      <p:sp>
        <p:nvSpPr>
          <p:cNvPr id="261" name="pdf-path-413">
            <a:extLst xmlns:a="http://schemas.openxmlformats.org/drawingml/2006/main">
              <a:ext uri="{FF2B5EF4-FFF2-40B4-BE49-F238E27FC236}">
                <a16:creationId xmlns:a16="http://schemas.microsoft.com/office/drawing/2014/main" id="{F69EF36F-B060-4011-A874-DDE15275AE3E}"/>
              </a:ext>
            </a:extLst>
          </p:cNvPr>
          <p:cNvSpPr>
            <a:spLocks xmlns:a="http://schemas.openxmlformats.org/drawingml/2006/main" noGrp="1"/>
          </p:cNvSpPr>
          <p:nvPr/>
        </p:nvSpPr>
        <p:spPr>
          <a:xfrm xmlns:a="http://schemas.openxmlformats.org/drawingml/2006/main" rot="0">
            <a:off x="8481288" y="379104"/>
            <a:ext cx="1969475" cy="125301"/>
          </a:xfrm>
          <a:custGeom xmlns:a="http://schemas.openxmlformats.org/drawingml/2006/main">
            <a:pathLst>
              <a:path w="1969475" h="125301">
                <a:moveTo>
                  <a:pt x="1969475" y="125301"/>
                </a:moveTo>
                <a:cubicBezTo>
                  <a:pt x="1966818" y="122358"/>
                  <a:pt x="1964046" y="119472"/>
                  <a:pt x="1961217" y="116643"/>
                </a:cubicBezTo>
                <a:lnTo>
                  <a:pt x="1959902" y="115329"/>
                </a:lnTo>
                <a:lnTo>
                  <a:pt x="1951701" y="123673"/>
                </a:lnTo>
                <a:cubicBezTo>
                  <a:pt x="1934899" y="107099"/>
                  <a:pt x="1915925" y="93183"/>
                  <a:pt x="1895466" y="82239"/>
                </a:cubicBezTo>
                <a:lnTo>
                  <a:pt x="1900980" y="71952"/>
                </a:lnTo>
                <a:cubicBezTo>
                  <a:pt x="1872234" y="56579"/>
                  <a:pt x="1840659" y="46749"/>
                  <a:pt x="1807969" y="43205"/>
                </a:cubicBezTo>
                <a:lnTo>
                  <a:pt x="1806711" y="54807"/>
                </a:lnTo>
                <a:cubicBezTo>
                  <a:pt x="1797967" y="53864"/>
                  <a:pt x="1789138" y="53378"/>
                  <a:pt x="1780280" y="53378"/>
                </a:cubicBezTo>
                <a:lnTo>
                  <a:pt x="1736645" y="53378"/>
                </a:lnTo>
                <a:lnTo>
                  <a:pt x="1736645" y="41691"/>
                </a:lnTo>
                <a:lnTo>
                  <a:pt x="1643177" y="41691"/>
                </a:lnTo>
                <a:lnTo>
                  <a:pt x="1643177" y="53378"/>
                </a:lnTo>
                <a:lnTo>
                  <a:pt x="1573082" y="53378"/>
                </a:lnTo>
                <a:lnTo>
                  <a:pt x="1573082" y="41691"/>
                </a:lnTo>
                <a:lnTo>
                  <a:pt x="1479613" y="41691"/>
                </a:lnTo>
                <a:lnTo>
                  <a:pt x="1479613" y="53378"/>
                </a:lnTo>
                <a:lnTo>
                  <a:pt x="1409519" y="53378"/>
                </a:lnTo>
                <a:lnTo>
                  <a:pt x="1409519" y="41691"/>
                </a:lnTo>
                <a:lnTo>
                  <a:pt x="1316050" y="41691"/>
                </a:lnTo>
                <a:lnTo>
                  <a:pt x="1316050" y="53378"/>
                </a:lnTo>
                <a:lnTo>
                  <a:pt x="1245956" y="53378"/>
                </a:lnTo>
                <a:lnTo>
                  <a:pt x="1245956" y="41691"/>
                </a:lnTo>
                <a:lnTo>
                  <a:pt x="1152487" y="41691"/>
                </a:lnTo>
                <a:lnTo>
                  <a:pt x="1152487" y="53378"/>
                </a:lnTo>
                <a:lnTo>
                  <a:pt x="1082364" y="53378"/>
                </a:lnTo>
                <a:lnTo>
                  <a:pt x="1082364" y="41691"/>
                </a:lnTo>
                <a:lnTo>
                  <a:pt x="988895" y="41691"/>
                </a:lnTo>
                <a:lnTo>
                  <a:pt x="988895" y="53378"/>
                </a:lnTo>
                <a:lnTo>
                  <a:pt x="918800" y="53378"/>
                </a:lnTo>
                <a:lnTo>
                  <a:pt x="918800" y="41691"/>
                </a:lnTo>
                <a:lnTo>
                  <a:pt x="825332" y="41691"/>
                </a:lnTo>
                <a:lnTo>
                  <a:pt x="825332" y="53378"/>
                </a:lnTo>
                <a:lnTo>
                  <a:pt x="755237" y="53378"/>
                </a:lnTo>
                <a:lnTo>
                  <a:pt x="755237" y="41691"/>
                </a:lnTo>
                <a:lnTo>
                  <a:pt x="661768" y="41691"/>
                </a:lnTo>
                <a:lnTo>
                  <a:pt x="661768" y="53378"/>
                </a:lnTo>
                <a:lnTo>
                  <a:pt x="591674" y="53378"/>
                </a:lnTo>
                <a:lnTo>
                  <a:pt x="591674" y="41691"/>
                </a:lnTo>
                <a:lnTo>
                  <a:pt x="498205" y="41691"/>
                </a:lnTo>
                <a:lnTo>
                  <a:pt x="498205" y="53378"/>
                </a:lnTo>
                <a:lnTo>
                  <a:pt x="428083" y="53378"/>
                </a:lnTo>
                <a:lnTo>
                  <a:pt x="428083" y="41691"/>
                </a:lnTo>
                <a:lnTo>
                  <a:pt x="334613" y="41691"/>
                </a:lnTo>
                <a:lnTo>
                  <a:pt x="334613" y="53378"/>
                </a:lnTo>
                <a:lnTo>
                  <a:pt x="264519" y="53378"/>
                </a:lnTo>
                <a:lnTo>
                  <a:pt x="264519" y="41691"/>
                </a:lnTo>
                <a:lnTo>
                  <a:pt x="171050" y="41691"/>
                </a:lnTo>
                <a:lnTo>
                  <a:pt x="171050" y="53378"/>
                </a:lnTo>
                <a:lnTo>
                  <a:pt x="100956" y="53378"/>
                </a:lnTo>
                <a:lnTo>
                  <a:pt x="100956" y="41691"/>
                </a:lnTo>
                <a:lnTo>
                  <a:pt x="64008" y="41691"/>
                </a:lnTo>
                <a:cubicBezTo>
                  <a:pt x="43834" y="41691"/>
                  <a:pt x="24175" y="44034"/>
                  <a:pt x="5315" y="48463"/>
                </a:cubicBezTo>
                <a:lnTo>
                  <a:pt x="8001" y="59836"/>
                </a:lnTo>
                <a:cubicBezTo>
                  <a:pt x="5315" y="60465"/>
                  <a:pt x="2658" y="61122"/>
                  <a:pt x="0" y="61836"/>
                </a:cubicBezTo>
                <a:lnTo>
                  <a:pt x="0" y="0"/>
                </a:lnTo>
                <a:lnTo>
                  <a:pt x="1969475" y="0"/>
                </a:lnTo>
                <a:lnTo>
                  <a:pt x="1969475" y="125301"/>
                </a:lnTo>
              </a:path>
            </a:pathLst>
          </a:custGeom>
          <a:solidFill xmlns:a="http://schemas.openxmlformats.org/drawingml/2006/main">
            <a:srgbClr val="FFFFFF"/>
          </a:solidFill>
          <a:ln xmlns:a="http://schemas.openxmlformats.org/drawingml/2006/main" w="0">
            <a:noFill/>
            <a:prstDash val="solid"/>
          </a:ln>
        </p:spPr>
      </p:sp>
      <p:sp>
        <p:nvSpPr>
          <p:cNvPr id="262" name="pdf-path-416">
            <a:extLst xmlns:a="http://schemas.openxmlformats.org/drawingml/2006/main">
              <a:ext uri="{FF2B5EF4-FFF2-40B4-BE49-F238E27FC236}">
                <a16:creationId xmlns:a16="http://schemas.microsoft.com/office/drawing/2014/main" id="{F7C2C26D-D698-4C5B-9155-8BBAF233F0A1}"/>
              </a:ext>
            </a:extLst>
          </p:cNvPr>
          <p:cNvSpPr>
            <a:spLocks xmlns:a="http://schemas.openxmlformats.org/drawingml/2006/main" noGrp="1"/>
          </p:cNvSpPr>
          <p:nvPr/>
        </p:nvSpPr>
        <p:spPr>
          <a:xfrm xmlns:a="http://schemas.openxmlformats.org/drawingml/2006/main" rot="0">
            <a:off x="11843595" y="6101076"/>
            <a:ext cx="280435" cy="235144"/>
          </a:xfrm>
          <a:custGeom xmlns:a="http://schemas.openxmlformats.org/drawingml/2006/main">
            <a:pathLst>
              <a:path w="280435" h="235144">
                <a:moveTo>
                  <a:pt x="280435" y="235144"/>
                </a:moveTo>
                <a:lnTo>
                  <a:pt x="0" y="235144"/>
                </a:lnTo>
                <a:cubicBezTo>
                  <a:pt x="62665" y="169078"/>
                  <a:pt x="110699" y="88954"/>
                  <a:pt x="138874" y="0"/>
                </a:cubicBezTo>
                <a:lnTo>
                  <a:pt x="242059" y="0"/>
                </a:lnTo>
                <a:lnTo>
                  <a:pt x="242059" y="75781"/>
                </a:lnTo>
                <a:cubicBezTo>
                  <a:pt x="242059" y="133188"/>
                  <a:pt x="255889" y="187366"/>
                  <a:pt x="280435" y="235144"/>
                </a:cubicBezTo>
              </a:path>
            </a:pathLst>
          </a:custGeom>
          <a:solidFill xmlns:a="http://schemas.openxmlformats.org/drawingml/2006/main">
            <a:srgbClr val="FFFFFF"/>
          </a:solidFill>
          <a:ln xmlns:a="http://schemas.openxmlformats.org/drawingml/2006/main" w="0">
            <a:noFill/>
            <a:prstDash val="solid"/>
          </a:ln>
        </p:spPr>
      </p:sp>
      <p:sp>
        <p:nvSpPr>
          <p:cNvPr id="263" name="pdf-path-417">
            <a:extLst xmlns:a="http://schemas.openxmlformats.org/drawingml/2006/main">
              <a:ext uri="{FF2B5EF4-FFF2-40B4-BE49-F238E27FC236}">
                <a16:creationId xmlns:a16="http://schemas.microsoft.com/office/drawing/2014/main" id="{25ABD521-349B-4C0C-B6E5-4A56E12EFD41}"/>
              </a:ext>
            </a:extLst>
          </p:cNvPr>
          <p:cNvSpPr>
            <a:spLocks xmlns:a="http://schemas.openxmlformats.org/drawingml/2006/main" noGrp="1"/>
          </p:cNvSpPr>
          <p:nvPr/>
        </p:nvSpPr>
        <p:spPr>
          <a:xfrm xmlns:a="http://schemas.openxmlformats.org/drawingml/2006/main" rot="0">
            <a:off x="12120686" y="6101076"/>
            <a:ext cx="754894" cy="235144"/>
          </a:xfrm>
          <a:custGeom xmlns:a="http://schemas.openxmlformats.org/drawingml/2006/main">
            <a:pathLst>
              <a:path w="754894" h="235144">
                <a:moveTo>
                  <a:pt x="754894" y="235144"/>
                </a:moveTo>
                <a:lnTo>
                  <a:pt x="43319" y="235144"/>
                </a:lnTo>
                <a:cubicBezTo>
                  <a:pt x="15802" y="188423"/>
                  <a:pt x="0" y="133988"/>
                  <a:pt x="0" y="75781"/>
                </a:cubicBezTo>
                <a:lnTo>
                  <a:pt x="0" y="0"/>
                </a:lnTo>
                <a:lnTo>
                  <a:pt x="288751" y="0"/>
                </a:lnTo>
                <a:lnTo>
                  <a:pt x="288751" y="27118"/>
                </a:lnTo>
                <a:lnTo>
                  <a:pt x="754894" y="27118"/>
                </a:lnTo>
                <a:lnTo>
                  <a:pt x="754894" y="235144"/>
                </a:lnTo>
              </a:path>
            </a:pathLst>
          </a:custGeom>
          <a:solidFill xmlns:a="http://schemas.openxmlformats.org/drawingml/2006/main">
            <a:srgbClr val="FFFFFF"/>
          </a:solidFill>
          <a:ln xmlns:a="http://schemas.openxmlformats.org/drawingml/2006/main" w="0">
            <a:noFill/>
            <a:prstDash val="solid"/>
          </a:ln>
        </p:spPr>
      </p:sp>
      <p:sp>
        <p:nvSpPr>
          <p:cNvPr id="264" name="pdf-path-418">
            <a:extLst xmlns:a="http://schemas.openxmlformats.org/drawingml/2006/main">
              <a:ext uri="{FF2B5EF4-FFF2-40B4-BE49-F238E27FC236}">
                <a16:creationId xmlns:a16="http://schemas.microsoft.com/office/drawing/2014/main" id="{D09EC27A-B6E9-4297-8DA6-5D06403F5C8B}"/>
              </a:ext>
            </a:extLst>
          </p:cNvPr>
          <p:cNvSpPr>
            <a:spLocks xmlns:a="http://schemas.openxmlformats.org/drawingml/2006/main" noGrp="1"/>
          </p:cNvSpPr>
          <p:nvPr/>
        </p:nvSpPr>
        <p:spPr>
          <a:xfrm xmlns:a="http://schemas.openxmlformats.org/drawingml/2006/main" rot="0">
            <a:off x="12085654" y="6101076"/>
            <a:ext cx="78353" cy="235144"/>
          </a:xfrm>
          <a:custGeom xmlns:a="http://schemas.openxmlformats.org/drawingml/2006/main">
            <a:pathLst>
              <a:path w="78353" h="235144">
                <a:moveTo>
                  <a:pt x="78353" y="235144"/>
                </a:moveTo>
                <a:lnTo>
                  <a:pt x="38377" y="235144"/>
                </a:lnTo>
                <a:cubicBezTo>
                  <a:pt x="13831" y="187366"/>
                  <a:pt x="0" y="133188"/>
                  <a:pt x="0" y="75781"/>
                </a:cubicBezTo>
                <a:lnTo>
                  <a:pt x="0" y="0"/>
                </a:lnTo>
                <a:lnTo>
                  <a:pt x="35033" y="0"/>
                </a:lnTo>
                <a:lnTo>
                  <a:pt x="35033" y="75781"/>
                </a:lnTo>
                <a:cubicBezTo>
                  <a:pt x="35033" y="133988"/>
                  <a:pt x="50835" y="188423"/>
                  <a:pt x="78353" y="235144"/>
                </a:cubicBezTo>
              </a:path>
            </a:pathLst>
          </a:custGeom>
          <a:solidFill xmlns:a="http://schemas.openxmlformats.org/drawingml/2006/main">
            <a:srgbClr val="FDE5CD"/>
          </a:solidFill>
          <a:ln xmlns:a="http://schemas.openxmlformats.org/drawingml/2006/main" w="0">
            <a:noFill/>
            <a:prstDash val="solid"/>
          </a:ln>
        </p:spPr>
      </p:sp>
      <p:sp>
        <p:nvSpPr>
          <p:cNvPr id="265" name="pdf-path-420">
            <a:extLst xmlns:a="http://schemas.openxmlformats.org/drawingml/2006/main">
              <a:ext uri="{FF2B5EF4-FFF2-40B4-BE49-F238E27FC236}">
                <a16:creationId xmlns:a16="http://schemas.microsoft.com/office/drawing/2014/main" id="{DC9C301A-90BC-4C03-B811-4E7412F617B1}"/>
              </a:ext>
            </a:extLst>
          </p:cNvPr>
          <p:cNvSpPr>
            <a:spLocks xmlns:a="http://schemas.openxmlformats.org/drawingml/2006/main" noGrp="1"/>
          </p:cNvSpPr>
          <p:nvPr/>
        </p:nvSpPr>
        <p:spPr>
          <a:xfrm xmlns:a="http://schemas.openxmlformats.org/drawingml/2006/main" rot="0">
            <a:off x="3514696" y="2384926"/>
            <a:ext cx="95" cy="95"/>
          </a:xfrm>
          <a:custGeom xmlns:a="http://schemas.openxmlformats.org/drawingml/2006/main">
            <a:pathLst>
              <a:path w="95" h="95">
                <a:moveTo>
                  <a:pt x="0" y="0"/>
                </a:moveTo>
                <a:lnTo>
                  <a:pt x="0" y="0"/>
                </a:lnTo>
              </a:path>
            </a:pathLst>
          </a:custGeom>
          <a:solidFill xmlns:a="http://schemas.openxmlformats.org/drawingml/2006/main">
            <a:srgbClr val="FFFFFF"/>
          </a:solidFill>
          <a:ln xmlns:a="http://schemas.openxmlformats.org/drawingml/2006/main" w="0">
            <a:noFill/>
            <a:prstDash val="solid"/>
          </a:ln>
        </p:spPr>
      </p:sp>
      <p:sp>
        <p:nvSpPr>
          <p:cNvPr id="266" name="pdf-path-421">
            <a:extLst xmlns:a="http://schemas.openxmlformats.org/drawingml/2006/main">
              <a:ext uri="{FF2B5EF4-FFF2-40B4-BE49-F238E27FC236}">
                <a16:creationId xmlns:a16="http://schemas.microsoft.com/office/drawing/2014/main" id="{3F5DABC6-0C43-4334-9873-7B0102EF667E}"/>
              </a:ext>
            </a:extLst>
          </p:cNvPr>
          <p:cNvSpPr>
            <a:spLocks xmlns:a="http://schemas.openxmlformats.org/drawingml/2006/main" noGrp="1"/>
          </p:cNvSpPr>
          <p:nvPr/>
        </p:nvSpPr>
        <p:spPr>
          <a:xfrm xmlns:a="http://schemas.openxmlformats.org/drawingml/2006/main" rot="0">
            <a:off x="3502724" y="1755676"/>
            <a:ext cx="23660" cy="629250"/>
          </a:xfrm>
          <a:custGeom xmlns:a="http://schemas.openxmlformats.org/drawingml/2006/main">
            <a:pathLst>
              <a:path w="23660" h="629250">
                <a:moveTo>
                  <a:pt x="0" y="0"/>
                </a:moveTo>
                <a:lnTo>
                  <a:pt x="286" y="629250"/>
                </a:lnTo>
                <a:lnTo>
                  <a:pt x="23660" y="629250"/>
                </a:lnTo>
                <a:lnTo>
                  <a:pt x="23374" y="0"/>
                </a:lnTo>
                <a:lnTo>
                  <a:pt x="0" y="0"/>
                </a:lnTo>
              </a:path>
            </a:pathLst>
          </a:custGeom>
          <a:solidFill xmlns:a="http://schemas.openxmlformats.org/drawingml/2006/main">
            <a:srgbClr val="B6B8BA"/>
          </a:solidFill>
          <a:ln xmlns:a="http://schemas.openxmlformats.org/drawingml/2006/main" w="0">
            <a:noFill/>
            <a:prstDash val="solid"/>
          </a:ln>
        </p:spPr>
      </p:sp>
      <p:sp>
        <p:nvSpPr>
          <p:cNvPr id="267" name="pdf-path-422">
            <a:extLst xmlns:a="http://schemas.openxmlformats.org/drawingml/2006/main">
              <a:ext uri="{FF2B5EF4-FFF2-40B4-BE49-F238E27FC236}">
                <a16:creationId xmlns:a16="http://schemas.microsoft.com/office/drawing/2014/main" id="{ED44A37E-DA7B-4317-83DC-2ED3F70055AA}"/>
              </a:ext>
            </a:extLst>
          </p:cNvPr>
          <p:cNvSpPr>
            <a:spLocks xmlns:a="http://schemas.openxmlformats.org/drawingml/2006/main" noGrp="1"/>
          </p:cNvSpPr>
          <p:nvPr/>
        </p:nvSpPr>
        <p:spPr>
          <a:xfrm xmlns:a="http://schemas.openxmlformats.org/drawingml/2006/main" rot="0">
            <a:off x="3475777" y="1649635"/>
            <a:ext cx="77238" cy="106071"/>
          </a:xfrm>
          <a:custGeom xmlns:a="http://schemas.openxmlformats.org/drawingml/2006/main">
            <a:pathLst>
              <a:path w="77238" h="106071">
                <a:moveTo>
                  <a:pt x="77238" y="106013"/>
                </a:moveTo>
                <a:lnTo>
                  <a:pt x="38548" y="0"/>
                </a:lnTo>
                <a:lnTo>
                  <a:pt x="0" y="106071"/>
                </a:lnTo>
                <a:lnTo>
                  <a:pt x="77238" y="106013"/>
                </a:lnTo>
              </a:path>
            </a:pathLst>
          </a:custGeom>
          <a:solidFill xmlns:a="http://schemas.openxmlformats.org/drawingml/2006/main">
            <a:srgbClr val="B6B8BA"/>
          </a:solidFill>
          <a:ln xmlns:a="http://schemas.openxmlformats.org/drawingml/2006/main" w="0">
            <a:noFill/>
            <a:prstDash val="solid"/>
          </a:ln>
        </p:spPr>
      </p:sp>
      <p:sp>
        <p:nvSpPr>
          <p:cNvPr id="268" name="pdf-path-423">
            <a:extLst xmlns:a="http://schemas.openxmlformats.org/drawingml/2006/main">
              <a:ext uri="{FF2B5EF4-FFF2-40B4-BE49-F238E27FC236}">
                <a16:creationId xmlns:a16="http://schemas.microsoft.com/office/drawing/2014/main" id="{2FF7ABF5-A484-435C-A5DC-A69ABE4C2BFD}"/>
              </a:ext>
            </a:extLst>
          </p:cNvPr>
          <p:cNvSpPr>
            <a:spLocks xmlns:a="http://schemas.openxmlformats.org/drawingml/2006/main" noGrp="1"/>
          </p:cNvSpPr>
          <p:nvPr/>
        </p:nvSpPr>
        <p:spPr>
          <a:xfrm xmlns:a="http://schemas.openxmlformats.org/drawingml/2006/main" rot="0">
            <a:off x="3459118" y="1615488"/>
            <a:ext cx="110585" cy="151905"/>
          </a:xfrm>
          <a:custGeom xmlns:a="http://schemas.openxmlformats.org/drawingml/2006/main">
            <a:pathLst>
              <a:path w="110585" h="151905">
                <a:moveTo>
                  <a:pt x="93897" y="140160"/>
                </a:moveTo>
                <a:lnTo>
                  <a:pt x="104870" y="136160"/>
                </a:lnTo>
                <a:lnTo>
                  <a:pt x="55207" y="0"/>
                </a:lnTo>
                <a:lnTo>
                  <a:pt x="0" y="151905"/>
                </a:lnTo>
                <a:lnTo>
                  <a:pt x="110585" y="151847"/>
                </a:lnTo>
                <a:lnTo>
                  <a:pt x="104870" y="136160"/>
                </a:lnTo>
                <a:lnTo>
                  <a:pt x="93897" y="140160"/>
                </a:lnTo>
                <a:lnTo>
                  <a:pt x="93869" y="128502"/>
                </a:lnTo>
                <a:lnTo>
                  <a:pt x="33347" y="128530"/>
                </a:lnTo>
                <a:lnTo>
                  <a:pt x="55235" y="68294"/>
                </a:lnTo>
                <a:lnTo>
                  <a:pt x="82924" y="144161"/>
                </a:lnTo>
                <a:lnTo>
                  <a:pt x="93897" y="140160"/>
                </a:lnTo>
                <a:lnTo>
                  <a:pt x="93869" y="128502"/>
                </a:lnTo>
                <a:lnTo>
                  <a:pt x="93897" y="140160"/>
                </a:lnTo>
              </a:path>
            </a:pathLst>
          </a:custGeom>
          <a:solidFill xmlns:a="http://schemas.openxmlformats.org/drawingml/2006/main">
            <a:srgbClr val="B6B8BA"/>
          </a:solidFill>
          <a:ln xmlns:a="http://schemas.openxmlformats.org/drawingml/2006/main" w="0">
            <a:noFill/>
            <a:prstDash val="solid"/>
          </a:ln>
        </p:spPr>
      </p:sp>
      <p:sp>
        <p:nvSpPr>
          <p:cNvPr id="269" name="pdf-path-424">
            <a:extLst xmlns:a="http://schemas.openxmlformats.org/drawingml/2006/main">
              <a:ext uri="{FF2B5EF4-FFF2-40B4-BE49-F238E27FC236}">
                <a16:creationId xmlns:a16="http://schemas.microsoft.com/office/drawing/2014/main" id="{66DDA5C2-A023-4BA7-A1C4-65E8C97FAFD1}"/>
              </a:ext>
            </a:extLst>
          </p:cNvPr>
          <p:cNvSpPr>
            <a:spLocks xmlns:a="http://schemas.openxmlformats.org/drawingml/2006/main" noGrp="1"/>
          </p:cNvSpPr>
          <p:nvPr/>
        </p:nvSpPr>
        <p:spPr>
          <a:xfrm xmlns:a="http://schemas.openxmlformats.org/drawingml/2006/main" rot="0">
            <a:off x="578415" y="4963191"/>
            <a:ext cx="485289" cy="464315"/>
          </a:xfrm>
          <a:custGeom xmlns:a="http://schemas.openxmlformats.org/drawingml/2006/main">
            <a:pathLst>
              <a:path w="485289" h="464315">
                <a:moveTo>
                  <a:pt x="5829" y="5829"/>
                </a:moveTo>
                <a:lnTo>
                  <a:pt x="5829" y="11687"/>
                </a:lnTo>
                <a:lnTo>
                  <a:pt x="226314" y="11687"/>
                </a:lnTo>
                <a:lnTo>
                  <a:pt x="226314" y="232143"/>
                </a:lnTo>
                <a:lnTo>
                  <a:pt x="228000" y="236287"/>
                </a:lnTo>
                <a:lnTo>
                  <a:pt x="232143" y="238001"/>
                </a:lnTo>
                <a:lnTo>
                  <a:pt x="473602" y="238001"/>
                </a:lnTo>
                <a:lnTo>
                  <a:pt x="473602" y="452627"/>
                </a:lnTo>
                <a:lnTo>
                  <a:pt x="11659" y="452627"/>
                </a:lnTo>
                <a:lnTo>
                  <a:pt x="11659" y="5829"/>
                </a:lnTo>
                <a:lnTo>
                  <a:pt x="5829" y="5829"/>
                </a:lnTo>
                <a:lnTo>
                  <a:pt x="5829" y="11687"/>
                </a:lnTo>
                <a:lnTo>
                  <a:pt x="5829" y="5829"/>
                </a:lnTo>
                <a:lnTo>
                  <a:pt x="0" y="5829"/>
                </a:lnTo>
                <a:lnTo>
                  <a:pt x="0" y="458457"/>
                </a:lnTo>
                <a:lnTo>
                  <a:pt x="1686" y="462600"/>
                </a:lnTo>
                <a:lnTo>
                  <a:pt x="5829" y="464315"/>
                </a:lnTo>
                <a:lnTo>
                  <a:pt x="479431" y="464315"/>
                </a:lnTo>
                <a:lnTo>
                  <a:pt x="483546" y="462600"/>
                </a:lnTo>
                <a:lnTo>
                  <a:pt x="485289" y="458457"/>
                </a:lnTo>
                <a:lnTo>
                  <a:pt x="485289" y="232143"/>
                </a:lnTo>
                <a:lnTo>
                  <a:pt x="483546" y="228028"/>
                </a:lnTo>
                <a:lnTo>
                  <a:pt x="479431" y="226314"/>
                </a:lnTo>
                <a:lnTo>
                  <a:pt x="237973" y="226314"/>
                </a:lnTo>
                <a:lnTo>
                  <a:pt x="237973" y="5829"/>
                </a:lnTo>
                <a:lnTo>
                  <a:pt x="236287" y="1714"/>
                </a:lnTo>
                <a:lnTo>
                  <a:pt x="232143" y="0"/>
                </a:lnTo>
                <a:lnTo>
                  <a:pt x="5829" y="0"/>
                </a:lnTo>
                <a:lnTo>
                  <a:pt x="1686" y="1714"/>
                </a:lnTo>
                <a:lnTo>
                  <a:pt x="0" y="5829"/>
                </a:lnTo>
                <a:lnTo>
                  <a:pt x="5829" y="5829"/>
                </a:lnTo>
              </a:path>
            </a:pathLst>
          </a:custGeom>
          <a:solidFill xmlns:a="http://schemas.openxmlformats.org/drawingml/2006/main">
            <a:srgbClr val="D9DADC"/>
          </a:solidFill>
          <a:ln xmlns:a="http://schemas.openxmlformats.org/drawingml/2006/main" w="0">
            <a:noFill/>
            <a:prstDash val="solid"/>
          </a:ln>
        </p:spPr>
      </p:sp>
      <p:sp>
        <p:nvSpPr>
          <p:cNvPr id="270" name="pdf-path-425">
            <a:extLst xmlns:a="http://schemas.openxmlformats.org/drawingml/2006/main">
              <a:ext uri="{FF2B5EF4-FFF2-40B4-BE49-F238E27FC236}">
                <a16:creationId xmlns:a16="http://schemas.microsoft.com/office/drawing/2014/main" id="{1EC0DDB4-B0DE-4906-B817-C6CF8EB2109C}"/>
              </a:ext>
            </a:extLst>
          </p:cNvPr>
          <p:cNvSpPr>
            <a:spLocks xmlns:a="http://schemas.openxmlformats.org/drawingml/2006/main" noGrp="1"/>
          </p:cNvSpPr>
          <p:nvPr/>
        </p:nvSpPr>
        <p:spPr>
          <a:xfrm xmlns:a="http://schemas.openxmlformats.org/drawingml/2006/main" rot="0">
            <a:off x="1137542" y="5001911"/>
            <a:ext cx="479374" cy="393278"/>
          </a:xfrm>
          <a:custGeom xmlns:a="http://schemas.openxmlformats.org/drawingml/2006/main">
            <a:pathLst>
              <a:path w="479374" h="393278">
                <a:moveTo>
                  <a:pt x="473545" y="387449"/>
                </a:moveTo>
                <a:lnTo>
                  <a:pt x="473545" y="381619"/>
                </a:lnTo>
                <a:lnTo>
                  <a:pt x="288579" y="381619"/>
                </a:lnTo>
                <a:lnTo>
                  <a:pt x="288579" y="196653"/>
                </a:lnTo>
                <a:lnTo>
                  <a:pt x="286864" y="192510"/>
                </a:lnTo>
                <a:lnTo>
                  <a:pt x="282750" y="190795"/>
                </a:lnTo>
                <a:lnTo>
                  <a:pt x="11659" y="190795"/>
                </a:lnTo>
                <a:lnTo>
                  <a:pt x="11659" y="11688"/>
                </a:lnTo>
                <a:lnTo>
                  <a:pt x="467715" y="11688"/>
                </a:lnTo>
                <a:lnTo>
                  <a:pt x="467715" y="387449"/>
                </a:lnTo>
                <a:lnTo>
                  <a:pt x="473545" y="387449"/>
                </a:lnTo>
                <a:lnTo>
                  <a:pt x="473545" y="381619"/>
                </a:lnTo>
                <a:lnTo>
                  <a:pt x="473545" y="387449"/>
                </a:lnTo>
                <a:lnTo>
                  <a:pt x="479374" y="387449"/>
                </a:lnTo>
                <a:lnTo>
                  <a:pt x="479374" y="5858"/>
                </a:lnTo>
                <a:lnTo>
                  <a:pt x="477688" y="1715"/>
                </a:lnTo>
                <a:lnTo>
                  <a:pt x="473545" y="0"/>
                </a:lnTo>
                <a:lnTo>
                  <a:pt x="5829" y="0"/>
                </a:lnTo>
                <a:lnTo>
                  <a:pt x="1686" y="1715"/>
                </a:lnTo>
                <a:lnTo>
                  <a:pt x="0" y="5858"/>
                </a:lnTo>
                <a:lnTo>
                  <a:pt x="0" y="196653"/>
                </a:lnTo>
                <a:lnTo>
                  <a:pt x="1686" y="200768"/>
                </a:lnTo>
                <a:lnTo>
                  <a:pt x="5829" y="202482"/>
                </a:lnTo>
                <a:lnTo>
                  <a:pt x="276892" y="202482"/>
                </a:lnTo>
                <a:lnTo>
                  <a:pt x="276892" y="387449"/>
                </a:lnTo>
                <a:lnTo>
                  <a:pt x="278606" y="391592"/>
                </a:lnTo>
                <a:lnTo>
                  <a:pt x="282750" y="393278"/>
                </a:lnTo>
                <a:lnTo>
                  <a:pt x="473545" y="393278"/>
                </a:lnTo>
                <a:lnTo>
                  <a:pt x="477688" y="391592"/>
                </a:lnTo>
                <a:lnTo>
                  <a:pt x="479374" y="387449"/>
                </a:lnTo>
                <a:lnTo>
                  <a:pt x="473545" y="387449"/>
                </a:lnTo>
              </a:path>
            </a:pathLst>
          </a:custGeom>
          <a:solidFill xmlns:a="http://schemas.openxmlformats.org/drawingml/2006/main">
            <a:srgbClr val="D9DADC"/>
          </a:solidFill>
          <a:ln xmlns:a="http://schemas.openxmlformats.org/drawingml/2006/main" w="0">
            <a:noFill/>
            <a:prstDash val="solid"/>
          </a:ln>
        </p:spPr>
      </p:sp>
      <p:sp>
        <p:nvSpPr>
          <p:cNvPr id="271" name="pdf-path-426">
            <a:extLst xmlns:a="http://schemas.openxmlformats.org/drawingml/2006/main">
              <a:ext uri="{FF2B5EF4-FFF2-40B4-BE49-F238E27FC236}">
                <a16:creationId xmlns:a16="http://schemas.microsoft.com/office/drawing/2014/main" id="{3CB06634-FEB3-4967-A16D-3EF156484463}"/>
              </a:ext>
            </a:extLst>
          </p:cNvPr>
          <p:cNvSpPr>
            <a:spLocks xmlns:a="http://schemas.openxmlformats.org/drawingml/2006/main" noGrp="1"/>
          </p:cNvSpPr>
          <p:nvPr/>
        </p:nvSpPr>
        <p:spPr>
          <a:xfrm xmlns:a="http://schemas.openxmlformats.org/drawingml/2006/main" rot="0">
            <a:off x="2074231" y="5009969"/>
            <a:ext cx="457686" cy="360187"/>
          </a:xfrm>
          <a:custGeom xmlns:a="http://schemas.openxmlformats.org/drawingml/2006/main">
            <a:pathLst>
              <a:path w="457686" h="360187">
                <a:moveTo>
                  <a:pt x="5858" y="354330"/>
                </a:moveTo>
                <a:lnTo>
                  <a:pt x="5858" y="360187"/>
                </a:lnTo>
                <a:lnTo>
                  <a:pt x="181194" y="360187"/>
                </a:lnTo>
                <a:lnTo>
                  <a:pt x="185338" y="358473"/>
                </a:lnTo>
                <a:lnTo>
                  <a:pt x="187052" y="354330"/>
                </a:lnTo>
                <a:lnTo>
                  <a:pt x="187052" y="185937"/>
                </a:lnTo>
                <a:lnTo>
                  <a:pt x="451857" y="185937"/>
                </a:lnTo>
                <a:lnTo>
                  <a:pt x="455971" y="184223"/>
                </a:lnTo>
                <a:lnTo>
                  <a:pt x="457686" y="180108"/>
                </a:lnTo>
                <a:lnTo>
                  <a:pt x="457686" y="5857"/>
                </a:lnTo>
                <a:lnTo>
                  <a:pt x="455971" y="1714"/>
                </a:lnTo>
                <a:lnTo>
                  <a:pt x="451857" y="0"/>
                </a:lnTo>
                <a:lnTo>
                  <a:pt x="5858" y="0"/>
                </a:lnTo>
                <a:lnTo>
                  <a:pt x="1714" y="1714"/>
                </a:lnTo>
                <a:lnTo>
                  <a:pt x="0" y="5857"/>
                </a:lnTo>
                <a:lnTo>
                  <a:pt x="0" y="354330"/>
                </a:lnTo>
                <a:lnTo>
                  <a:pt x="1714" y="358473"/>
                </a:lnTo>
                <a:lnTo>
                  <a:pt x="5858" y="360187"/>
                </a:lnTo>
                <a:lnTo>
                  <a:pt x="5858" y="354330"/>
                </a:lnTo>
                <a:lnTo>
                  <a:pt x="11687" y="354330"/>
                </a:lnTo>
                <a:lnTo>
                  <a:pt x="11687" y="11687"/>
                </a:lnTo>
                <a:lnTo>
                  <a:pt x="445999" y="11687"/>
                </a:lnTo>
                <a:lnTo>
                  <a:pt x="445999" y="174250"/>
                </a:lnTo>
                <a:lnTo>
                  <a:pt x="181194" y="174250"/>
                </a:lnTo>
                <a:lnTo>
                  <a:pt x="177079" y="175965"/>
                </a:lnTo>
                <a:lnTo>
                  <a:pt x="175365" y="180108"/>
                </a:lnTo>
                <a:lnTo>
                  <a:pt x="175365" y="348500"/>
                </a:lnTo>
                <a:lnTo>
                  <a:pt x="5858" y="348500"/>
                </a:lnTo>
                <a:lnTo>
                  <a:pt x="5858" y="354330"/>
                </a:lnTo>
                <a:lnTo>
                  <a:pt x="11687" y="354330"/>
                </a:lnTo>
                <a:lnTo>
                  <a:pt x="5858" y="354330"/>
                </a:lnTo>
              </a:path>
            </a:pathLst>
          </a:custGeom>
          <a:solidFill xmlns:a="http://schemas.openxmlformats.org/drawingml/2006/main">
            <a:srgbClr val="D9DADC"/>
          </a:solidFill>
          <a:ln xmlns:a="http://schemas.openxmlformats.org/drawingml/2006/main" w="0">
            <a:noFill/>
            <a:prstDash val="solid"/>
          </a:ln>
        </p:spPr>
      </p:sp>
      <p:sp>
        <p:nvSpPr>
          <p:cNvPr id="272" name="pdf-path-427">
            <a:extLst xmlns:a="http://schemas.openxmlformats.org/drawingml/2006/main">
              <a:ext uri="{FF2B5EF4-FFF2-40B4-BE49-F238E27FC236}">
                <a16:creationId xmlns:a16="http://schemas.microsoft.com/office/drawing/2014/main" id="{2F622BAC-F6D8-41BD-AB1A-5434D8322D13}"/>
              </a:ext>
            </a:extLst>
          </p:cNvPr>
          <p:cNvSpPr>
            <a:spLocks xmlns:a="http://schemas.openxmlformats.org/drawingml/2006/main" noGrp="1"/>
          </p:cNvSpPr>
          <p:nvPr/>
        </p:nvSpPr>
        <p:spPr>
          <a:xfrm xmlns:a="http://schemas.openxmlformats.org/drawingml/2006/main" rot="0">
            <a:off x="917715" y="5627246"/>
            <a:ext cx="1591913" cy="108470"/>
          </a:xfrm>
          <a:custGeom xmlns:a="http://schemas.openxmlformats.org/drawingml/2006/main">
            <a:pathLst>
              <a:path w="1591913" h="108470">
                <a:moveTo>
                  <a:pt x="1591913" y="108470"/>
                </a:moveTo>
                <a:lnTo>
                  <a:pt x="1295591" y="108470"/>
                </a:lnTo>
                <a:lnTo>
                  <a:pt x="1295591" y="45148"/>
                </a:lnTo>
                <a:lnTo>
                  <a:pt x="117672" y="45148"/>
                </a:lnTo>
                <a:lnTo>
                  <a:pt x="117672" y="108470"/>
                </a:lnTo>
                <a:lnTo>
                  <a:pt x="0" y="108470"/>
                </a:lnTo>
                <a:lnTo>
                  <a:pt x="0" y="5829"/>
                </a:lnTo>
                <a:lnTo>
                  <a:pt x="14888" y="5829"/>
                </a:lnTo>
                <a:lnTo>
                  <a:pt x="14888" y="0"/>
                </a:lnTo>
                <a:lnTo>
                  <a:pt x="49949" y="0"/>
                </a:lnTo>
                <a:lnTo>
                  <a:pt x="49949" y="5829"/>
                </a:lnTo>
                <a:lnTo>
                  <a:pt x="96669" y="5829"/>
                </a:lnTo>
                <a:lnTo>
                  <a:pt x="96669" y="0"/>
                </a:lnTo>
                <a:lnTo>
                  <a:pt x="131731" y="0"/>
                </a:lnTo>
                <a:lnTo>
                  <a:pt x="131731" y="5829"/>
                </a:lnTo>
                <a:lnTo>
                  <a:pt x="178479" y="5829"/>
                </a:lnTo>
                <a:lnTo>
                  <a:pt x="178479" y="0"/>
                </a:lnTo>
                <a:lnTo>
                  <a:pt x="213512" y="0"/>
                </a:lnTo>
                <a:lnTo>
                  <a:pt x="213512" y="5829"/>
                </a:lnTo>
                <a:lnTo>
                  <a:pt x="260261" y="5829"/>
                </a:lnTo>
                <a:lnTo>
                  <a:pt x="260261" y="0"/>
                </a:lnTo>
                <a:lnTo>
                  <a:pt x="295294" y="0"/>
                </a:lnTo>
                <a:lnTo>
                  <a:pt x="295294" y="5829"/>
                </a:lnTo>
                <a:lnTo>
                  <a:pt x="342043" y="5829"/>
                </a:lnTo>
                <a:lnTo>
                  <a:pt x="342043" y="0"/>
                </a:lnTo>
                <a:lnTo>
                  <a:pt x="377104" y="0"/>
                </a:lnTo>
                <a:lnTo>
                  <a:pt x="377104" y="5829"/>
                </a:lnTo>
                <a:lnTo>
                  <a:pt x="423824" y="5829"/>
                </a:lnTo>
                <a:lnTo>
                  <a:pt x="423824" y="0"/>
                </a:lnTo>
                <a:lnTo>
                  <a:pt x="458886" y="0"/>
                </a:lnTo>
                <a:lnTo>
                  <a:pt x="458886" y="5829"/>
                </a:lnTo>
                <a:lnTo>
                  <a:pt x="505606" y="5829"/>
                </a:lnTo>
                <a:lnTo>
                  <a:pt x="505606" y="0"/>
                </a:lnTo>
                <a:lnTo>
                  <a:pt x="540668" y="0"/>
                </a:lnTo>
                <a:lnTo>
                  <a:pt x="540668" y="5829"/>
                </a:lnTo>
                <a:lnTo>
                  <a:pt x="587388" y="5829"/>
                </a:lnTo>
                <a:lnTo>
                  <a:pt x="587388" y="0"/>
                </a:lnTo>
                <a:lnTo>
                  <a:pt x="622449" y="0"/>
                </a:lnTo>
                <a:lnTo>
                  <a:pt x="622449" y="5829"/>
                </a:lnTo>
                <a:lnTo>
                  <a:pt x="669198" y="5829"/>
                </a:lnTo>
                <a:lnTo>
                  <a:pt x="669198" y="0"/>
                </a:lnTo>
                <a:lnTo>
                  <a:pt x="704231" y="0"/>
                </a:lnTo>
                <a:lnTo>
                  <a:pt x="704231" y="5829"/>
                </a:lnTo>
                <a:lnTo>
                  <a:pt x="750980" y="5829"/>
                </a:lnTo>
                <a:lnTo>
                  <a:pt x="750980" y="0"/>
                </a:lnTo>
                <a:lnTo>
                  <a:pt x="786012" y="0"/>
                </a:lnTo>
                <a:lnTo>
                  <a:pt x="786012" y="5829"/>
                </a:lnTo>
                <a:lnTo>
                  <a:pt x="832761" y="5829"/>
                </a:lnTo>
                <a:lnTo>
                  <a:pt x="832761" y="0"/>
                </a:lnTo>
                <a:lnTo>
                  <a:pt x="867823" y="0"/>
                </a:lnTo>
                <a:lnTo>
                  <a:pt x="867823" y="5829"/>
                </a:lnTo>
                <a:lnTo>
                  <a:pt x="914543" y="5829"/>
                </a:lnTo>
                <a:lnTo>
                  <a:pt x="914543" y="0"/>
                </a:lnTo>
                <a:lnTo>
                  <a:pt x="949576" y="0"/>
                </a:lnTo>
                <a:lnTo>
                  <a:pt x="949576" y="5829"/>
                </a:lnTo>
                <a:lnTo>
                  <a:pt x="996324" y="5829"/>
                </a:lnTo>
                <a:lnTo>
                  <a:pt x="996324" y="0"/>
                </a:lnTo>
                <a:lnTo>
                  <a:pt x="1031386" y="0"/>
                </a:lnTo>
                <a:lnTo>
                  <a:pt x="1031386" y="5829"/>
                </a:lnTo>
                <a:lnTo>
                  <a:pt x="1078106" y="5829"/>
                </a:lnTo>
                <a:lnTo>
                  <a:pt x="1078106" y="0"/>
                </a:lnTo>
                <a:lnTo>
                  <a:pt x="1113168" y="0"/>
                </a:lnTo>
                <a:lnTo>
                  <a:pt x="1113168" y="5829"/>
                </a:lnTo>
                <a:lnTo>
                  <a:pt x="1159888" y="5829"/>
                </a:lnTo>
                <a:lnTo>
                  <a:pt x="1159888" y="0"/>
                </a:lnTo>
                <a:lnTo>
                  <a:pt x="1194949" y="0"/>
                </a:lnTo>
                <a:lnTo>
                  <a:pt x="1194949" y="5829"/>
                </a:lnTo>
                <a:lnTo>
                  <a:pt x="1241698" y="5829"/>
                </a:lnTo>
                <a:lnTo>
                  <a:pt x="1241698" y="0"/>
                </a:lnTo>
                <a:lnTo>
                  <a:pt x="1276731" y="0"/>
                </a:lnTo>
                <a:lnTo>
                  <a:pt x="1276731" y="5829"/>
                </a:lnTo>
                <a:lnTo>
                  <a:pt x="1323480" y="5829"/>
                </a:lnTo>
                <a:lnTo>
                  <a:pt x="1323480" y="0"/>
                </a:lnTo>
                <a:lnTo>
                  <a:pt x="1358513" y="0"/>
                </a:lnTo>
                <a:lnTo>
                  <a:pt x="1358513" y="5829"/>
                </a:lnTo>
                <a:lnTo>
                  <a:pt x="1405261" y="5829"/>
                </a:lnTo>
                <a:lnTo>
                  <a:pt x="1405261" y="0"/>
                </a:lnTo>
                <a:lnTo>
                  <a:pt x="1440294" y="0"/>
                </a:lnTo>
                <a:lnTo>
                  <a:pt x="1440294" y="5829"/>
                </a:lnTo>
                <a:lnTo>
                  <a:pt x="1487043" y="5829"/>
                </a:lnTo>
                <a:lnTo>
                  <a:pt x="1487043" y="0"/>
                </a:lnTo>
                <a:lnTo>
                  <a:pt x="1522105" y="0"/>
                </a:lnTo>
                <a:lnTo>
                  <a:pt x="1522105" y="5829"/>
                </a:lnTo>
                <a:lnTo>
                  <a:pt x="1568825" y="5829"/>
                </a:lnTo>
                <a:lnTo>
                  <a:pt x="1568825" y="0"/>
                </a:lnTo>
                <a:lnTo>
                  <a:pt x="1591913" y="0"/>
                </a:lnTo>
                <a:lnTo>
                  <a:pt x="1591913" y="108470"/>
                </a:lnTo>
              </a:path>
            </a:pathLst>
          </a:custGeom>
          <a:solidFill xmlns:a="http://schemas.openxmlformats.org/drawingml/2006/main">
            <a:srgbClr val="FFFFFF"/>
          </a:solidFill>
          <a:ln xmlns:a="http://schemas.openxmlformats.org/drawingml/2006/main" w="0">
            <a:noFill/>
            <a:prstDash val="solid"/>
          </a:ln>
        </p:spPr>
      </p:sp>
      <p:sp>
        <p:nvSpPr>
          <p:cNvPr id="273" name="pdf-path-428">
            <a:extLst xmlns:a="http://schemas.openxmlformats.org/drawingml/2006/main">
              <a:ext uri="{FF2B5EF4-FFF2-40B4-BE49-F238E27FC236}">
                <a16:creationId xmlns:a16="http://schemas.microsoft.com/office/drawing/2014/main" id="{0499A523-04CF-4A18-8A17-1B7E0A825544}"/>
              </a:ext>
            </a:extLst>
          </p:cNvPr>
          <p:cNvSpPr>
            <a:spLocks xmlns:a="http://schemas.openxmlformats.org/drawingml/2006/main" noGrp="1"/>
          </p:cNvSpPr>
          <p:nvPr/>
        </p:nvSpPr>
        <p:spPr>
          <a:xfrm xmlns:a="http://schemas.openxmlformats.org/drawingml/2006/main" rot="0">
            <a:off x="1035387" y="5672394"/>
            <a:ext cx="1177918" cy="63322"/>
          </a:xfrm>
          <a:custGeom xmlns:a="http://schemas.openxmlformats.org/drawingml/2006/main">
            <a:pathLst>
              <a:path w="1177918" h="63322">
                <a:moveTo>
                  <a:pt x="0" y="63322"/>
                </a:moveTo>
                <a:lnTo>
                  <a:pt x="1177918" y="63322"/>
                </a:lnTo>
                <a:lnTo>
                  <a:pt x="1177918" y="0"/>
                </a:lnTo>
                <a:lnTo>
                  <a:pt x="0" y="0"/>
                </a:lnTo>
                <a:close/>
              </a:path>
            </a:pathLst>
          </a:custGeom>
          <a:solidFill xmlns:a="http://schemas.openxmlformats.org/drawingml/2006/main">
            <a:srgbClr val="FFFFFF"/>
          </a:solidFill>
          <a:ln xmlns:a="http://schemas.openxmlformats.org/drawingml/2006/main" w="0">
            <a:noFill/>
            <a:prstDash val="solid"/>
          </a:ln>
        </p:spPr>
      </p:sp>
      <p:sp>
        <p:nvSpPr>
          <p:cNvPr id="274" name="pdf-path-430">
            <a:extLst xmlns:a="http://schemas.openxmlformats.org/drawingml/2006/main">
              <a:ext uri="{FF2B5EF4-FFF2-40B4-BE49-F238E27FC236}">
                <a16:creationId xmlns:a16="http://schemas.microsoft.com/office/drawing/2014/main" id="{F77646D5-063F-4929-868F-204E32FDEB9C}"/>
              </a:ext>
            </a:extLst>
          </p:cNvPr>
          <p:cNvSpPr>
            <a:spLocks xmlns:a="http://schemas.openxmlformats.org/drawingml/2006/main" noGrp="1"/>
          </p:cNvSpPr>
          <p:nvPr/>
        </p:nvSpPr>
        <p:spPr>
          <a:xfrm xmlns:a="http://schemas.openxmlformats.org/drawingml/2006/main" rot="0">
            <a:off x="2589809" y="455313"/>
            <a:ext cx="2204619" cy="1442123"/>
          </a:xfrm>
          <a:custGeom xmlns:a="http://schemas.openxmlformats.org/drawingml/2006/main">
            <a:pathLst>
              <a:path w="2204619" h="1442123">
                <a:moveTo>
                  <a:pt x="1948672" y="1442123"/>
                </a:moveTo>
                <a:lnTo>
                  <a:pt x="1878578" y="1442123"/>
                </a:lnTo>
                <a:lnTo>
                  <a:pt x="1878578" y="1430436"/>
                </a:lnTo>
                <a:lnTo>
                  <a:pt x="1785109" y="1430436"/>
                </a:lnTo>
                <a:lnTo>
                  <a:pt x="1785109" y="1442123"/>
                </a:lnTo>
                <a:lnTo>
                  <a:pt x="1715015" y="1442123"/>
                </a:lnTo>
                <a:lnTo>
                  <a:pt x="1715015" y="1430436"/>
                </a:lnTo>
                <a:lnTo>
                  <a:pt x="1621546" y="1430436"/>
                </a:lnTo>
                <a:lnTo>
                  <a:pt x="1621546" y="1442123"/>
                </a:lnTo>
                <a:lnTo>
                  <a:pt x="1551422" y="1442123"/>
                </a:lnTo>
                <a:lnTo>
                  <a:pt x="1551422" y="1430436"/>
                </a:lnTo>
                <a:lnTo>
                  <a:pt x="1457954" y="1430436"/>
                </a:lnTo>
                <a:lnTo>
                  <a:pt x="1457954" y="1442123"/>
                </a:lnTo>
                <a:lnTo>
                  <a:pt x="1387859" y="1442123"/>
                </a:lnTo>
                <a:lnTo>
                  <a:pt x="1387859" y="1430436"/>
                </a:lnTo>
                <a:lnTo>
                  <a:pt x="1294390" y="1430436"/>
                </a:lnTo>
                <a:lnTo>
                  <a:pt x="1294390" y="1442123"/>
                </a:lnTo>
                <a:lnTo>
                  <a:pt x="1224296" y="1442123"/>
                </a:lnTo>
                <a:lnTo>
                  <a:pt x="1224296" y="1430436"/>
                </a:lnTo>
                <a:lnTo>
                  <a:pt x="1130827" y="1430436"/>
                </a:lnTo>
                <a:lnTo>
                  <a:pt x="1130827" y="1442123"/>
                </a:lnTo>
                <a:lnTo>
                  <a:pt x="1060733" y="1442123"/>
                </a:lnTo>
                <a:lnTo>
                  <a:pt x="1060733" y="1430436"/>
                </a:lnTo>
                <a:lnTo>
                  <a:pt x="967264" y="1430436"/>
                </a:lnTo>
                <a:lnTo>
                  <a:pt x="967264" y="1442123"/>
                </a:lnTo>
                <a:lnTo>
                  <a:pt x="936346" y="1442123"/>
                </a:lnTo>
                <a:lnTo>
                  <a:pt x="936289" y="1312050"/>
                </a:lnTo>
                <a:lnTo>
                  <a:pt x="979894" y="1312021"/>
                </a:lnTo>
                <a:lnTo>
                  <a:pt x="974179" y="1296333"/>
                </a:lnTo>
                <a:lnTo>
                  <a:pt x="963206" y="1300334"/>
                </a:lnTo>
                <a:lnTo>
                  <a:pt x="974179" y="1296333"/>
                </a:lnTo>
                <a:lnTo>
                  <a:pt x="924516" y="1160231"/>
                </a:lnTo>
                <a:lnTo>
                  <a:pt x="924516" y="1160174"/>
                </a:lnTo>
                <a:lnTo>
                  <a:pt x="924516" y="1160231"/>
                </a:lnTo>
                <a:lnTo>
                  <a:pt x="924516" y="1160174"/>
                </a:lnTo>
                <a:lnTo>
                  <a:pt x="869309" y="1312078"/>
                </a:lnTo>
                <a:lnTo>
                  <a:pt x="912914" y="1312050"/>
                </a:lnTo>
                <a:lnTo>
                  <a:pt x="912972" y="1442123"/>
                </a:lnTo>
                <a:lnTo>
                  <a:pt x="897141" y="1442123"/>
                </a:lnTo>
                <a:lnTo>
                  <a:pt x="897141" y="1430436"/>
                </a:lnTo>
                <a:lnTo>
                  <a:pt x="803672" y="1430436"/>
                </a:lnTo>
                <a:lnTo>
                  <a:pt x="803672" y="1442123"/>
                </a:lnTo>
                <a:lnTo>
                  <a:pt x="733578" y="1442123"/>
                </a:lnTo>
                <a:lnTo>
                  <a:pt x="733578" y="1430436"/>
                </a:lnTo>
                <a:lnTo>
                  <a:pt x="640109" y="1430436"/>
                </a:lnTo>
                <a:lnTo>
                  <a:pt x="640109" y="1442123"/>
                </a:lnTo>
                <a:lnTo>
                  <a:pt x="570014" y="1442123"/>
                </a:lnTo>
                <a:lnTo>
                  <a:pt x="570014" y="1430436"/>
                </a:lnTo>
                <a:lnTo>
                  <a:pt x="476545" y="1430436"/>
                </a:lnTo>
                <a:lnTo>
                  <a:pt x="476545" y="1442123"/>
                </a:lnTo>
                <a:lnTo>
                  <a:pt x="406422" y="1442123"/>
                </a:lnTo>
                <a:lnTo>
                  <a:pt x="406422" y="1430436"/>
                </a:lnTo>
                <a:lnTo>
                  <a:pt x="312982" y="1430436"/>
                </a:lnTo>
                <a:lnTo>
                  <a:pt x="312982" y="1442123"/>
                </a:lnTo>
                <a:lnTo>
                  <a:pt x="244174" y="1442123"/>
                </a:lnTo>
                <a:cubicBezTo>
                  <a:pt x="243745" y="1442123"/>
                  <a:pt x="243317" y="1442123"/>
                  <a:pt x="242859" y="1442094"/>
                </a:cubicBezTo>
                <a:lnTo>
                  <a:pt x="242916" y="1430436"/>
                </a:lnTo>
                <a:cubicBezTo>
                  <a:pt x="212198" y="1430265"/>
                  <a:pt x="182966" y="1424150"/>
                  <a:pt x="156191" y="1413205"/>
                </a:cubicBezTo>
                <a:lnTo>
                  <a:pt x="151762" y="1424035"/>
                </a:lnTo>
                <a:cubicBezTo>
                  <a:pt x="129931" y="1415091"/>
                  <a:pt x="109700" y="1403090"/>
                  <a:pt x="91583" y="1388574"/>
                </a:cubicBezTo>
                <a:lnTo>
                  <a:pt x="98898" y="1379458"/>
                </a:lnTo>
                <a:cubicBezTo>
                  <a:pt x="75752" y="1360913"/>
                  <a:pt x="56236" y="1338024"/>
                  <a:pt x="41577" y="1312078"/>
                </a:cubicBezTo>
                <a:lnTo>
                  <a:pt x="31404" y="1317822"/>
                </a:lnTo>
                <a:cubicBezTo>
                  <a:pt x="20060" y="1297705"/>
                  <a:pt x="11459" y="1275816"/>
                  <a:pt x="6172" y="1252700"/>
                </a:cubicBezTo>
                <a:lnTo>
                  <a:pt x="17545" y="1250099"/>
                </a:lnTo>
                <a:cubicBezTo>
                  <a:pt x="13716" y="1233325"/>
                  <a:pt x="11687" y="1215895"/>
                  <a:pt x="11687" y="1197950"/>
                </a:cubicBezTo>
                <a:lnTo>
                  <a:pt x="11687" y="1159717"/>
                </a:lnTo>
                <a:lnTo>
                  <a:pt x="0" y="1159717"/>
                </a:lnTo>
                <a:lnTo>
                  <a:pt x="0" y="1104167"/>
                </a:lnTo>
                <a:lnTo>
                  <a:pt x="473774" y="1104167"/>
                </a:lnTo>
                <a:lnTo>
                  <a:pt x="473774" y="643081"/>
                </a:lnTo>
                <a:lnTo>
                  <a:pt x="0" y="643081"/>
                </a:lnTo>
                <a:lnTo>
                  <a:pt x="0" y="598903"/>
                </a:lnTo>
                <a:lnTo>
                  <a:pt x="11687" y="598903"/>
                </a:lnTo>
                <a:lnTo>
                  <a:pt x="11687" y="505435"/>
                </a:lnTo>
                <a:lnTo>
                  <a:pt x="0" y="505435"/>
                </a:lnTo>
                <a:lnTo>
                  <a:pt x="0" y="435340"/>
                </a:lnTo>
                <a:lnTo>
                  <a:pt x="11687" y="435340"/>
                </a:lnTo>
                <a:lnTo>
                  <a:pt x="11687" y="341843"/>
                </a:lnTo>
                <a:lnTo>
                  <a:pt x="0" y="341843"/>
                </a:lnTo>
                <a:lnTo>
                  <a:pt x="0" y="271748"/>
                </a:lnTo>
                <a:lnTo>
                  <a:pt x="11687" y="271748"/>
                </a:lnTo>
                <a:lnTo>
                  <a:pt x="11687" y="221313"/>
                </a:lnTo>
                <a:cubicBezTo>
                  <a:pt x="11687" y="190595"/>
                  <a:pt x="17631" y="161306"/>
                  <a:pt x="28432" y="134503"/>
                </a:cubicBezTo>
                <a:lnTo>
                  <a:pt x="17602" y="130131"/>
                </a:lnTo>
                <a:cubicBezTo>
                  <a:pt x="26404" y="108242"/>
                  <a:pt x="38290" y="87954"/>
                  <a:pt x="52721" y="69752"/>
                </a:cubicBezTo>
                <a:lnTo>
                  <a:pt x="61894" y="77010"/>
                </a:lnTo>
                <a:cubicBezTo>
                  <a:pt x="80296" y="53778"/>
                  <a:pt x="103070" y="34119"/>
                  <a:pt x="128959" y="19345"/>
                </a:cubicBezTo>
                <a:lnTo>
                  <a:pt x="123159" y="9201"/>
                </a:lnTo>
                <a:cubicBezTo>
                  <a:pt x="128931" y="5886"/>
                  <a:pt x="134846" y="2829"/>
                  <a:pt x="140903" y="0"/>
                </a:cubicBezTo>
                <a:lnTo>
                  <a:pt x="140903" y="104813"/>
                </a:lnTo>
                <a:lnTo>
                  <a:pt x="248288" y="104813"/>
                </a:lnTo>
                <a:lnTo>
                  <a:pt x="248288" y="201168"/>
                </a:lnTo>
                <a:lnTo>
                  <a:pt x="1335567" y="201168"/>
                </a:lnTo>
                <a:lnTo>
                  <a:pt x="1335567" y="104813"/>
                </a:lnTo>
                <a:lnTo>
                  <a:pt x="1378887" y="104813"/>
                </a:lnTo>
                <a:lnTo>
                  <a:pt x="1378887" y="164163"/>
                </a:lnTo>
                <a:lnTo>
                  <a:pt x="1460640" y="164163"/>
                </a:lnTo>
                <a:lnTo>
                  <a:pt x="1460640" y="104813"/>
                </a:lnTo>
                <a:lnTo>
                  <a:pt x="1461383" y="104813"/>
                </a:lnTo>
                <a:lnTo>
                  <a:pt x="1461383" y="198454"/>
                </a:lnTo>
                <a:lnTo>
                  <a:pt x="1852775" y="198454"/>
                </a:lnTo>
                <a:lnTo>
                  <a:pt x="1852775" y="104813"/>
                </a:lnTo>
                <a:lnTo>
                  <a:pt x="2110378" y="104813"/>
                </a:lnTo>
                <a:lnTo>
                  <a:pt x="2110378" y="28604"/>
                </a:lnTo>
                <a:cubicBezTo>
                  <a:pt x="2117865" y="34433"/>
                  <a:pt x="2125037" y="40719"/>
                  <a:pt x="2131867" y="47435"/>
                </a:cubicBezTo>
                <a:lnTo>
                  <a:pt x="2123665" y="55750"/>
                </a:lnTo>
                <a:lnTo>
                  <a:pt x="2124837" y="56922"/>
                </a:lnTo>
                <a:cubicBezTo>
                  <a:pt x="2145697" y="77781"/>
                  <a:pt x="2162185" y="102156"/>
                  <a:pt x="2173700" y="128702"/>
                </a:cubicBezTo>
                <a:lnTo>
                  <a:pt x="2184416" y="124044"/>
                </a:lnTo>
                <a:cubicBezTo>
                  <a:pt x="2193703" y="145418"/>
                  <a:pt x="2199904" y="168107"/>
                  <a:pt x="2202790" y="191452"/>
                </a:cubicBezTo>
                <a:lnTo>
                  <a:pt x="2191188" y="192881"/>
                </a:lnTo>
                <a:cubicBezTo>
                  <a:pt x="2192332" y="202254"/>
                  <a:pt x="2192932" y="211769"/>
                  <a:pt x="2192932" y="221313"/>
                </a:cubicBezTo>
                <a:lnTo>
                  <a:pt x="2192932" y="284836"/>
                </a:lnTo>
                <a:lnTo>
                  <a:pt x="2204619" y="284836"/>
                </a:lnTo>
                <a:lnTo>
                  <a:pt x="2204619" y="354930"/>
                </a:lnTo>
                <a:lnTo>
                  <a:pt x="2192932" y="354930"/>
                </a:lnTo>
                <a:lnTo>
                  <a:pt x="2192932" y="448399"/>
                </a:lnTo>
                <a:lnTo>
                  <a:pt x="2204619" y="448399"/>
                </a:lnTo>
                <a:lnTo>
                  <a:pt x="2204619" y="518522"/>
                </a:lnTo>
                <a:lnTo>
                  <a:pt x="2192932" y="518522"/>
                </a:lnTo>
                <a:lnTo>
                  <a:pt x="2192932" y="611991"/>
                </a:lnTo>
                <a:lnTo>
                  <a:pt x="2204619" y="611991"/>
                </a:lnTo>
                <a:lnTo>
                  <a:pt x="2204619" y="643081"/>
                </a:lnTo>
                <a:lnTo>
                  <a:pt x="1786424" y="643081"/>
                </a:lnTo>
                <a:lnTo>
                  <a:pt x="1786424" y="1104167"/>
                </a:lnTo>
                <a:lnTo>
                  <a:pt x="2204619" y="1104167"/>
                </a:lnTo>
                <a:lnTo>
                  <a:pt x="2204619" y="1172804"/>
                </a:lnTo>
                <a:lnTo>
                  <a:pt x="2192932" y="1172804"/>
                </a:lnTo>
                <a:lnTo>
                  <a:pt x="2192932" y="1197950"/>
                </a:lnTo>
                <a:cubicBezTo>
                  <a:pt x="2192932" y="1220238"/>
                  <a:pt x="2189788" y="1241755"/>
                  <a:pt x="2183959" y="1262129"/>
                </a:cubicBezTo>
                <a:lnTo>
                  <a:pt x="2195189" y="1265358"/>
                </a:lnTo>
                <a:cubicBezTo>
                  <a:pt x="2188674" y="1288104"/>
                  <a:pt x="2178930" y="1309506"/>
                  <a:pt x="2166471" y="1329024"/>
                </a:cubicBezTo>
                <a:lnTo>
                  <a:pt x="2156612" y="1322737"/>
                </a:lnTo>
                <a:cubicBezTo>
                  <a:pt x="2140639" y="1347854"/>
                  <a:pt x="2119951" y="1369685"/>
                  <a:pt x="2095805" y="1387002"/>
                </a:cubicBezTo>
                <a:lnTo>
                  <a:pt x="2102606" y="1396489"/>
                </a:lnTo>
                <a:cubicBezTo>
                  <a:pt x="2083775" y="1410005"/>
                  <a:pt x="2062944" y="1420892"/>
                  <a:pt x="2040627" y="1428636"/>
                </a:cubicBezTo>
                <a:lnTo>
                  <a:pt x="2036798" y="1417606"/>
                </a:lnTo>
                <a:cubicBezTo>
                  <a:pt x="2012880" y="1425921"/>
                  <a:pt x="1987220" y="1430436"/>
                  <a:pt x="1960445" y="1430436"/>
                </a:cubicBezTo>
                <a:lnTo>
                  <a:pt x="1948672" y="1430436"/>
                </a:lnTo>
                <a:lnTo>
                  <a:pt x="1948672" y="1442123"/>
                </a:lnTo>
                <a:moveTo>
                  <a:pt x="1129799" y="867766"/>
                </a:moveTo>
                <a:lnTo>
                  <a:pt x="1129799" y="1043759"/>
                </a:lnTo>
                <a:lnTo>
                  <a:pt x="1756848" y="1305020"/>
                </a:lnTo>
                <a:lnTo>
                  <a:pt x="1756848" y="398278"/>
                </a:lnTo>
                <a:lnTo>
                  <a:pt x="1138571" y="655882"/>
                </a:lnTo>
                <a:lnTo>
                  <a:pt x="1076735" y="655882"/>
                </a:lnTo>
                <a:lnTo>
                  <a:pt x="1076735" y="652596"/>
                </a:lnTo>
                <a:lnTo>
                  <a:pt x="474688" y="401764"/>
                </a:lnTo>
                <a:lnTo>
                  <a:pt x="474688" y="1300762"/>
                </a:lnTo>
                <a:lnTo>
                  <a:pt x="1076735" y="1049931"/>
                </a:lnTo>
                <a:lnTo>
                  <a:pt x="1076735" y="867766"/>
                </a:lnTo>
                <a:lnTo>
                  <a:pt x="1129799" y="867766"/>
                </a:lnTo>
              </a:path>
            </a:pathLst>
          </a:custGeom>
          <a:solidFill xmlns:a="http://schemas.openxmlformats.org/drawingml/2006/main">
            <a:srgbClr val="FFFFFF"/>
          </a:solidFill>
          <a:ln xmlns:a="http://schemas.openxmlformats.org/drawingml/2006/main" w="0">
            <a:noFill/>
            <a:prstDash val="solid"/>
          </a:ln>
        </p:spPr>
      </p:sp>
      <p:sp>
        <p:nvSpPr>
          <p:cNvPr id="275" name="pdf-path-431">
            <a:extLst xmlns:a="http://schemas.openxmlformats.org/drawingml/2006/main">
              <a:ext uri="{FF2B5EF4-FFF2-40B4-BE49-F238E27FC236}">
                <a16:creationId xmlns:a16="http://schemas.microsoft.com/office/drawing/2014/main" id="{1721E0E6-F573-46F8-A314-21482F6D4500}"/>
              </a:ext>
            </a:extLst>
          </p:cNvPr>
          <p:cNvSpPr>
            <a:spLocks xmlns:a="http://schemas.openxmlformats.org/drawingml/2006/main" noGrp="1"/>
          </p:cNvSpPr>
          <p:nvPr/>
        </p:nvSpPr>
        <p:spPr>
          <a:xfrm xmlns:a="http://schemas.openxmlformats.org/drawingml/2006/main" rot="0">
            <a:off x="3064497" y="857079"/>
            <a:ext cx="602047" cy="898998"/>
          </a:xfrm>
          <a:custGeom xmlns:a="http://schemas.openxmlformats.org/drawingml/2006/main">
            <a:pathLst>
              <a:path w="602047" h="898998">
                <a:moveTo>
                  <a:pt x="0" y="898998"/>
                </a:moveTo>
                <a:lnTo>
                  <a:pt x="0" y="0"/>
                </a:lnTo>
                <a:lnTo>
                  <a:pt x="602047" y="250831"/>
                </a:lnTo>
                <a:lnTo>
                  <a:pt x="602047" y="254117"/>
                </a:lnTo>
                <a:lnTo>
                  <a:pt x="289036" y="254117"/>
                </a:lnTo>
                <a:lnTo>
                  <a:pt x="289036" y="419709"/>
                </a:lnTo>
                <a:lnTo>
                  <a:pt x="406480" y="419709"/>
                </a:lnTo>
                <a:lnTo>
                  <a:pt x="406480" y="466001"/>
                </a:lnTo>
                <a:lnTo>
                  <a:pt x="602047" y="466001"/>
                </a:lnTo>
                <a:lnTo>
                  <a:pt x="602047" y="648167"/>
                </a:lnTo>
                <a:lnTo>
                  <a:pt x="0" y="898998"/>
                </a:lnTo>
              </a:path>
            </a:pathLst>
          </a:custGeom>
          <a:solidFill xmlns:a="http://schemas.openxmlformats.org/drawingml/2006/main">
            <a:srgbClr val="D7EAD2"/>
          </a:solidFill>
          <a:ln xmlns:a="http://schemas.openxmlformats.org/drawingml/2006/main" w="0">
            <a:noFill/>
            <a:prstDash val="solid"/>
          </a:ln>
        </p:spPr>
      </p:sp>
      <p:sp>
        <p:nvSpPr>
          <p:cNvPr id="276" name="pdf-path-432">
            <a:extLst xmlns:a="http://schemas.openxmlformats.org/drawingml/2006/main">
              <a:ext uri="{FF2B5EF4-FFF2-40B4-BE49-F238E27FC236}">
                <a16:creationId xmlns:a16="http://schemas.microsoft.com/office/drawing/2014/main" id="{128E4DAF-83B0-461E-90FD-230D009AA9E2}"/>
              </a:ext>
            </a:extLst>
          </p:cNvPr>
          <p:cNvSpPr>
            <a:spLocks xmlns:a="http://schemas.openxmlformats.org/drawingml/2006/main" noGrp="1"/>
          </p:cNvSpPr>
          <p:nvPr/>
        </p:nvSpPr>
        <p:spPr>
          <a:xfrm xmlns:a="http://schemas.openxmlformats.org/drawingml/2006/main" rot="0">
            <a:off x="3719608" y="853592"/>
            <a:ext cx="627050" cy="906742"/>
          </a:xfrm>
          <a:custGeom xmlns:a="http://schemas.openxmlformats.org/drawingml/2006/main">
            <a:pathLst>
              <a:path w="627050" h="906742">
                <a:moveTo>
                  <a:pt x="627050" y="906742"/>
                </a:moveTo>
                <a:lnTo>
                  <a:pt x="0" y="645481"/>
                </a:lnTo>
                <a:lnTo>
                  <a:pt x="0" y="469487"/>
                </a:lnTo>
                <a:lnTo>
                  <a:pt x="144418" y="469487"/>
                </a:lnTo>
                <a:lnTo>
                  <a:pt x="144418" y="423196"/>
                </a:lnTo>
                <a:lnTo>
                  <a:pt x="288950" y="423196"/>
                </a:lnTo>
                <a:lnTo>
                  <a:pt x="288950" y="257604"/>
                </a:lnTo>
                <a:lnTo>
                  <a:pt x="8773" y="257604"/>
                </a:lnTo>
                <a:lnTo>
                  <a:pt x="627050" y="0"/>
                </a:lnTo>
                <a:lnTo>
                  <a:pt x="627050" y="906742"/>
                </a:lnTo>
              </a:path>
            </a:pathLst>
          </a:custGeom>
          <a:solidFill xmlns:a="http://schemas.openxmlformats.org/drawingml/2006/main">
            <a:srgbClr val="D7EAD2"/>
          </a:solidFill>
          <a:ln xmlns:a="http://schemas.openxmlformats.org/drawingml/2006/main" w="0">
            <a:noFill/>
            <a:prstDash val="solid"/>
          </a:ln>
        </p:spPr>
      </p:sp>
      <p:sp>
        <p:nvSpPr>
          <p:cNvPr id="277" name="pdf-path-433">
            <a:extLst xmlns:a="http://schemas.openxmlformats.org/drawingml/2006/main">
              <a:ext uri="{FF2B5EF4-FFF2-40B4-BE49-F238E27FC236}">
                <a16:creationId xmlns:a16="http://schemas.microsoft.com/office/drawing/2014/main" id="{4B664666-00B5-424D-8B69-91F2591725D5}"/>
              </a:ext>
            </a:extLst>
          </p:cNvPr>
          <p:cNvSpPr>
            <a:spLocks xmlns:a="http://schemas.openxmlformats.org/drawingml/2006/main" noGrp="1"/>
          </p:cNvSpPr>
          <p:nvPr/>
        </p:nvSpPr>
        <p:spPr>
          <a:xfrm xmlns:a="http://schemas.openxmlformats.org/drawingml/2006/main" rot="0">
            <a:off x="2730712" y="432454"/>
            <a:ext cx="1969475" cy="127673"/>
          </a:xfrm>
          <a:custGeom xmlns:a="http://schemas.openxmlformats.org/drawingml/2006/main">
            <a:pathLst>
              <a:path w="1969475" h="127673">
                <a:moveTo>
                  <a:pt x="1969475" y="127673"/>
                </a:moveTo>
                <a:lnTo>
                  <a:pt x="1711871" y="127673"/>
                </a:lnTo>
                <a:lnTo>
                  <a:pt x="1711871" y="70838"/>
                </a:lnTo>
                <a:lnTo>
                  <a:pt x="1320479" y="70838"/>
                </a:lnTo>
                <a:lnTo>
                  <a:pt x="1320479" y="127673"/>
                </a:lnTo>
                <a:lnTo>
                  <a:pt x="1319736" y="127673"/>
                </a:lnTo>
                <a:lnTo>
                  <a:pt x="1319736" y="97784"/>
                </a:lnTo>
                <a:lnTo>
                  <a:pt x="1237983" y="97784"/>
                </a:lnTo>
                <a:lnTo>
                  <a:pt x="1237983" y="127673"/>
                </a:lnTo>
                <a:lnTo>
                  <a:pt x="1194664" y="127673"/>
                </a:lnTo>
                <a:lnTo>
                  <a:pt x="1194664" y="70838"/>
                </a:lnTo>
                <a:lnTo>
                  <a:pt x="107385" y="70838"/>
                </a:lnTo>
                <a:lnTo>
                  <a:pt x="107385" y="127673"/>
                </a:lnTo>
                <a:lnTo>
                  <a:pt x="0" y="127673"/>
                </a:lnTo>
                <a:lnTo>
                  <a:pt x="0" y="22860"/>
                </a:lnTo>
                <a:cubicBezTo>
                  <a:pt x="15002" y="15859"/>
                  <a:pt x="30804" y="10316"/>
                  <a:pt x="47235" y="6458"/>
                </a:cubicBezTo>
                <a:lnTo>
                  <a:pt x="49921" y="17831"/>
                </a:lnTo>
                <a:cubicBezTo>
                  <a:pt x="67037" y="13830"/>
                  <a:pt x="84897" y="11687"/>
                  <a:pt x="103270" y="11687"/>
                </a:cubicBezTo>
                <a:lnTo>
                  <a:pt x="140189" y="11687"/>
                </a:lnTo>
                <a:lnTo>
                  <a:pt x="140189" y="0"/>
                </a:lnTo>
                <a:lnTo>
                  <a:pt x="210312" y="0"/>
                </a:lnTo>
                <a:lnTo>
                  <a:pt x="210312" y="11687"/>
                </a:lnTo>
                <a:lnTo>
                  <a:pt x="303781" y="11687"/>
                </a:lnTo>
                <a:lnTo>
                  <a:pt x="303781" y="0"/>
                </a:lnTo>
                <a:lnTo>
                  <a:pt x="373875" y="0"/>
                </a:lnTo>
                <a:lnTo>
                  <a:pt x="373875" y="11687"/>
                </a:lnTo>
                <a:lnTo>
                  <a:pt x="467344" y="11687"/>
                </a:lnTo>
                <a:lnTo>
                  <a:pt x="467344" y="0"/>
                </a:lnTo>
                <a:lnTo>
                  <a:pt x="537439" y="0"/>
                </a:lnTo>
                <a:lnTo>
                  <a:pt x="537439" y="11687"/>
                </a:lnTo>
                <a:lnTo>
                  <a:pt x="630908" y="11687"/>
                </a:lnTo>
                <a:lnTo>
                  <a:pt x="630908" y="0"/>
                </a:lnTo>
                <a:lnTo>
                  <a:pt x="701031" y="0"/>
                </a:lnTo>
                <a:lnTo>
                  <a:pt x="701031" y="11687"/>
                </a:lnTo>
                <a:lnTo>
                  <a:pt x="794499" y="11687"/>
                </a:lnTo>
                <a:lnTo>
                  <a:pt x="794499" y="0"/>
                </a:lnTo>
                <a:lnTo>
                  <a:pt x="864594" y="0"/>
                </a:lnTo>
                <a:lnTo>
                  <a:pt x="864594" y="11687"/>
                </a:lnTo>
                <a:lnTo>
                  <a:pt x="958063" y="11687"/>
                </a:lnTo>
                <a:lnTo>
                  <a:pt x="958063" y="0"/>
                </a:lnTo>
                <a:lnTo>
                  <a:pt x="1028157" y="0"/>
                </a:lnTo>
                <a:lnTo>
                  <a:pt x="1028157" y="11687"/>
                </a:lnTo>
                <a:lnTo>
                  <a:pt x="1121626" y="11687"/>
                </a:lnTo>
                <a:lnTo>
                  <a:pt x="1121626" y="0"/>
                </a:lnTo>
                <a:lnTo>
                  <a:pt x="1191720" y="0"/>
                </a:lnTo>
                <a:lnTo>
                  <a:pt x="1191720" y="11687"/>
                </a:lnTo>
                <a:lnTo>
                  <a:pt x="1285189" y="11687"/>
                </a:lnTo>
                <a:lnTo>
                  <a:pt x="1285189" y="0"/>
                </a:lnTo>
                <a:lnTo>
                  <a:pt x="1355284" y="0"/>
                </a:lnTo>
                <a:lnTo>
                  <a:pt x="1355284" y="11687"/>
                </a:lnTo>
                <a:lnTo>
                  <a:pt x="1448781" y="11687"/>
                </a:lnTo>
                <a:lnTo>
                  <a:pt x="1448781" y="0"/>
                </a:lnTo>
                <a:lnTo>
                  <a:pt x="1518876" y="0"/>
                </a:lnTo>
                <a:lnTo>
                  <a:pt x="1518876" y="11687"/>
                </a:lnTo>
                <a:lnTo>
                  <a:pt x="1612344" y="11687"/>
                </a:lnTo>
                <a:lnTo>
                  <a:pt x="1612344" y="0"/>
                </a:lnTo>
                <a:lnTo>
                  <a:pt x="1682439" y="0"/>
                </a:lnTo>
                <a:lnTo>
                  <a:pt x="1682439" y="11687"/>
                </a:lnTo>
                <a:lnTo>
                  <a:pt x="1775908" y="11687"/>
                </a:lnTo>
                <a:lnTo>
                  <a:pt x="1775908" y="0"/>
                </a:lnTo>
                <a:lnTo>
                  <a:pt x="1819542" y="0"/>
                </a:lnTo>
                <a:cubicBezTo>
                  <a:pt x="1828429" y="0"/>
                  <a:pt x="1837230" y="486"/>
                  <a:pt x="1845974" y="1457"/>
                </a:cubicBezTo>
                <a:lnTo>
                  <a:pt x="1844688" y="13059"/>
                </a:lnTo>
                <a:cubicBezTo>
                  <a:pt x="1874406" y="16288"/>
                  <a:pt x="1903095" y="25203"/>
                  <a:pt x="1929213" y="39176"/>
                </a:cubicBezTo>
                <a:lnTo>
                  <a:pt x="1934699" y="28889"/>
                </a:lnTo>
                <a:cubicBezTo>
                  <a:pt x="1946872" y="35376"/>
                  <a:pt x="1958502" y="42920"/>
                  <a:pt x="1969475" y="51464"/>
                </a:cubicBezTo>
                <a:lnTo>
                  <a:pt x="1969475" y="127673"/>
                </a:lnTo>
              </a:path>
            </a:pathLst>
          </a:custGeom>
          <a:solidFill xmlns:a="http://schemas.openxmlformats.org/drawingml/2006/main">
            <a:srgbClr val="FFFFFF"/>
          </a:solidFill>
          <a:ln xmlns:a="http://schemas.openxmlformats.org/drawingml/2006/main" w="0">
            <a:noFill/>
            <a:prstDash val="solid"/>
          </a:ln>
        </p:spPr>
      </p:sp>
      <p:sp>
        <p:nvSpPr>
          <p:cNvPr id="278" name="pdf-path-434">
            <a:extLst xmlns:a="http://schemas.openxmlformats.org/drawingml/2006/main">
              <a:ext uri="{FF2B5EF4-FFF2-40B4-BE49-F238E27FC236}">
                <a16:creationId xmlns:a16="http://schemas.microsoft.com/office/drawing/2014/main" id="{AF0A50FB-D28F-4705-A0BE-732B9572C265}"/>
              </a:ext>
            </a:extLst>
          </p:cNvPr>
          <p:cNvSpPr>
            <a:spLocks xmlns:a="http://schemas.openxmlformats.org/drawingml/2006/main" noGrp="1"/>
          </p:cNvSpPr>
          <p:nvPr/>
        </p:nvSpPr>
        <p:spPr>
          <a:xfrm xmlns:a="http://schemas.openxmlformats.org/drawingml/2006/main" rot="0">
            <a:off x="2838098" y="560146"/>
            <a:ext cx="1087279" cy="96364"/>
          </a:xfrm>
          <a:custGeom xmlns:a="http://schemas.openxmlformats.org/drawingml/2006/main">
            <a:pathLst>
              <a:path w="1087279" h="96364">
                <a:moveTo>
                  <a:pt x="0" y="96364"/>
                </a:moveTo>
                <a:lnTo>
                  <a:pt x="1087279" y="96364"/>
                </a:lnTo>
                <a:lnTo>
                  <a:pt x="1087279" y="0"/>
                </a:lnTo>
                <a:lnTo>
                  <a:pt x="0" y="0"/>
                </a:lnTo>
                <a:close/>
              </a:path>
            </a:pathLst>
          </a:custGeom>
          <a:solidFill xmlns:a="http://schemas.openxmlformats.org/drawingml/2006/main">
            <a:srgbClr val="FFFFFF"/>
          </a:solidFill>
          <a:ln xmlns:a="http://schemas.openxmlformats.org/drawingml/2006/main" w="0">
            <a:noFill/>
            <a:prstDash val="solid"/>
          </a:ln>
        </p:spPr>
      </p:sp>
      <p:sp>
        <p:nvSpPr>
          <p:cNvPr id="279" name="pdf-path-439">
            <a:extLst xmlns:a="http://schemas.openxmlformats.org/drawingml/2006/main">
              <a:ext uri="{FF2B5EF4-FFF2-40B4-BE49-F238E27FC236}">
                <a16:creationId xmlns:a16="http://schemas.microsoft.com/office/drawing/2014/main" id="{56DC70CF-4D5C-4ADE-9560-722DCA9975B0}"/>
              </a:ext>
            </a:extLst>
          </p:cNvPr>
          <p:cNvSpPr>
            <a:spLocks xmlns:a="http://schemas.openxmlformats.org/drawingml/2006/main" noGrp="1"/>
          </p:cNvSpPr>
          <p:nvPr/>
        </p:nvSpPr>
        <p:spPr>
          <a:xfrm xmlns:a="http://schemas.openxmlformats.org/drawingml/2006/main" rot="0">
            <a:off x="2838098" y="503303"/>
            <a:ext cx="1087279" cy="56824"/>
          </a:xfrm>
          <a:custGeom xmlns:a="http://schemas.openxmlformats.org/drawingml/2006/main">
            <a:pathLst>
              <a:path w="1087279" h="56824">
                <a:moveTo>
                  <a:pt x="0" y="56824"/>
                </a:moveTo>
                <a:lnTo>
                  <a:pt x="1087279" y="56824"/>
                </a:lnTo>
                <a:lnTo>
                  <a:pt x="1087279" y="0"/>
                </a:lnTo>
                <a:lnTo>
                  <a:pt x="0" y="0"/>
                </a:lnTo>
                <a:close/>
              </a:path>
            </a:pathLst>
          </a:custGeom>
          <a:solidFill xmlns:a="http://schemas.openxmlformats.org/drawingml/2006/main">
            <a:srgbClr val="FFFFFF"/>
          </a:solidFill>
          <a:ln xmlns:a="http://schemas.openxmlformats.org/drawingml/2006/main" w="0">
            <a:noFill/>
            <a:prstDash val="solid"/>
          </a:ln>
        </p:spPr>
      </p:sp>
      <p:sp>
        <p:nvSpPr>
          <p:cNvPr id="280" name="pdf-path-441">
            <a:extLst xmlns:a="http://schemas.openxmlformats.org/drawingml/2006/main">
              <a:ext uri="{FF2B5EF4-FFF2-40B4-BE49-F238E27FC236}">
                <a16:creationId xmlns:a16="http://schemas.microsoft.com/office/drawing/2014/main" id="{9A7DADF9-36D3-4685-9444-6372B038F056}"/>
              </a:ext>
            </a:extLst>
          </p:cNvPr>
          <p:cNvSpPr>
            <a:spLocks xmlns:a="http://schemas.openxmlformats.org/drawingml/2006/main" noGrp="1"/>
          </p:cNvSpPr>
          <p:nvPr/>
        </p:nvSpPr>
        <p:spPr>
          <a:xfrm xmlns:a="http://schemas.openxmlformats.org/drawingml/2006/main" rot="0">
            <a:off x="3968696" y="560127"/>
            <a:ext cx="81753" cy="59351"/>
          </a:xfrm>
          <a:custGeom xmlns:a="http://schemas.openxmlformats.org/drawingml/2006/main">
            <a:pathLst>
              <a:path w="81753" h="59351">
                <a:moveTo>
                  <a:pt x="0" y="59351"/>
                </a:moveTo>
                <a:lnTo>
                  <a:pt x="81753" y="59351"/>
                </a:lnTo>
                <a:lnTo>
                  <a:pt x="81753" y="0"/>
                </a:lnTo>
                <a:lnTo>
                  <a:pt x="0" y="0"/>
                </a:lnTo>
                <a:close/>
              </a:path>
            </a:pathLst>
          </a:custGeom>
          <a:solidFill xmlns:a="http://schemas.openxmlformats.org/drawingml/2006/main">
            <a:srgbClr val="FFFFFF"/>
          </a:solidFill>
          <a:ln xmlns:a="http://schemas.openxmlformats.org/drawingml/2006/main" w="0">
            <a:noFill/>
            <a:prstDash val="solid"/>
          </a:ln>
        </p:spPr>
      </p:sp>
      <p:sp>
        <p:nvSpPr>
          <p:cNvPr id="281" name="pdf-path-443">
            <a:extLst xmlns:a="http://schemas.openxmlformats.org/drawingml/2006/main">
              <a:ext uri="{FF2B5EF4-FFF2-40B4-BE49-F238E27FC236}">
                <a16:creationId xmlns:a16="http://schemas.microsoft.com/office/drawing/2014/main" id="{9056BEDA-C042-4F3F-850F-1AC4E63B74E8}"/>
              </a:ext>
            </a:extLst>
          </p:cNvPr>
          <p:cNvSpPr>
            <a:spLocks xmlns:a="http://schemas.openxmlformats.org/drawingml/2006/main" noGrp="1"/>
          </p:cNvSpPr>
          <p:nvPr/>
        </p:nvSpPr>
        <p:spPr>
          <a:xfrm xmlns:a="http://schemas.openxmlformats.org/drawingml/2006/main" rot="0">
            <a:off x="3968696" y="530246"/>
            <a:ext cx="81753" cy="29881"/>
          </a:xfrm>
          <a:custGeom xmlns:a="http://schemas.openxmlformats.org/drawingml/2006/main">
            <a:pathLst>
              <a:path w="81753" h="29881">
                <a:moveTo>
                  <a:pt x="0" y="29881"/>
                </a:moveTo>
                <a:lnTo>
                  <a:pt x="81753" y="29881"/>
                </a:lnTo>
                <a:lnTo>
                  <a:pt x="81753" y="0"/>
                </a:lnTo>
                <a:lnTo>
                  <a:pt x="0" y="0"/>
                </a:lnTo>
                <a:close/>
              </a:path>
            </a:pathLst>
          </a:custGeom>
          <a:solidFill xmlns:a="http://schemas.openxmlformats.org/drawingml/2006/main">
            <a:srgbClr val="FFFFFF"/>
          </a:solidFill>
          <a:ln xmlns:a="http://schemas.openxmlformats.org/drawingml/2006/main" w="0">
            <a:noFill/>
            <a:prstDash val="solid"/>
          </a:ln>
        </p:spPr>
      </p:sp>
      <p:sp>
        <p:nvSpPr>
          <p:cNvPr id="282" name="pdf-path-445">
            <a:extLst xmlns:a="http://schemas.openxmlformats.org/drawingml/2006/main">
              <a:ext uri="{FF2B5EF4-FFF2-40B4-BE49-F238E27FC236}">
                <a16:creationId xmlns:a16="http://schemas.microsoft.com/office/drawing/2014/main" id="{CBEFAB49-47CD-4846-8CEF-128F8A4D7895}"/>
              </a:ext>
            </a:extLst>
          </p:cNvPr>
          <p:cNvSpPr>
            <a:spLocks xmlns:a="http://schemas.openxmlformats.org/drawingml/2006/main" noGrp="1"/>
          </p:cNvSpPr>
          <p:nvPr/>
        </p:nvSpPr>
        <p:spPr>
          <a:xfrm xmlns:a="http://schemas.openxmlformats.org/drawingml/2006/main" rot="0">
            <a:off x="4051192" y="560143"/>
            <a:ext cx="391392" cy="93626"/>
          </a:xfrm>
          <a:custGeom xmlns:a="http://schemas.openxmlformats.org/drawingml/2006/main">
            <a:pathLst>
              <a:path w="391392" h="93626">
                <a:moveTo>
                  <a:pt x="0" y="93626"/>
                </a:moveTo>
                <a:lnTo>
                  <a:pt x="391392" y="93626"/>
                </a:lnTo>
                <a:lnTo>
                  <a:pt x="391392" y="0"/>
                </a:lnTo>
                <a:lnTo>
                  <a:pt x="0" y="0"/>
                </a:lnTo>
                <a:close/>
              </a:path>
            </a:pathLst>
          </a:custGeom>
          <a:solidFill xmlns:a="http://schemas.openxmlformats.org/drawingml/2006/main">
            <a:srgbClr val="FFFFFF"/>
          </a:solidFill>
          <a:ln xmlns:a="http://schemas.openxmlformats.org/drawingml/2006/main" w="0">
            <a:noFill/>
            <a:prstDash val="solid"/>
          </a:ln>
        </p:spPr>
      </p:sp>
      <p:sp>
        <p:nvSpPr>
          <p:cNvPr id="283" name="pdf-path-450">
            <a:extLst xmlns:a="http://schemas.openxmlformats.org/drawingml/2006/main">
              <a:ext uri="{FF2B5EF4-FFF2-40B4-BE49-F238E27FC236}">
                <a16:creationId xmlns:a16="http://schemas.microsoft.com/office/drawing/2014/main" id="{EF847EDB-A03A-46CC-A705-22A012E3DBC0}"/>
              </a:ext>
            </a:extLst>
          </p:cNvPr>
          <p:cNvSpPr>
            <a:spLocks xmlns:a="http://schemas.openxmlformats.org/drawingml/2006/main" noGrp="1"/>
          </p:cNvSpPr>
          <p:nvPr/>
        </p:nvSpPr>
        <p:spPr>
          <a:xfrm xmlns:a="http://schemas.openxmlformats.org/drawingml/2006/main" rot="0">
            <a:off x="4051192" y="503303"/>
            <a:ext cx="391392" cy="56824"/>
          </a:xfrm>
          <a:custGeom xmlns:a="http://schemas.openxmlformats.org/drawingml/2006/main">
            <a:pathLst>
              <a:path w="391392" h="56824">
                <a:moveTo>
                  <a:pt x="0" y="56824"/>
                </a:moveTo>
                <a:lnTo>
                  <a:pt x="391392" y="56824"/>
                </a:lnTo>
                <a:lnTo>
                  <a:pt x="391392" y="0"/>
                </a:lnTo>
                <a:lnTo>
                  <a:pt x="0" y="0"/>
                </a:lnTo>
                <a:close/>
              </a:path>
            </a:pathLst>
          </a:custGeom>
          <a:solidFill xmlns:a="http://schemas.openxmlformats.org/drawingml/2006/main">
            <a:srgbClr val="FFFFFF"/>
          </a:solidFill>
          <a:ln xmlns:a="http://schemas.openxmlformats.org/drawingml/2006/main" w="0">
            <a:noFill/>
            <a:prstDash val="solid"/>
          </a:ln>
        </p:spPr>
      </p:sp>
      <p:sp>
        <p:nvSpPr>
          <p:cNvPr id="284" name="pdf-path-452">
            <a:extLst xmlns:a="http://schemas.openxmlformats.org/drawingml/2006/main">
              <a:ext uri="{FF2B5EF4-FFF2-40B4-BE49-F238E27FC236}">
                <a16:creationId xmlns:a16="http://schemas.microsoft.com/office/drawing/2014/main" id="{E9FC632F-4609-4281-BEC7-5FC430DCD389}"/>
              </a:ext>
            </a:extLst>
          </p:cNvPr>
          <p:cNvSpPr>
            <a:spLocks xmlns:a="http://schemas.openxmlformats.org/drawingml/2006/main" noGrp="1"/>
          </p:cNvSpPr>
          <p:nvPr/>
        </p:nvSpPr>
        <p:spPr>
          <a:xfrm xmlns:a="http://schemas.openxmlformats.org/drawingml/2006/main" rot="0">
            <a:off x="3666544" y="1111196"/>
            <a:ext cx="61836" cy="98469"/>
          </a:xfrm>
          <a:custGeom xmlns:a="http://schemas.openxmlformats.org/drawingml/2006/main">
            <a:pathLst>
              <a:path w="61836" h="98469">
                <a:moveTo>
                  <a:pt x="53064" y="98469"/>
                </a:moveTo>
                <a:lnTo>
                  <a:pt x="0" y="98469"/>
                </a:lnTo>
                <a:lnTo>
                  <a:pt x="0" y="0"/>
                </a:lnTo>
                <a:lnTo>
                  <a:pt x="61836" y="0"/>
                </a:lnTo>
                <a:lnTo>
                  <a:pt x="53064" y="3658"/>
                </a:lnTo>
                <a:lnTo>
                  <a:pt x="53064" y="98469"/>
                </a:lnTo>
              </a:path>
            </a:pathLst>
          </a:custGeom>
          <a:solidFill xmlns:a="http://schemas.openxmlformats.org/drawingml/2006/main">
            <a:srgbClr val="FFFFFF"/>
          </a:solidFill>
          <a:ln xmlns:a="http://schemas.openxmlformats.org/drawingml/2006/main" w="0">
            <a:noFill/>
            <a:prstDash val="solid"/>
          </a:ln>
        </p:spPr>
      </p:sp>
      <p:sp>
        <p:nvSpPr>
          <p:cNvPr id="285" name="pdf-path-453">
            <a:extLst xmlns:a="http://schemas.openxmlformats.org/drawingml/2006/main">
              <a:ext uri="{FF2B5EF4-FFF2-40B4-BE49-F238E27FC236}">
                <a16:creationId xmlns:a16="http://schemas.microsoft.com/office/drawing/2014/main" id="{FE6E71DC-9762-4ED9-A983-D7B321E82131}"/>
              </a:ext>
            </a:extLst>
          </p:cNvPr>
          <p:cNvSpPr>
            <a:spLocks xmlns:a="http://schemas.openxmlformats.org/drawingml/2006/main" noGrp="1"/>
          </p:cNvSpPr>
          <p:nvPr/>
        </p:nvSpPr>
        <p:spPr>
          <a:xfrm xmlns:a="http://schemas.openxmlformats.org/drawingml/2006/main" rot="0">
            <a:off x="3353533" y="1111196"/>
            <a:ext cx="313010" cy="165592"/>
          </a:xfrm>
          <a:custGeom xmlns:a="http://schemas.openxmlformats.org/drawingml/2006/main">
            <a:pathLst>
              <a:path w="313010" h="165592">
                <a:moveTo>
                  <a:pt x="117443" y="165592"/>
                </a:moveTo>
                <a:lnTo>
                  <a:pt x="0" y="165592"/>
                </a:lnTo>
                <a:lnTo>
                  <a:pt x="0" y="0"/>
                </a:lnTo>
                <a:lnTo>
                  <a:pt x="313010" y="0"/>
                </a:lnTo>
                <a:lnTo>
                  <a:pt x="313010" y="98469"/>
                </a:lnTo>
                <a:lnTo>
                  <a:pt x="117443" y="98469"/>
                </a:lnTo>
                <a:lnTo>
                  <a:pt x="117443" y="165592"/>
                </a:lnTo>
              </a:path>
            </a:pathLst>
          </a:custGeom>
          <a:solidFill xmlns:a="http://schemas.openxmlformats.org/drawingml/2006/main">
            <a:srgbClr val="D7EAD2"/>
          </a:solidFill>
          <a:ln xmlns:a="http://schemas.openxmlformats.org/drawingml/2006/main" w="0">
            <a:noFill/>
            <a:prstDash val="solid"/>
          </a:ln>
        </p:spPr>
      </p:sp>
      <p:sp>
        <p:nvSpPr>
          <p:cNvPr id="286" name="pdf-path-454">
            <a:extLst xmlns:a="http://schemas.openxmlformats.org/drawingml/2006/main">
              <a:ext uri="{FF2B5EF4-FFF2-40B4-BE49-F238E27FC236}">
                <a16:creationId xmlns:a16="http://schemas.microsoft.com/office/drawing/2014/main" id="{6BB78D96-AC62-4AA6-A1A7-576B71B2CF64}"/>
              </a:ext>
            </a:extLst>
          </p:cNvPr>
          <p:cNvSpPr>
            <a:spLocks xmlns:a="http://schemas.openxmlformats.org/drawingml/2006/main" noGrp="1"/>
          </p:cNvSpPr>
          <p:nvPr/>
        </p:nvSpPr>
        <p:spPr>
          <a:xfrm xmlns:a="http://schemas.openxmlformats.org/drawingml/2006/main" rot="0">
            <a:off x="3719608" y="1111196"/>
            <a:ext cx="288950" cy="165592"/>
          </a:xfrm>
          <a:custGeom xmlns:a="http://schemas.openxmlformats.org/drawingml/2006/main">
            <a:pathLst>
              <a:path w="288950" h="165592">
                <a:moveTo>
                  <a:pt x="288950" y="165592"/>
                </a:moveTo>
                <a:lnTo>
                  <a:pt x="144418" y="165592"/>
                </a:lnTo>
                <a:lnTo>
                  <a:pt x="144418" y="98469"/>
                </a:lnTo>
                <a:lnTo>
                  <a:pt x="0" y="98469"/>
                </a:lnTo>
                <a:lnTo>
                  <a:pt x="0" y="3658"/>
                </a:lnTo>
                <a:lnTo>
                  <a:pt x="8772" y="0"/>
                </a:lnTo>
                <a:lnTo>
                  <a:pt x="288950" y="0"/>
                </a:lnTo>
                <a:lnTo>
                  <a:pt x="288950" y="165592"/>
                </a:lnTo>
              </a:path>
            </a:pathLst>
          </a:custGeom>
          <a:solidFill xmlns:a="http://schemas.openxmlformats.org/drawingml/2006/main">
            <a:srgbClr val="D7EAD2"/>
          </a:solidFill>
          <a:ln xmlns:a="http://schemas.openxmlformats.org/drawingml/2006/main" w="0">
            <a:noFill/>
            <a:prstDash val="solid"/>
          </a:ln>
        </p:spPr>
      </p:sp>
      <p:sp>
        <p:nvSpPr>
          <p:cNvPr id="287" name="pdf-path-455">
            <a:extLst xmlns:a="http://schemas.openxmlformats.org/drawingml/2006/main">
              <a:ext uri="{FF2B5EF4-FFF2-40B4-BE49-F238E27FC236}">
                <a16:creationId xmlns:a16="http://schemas.microsoft.com/office/drawing/2014/main" id="{406D2483-4E1A-49CE-8739-CAAF9A6B3B84}"/>
              </a:ext>
            </a:extLst>
          </p:cNvPr>
          <p:cNvSpPr>
            <a:spLocks xmlns:a="http://schemas.openxmlformats.org/drawingml/2006/main" noGrp="1"/>
          </p:cNvSpPr>
          <p:nvPr/>
        </p:nvSpPr>
        <p:spPr>
          <a:xfrm xmlns:a="http://schemas.openxmlformats.org/drawingml/2006/main" rot="0">
            <a:off x="3666544" y="1276788"/>
            <a:ext cx="53064" cy="46291"/>
          </a:xfrm>
          <a:custGeom xmlns:a="http://schemas.openxmlformats.org/drawingml/2006/main">
            <a:pathLst>
              <a:path w="53064" h="46291">
                <a:moveTo>
                  <a:pt x="0" y="46291"/>
                </a:moveTo>
                <a:lnTo>
                  <a:pt x="53064" y="46291"/>
                </a:lnTo>
                <a:lnTo>
                  <a:pt x="53064" y="0"/>
                </a:lnTo>
                <a:lnTo>
                  <a:pt x="0" y="0"/>
                </a:lnTo>
                <a:close/>
              </a:path>
            </a:pathLst>
          </a:custGeom>
          <a:solidFill xmlns:a="http://schemas.openxmlformats.org/drawingml/2006/main">
            <a:srgbClr val="FFFFFF"/>
          </a:solidFill>
          <a:ln xmlns:a="http://schemas.openxmlformats.org/drawingml/2006/main" w="0">
            <a:noFill/>
            <a:prstDash val="solid"/>
          </a:ln>
        </p:spPr>
      </p:sp>
      <p:sp>
        <p:nvSpPr>
          <p:cNvPr id="288" name="pdf-path-457">
            <a:extLst xmlns:a="http://schemas.openxmlformats.org/drawingml/2006/main">
              <a:ext uri="{FF2B5EF4-FFF2-40B4-BE49-F238E27FC236}">
                <a16:creationId xmlns:a16="http://schemas.microsoft.com/office/drawing/2014/main" id="{AD93E7B9-B764-4D03-8C8A-6E3DEC30339A}"/>
              </a:ext>
            </a:extLst>
          </p:cNvPr>
          <p:cNvSpPr>
            <a:spLocks xmlns:a="http://schemas.openxmlformats.org/drawingml/2006/main" noGrp="1"/>
          </p:cNvSpPr>
          <p:nvPr/>
        </p:nvSpPr>
        <p:spPr>
          <a:xfrm xmlns:a="http://schemas.openxmlformats.org/drawingml/2006/main" rot="0">
            <a:off x="3470977" y="1276788"/>
            <a:ext cx="195567" cy="46291"/>
          </a:xfrm>
          <a:custGeom xmlns:a="http://schemas.openxmlformats.org/drawingml/2006/main">
            <a:pathLst>
              <a:path w="195567" h="46291">
                <a:moveTo>
                  <a:pt x="0" y="46291"/>
                </a:moveTo>
                <a:lnTo>
                  <a:pt x="195567" y="46291"/>
                </a:lnTo>
                <a:lnTo>
                  <a:pt x="195567" y="0"/>
                </a:lnTo>
                <a:lnTo>
                  <a:pt x="0" y="0"/>
                </a:lnTo>
                <a:close/>
              </a:path>
            </a:pathLst>
          </a:custGeom>
          <a:solidFill xmlns:a="http://schemas.openxmlformats.org/drawingml/2006/main">
            <a:srgbClr val="D7EAD2"/>
          </a:solidFill>
          <a:ln xmlns:a="http://schemas.openxmlformats.org/drawingml/2006/main" w="0">
            <a:noFill/>
            <a:prstDash val="solid"/>
          </a:ln>
        </p:spPr>
      </p:sp>
      <p:sp>
        <p:nvSpPr>
          <p:cNvPr id="289" name="pdf-path-459">
            <a:extLst xmlns:a="http://schemas.openxmlformats.org/drawingml/2006/main">
              <a:ext uri="{FF2B5EF4-FFF2-40B4-BE49-F238E27FC236}">
                <a16:creationId xmlns:a16="http://schemas.microsoft.com/office/drawing/2014/main" id="{BB947942-7AB2-4349-A9FA-0C4FBC02F218}"/>
              </a:ext>
            </a:extLst>
          </p:cNvPr>
          <p:cNvSpPr>
            <a:spLocks xmlns:a="http://schemas.openxmlformats.org/drawingml/2006/main" noGrp="1"/>
          </p:cNvSpPr>
          <p:nvPr/>
        </p:nvSpPr>
        <p:spPr>
          <a:xfrm xmlns:a="http://schemas.openxmlformats.org/drawingml/2006/main" rot="0">
            <a:off x="3719608" y="1276788"/>
            <a:ext cx="144418" cy="46291"/>
          </a:xfrm>
          <a:custGeom xmlns:a="http://schemas.openxmlformats.org/drawingml/2006/main">
            <a:pathLst>
              <a:path w="144418" h="46291">
                <a:moveTo>
                  <a:pt x="0" y="46291"/>
                </a:moveTo>
                <a:lnTo>
                  <a:pt x="144418" y="46291"/>
                </a:lnTo>
                <a:lnTo>
                  <a:pt x="144418" y="0"/>
                </a:lnTo>
                <a:lnTo>
                  <a:pt x="0" y="0"/>
                </a:lnTo>
                <a:close/>
              </a:path>
            </a:pathLst>
          </a:custGeom>
          <a:solidFill xmlns:a="http://schemas.openxmlformats.org/drawingml/2006/main">
            <a:srgbClr val="D7EAD2"/>
          </a:solidFill>
          <a:ln xmlns:a="http://schemas.openxmlformats.org/drawingml/2006/main" w="0">
            <a:noFill/>
            <a:prstDash val="solid"/>
          </a:ln>
        </p:spPr>
      </p:sp>
      <p:sp>
        <p:nvSpPr>
          <p:cNvPr id="290" name="pdf-path-461">
            <a:extLst xmlns:a="http://schemas.openxmlformats.org/drawingml/2006/main">
              <a:ext uri="{FF2B5EF4-FFF2-40B4-BE49-F238E27FC236}">
                <a16:creationId xmlns:a16="http://schemas.microsoft.com/office/drawing/2014/main" id="{64102F1F-779B-4BF3-941D-01A0798CC851}"/>
              </a:ext>
            </a:extLst>
          </p:cNvPr>
          <p:cNvSpPr>
            <a:spLocks xmlns:a="http://schemas.openxmlformats.org/drawingml/2006/main" noGrp="1"/>
          </p:cNvSpPr>
          <p:nvPr/>
        </p:nvSpPr>
        <p:spPr>
          <a:xfrm xmlns:a="http://schemas.openxmlformats.org/drawingml/2006/main" rot="0">
            <a:off x="3666544" y="1209666"/>
            <a:ext cx="53064" cy="67123"/>
          </a:xfrm>
          <a:custGeom xmlns:a="http://schemas.openxmlformats.org/drawingml/2006/main">
            <a:pathLst>
              <a:path w="53064" h="67123">
                <a:moveTo>
                  <a:pt x="0" y="67123"/>
                </a:moveTo>
                <a:lnTo>
                  <a:pt x="53064" y="67123"/>
                </a:lnTo>
                <a:lnTo>
                  <a:pt x="53064" y="0"/>
                </a:lnTo>
                <a:lnTo>
                  <a:pt x="0" y="0"/>
                </a:lnTo>
                <a:close/>
              </a:path>
            </a:pathLst>
          </a:custGeom>
          <a:solidFill xmlns:a="http://schemas.openxmlformats.org/drawingml/2006/main">
            <a:srgbClr val="FFFFFF"/>
          </a:solidFill>
          <a:ln xmlns:a="http://schemas.openxmlformats.org/drawingml/2006/main" w="0">
            <a:noFill/>
            <a:prstDash val="solid"/>
          </a:ln>
        </p:spPr>
      </p:sp>
      <p:sp>
        <p:nvSpPr>
          <p:cNvPr id="291" name="pdf-path-463">
            <a:extLst xmlns:a="http://schemas.openxmlformats.org/drawingml/2006/main">
              <a:ext uri="{FF2B5EF4-FFF2-40B4-BE49-F238E27FC236}">
                <a16:creationId xmlns:a16="http://schemas.microsoft.com/office/drawing/2014/main" id="{1044C701-FA7A-4FB3-9594-0EFBFB9F78CC}"/>
              </a:ext>
            </a:extLst>
          </p:cNvPr>
          <p:cNvSpPr>
            <a:spLocks xmlns:a="http://schemas.openxmlformats.org/drawingml/2006/main" noGrp="1"/>
          </p:cNvSpPr>
          <p:nvPr/>
        </p:nvSpPr>
        <p:spPr>
          <a:xfrm xmlns:a="http://schemas.openxmlformats.org/drawingml/2006/main" rot="0">
            <a:off x="3470977" y="1209666"/>
            <a:ext cx="195567" cy="67123"/>
          </a:xfrm>
          <a:custGeom xmlns:a="http://schemas.openxmlformats.org/drawingml/2006/main">
            <a:pathLst>
              <a:path w="195567" h="67123">
                <a:moveTo>
                  <a:pt x="0" y="67123"/>
                </a:moveTo>
                <a:lnTo>
                  <a:pt x="195567" y="67123"/>
                </a:lnTo>
                <a:lnTo>
                  <a:pt x="195567" y="0"/>
                </a:lnTo>
                <a:lnTo>
                  <a:pt x="0" y="0"/>
                </a:lnTo>
                <a:close/>
              </a:path>
            </a:pathLst>
          </a:custGeom>
          <a:solidFill xmlns:a="http://schemas.openxmlformats.org/drawingml/2006/main">
            <a:srgbClr val="D7EAD2"/>
          </a:solidFill>
          <a:ln xmlns:a="http://schemas.openxmlformats.org/drawingml/2006/main" w="0">
            <a:noFill/>
            <a:prstDash val="solid"/>
          </a:ln>
        </p:spPr>
      </p:sp>
      <p:sp>
        <p:nvSpPr>
          <p:cNvPr id="292" name="pdf-path-465">
            <a:extLst xmlns:a="http://schemas.openxmlformats.org/drawingml/2006/main">
              <a:ext uri="{FF2B5EF4-FFF2-40B4-BE49-F238E27FC236}">
                <a16:creationId xmlns:a16="http://schemas.microsoft.com/office/drawing/2014/main" id="{38CABC3E-57E3-4C51-B5EE-4824766F07AF}"/>
              </a:ext>
            </a:extLst>
          </p:cNvPr>
          <p:cNvSpPr>
            <a:spLocks xmlns:a="http://schemas.openxmlformats.org/drawingml/2006/main" noGrp="1"/>
          </p:cNvSpPr>
          <p:nvPr/>
        </p:nvSpPr>
        <p:spPr>
          <a:xfrm xmlns:a="http://schemas.openxmlformats.org/drawingml/2006/main" rot="0">
            <a:off x="3719608" y="1209666"/>
            <a:ext cx="144418" cy="67123"/>
          </a:xfrm>
          <a:custGeom xmlns:a="http://schemas.openxmlformats.org/drawingml/2006/main">
            <a:pathLst>
              <a:path w="144418" h="67123">
                <a:moveTo>
                  <a:pt x="0" y="67123"/>
                </a:moveTo>
                <a:lnTo>
                  <a:pt x="144418" y="67123"/>
                </a:lnTo>
                <a:lnTo>
                  <a:pt x="144418" y="0"/>
                </a:lnTo>
                <a:lnTo>
                  <a:pt x="0" y="0"/>
                </a:lnTo>
                <a:close/>
              </a:path>
            </a:pathLst>
          </a:custGeom>
          <a:solidFill xmlns:a="http://schemas.openxmlformats.org/drawingml/2006/main">
            <a:srgbClr val="D7EAD2"/>
          </a:solidFill>
          <a:ln xmlns:a="http://schemas.openxmlformats.org/drawingml/2006/main" w="0">
            <a:noFill/>
            <a:prstDash val="solid"/>
          </a:ln>
        </p:spPr>
      </p:sp>
      <p:sp>
        <p:nvSpPr>
          <p:cNvPr id="293" name="pdf-path-467">
            <a:extLst xmlns:a="http://schemas.openxmlformats.org/drawingml/2006/main">
              <a:ext uri="{FF2B5EF4-FFF2-40B4-BE49-F238E27FC236}">
                <a16:creationId xmlns:a16="http://schemas.microsoft.com/office/drawing/2014/main" id="{30AEFD1F-7588-41A0-A5D4-E1AFC1A14CDE}"/>
              </a:ext>
            </a:extLst>
          </p:cNvPr>
          <p:cNvSpPr>
            <a:spLocks xmlns:a="http://schemas.openxmlformats.org/drawingml/2006/main" noGrp="1"/>
          </p:cNvSpPr>
          <p:nvPr/>
        </p:nvSpPr>
        <p:spPr>
          <a:xfrm xmlns:a="http://schemas.openxmlformats.org/drawingml/2006/main" rot="0">
            <a:off x="3514325" y="1615487"/>
            <a:ext cx="95" cy="95"/>
          </a:xfrm>
          <a:custGeom xmlns:a="http://schemas.openxmlformats.org/drawingml/2006/main">
            <a:pathLst>
              <a:path w="95" h="95">
                <a:moveTo>
                  <a:pt x="0" y="57"/>
                </a:moveTo>
                <a:lnTo>
                  <a:pt x="0" y="0"/>
                </a:lnTo>
                <a:lnTo>
                  <a:pt x="0" y="57"/>
                </a:lnTo>
              </a:path>
            </a:pathLst>
          </a:custGeom>
          <a:solidFill xmlns:a="http://schemas.openxmlformats.org/drawingml/2006/main">
            <a:srgbClr val="FFFFFF"/>
          </a:solidFill>
          <a:ln xmlns:a="http://schemas.openxmlformats.org/drawingml/2006/main" w="0">
            <a:noFill/>
            <a:prstDash val="solid"/>
          </a:ln>
        </p:spPr>
      </p:sp>
      <p:sp>
        <p:nvSpPr>
          <p:cNvPr id="294" name="pdf-path-468">
            <a:extLst xmlns:a="http://schemas.openxmlformats.org/drawingml/2006/main">
              <a:ext uri="{FF2B5EF4-FFF2-40B4-BE49-F238E27FC236}">
                <a16:creationId xmlns:a16="http://schemas.microsoft.com/office/drawing/2014/main" id="{E3A21F3F-7BBF-496A-9735-C6845BC52CCC}"/>
              </a:ext>
            </a:extLst>
          </p:cNvPr>
          <p:cNvSpPr>
            <a:spLocks xmlns:a="http://schemas.openxmlformats.org/drawingml/2006/main" noGrp="1"/>
          </p:cNvSpPr>
          <p:nvPr/>
        </p:nvSpPr>
        <p:spPr>
          <a:xfrm xmlns:a="http://schemas.openxmlformats.org/drawingml/2006/main" rot="0">
            <a:off x="3502723" y="1767363"/>
            <a:ext cx="23432" cy="130073"/>
          </a:xfrm>
          <a:custGeom xmlns:a="http://schemas.openxmlformats.org/drawingml/2006/main">
            <a:pathLst>
              <a:path w="23432" h="130073">
                <a:moveTo>
                  <a:pt x="23432" y="130073"/>
                </a:moveTo>
                <a:lnTo>
                  <a:pt x="58" y="130073"/>
                </a:lnTo>
                <a:lnTo>
                  <a:pt x="0" y="0"/>
                </a:lnTo>
                <a:lnTo>
                  <a:pt x="23375" y="0"/>
                </a:lnTo>
                <a:lnTo>
                  <a:pt x="23432" y="130073"/>
                </a:lnTo>
              </a:path>
            </a:pathLst>
          </a:custGeom>
          <a:solidFill xmlns:a="http://schemas.openxmlformats.org/drawingml/2006/main">
            <a:srgbClr val="B6B8BA"/>
          </a:solidFill>
          <a:ln xmlns:a="http://schemas.openxmlformats.org/drawingml/2006/main" w="0">
            <a:noFill/>
            <a:prstDash val="solid"/>
          </a:ln>
        </p:spPr>
      </p:sp>
      <p:sp>
        <p:nvSpPr>
          <p:cNvPr id="295" name="pdf-path-469">
            <a:extLst xmlns:a="http://schemas.openxmlformats.org/drawingml/2006/main">
              <a:ext uri="{FF2B5EF4-FFF2-40B4-BE49-F238E27FC236}">
                <a16:creationId xmlns:a16="http://schemas.microsoft.com/office/drawing/2014/main" id="{23DCD1B3-31C5-499B-B94F-0991CE5A5C43}"/>
              </a:ext>
            </a:extLst>
          </p:cNvPr>
          <p:cNvSpPr>
            <a:spLocks xmlns:a="http://schemas.openxmlformats.org/drawingml/2006/main" noGrp="1"/>
          </p:cNvSpPr>
          <p:nvPr/>
        </p:nvSpPr>
        <p:spPr>
          <a:xfrm xmlns:a="http://schemas.openxmlformats.org/drawingml/2006/main" rot="0">
            <a:off x="3492465" y="1683782"/>
            <a:ext cx="43834" cy="60236"/>
          </a:xfrm>
          <a:custGeom xmlns:a="http://schemas.openxmlformats.org/drawingml/2006/main">
            <a:pathLst>
              <a:path w="43834" h="60236">
                <a:moveTo>
                  <a:pt x="0" y="60236"/>
                </a:moveTo>
                <a:lnTo>
                  <a:pt x="21889" y="0"/>
                </a:lnTo>
                <a:lnTo>
                  <a:pt x="43834" y="60207"/>
                </a:lnTo>
                <a:lnTo>
                  <a:pt x="0" y="60236"/>
                </a:lnTo>
              </a:path>
            </a:pathLst>
          </a:custGeom>
          <a:solidFill xmlns:a="http://schemas.openxmlformats.org/drawingml/2006/main">
            <a:srgbClr val="B6B8BA"/>
          </a:solidFill>
          <a:ln xmlns:a="http://schemas.openxmlformats.org/drawingml/2006/main" w="0">
            <a:noFill/>
            <a:prstDash val="solid"/>
          </a:ln>
        </p:spPr>
      </p:sp>
      <p:sp>
        <p:nvSpPr>
          <p:cNvPr id="296" name="pdf-path-470">
            <a:extLst xmlns:a="http://schemas.openxmlformats.org/drawingml/2006/main">
              <a:ext uri="{FF2B5EF4-FFF2-40B4-BE49-F238E27FC236}">
                <a16:creationId xmlns:a16="http://schemas.microsoft.com/office/drawing/2014/main" id="{17D23266-31A4-4BEC-9404-C36AB0725011}"/>
              </a:ext>
            </a:extLst>
          </p:cNvPr>
          <p:cNvSpPr>
            <a:spLocks xmlns:a="http://schemas.openxmlformats.org/drawingml/2006/main" noGrp="1"/>
          </p:cNvSpPr>
          <p:nvPr/>
        </p:nvSpPr>
        <p:spPr>
          <a:xfrm xmlns:a="http://schemas.openxmlformats.org/drawingml/2006/main" rot="0">
            <a:off x="3459118" y="1615488"/>
            <a:ext cx="110585" cy="151905"/>
          </a:xfrm>
          <a:custGeom xmlns:a="http://schemas.openxmlformats.org/drawingml/2006/main">
            <a:pathLst>
              <a:path w="110585" h="151905">
                <a:moveTo>
                  <a:pt x="0" y="151905"/>
                </a:moveTo>
                <a:lnTo>
                  <a:pt x="55207" y="0"/>
                </a:lnTo>
                <a:lnTo>
                  <a:pt x="55207" y="57"/>
                </a:lnTo>
                <a:lnTo>
                  <a:pt x="104870" y="136160"/>
                </a:lnTo>
                <a:lnTo>
                  <a:pt x="93897" y="140160"/>
                </a:lnTo>
                <a:lnTo>
                  <a:pt x="104870" y="136160"/>
                </a:lnTo>
                <a:lnTo>
                  <a:pt x="110585" y="151847"/>
                </a:lnTo>
                <a:lnTo>
                  <a:pt x="66980" y="151876"/>
                </a:lnTo>
                <a:lnTo>
                  <a:pt x="43605" y="151876"/>
                </a:lnTo>
                <a:lnTo>
                  <a:pt x="0" y="151905"/>
                </a:lnTo>
                <a:moveTo>
                  <a:pt x="55235" y="68294"/>
                </a:moveTo>
                <a:lnTo>
                  <a:pt x="33347" y="128530"/>
                </a:lnTo>
                <a:lnTo>
                  <a:pt x="77181" y="128502"/>
                </a:lnTo>
                <a:lnTo>
                  <a:pt x="55235" y="68294"/>
                </a:lnTo>
              </a:path>
            </a:pathLst>
          </a:custGeom>
          <a:solidFill xmlns:a="http://schemas.openxmlformats.org/drawingml/2006/main">
            <a:srgbClr val="B6B8BA"/>
          </a:solidFill>
          <a:ln xmlns:a="http://schemas.openxmlformats.org/drawingml/2006/main" w="0">
            <a:noFill/>
            <a:prstDash val="solid"/>
          </a:ln>
        </p:spPr>
      </p:sp>
      <p:sp>
        <p:nvSpPr>
          <p:cNvPr id="297" name="pdf-path-471">
            <a:extLst xmlns:a="http://schemas.openxmlformats.org/drawingml/2006/main">
              <a:ext uri="{FF2B5EF4-FFF2-40B4-BE49-F238E27FC236}">
                <a16:creationId xmlns:a16="http://schemas.microsoft.com/office/drawing/2014/main" id="{8719272D-7E48-4BA8-9E76-723D6AEB0313}"/>
              </a:ext>
            </a:extLst>
          </p:cNvPr>
          <p:cNvSpPr>
            <a:spLocks xmlns:a="http://schemas.openxmlformats.org/drawingml/2006/main" noGrp="1"/>
          </p:cNvSpPr>
          <p:nvPr/>
        </p:nvSpPr>
        <p:spPr>
          <a:xfrm xmlns:a="http://schemas.openxmlformats.org/drawingml/2006/main" rot="0">
            <a:off x="2578122" y="420796"/>
            <a:ext cx="2227964" cy="1488300"/>
          </a:xfrm>
          <a:custGeom xmlns:a="http://schemas.openxmlformats.org/drawingml/2006/main">
            <a:pathLst>
              <a:path w="2227964" h="1488300">
                <a:moveTo>
                  <a:pt x="73581" y="111528"/>
                </a:moveTo>
                <a:cubicBezTo>
                  <a:pt x="91983" y="88297"/>
                  <a:pt x="114757" y="68666"/>
                  <a:pt x="140646" y="53864"/>
                </a:cubicBezTo>
                <a:lnTo>
                  <a:pt x="129044" y="33576"/>
                </a:lnTo>
                <a:cubicBezTo>
                  <a:pt x="100555" y="49863"/>
                  <a:pt x="75523" y="71466"/>
                  <a:pt x="55264" y="97012"/>
                </a:cubicBezTo>
                <a:lnTo>
                  <a:pt x="73581" y="111528"/>
                </a:lnTo>
                <a:moveTo>
                  <a:pt x="202511" y="29518"/>
                </a:moveTo>
                <a:cubicBezTo>
                  <a:pt x="219627" y="25489"/>
                  <a:pt x="237487" y="23374"/>
                  <a:pt x="255860" y="23346"/>
                </a:cubicBezTo>
                <a:lnTo>
                  <a:pt x="292780" y="23346"/>
                </a:lnTo>
                <a:lnTo>
                  <a:pt x="292780" y="0"/>
                </a:lnTo>
                <a:lnTo>
                  <a:pt x="255860" y="0"/>
                </a:lnTo>
                <a:cubicBezTo>
                  <a:pt x="235658" y="0"/>
                  <a:pt x="216027" y="2343"/>
                  <a:pt x="197167" y="6744"/>
                </a:cubicBezTo>
                <a:lnTo>
                  <a:pt x="202511" y="29518"/>
                </a:lnTo>
                <a:moveTo>
                  <a:pt x="362902" y="23346"/>
                </a:moveTo>
                <a:lnTo>
                  <a:pt x="456371" y="23346"/>
                </a:lnTo>
                <a:lnTo>
                  <a:pt x="456371" y="0"/>
                </a:lnTo>
                <a:lnTo>
                  <a:pt x="362902" y="0"/>
                </a:lnTo>
                <a:lnTo>
                  <a:pt x="362902" y="23346"/>
                </a:lnTo>
                <a:moveTo>
                  <a:pt x="526466" y="23346"/>
                </a:moveTo>
                <a:lnTo>
                  <a:pt x="619934" y="23346"/>
                </a:lnTo>
                <a:lnTo>
                  <a:pt x="619934" y="0"/>
                </a:lnTo>
                <a:lnTo>
                  <a:pt x="526466" y="0"/>
                </a:lnTo>
                <a:lnTo>
                  <a:pt x="526466" y="23346"/>
                </a:lnTo>
                <a:moveTo>
                  <a:pt x="690029" y="23346"/>
                </a:moveTo>
                <a:lnTo>
                  <a:pt x="783498" y="23346"/>
                </a:lnTo>
                <a:lnTo>
                  <a:pt x="783498" y="0"/>
                </a:lnTo>
                <a:lnTo>
                  <a:pt x="690029" y="0"/>
                </a:lnTo>
                <a:lnTo>
                  <a:pt x="690029" y="23346"/>
                </a:lnTo>
                <a:moveTo>
                  <a:pt x="853621" y="23346"/>
                </a:moveTo>
                <a:lnTo>
                  <a:pt x="947090" y="23346"/>
                </a:lnTo>
                <a:lnTo>
                  <a:pt x="947090" y="0"/>
                </a:lnTo>
                <a:lnTo>
                  <a:pt x="853621" y="0"/>
                </a:lnTo>
                <a:lnTo>
                  <a:pt x="853621" y="23346"/>
                </a:lnTo>
                <a:moveTo>
                  <a:pt x="1017184" y="23346"/>
                </a:moveTo>
                <a:lnTo>
                  <a:pt x="1110653" y="23346"/>
                </a:lnTo>
                <a:lnTo>
                  <a:pt x="1110653" y="0"/>
                </a:lnTo>
                <a:lnTo>
                  <a:pt x="1017184" y="0"/>
                </a:lnTo>
                <a:lnTo>
                  <a:pt x="1017184" y="23346"/>
                </a:lnTo>
                <a:moveTo>
                  <a:pt x="1180748" y="23346"/>
                </a:moveTo>
                <a:lnTo>
                  <a:pt x="1274216" y="23346"/>
                </a:lnTo>
                <a:lnTo>
                  <a:pt x="1274216" y="0"/>
                </a:lnTo>
                <a:lnTo>
                  <a:pt x="1180748" y="0"/>
                </a:lnTo>
                <a:lnTo>
                  <a:pt x="1180748" y="23346"/>
                </a:lnTo>
                <a:moveTo>
                  <a:pt x="1344311" y="23346"/>
                </a:moveTo>
                <a:lnTo>
                  <a:pt x="1437780" y="23346"/>
                </a:lnTo>
                <a:lnTo>
                  <a:pt x="1437780" y="0"/>
                </a:lnTo>
                <a:lnTo>
                  <a:pt x="1344311" y="0"/>
                </a:lnTo>
                <a:lnTo>
                  <a:pt x="1344311" y="23346"/>
                </a:lnTo>
                <a:moveTo>
                  <a:pt x="1507874" y="23346"/>
                </a:moveTo>
                <a:lnTo>
                  <a:pt x="1601372" y="23346"/>
                </a:lnTo>
                <a:lnTo>
                  <a:pt x="1601372" y="0"/>
                </a:lnTo>
                <a:lnTo>
                  <a:pt x="1507874" y="0"/>
                </a:lnTo>
                <a:lnTo>
                  <a:pt x="1507874" y="23346"/>
                </a:lnTo>
                <a:moveTo>
                  <a:pt x="1671466" y="23346"/>
                </a:moveTo>
                <a:lnTo>
                  <a:pt x="1764935" y="23346"/>
                </a:lnTo>
                <a:lnTo>
                  <a:pt x="1764935" y="0"/>
                </a:lnTo>
                <a:lnTo>
                  <a:pt x="1671466" y="0"/>
                </a:lnTo>
                <a:lnTo>
                  <a:pt x="1671466" y="23346"/>
                </a:lnTo>
                <a:moveTo>
                  <a:pt x="1835029" y="23346"/>
                </a:moveTo>
                <a:lnTo>
                  <a:pt x="1928498" y="23346"/>
                </a:lnTo>
                <a:lnTo>
                  <a:pt x="1928498" y="0"/>
                </a:lnTo>
                <a:lnTo>
                  <a:pt x="1835029" y="0"/>
                </a:lnTo>
                <a:lnTo>
                  <a:pt x="1835029" y="23346"/>
                </a:lnTo>
                <a:moveTo>
                  <a:pt x="1997278" y="24717"/>
                </a:moveTo>
                <a:cubicBezTo>
                  <a:pt x="2026996" y="27946"/>
                  <a:pt x="2055685" y="36890"/>
                  <a:pt x="2081803" y="50835"/>
                </a:cubicBezTo>
                <a:lnTo>
                  <a:pt x="2092804" y="30232"/>
                </a:lnTo>
                <a:cubicBezTo>
                  <a:pt x="2064058" y="14859"/>
                  <a:pt x="2032511" y="5058"/>
                  <a:pt x="1999821" y="1486"/>
                </a:cubicBezTo>
                <a:lnTo>
                  <a:pt x="1997278" y="24717"/>
                </a:lnTo>
                <a:moveTo>
                  <a:pt x="2135353" y="90297"/>
                </a:moveTo>
                <a:lnTo>
                  <a:pt x="2136524" y="91440"/>
                </a:lnTo>
                <a:cubicBezTo>
                  <a:pt x="2157384" y="112300"/>
                  <a:pt x="2173872" y="136703"/>
                  <a:pt x="2185387" y="163220"/>
                </a:cubicBezTo>
                <a:lnTo>
                  <a:pt x="2206818" y="153934"/>
                </a:lnTo>
                <a:cubicBezTo>
                  <a:pt x="2194131" y="124730"/>
                  <a:pt x="2175986" y="97869"/>
                  <a:pt x="2153041" y="74924"/>
                </a:cubicBezTo>
                <a:lnTo>
                  <a:pt x="2151754" y="73638"/>
                </a:lnTo>
                <a:lnTo>
                  <a:pt x="2135353" y="90297"/>
                </a:lnTo>
                <a:moveTo>
                  <a:pt x="2202875" y="227400"/>
                </a:moveTo>
                <a:cubicBezTo>
                  <a:pt x="2204018" y="236773"/>
                  <a:pt x="2204618" y="246288"/>
                  <a:pt x="2204618" y="255832"/>
                </a:cubicBezTo>
                <a:lnTo>
                  <a:pt x="2204618" y="319354"/>
                </a:lnTo>
                <a:lnTo>
                  <a:pt x="2227964" y="319354"/>
                </a:lnTo>
                <a:lnTo>
                  <a:pt x="2227964" y="255832"/>
                </a:lnTo>
                <a:cubicBezTo>
                  <a:pt x="2227964" y="245316"/>
                  <a:pt x="2227336" y="234887"/>
                  <a:pt x="2226049" y="224542"/>
                </a:cubicBezTo>
                <a:lnTo>
                  <a:pt x="2202875" y="227400"/>
                </a:lnTo>
                <a:moveTo>
                  <a:pt x="2204618" y="389449"/>
                </a:moveTo>
                <a:lnTo>
                  <a:pt x="2204618" y="482918"/>
                </a:lnTo>
                <a:lnTo>
                  <a:pt x="2227964" y="482918"/>
                </a:lnTo>
                <a:lnTo>
                  <a:pt x="2227964" y="389449"/>
                </a:lnTo>
                <a:lnTo>
                  <a:pt x="2204618" y="389449"/>
                </a:lnTo>
                <a:moveTo>
                  <a:pt x="2204618" y="553041"/>
                </a:moveTo>
                <a:lnTo>
                  <a:pt x="2204618" y="646509"/>
                </a:lnTo>
                <a:lnTo>
                  <a:pt x="2227964" y="646509"/>
                </a:lnTo>
                <a:lnTo>
                  <a:pt x="2227964" y="553041"/>
                </a:lnTo>
                <a:lnTo>
                  <a:pt x="2204618" y="553041"/>
                </a:lnTo>
                <a:moveTo>
                  <a:pt x="2204618" y="716604"/>
                </a:moveTo>
                <a:lnTo>
                  <a:pt x="2204618" y="810073"/>
                </a:lnTo>
                <a:lnTo>
                  <a:pt x="2227964" y="810073"/>
                </a:lnTo>
                <a:lnTo>
                  <a:pt x="2227964" y="716604"/>
                </a:lnTo>
                <a:lnTo>
                  <a:pt x="2204618" y="716604"/>
                </a:lnTo>
                <a:moveTo>
                  <a:pt x="2204618" y="880167"/>
                </a:moveTo>
                <a:lnTo>
                  <a:pt x="2204618" y="973636"/>
                </a:lnTo>
                <a:lnTo>
                  <a:pt x="2227964" y="973636"/>
                </a:lnTo>
                <a:lnTo>
                  <a:pt x="2227964" y="880167"/>
                </a:lnTo>
                <a:lnTo>
                  <a:pt x="2204618" y="880167"/>
                </a:lnTo>
                <a:moveTo>
                  <a:pt x="2204618" y="1043730"/>
                </a:moveTo>
                <a:lnTo>
                  <a:pt x="2204618" y="1137199"/>
                </a:lnTo>
                <a:lnTo>
                  <a:pt x="2227964" y="1137199"/>
                </a:lnTo>
                <a:lnTo>
                  <a:pt x="2227964" y="1043730"/>
                </a:lnTo>
                <a:lnTo>
                  <a:pt x="2204618" y="1043730"/>
                </a:lnTo>
                <a:moveTo>
                  <a:pt x="2204618" y="1207322"/>
                </a:moveTo>
                <a:lnTo>
                  <a:pt x="2204618" y="1232468"/>
                </a:lnTo>
                <a:cubicBezTo>
                  <a:pt x="2204618" y="1254757"/>
                  <a:pt x="2201475" y="1276274"/>
                  <a:pt x="2195646" y="1296648"/>
                </a:cubicBezTo>
                <a:lnTo>
                  <a:pt x="2218106" y="1303106"/>
                </a:lnTo>
                <a:cubicBezTo>
                  <a:pt x="2224535" y="1280646"/>
                  <a:pt x="2227964" y="1256929"/>
                  <a:pt x="2227964" y="1232468"/>
                </a:cubicBezTo>
                <a:lnTo>
                  <a:pt x="2227964" y="1207322"/>
                </a:lnTo>
                <a:lnTo>
                  <a:pt x="2204618" y="1207322"/>
                </a:lnTo>
                <a:moveTo>
                  <a:pt x="2168299" y="1357255"/>
                </a:moveTo>
                <a:cubicBezTo>
                  <a:pt x="2152326" y="1382373"/>
                  <a:pt x="2131638" y="1404204"/>
                  <a:pt x="2107492" y="1421520"/>
                </a:cubicBezTo>
                <a:lnTo>
                  <a:pt x="2121122" y="1440494"/>
                </a:lnTo>
                <a:cubicBezTo>
                  <a:pt x="2147668" y="1421463"/>
                  <a:pt x="2170414" y="1397432"/>
                  <a:pt x="2188016" y="1369828"/>
                </a:cubicBezTo>
                <a:lnTo>
                  <a:pt x="2168299" y="1357255"/>
                </a:lnTo>
                <a:moveTo>
                  <a:pt x="2048485" y="1452125"/>
                </a:moveTo>
                <a:cubicBezTo>
                  <a:pt x="2024567" y="1460439"/>
                  <a:pt x="1998907" y="1464954"/>
                  <a:pt x="1972132" y="1464954"/>
                </a:cubicBezTo>
                <a:lnTo>
                  <a:pt x="1960359" y="1464954"/>
                </a:lnTo>
                <a:lnTo>
                  <a:pt x="1960359" y="1488300"/>
                </a:lnTo>
                <a:lnTo>
                  <a:pt x="1972132" y="1488300"/>
                </a:lnTo>
                <a:cubicBezTo>
                  <a:pt x="2001536" y="1488300"/>
                  <a:pt x="2029825" y="1483357"/>
                  <a:pt x="2056143" y="1474213"/>
                </a:cubicBezTo>
                <a:lnTo>
                  <a:pt x="2048485" y="1452125"/>
                </a:lnTo>
                <a:moveTo>
                  <a:pt x="1890265" y="1464954"/>
                </a:moveTo>
                <a:lnTo>
                  <a:pt x="1796796" y="1464954"/>
                </a:lnTo>
                <a:lnTo>
                  <a:pt x="1796796" y="1488300"/>
                </a:lnTo>
                <a:lnTo>
                  <a:pt x="1890265" y="1488300"/>
                </a:lnTo>
                <a:lnTo>
                  <a:pt x="1890265" y="1464954"/>
                </a:lnTo>
                <a:moveTo>
                  <a:pt x="1726702" y="1464954"/>
                </a:moveTo>
                <a:lnTo>
                  <a:pt x="1633232" y="1464954"/>
                </a:lnTo>
                <a:lnTo>
                  <a:pt x="1633232" y="1488300"/>
                </a:lnTo>
                <a:lnTo>
                  <a:pt x="1726702" y="1488300"/>
                </a:lnTo>
                <a:lnTo>
                  <a:pt x="1726702" y="1464954"/>
                </a:lnTo>
                <a:moveTo>
                  <a:pt x="1563110" y="1464954"/>
                </a:moveTo>
                <a:lnTo>
                  <a:pt x="1469641" y="1464954"/>
                </a:lnTo>
                <a:lnTo>
                  <a:pt x="1469641" y="1488300"/>
                </a:lnTo>
                <a:lnTo>
                  <a:pt x="1563110" y="1488300"/>
                </a:lnTo>
                <a:lnTo>
                  <a:pt x="1563110" y="1464954"/>
                </a:lnTo>
                <a:moveTo>
                  <a:pt x="1399546" y="1464954"/>
                </a:moveTo>
                <a:lnTo>
                  <a:pt x="1306078" y="1464954"/>
                </a:lnTo>
                <a:lnTo>
                  <a:pt x="1306078" y="1488300"/>
                </a:lnTo>
                <a:lnTo>
                  <a:pt x="1399546" y="1488300"/>
                </a:lnTo>
                <a:lnTo>
                  <a:pt x="1399546" y="1464954"/>
                </a:lnTo>
                <a:moveTo>
                  <a:pt x="1235983" y="1464954"/>
                </a:moveTo>
                <a:lnTo>
                  <a:pt x="1142514" y="1464954"/>
                </a:lnTo>
                <a:lnTo>
                  <a:pt x="1142514" y="1488300"/>
                </a:lnTo>
                <a:lnTo>
                  <a:pt x="1235983" y="1488300"/>
                </a:lnTo>
                <a:lnTo>
                  <a:pt x="1235983" y="1464954"/>
                </a:lnTo>
                <a:moveTo>
                  <a:pt x="1072420" y="1464954"/>
                </a:moveTo>
                <a:lnTo>
                  <a:pt x="978951" y="1464954"/>
                </a:lnTo>
                <a:lnTo>
                  <a:pt x="978951" y="1488300"/>
                </a:lnTo>
                <a:lnTo>
                  <a:pt x="1072420" y="1488300"/>
                </a:lnTo>
                <a:lnTo>
                  <a:pt x="1072420" y="1464954"/>
                </a:lnTo>
                <a:moveTo>
                  <a:pt x="908828" y="1464954"/>
                </a:moveTo>
                <a:lnTo>
                  <a:pt x="815359" y="1464954"/>
                </a:lnTo>
                <a:lnTo>
                  <a:pt x="815359" y="1488300"/>
                </a:lnTo>
                <a:lnTo>
                  <a:pt x="908828" y="1488300"/>
                </a:lnTo>
                <a:lnTo>
                  <a:pt x="908828" y="1464954"/>
                </a:lnTo>
                <a:moveTo>
                  <a:pt x="745264" y="1464954"/>
                </a:moveTo>
                <a:lnTo>
                  <a:pt x="651796" y="1464954"/>
                </a:lnTo>
                <a:lnTo>
                  <a:pt x="651796" y="1488300"/>
                </a:lnTo>
                <a:lnTo>
                  <a:pt x="745264" y="1488300"/>
                </a:lnTo>
                <a:lnTo>
                  <a:pt x="745264" y="1464954"/>
                </a:lnTo>
                <a:moveTo>
                  <a:pt x="581701" y="1464954"/>
                </a:moveTo>
                <a:lnTo>
                  <a:pt x="488232" y="1464954"/>
                </a:lnTo>
                <a:lnTo>
                  <a:pt x="488232" y="1488300"/>
                </a:lnTo>
                <a:lnTo>
                  <a:pt x="581701" y="1488300"/>
                </a:lnTo>
                <a:lnTo>
                  <a:pt x="581701" y="1464954"/>
                </a:lnTo>
                <a:moveTo>
                  <a:pt x="418110" y="1464954"/>
                </a:moveTo>
                <a:lnTo>
                  <a:pt x="324669" y="1464954"/>
                </a:lnTo>
                <a:lnTo>
                  <a:pt x="324669" y="1488300"/>
                </a:lnTo>
                <a:lnTo>
                  <a:pt x="418110" y="1488300"/>
                </a:lnTo>
                <a:lnTo>
                  <a:pt x="418110" y="1464954"/>
                </a:lnTo>
                <a:moveTo>
                  <a:pt x="254603" y="1464954"/>
                </a:moveTo>
                <a:cubicBezTo>
                  <a:pt x="223885" y="1464783"/>
                  <a:pt x="194653" y="1458668"/>
                  <a:pt x="167878" y="1447724"/>
                </a:cubicBezTo>
                <a:lnTo>
                  <a:pt x="159020" y="1469355"/>
                </a:lnTo>
                <a:cubicBezTo>
                  <a:pt x="188509" y="1481414"/>
                  <a:pt x="220742" y="1488129"/>
                  <a:pt x="254489" y="1488300"/>
                </a:cubicBezTo>
                <a:lnTo>
                  <a:pt x="254603" y="1464954"/>
                </a:lnTo>
                <a:moveTo>
                  <a:pt x="110585" y="1413977"/>
                </a:moveTo>
                <a:cubicBezTo>
                  <a:pt x="87439" y="1395432"/>
                  <a:pt x="67923" y="1372543"/>
                  <a:pt x="53264" y="1346597"/>
                </a:cubicBezTo>
                <a:lnTo>
                  <a:pt x="32918" y="1358084"/>
                </a:lnTo>
                <a:cubicBezTo>
                  <a:pt x="49035" y="1386659"/>
                  <a:pt x="70523" y="1411805"/>
                  <a:pt x="95955" y="1432208"/>
                </a:cubicBezTo>
                <a:lnTo>
                  <a:pt x="110585" y="1413977"/>
                </a:lnTo>
                <a:moveTo>
                  <a:pt x="29232" y="1284618"/>
                </a:moveTo>
                <a:cubicBezTo>
                  <a:pt x="25403" y="1267844"/>
                  <a:pt x="23374" y="1250414"/>
                  <a:pt x="23374" y="1232468"/>
                </a:cubicBezTo>
                <a:lnTo>
                  <a:pt x="23374" y="1194235"/>
                </a:lnTo>
                <a:lnTo>
                  <a:pt x="0" y="1194235"/>
                </a:lnTo>
                <a:lnTo>
                  <a:pt x="0" y="1232468"/>
                </a:lnTo>
                <a:cubicBezTo>
                  <a:pt x="0" y="1252156"/>
                  <a:pt x="2229" y="1271387"/>
                  <a:pt x="6458" y="1289818"/>
                </a:cubicBezTo>
                <a:lnTo>
                  <a:pt x="29232" y="1284618"/>
                </a:lnTo>
                <a:moveTo>
                  <a:pt x="23374" y="1124112"/>
                </a:moveTo>
                <a:lnTo>
                  <a:pt x="23374" y="1030672"/>
                </a:lnTo>
                <a:lnTo>
                  <a:pt x="0" y="1030672"/>
                </a:lnTo>
                <a:lnTo>
                  <a:pt x="0" y="1124112"/>
                </a:lnTo>
                <a:lnTo>
                  <a:pt x="23374" y="1124112"/>
                </a:lnTo>
                <a:moveTo>
                  <a:pt x="23374" y="960549"/>
                </a:moveTo>
                <a:lnTo>
                  <a:pt x="23374" y="867080"/>
                </a:lnTo>
                <a:lnTo>
                  <a:pt x="0" y="867080"/>
                </a:lnTo>
                <a:lnTo>
                  <a:pt x="0" y="960549"/>
                </a:lnTo>
                <a:lnTo>
                  <a:pt x="23374" y="960549"/>
                </a:lnTo>
                <a:moveTo>
                  <a:pt x="23374" y="796985"/>
                </a:moveTo>
                <a:lnTo>
                  <a:pt x="23374" y="703516"/>
                </a:lnTo>
                <a:lnTo>
                  <a:pt x="0" y="703516"/>
                </a:lnTo>
                <a:lnTo>
                  <a:pt x="0" y="796985"/>
                </a:lnTo>
                <a:lnTo>
                  <a:pt x="23374" y="796985"/>
                </a:lnTo>
                <a:moveTo>
                  <a:pt x="23374" y="633422"/>
                </a:moveTo>
                <a:lnTo>
                  <a:pt x="23374" y="539953"/>
                </a:lnTo>
                <a:lnTo>
                  <a:pt x="0" y="539953"/>
                </a:lnTo>
                <a:lnTo>
                  <a:pt x="0" y="633422"/>
                </a:lnTo>
                <a:lnTo>
                  <a:pt x="23374" y="633422"/>
                </a:lnTo>
                <a:moveTo>
                  <a:pt x="23374" y="469859"/>
                </a:moveTo>
                <a:lnTo>
                  <a:pt x="23374" y="376361"/>
                </a:lnTo>
                <a:lnTo>
                  <a:pt x="0" y="376361"/>
                </a:lnTo>
                <a:lnTo>
                  <a:pt x="0" y="469859"/>
                </a:lnTo>
                <a:lnTo>
                  <a:pt x="23374" y="469859"/>
                </a:lnTo>
                <a:moveTo>
                  <a:pt x="23374" y="306267"/>
                </a:moveTo>
                <a:lnTo>
                  <a:pt x="23374" y="255832"/>
                </a:lnTo>
                <a:cubicBezTo>
                  <a:pt x="23374" y="225114"/>
                  <a:pt x="29318" y="195824"/>
                  <a:pt x="40119" y="169021"/>
                </a:cubicBezTo>
                <a:lnTo>
                  <a:pt x="18459" y="160277"/>
                </a:lnTo>
                <a:cubicBezTo>
                  <a:pt x="6544" y="189824"/>
                  <a:pt x="0" y="222085"/>
                  <a:pt x="0" y="255832"/>
                </a:cubicBezTo>
                <a:lnTo>
                  <a:pt x="0" y="306267"/>
                </a:lnTo>
                <a:lnTo>
                  <a:pt x="23374" y="306267"/>
                </a:lnTo>
              </a:path>
            </a:pathLst>
          </a:custGeom>
          <a:solidFill xmlns:a="http://schemas.openxmlformats.org/drawingml/2006/main">
            <a:srgbClr val="F9CA98"/>
          </a:solidFill>
          <a:ln xmlns:a="http://schemas.openxmlformats.org/drawingml/2006/main" w="0">
            <a:noFill/>
            <a:prstDash val="solid"/>
          </a:ln>
        </p:spPr>
      </p:sp>
      <p:sp>
        <p:nvSpPr>
          <p:cNvPr id="298" name="pdf-path-472">
            <a:extLst xmlns:a="http://schemas.openxmlformats.org/drawingml/2006/main">
              <a:ext uri="{FF2B5EF4-FFF2-40B4-BE49-F238E27FC236}">
                <a16:creationId xmlns:a16="http://schemas.microsoft.com/office/drawing/2014/main" id="{110634B9-4F8B-47F1-95A1-478AF1A6E002}"/>
              </a:ext>
            </a:extLst>
          </p:cNvPr>
          <p:cNvSpPr>
            <a:spLocks xmlns:a="http://schemas.openxmlformats.org/drawingml/2006/main" noGrp="1"/>
          </p:cNvSpPr>
          <p:nvPr/>
        </p:nvSpPr>
        <p:spPr>
          <a:xfrm xmlns:a="http://schemas.openxmlformats.org/drawingml/2006/main" rot="0">
            <a:off x="8301123" y="440940"/>
            <a:ext cx="2204647" cy="1456496"/>
          </a:xfrm>
          <a:custGeom xmlns:a="http://schemas.openxmlformats.org/drawingml/2006/main">
            <a:pathLst>
              <a:path w="2204647" h="1456496">
                <a:moveTo>
                  <a:pt x="1785138" y="1456496"/>
                </a:moveTo>
                <a:lnTo>
                  <a:pt x="1715043" y="1456496"/>
                </a:lnTo>
                <a:lnTo>
                  <a:pt x="1715043" y="1444809"/>
                </a:lnTo>
                <a:lnTo>
                  <a:pt x="1621575" y="1444809"/>
                </a:lnTo>
                <a:lnTo>
                  <a:pt x="1621575" y="1456496"/>
                </a:lnTo>
                <a:lnTo>
                  <a:pt x="1551451" y="1456496"/>
                </a:lnTo>
                <a:lnTo>
                  <a:pt x="1551451" y="1444809"/>
                </a:lnTo>
                <a:lnTo>
                  <a:pt x="1457983" y="1444809"/>
                </a:lnTo>
                <a:lnTo>
                  <a:pt x="1457983" y="1456496"/>
                </a:lnTo>
                <a:lnTo>
                  <a:pt x="1387888" y="1456496"/>
                </a:lnTo>
                <a:lnTo>
                  <a:pt x="1387888" y="1444809"/>
                </a:lnTo>
                <a:lnTo>
                  <a:pt x="1294419" y="1444809"/>
                </a:lnTo>
                <a:lnTo>
                  <a:pt x="1294419" y="1456496"/>
                </a:lnTo>
                <a:lnTo>
                  <a:pt x="1224325" y="1456496"/>
                </a:lnTo>
                <a:lnTo>
                  <a:pt x="1224325" y="1444809"/>
                </a:lnTo>
                <a:lnTo>
                  <a:pt x="1130856" y="1444809"/>
                </a:lnTo>
                <a:lnTo>
                  <a:pt x="1130856" y="1456496"/>
                </a:lnTo>
                <a:lnTo>
                  <a:pt x="1060733" y="1456496"/>
                </a:lnTo>
                <a:lnTo>
                  <a:pt x="1060733" y="1444809"/>
                </a:lnTo>
                <a:lnTo>
                  <a:pt x="967264" y="1444809"/>
                </a:lnTo>
                <a:lnTo>
                  <a:pt x="967264" y="1456496"/>
                </a:lnTo>
                <a:lnTo>
                  <a:pt x="897169" y="1456496"/>
                </a:lnTo>
                <a:lnTo>
                  <a:pt x="897169" y="1444809"/>
                </a:lnTo>
                <a:lnTo>
                  <a:pt x="803701" y="1444809"/>
                </a:lnTo>
                <a:lnTo>
                  <a:pt x="803701" y="1456496"/>
                </a:lnTo>
                <a:lnTo>
                  <a:pt x="733606" y="1456496"/>
                </a:lnTo>
                <a:lnTo>
                  <a:pt x="733606" y="1444809"/>
                </a:lnTo>
                <a:lnTo>
                  <a:pt x="640137" y="1444809"/>
                </a:lnTo>
                <a:lnTo>
                  <a:pt x="640137" y="1456496"/>
                </a:lnTo>
                <a:lnTo>
                  <a:pt x="570043" y="1456496"/>
                </a:lnTo>
                <a:lnTo>
                  <a:pt x="570043" y="1444809"/>
                </a:lnTo>
                <a:lnTo>
                  <a:pt x="476545" y="1444809"/>
                </a:lnTo>
                <a:lnTo>
                  <a:pt x="476545" y="1456496"/>
                </a:lnTo>
                <a:lnTo>
                  <a:pt x="406451" y="1456496"/>
                </a:lnTo>
                <a:lnTo>
                  <a:pt x="406451" y="1444809"/>
                </a:lnTo>
                <a:lnTo>
                  <a:pt x="312982" y="1444809"/>
                </a:lnTo>
                <a:lnTo>
                  <a:pt x="312982" y="1456496"/>
                </a:lnTo>
                <a:lnTo>
                  <a:pt x="244174" y="1456496"/>
                </a:lnTo>
                <a:cubicBezTo>
                  <a:pt x="243746" y="1456496"/>
                  <a:pt x="243317" y="1456496"/>
                  <a:pt x="242888" y="1456468"/>
                </a:cubicBezTo>
                <a:lnTo>
                  <a:pt x="242945" y="1444809"/>
                </a:lnTo>
                <a:cubicBezTo>
                  <a:pt x="212227" y="1444638"/>
                  <a:pt x="182966" y="1438551"/>
                  <a:pt x="156220" y="1427579"/>
                </a:cubicBezTo>
                <a:lnTo>
                  <a:pt x="151791" y="1438408"/>
                </a:lnTo>
                <a:cubicBezTo>
                  <a:pt x="129959" y="1429464"/>
                  <a:pt x="109729" y="1417491"/>
                  <a:pt x="91583" y="1402947"/>
                </a:cubicBezTo>
                <a:lnTo>
                  <a:pt x="98898" y="1393832"/>
                </a:lnTo>
                <a:cubicBezTo>
                  <a:pt x="75752" y="1375286"/>
                  <a:pt x="56236" y="1352426"/>
                  <a:pt x="41606" y="1326452"/>
                </a:cubicBezTo>
                <a:lnTo>
                  <a:pt x="31404" y="1332195"/>
                </a:lnTo>
                <a:cubicBezTo>
                  <a:pt x="20060" y="1312107"/>
                  <a:pt x="11487" y="1290218"/>
                  <a:pt x="6172" y="1267073"/>
                </a:cubicBezTo>
                <a:lnTo>
                  <a:pt x="17574" y="1264472"/>
                </a:lnTo>
                <a:cubicBezTo>
                  <a:pt x="13716" y="1247727"/>
                  <a:pt x="11688" y="1230268"/>
                  <a:pt x="11688" y="1212323"/>
                </a:cubicBezTo>
                <a:lnTo>
                  <a:pt x="11688" y="1174090"/>
                </a:lnTo>
                <a:lnTo>
                  <a:pt x="0" y="1174090"/>
                </a:lnTo>
                <a:lnTo>
                  <a:pt x="0" y="1118540"/>
                </a:lnTo>
                <a:lnTo>
                  <a:pt x="413081" y="1118540"/>
                </a:lnTo>
                <a:lnTo>
                  <a:pt x="413081" y="657454"/>
                </a:lnTo>
                <a:lnTo>
                  <a:pt x="0" y="657454"/>
                </a:lnTo>
                <a:lnTo>
                  <a:pt x="0" y="613277"/>
                </a:lnTo>
                <a:lnTo>
                  <a:pt x="11688" y="613277"/>
                </a:lnTo>
                <a:lnTo>
                  <a:pt x="11688" y="519808"/>
                </a:lnTo>
                <a:lnTo>
                  <a:pt x="0" y="519808"/>
                </a:lnTo>
                <a:lnTo>
                  <a:pt x="0" y="449713"/>
                </a:lnTo>
                <a:lnTo>
                  <a:pt x="11688" y="449713"/>
                </a:lnTo>
                <a:lnTo>
                  <a:pt x="11688" y="356245"/>
                </a:lnTo>
                <a:lnTo>
                  <a:pt x="0" y="356245"/>
                </a:lnTo>
                <a:lnTo>
                  <a:pt x="0" y="286150"/>
                </a:lnTo>
                <a:lnTo>
                  <a:pt x="11688" y="286150"/>
                </a:lnTo>
                <a:lnTo>
                  <a:pt x="11688" y="235687"/>
                </a:lnTo>
                <a:cubicBezTo>
                  <a:pt x="11688" y="204968"/>
                  <a:pt x="17631" y="175679"/>
                  <a:pt x="28461" y="148847"/>
                </a:cubicBezTo>
                <a:lnTo>
                  <a:pt x="17603" y="144504"/>
                </a:lnTo>
                <a:cubicBezTo>
                  <a:pt x="26432" y="122615"/>
                  <a:pt x="38319" y="102327"/>
                  <a:pt x="52750" y="84125"/>
                </a:cubicBezTo>
                <a:lnTo>
                  <a:pt x="61894" y="91383"/>
                </a:lnTo>
                <a:cubicBezTo>
                  <a:pt x="80324" y="68151"/>
                  <a:pt x="103100" y="48492"/>
                  <a:pt x="128959" y="33719"/>
                </a:cubicBezTo>
                <a:lnTo>
                  <a:pt x="123187" y="23575"/>
                </a:lnTo>
                <a:cubicBezTo>
                  <a:pt x="140904" y="13430"/>
                  <a:pt x="160020" y="5458"/>
                  <a:pt x="180166" y="0"/>
                </a:cubicBezTo>
                <a:lnTo>
                  <a:pt x="180166" y="119186"/>
                </a:lnTo>
                <a:lnTo>
                  <a:pt x="287551" y="119186"/>
                </a:lnTo>
                <a:lnTo>
                  <a:pt x="287551" y="215541"/>
                </a:lnTo>
                <a:lnTo>
                  <a:pt x="1374829" y="215541"/>
                </a:lnTo>
                <a:lnTo>
                  <a:pt x="1374829" y="119186"/>
                </a:lnTo>
                <a:lnTo>
                  <a:pt x="1418149" y="119186"/>
                </a:lnTo>
                <a:lnTo>
                  <a:pt x="1418149" y="178537"/>
                </a:lnTo>
                <a:lnTo>
                  <a:pt x="1499902" y="178537"/>
                </a:lnTo>
                <a:lnTo>
                  <a:pt x="1499902" y="119186"/>
                </a:lnTo>
                <a:lnTo>
                  <a:pt x="1500645" y="119186"/>
                </a:lnTo>
                <a:lnTo>
                  <a:pt x="1500645" y="212827"/>
                </a:lnTo>
                <a:lnTo>
                  <a:pt x="1892037" y="212827"/>
                </a:lnTo>
                <a:lnTo>
                  <a:pt x="1892037" y="119186"/>
                </a:lnTo>
                <a:lnTo>
                  <a:pt x="2149641" y="119186"/>
                </a:lnTo>
                <a:lnTo>
                  <a:pt x="2149641" y="100584"/>
                </a:lnTo>
                <a:cubicBezTo>
                  <a:pt x="2159184" y="113900"/>
                  <a:pt x="2167214" y="128130"/>
                  <a:pt x="2173700" y="143075"/>
                </a:cubicBezTo>
                <a:lnTo>
                  <a:pt x="2184416" y="138417"/>
                </a:lnTo>
                <a:cubicBezTo>
                  <a:pt x="2193703" y="159791"/>
                  <a:pt x="2199932" y="182480"/>
                  <a:pt x="2202819" y="205826"/>
                </a:cubicBezTo>
                <a:lnTo>
                  <a:pt x="2191217" y="207254"/>
                </a:lnTo>
                <a:cubicBezTo>
                  <a:pt x="2192360" y="216627"/>
                  <a:pt x="2192960" y="226143"/>
                  <a:pt x="2192960" y="235687"/>
                </a:cubicBezTo>
                <a:lnTo>
                  <a:pt x="2192960" y="299209"/>
                </a:lnTo>
                <a:lnTo>
                  <a:pt x="2204647" y="299209"/>
                </a:lnTo>
                <a:lnTo>
                  <a:pt x="2204647" y="369303"/>
                </a:lnTo>
                <a:lnTo>
                  <a:pt x="2192960" y="369303"/>
                </a:lnTo>
                <a:lnTo>
                  <a:pt x="2192960" y="462772"/>
                </a:lnTo>
                <a:lnTo>
                  <a:pt x="2204647" y="462772"/>
                </a:lnTo>
                <a:lnTo>
                  <a:pt x="2204647" y="532867"/>
                </a:lnTo>
                <a:lnTo>
                  <a:pt x="2192960" y="532867"/>
                </a:lnTo>
                <a:lnTo>
                  <a:pt x="2192960" y="626335"/>
                </a:lnTo>
                <a:lnTo>
                  <a:pt x="2204647" y="626335"/>
                </a:lnTo>
                <a:lnTo>
                  <a:pt x="2204647" y="681628"/>
                </a:lnTo>
                <a:lnTo>
                  <a:pt x="1830200" y="681628"/>
                </a:lnTo>
                <a:lnTo>
                  <a:pt x="1830200" y="1444809"/>
                </a:lnTo>
                <a:lnTo>
                  <a:pt x="1785138" y="1444809"/>
                </a:lnTo>
                <a:lnTo>
                  <a:pt x="1785138" y="1456496"/>
                </a:lnTo>
                <a:moveTo>
                  <a:pt x="1169061" y="882139"/>
                </a:moveTo>
                <a:lnTo>
                  <a:pt x="1169061" y="1058132"/>
                </a:lnTo>
                <a:lnTo>
                  <a:pt x="1796111" y="1319393"/>
                </a:lnTo>
                <a:lnTo>
                  <a:pt x="1796111" y="412652"/>
                </a:lnTo>
                <a:lnTo>
                  <a:pt x="1177805" y="670255"/>
                </a:lnTo>
                <a:lnTo>
                  <a:pt x="1115969" y="670255"/>
                </a:lnTo>
                <a:lnTo>
                  <a:pt x="1115969" y="666969"/>
                </a:lnTo>
                <a:lnTo>
                  <a:pt x="513951" y="416138"/>
                </a:lnTo>
                <a:lnTo>
                  <a:pt x="513951" y="1315136"/>
                </a:lnTo>
                <a:lnTo>
                  <a:pt x="1115969" y="1064305"/>
                </a:lnTo>
                <a:lnTo>
                  <a:pt x="1115969" y="882139"/>
                </a:lnTo>
                <a:lnTo>
                  <a:pt x="1169061" y="882139"/>
                </a:lnTo>
              </a:path>
            </a:pathLst>
          </a:custGeom>
          <a:solidFill xmlns:a="http://schemas.openxmlformats.org/drawingml/2006/main">
            <a:srgbClr val="FFFFFF"/>
          </a:solidFill>
          <a:ln xmlns:a="http://schemas.openxmlformats.org/drawingml/2006/main" w="0">
            <a:noFill/>
            <a:prstDash val="solid"/>
          </a:ln>
        </p:spPr>
      </p:sp>
      <p:sp>
        <p:nvSpPr>
          <p:cNvPr id="299" name="pdf-path-473">
            <a:extLst xmlns:a="http://schemas.openxmlformats.org/drawingml/2006/main">
              <a:ext uri="{FF2B5EF4-FFF2-40B4-BE49-F238E27FC236}">
                <a16:creationId xmlns:a16="http://schemas.microsoft.com/office/drawing/2014/main" id="{D6531EB7-EB3F-468D-8074-B2AA480C6C91}"/>
              </a:ext>
            </a:extLst>
          </p:cNvPr>
          <p:cNvSpPr>
            <a:spLocks xmlns:a="http://schemas.openxmlformats.org/drawingml/2006/main" noGrp="1"/>
          </p:cNvSpPr>
          <p:nvPr/>
        </p:nvSpPr>
        <p:spPr>
          <a:xfrm xmlns:a="http://schemas.openxmlformats.org/drawingml/2006/main" rot="0">
            <a:off x="8815074" y="857079"/>
            <a:ext cx="602018" cy="898998"/>
          </a:xfrm>
          <a:custGeom xmlns:a="http://schemas.openxmlformats.org/drawingml/2006/main">
            <a:pathLst>
              <a:path w="602018" h="898998">
                <a:moveTo>
                  <a:pt x="0" y="898998"/>
                </a:moveTo>
                <a:lnTo>
                  <a:pt x="0" y="0"/>
                </a:lnTo>
                <a:lnTo>
                  <a:pt x="602018" y="250831"/>
                </a:lnTo>
                <a:lnTo>
                  <a:pt x="602018" y="254117"/>
                </a:lnTo>
                <a:lnTo>
                  <a:pt x="289036" y="254117"/>
                </a:lnTo>
                <a:lnTo>
                  <a:pt x="289036" y="419709"/>
                </a:lnTo>
                <a:lnTo>
                  <a:pt x="406508" y="419709"/>
                </a:lnTo>
                <a:lnTo>
                  <a:pt x="406508" y="466001"/>
                </a:lnTo>
                <a:lnTo>
                  <a:pt x="602018" y="466001"/>
                </a:lnTo>
                <a:lnTo>
                  <a:pt x="602018" y="648167"/>
                </a:lnTo>
                <a:lnTo>
                  <a:pt x="0" y="898998"/>
                </a:lnTo>
              </a:path>
            </a:pathLst>
          </a:custGeom>
          <a:solidFill xmlns:a="http://schemas.openxmlformats.org/drawingml/2006/main">
            <a:srgbClr val="D7EAD2"/>
          </a:solidFill>
          <a:ln xmlns:a="http://schemas.openxmlformats.org/drawingml/2006/main" w="0">
            <a:noFill/>
            <a:prstDash val="solid"/>
          </a:ln>
        </p:spPr>
      </p:sp>
      <p:sp>
        <p:nvSpPr>
          <p:cNvPr id="300" name="pdf-path-474">
            <a:extLst xmlns:a="http://schemas.openxmlformats.org/drawingml/2006/main">
              <a:ext uri="{FF2B5EF4-FFF2-40B4-BE49-F238E27FC236}">
                <a16:creationId xmlns:a16="http://schemas.microsoft.com/office/drawing/2014/main" id="{43EDA38B-348A-4350-95AE-AAEBD4C0614D}"/>
              </a:ext>
            </a:extLst>
          </p:cNvPr>
          <p:cNvSpPr>
            <a:spLocks xmlns:a="http://schemas.openxmlformats.org/drawingml/2006/main" noGrp="1"/>
          </p:cNvSpPr>
          <p:nvPr/>
        </p:nvSpPr>
        <p:spPr>
          <a:xfrm xmlns:a="http://schemas.openxmlformats.org/drawingml/2006/main" rot="0">
            <a:off x="9470184" y="853592"/>
            <a:ext cx="627050" cy="906742"/>
          </a:xfrm>
          <a:custGeom xmlns:a="http://schemas.openxmlformats.org/drawingml/2006/main">
            <a:pathLst>
              <a:path w="627050" h="906742">
                <a:moveTo>
                  <a:pt x="627050" y="906742"/>
                </a:moveTo>
                <a:lnTo>
                  <a:pt x="0" y="645481"/>
                </a:lnTo>
                <a:lnTo>
                  <a:pt x="0" y="469487"/>
                </a:lnTo>
                <a:lnTo>
                  <a:pt x="144418" y="469487"/>
                </a:lnTo>
                <a:lnTo>
                  <a:pt x="144418" y="423196"/>
                </a:lnTo>
                <a:lnTo>
                  <a:pt x="288950" y="423196"/>
                </a:lnTo>
                <a:lnTo>
                  <a:pt x="288950" y="257604"/>
                </a:lnTo>
                <a:lnTo>
                  <a:pt x="8744" y="257604"/>
                </a:lnTo>
                <a:lnTo>
                  <a:pt x="627050" y="0"/>
                </a:lnTo>
                <a:lnTo>
                  <a:pt x="627050" y="906742"/>
                </a:lnTo>
              </a:path>
            </a:pathLst>
          </a:custGeom>
          <a:solidFill xmlns:a="http://schemas.openxmlformats.org/drawingml/2006/main">
            <a:srgbClr val="D7EAD2"/>
          </a:solidFill>
          <a:ln xmlns:a="http://schemas.openxmlformats.org/drawingml/2006/main" w="0">
            <a:noFill/>
            <a:prstDash val="solid"/>
          </a:ln>
        </p:spPr>
      </p:sp>
      <p:sp>
        <p:nvSpPr>
          <p:cNvPr id="301" name="pdf-path-475">
            <a:extLst xmlns:a="http://schemas.openxmlformats.org/drawingml/2006/main">
              <a:ext uri="{FF2B5EF4-FFF2-40B4-BE49-F238E27FC236}">
                <a16:creationId xmlns:a16="http://schemas.microsoft.com/office/drawing/2014/main" id="{A621F38F-9D25-4681-9C9D-530D225176F9}"/>
              </a:ext>
            </a:extLst>
          </p:cNvPr>
          <p:cNvSpPr>
            <a:spLocks xmlns:a="http://schemas.openxmlformats.org/drawingml/2006/main" noGrp="1"/>
          </p:cNvSpPr>
          <p:nvPr/>
        </p:nvSpPr>
        <p:spPr>
          <a:xfrm xmlns:a="http://schemas.openxmlformats.org/drawingml/2006/main" rot="0">
            <a:off x="8481288" y="432454"/>
            <a:ext cx="1969475" cy="127673"/>
          </a:xfrm>
          <a:custGeom xmlns:a="http://schemas.openxmlformats.org/drawingml/2006/main">
            <a:pathLst>
              <a:path w="1969475" h="127673">
                <a:moveTo>
                  <a:pt x="1969475" y="127673"/>
                </a:moveTo>
                <a:lnTo>
                  <a:pt x="1711871" y="127673"/>
                </a:lnTo>
                <a:lnTo>
                  <a:pt x="1711871" y="70838"/>
                </a:lnTo>
                <a:lnTo>
                  <a:pt x="1320479" y="70838"/>
                </a:lnTo>
                <a:lnTo>
                  <a:pt x="1320479" y="127673"/>
                </a:lnTo>
                <a:lnTo>
                  <a:pt x="1319736" y="127673"/>
                </a:lnTo>
                <a:lnTo>
                  <a:pt x="1319736" y="97784"/>
                </a:lnTo>
                <a:lnTo>
                  <a:pt x="1237983" y="97784"/>
                </a:lnTo>
                <a:lnTo>
                  <a:pt x="1237983" y="127673"/>
                </a:lnTo>
                <a:lnTo>
                  <a:pt x="1194664" y="127673"/>
                </a:lnTo>
                <a:lnTo>
                  <a:pt x="1194664" y="70838"/>
                </a:lnTo>
                <a:lnTo>
                  <a:pt x="107385" y="70838"/>
                </a:lnTo>
                <a:lnTo>
                  <a:pt x="107385" y="127673"/>
                </a:lnTo>
                <a:lnTo>
                  <a:pt x="0" y="127673"/>
                </a:lnTo>
                <a:lnTo>
                  <a:pt x="0" y="8487"/>
                </a:lnTo>
                <a:cubicBezTo>
                  <a:pt x="2658" y="7772"/>
                  <a:pt x="5315" y="7087"/>
                  <a:pt x="8001" y="6458"/>
                </a:cubicBezTo>
                <a:lnTo>
                  <a:pt x="10658" y="17831"/>
                </a:lnTo>
                <a:cubicBezTo>
                  <a:pt x="27775" y="13830"/>
                  <a:pt x="45635" y="11687"/>
                  <a:pt x="64008" y="11687"/>
                </a:cubicBezTo>
                <a:lnTo>
                  <a:pt x="100956" y="11687"/>
                </a:lnTo>
                <a:lnTo>
                  <a:pt x="100956" y="0"/>
                </a:lnTo>
                <a:lnTo>
                  <a:pt x="171050" y="0"/>
                </a:lnTo>
                <a:lnTo>
                  <a:pt x="171050" y="11687"/>
                </a:lnTo>
                <a:lnTo>
                  <a:pt x="264519" y="11687"/>
                </a:lnTo>
                <a:lnTo>
                  <a:pt x="264519" y="0"/>
                </a:lnTo>
                <a:lnTo>
                  <a:pt x="334613" y="0"/>
                </a:lnTo>
                <a:lnTo>
                  <a:pt x="334613" y="11687"/>
                </a:lnTo>
                <a:lnTo>
                  <a:pt x="428083" y="11687"/>
                </a:lnTo>
                <a:lnTo>
                  <a:pt x="428083" y="0"/>
                </a:lnTo>
                <a:lnTo>
                  <a:pt x="498205" y="0"/>
                </a:lnTo>
                <a:lnTo>
                  <a:pt x="498205" y="11687"/>
                </a:lnTo>
                <a:lnTo>
                  <a:pt x="591674" y="11687"/>
                </a:lnTo>
                <a:lnTo>
                  <a:pt x="591674" y="0"/>
                </a:lnTo>
                <a:lnTo>
                  <a:pt x="661768" y="0"/>
                </a:lnTo>
                <a:lnTo>
                  <a:pt x="661768" y="11687"/>
                </a:lnTo>
                <a:lnTo>
                  <a:pt x="755237" y="11687"/>
                </a:lnTo>
                <a:lnTo>
                  <a:pt x="755237" y="0"/>
                </a:lnTo>
                <a:lnTo>
                  <a:pt x="825332" y="0"/>
                </a:lnTo>
                <a:lnTo>
                  <a:pt x="825332" y="11687"/>
                </a:lnTo>
                <a:lnTo>
                  <a:pt x="918800" y="11687"/>
                </a:lnTo>
                <a:lnTo>
                  <a:pt x="918800" y="0"/>
                </a:lnTo>
                <a:lnTo>
                  <a:pt x="988895" y="0"/>
                </a:lnTo>
                <a:lnTo>
                  <a:pt x="988895" y="11687"/>
                </a:lnTo>
                <a:lnTo>
                  <a:pt x="1082364" y="11687"/>
                </a:lnTo>
                <a:lnTo>
                  <a:pt x="1082364" y="0"/>
                </a:lnTo>
                <a:lnTo>
                  <a:pt x="1152487" y="0"/>
                </a:lnTo>
                <a:lnTo>
                  <a:pt x="1152487" y="11687"/>
                </a:lnTo>
                <a:lnTo>
                  <a:pt x="1245956" y="11687"/>
                </a:lnTo>
                <a:lnTo>
                  <a:pt x="1245956" y="0"/>
                </a:lnTo>
                <a:lnTo>
                  <a:pt x="1316050" y="0"/>
                </a:lnTo>
                <a:lnTo>
                  <a:pt x="1316050" y="11687"/>
                </a:lnTo>
                <a:lnTo>
                  <a:pt x="1409519" y="11687"/>
                </a:lnTo>
                <a:lnTo>
                  <a:pt x="1409519" y="0"/>
                </a:lnTo>
                <a:lnTo>
                  <a:pt x="1479613" y="0"/>
                </a:lnTo>
                <a:lnTo>
                  <a:pt x="1479613" y="11687"/>
                </a:lnTo>
                <a:lnTo>
                  <a:pt x="1573082" y="11687"/>
                </a:lnTo>
                <a:lnTo>
                  <a:pt x="1573082" y="0"/>
                </a:lnTo>
                <a:lnTo>
                  <a:pt x="1643177" y="0"/>
                </a:lnTo>
                <a:lnTo>
                  <a:pt x="1643177" y="11687"/>
                </a:lnTo>
                <a:lnTo>
                  <a:pt x="1736645" y="11687"/>
                </a:lnTo>
                <a:lnTo>
                  <a:pt x="1736645" y="0"/>
                </a:lnTo>
                <a:lnTo>
                  <a:pt x="1780280" y="0"/>
                </a:lnTo>
                <a:cubicBezTo>
                  <a:pt x="1789138" y="0"/>
                  <a:pt x="1797967" y="486"/>
                  <a:pt x="1806711" y="1457"/>
                </a:cubicBezTo>
                <a:lnTo>
                  <a:pt x="1805455" y="13059"/>
                </a:lnTo>
                <a:cubicBezTo>
                  <a:pt x="1835144" y="16288"/>
                  <a:pt x="1863833" y="25203"/>
                  <a:pt x="1889951" y="39176"/>
                </a:cubicBezTo>
                <a:lnTo>
                  <a:pt x="1895466" y="28889"/>
                </a:lnTo>
                <a:cubicBezTo>
                  <a:pt x="1915925" y="39834"/>
                  <a:pt x="1934899" y="53721"/>
                  <a:pt x="1951701" y="70294"/>
                </a:cubicBezTo>
                <a:lnTo>
                  <a:pt x="1943500" y="78610"/>
                </a:lnTo>
                <a:lnTo>
                  <a:pt x="1944700" y="79781"/>
                </a:lnTo>
                <a:cubicBezTo>
                  <a:pt x="1953816" y="88897"/>
                  <a:pt x="1962103" y="98698"/>
                  <a:pt x="1969475" y="109071"/>
                </a:cubicBezTo>
                <a:lnTo>
                  <a:pt x="1969475" y="127673"/>
                </a:lnTo>
              </a:path>
            </a:pathLst>
          </a:custGeom>
          <a:solidFill xmlns:a="http://schemas.openxmlformats.org/drawingml/2006/main">
            <a:srgbClr val="FFFFFF"/>
          </a:solidFill>
          <a:ln xmlns:a="http://schemas.openxmlformats.org/drawingml/2006/main" w="0">
            <a:noFill/>
            <a:prstDash val="solid"/>
          </a:ln>
        </p:spPr>
      </p:sp>
      <p:sp>
        <p:nvSpPr>
          <p:cNvPr id="302" name="pdf-path-476">
            <a:extLst xmlns:a="http://schemas.openxmlformats.org/drawingml/2006/main">
              <a:ext uri="{FF2B5EF4-FFF2-40B4-BE49-F238E27FC236}">
                <a16:creationId xmlns:a16="http://schemas.microsoft.com/office/drawing/2014/main" id="{B1A8D2B8-43D5-42BA-B2D8-0F626F1BB918}"/>
              </a:ext>
            </a:extLst>
          </p:cNvPr>
          <p:cNvSpPr>
            <a:spLocks xmlns:a="http://schemas.openxmlformats.org/drawingml/2006/main" noGrp="1"/>
          </p:cNvSpPr>
          <p:nvPr/>
        </p:nvSpPr>
        <p:spPr>
          <a:xfrm xmlns:a="http://schemas.openxmlformats.org/drawingml/2006/main" rot="0">
            <a:off x="8588674" y="560146"/>
            <a:ext cx="1087278" cy="96364"/>
          </a:xfrm>
          <a:custGeom xmlns:a="http://schemas.openxmlformats.org/drawingml/2006/main">
            <a:pathLst>
              <a:path w="1087278" h="96364">
                <a:moveTo>
                  <a:pt x="0" y="96364"/>
                </a:moveTo>
                <a:lnTo>
                  <a:pt x="1087278" y="96364"/>
                </a:lnTo>
                <a:lnTo>
                  <a:pt x="1087278" y="0"/>
                </a:lnTo>
                <a:lnTo>
                  <a:pt x="0" y="0"/>
                </a:lnTo>
                <a:close/>
              </a:path>
            </a:pathLst>
          </a:custGeom>
          <a:solidFill xmlns:a="http://schemas.openxmlformats.org/drawingml/2006/main">
            <a:srgbClr val="FFFFFF"/>
          </a:solidFill>
          <a:ln xmlns:a="http://schemas.openxmlformats.org/drawingml/2006/main" w="0">
            <a:noFill/>
            <a:prstDash val="solid"/>
          </a:ln>
        </p:spPr>
      </p:sp>
      <p:sp>
        <p:nvSpPr>
          <p:cNvPr id="303" name="pdf-path-481">
            <a:extLst xmlns:a="http://schemas.openxmlformats.org/drawingml/2006/main">
              <a:ext uri="{FF2B5EF4-FFF2-40B4-BE49-F238E27FC236}">
                <a16:creationId xmlns:a16="http://schemas.microsoft.com/office/drawing/2014/main" id="{5212F0F8-A66A-493F-8CFA-AD1B8AB47CE3}"/>
              </a:ext>
            </a:extLst>
          </p:cNvPr>
          <p:cNvSpPr>
            <a:spLocks xmlns:a="http://schemas.openxmlformats.org/drawingml/2006/main" noGrp="1"/>
          </p:cNvSpPr>
          <p:nvPr/>
        </p:nvSpPr>
        <p:spPr>
          <a:xfrm xmlns:a="http://schemas.openxmlformats.org/drawingml/2006/main" rot="0">
            <a:off x="8588674" y="503303"/>
            <a:ext cx="1087278" cy="56824"/>
          </a:xfrm>
          <a:custGeom xmlns:a="http://schemas.openxmlformats.org/drawingml/2006/main">
            <a:pathLst>
              <a:path w="1087278" h="56824">
                <a:moveTo>
                  <a:pt x="0" y="56824"/>
                </a:moveTo>
                <a:lnTo>
                  <a:pt x="1087278" y="56824"/>
                </a:lnTo>
                <a:lnTo>
                  <a:pt x="1087278" y="0"/>
                </a:lnTo>
                <a:lnTo>
                  <a:pt x="0" y="0"/>
                </a:lnTo>
                <a:close/>
              </a:path>
            </a:pathLst>
          </a:custGeom>
          <a:solidFill xmlns:a="http://schemas.openxmlformats.org/drawingml/2006/main">
            <a:srgbClr val="FFFFFF"/>
          </a:solidFill>
          <a:ln xmlns:a="http://schemas.openxmlformats.org/drawingml/2006/main" w="0">
            <a:noFill/>
            <a:prstDash val="solid"/>
          </a:ln>
        </p:spPr>
      </p:sp>
      <p:sp>
        <p:nvSpPr>
          <p:cNvPr id="304" name="pdf-path-483">
            <a:extLst xmlns:a="http://schemas.openxmlformats.org/drawingml/2006/main">
              <a:ext uri="{FF2B5EF4-FFF2-40B4-BE49-F238E27FC236}">
                <a16:creationId xmlns:a16="http://schemas.microsoft.com/office/drawing/2014/main" id="{2C3CDD02-E09F-46EB-A406-442EAA9FF791}"/>
              </a:ext>
            </a:extLst>
          </p:cNvPr>
          <p:cNvSpPr>
            <a:spLocks xmlns:a="http://schemas.openxmlformats.org/drawingml/2006/main" noGrp="1"/>
          </p:cNvSpPr>
          <p:nvPr/>
        </p:nvSpPr>
        <p:spPr>
          <a:xfrm xmlns:a="http://schemas.openxmlformats.org/drawingml/2006/main" rot="0">
            <a:off x="9719272" y="560127"/>
            <a:ext cx="81753" cy="59351"/>
          </a:xfrm>
          <a:custGeom xmlns:a="http://schemas.openxmlformats.org/drawingml/2006/main">
            <a:pathLst>
              <a:path w="81753" h="59351">
                <a:moveTo>
                  <a:pt x="0" y="59351"/>
                </a:moveTo>
                <a:lnTo>
                  <a:pt x="81753" y="59351"/>
                </a:lnTo>
                <a:lnTo>
                  <a:pt x="81753" y="0"/>
                </a:lnTo>
                <a:lnTo>
                  <a:pt x="0" y="0"/>
                </a:lnTo>
                <a:close/>
              </a:path>
            </a:pathLst>
          </a:custGeom>
          <a:solidFill xmlns:a="http://schemas.openxmlformats.org/drawingml/2006/main">
            <a:srgbClr val="FFFFFF"/>
          </a:solidFill>
          <a:ln xmlns:a="http://schemas.openxmlformats.org/drawingml/2006/main" w="0">
            <a:noFill/>
            <a:prstDash val="solid"/>
          </a:ln>
        </p:spPr>
      </p:sp>
      <p:sp>
        <p:nvSpPr>
          <p:cNvPr id="305" name="pdf-path-485">
            <a:extLst xmlns:a="http://schemas.openxmlformats.org/drawingml/2006/main">
              <a:ext uri="{FF2B5EF4-FFF2-40B4-BE49-F238E27FC236}">
                <a16:creationId xmlns:a16="http://schemas.microsoft.com/office/drawing/2014/main" id="{4B862B69-EBB2-4B12-847E-4D775D6B9C11}"/>
              </a:ext>
            </a:extLst>
          </p:cNvPr>
          <p:cNvSpPr>
            <a:spLocks xmlns:a="http://schemas.openxmlformats.org/drawingml/2006/main" noGrp="1"/>
          </p:cNvSpPr>
          <p:nvPr/>
        </p:nvSpPr>
        <p:spPr>
          <a:xfrm xmlns:a="http://schemas.openxmlformats.org/drawingml/2006/main" rot="0">
            <a:off x="9719272" y="530246"/>
            <a:ext cx="81753" cy="29881"/>
          </a:xfrm>
          <a:custGeom xmlns:a="http://schemas.openxmlformats.org/drawingml/2006/main">
            <a:pathLst>
              <a:path w="81753" h="29881">
                <a:moveTo>
                  <a:pt x="0" y="29881"/>
                </a:moveTo>
                <a:lnTo>
                  <a:pt x="81753" y="29881"/>
                </a:lnTo>
                <a:lnTo>
                  <a:pt x="81753" y="0"/>
                </a:lnTo>
                <a:lnTo>
                  <a:pt x="0" y="0"/>
                </a:lnTo>
                <a:close/>
              </a:path>
            </a:pathLst>
          </a:custGeom>
          <a:solidFill xmlns:a="http://schemas.openxmlformats.org/drawingml/2006/main">
            <a:srgbClr val="FFFFFF"/>
          </a:solidFill>
          <a:ln xmlns:a="http://schemas.openxmlformats.org/drawingml/2006/main" w="0">
            <a:noFill/>
            <a:prstDash val="solid"/>
          </a:ln>
        </p:spPr>
      </p:sp>
      <p:sp>
        <p:nvSpPr>
          <p:cNvPr id="306" name="pdf-path-487">
            <a:extLst xmlns:a="http://schemas.openxmlformats.org/drawingml/2006/main">
              <a:ext uri="{FF2B5EF4-FFF2-40B4-BE49-F238E27FC236}">
                <a16:creationId xmlns:a16="http://schemas.microsoft.com/office/drawing/2014/main" id="{AD10A3A9-2A72-47FB-9823-CDB04BEDEE95}"/>
              </a:ext>
            </a:extLst>
          </p:cNvPr>
          <p:cNvSpPr>
            <a:spLocks xmlns:a="http://schemas.openxmlformats.org/drawingml/2006/main" noGrp="1"/>
          </p:cNvSpPr>
          <p:nvPr/>
        </p:nvSpPr>
        <p:spPr>
          <a:xfrm xmlns:a="http://schemas.openxmlformats.org/drawingml/2006/main" rot="0">
            <a:off x="9801768" y="560143"/>
            <a:ext cx="391392" cy="93626"/>
          </a:xfrm>
          <a:custGeom xmlns:a="http://schemas.openxmlformats.org/drawingml/2006/main">
            <a:pathLst>
              <a:path w="391392" h="93626">
                <a:moveTo>
                  <a:pt x="0" y="93626"/>
                </a:moveTo>
                <a:lnTo>
                  <a:pt x="391392" y="93626"/>
                </a:lnTo>
                <a:lnTo>
                  <a:pt x="391392" y="0"/>
                </a:lnTo>
                <a:lnTo>
                  <a:pt x="0" y="0"/>
                </a:lnTo>
                <a:close/>
              </a:path>
            </a:pathLst>
          </a:custGeom>
          <a:solidFill xmlns:a="http://schemas.openxmlformats.org/drawingml/2006/main">
            <a:srgbClr val="FFFFFF"/>
          </a:solidFill>
          <a:ln xmlns:a="http://schemas.openxmlformats.org/drawingml/2006/main" w="0">
            <a:noFill/>
            <a:prstDash val="solid"/>
          </a:ln>
        </p:spPr>
      </p:sp>
      <p:sp>
        <p:nvSpPr>
          <p:cNvPr id="307" name="pdf-path-492">
            <a:extLst xmlns:a="http://schemas.openxmlformats.org/drawingml/2006/main">
              <a:ext uri="{FF2B5EF4-FFF2-40B4-BE49-F238E27FC236}">
                <a16:creationId xmlns:a16="http://schemas.microsoft.com/office/drawing/2014/main" id="{73F11661-4701-476E-95FD-50F22F879D24}"/>
              </a:ext>
            </a:extLst>
          </p:cNvPr>
          <p:cNvSpPr>
            <a:spLocks xmlns:a="http://schemas.openxmlformats.org/drawingml/2006/main" noGrp="1"/>
          </p:cNvSpPr>
          <p:nvPr/>
        </p:nvSpPr>
        <p:spPr>
          <a:xfrm xmlns:a="http://schemas.openxmlformats.org/drawingml/2006/main" rot="0">
            <a:off x="9801768" y="503303"/>
            <a:ext cx="391392" cy="56824"/>
          </a:xfrm>
          <a:custGeom xmlns:a="http://schemas.openxmlformats.org/drawingml/2006/main">
            <a:pathLst>
              <a:path w="391392" h="56824">
                <a:moveTo>
                  <a:pt x="0" y="56824"/>
                </a:moveTo>
                <a:lnTo>
                  <a:pt x="391392" y="56824"/>
                </a:lnTo>
                <a:lnTo>
                  <a:pt x="391392" y="0"/>
                </a:lnTo>
                <a:lnTo>
                  <a:pt x="0" y="0"/>
                </a:lnTo>
                <a:close/>
              </a:path>
            </a:pathLst>
          </a:custGeom>
          <a:solidFill xmlns:a="http://schemas.openxmlformats.org/drawingml/2006/main">
            <a:srgbClr val="FFFFFF"/>
          </a:solidFill>
          <a:ln xmlns:a="http://schemas.openxmlformats.org/drawingml/2006/main" w="0">
            <a:noFill/>
            <a:prstDash val="solid"/>
          </a:ln>
        </p:spPr>
      </p:sp>
      <p:sp>
        <p:nvSpPr>
          <p:cNvPr id="308" name="pdf-path-494">
            <a:extLst xmlns:a="http://schemas.openxmlformats.org/drawingml/2006/main">
              <a:ext uri="{FF2B5EF4-FFF2-40B4-BE49-F238E27FC236}">
                <a16:creationId xmlns:a16="http://schemas.microsoft.com/office/drawing/2014/main" id="{B63741CD-5D19-4550-BE5A-0414F78185B6}"/>
              </a:ext>
            </a:extLst>
          </p:cNvPr>
          <p:cNvSpPr>
            <a:spLocks xmlns:a="http://schemas.openxmlformats.org/drawingml/2006/main" noGrp="1"/>
          </p:cNvSpPr>
          <p:nvPr/>
        </p:nvSpPr>
        <p:spPr>
          <a:xfrm xmlns:a="http://schemas.openxmlformats.org/drawingml/2006/main" rot="0">
            <a:off x="9417091" y="1111196"/>
            <a:ext cx="61836" cy="98469"/>
          </a:xfrm>
          <a:custGeom xmlns:a="http://schemas.openxmlformats.org/drawingml/2006/main">
            <a:pathLst>
              <a:path w="61836" h="98469">
                <a:moveTo>
                  <a:pt x="53092" y="98469"/>
                </a:moveTo>
                <a:lnTo>
                  <a:pt x="0" y="98469"/>
                </a:lnTo>
                <a:lnTo>
                  <a:pt x="0" y="0"/>
                </a:lnTo>
                <a:lnTo>
                  <a:pt x="61836" y="0"/>
                </a:lnTo>
                <a:lnTo>
                  <a:pt x="53092" y="3658"/>
                </a:lnTo>
                <a:lnTo>
                  <a:pt x="53092" y="98469"/>
                </a:lnTo>
              </a:path>
            </a:pathLst>
          </a:custGeom>
          <a:solidFill xmlns:a="http://schemas.openxmlformats.org/drawingml/2006/main">
            <a:srgbClr val="FFFFFF"/>
          </a:solidFill>
          <a:ln xmlns:a="http://schemas.openxmlformats.org/drawingml/2006/main" w="0">
            <a:noFill/>
            <a:prstDash val="solid"/>
          </a:ln>
        </p:spPr>
      </p:sp>
      <p:sp>
        <p:nvSpPr>
          <p:cNvPr id="309" name="pdf-path-495">
            <a:extLst xmlns:a="http://schemas.openxmlformats.org/drawingml/2006/main">
              <a:ext uri="{FF2B5EF4-FFF2-40B4-BE49-F238E27FC236}">
                <a16:creationId xmlns:a16="http://schemas.microsoft.com/office/drawing/2014/main" id="{6A56EFB3-AA14-4790-A62D-BD2E94817A69}"/>
              </a:ext>
            </a:extLst>
          </p:cNvPr>
          <p:cNvSpPr>
            <a:spLocks xmlns:a="http://schemas.openxmlformats.org/drawingml/2006/main" noGrp="1"/>
          </p:cNvSpPr>
          <p:nvPr/>
        </p:nvSpPr>
        <p:spPr>
          <a:xfrm xmlns:a="http://schemas.openxmlformats.org/drawingml/2006/main" rot="0">
            <a:off x="9104109" y="1111196"/>
            <a:ext cx="312982" cy="165592"/>
          </a:xfrm>
          <a:custGeom xmlns:a="http://schemas.openxmlformats.org/drawingml/2006/main">
            <a:pathLst>
              <a:path w="312982" h="165592">
                <a:moveTo>
                  <a:pt x="117472" y="165592"/>
                </a:moveTo>
                <a:lnTo>
                  <a:pt x="0" y="165592"/>
                </a:lnTo>
                <a:lnTo>
                  <a:pt x="0" y="0"/>
                </a:lnTo>
                <a:lnTo>
                  <a:pt x="312982" y="0"/>
                </a:lnTo>
                <a:lnTo>
                  <a:pt x="312982" y="98469"/>
                </a:lnTo>
                <a:lnTo>
                  <a:pt x="117472" y="98469"/>
                </a:lnTo>
                <a:lnTo>
                  <a:pt x="117472" y="165592"/>
                </a:lnTo>
              </a:path>
            </a:pathLst>
          </a:custGeom>
          <a:solidFill xmlns:a="http://schemas.openxmlformats.org/drawingml/2006/main">
            <a:srgbClr val="D7EAD2"/>
          </a:solidFill>
          <a:ln xmlns:a="http://schemas.openxmlformats.org/drawingml/2006/main" w="0">
            <a:noFill/>
            <a:prstDash val="solid"/>
          </a:ln>
        </p:spPr>
      </p:sp>
      <p:sp>
        <p:nvSpPr>
          <p:cNvPr id="310" name="pdf-path-496">
            <a:extLst xmlns:a="http://schemas.openxmlformats.org/drawingml/2006/main">
              <a:ext uri="{FF2B5EF4-FFF2-40B4-BE49-F238E27FC236}">
                <a16:creationId xmlns:a16="http://schemas.microsoft.com/office/drawing/2014/main" id="{B65B8339-139D-46CF-894C-6A8247A66A23}"/>
              </a:ext>
            </a:extLst>
          </p:cNvPr>
          <p:cNvSpPr>
            <a:spLocks xmlns:a="http://schemas.openxmlformats.org/drawingml/2006/main" noGrp="1"/>
          </p:cNvSpPr>
          <p:nvPr/>
        </p:nvSpPr>
        <p:spPr>
          <a:xfrm xmlns:a="http://schemas.openxmlformats.org/drawingml/2006/main" rot="0">
            <a:off x="9470184" y="1111196"/>
            <a:ext cx="288950" cy="165592"/>
          </a:xfrm>
          <a:custGeom xmlns:a="http://schemas.openxmlformats.org/drawingml/2006/main">
            <a:pathLst>
              <a:path w="288950" h="165592">
                <a:moveTo>
                  <a:pt x="288950" y="165592"/>
                </a:moveTo>
                <a:lnTo>
                  <a:pt x="144418" y="165592"/>
                </a:lnTo>
                <a:lnTo>
                  <a:pt x="144418" y="98469"/>
                </a:lnTo>
                <a:lnTo>
                  <a:pt x="0" y="98469"/>
                </a:lnTo>
                <a:lnTo>
                  <a:pt x="0" y="3658"/>
                </a:lnTo>
                <a:lnTo>
                  <a:pt x="8744" y="0"/>
                </a:lnTo>
                <a:lnTo>
                  <a:pt x="288950" y="0"/>
                </a:lnTo>
                <a:lnTo>
                  <a:pt x="288950" y="165592"/>
                </a:lnTo>
              </a:path>
            </a:pathLst>
          </a:custGeom>
          <a:solidFill xmlns:a="http://schemas.openxmlformats.org/drawingml/2006/main">
            <a:srgbClr val="D7EAD2"/>
          </a:solidFill>
          <a:ln xmlns:a="http://schemas.openxmlformats.org/drawingml/2006/main" w="0">
            <a:noFill/>
            <a:prstDash val="solid"/>
          </a:ln>
        </p:spPr>
      </p:sp>
      <p:sp>
        <p:nvSpPr>
          <p:cNvPr id="311" name="pdf-path-497">
            <a:extLst xmlns:a="http://schemas.openxmlformats.org/drawingml/2006/main">
              <a:ext uri="{FF2B5EF4-FFF2-40B4-BE49-F238E27FC236}">
                <a16:creationId xmlns:a16="http://schemas.microsoft.com/office/drawing/2014/main" id="{7D4A3EF6-D3A6-4F0B-8096-06180D6468B4}"/>
              </a:ext>
            </a:extLst>
          </p:cNvPr>
          <p:cNvSpPr>
            <a:spLocks xmlns:a="http://schemas.openxmlformats.org/drawingml/2006/main" noGrp="1"/>
          </p:cNvSpPr>
          <p:nvPr/>
        </p:nvSpPr>
        <p:spPr>
          <a:xfrm xmlns:a="http://schemas.openxmlformats.org/drawingml/2006/main" rot="0">
            <a:off x="9417091" y="1276788"/>
            <a:ext cx="53092" cy="46291"/>
          </a:xfrm>
          <a:custGeom xmlns:a="http://schemas.openxmlformats.org/drawingml/2006/main">
            <a:pathLst>
              <a:path w="53092" h="46291">
                <a:moveTo>
                  <a:pt x="0" y="46291"/>
                </a:moveTo>
                <a:lnTo>
                  <a:pt x="53092" y="46291"/>
                </a:lnTo>
                <a:lnTo>
                  <a:pt x="53092" y="0"/>
                </a:lnTo>
                <a:lnTo>
                  <a:pt x="0" y="0"/>
                </a:lnTo>
                <a:close/>
              </a:path>
            </a:pathLst>
          </a:custGeom>
          <a:solidFill xmlns:a="http://schemas.openxmlformats.org/drawingml/2006/main">
            <a:srgbClr val="FFFFFF"/>
          </a:solidFill>
          <a:ln xmlns:a="http://schemas.openxmlformats.org/drawingml/2006/main" w="0">
            <a:noFill/>
            <a:prstDash val="solid"/>
          </a:ln>
        </p:spPr>
      </p:sp>
      <p:sp>
        <p:nvSpPr>
          <p:cNvPr id="312" name="pdf-path-499">
            <a:extLst xmlns:a="http://schemas.openxmlformats.org/drawingml/2006/main">
              <a:ext uri="{FF2B5EF4-FFF2-40B4-BE49-F238E27FC236}">
                <a16:creationId xmlns:a16="http://schemas.microsoft.com/office/drawing/2014/main" id="{97668467-9262-4E63-ADE1-3ABDBD7FAD22}"/>
              </a:ext>
            </a:extLst>
          </p:cNvPr>
          <p:cNvSpPr>
            <a:spLocks xmlns:a="http://schemas.openxmlformats.org/drawingml/2006/main" noGrp="1"/>
          </p:cNvSpPr>
          <p:nvPr/>
        </p:nvSpPr>
        <p:spPr>
          <a:xfrm xmlns:a="http://schemas.openxmlformats.org/drawingml/2006/main" rot="0">
            <a:off x="9221581" y="1276788"/>
            <a:ext cx="195510" cy="46291"/>
          </a:xfrm>
          <a:custGeom xmlns:a="http://schemas.openxmlformats.org/drawingml/2006/main">
            <a:pathLst>
              <a:path w="195510" h="46291">
                <a:moveTo>
                  <a:pt x="0" y="46291"/>
                </a:moveTo>
                <a:lnTo>
                  <a:pt x="195510" y="46291"/>
                </a:lnTo>
                <a:lnTo>
                  <a:pt x="195510" y="0"/>
                </a:lnTo>
                <a:lnTo>
                  <a:pt x="0" y="0"/>
                </a:lnTo>
                <a:close/>
              </a:path>
            </a:pathLst>
          </a:custGeom>
          <a:solidFill xmlns:a="http://schemas.openxmlformats.org/drawingml/2006/main">
            <a:srgbClr val="D7EAD2"/>
          </a:solidFill>
          <a:ln xmlns:a="http://schemas.openxmlformats.org/drawingml/2006/main" w="0">
            <a:noFill/>
            <a:prstDash val="solid"/>
          </a:ln>
        </p:spPr>
      </p:sp>
      <p:sp>
        <p:nvSpPr>
          <p:cNvPr id="313" name="pdf-path-501">
            <a:extLst xmlns:a="http://schemas.openxmlformats.org/drawingml/2006/main">
              <a:ext uri="{FF2B5EF4-FFF2-40B4-BE49-F238E27FC236}">
                <a16:creationId xmlns:a16="http://schemas.microsoft.com/office/drawing/2014/main" id="{AC36241B-7EF3-45B9-ACA2-41A761BE975A}"/>
              </a:ext>
            </a:extLst>
          </p:cNvPr>
          <p:cNvSpPr>
            <a:spLocks xmlns:a="http://schemas.openxmlformats.org/drawingml/2006/main" noGrp="1"/>
          </p:cNvSpPr>
          <p:nvPr/>
        </p:nvSpPr>
        <p:spPr>
          <a:xfrm xmlns:a="http://schemas.openxmlformats.org/drawingml/2006/main" rot="0">
            <a:off x="9470184" y="1276788"/>
            <a:ext cx="144418" cy="46291"/>
          </a:xfrm>
          <a:custGeom xmlns:a="http://schemas.openxmlformats.org/drawingml/2006/main">
            <a:pathLst>
              <a:path w="144418" h="46291">
                <a:moveTo>
                  <a:pt x="0" y="46291"/>
                </a:moveTo>
                <a:lnTo>
                  <a:pt x="144418" y="46291"/>
                </a:lnTo>
                <a:lnTo>
                  <a:pt x="144418" y="0"/>
                </a:lnTo>
                <a:lnTo>
                  <a:pt x="0" y="0"/>
                </a:lnTo>
                <a:close/>
              </a:path>
            </a:pathLst>
          </a:custGeom>
          <a:solidFill xmlns:a="http://schemas.openxmlformats.org/drawingml/2006/main">
            <a:srgbClr val="D7EAD2"/>
          </a:solidFill>
          <a:ln xmlns:a="http://schemas.openxmlformats.org/drawingml/2006/main" w="0">
            <a:noFill/>
            <a:prstDash val="solid"/>
          </a:ln>
        </p:spPr>
      </p:sp>
      <p:sp>
        <p:nvSpPr>
          <p:cNvPr id="314" name="pdf-path-503">
            <a:extLst xmlns:a="http://schemas.openxmlformats.org/drawingml/2006/main">
              <a:ext uri="{FF2B5EF4-FFF2-40B4-BE49-F238E27FC236}">
                <a16:creationId xmlns:a16="http://schemas.microsoft.com/office/drawing/2014/main" id="{BED1B3E7-312A-446C-BD14-E9FB90994129}"/>
              </a:ext>
            </a:extLst>
          </p:cNvPr>
          <p:cNvSpPr>
            <a:spLocks xmlns:a="http://schemas.openxmlformats.org/drawingml/2006/main" noGrp="1"/>
          </p:cNvSpPr>
          <p:nvPr/>
        </p:nvSpPr>
        <p:spPr>
          <a:xfrm xmlns:a="http://schemas.openxmlformats.org/drawingml/2006/main" rot="0">
            <a:off x="9417091" y="1209666"/>
            <a:ext cx="53092" cy="67123"/>
          </a:xfrm>
          <a:custGeom xmlns:a="http://schemas.openxmlformats.org/drawingml/2006/main">
            <a:pathLst>
              <a:path w="53092" h="67123">
                <a:moveTo>
                  <a:pt x="0" y="67123"/>
                </a:moveTo>
                <a:lnTo>
                  <a:pt x="53092" y="67123"/>
                </a:lnTo>
                <a:lnTo>
                  <a:pt x="53092" y="0"/>
                </a:lnTo>
                <a:lnTo>
                  <a:pt x="0" y="0"/>
                </a:lnTo>
                <a:close/>
              </a:path>
            </a:pathLst>
          </a:custGeom>
          <a:solidFill xmlns:a="http://schemas.openxmlformats.org/drawingml/2006/main">
            <a:srgbClr val="FFFFFF"/>
          </a:solidFill>
          <a:ln xmlns:a="http://schemas.openxmlformats.org/drawingml/2006/main" w="0">
            <a:noFill/>
            <a:prstDash val="solid"/>
          </a:ln>
        </p:spPr>
      </p:sp>
      <p:sp>
        <p:nvSpPr>
          <p:cNvPr id="315" name="pdf-path-505">
            <a:extLst xmlns:a="http://schemas.openxmlformats.org/drawingml/2006/main">
              <a:ext uri="{FF2B5EF4-FFF2-40B4-BE49-F238E27FC236}">
                <a16:creationId xmlns:a16="http://schemas.microsoft.com/office/drawing/2014/main" id="{19B989F4-C633-4431-8211-FD41CF2344EB}"/>
              </a:ext>
            </a:extLst>
          </p:cNvPr>
          <p:cNvSpPr>
            <a:spLocks xmlns:a="http://schemas.openxmlformats.org/drawingml/2006/main" noGrp="1"/>
          </p:cNvSpPr>
          <p:nvPr/>
        </p:nvSpPr>
        <p:spPr>
          <a:xfrm xmlns:a="http://schemas.openxmlformats.org/drawingml/2006/main" rot="0">
            <a:off x="9221581" y="1209666"/>
            <a:ext cx="195510" cy="67123"/>
          </a:xfrm>
          <a:custGeom xmlns:a="http://schemas.openxmlformats.org/drawingml/2006/main">
            <a:pathLst>
              <a:path w="195510" h="67123">
                <a:moveTo>
                  <a:pt x="0" y="67123"/>
                </a:moveTo>
                <a:lnTo>
                  <a:pt x="195510" y="67123"/>
                </a:lnTo>
                <a:lnTo>
                  <a:pt x="195510" y="0"/>
                </a:lnTo>
                <a:lnTo>
                  <a:pt x="0" y="0"/>
                </a:lnTo>
                <a:close/>
              </a:path>
            </a:pathLst>
          </a:custGeom>
          <a:solidFill xmlns:a="http://schemas.openxmlformats.org/drawingml/2006/main">
            <a:srgbClr val="D7EAD2"/>
          </a:solidFill>
          <a:ln xmlns:a="http://schemas.openxmlformats.org/drawingml/2006/main" w="0">
            <a:noFill/>
            <a:prstDash val="solid"/>
          </a:ln>
        </p:spPr>
      </p:sp>
      <p:sp>
        <p:nvSpPr>
          <p:cNvPr id="316" name="pdf-path-507">
            <a:extLst xmlns:a="http://schemas.openxmlformats.org/drawingml/2006/main">
              <a:ext uri="{FF2B5EF4-FFF2-40B4-BE49-F238E27FC236}">
                <a16:creationId xmlns:a16="http://schemas.microsoft.com/office/drawing/2014/main" id="{7106FC29-8D6B-4D4A-8F01-64B84D37A5F0}"/>
              </a:ext>
            </a:extLst>
          </p:cNvPr>
          <p:cNvSpPr>
            <a:spLocks xmlns:a="http://schemas.openxmlformats.org/drawingml/2006/main" noGrp="1"/>
          </p:cNvSpPr>
          <p:nvPr/>
        </p:nvSpPr>
        <p:spPr>
          <a:xfrm xmlns:a="http://schemas.openxmlformats.org/drawingml/2006/main" rot="0">
            <a:off x="9470184" y="1209666"/>
            <a:ext cx="144418" cy="67123"/>
          </a:xfrm>
          <a:custGeom xmlns:a="http://schemas.openxmlformats.org/drawingml/2006/main">
            <a:pathLst>
              <a:path w="144418" h="67123">
                <a:moveTo>
                  <a:pt x="0" y="67123"/>
                </a:moveTo>
                <a:lnTo>
                  <a:pt x="144418" y="67123"/>
                </a:lnTo>
                <a:lnTo>
                  <a:pt x="144418" y="0"/>
                </a:lnTo>
                <a:lnTo>
                  <a:pt x="0" y="0"/>
                </a:lnTo>
                <a:close/>
              </a:path>
            </a:pathLst>
          </a:custGeom>
          <a:solidFill xmlns:a="http://schemas.openxmlformats.org/drawingml/2006/main">
            <a:srgbClr val="D7EAD2"/>
          </a:solidFill>
          <a:ln xmlns:a="http://schemas.openxmlformats.org/drawingml/2006/main" w="0">
            <a:noFill/>
            <a:prstDash val="solid"/>
          </a:ln>
        </p:spPr>
      </p:sp>
      <p:sp>
        <p:nvSpPr>
          <p:cNvPr id="317" name="pdf-path-509">
            <a:extLst xmlns:a="http://schemas.openxmlformats.org/drawingml/2006/main">
              <a:ext uri="{FF2B5EF4-FFF2-40B4-BE49-F238E27FC236}">
                <a16:creationId xmlns:a16="http://schemas.microsoft.com/office/drawing/2014/main" id="{F55F9906-3AB4-45C3-A0EA-71C20CF5CF08}"/>
              </a:ext>
            </a:extLst>
          </p:cNvPr>
          <p:cNvSpPr>
            <a:spLocks xmlns:a="http://schemas.openxmlformats.org/drawingml/2006/main" noGrp="1"/>
          </p:cNvSpPr>
          <p:nvPr/>
        </p:nvSpPr>
        <p:spPr>
          <a:xfrm xmlns:a="http://schemas.openxmlformats.org/drawingml/2006/main" rot="0">
            <a:off x="8289465" y="420796"/>
            <a:ext cx="2227993" cy="1488300"/>
          </a:xfrm>
          <a:custGeom xmlns:a="http://schemas.openxmlformats.org/drawingml/2006/main">
            <a:pathLst>
              <a:path w="2227993" h="1488300">
                <a:moveTo>
                  <a:pt x="73552" y="111528"/>
                </a:moveTo>
                <a:cubicBezTo>
                  <a:pt x="91983" y="88297"/>
                  <a:pt x="114757" y="68666"/>
                  <a:pt x="140617" y="53864"/>
                </a:cubicBezTo>
                <a:lnTo>
                  <a:pt x="129044" y="33576"/>
                </a:lnTo>
                <a:cubicBezTo>
                  <a:pt x="100556" y="49863"/>
                  <a:pt x="75495" y="71438"/>
                  <a:pt x="55236" y="97012"/>
                </a:cubicBezTo>
                <a:lnTo>
                  <a:pt x="73552" y="111528"/>
                </a:lnTo>
                <a:moveTo>
                  <a:pt x="202482" y="29518"/>
                </a:moveTo>
                <a:cubicBezTo>
                  <a:pt x="219599" y="25489"/>
                  <a:pt x="237458" y="23374"/>
                  <a:pt x="255832" y="23346"/>
                </a:cubicBezTo>
                <a:lnTo>
                  <a:pt x="292780" y="23346"/>
                </a:lnTo>
                <a:lnTo>
                  <a:pt x="292780" y="0"/>
                </a:lnTo>
                <a:lnTo>
                  <a:pt x="255832" y="0"/>
                </a:lnTo>
                <a:cubicBezTo>
                  <a:pt x="235658" y="0"/>
                  <a:pt x="215998" y="2343"/>
                  <a:pt x="197139" y="6744"/>
                </a:cubicBezTo>
                <a:lnTo>
                  <a:pt x="202482" y="29518"/>
                </a:lnTo>
                <a:moveTo>
                  <a:pt x="362874" y="23346"/>
                </a:moveTo>
                <a:lnTo>
                  <a:pt x="456343" y="23346"/>
                </a:lnTo>
                <a:lnTo>
                  <a:pt x="456343" y="0"/>
                </a:lnTo>
                <a:lnTo>
                  <a:pt x="362874" y="0"/>
                </a:lnTo>
                <a:lnTo>
                  <a:pt x="362874" y="23346"/>
                </a:lnTo>
                <a:moveTo>
                  <a:pt x="526437" y="23346"/>
                </a:moveTo>
                <a:lnTo>
                  <a:pt x="619906" y="23346"/>
                </a:lnTo>
                <a:lnTo>
                  <a:pt x="619906" y="0"/>
                </a:lnTo>
                <a:lnTo>
                  <a:pt x="526437" y="0"/>
                </a:lnTo>
                <a:lnTo>
                  <a:pt x="526437" y="23346"/>
                </a:lnTo>
                <a:moveTo>
                  <a:pt x="690029" y="23346"/>
                </a:moveTo>
                <a:lnTo>
                  <a:pt x="783498" y="23346"/>
                </a:lnTo>
                <a:lnTo>
                  <a:pt x="783498" y="0"/>
                </a:lnTo>
                <a:lnTo>
                  <a:pt x="690029" y="0"/>
                </a:lnTo>
                <a:lnTo>
                  <a:pt x="690029" y="23346"/>
                </a:lnTo>
                <a:moveTo>
                  <a:pt x="853593" y="23346"/>
                </a:moveTo>
                <a:lnTo>
                  <a:pt x="947061" y="23346"/>
                </a:lnTo>
                <a:lnTo>
                  <a:pt x="947061" y="0"/>
                </a:lnTo>
                <a:lnTo>
                  <a:pt x="853593" y="0"/>
                </a:lnTo>
                <a:lnTo>
                  <a:pt x="853593" y="23346"/>
                </a:lnTo>
                <a:moveTo>
                  <a:pt x="1017156" y="23346"/>
                </a:moveTo>
                <a:lnTo>
                  <a:pt x="1110625" y="23346"/>
                </a:lnTo>
                <a:lnTo>
                  <a:pt x="1110625" y="0"/>
                </a:lnTo>
                <a:lnTo>
                  <a:pt x="1017156" y="0"/>
                </a:lnTo>
                <a:lnTo>
                  <a:pt x="1017156" y="23346"/>
                </a:lnTo>
                <a:moveTo>
                  <a:pt x="1180719" y="23346"/>
                </a:moveTo>
                <a:lnTo>
                  <a:pt x="1274188" y="23346"/>
                </a:lnTo>
                <a:lnTo>
                  <a:pt x="1274188" y="0"/>
                </a:lnTo>
                <a:lnTo>
                  <a:pt x="1180719" y="0"/>
                </a:lnTo>
                <a:lnTo>
                  <a:pt x="1180719" y="23346"/>
                </a:lnTo>
                <a:moveTo>
                  <a:pt x="1344311" y="23346"/>
                </a:moveTo>
                <a:lnTo>
                  <a:pt x="1437780" y="23346"/>
                </a:lnTo>
                <a:lnTo>
                  <a:pt x="1437780" y="0"/>
                </a:lnTo>
                <a:lnTo>
                  <a:pt x="1344311" y="0"/>
                </a:lnTo>
                <a:lnTo>
                  <a:pt x="1344311" y="23346"/>
                </a:lnTo>
                <a:moveTo>
                  <a:pt x="1507875" y="23346"/>
                </a:moveTo>
                <a:lnTo>
                  <a:pt x="1601343" y="23346"/>
                </a:lnTo>
                <a:lnTo>
                  <a:pt x="1601343" y="0"/>
                </a:lnTo>
                <a:lnTo>
                  <a:pt x="1507875" y="0"/>
                </a:lnTo>
                <a:lnTo>
                  <a:pt x="1507875" y="23346"/>
                </a:lnTo>
                <a:moveTo>
                  <a:pt x="1671438" y="23346"/>
                </a:moveTo>
                <a:lnTo>
                  <a:pt x="1764907" y="23346"/>
                </a:lnTo>
                <a:lnTo>
                  <a:pt x="1764907" y="0"/>
                </a:lnTo>
                <a:lnTo>
                  <a:pt x="1671438" y="0"/>
                </a:lnTo>
                <a:lnTo>
                  <a:pt x="1671438" y="23346"/>
                </a:lnTo>
                <a:moveTo>
                  <a:pt x="1835001" y="23346"/>
                </a:moveTo>
                <a:lnTo>
                  <a:pt x="1928470" y="23346"/>
                </a:lnTo>
                <a:lnTo>
                  <a:pt x="1928470" y="0"/>
                </a:lnTo>
                <a:lnTo>
                  <a:pt x="1835001" y="0"/>
                </a:lnTo>
                <a:lnTo>
                  <a:pt x="1835001" y="23346"/>
                </a:lnTo>
                <a:moveTo>
                  <a:pt x="1997278" y="24717"/>
                </a:moveTo>
                <a:cubicBezTo>
                  <a:pt x="2026968" y="27975"/>
                  <a:pt x="2055657" y="36890"/>
                  <a:pt x="2081774" y="50863"/>
                </a:cubicBezTo>
                <a:lnTo>
                  <a:pt x="2092805" y="30232"/>
                </a:lnTo>
                <a:cubicBezTo>
                  <a:pt x="2064058" y="14859"/>
                  <a:pt x="2032483" y="5058"/>
                  <a:pt x="1999793" y="1486"/>
                </a:cubicBezTo>
                <a:lnTo>
                  <a:pt x="1997278" y="24717"/>
                </a:lnTo>
                <a:moveTo>
                  <a:pt x="2135325" y="90297"/>
                </a:moveTo>
                <a:lnTo>
                  <a:pt x="2136525" y="91440"/>
                </a:lnTo>
                <a:cubicBezTo>
                  <a:pt x="2157356" y="112300"/>
                  <a:pt x="2173843" y="136703"/>
                  <a:pt x="2185359" y="163220"/>
                </a:cubicBezTo>
                <a:lnTo>
                  <a:pt x="2206790" y="153905"/>
                </a:lnTo>
                <a:cubicBezTo>
                  <a:pt x="2194131" y="124730"/>
                  <a:pt x="2175986" y="97869"/>
                  <a:pt x="2153041" y="74924"/>
                </a:cubicBezTo>
                <a:lnTo>
                  <a:pt x="2151726" y="73638"/>
                </a:lnTo>
                <a:lnTo>
                  <a:pt x="2135325" y="90297"/>
                </a:lnTo>
                <a:moveTo>
                  <a:pt x="2202875" y="227400"/>
                </a:moveTo>
                <a:cubicBezTo>
                  <a:pt x="2204019" y="236773"/>
                  <a:pt x="2204619" y="246288"/>
                  <a:pt x="2204619" y="255832"/>
                </a:cubicBezTo>
                <a:lnTo>
                  <a:pt x="2204619" y="319354"/>
                </a:lnTo>
                <a:lnTo>
                  <a:pt x="2227993" y="319354"/>
                </a:lnTo>
                <a:lnTo>
                  <a:pt x="2227993" y="255832"/>
                </a:lnTo>
                <a:cubicBezTo>
                  <a:pt x="2227993" y="245316"/>
                  <a:pt x="2227335" y="234858"/>
                  <a:pt x="2226050" y="224542"/>
                </a:cubicBezTo>
                <a:lnTo>
                  <a:pt x="2202875" y="227400"/>
                </a:lnTo>
                <a:moveTo>
                  <a:pt x="2204619" y="389449"/>
                </a:moveTo>
                <a:lnTo>
                  <a:pt x="2204619" y="482918"/>
                </a:lnTo>
                <a:lnTo>
                  <a:pt x="2227993" y="482918"/>
                </a:lnTo>
                <a:lnTo>
                  <a:pt x="2227993" y="389449"/>
                </a:lnTo>
                <a:lnTo>
                  <a:pt x="2204619" y="389449"/>
                </a:lnTo>
                <a:moveTo>
                  <a:pt x="2204619" y="553012"/>
                </a:moveTo>
                <a:lnTo>
                  <a:pt x="2204619" y="646481"/>
                </a:lnTo>
                <a:lnTo>
                  <a:pt x="2227993" y="646481"/>
                </a:lnTo>
                <a:lnTo>
                  <a:pt x="2227993" y="553012"/>
                </a:lnTo>
                <a:lnTo>
                  <a:pt x="2204619" y="553012"/>
                </a:lnTo>
                <a:moveTo>
                  <a:pt x="2204619" y="716604"/>
                </a:moveTo>
                <a:lnTo>
                  <a:pt x="2204619" y="810073"/>
                </a:lnTo>
                <a:lnTo>
                  <a:pt x="2227993" y="810073"/>
                </a:lnTo>
                <a:lnTo>
                  <a:pt x="2227993" y="716604"/>
                </a:lnTo>
                <a:lnTo>
                  <a:pt x="2204619" y="716604"/>
                </a:lnTo>
                <a:moveTo>
                  <a:pt x="2204619" y="880167"/>
                </a:moveTo>
                <a:lnTo>
                  <a:pt x="2204619" y="973636"/>
                </a:lnTo>
                <a:lnTo>
                  <a:pt x="2227993" y="973636"/>
                </a:lnTo>
                <a:lnTo>
                  <a:pt x="2227993" y="880167"/>
                </a:lnTo>
                <a:lnTo>
                  <a:pt x="2204619" y="880167"/>
                </a:lnTo>
                <a:moveTo>
                  <a:pt x="2204619" y="1043730"/>
                </a:moveTo>
                <a:lnTo>
                  <a:pt x="2204619" y="1137199"/>
                </a:lnTo>
                <a:lnTo>
                  <a:pt x="2227993" y="1137199"/>
                </a:lnTo>
                <a:lnTo>
                  <a:pt x="2227993" y="1043730"/>
                </a:lnTo>
                <a:lnTo>
                  <a:pt x="2204619" y="1043730"/>
                </a:lnTo>
                <a:moveTo>
                  <a:pt x="2204619" y="1207294"/>
                </a:moveTo>
                <a:lnTo>
                  <a:pt x="2204619" y="1232468"/>
                </a:lnTo>
                <a:cubicBezTo>
                  <a:pt x="2204619" y="1254757"/>
                  <a:pt x="2201476" y="1276274"/>
                  <a:pt x="2195646" y="1296648"/>
                </a:cubicBezTo>
                <a:lnTo>
                  <a:pt x="2218106" y="1303077"/>
                </a:lnTo>
                <a:cubicBezTo>
                  <a:pt x="2224535" y="1280646"/>
                  <a:pt x="2227993" y="1256929"/>
                  <a:pt x="2227993" y="1232468"/>
                </a:cubicBezTo>
                <a:lnTo>
                  <a:pt x="2227993" y="1207294"/>
                </a:lnTo>
                <a:lnTo>
                  <a:pt x="2204619" y="1207294"/>
                </a:lnTo>
                <a:moveTo>
                  <a:pt x="2168300" y="1357255"/>
                </a:moveTo>
                <a:cubicBezTo>
                  <a:pt x="2152298" y="1382344"/>
                  <a:pt x="2131610" y="1404175"/>
                  <a:pt x="2107493" y="1421492"/>
                </a:cubicBezTo>
                <a:lnTo>
                  <a:pt x="2121094" y="1440494"/>
                </a:lnTo>
                <a:cubicBezTo>
                  <a:pt x="2147668" y="1421435"/>
                  <a:pt x="2170414" y="1397432"/>
                  <a:pt x="2188017" y="1369828"/>
                </a:cubicBezTo>
                <a:lnTo>
                  <a:pt x="2168300" y="1357255"/>
                </a:lnTo>
                <a:moveTo>
                  <a:pt x="2048456" y="1452125"/>
                </a:moveTo>
                <a:cubicBezTo>
                  <a:pt x="2024568" y="1460439"/>
                  <a:pt x="1998878" y="1464954"/>
                  <a:pt x="1972104" y="1464954"/>
                </a:cubicBezTo>
                <a:lnTo>
                  <a:pt x="1960359" y="1464954"/>
                </a:lnTo>
                <a:lnTo>
                  <a:pt x="1960359" y="1488300"/>
                </a:lnTo>
                <a:lnTo>
                  <a:pt x="1972104" y="1488300"/>
                </a:lnTo>
                <a:cubicBezTo>
                  <a:pt x="2001507" y="1488300"/>
                  <a:pt x="2029796" y="1483357"/>
                  <a:pt x="2056143" y="1474184"/>
                </a:cubicBezTo>
                <a:lnTo>
                  <a:pt x="2048456" y="1452125"/>
                </a:lnTo>
                <a:moveTo>
                  <a:pt x="1890265" y="1464954"/>
                </a:moveTo>
                <a:lnTo>
                  <a:pt x="1796796" y="1464954"/>
                </a:lnTo>
                <a:lnTo>
                  <a:pt x="1796796" y="1488300"/>
                </a:lnTo>
                <a:lnTo>
                  <a:pt x="1890265" y="1488300"/>
                </a:lnTo>
                <a:lnTo>
                  <a:pt x="1890265" y="1464954"/>
                </a:lnTo>
                <a:moveTo>
                  <a:pt x="1726702" y="1464954"/>
                </a:moveTo>
                <a:lnTo>
                  <a:pt x="1633233" y="1464954"/>
                </a:lnTo>
                <a:lnTo>
                  <a:pt x="1633233" y="1488300"/>
                </a:lnTo>
                <a:lnTo>
                  <a:pt x="1726702" y="1488300"/>
                </a:lnTo>
                <a:lnTo>
                  <a:pt x="1726702" y="1464954"/>
                </a:lnTo>
                <a:moveTo>
                  <a:pt x="1563110" y="1464954"/>
                </a:moveTo>
                <a:lnTo>
                  <a:pt x="1469641" y="1464954"/>
                </a:lnTo>
                <a:lnTo>
                  <a:pt x="1469641" y="1488300"/>
                </a:lnTo>
                <a:lnTo>
                  <a:pt x="1563110" y="1488300"/>
                </a:lnTo>
                <a:lnTo>
                  <a:pt x="1563110" y="1464954"/>
                </a:lnTo>
                <a:moveTo>
                  <a:pt x="1399546" y="1464954"/>
                </a:moveTo>
                <a:lnTo>
                  <a:pt x="1306078" y="1464954"/>
                </a:lnTo>
                <a:lnTo>
                  <a:pt x="1306078" y="1488300"/>
                </a:lnTo>
                <a:lnTo>
                  <a:pt x="1399546" y="1488300"/>
                </a:lnTo>
                <a:lnTo>
                  <a:pt x="1399546" y="1464954"/>
                </a:lnTo>
                <a:moveTo>
                  <a:pt x="1235983" y="1464954"/>
                </a:moveTo>
                <a:lnTo>
                  <a:pt x="1142514" y="1464954"/>
                </a:lnTo>
                <a:lnTo>
                  <a:pt x="1142514" y="1488300"/>
                </a:lnTo>
                <a:lnTo>
                  <a:pt x="1235983" y="1488300"/>
                </a:lnTo>
                <a:lnTo>
                  <a:pt x="1235983" y="1464954"/>
                </a:lnTo>
                <a:moveTo>
                  <a:pt x="1072392" y="1464954"/>
                </a:moveTo>
                <a:lnTo>
                  <a:pt x="978922" y="1464954"/>
                </a:lnTo>
                <a:lnTo>
                  <a:pt x="978922" y="1488300"/>
                </a:lnTo>
                <a:lnTo>
                  <a:pt x="1072392" y="1488300"/>
                </a:lnTo>
                <a:lnTo>
                  <a:pt x="1072392" y="1464954"/>
                </a:lnTo>
                <a:moveTo>
                  <a:pt x="908828" y="1464954"/>
                </a:moveTo>
                <a:lnTo>
                  <a:pt x="815359" y="1464954"/>
                </a:lnTo>
                <a:lnTo>
                  <a:pt x="815359" y="1488300"/>
                </a:lnTo>
                <a:lnTo>
                  <a:pt x="908828" y="1488300"/>
                </a:lnTo>
                <a:lnTo>
                  <a:pt x="908828" y="1464954"/>
                </a:lnTo>
                <a:moveTo>
                  <a:pt x="745264" y="1464954"/>
                </a:moveTo>
                <a:lnTo>
                  <a:pt x="651796" y="1464954"/>
                </a:lnTo>
                <a:lnTo>
                  <a:pt x="651796" y="1488300"/>
                </a:lnTo>
                <a:lnTo>
                  <a:pt x="745264" y="1488300"/>
                </a:lnTo>
                <a:lnTo>
                  <a:pt x="745264" y="1464954"/>
                </a:lnTo>
                <a:moveTo>
                  <a:pt x="581701" y="1464954"/>
                </a:moveTo>
                <a:lnTo>
                  <a:pt x="488204" y="1464954"/>
                </a:lnTo>
                <a:lnTo>
                  <a:pt x="488204" y="1488300"/>
                </a:lnTo>
                <a:lnTo>
                  <a:pt x="581701" y="1488300"/>
                </a:lnTo>
                <a:lnTo>
                  <a:pt x="581701" y="1464954"/>
                </a:lnTo>
                <a:moveTo>
                  <a:pt x="418110" y="1464954"/>
                </a:moveTo>
                <a:lnTo>
                  <a:pt x="324640" y="1464954"/>
                </a:lnTo>
                <a:lnTo>
                  <a:pt x="324640" y="1488300"/>
                </a:lnTo>
                <a:lnTo>
                  <a:pt x="418110" y="1488300"/>
                </a:lnTo>
                <a:lnTo>
                  <a:pt x="418110" y="1464954"/>
                </a:lnTo>
                <a:moveTo>
                  <a:pt x="254603" y="1464954"/>
                </a:moveTo>
                <a:cubicBezTo>
                  <a:pt x="223885" y="1464783"/>
                  <a:pt x="194624" y="1458697"/>
                  <a:pt x="167878" y="1447724"/>
                </a:cubicBezTo>
                <a:lnTo>
                  <a:pt x="159020" y="1469355"/>
                </a:lnTo>
                <a:cubicBezTo>
                  <a:pt x="188510" y="1481414"/>
                  <a:pt x="220742" y="1488129"/>
                  <a:pt x="254489" y="1488300"/>
                </a:cubicBezTo>
                <a:lnTo>
                  <a:pt x="254603" y="1464954"/>
                </a:lnTo>
                <a:moveTo>
                  <a:pt x="110557" y="1413977"/>
                </a:moveTo>
                <a:cubicBezTo>
                  <a:pt x="87411" y="1395432"/>
                  <a:pt x="67894" y="1372571"/>
                  <a:pt x="53264" y="1346597"/>
                </a:cubicBezTo>
                <a:lnTo>
                  <a:pt x="32890" y="1358084"/>
                </a:lnTo>
                <a:cubicBezTo>
                  <a:pt x="49035" y="1386659"/>
                  <a:pt x="70495" y="1411834"/>
                  <a:pt x="95955" y="1432208"/>
                </a:cubicBezTo>
                <a:lnTo>
                  <a:pt x="110557" y="1413977"/>
                </a:lnTo>
                <a:moveTo>
                  <a:pt x="29233" y="1284618"/>
                </a:moveTo>
                <a:cubicBezTo>
                  <a:pt x="25375" y="1267873"/>
                  <a:pt x="23346" y="1250414"/>
                  <a:pt x="23346" y="1232468"/>
                </a:cubicBezTo>
                <a:lnTo>
                  <a:pt x="23346" y="1194235"/>
                </a:lnTo>
                <a:lnTo>
                  <a:pt x="0" y="1194235"/>
                </a:lnTo>
                <a:lnTo>
                  <a:pt x="0" y="1232468"/>
                </a:lnTo>
                <a:cubicBezTo>
                  <a:pt x="0" y="1252185"/>
                  <a:pt x="2229" y="1271387"/>
                  <a:pt x="6458" y="1289847"/>
                </a:cubicBezTo>
                <a:lnTo>
                  <a:pt x="29233" y="1284618"/>
                </a:lnTo>
                <a:moveTo>
                  <a:pt x="23346" y="1124140"/>
                </a:moveTo>
                <a:lnTo>
                  <a:pt x="23346" y="1030672"/>
                </a:lnTo>
                <a:lnTo>
                  <a:pt x="0" y="1030672"/>
                </a:lnTo>
                <a:lnTo>
                  <a:pt x="0" y="1124140"/>
                </a:lnTo>
                <a:lnTo>
                  <a:pt x="23346" y="1124140"/>
                </a:lnTo>
                <a:moveTo>
                  <a:pt x="23346" y="960577"/>
                </a:moveTo>
                <a:lnTo>
                  <a:pt x="23346" y="867108"/>
                </a:lnTo>
                <a:lnTo>
                  <a:pt x="0" y="867108"/>
                </a:lnTo>
                <a:lnTo>
                  <a:pt x="0" y="960577"/>
                </a:lnTo>
                <a:lnTo>
                  <a:pt x="23346" y="960577"/>
                </a:lnTo>
                <a:moveTo>
                  <a:pt x="23346" y="797014"/>
                </a:moveTo>
                <a:lnTo>
                  <a:pt x="23346" y="703516"/>
                </a:lnTo>
                <a:lnTo>
                  <a:pt x="0" y="703516"/>
                </a:lnTo>
                <a:lnTo>
                  <a:pt x="0" y="797014"/>
                </a:lnTo>
                <a:lnTo>
                  <a:pt x="23346" y="797014"/>
                </a:lnTo>
                <a:moveTo>
                  <a:pt x="23346" y="633422"/>
                </a:moveTo>
                <a:lnTo>
                  <a:pt x="23346" y="539953"/>
                </a:lnTo>
                <a:lnTo>
                  <a:pt x="0" y="539953"/>
                </a:lnTo>
                <a:lnTo>
                  <a:pt x="0" y="633422"/>
                </a:lnTo>
                <a:lnTo>
                  <a:pt x="23346" y="633422"/>
                </a:lnTo>
                <a:moveTo>
                  <a:pt x="23346" y="469859"/>
                </a:moveTo>
                <a:lnTo>
                  <a:pt x="23346" y="376390"/>
                </a:lnTo>
                <a:lnTo>
                  <a:pt x="0" y="376390"/>
                </a:lnTo>
                <a:lnTo>
                  <a:pt x="0" y="469859"/>
                </a:lnTo>
                <a:lnTo>
                  <a:pt x="23346" y="469859"/>
                </a:lnTo>
                <a:moveTo>
                  <a:pt x="23346" y="306295"/>
                </a:moveTo>
                <a:lnTo>
                  <a:pt x="23346" y="255832"/>
                </a:lnTo>
                <a:cubicBezTo>
                  <a:pt x="23346" y="225114"/>
                  <a:pt x="29289" y="195824"/>
                  <a:pt x="40119" y="169021"/>
                </a:cubicBezTo>
                <a:lnTo>
                  <a:pt x="18431" y="160277"/>
                </a:lnTo>
                <a:cubicBezTo>
                  <a:pt x="6544" y="189824"/>
                  <a:pt x="0" y="222085"/>
                  <a:pt x="0" y="255832"/>
                </a:cubicBezTo>
                <a:lnTo>
                  <a:pt x="0" y="306295"/>
                </a:lnTo>
                <a:lnTo>
                  <a:pt x="23346" y="306295"/>
                </a:lnTo>
              </a:path>
            </a:pathLst>
          </a:custGeom>
          <a:solidFill xmlns:a="http://schemas.openxmlformats.org/drawingml/2006/main">
            <a:srgbClr val="F9CA98"/>
          </a:solidFill>
          <a:ln xmlns:a="http://schemas.openxmlformats.org/drawingml/2006/main" w="0">
            <a:noFill/>
            <a:prstDash val="solid"/>
          </a:ln>
        </p:spPr>
      </p:sp>
      <p:sp>
        <p:nvSpPr>
          <p:cNvPr id="318" name="pdf-path-510">
            <a:extLst xmlns:a="http://schemas.openxmlformats.org/drawingml/2006/main">
              <a:ext uri="{FF2B5EF4-FFF2-40B4-BE49-F238E27FC236}">
                <a16:creationId xmlns:a16="http://schemas.microsoft.com/office/drawing/2014/main" id="{92CCFA82-C3DF-4D0C-9DFC-9CA27C41E7A2}"/>
              </a:ext>
            </a:extLst>
          </p:cNvPr>
          <p:cNvSpPr>
            <a:spLocks xmlns:a="http://schemas.openxmlformats.org/drawingml/2006/main" noGrp="1"/>
          </p:cNvSpPr>
          <p:nvPr/>
        </p:nvSpPr>
        <p:spPr>
          <a:xfrm xmlns:a="http://schemas.openxmlformats.org/drawingml/2006/main" rot="0">
            <a:off x="561784" y="4904871"/>
            <a:ext cx="1991563" cy="722376"/>
          </a:xfrm>
          <a:custGeom xmlns:a="http://schemas.openxmlformats.org/drawingml/2006/main">
            <a:pathLst>
              <a:path w="1991563" h="722376">
                <a:moveTo>
                  <a:pt x="1959816" y="722376"/>
                </a:moveTo>
                <a:lnTo>
                  <a:pt x="1947843" y="722376"/>
                </a:lnTo>
                <a:lnTo>
                  <a:pt x="1947843" y="621106"/>
                </a:lnTo>
                <a:lnTo>
                  <a:pt x="1839630" y="621106"/>
                </a:lnTo>
                <a:lnTo>
                  <a:pt x="1839630" y="511235"/>
                </a:lnTo>
                <a:lnTo>
                  <a:pt x="1586798" y="511235"/>
                </a:lnTo>
                <a:lnTo>
                  <a:pt x="1586798" y="621106"/>
                </a:lnTo>
                <a:lnTo>
                  <a:pt x="980351" y="621106"/>
                </a:lnTo>
                <a:lnTo>
                  <a:pt x="980351" y="504977"/>
                </a:lnTo>
                <a:lnTo>
                  <a:pt x="708031" y="504977"/>
                </a:lnTo>
                <a:lnTo>
                  <a:pt x="708031" y="621106"/>
                </a:lnTo>
                <a:lnTo>
                  <a:pt x="403936" y="621106"/>
                </a:lnTo>
                <a:lnTo>
                  <a:pt x="403936" y="522665"/>
                </a:lnTo>
                <a:lnTo>
                  <a:pt x="496062" y="522665"/>
                </a:lnTo>
                <a:lnTo>
                  <a:pt x="500177" y="520950"/>
                </a:lnTo>
                <a:lnTo>
                  <a:pt x="501891" y="516807"/>
                </a:lnTo>
                <a:lnTo>
                  <a:pt x="501891" y="290493"/>
                </a:lnTo>
                <a:lnTo>
                  <a:pt x="500177" y="286379"/>
                </a:lnTo>
                <a:lnTo>
                  <a:pt x="496062" y="284664"/>
                </a:lnTo>
                <a:lnTo>
                  <a:pt x="254603" y="284664"/>
                </a:lnTo>
                <a:lnTo>
                  <a:pt x="254603" y="64180"/>
                </a:lnTo>
                <a:lnTo>
                  <a:pt x="252889" y="60065"/>
                </a:lnTo>
                <a:lnTo>
                  <a:pt x="248774" y="58350"/>
                </a:lnTo>
                <a:lnTo>
                  <a:pt x="22460" y="58350"/>
                </a:lnTo>
                <a:lnTo>
                  <a:pt x="18317" y="60065"/>
                </a:lnTo>
                <a:lnTo>
                  <a:pt x="16602" y="64180"/>
                </a:lnTo>
                <a:lnTo>
                  <a:pt x="16602" y="516807"/>
                </a:lnTo>
                <a:lnTo>
                  <a:pt x="18317" y="520950"/>
                </a:lnTo>
                <a:lnTo>
                  <a:pt x="22460" y="522665"/>
                </a:lnTo>
                <a:lnTo>
                  <a:pt x="151133" y="522665"/>
                </a:lnTo>
                <a:lnTo>
                  <a:pt x="151133" y="701745"/>
                </a:lnTo>
                <a:lnTo>
                  <a:pt x="355930" y="701745"/>
                </a:lnTo>
                <a:lnTo>
                  <a:pt x="355930" y="716518"/>
                </a:lnTo>
                <a:lnTo>
                  <a:pt x="324098" y="716518"/>
                </a:lnTo>
                <a:lnTo>
                  <a:pt x="324098" y="722376"/>
                </a:lnTo>
                <a:lnTo>
                  <a:pt x="289036" y="722376"/>
                </a:lnTo>
                <a:lnTo>
                  <a:pt x="289036" y="716518"/>
                </a:lnTo>
                <a:lnTo>
                  <a:pt x="242316" y="716518"/>
                </a:lnTo>
                <a:lnTo>
                  <a:pt x="242316" y="722376"/>
                </a:lnTo>
                <a:lnTo>
                  <a:pt x="207254" y="722376"/>
                </a:lnTo>
                <a:lnTo>
                  <a:pt x="207254" y="716518"/>
                </a:lnTo>
                <a:lnTo>
                  <a:pt x="160506" y="716518"/>
                </a:lnTo>
                <a:lnTo>
                  <a:pt x="160506" y="722376"/>
                </a:lnTo>
                <a:lnTo>
                  <a:pt x="125473" y="722376"/>
                </a:lnTo>
                <a:lnTo>
                  <a:pt x="125473" y="716518"/>
                </a:lnTo>
                <a:lnTo>
                  <a:pt x="78724" y="716518"/>
                </a:lnTo>
                <a:lnTo>
                  <a:pt x="78724" y="722376"/>
                </a:lnTo>
                <a:lnTo>
                  <a:pt x="43691" y="722376"/>
                </a:lnTo>
                <a:lnTo>
                  <a:pt x="43691" y="716518"/>
                </a:lnTo>
                <a:lnTo>
                  <a:pt x="0" y="716518"/>
                </a:lnTo>
                <a:lnTo>
                  <a:pt x="0" y="719319"/>
                </a:lnTo>
                <a:lnTo>
                  <a:pt x="0" y="684285"/>
                </a:lnTo>
                <a:lnTo>
                  <a:pt x="5829" y="684285"/>
                </a:lnTo>
                <a:lnTo>
                  <a:pt x="5829" y="637537"/>
                </a:lnTo>
                <a:lnTo>
                  <a:pt x="0" y="637537"/>
                </a:lnTo>
                <a:lnTo>
                  <a:pt x="0" y="602475"/>
                </a:lnTo>
                <a:lnTo>
                  <a:pt x="5829" y="602475"/>
                </a:lnTo>
                <a:lnTo>
                  <a:pt x="5829" y="555755"/>
                </a:lnTo>
                <a:lnTo>
                  <a:pt x="0" y="555755"/>
                </a:lnTo>
                <a:lnTo>
                  <a:pt x="0" y="520693"/>
                </a:lnTo>
                <a:lnTo>
                  <a:pt x="5829" y="520693"/>
                </a:lnTo>
                <a:lnTo>
                  <a:pt x="5829" y="473974"/>
                </a:lnTo>
                <a:lnTo>
                  <a:pt x="0" y="473974"/>
                </a:lnTo>
                <a:lnTo>
                  <a:pt x="0" y="438912"/>
                </a:lnTo>
                <a:lnTo>
                  <a:pt x="5829" y="438912"/>
                </a:lnTo>
                <a:lnTo>
                  <a:pt x="5829" y="392192"/>
                </a:lnTo>
                <a:lnTo>
                  <a:pt x="0" y="392192"/>
                </a:lnTo>
                <a:lnTo>
                  <a:pt x="0" y="357130"/>
                </a:lnTo>
                <a:lnTo>
                  <a:pt x="5829" y="357130"/>
                </a:lnTo>
                <a:lnTo>
                  <a:pt x="5829" y="310410"/>
                </a:lnTo>
                <a:lnTo>
                  <a:pt x="0" y="310410"/>
                </a:lnTo>
                <a:lnTo>
                  <a:pt x="0" y="275349"/>
                </a:lnTo>
                <a:lnTo>
                  <a:pt x="5829" y="275349"/>
                </a:lnTo>
                <a:lnTo>
                  <a:pt x="5829" y="228600"/>
                </a:lnTo>
                <a:lnTo>
                  <a:pt x="0" y="228600"/>
                </a:lnTo>
                <a:lnTo>
                  <a:pt x="0" y="193567"/>
                </a:lnTo>
                <a:lnTo>
                  <a:pt x="5829" y="193567"/>
                </a:lnTo>
                <a:lnTo>
                  <a:pt x="5829" y="146818"/>
                </a:lnTo>
                <a:lnTo>
                  <a:pt x="0" y="146818"/>
                </a:lnTo>
                <a:lnTo>
                  <a:pt x="0" y="111785"/>
                </a:lnTo>
                <a:lnTo>
                  <a:pt x="5829" y="111785"/>
                </a:lnTo>
                <a:lnTo>
                  <a:pt x="5829" y="65037"/>
                </a:lnTo>
                <a:lnTo>
                  <a:pt x="0" y="65037"/>
                </a:lnTo>
                <a:lnTo>
                  <a:pt x="0" y="30004"/>
                </a:lnTo>
                <a:lnTo>
                  <a:pt x="5829" y="30004"/>
                </a:lnTo>
                <a:lnTo>
                  <a:pt x="5829" y="8744"/>
                </a:lnTo>
                <a:lnTo>
                  <a:pt x="726234" y="8744"/>
                </a:lnTo>
                <a:lnTo>
                  <a:pt x="726234" y="0"/>
                </a:lnTo>
                <a:lnTo>
                  <a:pt x="736063" y="0"/>
                </a:lnTo>
                <a:lnTo>
                  <a:pt x="736063" y="5858"/>
                </a:lnTo>
                <a:lnTo>
                  <a:pt x="782783" y="5858"/>
                </a:lnTo>
                <a:lnTo>
                  <a:pt x="782783" y="0"/>
                </a:lnTo>
                <a:lnTo>
                  <a:pt x="817845" y="0"/>
                </a:lnTo>
                <a:lnTo>
                  <a:pt x="817845" y="5858"/>
                </a:lnTo>
                <a:lnTo>
                  <a:pt x="864594" y="5858"/>
                </a:lnTo>
                <a:lnTo>
                  <a:pt x="864594" y="0"/>
                </a:lnTo>
                <a:lnTo>
                  <a:pt x="899627" y="0"/>
                </a:lnTo>
                <a:lnTo>
                  <a:pt x="899627" y="5858"/>
                </a:lnTo>
                <a:lnTo>
                  <a:pt x="946375" y="5858"/>
                </a:lnTo>
                <a:lnTo>
                  <a:pt x="946375" y="0"/>
                </a:lnTo>
                <a:lnTo>
                  <a:pt x="981408" y="0"/>
                </a:lnTo>
                <a:lnTo>
                  <a:pt x="981408" y="5858"/>
                </a:lnTo>
                <a:lnTo>
                  <a:pt x="1028157" y="5858"/>
                </a:lnTo>
                <a:lnTo>
                  <a:pt x="1028157" y="0"/>
                </a:lnTo>
                <a:lnTo>
                  <a:pt x="1063190" y="0"/>
                </a:lnTo>
                <a:lnTo>
                  <a:pt x="1063190" y="5858"/>
                </a:lnTo>
                <a:lnTo>
                  <a:pt x="1109939" y="5858"/>
                </a:lnTo>
                <a:lnTo>
                  <a:pt x="1109939" y="0"/>
                </a:lnTo>
                <a:lnTo>
                  <a:pt x="1145000" y="0"/>
                </a:lnTo>
                <a:lnTo>
                  <a:pt x="1145000" y="5858"/>
                </a:lnTo>
                <a:lnTo>
                  <a:pt x="1191720" y="5858"/>
                </a:lnTo>
                <a:lnTo>
                  <a:pt x="1191720" y="0"/>
                </a:lnTo>
                <a:lnTo>
                  <a:pt x="1226782" y="0"/>
                </a:lnTo>
                <a:lnTo>
                  <a:pt x="1226782" y="5858"/>
                </a:lnTo>
                <a:lnTo>
                  <a:pt x="1273502" y="5858"/>
                </a:lnTo>
                <a:lnTo>
                  <a:pt x="1273502" y="0"/>
                </a:lnTo>
                <a:lnTo>
                  <a:pt x="1308564" y="0"/>
                </a:lnTo>
                <a:lnTo>
                  <a:pt x="1308564" y="5858"/>
                </a:lnTo>
                <a:lnTo>
                  <a:pt x="1340053" y="5858"/>
                </a:lnTo>
                <a:lnTo>
                  <a:pt x="1340053" y="8744"/>
                </a:lnTo>
                <a:lnTo>
                  <a:pt x="1985705" y="8744"/>
                </a:lnTo>
                <a:lnTo>
                  <a:pt x="1985705" y="18031"/>
                </a:lnTo>
                <a:lnTo>
                  <a:pt x="1991563" y="18031"/>
                </a:lnTo>
                <a:lnTo>
                  <a:pt x="1991563" y="53092"/>
                </a:lnTo>
                <a:lnTo>
                  <a:pt x="1985705" y="53092"/>
                </a:lnTo>
                <a:lnTo>
                  <a:pt x="1985705" y="99812"/>
                </a:lnTo>
                <a:lnTo>
                  <a:pt x="1991563" y="99812"/>
                </a:lnTo>
                <a:lnTo>
                  <a:pt x="1991563" y="134874"/>
                </a:lnTo>
                <a:lnTo>
                  <a:pt x="1985705" y="134874"/>
                </a:lnTo>
                <a:lnTo>
                  <a:pt x="1985705" y="181594"/>
                </a:lnTo>
                <a:lnTo>
                  <a:pt x="1991563" y="181594"/>
                </a:lnTo>
                <a:lnTo>
                  <a:pt x="1991563" y="216656"/>
                </a:lnTo>
                <a:lnTo>
                  <a:pt x="1985705" y="216656"/>
                </a:lnTo>
                <a:lnTo>
                  <a:pt x="1985705" y="263404"/>
                </a:lnTo>
                <a:lnTo>
                  <a:pt x="1991563" y="263404"/>
                </a:lnTo>
                <a:lnTo>
                  <a:pt x="1991563" y="298437"/>
                </a:lnTo>
                <a:lnTo>
                  <a:pt x="1985705" y="298437"/>
                </a:lnTo>
                <a:lnTo>
                  <a:pt x="1985705" y="345186"/>
                </a:lnTo>
                <a:lnTo>
                  <a:pt x="1991563" y="345186"/>
                </a:lnTo>
                <a:lnTo>
                  <a:pt x="1991563" y="380219"/>
                </a:lnTo>
                <a:lnTo>
                  <a:pt x="1985705" y="380219"/>
                </a:lnTo>
                <a:lnTo>
                  <a:pt x="1985705" y="426967"/>
                </a:lnTo>
                <a:lnTo>
                  <a:pt x="1991563" y="426967"/>
                </a:lnTo>
                <a:lnTo>
                  <a:pt x="1991563" y="462001"/>
                </a:lnTo>
                <a:lnTo>
                  <a:pt x="1985705" y="462001"/>
                </a:lnTo>
                <a:lnTo>
                  <a:pt x="1985705" y="508749"/>
                </a:lnTo>
                <a:lnTo>
                  <a:pt x="1991563" y="508749"/>
                </a:lnTo>
                <a:lnTo>
                  <a:pt x="1991563" y="543782"/>
                </a:lnTo>
                <a:lnTo>
                  <a:pt x="1985705" y="543782"/>
                </a:lnTo>
                <a:lnTo>
                  <a:pt x="1985705" y="590531"/>
                </a:lnTo>
                <a:lnTo>
                  <a:pt x="1991563" y="590531"/>
                </a:lnTo>
                <a:lnTo>
                  <a:pt x="1991563" y="625593"/>
                </a:lnTo>
                <a:lnTo>
                  <a:pt x="1985705" y="625593"/>
                </a:lnTo>
                <a:lnTo>
                  <a:pt x="1985705" y="672312"/>
                </a:lnTo>
                <a:lnTo>
                  <a:pt x="1991563" y="672312"/>
                </a:lnTo>
                <a:lnTo>
                  <a:pt x="1991563" y="707374"/>
                </a:lnTo>
                <a:lnTo>
                  <a:pt x="1985705" y="707374"/>
                </a:lnTo>
                <a:lnTo>
                  <a:pt x="1985705" y="716518"/>
                </a:lnTo>
                <a:lnTo>
                  <a:pt x="1959816" y="716518"/>
                </a:lnTo>
                <a:lnTo>
                  <a:pt x="1959816" y="722376"/>
                </a:lnTo>
                <a:moveTo>
                  <a:pt x="581587" y="97041"/>
                </a:moveTo>
                <a:lnTo>
                  <a:pt x="577444" y="98755"/>
                </a:lnTo>
                <a:lnTo>
                  <a:pt x="575758" y="102899"/>
                </a:lnTo>
                <a:lnTo>
                  <a:pt x="575758" y="293694"/>
                </a:lnTo>
                <a:lnTo>
                  <a:pt x="577444" y="297809"/>
                </a:lnTo>
                <a:lnTo>
                  <a:pt x="581587" y="299523"/>
                </a:lnTo>
                <a:lnTo>
                  <a:pt x="852649" y="299523"/>
                </a:lnTo>
                <a:lnTo>
                  <a:pt x="852649" y="484489"/>
                </a:lnTo>
                <a:lnTo>
                  <a:pt x="854364" y="488633"/>
                </a:lnTo>
                <a:lnTo>
                  <a:pt x="858507" y="490318"/>
                </a:lnTo>
                <a:lnTo>
                  <a:pt x="1049303" y="490318"/>
                </a:lnTo>
                <a:lnTo>
                  <a:pt x="1053446" y="488633"/>
                </a:lnTo>
                <a:lnTo>
                  <a:pt x="1055132" y="484489"/>
                </a:lnTo>
                <a:lnTo>
                  <a:pt x="1055132" y="102899"/>
                </a:lnTo>
                <a:lnTo>
                  <a:pt x="1053446" y="98755"/>
                </a:lnTo>
                <a:lnTo>
                  <a:pt x="1049303" y="97041"/>
                </a:lnTo>
                <a:lnTo>
                  <a:pt x="581587" y="97041"/>
                </a:lnTo>
                <a:moveTo>
                  <a:pt x="1518304" y="465286"/>
                </a:moveTo>
                <a:lnTo>
                  <a:pt x="1693640" y="465286"/>
                </a:lnTo>
                <a:lnTo>
                  <a:pt x="1697784" y="463572"/>
                </a:lnTo>
                <a:lnTo>
                  <a:pt x="1699498" y="459429"/>
                </a:lnTo>
                <a:lnTo>
                  <a:pt x="1699498" y="291036"/>
                </a:lnTo>
                <a:lnTo>
                  <a:pt x="1964303" y="291036"/>
                </a:lnTo>
                <a:lnTo>
                  <a:pt x="1968417" y="289322"/>
                </a:lnTo>
                <a:lnTo>
                  <a:pt x="1970132" y="285207"/>
                </a:lnTo>
                <a:lnTo>
                  <a:pt x="1970132" y="110957"/>
                </a:lnTo>
                <a:lnTo>
                  <a:pt x="1968417" y="106814"/>
                </a:lnTo>
                <a:lnTo>
                  <a:pt x="1964303" y="105099"/>
                </a:lnTo>
                <a:lnTo>
                  <a:pt x="1518304" y="105099"/>
                </a:lnTo>
                <a:lnTo>
                  <a:pt x="1514161" y="106814"/>
                </a:lnTo>
                <a:lnTo>
                  <a:pt x="1512446" y="110957"/>
                </a:lnTo>
                <a:lnTo>
                  <a:pt x="1512446" y="459429"/>
                </a:lnTo>
                <a:lnTo>
                  <a:pt x="1514161" y="463572"/>
                </a:lnTo>
                <a:lnTo>
                  <a:pt x="1518304" y="465286"/>
                </a:lnTo>
              </a:path>
            </a:pathLst>
          </a:custGeom>
          <a:solidFill xmlns:a="http://schemas.openxmlformats.org/drawingml/2006/main">
            <a:srgbClr val="FFFFFF"/>
          </a:solidFill>
          <a:ln xmlns:a="http://schemas.openxmlformats.org/drawingml/2006/main" w="0">
            <a:noFill/>
            <a:prstDash val="solid"/>
          </a:ln>
        </p:spPr>
      </p:sp>
      <p:sp>
        <p:nvSpPr>
          <p:cNvPr id="319" name="pdf-path-512">
            <a:extLst xmlns:a="http://schemas.openxmlformats.org/drawingml/2006/main">
              <a:ext uri="{FF2B5EF4-FFF2-40B4-BE49-F238E27FC236}">
                <a16:creationId xmlns:a16="http://schemas.microsoft.com/office/drawing/2014/main" id="{AC0A501A-3C23-472E-A1D9-449A111CFDC8}"/>
              </a:ext>
            </a:extLst>
          </p:cNvPr>
          <p:cNvSpPr>
            <a:spLocks xmlns:a="http://schemas.openxmlformats.org/drawingml/2006/main" noGrp="1"/>
          </p:cNvSpPr>
          <p:nvPr/>
        </p:nvSpPr>
        <p:spPr>
          <a:xfrm xmlns:a="http://schemas.openxmlformats.org/drawingml/2006/main" rot="0">
            <a:off x="578386" y="4963221"/>
            <a:ext cx="485318" cy="464315"/>
          </a:xfrm>
          <a:custGeom xmlns:a="http://schemas.openxmlformats.org/drawingml/2006/main">
            <a:pathLst>
              <a:path w="485318" h="464315">
                <a:moveTo>
                  <a:pt x="479460" y="464315"/>
                </a:moveTo>
                <a:lnTo>
                  <a:pt x="387334" y="464315"/>
                </a:lnTo>
                <a:lnTo>
                  <a:pt x="387334" y="457142"/>
                </a:lnTo>
                <a:lnTo>
                  <a:pt x="134531" y="457142"/>
                </a:lnTo>
                <a:lnTo>
                  <a:pt x="134531" y="464315"/>
                </a:lnTo>
                <a:lnTo>
                  <a:pt x="5858" y="464315"/>
                </a:lnTo>
                <a:lnTo>
                  <a:pt x="1714" y="462601"/>
                </a:lnTo>
                <a:lnTo>
                  <a:pt x="0" y="458457"/>
                </a:lnTo>
                <a:lnTo>
                  <a:pt x="0" y="5829"/>
                </a:lnTo>
                <a:lnTo>
                  <a:pt x="1714" y="1714"/>
                </a:lnTo>
                <a:lnTo>
                  <a:pt x="5858" y="0"/>
                </a:lnTo>
                <a:lnTo>
                  <a:pt x="232172" y="0"/>
                </a:lnTo>
                <a:lnTo>
                  <a:pt x="236287" y="1714"/>
                </a:lnTo>
                <a:lnTo>
                  <a:pt x="238001" y="5829"/>
                </a:lnTo>
                <a:lnTo>
                  <a:pt x="238001" y="226314"/>
                </a:lnTo>
                <a:lnTo>
                  <a:pt x="479460" y="226314"/>
                </a:lnTo>
                <a:lnTo>
                  <a:pt x="483575" y="228028"/>
                </a:lnTo>
                <a:lnTo>
                  <a:pt x="485318" y="232143"/>
                </a:lnTo>
                <a:lnTo>
                  <a:pt x="485318" y="458457"/>
                </a:lnTo>
                <a:lnTo>
                  <a:pt x="483575" y="462601"/>
                </a:lnTo>
                <a:lnTo>
                  <a:pt x="479460" y="464315"/>
                </a:lnTo>
                <a:moveTo>
                  <a:pt x="11687" y="11687"/>
                </a:moveTo>
                <a:lnTo>
                  <a:pt x="11687" y="452628"/>
                </a:lnTo>
                <a:lnTo>
                  <a:pt x="473631" y="452628"/>
                </a:lnTo>
                <a:lnTo>
                  <a:pt x="473631" y="238001"/>
                </a:lnTo>
                <a:lnTo>
                  <a:pt x="232172" y="238001"/>
                </a:lnTo>
                <a:lnTo>
                  <a:pt x="228028" y="236287"/>
                </a:lnTo>
                <a:lnTo>
                  <a:pt x="226314" y="232143"/>
                </a:lnTo>
                <a:lnTo>
                  <a:pt x="226314" y="11687"/>
                </a:lnTo>
                <a:lnTo>
                  <a:pt x="11687" y="11687"/>
                </a:lnTo>
              </a:path>
            </a:pathLst>
          </a:custGeom>
          <a:solidFill xmlns:a="http://schemas.openxmlformats.org/drawingml/2006/main">
            <a:srgbClr val="D9DADC"/>
          </a:solidFill>
          <a:ln xmlns:a="http://schemas.openxmlformats.org/drawingml/2006/main" w="0">
            <a:noFill/>
            <a:prstDash val="solid"/>
          </a:ln>
        </p:spPr>
      </p:sp>
      <p:sp>
        <p:nvSpPr>
          <p:cNvPr id="320" name="pdf-path-514">
            <a:extLst xmlns:a="http://schemas.openxmlformats.org/drawingml/2006/main">
              <a:ext uri="{FF2B5EF4-FFF2-40B4-BE49-F238E27FC236}">
                <a16:creationId xmlns:a16="http://schemas.microsoft.com/office/drawing/2014/main" id="{90F2A8D4-E84E-4CF3-9ED0-CCF186807C36}"/>
              </a:ext>
            </a:extLst>
          </p:cNvPr>
          <p:cNvSpPr>
            <a:spLocks xmlns:a="http://schemas.openxmlformats.org/drawingml/2006/main" noGrp="1"/>
          </p:cNvSpPr>
          <p:nvPr/>
        </p:nvSpPr>
        <p:spPr>
          <a:xfrm xmlns:a="http://schemas.openxmlformats.org/drawingml/2006/main" rot="0">
            <a:off x="1137542" y="5001910"/>
            <a:ext cx="479374" cy="393278"/>
          </a:xfrm>
          <a:custGeom xmlns:a="http://schemas.openxmlformats.org/drawingml/2006/main">
            <a:pathLst>
              <a:path w="479374" h="393278">
                <a:moveTo>
                  <a:pt x="473545" y="393278"/>
                </a:moveTo>
                <a:lnTo>
                  <a:pt x="282750" y="393278"/>
                </a:lnTo>
                <a:lnTo>
                  <a:pt x="278606" y="391592"/>
                </a:lnTo>
                <a:lnTo>
                  <a:pt x="276892" y="387448"/>
                </a:lnTo>
                <a:lnTo>
                  <a:pt x="276892" y="202482"/>
                </a:lnTo>
                <a:lnTo>
                  <a:pt x="5829" y="202482"/>
                </a:lnTo>
                <a:lnTo>
                  <a:pt x="1686" y="200768"/>
                </a:lnTo>
                <a:lnTo>
                  <a:pt x="0" y="196653"/>
                </a:lnTo>
                <a:lnTo>
                  <a:pt x="0" y="5858"/>
                </a:lnTo>
                <a:lnTo>
                  <a:pt x="1686" y="1714"/>
                </a:lnTo>
                <a:lnTo>
                  <a:pt x="5829" y="0"/>
                </a:lnTo>
                <a:lnTo>
                  <a:pt x="473545" y="0"/>
                </a:lnTo>
                <a:lnTo>
                  <a:pt x="477688" y="1714"/>
                </a:lnTo>
                <a:lnTo>
                  <a:pt x="479374" y="5858"/>
                </a:lnTo>
                <a:lnTo>
                  <a:pt x="479374" y="387448"/>
                </a:lnTo>
                <a:lnTo>
                  <a:pt x="477688" y="391592"/>
                </a:lnTo>
                <a:lnTo>
                  <a:pt x="473545" y="393278"/>
                </a:lnTo>
                <a:moveTo>
                  <a:pt x="473545" y="387448"/>
                </a:moveTo>
                <a:lnTo>
                  <a:pt x="473545" y="381619"/>
                </a:lnTo>
                <a:lnTo>
                  <a:pt x="473545" y="387448"/>
                </a:lnTo>
                <a:moveTo>
                  <a:pt x="11659" y="11687"/>
                </a:moveTo>
                <a:lnTo>
                  <a:pt x="11659" y="190795"/>
                </a:lnTo>
                <a:lnTo>
                  <a:pt x="282750" y="190795"/>
                </a:lnTo>
                <a:lnTo>
                  <a:pt x="286864" y="192510"/>
                </a:lnTo>
                <a:lnTo>
                  <a:pt x="288579" y="196653"/>
                </a:lnTo>
                <a:lnTo>
                  <a:pt x="288579" y="381619"/>
                </a:lnTo>
                <a:lnTo>
                  <a:pt x="467715" y="381619"/>
                </a:lnTo>
                <a:lnTo>
                  <a:pt x="467715" y="11687"/>
                </a:lnTo>
                <a:lnTo>
                  <a:pt x="11659" y="11687"/>
                </a:lnTo>
              </a:path>
            </a:pathLst>
          </a:custGeom>
          <a:solidFill xmlns:a="http://schemas.openxmlformats.org/drawingml/2006/main">
            <a:srgbClr val="D9DADC"/>
          </a:solidFill>
          <a:ln xmlns:a="http://schemas.openxmlformats.org/drawingml/2006/main" w="0">
            <a:noFill/>
            <a:prstDash val="solid"/>
          </a:ln>
        </p:spPr>
      </p:sp>
      <p:sp>
        <p:nvSpPr>
          <p:cNvPr id="321" name="pdf-path-516">
            <a:extLst xmlns:a="http://schemas.openxmlformats.org/drawingml/2006/main">
              <a:ext uri="{FF2B5EF4-FFF2-40B4-BE49-F238E27FC236}">
                <a16:creationId xmlns:a16="http://schemas.microsoft.com/office/drawing/2014/main" id="{D397C4C9-F3E6-4499-97ED-78C4B5124865}"/>
              </a:ext>
            </a:extLst>
          </p:cNvPr>
          <p:cNvSpPr>
            <a:spLocks xmlns:a="http://schemas.openxmlformats.org/drawingml/2006/main" noGrp="1"/>
          </p:cNvSpPr>
          <p:nvPr/>
        </p:nvSpPr>
        <p:spPr>
          <a:xfrm xmlns:a="http://schemas.openxmlformats.org/drawingml/2006/main" rot="0">
            <a:off x="2074230" y="5009969"/>
            <a:ext cx="457686" cy="360188"/>
          </a:xfrm>
          <a:custGeom xmlns:a="http://schemas.openxmlformats.org/drawingml/2006/main">
            <a:pathLst>
              <a:path w="457686" h="360188">
                <a:moveTo>
                  <a:pt x="181194" y="360188"/>
                </a:moveTo>
                <a:lnTo>
                  <a:pt x="5858" y="360188"/>
                </a:lnTo>
                <a:lnTo>
                  <a:pt x="1714" y="358473"/>
                </a:lnTo>
                <a:lnTo>
                  <a:pt x="0" y="354330"/>
                </a:lnTo>
                <a:lnTo>
                  <a:pt x="0" y="5858"/>
                </a:lnTo>
                <a:lnTo>
                  <a:pt x="1714" y="1714"/>
                </a:lnTo>
                <a:lnTo>
                  <a:pt x="5858" y="0"/>
                </a:lnTo>
                <a:lnTo>
                  <a:pt x="451857" y="0"/>
                </a:lnTo>
                <a:lnTo>
                  <a:pt x="455971" y="1714"/>
                </a:lnTo>
                <a:lnTo>
                  <a:pt x="457686" y="5858"/>
                </a:lnTo>
                <a:lnTo>
                  <a:pt x="457686" y="180108"/>
                </a:lnTo>
                <a:lnTo>
                  <a:pt x="455971" y="184223"/>
                </a:lnTo>
                <a:lnTo>
                  <a:pt x="451857" y="185937"/>
                </a:lnTo>
                <a:lnTo>
                  <a:pt x="187052" y="185937"/>
                </a:lnTo>
                <a:lnTo>
                  <a:pt x="187052" y="354330"/>
                </a:lnTo>
                <a:lnTo>
                  <a:pt x="185338" y="358473"/>
                </a:lnTo>
                <a:lnTo>
                  <a:pt x="181194" y="360188"/>
                </a:lnTo>
                <a:moveTo>
                  <a:pt x="11687" y="348501"/>
                </a:moveTo>
                <a:lnTo>
                  <a:pt x="175365" y="348501"/>
                </a:lnTo>
                <a:lnTo>
                  <a:pt x="175365" y="180108"/>
                </a:lnTo>
                <a:lnTo>
                  <a:pt x="177079" y="175965"/>
                </a:lnTo>
                <a:lnTo>
                  <a:pt x="181194" y="174250"/>
                </a:lnTo>
                <a:lnTo>
                  <a:pt x="445999" y="174250"/>
                </a:lnTo>
                <a:lnTo>
                  <a:pt x="445999" y="11687"/>
                </a:lnTo>
                <a:lnTo>
                  <a:pt x="11687" y="11687"/>
                </a:lnTo>
                <a:lnTo>
                  <a:pt x="11687" y="348501"/>
                </a:lnTo>
              </a:path>
            </a:pathLst>
          </a:custGeom>
          <a:solidFill xmlns:a="http://schemas.openxmlformats.org/drawingml/2006/main">
            <a:srgbClr val="D9DADC"/>
          </a:solidFill>
          <a:ln xmlns:a="http://schemas.openxmlformats.org/drawingml/2006/main" w="0">
            <a:noFill/>
            <a:prstDash val="solid"/>
          </a:ln>
        </p:spPr>
      </p:sp>
      <p:sp>
        <p:nvSpPr>
          <p:cNvPr id="322" name="pdf-path-517">
            <a:extLst xmlns:a="http://schemas.openxmlformats.org/drawingml/2006/main">
              <a:ext uri="{FF2B5EF4-FFF2-40B4-BE49-F238E27FC236}">
                <a16:creationId xmlns:a16="http://schemas.microsoft.com/office/drawing/2014/main" id="{B6B881D9-2885-4AD2-96B4-F29484D3CC17}"/>
              </a:ext>
            </a:extLst>
          </p:cNvPr>
          <p:cNvSpPr>
            <a:spLocks xmlns:a="http://schemas.openxmlformats.org/drawingml/2006/main" noGrp="1"/>
          </p:cNvSpPr>
          <p:nvPr/>
        </p:nvSpPr>
        <p:spPr>
          <a:xfrm xmlns:a="http://schemas.openxmlformats.org/drawingml/2006/main" rot="0">
            <a:off x="917715" y="5525977"/>
            <a:ext cx="1591913" cy="101270"/>
          </a:xfrm>
          <a:custGeom xmlns:a="http://schemas.openxmlformats.org/drawingml/2006/main">
            <a:pathLst>
              <a:path w="1591913" h="101270">
                <a:moveTo>
                  <a:pt x="1591913" y="101270"/>
                </a:moveTo>
                <a:lnTo>
                  <a:pt x="1568825" y="101270"/>
                </a:lnTo>
                <a:lnTo>
                  <a:pt x="1568825" y="95412"/>
                </a:lnTo>
                <a:lnTo>
                  <a:pt x="1522105" y="95412"/>
                </a:lnTo>
                <a:lnTo>
                  <a:pt x="1522105" y="101270"/>
                </a:lnTo>
                <a:lnTo>
                  <a:pt x="1487043" y="101270"/>
                </a:lnTo>
                <a:lnTo>
                  <a:pt x="1487043" y="95412"/>
                </a:lnTo>
                <a:lnTo>
                  <a:pt x="1440294" y="95412"/>
                </a:lnTo>
                <a:lnTo>
                  <a:pt x="1440294" y="101270"/>
                </a:lnTo>
                <a:lnTo>
                  <a:pt x="1405261" y="101270"/>
                </a:lnTo>
                <a:lnTo>
                  <a:pt x="1405261" y="95412"/>
                </a:lnTo>
                <a:lnTo>
                  <a:pt x="1358513" y="95412"/>
                </a:lnTo>
                <a:lnTo>
                  <a:pt x="1358513" y="101270"/>
                </a:lnTo>
                <a:lnTo>
                  <a:pt x="1323480" y="101270"/>
                </a:lnTo>
                <a:lnTo>
                  <a:pt x="1323480" y="95412"/>
                </a:lnTo>
                <a:lnTo>
                  <a:pt x="1276731" y="95412"/>
                </a:lnTo>
                <a:lnTo>
                  <a:pt x="1276731" y="101270"/>
                </a:lnTo>
                <a:lnTo>
                  <a:pt x="1241698" y="101270"/>
                </a:lnTo>
                <a:lnTo>
                  <a:pt x="1241698" y="95412"/>
                </a:lnTo>
                <a:lnTo>
                  <a:pt x="1194949" y="95412"/>
                </a:lnTo>
                <a:lnTo>
                  <a:pt x="1194949" y="101270"/>
                </a:lnTo>
                <a:lnTo>
                  <a:pt x="1159888" y="101270"/>
                </a:lnTo>
                <a:lnTo>
                  <a:pt x="1159888" y="95412"/>
                </a:lnTo>
                <a:lnTo>
                  <a:pt x="1113168" y="95412"/>
                </a:lnTo>
                <a:lnTo>
                  <a:pt x="1113168" y="101270"/>
                </a:lnTo>
                <a:lnTo>
                  <a:pt x="1078106" y="101270"/>
                </a:lnTo>
                <a:lnTo>
                  <a:pt x="1078106" y="95412"/>
                </a:lnTo>
                <a:lnTo>
                  <a:pt x="1031386" y="95412"/>
                </a:lnTo>
                <a:lnTo>
                  <a:pt x="1031386" y="101270"/>
                </a:lnTo>
                <a:lnTo>
                  <a:pt x="996324" y="101270"/>
                </a:lnTo>
                <a:lnTo>
                  <a:pt x="996324" y="95412"/>
                </a:lnTo>
                <a:lnTo>
                  <a:pt x="949576" y="95412"/>
                </a:lnTo>
                <a:lnTo>
                  <a:pt x="949576" y="101270"/>
                </a:lnTo>
                <a:lnTo>
                  <a:pt x="914543" y="101270"/>
                </a:lnTo>
                <a:lnTo>
                  <a:pt x="914543" y="95412"/>
                </a:lnTo>
                <a:lnTo>
                  <a:pt x="867823" y="95412"/>
                </a:lnTo>
                <a:lnTo>
                  <a:pt x="867823" y="101270"/>
                </a:lnTo>
                <a:lnTo>
                  <a:pt x="832761" y="101270"/>
                </a:lnTo>
                <a:lnTo>
                  <a:pt x="832761" y="95412"/>
                </a:lnTo>
                <a:lnTo>
                  <a:pt x="786012" y="95412"/>
                </a:lnTo>
                <a:lnTo>
                  <a:pt x="786012" y="101270"/>
                </a:lnTo>
                <a:lnTo>
                  <a:pt x="750980" y="101270"/>
                </a:lnTo>
                <a:lnTo>
                  <a:pt x="750980" y="95412"/>
                </a:lnTo>
                <a:lnTo>
                  <a:pt x="704231" y="95412"/>
                </a:lnTo>
                <a:lnTo>
                  <a:pt x="704231" y="101270"/>
                </a:lnTo>
                <a:lnTo>
                  <a:pt x="669198" y="101270"/>
                </a:lnTo>
                <a:lnTo>
                  <a:pt x="669198" y="95412"/>
                </a:lnTo>
                <a:lnTo>
                  <a:pt x="622449" y="95412"/>
                </a:lnTo>
                <a:lnTo>
                  <a:pt x="622449" y="101270"/>
                </a:lnTo>
                <a:lnTo>
                  <a:pt x="587388" y="101270"/>
                </a:lnTo>
                <a:lnTo>
                  <a:pt x="587388" y="95412"/>
                </a:lnTo>
                <a:lnTo>
                  <a:pt x="540668" y="95412"/>
                </a:lnTo>
                <a:lnTo>
                  <a:pt x="540668" y="101270"/>
                </a:lnTo>
                <a:lnTo>
                  <a:pt x="505606" y="101270"/>
                </a:lnTo>
                <a:lnTo>
                  <a:pt x="505606" y="95412"/>
                </a:lnTo>
                <a:lnTo>
                  <a:pt x="458886" y="95412"/>
                </a:lnTo>
                <a:lnTo>
                  <a:pt x="458886" y="101270"/>
                </a:lnTo>
                <a:lnTo>
                  <a:pt x="423824" y="101270"/>
                </a:lnTo>
                <a:lnTo>
                  <a:pt x="423824" y="95412"/>
                </a:lnTo>
                <a:lnTo>
                  <a:pt x="377104" y="95412"/>
                </a:lnTo>
                <a:lnTo>
                  <a:pt x="377104" y="101270"/>
                </a:lnTo>
                <a:lnTo>
                  <a:pt x="342043" y="101270"/>
                </a:lnTo>
                <a:lnTo>
                  <a:pt x="342043" y="95412"/>
                </a:lnTo>
                <a:lnTo>
                  <a:pt x="295294" y="95412"/>
                </a:lnTo>
                <a:lnTo>
                  <a:pt x="295294" y="101270"/>
                </a:lnTo>
                <a:lnTo>
                  <a:pt x="260261" y="101270"/>
                </a:lnTo>
                <a:lnTo>
                  <a:pt x="260261" y="95412"/>
                </a:lnTo>
                <a:lnTo>
                  <a:pt x="213512" y="95412"/>
                </a:lnTo>
                <a:lnTo>
                  <a:pt x="213512" y="101270"/>
                </a:lnTo>
                <a:lnTo>
                  <a:pt x="178479" y="101270"/>
                </a:lnTo>
                <a:lnTo>
                  <a:pt x="178479" y="95412"/>
                </a:lnTo>
                <a:lnTo>
                  <a:pt x="131731" y="95412"/>
                </a:lnTo>
                <a:lnTo>
                  <a:pt x="131731" y="101270"/>
                </a:lnTo>
                <a:lnTo>
                  <a:pt x="96669" y="101270"/>
                </a:lnTo>
                <a:lnTo>
                  <a:pt x="96669" y="95412"/>
                </a:lnTo>
                <a:lnTo>
                  <a:pt x="49949" y="95412"/>
                </a:lnTo>
                <a:lnTo>
                  <a:pt x="49949" y="101270"/>
                </a:lnTo>
                <a:lnTo>
                  <a:pt x="14888" y="101270"/>
                </a:lnTo>
                <a:lnTo>
                  <a:pt x="14888" y="95412"/>
                </a:lnTo>
                <a:lnTo>
                  <a:pt x="0" y="95412"/>
                </a:lnTo>
                <a:lnTo>
                  <a:pt x="0" y="80639"/>
                </a:lnTo>
                <a:lnTo>
                  <a:pt x="48006" y="80639"/>
                </a:lnTo>
                <a:lnTo>
                  <a:pt x="48006" y="0"/>
                </a:lnTo>
                <a:lnTo>
                  <a:pt x="352101" y="0"/>
                </a:lnTo>
                <a:lnTo>
                  <a:pt x="352101" y="91183"/>
                </a:lnTo>
                <a:lnTo>
                  <a:pt x="624421" y="91183"/>
                </a:lnTo>
                <a:lnTo>
                  <a:pt x="624421" y="0"/>
                </a:lnTo>
                <a:lnTo>
                  <a:pt x="1230868" y="0"/>
                </a:lnTo>
                <a:lnTo>
                  <a:pt x="1230868" y="84953"/>
                </a:lnTo>
                <a:lnTo>
                  <a:pt x="1483700" y="84953"/>
                </a:lnTo>
                <a:lnTo>
                  <a:pt x="1483700" y="0"/>
                </a:lnTo>
                <a:lnTo>
                  <a:pt x="1591913" y="0"/>
                </a:lnTo>
                <a:lnTo>
                  <a:pt x="1591913" y="101270"/>
                </a:lnTo>
              </a:path>
            </a:pathLst>
          </a:custGeom>
          <a:solidFill xmlns:a="http://schemas.openxmlformats.org/drawingml/2006/main">
            <a:srgbClr val="FFFFFF"/>
          </a:solidFill>
          <a:ln xmlns:a="http://schemas.openxmlformats.org/drawingml/2006/main" w="0">
            <a:noFill/>
            <a:prstDash val="solid"/>
          </a:ln>
        </p:spPr>
      </p:sp>
      <p:sp>
        <p:nvSpPr>
          <p:cNvPr id="323" name="pdf-path-518">
            <a:extLst xmlns:a="http://schemas.openxmlformats.org/drawingml/2006/main">
              <a:ext uri="{FF2B5EF4-FFF2-40B4-BE49-F238E27FC236}">
                <a16:creationId xmlns:a16="http://schemas.microsoft.com/office/drawing/2014/main" id="{7D26B6FE-C650-4C99-8553-EEC7BEB98F5B}"/>
              </a:ext>
            </a:extLst>
          </p:cNvPr>
          <p:cNvSpPr>
            <a:spLocks xmlns:a="http://schemas.openxmlformats.org/drawingml/2006/main" noGrp="1"/>
          </p:cNvSpPr>
          <p:nvPr/>
        </p:nvSpPr>
        <p:spPr>
          <a:xfrm xmlns:a="http://schemas.openxmlformats.org/drawingml/2006/main" rot="0">
            <a:off x="555927" y="4899041"/>
            <a:ext cx="2003250" cy="734034"/>
          </a:xfrm>
          <a:custGeom xmlns:a="http://schemas.openxmlformats.org/drawingml/2006/main">
            <a:pathLst>
              <a:path w="2003250" h="734034">
                <a:moveTo>
                  <a:pt x="87640" y="11687"/>
                </a:moveTo>
                <a:lnTo>
                  <a:pt x="134360" y="11687"/>
                </a:lnTo>
                <a:lnTo>
                  <a:pt x="134360" y="0"/>
                </a:lnTo>
                <a:lnTo>
                  <a:pt x="87640" y="0"/>
                </a:lnTo>
                <a:lnTo>
                  <a:pt x="87640" y="11687"/>
                </a:lnTo>
                <a:moveTo>
                  <a:pt x="169421" y="11687"/>
                </a:moveTo>
                <a:lnTo>
                  <a:pt x="216170" y="11687"/>
                </a:lnTo>
                <a:lnTo>
                  <a:pt x="216170" y="0"/>
                </a:lnTo>
                <a:lnTo>
                  <a:pt x="169421" y="0"/>
                </a:lnTo>
                <a:lnTo>
                  <a:pt x="169421" y="11687"/>
                </a:lnTo>
                <a:moveTo>
                  <a:pt x="251203" y="11687"/>
                </a:moveTo>
                <a:lnTo>
                  <a:pt x="297952" y="11687"/>
                </a:lnTo>
                <a:lnTo>
                  <a:pt x="297952" y="0"/>
                </a:lnTo>
                <a:lnTo>
                  <a:pt x="251203" y="0"/>
                </a:lnTo>
                <a:lnTo>
                  <a:pt x="251203" y="11687"/>
                </a:lnTo>
                <a:moveTo>
                  <a:pt x="332984" y="11687"/>
                </a:moveTo>
                <a:lnTo>
                  <a:pt x="379733" y="11687"/>
                </a:lnTo>
                <a:lnTo>
                  <a:pt x="379733" y="0"/>
                </a:lnTo>
                <a:lnTo>
                  <a:pt x="332984" y="0"/>
                </a:lnTo>
                <a:lnTo>
                  <a:pt x="332984" y="11687"/>
                </a:lnTo>
                <a:moveTo>
                  <a:pt x="414766" y="11687"/>
                </a:moveTo>
                <a:lnTo>
                  <a:pt x="461515" y="11687"/>
                </a:lnTo>
                <a:lnTo>
                  <a:pt x="461515" y="0"/>
                </a:lnTo>
                <a:lnTo>
                  <a:pt x="414766" y="0"/>
                </a:lnTo>
                <a:lnTo>
                  <a:pt x="414766" y="11687"/>
                </a:lnTo>
                <a:moveTo>
                  <a:pt x="496576" y="11687"/>
                </a:moveTo>
                <a:lnTo>
                  <a:pt x="543296" y="11687"/>
                </a:lnTo>
                <a:lnTo>
                  <a:pt x="543296" y="0"/>
                </a:lnTo>
                <a:lnTo>
                  <a:pt x="496576" y="0"/>
                </a:lnTo>
                <a:lnTo>
                  <a:pt x="496576" y="11687"/>
                </a:lnTo>
                <a:moveTo>
                  <a:pt x="578358" y="11687"/>
                </a:moveTo>
                <a:lnTo>
                  <a:pt x="625078" y="11687"/>
                </a:lnTo>
                <a:lnTo>
                  <a:pt x="625078" y="0"/>
                </a:lnTo>
                <a:lnTo>
                  <a:pt x="578358" y="0"/>
                </a:lnTo>
                <a:lnTo>
                  <a:pt x="578358" y="11687"/>
                </a:lnTo>
                <a:moveTo>
                  <a:pt x="660140" y="11687"/>
                </a:moveTo>
                <a:lnTo>
                  <a:pt x="706860" y="11687"/>
                </a:lnTo>
                <a:lnTo>
                  <a:pt x="706860" y="0"/>
                </a:lnTo>
                <a:lnTo>
                  <a:pt x="660140" y="0"/>
                </a:lnTo>
                <a:lnTo>
                  <a:pt x="660140" y="11687"/>
                </a:lnTo>
                <a:moveTo>
                  <a:pt x="741921" y="11687"/>
                </a:moveTo>
                <a:lnTo>
                  <a:pt x="788641" y="11687"/>
                </a:lnTo>
                <a:lnTo>
                  <a:pt x="788641" y="0"/>
                </a:lnTo>
                <a:lnTo>
                  <a:pt x="741921" y="0"/>
                </a:lnTo>
                <a:lnTo>
                  <a:pt x="741921" y="11687"/>
                </a:lnTo>
                <a:moveTo>
                  <a:pt x="823703" y="11687"/>
                </a:moveTo>
                <a:lnTo>
                  <a:pt x="870452" y="11687"/>
                </a:lnTo>
                <a:lnTo>
                  <a:pt x="870452" y="0"/>
                </a:lnTo>
                <a:lnTo>
                  <a:pt x="823703" y="0"/>
                </a:lnTo>
                <a:lnTo>
                  <a:pt x="823703" y="11687"/>
                </a:lnTo>
                <a:moveTo>
                  <a:pt x="905485" y="11687"/>
                </a:moveTo>
                <a:lnTo>
                  <a:pt x="952233" y="11687"/>
                </a:lnTo>
                <a:lnTo>
                  <a:pt x="952233" y="0"/>
                </a:lnTo>
                <a:lnTo>
                  <a:pt x="905485" y="0"/>
                </a:lnTo>
                <a:lnTo>
                  <a:pt x="905485" y="11687"/>
                </a:lnTo>
                <a:moveTo>
                  <a:pt x="987266" y="11687"/>
                </a:moveTo>
                <a:lnTo>
                  <a:pt x="1034015" y="11687"/>
                </a:lnTo>
                <a:lnTo>
                  <a:pt x="1034015" y="0"/>
                </a:lnTo>
                <a:lnTo>
                  <a:pt x="987266" y="0"/>
                </a:lnTo>
                <a:lnTo>
                  <a:pt x="987266" y="11687"/>
                </a:lnTo>
                <a:moveTo>
                  <a:pt x="1069048" y="11687"/>
                </a:moveTo>
                <a:lnTo>
                  <a:pt x="1115797" y="11687"/>
                </a:lnTo>
                <a:lnTo>
                  <a:pt x="1115797" y="0"/>
                </a:lnTo>
                <a:lnTo>
                  <a:pt x="1069048" y="0"/>
                </a:lnTo>
                <a:lnTo>
                  <a:pt x="1069048" y="11687"/>
                </a:lnTo>
                <a:moveTo>
                  <a:pt x="1150858" y="11687"/>
                </a:moveTo>
                <a:lnTo>
                  <a:pt x="1197578" y="11687"/>
                </a:lnTo>
                <a:lnTo>
                  <a:pt x="1197578" y="0"/>
                </a:lnTo>
                <a:lnTo>
                  <a:pt x="1150858" y="0"/>
                </a:lnTo>
                <a:lnTo>
                  <a:pt x="1150858" y="11687"/>
                </a:lnTo>
                <a:moveTo>
                  <a:pt x="1232640" y="11687"/>
                </a:moveTo>
                <a:lnTo>
                  <a:pt x="1279360" y="11687"/>
                </a:lnTo>
                <a:lnTo>
                  <a:pt x="1279360" y="0"/>
                </a:lnTo>
                <a:lnTo>
                  <a:pt x="1232640" y="0"/>
                </a:lnTo>
                <a:lnTo>
                  <a:pt x="1232640" y="11687"/>
                </a:lnTo>
                <a:moveTo>
                  <a:pt x="1314421" y="11687"/>
                </a:moveTo>
                <a:lnTo>
                  <a:pt x="1361142" y="11687"/>
                </a:lnTo>
                <a:lnTo>
                  <a:pt x="1361142" y="0"/>
                </a:lnTo>
                <a:lnTo>
                  <a:pt x="1314421" y="0"/>
                </a:lnTo>
                <a:lnTo>
                  <a:pt x="1314421" y="11687"/>
                </a:lnTo>
                <a:moveTo>
                  <a:pt x="1396203" y="11687"/>
                </a:moveTo>
                <a:lnTo>
                  <a:pt x="1442923" y="11687"/>
                </a:lnTo>
                <a:lnTo>
                  <a:pt x="1442923" y="0"/>
                </a:lnTo>
                <a:lnTo>
                  <a:pt x="1396203" y="0"/>
                </a:lnTo>
                <a:lnTo>
                  <a:pt x="1396203" y="11687"/>
                </a:lnTo>
                <a:moveTo>
                  <a:pt x="1477985" y="11687"/>
                </a:moveTo>
                <a:lnTo>
                  <a:pt x="1524733" y="11687"/>
                </a:lnTo>
                <a:lnTo>
                  <a:pt x="1524733" y="0"/>
                </a:lnTo>
                <a:lnTo>
                  <a:pt x="1477985" y="0"/>
                </a:lnTo>
                <a:lnTo>
                  <a:pt x="1477985" y="11687"/>
                </a:lnTo>
                <a:moveTo>
                  <a:pt x="1559767" y="11687"/>
                </a:moveTo>
                <a:lnTo>
                  <a:pt x="1606515" y="11687"/>
                </a:lnTo>
                <a:lnTo>
                  <a:pt x="1606515" y="0"/>
                </a:lnTo>
                <a:lnTo>
                  <a:pt x="1559767" y="0"/>
                </a:lnTo>
                <a:lnTo>
                  <a:pt x="1559767" y="11687"/>
                </a:lnTo>
                <a:moveTo>
                  <a:pt x="1641548" y="11687"/>
                </a:moveTo>
                <a:lnTo>
                  <a:pt x="1688297" y="11687"/>
                </a:lnTo>
                <a:lnTo>
                  <a:pt x="1688297" y="0"/>
                </a:lnTo>
                <a:lnTo>
                  <a:pt x="1641548" y="0"/>
                </a:lnTo>
                <a:lnTo>
                  <a:pt x="1641548" y="11687"/>
                </a:lnTo>
                <a:moveTo>
                  <a:pt x="1723358" y="11687"/>
                </a:moveTo>
                <a:lnTo>
                  <a:pt x="1770078" y="11687"/>
                </a:lnTo>
                <a:lnTo>
                  <a:pt x="1770078" y="0"/>
                </a:lnTo>
                <a:lnTo>
                  <a:pt x="1723358" y="0"/>
                </a:lnTo>
                <a:lnTo>
                  <a:pt x="1723358" y="11687"/>
                </a:lnTo>
                <a:moveTo>
                  <a:pt x="1805140" y="11687"/>
                </a:moveTo>
                <a:lnTo>
                  <a:pt x="1851860" y="11687"/>
                </a:lnTo>
                <a:lnTo>
                  <a:pt x="1851860" y="0"/>
                </a:lnTo>
                <a:lnTo>
                  <a:pt x="1805140" y="0"/>
                </a:lnTo>
                <a:lnTo>
                  <a:pt x="1805140" y="11687"/>
                </a:lnTo>
                <a:moveTo>
                  <a:pt x="1886921" y="11687"/>
                </a:moveTo>
                <a:lnTo>
                  <a:pt x="1933641" y="11687"/>
                </a:lnTo>
                <a:lnTo>
                  <a:pt x="1933641" y="0"/>
                </a:lnTo>
                <a:lnTo>
                  <a:pt x="1886921" y="0"/>
                </a:lnTo>
                <a:lnTo>
                  <a:pt x="1886921" y="11687"/>
                </a:lnTo>
                <a:moveTo>
                  <a:pt x="1968704" y="11687"/>
                </a:moveTo>
                <a:lnTo>
                  <a:pt x="1991563" y="11687"/>
                </a:lnTo>
                <a:lnTo>
                  <a:pt x="1991563" y="23860"/>
                </a:lnTo>
                <a:lnTo>
                  <a:pt x="2003250" y="23860"/>
                </a:lnTo>
                <a:lnTo>
                  <a:pt x="2003250" y="5829"/>
                </a:lnTo>
                <a:lnTo>
                  <a:pt x="2001536" y="1714"/>
                </a:lnTo>
                <a:lnTo>
                  <a:pt x="1997393" y="0"/>
                </a:lnTo>
                <a:lnTo>
                  <a:pt x="1968704" y="0"/>
                </a:lnTo>
                <a:lnTo>
                  <a:pt x="1968704" y="11687"/>
                </a:lnTo>
                <a:moveTo>
                  <a:pt x="1991563" y="58922"/>
                </a:moveTo>
                <a:lnTo>
                  <a:pt x="1991563" y="105642"/>
                </a:lnTo>
                <a:lnTo>
                  <a:pt x="2003250" y="105642"/>
                </a:lnTo>
                <a:lnTo>
                  <a:pt x="2003250" y="58922"/>
                </a:lnTo>
                <a:lnTo>
                  <a:pt x="1991563" y="58922"/>
                </a:lnTo>
                <a:moveTo>
                  <a:pt x="1991563" y="140703"/>
                </a:moveTo>
                <a:lnTo>
                  <a:pt x="1991563" y="187423"/>
                </a:lnTo>
                <a:lnTo>
                  <a:pt x="2003250" y="187423"/>
                </a:lnTo>
                <a:lnTo>
                  <a:pt x="2003250" y="140703"/>
                </a:lnTo>
                <a:lnTo>
                  <a:pt x="1991563" y="140703"/>
                </a:lnTo>
                <a:moveTo>
                  <a:pt x="1991563" y="222485"/>
                </a:moveTo>
                <a:lnTo>
                  <a:pt x="1991563" y="269234"/>
                </a:lnTo>
                <a:lnTo>
                  <a:pt x="2003250" y="269234"/>
                </a:lnTo>
                <a:lnTo>
                  <a:pt x="2003250" y="222485"/>
                </a:lnTo>
                <a:lnTo>
                  <a:pt x="1991563" y="222485"/>
                </a:lnTo>
                <a:moveTo>
                  <a:pt x="1991563" y="304266"/>
                </a:moveTo>
                <a:lnTo>
                  <a:pt x="1991563" y="351015"/>
                </a:lnTo>
                <a:lnTo>
                  <a:pt x="2003250" y="351015"/>
                </a:lnTo>
                <a:lnTo>
                  <a:pt x="2003250" y="304266"/>
                </a:lnTo>
                <a:lnTo>
                  <a:pt x="1991563" y="304266"/>
                </a:lnTo>
                <a:moveTo>
                  <a:pt x="1991563" y="386049"/>
                </a:moveTo>
                <a:lnTo>
                  <a:pt x="1991563" y="432797"/>
                </a:lnTo>
                <a:lnTo>
                  <a:pt x="2003250" y="432797"/>
                </a:lnTo>
                <a:lnTo>
                  <a:pt x="2003250" y="386049"/>
                </a:lnTo>
                <a:lnTo>
                  <a:pt x="1991563" y="386049"/>
                </a:lnTo>
                <a:moveTo>
                  <a:pt x="1991563" y="467830"/>
                </a:moveTo>
                <a:lnTo>
                  <a:pt x="1991563" y="514578"/>
                </a:lnTo>
                <a:lnTo>
                  <a:pt x="2003250" y="514578"/>
                </a:lnTo>
                <a:lnTo>
                  <a:pt x="2003250" y="467830"/>
                </a:lnTo>
                <a:lnTo>
                  <a:pt x="1991563" y="467830"/>
                </a:lnTo>
                <a:moveTo>
                  <a:pt x="1991563" y="549612"/>
                </a:moveTo>
                <a:lnTo>
                  <a:pt x="1991563" y="596360"/>
                </a:lnTo>
                <a:lnTo>
                  <a:pt x="2003250" y="596360"/>
                </a:lnTo>
                <a:lnTo>
                  <a:pt x="2003250" y="549612"/>
                </a:lnTo>
                <a:lnTo>
                  <a:pt x="1991563" y="549612"/>
                </a:lnTo>
                <a:moveTo>
                  <a:pt x="1991563" y="631421"/>
                </a:moveTo>
                <a:lnTo>
                  <a:pt x="1991563" y="678142"/>
                </a:lnTo>
                <a:lnTo>
                  <a:pt x="2003250" y="678142"/>
                </a:lnTo>
                <a:lnTo>
                  <a:pt x="2003250" y="631421"/>
                </a:lnTo>
                <a:lnTo>
                  <a:pt x="1991563" y="631421"/>
                </a:lnTo>
                <a:moveTo>
                  <a:pt x="1991563" y="713203"/>
                </a:moveTo>
                <a:lnTo>
                  <a:pt x="1991563" y="722347"/>
                </a:lnTo>
                <a:lnTo>
                  <a:pt x="1965674" y="722347"/>
                </a:lnTo>
                <a:lnTo>
                  <a:pt x="1965674" y="734034"/>
                </a:lnTo>
                <a:lnTo>
                  <a:pt x="1997393" y="734034"/>
                </a:lnTo>
                <a:lnTo>
                  <a:pt x="2001536" y="732320"/>
                </a:lnTo>
                <a:lnTo>
                  <a:pt x="2003250" y="728206"/>
                </a:lnTo>
                <a:lnTo>
                  <a:pt x="2003250" y="713203"/>
                </a:lnTo>
                <a:lnTo>
                  <a:pt x="1991563" y="713203"/>
                </a:lnTo>
                <a:moveTo>
                  <a:pt x="1930613" y="722347"/>
                </a:moveTo>
                <a:lnTo>
                  <a:pt x="1883892" y="722347"/>
                </a:lnTo>
                <a:lnTo>
                  <a:pt x="1883892" y="734034"/>
                </a:lnTo>
                <a:lnTo>
                  <a:pt x="1930613" y="734034"/>
                </a:lnTo>
                <a:lnTo>
                  <a:pt x="1930613" y="722347"/>
                </a:lnTo>
                <a:moveTo>
                  <a:pt x="1848831" y="722347"/>
                </a:moveTo>
                <a:lnTo>
                  <a:pt x="1802082" y="722347"/>
                </a:lnTo>
                <a:lnTo>
                  <a:pt x="1802082" y="734034"/>
                </a:lnTo>
                <a:lnTo>
                  <a:pt x="1848831" y="734034"/>
                </a:lnTo>
                <a:lnTo>
                  <a:pt x="1848831" y="722347"/>
                </a:lnTo>
                <a:moveTo>
                  <a:pt x="1767050" y="722347"/>
                </a:moveTo>
                <a:lnTo>
                  <a:pt x="1720301" y="722347"/>
                </a:lnTo>
                <a:lnTo>
                  <a:pt x="1720301" y="734034"/>
                </a:lnTo>
                <a:lnTo>
                  <a:pt x="1767050" y="734034"/>
                </a:lnTo>
                <a:lnTo>
                  <a:pt x="1767050" y="722347"/>
                </a:lnTo>
                <a:moveTo>
                  <a:pt x="1685268" y="722347"/>
                </a:moveTo>
                <a:lnTo>
                  <a:pt x="1638519" y="722347"/>
                </a:lnTo>
                <a:lnTo>
                  <a:pt x="1638519" y="734034"/>
                </a:lnTo>
                <a:lnTo>
                  <a:pt x="1685268" y="734034"/>
                </a:lnTo>
                <a:lnTo>
                  <a:pt x="1685268" y="722347"/>
                </a:lnTo>
                <a:moveTo>
                  <a:pt x="1603486" y="722347"/>
                </a:moveTo>
                <a:lnTo>
                  <a:pt x="1556738" y="722347"/>
                </a:lnTo>
                <a:lnTo>
                  <a:pt x="1556738" y="734034"/>
                </a:lnTo>
                <a:lnTo>
                  <a:pt x="1603486" y="734034"/>
                </a:lnTo>
                <a:lnTo>
                  <a:pt x="1603486" y="722347"/>
                </a:lnTo>
                <a:moveTo>
                  <a:pt x="1521676" y="722347"/>
                </a:moveTo>
                <a:lnTo>
                  <a:pt x="1474956" y="722347"/>
                </a:lnTo>
                <a:lnTo>
                  <a:pt x="1474956" y="734034"/>
                </a:lnTo>
                <a:lnTo>
                  <a:pt x="1521676" y="734034"/>
                </a:lnTo>
                <a:lnTo>
                  <a:pt x="1521676" y="722347"/>
                </a:lnTo>
                <a:moveTo>
                  <a:pt x="1439894" y="722347"/>
                </a:moveTo>
                <a:lnTo>
                  <a:pt x="1393174" y="722347"/>
                </a:lnTo>
                <a:lnTo>
                  <a:pt x="1393174" y="734034"/>
                </a:lnTo>
                <a:lnTo>
                  <a:pt x="1439894" y="734034"/>
                </a:lnTo>
                <a:lnTo>
                  <a:pt x="1439894" y="722347"/>
                </a:lnTo>
                <a:moveTo>
                  <a:pt x="1358113" y="722347"/>
                </a:moveTo>
                <a:lnTo>
                  <a:pt x="1311364" y="722347"/>
                </a:lnTo>
                <a:lnTo>
                  <a:pt x="1311364" y="734034"/>
                </a:lnTo>
                <a:lnTo>
                  <a:pt x="1358113" y="734034"/>
                </a:lnTo>
                <a:lnTo>
                  <a:pt x="1358113" y="722347"/>
                </a:lnTo>
                <a:moveTo>
                  <a:pt x="1276331" y="722347"/>
                </a:moveTo>
                <a:lnTo>
                  <a:pt x="1229611" y="722347"/>
                </a:lnTo>
                <a:lnTo>
                  <a:pt x="1229611" y="734034"/>
                </a:lnTo>
                <a:lnTo>
                  <a:pt x="1276331" y="734034"/>
                </a:lnTo>
                <a:lnTo>
                  <a:pt x="1276331" y="722347"/>
                </a:lnTo>
                <a:moveTo>
                  <a:pt x="1194549" y="722347"/>
                </a:moveTo>
                <a:lnTo>
                  <a:pt x="1147801" y="722347"/>
                </a:lnTo>
                <a:lnTo>
                  <a:pt x="1147801" y="734034"/>
                </a:lnTo>
                <a:lnTo>
                  <a:pt x="1194549" y="734034"/>
                </a:lnTo>
                <a:lnTo>
                  <a:pt x="1194549" y="722347"/>
                </a:lnTo>
                <a:moveTo>
                  <a:pt x="1112768" y="722347"/>
                </a:moveTo>
                <a:lnTo>
                  <a:pt x="1066019" y="722347"/>
                </a:lnTo>
                <a:lnTo>
                  <a:pt x="1066019" y="734034"/>
                </a:lnTo>
                <a:lnTo>
                  <a:pt x="1112768" y="734034"/>
                </a:lnTo>
                <a:lnTo>
                  <a:pt x="1112768" y="722347"/>
                </a:lnTo>
                <a:moveTo>
                  <a:pt x="1030986" y="722347"/>
                </a:moveTo>
                <a:lnTo>
                  <a:pt x="984237" y="722347"/>
                </a:lnTo>
                <a:lnTo>
                  <a:pt x="984237" y="734034"/>
                </a:lnTo>
                <a:lnTo>
                  <a:pt x="1030986" y="734034"/>
                </a:lnTo>
                <a:lnTo>
                  <a:pt x="1030986" y="722347"/>
                </a:lnTo>
                <a:moveTo>
                  <a:pt x="949176" y="722347"/>
                </a:moveTo>
                <a:lnTo>
                  <a:pt x="902456" y="722347"/>
                </a:lnTo>
                <a:lnTo>
                  <a:pt x="902456" y="734034"/>
                </a:lnTo>
                <a:lnTo>
                  <a:pt x="949176" y="734034"/>
                </a:lnTo>
                <a:lnTo>
                  <a:pt x="949176" y="722347"/>
                </a:lnTo>
                <a:moveTo>
                  <a:pt x="867394" y="722347"/>
                </a:moveTo>
                <a:lnTo>
                  <a:pt x="820674" y="722347"/>
                </a:lnTo>
                <a:lnTo>
                  <a:pt x="820674" y="734034"/>
                </a:lnTo>
                <a:lnTo>
                  <a:pt x="867394" y="734034"/>
                </a:lnTo>
                <a:lnTo>
                  <a:pt x="867394" y="722347"/>
                </a:lnTo>
                <a:moveTo>
                  <a:pt x="785613" y="722347"/>
                </a:moveTo>
                <a:lnTo>
                  <a:pt x="738892" y="722347"/>
                </a:lnTo>
                <a:lnTo>
                  <a:pt x="738892" y="734034"/>
                </a:lnTo>
                <a:lnTo>
                  <a:pt x="785613" y="734034"/>
                </a:lnTo>
                <a:lnTo>
                  <a:pt x="785613" y="722347"/>
                </a:lnTo>
                <a:moveTo>
                  <a:pt x="703831" y="722347"/>
                </a:moveTo>
                <a:lnTo>
                  <a:pt x="657082" y="722347"/>
                </a:lnTo>
                <a:lnTo>
                  <a:pt x="657082" y="734034"/>
                </a:lnTo>
                <a:lnTo>
                  <a:pt x="703831" y="734034"/>
                </a:lnTo>
                <a:lnTo>
                  <a:pt x="703831" y="722347"/>
                </a:lnTo>
                <a:moveTo>
                  <a:pt x="622049" y="722347"/>
                </a:moveTo>
                <a:lnTo>
                  <a:pt x="575329" y="722347"/>
                </a:lnTo>
                <a:lnTo>
                  <a:pt x="575329" y="734034"/>
                </a:lnTo>
                <a:lnTo>
                  <a:pt x="622049" y="734034"/>
                </a:lnTo>
                <a:lnTo>
                  <a:pt x="622049" y="722347"/>
                </a:lnTo>
                <a:moveTo>
                  <a:pt x="540267" y="722347"/>
                </a:moveTo>
                <a:lnTo>
                  <a:pt x="493519" y="722347"/>
                </a:lnTo>
                <a:lnTo>
                  <a:pt x="493519" y="734034"/>
                </a:lnTo>
                <a:lnTo>
                  <a:pt x="540267" y="734034"/>
                </a:lnTo>
                <a:lnTo>
                  <a:pt x="540267" y="722347"/>
                </a:lnTo>
                <a:moveTo>
                  <a:pt x="458486" y="722347"/>
                </a:moveTo>
                <a:lnTo>
                  <a:pt x="411737" y="722347"/>
                </a:lnTo>
                <a:lnTo>
                  <a:pt x="411737" y="734034"/>
                </a:lnTo>
                <a:lnTo>
                  <a:pt x="458486" y="734034"/>
                </a:lnTo>
                <a:lnTo>
                  <a:pt x="458486" y="722347"/>
                </a:lnTo>
                <a:moveTo>
                  <a:pt x="376704" y="722347"/>
                </a:moveTo>
                <a:lnTo>
                  <a:pt x="329955" y="722347"/>
                </a:lnTo>
                <a:lnTo>
                  <a:pt x="329955" y="734034"/>
                </a:lnTo>
                <a:lnTo>
                  <a:pt x="376704" y="734034"/>
                </a:lnTo>
                <a:lnTo>
                  <a:pt x="376704" y="722347"/>
                </a:lnTo>
                <a:moveTo>
                  <a:pt x="294923" y="722347"/>
                </a:moveTo>
                <a:lnTo>
                  <a:pt x="248174" y="722347"/>
                </a:lnTo>
                <a:lnTo>
                  <a:pt x="248174" y="734034"/>
                </a:lnTo>
                <a:lnTo>
                  <a:pt x="294923" y="734034"/>
                </a:lnTo>
                <a:lnTo>
                  <a:pt x="294923" y="722347"/>
                </a:lnTo>
                <a:moveTo>
                  <a:pt x="213112" y="722347"/>
                </a:moveTo>
                <a:lnTo>
                  <a:pt x="166392" y="722347"/>
                </a:lnTo>
                <a:lnTo>
                  <a:pt x="166392" y="734034"/>
                </a:lnTo>
                <a:lnTo>
                  <a:pt x="213112" y="734034"/>
                </a:lnTo>
                <a:lnTo>
                  <a:pt x="213112" y="722347"/>
                </a:lnTo>
                <a:moveTo>
                  <a:pt x="131331" y="722347"/>
                </a:moveTo>
                <a:lnTo>
                  <a:pt x="84611" y="722347"/>
                </a:lnTo>
                <a:lnTo>
                  <a:pt x="84611" y="734034"/>
                </a:lnTo>
                <a:lnTo>
                  <a:pt x="131331" y="734034"/>
                </a:lnTo>
                <a:lnTo>
                  <a:pt x="131331" y="722347"/>
                </a:lnTo>
                <a:moveTo>
                  <a:pt x="49549" y="722347"/>
                </a:moveTo>
                <a:lnTo>
                  <a:pt x="5858" y="722347"/>
                </a:lnTo>
                <a:lnTo>
                  <a:pt x="5858" y="728206"/>
                </a:lnTo>
                <a:lnTo>
                  <a:pt x="11687" y="728206"/>
                </a:lnTo>
                <a:lnTo>
                  <a:pt x="11687" y="725147"/>
                </a:lnTo>
                <a:lnTo>
                  <a:pt x="0" y="725147"/>
                </a:lnTo>
                <a:lnTo>
                  <a:pt x="0" y="728206"/>
                </a:lnTo>
                <a:lnTo>
                  <a:pt x="1714" y="732320"/>
                </a:lnTo>
                <a:lnTo>
                  <a:pt x="5858" y="734034"/>
                </a:lnTo>
                <a:lnTo>
                  <a:pt x="49549" y="734034"/>
                </a:lnTo>
                <a:lnTo>
                  <a:pt x="49549" y="722347"/>
                </a:lnTo>
                <a:moveTo>
                  <a:pt x="11687" y="690115"/>
                </a:moveTo>
                <a:lnTo>
                  <a:pt x="11687" y="643366"/>
                </a:lnTo>
                <a:lnTo>
                  <a:pt x="0" y="643366"/>
                </a:lnTo>
                <a:lnTo>
                  <a:pt x="0" y="690115"/>
                </a:lnTo>
                <a:lnTo>
                  <a:pt x="11687" y="690115"/>
                </a:lnTo>
                <a:moveTo>
                  <a:pt x="11687" y="608304"/>
                </a:moveTo>
                <a:lnTo>
                  <a:pt x="11687" y="561584"/>
                </a:lnTo>
                <a:lnTo>
                  <a:pt x="0" y="561584"/>
                </a:lnTo>
                <a:lnTo>
                  <a:pt x="0" y="608304"/>
                </a:lnTo>
                <a:lnTo>
                  <a:pt x="11687" y="608304"/>
                </a:lnTo>
                <a:moveTo>
                  <a:pt x="11687" y="526523"/>
                </a:moveTo>
                <a:lnTo>
                  <a:pt x="11687" y="479802"/>
                </a:lnTo>
                <a:lnTo>
                  <a:pt x="0" y="479802"/>
                </a:lnTo>
                <a:lnTo>
                  <a:pt x="0" y="526523"/>
                </a:lnTo>
                <a:lnTo>
                  <a:pt x="11687" y="526523"/>
                </a:lnTo>
                <a:moveTo>
                  <a:pt x="11687" y="444741"/>
                </a:moveTo>
                <a:lnTo>
                  <a:pt x="11687" y="398021"/>
                </a:lnTo>
                <a:lnTo>
                  <a:pt x="0" y="398021"/>
                </a:lnTo>
                <a:lnTo>
                  <a:pt x="0" y="444741"/>
                </a:lnTo>
                <a:lnTo>
                  <a:pt x="11687" y="444741"/>
                </a:lnTo>
                <a:moveTo>
                  <a:pt x="11687" y="362960"/>
                </a:moveTo>
                <a:lnTo>
                  <a:pt x="11687" y="316240"/>
                </a:lnTo>
                <a:lnTo>
                  <a:pt x="0" y="316240"/>
                </a:lnTo>
                <a:lnTo>
                  <a:pt x="0" y="362960"/>
                </a:lnTo>
                <a:lnTo>
                  <a:pt x="11687" y="362960"/>
                </a:lnTo>
                <a:moveTo>
                  <a:pt x="11687" y="281178"/>
                </a:moveTo>
                <a:lnTo>
                  <a:pt x="11687" y="234429"/>
                </a:lnTo>
                <a:lnTo>
                  <a:pt x="0" y="234429"/>
                </a:lnTo>
                <a:lnTo>
                  <a:pt x="0" y="281178"/>
                </a:lnTo>
                <a:lnTo>
                  <a:pt x="11687" y="281178"/>
                </a:lnTo>
                <a:moveTo>
                  <a:pt x="11687" y="199396"/>
                </a:moveTo>
                <a:lnTo>
                  <a:pt x="11687" y="152648"/>
                </a:lnTo>
                <a:lnTo>
                  <a:pt x="0" y="152648"/>
                </a:lnTo>
                <a:lnTo>
                  <a:pt x="0" y="199396"/>
                </a:lnTo>
                <a:lnTo>
                  <a:pt x="11687" y="199396"/>
                </a:lnTo>
                <a:moveTo>
                  <a:pt x="11687" y="117615"/>
                </a:moveTo>
                <a:lnTo>
                  <a:pt x="11687" y="70866"/>
                </a:lnTo>
                <a:lnTo>
                  <a:pt x="0" y="70866"/>
                </a:lnTo>
                <a:lnTo>
                  <a:pt x="0" y="117615"/>
                </a:lnTo>
                <a:lnTo>
                  <a:pt x="11687" y="117615"/>
                </a:lnTo>
                <a:moveTo>
                  <a:pt x="11687" y="35833"/>
                </a:moveTo>
                <a:lnTo>
                  <a:pt x="11687" y="11687"/>
                </a:lnTo>
                <a:lnTo>
                  <a:pt x="52578" y="11687"/>
                </a:lnTo>
                <a:lnTo>
                  <a:pt x="52578" y="0"/>
                </a:lnTo>
                <a:lnTo>
                  <a:pt x="5858" y="0"/>
                </a:lnTo>
                <a:lnTo>
                  <a:pt x="1714" y="1714"/>
                </a:lnTo>
                <a:lnTo>
                  <a:pt x="0" y="5829"/>
                </a:lnTo>
                <a:lnTo>
                  <a:pt x="0" y="35833"/>
                </a:lnTo>
                <a:lnTo>
                  <a:pt x="11687" y="35833"/>
                </a:lnTo>
              </a:path>
            </a:pathLst>
          </a:custGeom>
          <a:solidFill xmlns:a="http://schemas.openxmlformats.org/drawingml/2006/main">
            <a:srgbClr val="4A4A4C"/>
          </a:solidFill>
          <a:ln xmlns:a="http://schemas.openxmlformats.org/drawingml/2006/main" w="0">
            <a:noFill/>
            <a:prstDash val="solid"/>
          </a:ln>
        </p:spPr>
      </p:sp>
      <p:sp>
        <p:nvSpPr>
          <p:cNvPr id="324" name="pdf-path-519">
            <a:extLst xmlns:a="http://schemas.openxmlformats.org/drawingml/2006/main">
              <a:ext uri="{FF2B5EF4-FFF2-40B4-BE49-F238E27FC236}">
                <a16:creationId xmlns:a16="http://schemas.microsoft.com/office/drawing/2014/main" id="{D101D278-47A7-40FC-9D91-5433186209D3}"/>
              </a:ext>
            </a:extLst>
          </p:cNvPr>
          <p:cNvSpPr>
            <a:spLocks xmlns:a="http://schemas.openxmlformats.org/drawingml/2006/main" noGrp="1"/>
          </p:cNvSpPr>
          <p:nvPr/>
        </p:nvSpPr>
        <p:spPr>
          <a:xfrm xmlns:a="http://schemas.openxmlformats.org/drawingml/2006/main" rot="0">
            <a:off x="1696555" y="5175390"/>
            <a:ext cx="72123" cy="76896"/>
          </a:xfrm>
          <a:custGeom xmlns:a="http://schemas.openxmlformats.org/drawingml/2006/main">
            <a:pathLst>
              <a:path w="72123" h="76896">
                <a:moveTo>
                  <a:pt x="0" y="38433"/>
                </a:moveTo>
                <a:cubicBezTo>
                  <a:pt x="0" y="17231"/>
                  <a:pt x="16145" y="0"/>
                  <a:pt x="36062" y="0"/>
                </a:cubicBezTo>
                <a:cubicBezTo>
                  <a:pt x="45606" y="0"/>
                  <a:pt x="54778" y="4029"/>
                  <a:pt x="61551" y="11230"/>
                </a:cubicBezTo>
                <a:cubicBezTo>
                  <a:pt x="68323" y="18488"/>
                  <a:pt x="72123" y="28261"/>
                  <a:pt x="72123" y="38433"/>
                </a:cubicBezTo>
                <a:cubicBezTo>
                  <a:pt x="72123" y="59693"/>
                  <a:pt x="55978" y="76896"/>
                  <a:pt x="36062" y="76896"/>
                </a:cubicBezTo>
                <a:cubicBezTo>
                  <a:pt x="16145" y="76896"/>
                  <a:pt x="0" y="59693"/>
                  <a:pt x="0" y="38433"/>
                </a:cubicBezTo>
              </a:path>
            </a:pathLst>
          </a:custGeom>
          <a:solidFill xmlns:a="http://schemas.openxmlformats.org/drawingml/2006/main">
            <a:srgbClr val="231F20"/>
          </a:solidFill>
          <a:ln xmlns:a="http://schemas.openxmlformats.org/drawingml/2006/main" w="11687">
            <a:solidFill>
              <a:srgbClr val="231F20"/>
            </a:solidFill>
            <a:prstDash val="solid"/>
          </a:ln>
        </p:spPr>
      </p:sp>
      <p:sp>
        <p:nvSpPr>
          <p:cNvPr id="325" name="pdf-path-521">
            <a:extLst xmlns:a="http://schemas.openxmlformats.org/drawingml/2006/main">
              <a:ext uri="{FF2B5EF4-FFF2-40B4-BE49-F238E27FC236}">
                <a16:creationId xmlns:a16="http://schemas.microsoft.com/office/drawing/2014/main" id="{FBB25B6C-6BAA-483B-B71E-E24BA5CCCC92}"/>
              </a:ext>
            </a:extLst>
          </p:cNvPr>
          <p:cNvSpPr>
            <a:spLocks xmlns:a="http://schemas.openxmlformats.org/drawingml/2006/main" noGrp="1"/>
          </p:cNvSpPr>
          <p:nvPr/>
        </p:nvSpPr>
        <p:spPr>
          <a:xfrm xmlns:a="http://schemas.openxmlformats.org/drawingml/2006/main" rot="0">
            <a:off x="1806769" y="5175390"/>
            <a:ext cx="72152" cy="76896"/>
          </a:xfrm>
          <a:custGeom xmlns:a="http://schemas.openxmlformats.org/drawingml/2006/main">
            <a:pathLst>
              <a:path w="72152" h="76896">
                <a:moveTo>
                  <a:pt x="0" y="38433"/>
                </a:moveTo>
                <a:cubicBezTo>
                  <a:pt x="0" y="17231"/>
                  <a:pt x="16145" y="0"/>
                  <a:pt x="36062" y="0"/>
                </a:cubicBezTo>
                <a:cubicBezTo>
                  <a:pt x="45634" y="0"/>
                  <a:pt x="54807" y="4029"/>
                  <a:pt x="61579" y="11230"/>
                </a:cubicBezTo>
                <a:cubicBezTo>
                  <a:pt x="68351" y="18488"/>
                  <a:pt x="72152" y="28261"/>
                  <a:pt x="72152" y="38433"/>
                </a:cubicBezTo>
                <a:cubicBezTo>
                  <a:pt x="72152" y="59693"/>
                  <a:pt x="56007" y="76896"/>
                  <a:pt x="36062" y="76896"/>
                </a:cubicBezTo>
                <a:cubicBezTo>
                  <a:pt x="16145" y="76896"/>
                  <a:pt x="0" y="59693"/>
                  <a:pt x="0" y="38433"/>
                </a:cubicBezTo>
              </a:path>
            </a:pathLst>
          </a:custGeom>
          <a:solidFill xmlns:a="http://schemas.openxmlformats.org/drawingml/2006/main">
            <a:srgbClr val="231F20"/>
          </a:solidFill>
          <a:ln xmlns:a="http://schemas.openxmlformats.org/drawingml/2006/main" w="0">
            <a:noFill/>
            <a:prstDash val="solid"/>
          </a:ln>
        </p:spPr>
      </p:sp>
      <p:sp>
        <p:nvSpPr>
          <p:cNvPr id="326" name="pdf-path-522">
            <a:extLst xmlns:a="http://schemas.openxmlformats.org/drawingml/2006/main">
              <a:ext uri="{FF2B5EF4-FFF2-40B4-BE49-F238E27FC236}">
                <a16:creationId xmlns:a16="http://schemas.microsoft.com/office/drawing/2014/main" id="{EE986CFC-7B4B-4446-9A28-5596B9EAAEA9}"/>
              </a:ext>
            </a:extLst>
          </p:cNvPr>
          <p:cNvSpPr>
            <a:spLocks xmlns:a="http://schemas.openxmlformats.org/drawingml/2006/main" noGrp="1"/>
          </p:cNvSpPr>
          <p:nvPr/>
        </p:nvSpPr>
        <p:spPr>
          <a:xfrm xmlns:a="http://schemas.openxmlformats.org/drawingml/2006/main" rot="0">
            <a:off x="1806769" y="5175390"/>
            <a:ext cx="72152" cy="76896"/>
          </a:xfrm>
          <a:custGeom xmlns:a="http://schemas.openxmlformats.org/drawingml/2006/main">
            <a:pathLst>
              <a:path w="72152" h="76896">
                <a:moveTo>
                  <a:pt x="0" y="38433"/>
                </a:moveTo>
                <a:cubicBezTo>
                  <a:pt x="0" y="17231"/>
                  <a:pt x="16145" y="0"/>
                  <a:pt x="36062" y="0"/>
                </a:cubicBezTo>
                <a:cubicBezTo>
                  <a:pt x="45634" y="0"/>
                  <a:pt x="54807" y="4029"/>
                  <a:pt x="61579" y="11230"/>
                </a:cubicBezTo>
                <a:cubicBezTo>
                  <a:pt x="68351" y="18488"/>
                  <a:pt x="72152" y="28261"/>
                  <a:pt x="72152" y="38433"/>
                </a:cubicBezTo>
                <a:cubicBezTo>
                  <a:pt x="72152" y="59693"/>
                  <a:pt x="55978" y="76896"/>
                  <a:pt x="36062" y="76896"/>
                </a:cubicBezTo>
                <a:cubicBezTo>
                  <a:pt x="16145" y="76896"/>
                  <a:pt x="0" y="59693"/>
                  <a:pt x="0" y="38433"/>
                </a:cubicBezTo>
              </a:path>
            </a:pathLst>
          </a:custGeom>
          <a:noFill xmlns:a="http://schemas.openxmlformats.org/drawingml/2006/main"/>
          <a:ln xmlns:a="http://schemas.openxmlformats.org/drawingml/2006/main" w="11687">
            <a:solidFill>
              <a:srgbClr val="231F20"/>
            </a:solidFill>
            <a:prstDash val="solid"/>
          </a:ln>
        </p:spPr>
      </p:sp>
      <p:sp>
        <p:nvSpPr>
          <p:cNvPr id="327" name="pdf-path-523">
            <a:extLst xmlns:a="http://schemas.openxmlformats.org/drawingml/2006/main">
              <a:ext uri="{FF2B5EF4-FFF2-40B4-BE49-F238E27FC236}">
                <a16:creationId xmlns:a16="http://schemas.microsoft.com/office/drawing/2014/main" id="{07769D11-B846-43D1-9C34-16F3FDEE8C68}"/>
              </a:ext>
            </a:extLst>
          </p:cNvPr>
          <p:cNvSpPr>
            <a:spLocks xmlns:a="http://schemas.openxmlformats.org/drawingml/2006/main" noGrp="1"/>
          </p:cNvSpPr>
          <p:nvPr/>
        </p:nvSpPr>
        <p:spPr>
          <a:xfrm xmlns:a="http://schemas.openxmlformats.org/drawingml/2006/main" rot="0">
            <a:off x="1917811" y="5175390"/>
            <a:ext cx="72123" cy="76896"/>
          </a:xfrm>
          <a:custGeom xmlns:a="http://schemas.openxmlformats.org/drawingml/2006/main">
            <a:pathLst>
              <a:path w="72123" h="76896">
                <a:moveTo>
                  <a:pt x="0" y="38433"/>
                </a:moveTo>
                <a:cubicBezTo>
                  <a:pt x="0" y="17231"/>
                  <a:pt x="16145" y="0"/>
                  <a:pt x="36062" y="0"/>
                </a:cubicBezTo>
                <a:cubicBezTo>
                  <a:pt x="45634" y="0"/>
                  <a:pt x="54807" y="4029"/>
                  <a:pt x="61551" y="11230"/>
                </a:cubicBezTo>
                <a:cubicBezTo>
                  <a:pt x="68323" y="18488"/>
                  <a:pt x="72123" y="28261"/>
                  <a:pt x="72123" y="38433"/>
                </a:cubicBezTo>
                <a:cubicBezTo>
                  <a:pt x="72123" y="59693"/>
                  <a:pt x="55979" y="76896"/>
                  <a:pt x="36062" y="76896"/>
                </a:cubicBezTo>
                <a:cubicBezTo>
                  <a:pt x="16145" y="76896"/>
                  <a:pt x="0" y="59693"/>
                  <a:pt x="0" y="38433"/>
                </a:cubicBezTo>
              </a:path>
            </a:pathLst>
          </a:custGeom>
          <a:solidFill xmlns:a="http://schemas.openxmlformats.org/drawingml/2006/main">
            <a:srgbClr val="231F20"/>
          </a:solidFill>
          <a:ln xmlns:a="http://schemas.openxmlformats.org/drawingml/2006/main" w="11687">
            <a:solidFill>
              <a:srgbClr val="231F20"/>
            </a:solidFill>
            <a:prstDash val="solid"/>
          </a:ln>
        </p:spPr>
      </p:sp>
      <p:sp>
        <p:nvSpPr>
          <p:cNvPr id="328" name="pdf-path-526">
            <a:extLst xmlns:a="http://schemas.openxmlformats.org/drawingml/2006/main">
              <a:ext uri="{FF2B5EF4-FFF2-40B4-BE49-F238E27FC236}">
                <a16:creationId xmlns:a16="http://schemas.microsoft.com/office/drawing/2014/main" id="{F9160251-F56A-4956-9E38-8B3B4EB8012E}"/>
              </a:ext>
            </a:extLst>
          </p:cNvPr>
          <p:cNvSpPr>
            <a:spLocks xmlns:a="http://schemas.openxmlformats.org/drawingml/2006/main" noGrp="1"/>
          </p:cNvSpPr>
          <p:nvPr/>
        </p:nvSpPr>
        <p:spPr>
          <a:xfrm xmlns:a="http://schemas.openxmlformats.org/drawingml/2006/main" rot="0">
            <a:off x="7719736" y="74467"/>
            <a:ext cx="3816192" cy="302066"/>
          </a:xfrm>
          <a:custGeom xmlns:a="http://schemas.openxmlformats.org/drawingml/2006/main">
            <a:pathLst>
              <a:path w="3816192" h="302066">
                <a:moveTo>
                  <a:pt x="3816192" y="302066"/>
                </a:moveTo>
                <a:lnTo>
                  <a:pt x="0" y="302066"/>
                </a:lnTo>
                <a:lnTo>
                  <a:pt x="0" y="0"/>
                </a:lnTo>
                <a:lnTo>
                  <a:pt x="3401626" y="0"/>
                </a:lnTo>
                <a:cubicBezTo>
                  <a:pt x="3517126" y="0"/>
                  <a:pt x="3627911" y="45892"/>
                  <a:pt x="3709607" y="127559"/>
                </a:cubicBezTo>
                <a:cubicBezTo>
                  <a:pt x="3758928" y="176908"/>
                  <a:pt x="3795217" y="236858"/>
                  <a:pt x="3816192" y="302066"/>
                </a:cubicBezTo>
              </a:path>
            </a:pathLst>
          </a:custGeom>
          <a:solidFill xmlns:a="http://schemas.openxmlformats.org/drawingml/2006/main">
            <a:srgbClr val="FFFFFF"/>
          </a:solidFill>
          <a:ln xmlns:a="http://schemas.openxmlformats.org/drawingml/2006/main" w="0">
            <a:noFill/>
            <a:prstDash val="solid"/>
          </a:ln>
        </p:spPr>
      </p:sp>
      <p:sp>
        <p:nvSpPr>
          <p:cNvPr id="329" name="pdf-path-527">
            <a:extLst xmlns:a="http://schemas.openxmlformats.org/drawingml/2006/main">
              <a:ext uri="{FF2B5EF4-FFF2-40B4-BE49-F238E27FC236}">
                <a16:creationId xmlns:a16="http://schemas.microsoft.com/office/drawing/2014/main" id="{7FB23575-EB50-4EA4-97C7-13F916411E27}"/>
              </a:ext>
            </a:extLst>
          </p:cNvPr>
          <p:cNvSpPr>
            <a:spLocks xmlns:a="http://schemas.openxmlformats.org/drawingml/2006/main" noGrp="1"/>
          </p:cNvSpPr>
          <p:nvPr/>
        </p:nvSpPr>
        <p:spPr>
          <a:xfrm xmlns:a="http://schemas.openxmlformats.org/drawingml/2006/main" rot="0">
            <a:off x="7719736" y="39434"/>
            <a:ext cx="3852882" cy="337099"/>
          </a:xfrm>
          <a:custGeom xmlns:a="http://schemas.openxmlformats.org/drawingml/2006/main">
            <a:pathLst>
              <a:path w="3852882" h="337099">
                <a:moveTo>
                  <a:pt x="3852882" y="337099"/>
                </a:moveTo>
                <a:lnTo>
                  <a:pt x="3816192" y="337099"/>
                </a:lnTo>
                <a:cubicBezTo>
                  <a:pt x="3795217" y="271891"/>
                  <a:pt x="3758928" y="211941"/>
                  <a:pt x="3709607" y="162592"/>
                </a:cubicBezTo>
                <a:cubicBezTo>
                  <a:pt x="3627911" y="80924"/>
                  <a:pt x="3517126" y="35033"/>
                  <a:pt x="3401626" y="35033"/>
                </a:cubicBezTo>
                <a:lnTo>
                  <a:pt x="0" y="35033"/>
                </a:lnTo>
                <a:lnTo>
                  <a:pt x="0" y="0"/>
                </a:lnTo>
                <a:lnTo>
                  <a:pt x="3401626" y="0"/>
                </a:lnTo>
                <a:cubicBezTo>
                  <a:pt x="3526441" y="0"/>
                  <a:pt x="3646142" y="49549"/>
                  <a:pt x="3734381" y="137817"/>
                </a:cubicBezTo>
                <a:cubicBezTo>
                  <a:pt x="3790388" y="193824"/>
                  <a:pt x="3830822" y="262490"/>
                  <a:pt x="3852882" y="337099"/>
                </a:cubicBezTo>
                <a:moveTo>
                  <a:pt x="3709607" y="162592"/>
                </a:moveTo>
                <a:lnTo>
                  <a:pt x="3709607" y="162592"/>
                </a:lnTo>
              </a:path>
            </a:pathLst>
          </a:custGeom>
          <a:solidFill xmlns:a="http://schemas.openxmlformats.org/drawingml/2006/main">
            <a:srgbClr val="D8D1E8"/>
          </a:solidFill>
          <a:ln xmlns:a="http://schemas.openxmlformats.org/drawingml/2006/main" w="0">
            <a:noFill/>
            <a:prstDash val="solid"/>
          </a:ln>
        </p:spPr>
      </p:sp>
      <p:sp>
        <p:nvSpPr>
          <p:cNvPr id="330" name="pdf-path-529">
            <a:extLst xmlns:a="http://schemas.openxmlformats.org/drawingml/2006/main">
              <a:ext uri="{FF2B5EF4-FFF2-40B4-BE49-F238E27FC236}">
                <a16:creationId xmlns:a16="http://schemas.microsoft.com/office/drawing/2014/main" id="{ED9E7E95-DC38-411B-93F3-14A0230F4929}"/>
              </a:ext>
            </a:extLst>
          </p:cNvPr>
          <p:cNvSpPr>
            <a:spLocks xmlns:a="http://schemas.openxmlformats.org/drawingml/2006/main" noGrp="1"/>
          </p:cNvSpPr>
          <p:nvPr/>
        </p:nvSpPr>
        <p:spPr>
          <a:xfrm xmlns:a="http://schemas.openxmlformats.org/drawingml/2006/main" rot="0">
            <a:off x="1427064" y="1395603"/>
            <a:ext cx="80982" cy="86096"/>
          </a:xfrm>
          <a:custGeom xmlns:a="http://schemas.openxmlformats.org/drawingml/2006/main">
            <a:pathLst>
              <a:path w="80982" h="86096">
                <a:moveTo>
                  <a:pt x="0" y="43034"/>
                </a:moveTo>
                <a:cubicBezTo>
                  <a:pt x="0" y="19259"/>
                  <a:pt x="18145" y="0"/>
                  <a:pt x="40491" y="0"/>
                </a:cubicBezTo>
                <a:cubicBezTo>
                  <a:pt x="51235" y="0"/>
                  <a:pt x="61522" y="4515"/>
                  <a:pt x="69123" y="12601"/>
                </a:cubicBezTo>
                <a:cubicBezTo>
                  <a:pt x="76695" y="20688"/>
                  <a:pt x="80982" y="31632"/>
                  <a:pt x="80982" y="43034"/>
                </a:cubicBezTo>
                <a:cubicBezTo>
                  <a:pt x="80982" y="66837"/>
                  <a:pt x="62836" y="86096"/>
                  <a:pt x="40491" y="86096"/>
                </a:cubicBezTo>
                <a:cubicBezTo>
                  <a:pt x="18145" y="86096"/>
                  <a:pt x="0" y="66837"/>
                  <a:pt x="0" y="43034"/>
                </a:cubicBezTo>
              </a:path>
            </a:pathLst>
          </a:custGeom>
          <a:solidFill xmlns:a="http://schemas.openxmlformats.org/drawingml/2006/main">
            <a:srgbClr val="231F20"/>
          </a:solidFill>
          <a:ln xmlns:a="http://schemas.openxmlformats.org/drawingml/2006/main" w="11687">
            <a:solidFill>
              <a:srgbClr val="231F20"/>
            </a:solidFill>
            <a:prstDash val="solid"/>
          </a:ln>
        </p:spPr>
      </p:sp>
      <p:sp>
        <p:nvSpPr>
          <p:cNvPr id="331" name="pdf-path-531">
            <a:extLst xmlns:a="http://schemas.openxmlformats.org/drawingml/2006/main">
              <a:ext uri="{FF2B5EF4-FFF2-40B4-BE49-F238E27FC236}">
                <a16:creationId xmlns:a16="http://schemas.microsoft.com/office/drawing/2014/main" id="{BE7C5EE1-8FE2-4E21-B9E0-A34D8A20484C}"/>
              </a:ext>
            </a:extLst>
          </p:cNvPr>
          <p:cNvSpPr>
            <a:spLocks xmlns:a="http://schemas.openxmlformats.org/drawingml/2006/main" noGrp="1"/>
          </p:cNvSpPr>
          <p:nvPr/>
        </p:nvSpPr>
        <p:spPr>
          <a:xfrm xmlns:a="http://schemas.openxmlformats.org/drawingml/2006/main" rot="0">
            <a:off x="1427064" y="1496616"/>
            <a:ext cx="80982" cy="86125"/>
          </a:xfrm>
          <a:custGeom xmlns:a="http://schemas.openxmlformats.org/drawingml/2006/main">
            <a:pathLst>
              <a:path w="80982" h="86125">
                <a:moveTo>
                  <a:pt x="0" y="43063"/>
                </a:moveTo>
                <a:cubicBezTo>
                  <a:pt x="0" y="19288"/>
                  <a:pt x="18145" y="0"/>
                  <a:pt x="40491" y="0"/>
                </a:cubicBezTo>
                <a:cubicBezTo>
                  <a:pt x="51235" y="0"/>
                  <a:pt x="61522" y="4544"/>
                  <a:pt x="69123" y="12630"/>
                </a:cubicBezTo>
                <a:cubicBezTo>
                  <a:pt x="76695" y="20688"/>
                  <a:pt x="80982" y="31633"/>
                  <a:pt x="80982" y="43063"/>
                </a:cubicBezTo>
                <a:cubicBezTo>
                  <a:pt x="80982" y="66837"/>
                  <a:pt x="62836" y="86125"/>
                  <a:pt x="40491" y="86125"/>
                </a:cubicBezTo>
                <a:cubicBezTo>
                  <a:pt x="18145" y="86125"/>
                  <a:pt x="0" y="66837"/>
                  <a:pt x="0" y="43063"/>
                </a:cubicBezTo>
              </a:path>
            </a:pathLst>
          </a:custGeom>
          <a:solidFill xmlns:a="http://schemas.openxmlformats.org/drawingml/2006/main">
            <a:srgbClr val="231F20"/>
          </a:solidFill>
          <a:ln xmlns:a="http://schemas.openxmlformats.org/drawingml/2006/main" w="11687">
            <a:solidFill>
              <a:srgbClr val="231F20"/>
            </a:solidFill>
            <a:prstDash val="solid"/>
          </a:ln>
        </p:spPr>
      </p:sp>
      <p:sp>
        <p:nvSpPr>
          <p:cNvPr id="332" name="pdf-path-533">
            <a:extLst xmlns:a="http://schemas.openxmlformats.org/drawingml/2006/main">
              <a:ext uri="{FF2B5EF4-FFF2-40B4-BE49-F238E27FC236}">
                <a16:creationId xmlns:a16="http://schemas.microsoft.com/office/drawing/2014/main" id="{EC158A75-5A36-4D31-B81C-04B5005C7204}"/>
              </a:ext>
            </a:extLst>
          </p:cNvPr>
          <p:cNvSpPr>
            <a:spLocks xmlns:a="http://schemas.openxmlformats.org/drawingml/2006/main" noGrp="1"/>
          </p:cNvSpPr>
          <p:nvPr/>
        </p:nvSpPr>
        <p:spPr>
          <a:xfrm xmlns:a="http://schemas.openxmlformats.org/drawingml/2006/main" rot="0">
            <a:off x="1427064" y="1605487"/>
            <a:ext cx="80982" cy="86096"/>
          </a:xfrm>
          <a:custGeom xmlns:a="http://schemas.openxmlformats.org/drawingml/2006/main">
            <a:pathLst>
              <a:path w="80982" h="86096">
                <a:moveTo>
                  <a:pt x="0" y="43063"/>
                </a:moveTo>
                <a:cubicBezTo>
                  <a:pt x="0" y="19288"/>
                  <a:pt x="18145" y="0"/>
                  <a:pt x="40491" y="0"/>
                </a:cubicBezTo>
                <a:cubicBezTo>
                  <a:pt x="51235" y="0"/>
                  <a:pt x="61522" y="4543"/>
                  <a:pt x="69123" y="12602"/>
                </a:cubicBezTo>
                <a:cubicBezTo>
                  <a:pt x="76695" y="20688"/>
                  <a:pt x="80982" y="31633"/>
                  <a:pt x="80982" y="43063"/>
                </a:cubicBezTo>
                <a:cubicBezTo>
                  <a:pt x="80982" y="66837"/>
                  <a:pt x="62836" y="86096"/>
                  <a:pt x="40491" y="86096"/>
                </a:cubicBezTo>
                <a:cubicBezTo>
                  <a:pt x="18145" y="86096"/>
                  <a:pt x="0" y="66837"/>
                  <a:pt x="0" y="43063"/>
                </a:cubicBezTo>
              </a:path>
            </a:pathLst>
          </a:custGeom>
          <a:solidFill xmlns:a="http://schemas.openxmlformats.org/drawingml/2006/main">
            <a:srgbClr val="231F20"/>
          </a:solidFill>
          <a:ln xmlns:a="http://schemas.openxmlformats.org/drawingml/2006/main" w="11687">
            <a:solidFill>
              <a:srgbClr val="231F20"/>
            </a:solidFill>
            <a:prstDash val="solid"/>
          </a:ln>
        </p:spPr>
      </p:sp>
      <p:sp>
        <p:nvSpPr>
          <p:cNvPr id="333" name="pdf-path-535">
            <a:extLst xmlns:a="http://schemas.openxmlformats.org/drawingml/2006/main">
              <a:ext uri="{FF2B5EF4-FFF2-40B4-BE49-F238E27FC236}">
                <a16:creationId xmlns:a16="http://schemas.microsoft.com/office/drawing/2014/main" id="{0134106F-1C8A-4C1D-A1DC-67C8D40EF27A}"/>
              </a:ext>
            </a:extLst>
          </p:cNvPr>
          <p:cNvSpPr>
            <a:spLocks xmlns:a="http://schemas.openxmlformats.org/drawingml/2006/main" noGrp="1"/>
          </p:cNvSpPr>
          <p:nvPr/>
        </p:nvSpPr>
        <p:spPr>
          <a:xfrm xmlns:a="http://schemas.openxmlformats.org/drawingml/2006/main" rot="0">
            <a:off x="6944182" y="1395603"/>
            <a:ext cx="80953" cy="86096"/>
          </a:xfrm>
          <a:custGeom xmlns:a="http://schemas.openxmlformats.org/drawingml/2006/main">
            <a:pathLst>
              <a:path w="80953" h="86096">
                <a:moveTo>
                  <a:pt x="0" y="43034"/>
                </a:moveTo>
                <a:cubicBezTo>
                  <a:pt x="0" y="19259"/>
                  <a:pt x="18117" y="0"/>
                  <a:pt x="40462" y="0"/>
                </a:cubicBezTo>
                <a:cubicBezTo>
                  <a:pt x="51206" y="0"/>
                  <a:pt x="61522" y="4515"/>
                  <a:pt x="69094" y="12601"/>
                </a:cubicBezTo>
                <a:cubicBezTo>
                  <a:pt x="76695" y="20688"/>
                  <a:pt x="80953" y="31632"/>
                  <a:pt x="80953" y="43034"/>
                </a:cubicBezTo>
                <a:cubicBezTo>
                  <a:pt x="80953" y="66837"/>
                  <a:pt x="62837" y="86096"/>
                  <a:pt x="40462" y="86096"/>
                </a:cubicBezTo>
                <a:cubicBezTo>
                  <a:pt x="18117" y="86096"/>
                  <a:pt x="0" y="66837"/>
                  <a:pt x="0" y="43034"/>
                </a:cubicBezTo>
              </a:path>
            </a:pathLst>
          </a:custGeom>
          <a:solidFill xmlns:a="http://schemas.openxmlformats.org/drawingml/2006/main">
            <a:srgbClr val="231F20"/>
          </a:solidFill>
          <a:ln xmlns:a="http://schemas.openxmlformats.org/drawingml/2006/main" w="11687">
            <a:solidFill>
              <a:srgbClr val="231F20"/>
            </a:solidFill>
            <a:prstDash val="solid"/>
          </a:ln>
        </p:spPr>
      </p:sp>
      <p:sp>
        <p:nvSpPr>
          <p:cNvPr id="334" name="pdf-path-537">
            <a:extLst xmlns:a="http://schemas.openxmlformats.org/drawingml/2006/main">
              <a:ext uri="{FF2B5EF4-FFF2-40B4-BE49-F238E27FC236}">
                <a16:creationId xmlns:a16="http://schemas.microsoft.com/office/drawing/2014/main" id="{0CEA22B9-3CD6-4E45-A063-2F7B943DEE43}"/>
              </a:ext>
            </a:extLst>
          </p:cNvPr>
          <p:cNvSpPr>
            <a:spLocks xmlns:a="http://schemas.openxmlformats.org/drawingml/2006/main" noGrp="1"/>
          </p:cNvSpPr>
          <p:nvPr/>
        </p:nvSpPr>
        <p:spPr>
          <a:xfrm xmlns:a="http://schemas.openxmlformats.org/drawingml/2006/main" rot="0">
            <a:off x="6944182" y="1496616"/>
            <a:ext cx="80953" cy="86125"/>
          </a:xfrm>
          <a:custGeom xmlns:a="http://schemas.openxmlformats.org/drawingml/2006/main">
            <a:pathLst>
              <a:path w="80953" h="86125">
                <a:moveTo>
                  <a:pt x="0" y="43063"/>
                </a:moveTo>
                <a:cubicBezTo>
                  <a:pt x="0" y="19288"/>
                  <a:pt x="18117" y="0"/>
                  <a:pt x="40462" y="0"/>
                </a:cubicBezTo>
                <a:cubicBezTo>
                  <a:pt x="51206" y="0"/>
                  <a:pt x="61522" y="4544"/>
                  <a:pt x="69094" y="12630"/>
                </a:cubicBezTo>
                <a:cubicBezTo>
                  <a:pt x="76695" y="20688"/>
                  <a:pt x="80953" y="31633"/>
                  <a:pt x="80953" y="43063"/>
                </a:cubicBezTo>
                <a:cubicBezTo>
                  <a:pt x="80953" y="66837"/>
                  <a:pt x="62837" y="86125"/>
                  <a:pt x="40462" y="86125"/>
                </a:cubicBezTo>
                <a:cubicBezTo>
                  <a:pt x="18117" y="86125"/>
                  <a:pt x="0" y="66837"/>
                  <a:pt x="0" y="43063"/>
                </a:cubicBezTo>
              </a:path>
            </a:pathLst>
          </a:custGeom>
          <a:solidFill xmlns:a="http://schemas.openxmlformats.org/drawingml/2006/main">
            <a:srgbClr val="231F20"/>
          </a:solidFill>
          <a:ln xmlns:a="http://schemas.openxmlformats.org/drawingml/2006/main" w="11687">
            <a:solidFill>
              <a:srgbClr val="231F20"/>
            </a:solidFill>
            <a:prstDash val="solid"/>
          </a:ln>
        </p:spPr>
      </p:sp>
      <p:sp>
        <p:nvSpPr>
          <p:cNvPr id="335" name="pdf-path-539">
            <a:extLst xmlns:a="http://schemas.openxmlformats.org/drawingml/2006/main">
              <a:ext uri="{FF2B5EF4-FFF2-40B4-BE49-F238E27FC236}">
                <a16:creationId xmlns:a16="http://schemas.microsoft.com/office/drawing/2014/main" id="{31ED4586-F6DC-4B2E-99A4-D3EDA589BB13}"/>
              </a:ext>
            </a:extLst>
          </p:cNvPr>
          <p:cNvSpPr>
            <a:spLocks xmlns:a="http://schemas.openxmlformats.org/drawingml/2006/main" noGrp="1"/>
          </p:cNvSpPr>
          <p:nvPr/>
        </p:nvSpPr>
        <p:spPr>
          <a:xfrm xmlns:a="http://schemas.openxmlformats.org/drawingml/2006/main" rot="0">
            <a:off x="6944182" y="1605487"/>
            <a:ext cx="80953" cy="86096"/>
          </a:xfrm>
          <a:custGeom xmlns:a="http://schemas.openxmlformats.org/drawingml/2006/main">
            <a:pathLst>
              <a:path w="80953" h="86096">
                <a:moveTo>
                  <a:pt x="0" y="43063"/>
                </a:moveTo>
                <a:cubicBezTo>
                  <a:pt x="0" y="19288"/>
                  <a:pt x="18117" y="0"/>
                  <a:pt x="40462" y="0"/>
                </a:cubicBezTo>
                <a:cubicBezTo>
                  <a:pt x="51206" y="0"/>
                  <a:pt x="61522" y="4543"/>
                  <a:pt x="69094" y="12602"/>
                </a:cubicBezTo>
                <a:cubicBezTo>
                  <a:pt x="76695" y="20688"/>
                  <a:pt x="80953" y="31633"/>
                  <a:pt x="80953" y="43063"/>
                </a:cubicBezTo>
                <a:cubicBezTo>
                  <a:pt x="80953" y="66837"/>
                  <a:pt x="62837" y="86096"/>
                  <a:pt x="40462" y="86096"/>
                </a:cubicBezTo>
                <a:cubicBezTo>
                  <a:pt x="18117" y="86096"/>
                  <a:pt x="0" y="66837"/>
                  <a:pt x="0" y="43063"/>
                </a:cubicBezTo>
              </a:path>
            </a:pathLst>
          </a:custGeom>
          <a:solidFill xmlns:a="http://schemas.openxmlformats.org/drawingml/2006/main">
            <a:srgbClr val="231F20"/>
          </a:solidFill>
          <a:ln xmlns:a="http://schemas.openxmlformats.org/drawingml/2006/main" w="11687">
            <a:solidFill>
              <a:srgbClr val="231F20"/>
            </a:solidFill>
            <a:prstDash val="solid"/>
          </a:ln>
        </p:spPr>
      </p:sp>
      <p:sp>
        <p:nvSpPr>
          <p:cNvPr id="336" name="pdf-path-545">
            <a:extLst xmlns:a="http://schemas.openxmlformats.org/drawingml/2006/main">
              <a:ext uri="{FF2B5EF4-FFF2-40B4-BE49-F238E27FC236}">
                <a16:creationId xmlns:a16="http://schemas.microsoft.com/office/drawing/2014/main" id="{BF85B6E7-4F60-46E6-891C-96114B17431A}"/>
              </a:ext>
            </a:extLst>
          </p:cNvPr>
          <p:cNvSpPr>
            <a:spLocks xmlns:a="http://schemas.openxmlformats.org/drawingml/2006/main" noGrp="1"/>
          </p:cNvSpPr>
          <p:nvPr/>
        </p:nvSpPr>
        <p:spPr>
          <a:xfrm xmlns:a="http://schemas.openxmlformats.org/drawingml/2006/main" rot="0">
            <a:off x="2304431" y="1151143"/>
            <a:ext cx="704688" cy="320869"/>
          </a:xfrm>
          <a:custGeom xmlns:a="http://schemas.openxmlformats.org/drawingml/2006/main">
            <a:pathLst>
              <a:path w="704688" h="320869">
                <a:moveTo>
                  <a:pt x="0" y="240659"/>
                </a:moveTo>
                <a:lnTo>
                  <a:pt x="544240" y="240659"/>
                </a:lnTo>
                <a:lnTo>
                  <a:pt x="544240" y="320869"/>
                </a:lnTo>
                <a:lnTo>
                  <a:pt x="704688" y="160420"/>
                </a:lnTo>
                <a:lnTo>
                  <a:pt x="544240" y="0"/>
                </a:lnTo>
                <a:lnTo>
                  <a:pt x="544240" y="80210"/>
                </a:lnTo>
                <a:lnTo>
                  <a:pt x="0" y="80210"/>
                </a:lnTo>
              </a:path>
            </a:pathLst>
          </a:custGeom>
          <a:solidFill xmlns:a="http://schemas.openxmlformats.org/drawingml/2006/main">
            <a:srgbClr val="CBCDCF"/>
          </a:solidFill>
          <a:ln xmlns:a="http://schemas.openxmlformats.org/drawingml/2006/main" w="0">
            <a:noFill/>
            <a:prstDash val="solid"/>
          </a:ln>
        </p:spPr>
      </p:sp>
      <p:sp>
        <p:nvSpPr>
          <p:cNvPr id="337" name="pdf-path-547">
            <a:extLst xmlns:a="http://schemas.openxmlformats.org/drawingml/2006/main">
              <a:ext uri="{FF2B5EF4-FFF2-40B4-BE49-F238E27FC236}">
                <a16:creationId xmlns:a16="http://schemas.microsoft.com/office/drawing/2014/main" id="{A16A2A9C-35AB-4E50-903C-F3D174681ECA}"/>
              </a:ext>
            </a:extLst>
          </p:cNvPr>
          <p:cNvSpPr>
            <a:spLocks xmlns:a="http://schemas.openxmlformats.org/drawingml/2006/main" noGrp="1"/>
          </p:cNvSpPr>
          <p:nvPr/>
        </p:nvSpPr>
        <p:spPr>
          <a:xfrm xmlns:a="http://schemas.openxmlformats.org/drawingml/2006/main" rot="0">
            <a:off x="12409437" y="5867276"/>
            <a:ext cx="1667752" cy="260919"/>
          </a:xfrm>
          <a:custGeom xmlns:a="http://schemas.openxmlformats.org/drawingml/2006/main">
            <a:pathLst>
              <a:path w="1667752" h="260919">
                <a:moveTo>
                  <a:pt x="1667752" y="260919"/>
                </a:moveTo>
                <a:lnTo>
                  <a:pt x="466145" y="260919"/>
                </a:lnTo>
                <a:lnTo>
                  <a:pt x="466145" y="233801"/>
                </a:lnTo>
                <a:lnTo>
                  <a:pt x="0" y="233801"/>
                </a:lnTo>
                <a:lnTo>
                  <a:pt x="0" y="0"/>
                </a:lnTo>
                <a:lnTo>
                  <a:pt x="52349" y="0"/>
                </a:lnTo>
                <a:cubicBezTo>
                  <a:pt x="93755" y="24375"/>
                  <a:pt x="141990" y="38377"/>
                  <a:pt x="193482" y="38377"/>
                </a:cubicBezTo>
                <a:lnTo>
                  <a:pt x="1307535" y="38377"/>
                </a:lnTo>
                <a:cubicBezTo>
                  <a:pt x="1359027" y="38377"/>
                  <a:pt x="1407261" y="24375"/>
                  <a:pt x="1448667" y="0"/>
                </a:cubicBezTo>
                <a:lnTo>
                  <a:pt x="1667752" y="0"/>
                </a:lnTo>
                <a:lnTo>
                  <a:pt x="1667752" y="260919"/>
                </a:lnTo>
              </a:path>
            </a:pathLst>
          </a:custGeom>
          <a:solidFill xmlns:a="http://schemas.openxmlformats.org/drawingml/2006/main">
            <a:srgbClr val="FFFFFF"/>
          </a:solidFill>
          <a:ln xmlns:a="http://schemas.openxmlformats.org/drawingml/2006/main" w="0">
            <a:noFill/>
            <a:prstDash val="solid"/>
          </a:ln>
        </p:spPr>
      </p:sp>
      <p:sp>
        <p:nvSpPr>
          <p:cNvPr id="338" name="pdf-path-548">
            <a:extLst xmlns:a="http://schemas.openxmlformats.org/drawingml/2006/main">
              <a:ext uri="{FF2B5EF4-FFF2-40B4-BE49-F238E27FC236}">
                <a16:creationId xmlns:a16="http://schemas.microsoft.com/office/drawing/2014/main" id="{A5E778AD-7E79-4291-BF79-757BE44604D4}"/>
              </a:ext>
            </a:extLst>
          </p:cNvPr>
          <p:cNvSpPr>
            <a:spLocks xmlns:a="http://schemas.openxmlformats.org/drawingml/2006/main" noGrp="1"/>
          </p:cNvSpPr>
          <p:nvPr/>
        </p:nvSpPr>
        <p:spPr>
          <a:xfrm xmlns:a="http://schemas.openxmlformats.org/drawingml/2006/main" rot="0">
            <a:off x="14077188" y="5867276"/>
            <a:ext cx="35065" cy="260919"/>
          </a:xfrm>
          <a:custGeom xmlns:a="http://schemas.openxmlformats.org/drawingml/2006/main">
            <a:pathLst>
              <a:path w="35065" h="260919">
                <a:moveTo>
                  <a:pt x="0" y="260919"/>
                </a:moveTo>
                <a:lnTo>
                  <a:pt x="35065" y="260919"/>
                </a:lnTo>
                <a:lnTo>
                  <a:pt x="35065" y="0"/>
                </a:lnTo>
                <a:lnTo>
                  <a:pt x="0" y="0"/>
                </a:lnTo>
                <a:close/>
              </a:path>
            </a:pathLst>
          </a:custGeom>
          <a:solidFill xmlns:a="http://schemas.openxmlformats.org/drawingml/2006/main">
            <a:srgbClr val="FDE5CD"/>
          </a:solidFill>
          <a:ln xmlns:a="http://schemas.openxmlformats.org/drawingml/2006/main" w="0">
            <a:noFill/>
            <a:prstDash val="solid"/>
          </a:ln>
        </p:spPr>
      </p:sp>
      <p:sp>
        <p:nvSpPr>
          <p:cNvPr id="339" name="pdf-path-549">
            <a:extLst xmlns:a="http://schemas.openxmlformats.org/drawingml/2006/main">
              <a:ext uri="{FF2B5EF4-FFF2-40B4-BE49-F238E27FC236}">
                <a16:creationId xmlns:a16="http://schemas.microsoft.com/office/drawing/2014/main" id="{C7636831-4497-475E-B34B-30FF3D4131A7}"/>
              </a:ext>
            </a:extLst>
          </p:cNvPr>
          <p:cNvSpPr>
            <a:spLocks xmlns:a="http://schemas.openxmlformats.org/drawingml/2006/main" noGrp="1"/>
          </p:cNvSpPr>
          <p:nvPr/>
        </p:nvSpPr>
        <p:spPr>
          <a:xfrm xmlns:a="http://schemas.openxmlformats.org/drawingml/2006/main" rot="0">
            <a:off x="12409437" y="6101076"/>
            <a:ext cx="466144" cy="27119"/>
          </a:xfrm>
          <a:custGeom xmlns:a="http://schemas.openxmlformats.org/drawingml/2006/main">
            <a:pathLst>
              <a:path w="466144" h="27119">
                <a:moveTo>
                  <a:pt x="0" y="27119"/>
                </a:moveTo>
                <a:lnTo>
                  <a:pt x="466144" y="27119"/>
                </a:lnTo>
                <a:lnTo>
                  <a:pt x="466144" y="0"/>
                </a:lnTo>
                <a:lnTo>
                  <a:pt x="0" y="0"/>
                </a:lnTo>
                <a:close/>
              </a:path>
            </a:pathLst>
          </a:custGeom>
          <a:solidFill xmlns:a="http://schemas.openxmlformats.org/drawingml/2006/main">
            <a:srgbClr val="FFFFFF"/>
          </a:solidFill>
          <a:ln xmlns:a="http://schemas.openxmlformats.org/drawingml/2006/main" w="0">
            <a:noFill/>
            <a:prstDash val="solid"/>
          </a:ln>
        </p:spPr>
      </p:sp>
      <p:sp>
        <p:nvSpPr>
          <p:cNvPr id="340" name="pdf-path-556">
            <a:extLst xmlns:a="http://schemas.openxmlformats.org/drawingml/2006/main">
              <a:ext uri="{FF2B5EF4-FFF2-40B4-BE49-F238E27FC236}">
                <a16:creationId xmlns:a16="http://schemas.microsoft.com/office/drawing/2014/main" id="{2FB9E90C-902E-4C35-9B2C-C8148D14C6EC}"/>
              </a:ext>
            </a:extLst>
          </p:cNvPr>
          <p:cNvSpPr>
            <a:spLocks xmlns:a="http://schemas.openxmlformats.org/drawingml/2006/main" noGrp="1"/>
          </p:cNvSpPr>
          <p:nvPr/>
        </p:nvSpPr>
        <p:spPr>
          <a:xfrm xmlns:a="http://schemas.openxmlformats.org/drawingml/2006/main" rot="0">
            <a:off x="7861211" y="1151143"/>
            <a:ext cx="798529" cy="320869"/>
          </a:xfrm>
          <a:custGeom xmlns:a="http://schemas.openxmlformats.org/drawingml/2006/main">
            <a:pathLst>
              <a:path w="798529" h="320869">
                <a:moveTo>
                  <a:pt x="0" y="240659"/>
                </a:moveTo>
                <a:lnTo>
                  <a:pt x="638079" y="240659"/>
                </a:lnTo>
                <a:lnTo>
                  <a:pt x="638079" y="320869"/>
                </a:lnTo>
                <a:lnTo>
                  <a:pt x="798529" y="160420"/>
                </a:lnTo>
                <a:lnTo>
                  <a:pt x="638079" y="0"/>
                </a:lnTo>
                <a:lnTo>
                  <a:pt x="638079" y="80210"/>
                </a:lnTo>
                <a:lnTo>
                  <a:pt x="0" y="80210"/>
                </a:lnTo>
              </a:path>
            </a:pathLst>
          </a:custGeom>
          <a:solidFill xmlns:a="http://schemas.openxmlformats.org/drawingml/2006/main">
            <a:srgbClr val="CBCDCF"/>
          </a:solidFill>
          <a:ln xmlns:a="http://schemas.openxmlformats.org/drawingml/2006/main" w="0">
            <a:noFill/>
            <a:prstDash val="solid"/>
          </a:ln>
        </p:spPr>
      </p:sp>
      <p:sp>
        <p:nvSpPr>
          <p:cNvPr id="341" name="pdf-path-558">
            <a:extLst xmlns:a="http://schemas.openxmlformats.org/drawingml/2006/main">
              <a:ext uri="{FF2B5EF4-FFF2-40B4-BE49-F238E27FC236}">
                <a16:creationId xmlns:a16="http://schemas.microsoft.com/office/drawing/2014/main" id="{3B3651AA-CD51-4E8B-949E-76BB52843E6A}"/>
              </a:ext>
            </a:extLst>
          </p:cNvPr>
          <p:cNvSpPr>
            <a:spLocks xmlns:a="http://schemas.openxmlformats.org/drawingml/2006/main" noGrp="1"/>
          </p:cNvSpPr>
          <p:nvPr/>
        </p:nvSpPr>
        <p:spPr>
          <a:xfrm xmlns:a="http://schemas.openxmlformats.org/drawingml/2006/main" rot="0">
            <a:off x="12377633" y="40519"/>
            <a:ext cx="1439580" cy="336042"/>
          </a:xfrm>
          <a:custGeom xmlns:a="http://schemas.openxmlformats.org/drawingml/2006/main">
            <a:pathLst>
              <a:path w="1439580" h="336042">
                <a:moveTo>
                  <a:pt x="1439580" y="336042"/>
                </a:moveTo>
                <a:lnTo>
                  <a:pt x="0" y="336042"/>
                </a:lnTo>
                <a:lnTo>
                  <a:pt x="0" y="5229"/>
                </a:lnTo>
                <a:cubicBezTo>
                  <a:pt x="18631" y="1800"/>
                  <a:pt x="37833" y="0"/>
                  <a:pt x="57464" y="0"/>
                </a:cubicBezTo>
                <a:lnTo>
                  <a:pt x="1385173" y="0"/>
                </a:lnTo>
                <a:cubicBezTo>
                  <a:pt x="1403518" y="0"/>
                  <a:pt x="1421720" y="1600"/>
                  <a:pt x="1439580" y="4743"/>
                </a:cubicBezTo>
                <a:lnTo>
                  <a:pt x="1439580" y="336042"/>
                </a:lnTo>
              </a:path>
            </a:pathLst>
          </a:custGeom>
          <a:solidFill xmlns:a="http://schemas.openxmlformats.org/drawingml/2006/main">
            <a:srgbClr val="FFFFFF"/>
          </a:solidFill>
          <a:ln xmlns:a="http://schemas.openxmlformats.org/drawingml/2006/main" w="0">
            <a:noFill/>
            <a:prstDash val="solid"/>
          </a:ln>
        </p:spPr>
      </p:sp>
      <p:sp>
        <p:nvSpPr>
          <p:cNvPr id="342" name="pdf-path-559">
            <a:extLst xmlns:a="http://schemas.openxmlformats.org/drawingml/2006/main">
              <a:ext uri="{FF2B5EF4-FFF2-40B4-BE49-F238E27FC236}">
                <a16:creationId xmlns:a16="http://schemas.microsoft.com/office/drawing/2014/main" id="{4EEC74B1-60AA-4E08-9B65-DACDA879665F}"/>
              </a:ext>
            </a:extLst>
          </p:cNvPr>
          <p:cNvSpPr>
            <a:spLocks xmlns:a="http://schemas.openxmlformats.org/drawingml/2006/main" noGrp="1"/>
          </p:cNvSpPr>
          <p:nvPr/>
        </p:nvSpPr>
        <p:spPr>
          <a:xfrm xmlns:a="http://schemas.openxmlformats.org/drawingml/2006/main" rot="0">
            <a:off x="12377633" y="5458"/>
            <a:ext cx="1439580" cy="40291"/>
          </a:xfrm>
          <a:custGeom xmlns:a="http://schemas.openxmlformats.org/drawingml/2006/main">
            <a:pathLst>
              <a:path w="1439580" h="40291">
                <a:moveTo>
                  <a:pt x="0" y="40291"/>
                </a:moveTo>
                <a:lnTo>
                  <a:pt x="0" y="4715"/>
                </a:lnTo>
                <a:cubicBezTo>
                  <a:pt x="18688" y="1600"/>
                  <a:pt x="37890" y="0"/>
                  <a:pt x="57464" y="0"/>
                </a:cubicBezTo>
                <a:lnTo>
                  <a:pt x="1385173" y="0"/>
                </a:lnTo>
                <a:cubicBezTo>
                  <a:pt x="1403490" y="0"/>
                  <a:pt x="1421693" y="1429"/>
                  <a:pt x="1439580" y="4258"/>
                </a:cubicBezTo>
                <a:lnTo>
                  <a:pt x="1439580" y="39805"/>
                </a:lnTo>
                <a:cubicBezTo>
                  <a:pt x="1421720" y="36662"/>
                  <a:pt x="1403518" y="35062"/>
                  <a:pt x="1385173" y="35062"/>
                </a:cubicBezTo>
                <a:lnTo>
                  <a:pt x="57464" y="35062"/>
                </a:lnTo>
                <a:cubicBezTo>
                  <a:pt x="37833" y="35062"/>
                  <a:pt x="18631" y="36862"/>
                  <a:pt x="0" y="40291"/>
                </a:cubicBezTo>
              </a:path>
            </a:pathLst>
          </a:custGeom>
          <a:solidFill xmlns:a="http://schemas.openxmlformats.org/drawingml/2006/main">
            <a:srgbClr val="FDE5CD"/>
          </a:solidFill>
          <a:ln xmlns:a="http://schemas.openxmlformats.org/drawingml/2006/main" w="0">
            <a:noFill/>
            <a:prstDash val="solid"/>
          </a:ln>
        </p:spPr>
      </p:sp>
      <p:sp>
        <p:nvSpPr>
          <p:cNvPr id="343" name="pdf-path-565">
            <a:extLst xmlns:a="http://schemas.openxmlformats.org/drawingml/2006/main">
              <a:ext uri="{FF2B5EF4-FFF2-40B4-BE49-F238E27FC236}">
                <a16:creationId xmlns:a16="http://schemas.microsoft.com/office/drawing/2014/main" id="{A1F5DDB3-F678-4F69-AAA3-E0353B32E1E4}"/>
              </a:ext>
            </a:extLst>
          </p:cNvPr>
          <p:cNvSpPr>
            <a:spLocks xmlns:a="http://schemas.openxmlformats.org/drawingml/2006/main" noGrp="1"/>
          </p:cNvSpPr>
          <p:nvPr/>
        </p:nvSpPr>
        <p:spPr>
          <a:xfrm xmlns:a="http://schemas.openxmlformats.org/drawingml/2006/main" rot="0">
            <a:off x="12984308" y="3367850"/>
            <a:ext cx="285579" cy="285579"/>
          </a:xfrm>
          <a:custGeom xmlns:a="http://schemas.openxmlformats.org/drawingml/2006/main">
            <a:pathLst>
              <a:path w="285579" h="285579">
                <a:moveTo>
                  <a:pt x="71410" y="285579"/>
                </a:moveTo>
                <a:lnTo>
                  <a:pt x="71410" y="142790"/>
                </a:lnTo>
                <a:lnTo>
                  <a:pt x="0" y="142790"/>
                </a:lnTo>
                <a:lnTo>
                  <a:pt x="142790" y="0"/>
                </a:lnTo>
                <a:lnTo>
                  <a:pt x="285579" y="142790"/>
                </a:lnTo>
                <a:lnTo>
                  <a:pt x="214169" y="142790"/>
                </a:lnTo>
                <a:lnTo>
                  <a:pt x="214169" y="285579"/>
                </a:lnTo>
              </a:path>
            </a:pathLst>
          </a:custGeom>
          <a:solidFill xmlns:a="http://schemas.openxmlformats.org/drawingml/2006/main">
            <a:srgbClr val="C9D8EF"/>
          </a:solidFill>
          <a:ln xmlns:a="http://schemas.openxmlformats.org/drawingml/2006/main" w="0">
            <a:noFill/>
            <a:prstDash val="solid"/>
          </a:ln>
        </p:spPr>
      </p:sp>
      <p:sp>
        <p:nvSpPr>
          <p:cNvPr id="344" name="pdf-path-578">
            <a:extLst xmlns:a="http://schemas.openxmlformats.org/drawingml/2006/main">
              <a:ext uri="{FF2B5EF4-FFF2-40B4-BE49-F238E27FC236}">
                <a16:creationId xmlns:a16="http://schemas.microsoft.com/office/drawing/2014/main" id="{0B7B5A7D-F5D2-4F60-9ED1-4835692CE488}"/>
              </a:ext>
            </a:extLst>
          </p:cNvPr>
          <p:cNvSpPr>
            <a:spLocks xmlns:a="http://schemas.openxmlformats.org/drawingml/2006/main" noGrp="1"/>
          </p:cNvSpPr>
          <p:nvPr/>
        </p:nvSpPr>
        <p:spPr>
          <a:xfrm xmlns:a="http://schemas.openxmlformats.org/drawingml/2006/main" rot="0">
            <a:off x="12962706" y="1819685"/>
            <a:ext cx="285549" cy="268291"/>
          </a:xfrm>
          <a:custGeom xmlns:a="http://schemas.openxmlformats.org/drawingml/2006/main">
            <a:pathLst>
              <a:path w="285549" h="268291">
                <a:moveTo>
                  <a:pt x="71380" y="268291"/>
                </a:moveTo>
                <a:lnTo>
                  <a:pt x="71380" y="134131"/>
                </a:lnTo>
                <a:lnTo>
                  <a:pt x="0" y="134131"/>
                </a:lnTo>
                <a:lnTo>
                  <a:pt x="142760" y="0"/>
                </a:lnTo>
                <a:lnTo>
                  <a:pt x="285549" y="134131"/>
                </a:lnTo>
                <a:lnTo>
                  <a:pt x="214169" y="134131"/>
                </a:lnTo>
                <a:lnTo>
                  <a:pt x="214169" y="268291"/>
                </a:lnTo>
              </a:path>
            </a:pathLst>
          </a:custGeom>
          <a:solidFill xmlns:a="http://schemas.openxmlformats.org/drawingml/2006/main">
            <a:srgbClr val="C9D8EF"/>
          </a:solidFill>
          <a:ln xmlns:a="http://schemas.openxmlformats.org/drawingml/2006/main" w="0">
            <a:noFill/>
            <a:prstDash val="solid"/>
          </a:ln>
        </p:spPr>
      </p:sp>
      <p:sp>
        <p:nvSpPr>
          <p:cNvPr id="345" name="pdf-path-584">
            <a:extLst xmlns:a="http://schemas.openxmlformats.org/drawingml/2006/main">
              <a:ext uri="{FF2B5EF4-FFF2-40B4-BE49-F238E27FC236}">
                <a16:creationId xmlns:a16="http://schemas.microsoft.com/office/drawing/2014/main" id="{584E84A9-573C-4938-A55E-CA452D13570A}"/>
              </a:ext>
            </a:extLst>
          </p:cNvPr>
          <p:cNvSpPr>
            <a:spLocks xmlns:a="http://schemas.openxmlformats.org/drawingml/2006/main" noGrp="1"/>
          </p:cNvSpPr>
          <p:nvPr/>
        </p:nvSpPr>
        <p:spPr>
          <a:xfrm xmlns:a="http://schemas.openxmlformats.org/drawingml/2006/main" rot="0">
            <a:off x="2258339" y="3550872"/>
            <a:ext cx="12859" cy="9687"/>
          </a:xfrm>
          <a:custGeom xmlns:a="http://schemas.openxmlformats.org/drawingml/2006/main">
            <a:pathLst>
              <a:path w="12859" h="9687">
                <a:moveTo>
                  <a:pt x="12859" y="9687"/>
                </a:moveTo>
                <a:lnTo>
                  <a:pt x="0" y="0"/>
                </a:lnTo>
                <a:lnTo>
                  <a:pt x="12859" y="9687"/>
                </a:lnTo>
              </a:path>
            </a:pathLst>
          </a:custGeom>
          <a:solidFill xmlns:a="http://schemas.openxmlformats.org/drawingml/2006/main">
            <a:srgbClr val="ED1C24"/>
          </a:solidFill>
          <a:ln xmlns:a="http://schemas.openxmlformats.org/drawingml/2006/main" w="0">
            <a:noFill/>
            <a:prstDash val="solid"/>
          </a:ln>
        </p:spPr>
      </p:sp>
      <p:sp>
        <p:nvSpPr>
          <p:cNvPr id="346" name="pdf-path-585">
            <a:extLst xmlns:a="http://schemas.openxmlformats.org/drawingml/2006/main">
              <a:ext uri="{FF2B5EF4-FFF2-40B4-BE49-F238E27FC236}">
                <a16:creationId xmlns:a16="http://schemas.microsoft.com/office/drawing/2014/main" id="{9292B784-B60A-4DB9-9B8D-390211DCFF51}"/>
              </a:ext>
            </a:extLst>
          </p:cNvPr>
          <p:cNvSpPr>
            <a:spLocks xmlns:a="http://schemas.openxmlformats.org/drawingml/2006/main" noGrp="1"/>
          </p:cNvSpPr>
          <p:nvPr/>
        </p:nvSpPr>
        <p:spPr>
          <a:xfrm xmlns:a="http://schemas.openxmlformats.org/drawingml/2006/main" rot="0">
            <a:off x="1842230" y="3235061"/>
            <a:ext cx="377561" cy="288750"/>
          </a:xfrm>
          <a:custGeom xmlns:a="http://schemas.openxmlformats.org/drawingml/2006/main">
            <a:pathLst>
              <a:path w="377561" h="288750">
                <a:moveTo>
                  <a:pt x="0" y="9344"/>
                </a:moveTo>
                <a:lnTo>
                  <a:pt x="370532" y="288750"/>
                </a:lnTo>
                <a:lnTo>
                  <a:pt x="377561" y="279435"/>
                </a:lnTo>
                <a:lnTo>
                  <a:pt x="7030" y="0"/>
                </a:lnTo>
                <a:lnTo>
                  <a:pt x="0" y="9344"/>
                </a:lnTo>
              </a:path>
            </a:pathLst>
          </a:custGeom>
          <a:solidFill xmlns:a="http://schemas.openxmlformats.org/drawingml/2006/main">
            <a:srgbClr val="231F20"/>
          </a:solidFill>
          <a:ln xmlns:a="http://schemas.openxmlformats.org/drawingml/2006/main" w="0">
            <a:noFill/>
            <a:prstDash val="solid"/>
          </a:ln>
        </p:spPr>
      </p:sp>
      <p:sp>
        <p:nvSpPr>
          <p:cNvPr id="347" name="pdf-path-586">
            <a:extLst xmlns:a="http://schemas.openxmlformats.org/drawingml/2006/main">
              <a:ext uri="{FF2B5EF4-FFF2-40B4-BE49-F238E27FC236}">
                <a16:creationId xmlns:a16="http://schemas.microsoft.com/office/drawing/2014/main" id="{FB1D7992-0C24-4810-9E45-733ABCC92A68}"/>
              </a:ext>
            </a:extLst>
          </p:cNvPr>
          <p:cNvSpPr>
            <a:spLocks xmlns:a="http://schemas.openxmlformats.org/drawingml/2006/main" noGrp="1"/>
          </p:cNvSpPr>
          <p:nvPr/>
        </p:nvSpPr>
        <p:spPr>
          <a:xfrm xmlns:a="http://schemas.openxmlformats.org/drawingml/2006/main" rot="0">
            <a:off x="2204647" y="3503723"/>
            <a:ext cx="53978" cy="47349"/>
          </a:xfrm>
          <a:custGeom xmlns:a="http://schemas.openxmlformats.org/drawingml/2006/main">
            <a:pathLst>
              <a:path w="53978" h="47349">
                <a:moveTo>
                  <a:pt x="0" y="30832"/>
                </a:moveTo>
                <a:lnTo>
                  <a:pt x="53978" y="47349"/>
                </a:lnTo>
                <a:lnTo>
                  <a:pt x="23260" y="0"/>
                </a:lnTo>
              </a:path>
            </a:pathLst>
          </a:custGeom>
          <a:solidFill xmlns:a="http://schemas.openxmlformats.org/drawingml/2006/main">
            <a:srgbClr val="231F20"/>
          </a:solidFill>
          <a:ln xmlns:a="http://schemas.openxmlformats.org/drawingml/2006/main" w="0">
            <a:noFill/>
            <a:prstDash val="solid"/>
          </a:ln>
        </p:spPr>
      </p:sp>
      <p:sp>
        <p:nvSpPr>
          <p:cNvPr id="348" name="pdf-path-587">
            <a:extLst xmlns:a="http://schemas.openxmlformats.org/drawingml/2006/main">
              <a:ext uri="{FF2B5EF4-FFF2-40B4-BE49-F238E27FC236}">
                <a16:creationId xmlns:a16="http://schemas.microsoft.com/office/drawing/2014/main" id="{E5C71BDC-B540-46B2-8535-2834EEB69F80}"/>
              </a:ext>
            </a:extLst>
          </p:cNvPr>
          <p:cNvSpPr>
            <a:spLocks xmlns:a="http://schemas.openxmlformats.org/drawingml/2006/main" noGrp="1"/>
          </p:cNvSpPr>
          <p:nvPr/>
        </p:nvSpPr>
        <p:spPr>
          <a:xfrm xmlns:a="http://schemas.openxmlformats.org/drawingml/2006/main" rot="0">
            <a:off x="2204647" y="3503723"/>
            <a:ext cx="53978" cy="47349"/>
          </a:xfrm>
          <a:custGeom xmlns:a="http://schemas.openxmlformats.org/drawingml/2006/main">
            <a:pathLst>
              <a:path w="53978" h="47349">
                <a:moveTo>
                  <a:pt x="0" y="30832"/>
                </a:moveTo>
                <a:lnTo>
                  <a:pt x="53978" y="47349"/>
                </a:lnTo>
                <a:lnTo>
                  <a:pt x="23260" y="0"/>
                </a:lnTo>
                <a:lnTo>
                  <a:pt x="0" y="30832"/>
                </a:lnTo>
              </a:path>
            </a:pathLst>
          </a:custGeom>
          <a:noFill xmlns:a="http://schemas.openxmlformats.org/drawingml/2006/main"/>
          <a:ln xmlns:a="http://schemas.openxmlformats.org/drawingml/2006/main" w="11687">
            <a:solidFill>
              <a:srgbClr val="231F20"/>
            </a:solidFill>
            <a:prstDash val="solid"/>
          </a:ln>
        </p:spPr>
      </p:sp>
      <p:sp>
        <p:nvSpPr>
          <p:cNvPr id="349" name="pdf-path-592">
            <a:extLst xmlns:a="http://schemas.openxmlformats.org/drawingml/2006/main">
              <a:ext uri="{FF2B5EF4-FFF2-40B4-BE49-F238E27FC236}">
                <a16:creationId xmlns:a16="http://schemas.microsoft.com/office/drawing/2014/main" id="{1EAD8A31-C709-4B77-8524-9DBD68C57F58}"/>
              </a:ext>
            </a:extLst>
          </p:cNvPr>
          <p:cNvSpPr>
            <a:spLocks xmlns:a="http://schemas.openxmlformats.org/drawingml/2006/main" noGrp="1"/>
          </p:cNvSpPr>
          <p:nvPr/>
        </p:nvSpPr>
        <p:spPr>
          <a:xfrm xmlns:a="http://schemas.openxmlformats.org/drawingml/2006/main" rot="0">
            <a:off x="6126280" y="4602803"/>
            <a:ext cx="375361" cy="437912"/>
          </a:xfrm>
          <a:custGeom xmlns:a="http://schemas.openxmlformats.org/drawingml/2006/main">
            <a:pathLst>
              <a:path w="375361" h="437912">
                <a:moveTo>
                  <a:pt x="0" y="109499"/>
                </a:moveTo>
                <a:lnTo>
                  <a:pt x="187680" y="109499"/>
                </a:lnTo>
                <a:lnTo>
                  <a:pt x="187680" y="0"/>
                </a:lnTo>
                <a:lnTo>
                  <a:pt x="375361" y="218942"/>
                </a:lnTo>
                <a:lnTo>
                  <a:pt x="187680" y="437912"/>
                </a:lnTo>
                <a:lnTo>
                  <a:pt x="187680" y="328441"/>
                </a:lnTo>
                <a:lnTo>
                  <a:pt x="0" y="328441"/>
                </a:lnTo>
                <a:lnTo>
                  <a:pt x="0" y="109499"/>
                </a:lnTo>
              </a:path>
            </a:pathLst>
          </a:custGeom>
          <a:solidFill xmlns:a="http://schemas.openxmlformats.org/drawingml/2006/main">
            <a:srgbClr val="9CC3E7"/>
          </a:solidFill>
          <a:ln xmlns:a="http://schemas.openxmlformats.org/drawingml/2006/main" w="0">
            <a:noFill/>
            <a:prstDash val="solid"/>
          </a:ln>
        </p:spPr>
      </p:sp>
      <p:sp>
        <p:nvSpPr>
          <p:cNvPr id="350" name="pdf-path-593">
            <a:extLst xmlns:a="http://schemas.openxmlformats.org/drawingml/2006/main">
              <a:ext uri="{FF2B5EF4-FFF2-40B4-BE49-F238E27FC236}">
                <a16:creationId xmlns:a16="http://schemas.microsoft.com/office/drawing/2014/main" id="{1598E4AB-766D-457D-8334-4A5F518CCA51}"/>
              </a:ext>
            </a:extLst>
          </p:cNvPr>
          <p:cNvSpPr>
            <a:spLocks xmlns:a="http://schemas.openxmlformats.org/drawingml/2006/main" noGrp="1"/>
          </p:cNvSpPr>
          <p:nvPr/>
        </p:nvSpPr>
        <p:spPr>
          <a:xfrm xmlns:a="http://schemas.openxmlformats.org/drawingml/2006/main" rot="0">
            <a:off x="3198057" y="6191573"/>
            <a:ext cx="95" cy="35033"/>
          </a:xfrm>
          <a:custGeom xmlns:a="http://schemas.openxmlformats.org/drawingml/2006/main">
            <a:pathLst>
              <a:path w="95" h="35033">
                <a:moveTo>
                  <a:pt x="0" y="35033"/>
                </a:moveTo>
                <a:lnTo>
                  <a:pt x="0" y="30090"/>
                </a:lnTo>
                <a:lnTo>
                  <a:pt x="0" y="35033"/>
                </a:lnTo>
                <a:moveTo>
                  <a:pt x="0" y="18403"/>
                </a:moveTo>
                <a:lnTo>
                  <a:pt x="0" y="0"/>
                </a:lnTo>
                <a:lnTo>
                  <a:pt x="0" y="18403"/>
                </a:lnTo>
              </a:path>
            </a:pathLst>
          </a:custGeom>
          <a:solidFill xmlns:a="http://schemas.openxmlformats.org/drawingml/2006/main">
            <a:srgbClr val="FFFFFF"/>
          </a:solidFill>
          <a:ln xmlns:a="http://schemas.openxmlformats.org/drawingml/2006/main" w="0">
            <a:noFill/>
            <a:prstDash val="solid"/>
          </a:ln>
        </p:spPr>
      </p:sp>
      <p:sp>
        <p:nvSpPr>
          <p:cNvPr id="351" name="pdf-path-594">
            <a:extLst xmlns:a="http://schemas.openxmlformats.org/drawingml/2006/main">
              <a:ext uri="{FF2B5EF4-FFF2-40B4-BE49-F238E27FC236}">
                <a16:creationId xmlns:a16="http://schemas.microsoft.com/office/drawing/2014/main" id="{BA65E383-30CA-4A75-B605-D414A644C9D1}"/>
              </a:ext>
            </a:extLst>
          </p:cNvPr>
          <p:cNvSpPr>
            <a:spLocks xmlns:a="http://schemas.openxmlformats.org/drawingml/2006/main" noGrp="1"/>
          </p:cNvSpPr>
          <p:nvPr/>
        </p:nvSpPr>
        <p:spPr>
          <a:xfrm xmlns:a="http://schemas.openxmlformats.org/drawingml/2006/main" rot="0">
            <a:off x="3198057" y="6209976"/>
            <a:ext cx="95" cy="11687"/>
          </a:xfrm>
          <a:custGeom xmlns:a="http://schemas.openxmlformats.org/drawingml/2006/main">
            <a:pathLst>
              <a:path w="95" h="11687">
                <a:moveTo>
                  <a:pt x="0" y="11687"/>
                </a:moveTo>
                <a:lnTo>
                  <a:pt x="0" y="0"/>
                </a:lnTo>
                <a:lnTo>
                  <a:pt x="0" y="11687"/>
                </a:lnTo>
              </a:path>
            </a:pathLst>
          </a:custGeom>
          <a:solidFill xmlns:a="http://schemas.openxmlformats.org/drawingml/2006/main">
            <a:srgbClr val="231F20"/>
          </a:solidFill>
          <a:ln xmlns:a="http://schemas.openxmlformats.org/drawingml/2006/main" w="0">
            <a:noFill/>
            <a:prstDash val="solid"/>
          </a:ln>
        </p:spPr>
      </p:sp>
      <p:sp>
        <p:nvSpPr>
          <p:cNvPr id="352" name="pdf-path-595">
            <a:extLst xmlns:a="http://schemas.openxmlformats.org/drawingml/2006/main">
              <a:ext uri="{FF2B5EF4-FFF2-40B4-BE49-F238E27FC236}">
                <a16:creationId xmlns:a16="http://schemas.microsoft.com/office/drawing/2014/main" id="{06AE1549-654B-47F9-9D91-FD2A396C7ABB}"/>
              </a:ext>
            </a:extLst>
          </p:cNvPr>
          <p:cNvSpPr>
            <a:spLocks xmlns:a="http://schemas.openxmlformats.org/drawingml/2006/main" noGrp="1"/>
          </p:cNvSpPr>
          <p:nvPr/>
        </p:nvSpPr>
        <p:spPr>
          <a:xfrm xmlns:a="http://schemas.openxmlformats.org/drawingml/2006/main" rot="0">
            <a:off x="3198086" y="6109792"/>
            <a:ext cx="95" cy="17316"/>
          </a:xfrm>
          <a:custGeom xmlns:a="http://schemas.openxmlformats.org/drawingml/2006/main">
            <a:pathLst>
              <a:path w="95" h="17316">
                <a:moveTo>
                  <a:pt x="0" y="17316"/>
                </a:moveTo>
                <a:lnTo>
                  <a:pt x="0" y="0"/>
                </a:lnTo>
                <a:lnTo>
                  <a:pt x="0" y="17316"/>
                </a:lnTo>
              </a:path>
            </a:pathLst>
          </a:custGeom>
          <a:solidFill xmlns:a="http://schemas.openxmlformats.org/drawingml/2006/main">
            <a:srgbClr val="FFFFFF"/>
          </a:solidFill>
          <a:ln xmlns:a="http://schemas.openxmlformats.org/drawingml/2006/main" w="0">
            <a:noFill/>
            <a:prstDash val="solid"/>
          </a:ln>
        </p:spPr>
      </p:sp>
      <p:sp>
        <p:nvSpPr>
          <p:cNvPr id="353" name="pdf-path-596">
            <a:extLst xmlns:a="http://schemas.openxmlformats.org/drawingml/2006/main">
              <a:ext uri="{FF2B5EF4-FFF2-40B4-BE49-F238E27FC236}">
                <a16:creationId xmlns:a16="http://schemas.microsoft.com/office/drawing/2014/main" id="{EAD82716-A189-40D3-9811-80F992ED176C}"/>
              </a:ext>
            </a:extLst>
          </p:cNvPr>
          <p:cNvSpPr>
            <a:spLocks xmlns:a="http://schemas.openxmlformats.org/drawingml/2006/main" noGrp="1"/>
          </p:cNvSpPr>
          <p:nvPr/>
        </p:nvSpPr>
        <p:spPr>
          <a:xfrm xmlns:a="http://schemas.openxmlformats.org/drawingml/2006/main" rot="0">
            <a:off x="3198086" y="6127109"/>
            <a:ext cx="95" cy="17716"/>
          </a:xfrm>
          <a:custGeom xmlns:a="http://schemas.openxmlformats.org/drawingml/2006/main">
            <a:pathLst>
              <a:path w="95" h="17716">
                <a:moveTo>
                  <a:pt x="0" y="17716"/>
                </a:moveTo>
                <a:lnTo>
                  <a:pt x="0" y="0"/>
                </a:lnTo>
                <a:lnTo>
                  <a:pt x="0" y="17716"/>
                </a:lnTo>
              </a:path>
            </a:pathLst>
          </a:custGeom>
          <a:solidFill xmlns:a="http://schemas.openxmlformats.org/drawingml/2006/main">
            <a:srgbClr val="FFFFFF"/>
          </a:solidFill>
          <a:ln xmlns:a="http://schemas.openxmlformats.org/drawingml/2006/main" w="0">
            <a:noFill/>
            <a:prstDash val="solid"/>
          </a:ln>
        </p:spPr>
      </p:sp>
      <p:sp>
        <p:nvSpPr>
          <p:cNvPr id="354" name="pdf-path-597">
            <a:extLst xmlns:a="http://schemas.openxmlformats.org/drawingml/2006/main">
              <a:ext uri="{FF2B5EF4-FFF2-40B4-BE49-F238E27FC236}">
                <a16:creationId xmlns:a16="http://schemas.microsoft.com/office/drawing/2014/main" id="{1492440B-9A79-4203-ACEC-66C580F7662C}"/>
              </a:ext>
            </a:extLst>
          </p:cNvPr>
          <p:cNvSpPr>
            <a:spLocks xmlns:a="http://schemas.openxmlformats.org/drawingml/2006/main" noGrp="1"/>
          </p:cNvSpPr>
          <p:nvPr/>
        </p:nvSpPr>
        <p:spPr>
          <a:xfrm xmlns:a="http://schemas.openxmlformats.org/drawingml/2006/main" rot="0">
            <a:off x="3198086" y="3001946"/>
            <a:ext cx="686" cy="3061097"/>
          </a:xfrm>
          <a:custGeom xmlns:a="http://schemas.openxmlformats.org/drawingml/2006/main">
            <a:pathLst>
              <a:path w="686" h="3061097">
                <a:moveTo>
                  <a:pt x="0" y="3061097"/>
                </a:moveTo>
                <a:lnTo>
                  <a:pt x="29" y="3026064"/>
                </a:lnTo>
                <a:lnTo>
                  <a:pt x="0" y="3061097"/>
                </a:lnTo>
                <a:moveTo>
                  <a:pt x="29" y="2979315"/>
                </a:moveTo>
                <a:lnTo>
                  <a:pt x="29" y="2944282"/>
                </a:lnTo>
                <a:lnTo>
                  <a:pt x="29" y="2979315"/>
                </a:lnTo>
                <a:moveTo>
                  <a:pt x="57" y="2897534"/>
                </a:moveTo>
                <a:lnTo>
                  <a:pt x="57" y="2862472"/>
                </a:lnTo>
                <a:lnTo>
                  <a:pt x="57" y="2897534"/>
                </a:lnTo>
                <a:moveTo>
                  <a:pt x="57" y="2815752"/>
                </a:moveTo>
                <a:lnTo>
                  <a:pt x="57" y="2780691"/>
                </a:lnTo>
                <a:lnTo>
                  <a:pt x="57" y="2815752"/>
                </a:lnTo>
                <a:moveTo>
                  <a:pt x="86" y="2733970"/>
                </a:moveTo>
                <a:lnTo>
                  <a:pt x="86" y="2698909"/>
                </a:lnTo>
                <a:lnTo>
                  <a:pt x="86" y="2733970"/>
                </a:lnTo>
                <a:moveTo>
                  <a:pt x="86" y="2652189"/>
                </a:moveTo>
                <a:lnTo>
                  <a:pt x="114" y="2617127"/>
                </a:lnTo>
                <a:lnTo>
                  <a:pt x="86" y="2652189"/>
                </a:lnTo>
                <a:moveTo>
                  <a:pt x="114" y="2570407"/>
                </a:moveTo>
                <a:lnTo>
                  <a:pt x="114" y="2535346"/>
                </a:lnTo>
                <a:lnTo>
                  <a:pt x="114" y="2570407"/>
                </a:lnTo>
                <a:moveTo>
                  <a:pt x="143" y="2488597"/>
                </a:moveTo>
                <a:lnTo>
                  <a:pt x="143" y="2453564"/>
                </a:lnTo>
                <a:lnTo>
                  <a:pt x="143" y="2488597"/>
                </a:lnTo>
                <a:moveTo>
                  <a:pt x="143" y="2406815"/>
                </a:moveTo>
                <a:lnTo>
                  <a:pt x="171" y="2371783"/>
                </a:lnTo>
                <a:lnTo>
                  <a:pt x="143" y="2406815"/>
                </a:lnTo>
                <a:moveTo>
                  <a:pt x="171" y="2325033"/>
                </a:moveTo>
                <a:lnTo>
                  <a:pt x="171" y="2290001"/>
                </a:lnTo>
                <a:lnTo>
                  <a:pt x="171" y="2325033"/>
                </a:lnTo>
                <a:moveTo>
                  <a:pt x="200" y="2243252"/>
                </a:moveTo>
                <a:lnTo>
                  <a:pt x="200" y="2208191"/>
                </a:lnTo>
                <a:lnTo>
                  <a:pt x="200" y="2243252"/>
                </a:lnTo>
                <a:moveTo>
                  <a:pt x="200" y="2161470"/>
                </a:moveTo>
                <a:lnTo>
                  <a:pt x="228" y="2126409"/>
                </a:lnTo>
                <a:lnTo>
                  <a:pt x="200" y="2161470"/>
                </a:lnTo>
                <a:moveTo>
                  <a:pt x="228" y="2079688"/>
                </a:moveTo>
                <a:lnTo>
                  <a:pt x="228" y="2044627"/>
                </a:lnTo>
                <a:lnTo>
                  <a:pt x="228" y="2079688"/>
                </a:lnTo>
                <a:moveTo>
                  <a:pt x="257" y="1997907"/>
                </a:moveTo>
                <a:lnTo>
                  <a:pt x="257" y="1962846"/>
                </a:lnTo>
                <a:lnTo>
                  <a:pt x="257" y="1997907"/>
                </a:lnTo>
                <a:moveTo>
                  <a:pt x="257" y="1916125"/>
                </a:moveTo>
                <a:lnTo>
                  <a:pt x="257" y="1911667"/>
                </a:lnTo>
                <a:lnTo>
                  <a:pt x="257" y="1916125"/>
                </a:lnTo>
                <a:moveTo>
                  <a:pt x="429" y="1156545"/>
                </a:moveTo>
                <a:lnTo>
                  <a:pt x="429" y="1145000"/>
                </a:lnTo>
                <a:lnTo>
                  <a:pt x="429" y="1156545"/>
                </a:lnTo>
                <a:moveTo>
                  <a:pt x="457" y="1098251"/>
                </a:moveTo>
                <a:lnTo>
                  <a:pt x="457" y="1063219"/>
                </a:lnTo>
                <a:lnTo>
                  <a:pt x="457" y="1098251"/>
                </a:lnTo>
                <a:moveTo>
                  <a:pt x="457" y="1016470"/>
                </a:moveTo>
                <a:lnTo>
                  <a:pt x="486" y="981437"/>
                </a:lnTo>
                <a:lnTo>
                  <a:pt x="457" y="1016470"/>
                </a:lnTo>
                <a:moveTo>
                  <a:pt x="486" y="934688"/>
                </a:moveTo>
                <a:lnTo>
                  <a:pt x="486" y="899627"/>
                </a:lnTo>
                <a:lnTo>
                  <a:pt x="486" y="934688"/>
                </a:lnTo>
                <a:moveTo>
                  <a:pt x="515" y="852906"/>
                </a:moveTo>
                <a:lnTo>
                  <a:pt x="515" y="817845"/>
                </a:lnTo>
                <a:lnTo>
                  <a:pt x="515" y="852906"/>
                </a:lnTo>
                <a:moveTo>
                  <a:pt x="515" y="771125"/>
                </a:moveTo>
                <a:lnTo>
                  <a:pt x="515" y="736064"/>
                </a:lnTo>
                <a:lnTo>
                  <a:pt x="515" y="771125"/>
                </a:lnTo>
                <a:moveTo>
                  <a:pt x="543" y="689343"/>
                </a:moveTo>
                <a:lnTo>
                  <a:pt x="543" y="654282"/>
                </a:lnTo>
                <a:lnTo>
                  <a:pt x="543" y="689343"/>
                </a:lnTo>
                <a:moveTo>
                  <a:pt x="543" y="607561"/>
                </a:moveTo>
                <a:lnTo>
                  <a:pt x="572" y="572500"/>
                </a:lnTo>
                <a:lnTo>
                  <a:pt x="543" y="607561"/>
                </a:lnTo>
                <a:moveTo>
                  <a:pt x="572" y="525780"/>
                </a:moveTo>
                <a:lnTo>
                  <a:pt x="572" y="490719"/>
                </a:lnTo>
                <a:lnTo>
                  <a:pt x="572" y="525780"/>
                </a:lnTo>
                <a:moveTo>
                  <a:pt x="600" y="443970"/>
                </a:moveTo>
                <a:lnTo>
                  <a:pt x="600" y="408937"/>
                </a:lnTo>
                <a:lnTo>
                  <a:pt x="600" y="443970"/>
                </a:lnTo>
                <a:moveTo>
                  <a:pt x="600" y="362188"/>
                </a:moveTo>
                <a:lnTo>
                  <a:pt x="629" y="327155"/>
                </a:lnTo>
                <a:lnTo>
                  <a:pt x="600" y="362188"/>
                </a:lnTo>
                <a:moveTo>
                  <a:pt x="629" y="280407"/>
                </a:moveTo>
                <a:lnTo>
                  <a:pt x="629" y="245374"/>
                </a:lnTo>
                <a:lnTo>
                  <a:pt x="629" y="280407"/>
                </a:lnTo>
                <a:moveTo>
                  <a:pt x="657" y="198625"/>
                </a:moveTo>
                <a:lnTo>
                  <a:pt x="657" y="163563"/>
                </a:lnTo>
                <a:lnTo>
                  <a:pt x="657" y="198625"/>
                </a:lnTo>
                <a:moveTo>
                  <a:pt x="657" y="116843"/>
                </a:moveTo>
                <a:lnTo>
                  <a:pt x="686" y="81782"/>
                </a:lnTo>
                <a:lnTo>
                  <a:pt x="657" y="116843"/>
                </a:lnTo>
                <a:moveTo>
                  <a:pt x="686" y="35061"/>
                </a:moveTo>
                <a:lnTo>
                  <a:pt x="686" y="0"/>
                </a:lnTo>
                <a:lnTo>
                  <a:pt x="686" y="35061"/>
                </a:lnTo>
              </a:path>
            </a:pathLst>
          </a:custGeom>
          <a:solidFill xmlns:a="http://schemas.openxmlformats.org/drawingml/2006/main">
            <a:srgbClr val="FFFFFF"/>
          </a:solidFill>
          <a:ln xmlns:a="http://schemas.openxmlformats.org/drawingml/2006/main" w="0">
            <a:noFill/>
            <a:prstDash val="solid"/>
          </a:ln>
        </p:spPr>
      </p:sp>
      <p:sp>
        <p:nvSpPr>
          <p:cNvPr id="355" name="pdf-path-598">
            <a:extLst xmlns:a="http://schemas.openxmlformats.org/drawingml/2006/main">
              <a:ext uri="{FF2B5EF4-FFF2-40B4-BE49-F238E27FC236}">
                <a16:creationId xmlns:a16="http://schemas.microsoft.com/office/drawing/2014/main" id="{5DFF43BB-BB10-4713-8F79-BC5D41B64F3A}"/>
              </a:ext>
            </a:extLst>
          </p:cNvPr>
          <p:cNvSpPr>
            <a:spLocks xmlns:a="http://schemas.openxmlformats.org/drawingml/2006/main" noGrp="1"/>
          </p:cNvSpPr>
          <p:nvPr/>
        </p:nvSpPr>
        <p:spPr>
          <a:xfrm xmlns:a="http://schemas.openxmlformats.org/drawingml/2006/main" rot="0">
            <a:off x="3198800" y="2955198"/>
            <a:ext cx="95" cy="95"/>
          </a:xfrm>
          <a:custGeom xmlns:a="http://schemas.openxmlformats.org/drawingml/2006/main">
            <a:pathLst>
              <a:path w="95" h="95">
                <a:moveTo>
                  <a:pt x="0" y="0"/>
                </a:moveTo>
                <a:lnTo>
                  <a:pt x="0" y="0"/>
                </a:lnTo>
              </a:path>
            </a:pathLst>
          </a:custGeom>
          <a:solidFill xmlns:a="http://schemas.openxmlformats.org/drawingml/2006/main">
            <a:srgbClr val="C9D8EF"/>
          </a:solidFill>
          <a:ln xmlns:a="http://schemas.openxmlformats.org/drawingml/2006/main" w="0">
            <a:noFill/>
            <a:prstDash val="solid"/>
          </a:ln>
        </p:spPr>
      </p:sp>
      <p:sp>
        <p:nvSpPr>
          <p:cNvPr id="356" name="pdf-path-599">
            <a:extLst xmlns:a="http://schemas.openxmlformats.org/drawingml/2006/main">
              <a:ext uri="{FF2B5EF4-FFF2-40B4-BE49-F238E27FC236}">
                <a16:creationId xmlns:a16="http://schemas.microsoft.com/office/drawing/2014/main" id="{F0801CEF-10C6-4327-9F96-BFEA02149646}"/>
              </a:ext>
            </a:extLst>
          </p:cNvPr>
          <p:cNvSpPr>
            <a:spLocks xmlns:a="http://schemas.openxmlformats.org/drawingml/2006/main" noGrp="1"/>
          </p:cNvSpPr>
          <p:nvPr/>
        </p:nvSpPr>
        <p:spPr>
          <a:xfrm xmlns:a="http://schemas.openxmlformats.org/drawingml/2006/main" rot="0">
            <a:off x="3192199" y="2955198"/>
            <a:ext cx="12430" cy="3283896"/>
          </a:xfrm>
          <a:custGeom xmlns:a="http://schemas.openxmlformats.org/drawingml/2006/main">
            <a:pathLst>
              <a:path w="12430" h="3283896">
                <a:moveTo>
                  <a:pt x="743" y="0"/>
                </a:moveTo>
                <a:lnTo>
                  <a:pt x="743" y="46720"/>
                </a:lnTo>
                <a:lnTo>
                  <a:pt x="12430" y="46720"/>
                </a:lnTo>
                <a:lnTo>
                  <a:pt x="12430" y="0"/>
                </a:lnTo>
                <a:lnTo>
                  <a:pt x="743" y="0"/>
                </a:lnTo>
                <a:moveTo>
                  <a:pt x="714" y="81782"/>
                </a:moveTo>
                <a:lnTo>
                  <a:pt x="714" y="128502"/>
                </a:lnTo>
                <a:lnTo>
                  <a:pt x="12402" y="128502"/>
                </a:lnTo>
                <a:lnTo>
                  <a:pt x="12402" y="81782"/>
                </a:lnTo>
                <a:lnTo>
                  <a:pt x="714" y="81782"/>
                </a:lnTo>
                <a:moveTo>
                  <a:pt x="714" y="163563"/>
                </a:moveTo>
                <a:lnTo>
                  <a:pt x="686" y="210283"/>
                </a:lnTo>
                <a:lnTo>
                  <a:pt x="12373" y="210283"/>
                </a:lnTo>
                <a:lnTo>
                  <a:pt x="12402" y="163563"/>
                </a:lnTo>
                <a:lnTo>
                  <a:pt x="714" y="163563"/>
                </a:lnTo>
                <a:moveTo>
                  <a:pt x="686" y="245345"/>
                </a:moveTo>
                <a:lnTo>
                  <a:pt x="686" y="292094"/>
                </a:lnTo>
                <a:lnTo>
                  <a:pt x="12373" y="292094"/>
                </a:lnTo>
                <a:lnTo>
                  <a:pt x="12373" y="245345"/>
                </a:lnTo>
                <a:lnTo>
                  <a:pt x="686" y="245345"/>
                </a:lnTo>
                <a:moveTo>
                  <a:pt x="657" y="327127"/>
                </a:moveTo>
                <a:lnTo>
                  <a:pt x="657" y="373847"/>
                </a:lnTo>
                <a:lnTo>
                  <a:pt x="12345" y="373875"/>
                </a:lnTo>
                <a:lnTo>
                  <a:pt x="12345" y="327127"/>
                </a:lnTo>
                <a:lnTo>
                  <a:pt x="657" y="327127"/>
                </a:lnTo>
                <a:moveTo>
                  <a:pt x="657" y="408908"/>
                </a:moveTo>
                <a:lnTo>
                  <a:pt x="629" y="455657"/>
                </a:lnTo>
                <a:lnTo>
                  <a:pt x="12316" y="455657"/>
                </a:lnTo>
                <a:lnTo>
                  <a:pt x="12345" y="408908"/>
                </a:lnTo>
                <a:lnTo>
                  <a:pt x="657" y="408908"/>
                </a:lnTo>
                <a:moveTo>
                  <a:pt x="629" y="490690"/>
                </a:moveTo>
                <a:lnTo>
                  <a:pt x="629" y="537439"/>
                </a:lnTo>
                <a:lnTo>
                  <a:pt x="12316" y="537439"/>
                </a:lnTo>
                <a:lnTo>
                  <a:pt x="12316" y="490690"/>
                </a:lnTo>
                <a:lnTo>
                  <a:pt x="629" y="490690"/>
                </a:lnTo>
                <a:moveTo>
                  <a:pt x="629" y="572471"/>
                </a:moveTo>
                <a:lnTo>
                  <a:pt x="600" y="619220"/>
                </a:lnTo>
                <a:lnTo>
                  <a:pt x="12287" y="619220"/>
                </a:lnTo>
                <a:lnTo>
                  <a:pt x="12287" y="572500"/>
                </a:lnTo>
                <a:lnTo>
                  <a:pt x="629" y="572471"/>
                </a:lnTo>
                <a:moveTo>
                  <a:pt x="600" y="654282"/>
                </a:moveTo>
                <a:lnTo>
                  <a:pt x="600" y="701002"/>
                </a:lnTo>
                <a:lnTo>
                  <a:pt x="12259" y="701002"/>
                </a:lnTo>
                <a:lnTo>
                  <a:pt x="12287" y="654282"/>
                </a:lnTo>
                <a:lnTo>
                  <a:pt x="600" y="654282"/>
                </a:lnTo>
                <a:moveTo>
                  <a:pt x="572" y="736064"/>
                </a:moveTo>
                <a:lnTo>
                  <a:pt x="572" y="782783"/>
                </a:lnTo>
                <a:lnTo>
                  <a:pt x="12259" y="782783"/>
                </a:lnTo>
                <a:lnTo>
                  <a:pt x="12259" y="736064"/>
                </a:lnTo>
                <a:lnTo>
                  <a:pt x="572" y="736064"/>
                </a:lnTo>
                <a:moveTo>
                  <a:pt x="572" y="817845"/>
                </a:moveTo>
                <a:lnTo>
                  <a:pt x="543" y="864565"/>
                </a:lnTo>
                <a:lnTo>
                  <a:pt x="12230" y="864594"/>
                </a:lnTo>
                <a:lnTo>
                  <a:pt x="12259" y="817845"/>
                </a:lnTo>
                <a:lnTo>
                  <a:pt x="572" y="817845"/>
                </a:lnTo>
                <a:moveTo>
                  <a:pt x="543" y="899627"/>
                </a:moveTo>
                <a:lnTo>
                  <a:pt x="543" y="946347"/>
                </a:lnTo>
                <a:lnTo>
                  <a:pt x="12230" y="946347"/>
                </a:lnTo>
                <a:lnTo>
                  <a:pt x="12230" y="899627"/>
                </a:lnTo>
                <a:lnTo>
                  <a:pt x="543" y="899627"/>
                </a:lnTo>
                <a:moveTo>
                  <a:pt x="515" y="981408"/>
                </a:moveTo>
                <a:lnTo>
                  <a:pt x="515" y="1028157"/>
                </a:lnTo>
                <a:lnTo>
                  <a:pt x="12202" y="1028157"/>
                </a:lnTo>
                <a:lnTo>
                  <a:pt x="12202" y="981408"/>
                </a:lnTo>
                <a:lnTo>
                  <a:pt x="515" y="981408"/>
                </a:lnTo>
                <a:moveTo>
                  <a:pt x="515" y="1063190"/>
                </a:moveTo>
                <a:lnTo>
                  <a:pt x="486" y="1109939"/>
                </a:lnTo>
                <a:lnTo>
                  <a:pt x="12173" y="1109939"/>
                </a:lnTo>
                <a:lnTo>
                  <a:pt x="12202" y="1063190"/>
                </a:lnTo>
                <a:lnTo>
                  <a:pt x="515" y="1063190"/>
                </a:lnTo>
                <a:moveTo>
                  <a:pt x="486" y="1144972"/>
                </a:moveTo>
                <a:lnTo>
                  <a:pt x="486" y="1191720"/>
                </a:lnTo>
                <a:lnTo>
                  <a:pt x="12173" y="1191720"/>
                </a:lnTo>
                <a:lnTo>
                  <a:pt x="12173" y="1144972"/>
                </a:lnTo>
                <a:lnTo>
                  <a:pt x="486" y="1144972"/>
                </a:lnTo>
                <a:moveTo>
                  <a:pt x="486" y="1226753"/>
                </a:moveTo>
                <a:lnTo>
                  <a:pt x="457" y="1273502"/>
                </a:lnTo>
                <a:lnTo>
                  <a:pt x="12144" y="1273502"/>
                </a:lnTo>
                <a:lnTo>
                  <a:pt x="12144" y="1226753"/>
                </a:lnTo>
                <a:lnTo>
                  <a:pt x="486" y="1226753"/>
                </a:lnTo>
                <a:moveTo>
                  <a:pt x="457" y="1308564"/>
                </a:moveTo>
                <a:lnTo>
                  <a:pt x="457" y="1355284"/>
                </a:lnTo>
                <a:lnTo>
                  <a:pt x="12116" y="1355284"/>
                </a:lnTo>
                <a:lnTo>
                  <a:pt x="12144" y="1308564"/>
                </a:lnTo>
                <a:lnTo>
                  <a:pt x="457" y="1308564"/>
                </a:lnTo>
                <a:moveTo>
                  <a:pt x="429" y="1390345"/>
                </a:moveTo>
                <a:lnTo>
                  <a:pt x="429" y="1437065"/>
                </a:lnTo>
                <a:lnTo>
                  <a:pt x="12116" y="1437065"/>
                </a:lnTo>
                <a:lnTo>
                  <a:pt x="12116" y="1390345"/>
                </a:lnTo>
                <a:lnTo>
                  <a:pt x="429" y="1390345"/>
                </a:lnTo>
                <a:moveTo>
                  <a:pt x="429" y="1472127"/>
                </a:moveTo>
                <a:lnTo>
                  <a:pt x="400" y="1518847"/>
                </a:lnTo>
                <a:lnTo>
                  <a:pt x="12087" y="1518847"/>
                </a:lnTo>
                <a:lnTo>
                  <a:pt x="12087" y="1472127"/>
                </a:lnTo>
                <a:lnTo>
                  <a:pt x="429" y="1472127"/>
                </a:lnTo>
                <a:moveTo>
                  <a:pt x="400" y="1553909"/>
                </a:moveTo>
                <a:lnTo>
                  <a:pt x="400" y="1600657"/>
                </a:lnTo>
                <a:lnTo>
                  <a:pt x="12059" y="1600657"/>
                </a:lnTo>
                <a:lnTo>
                  <a:pt x="12087" y="1553909"/>
                </a:lnTo>
                <a:lnTo>
                  <a:pt x="400" y="1553909"/>
                </a:lnTo>
                <a:moveTo>
                  <a:pt x="371" y="1635690"/>
                </a:moveTo>
                <a:lnTo>
                  <a:pt x="371" y="1682410"/>
                </a:lnTo>
                <a:lnTo>
                  <a:pt x="12059" y="1682439"/>
                </a:lnTo>
                <a:lnTo>
                  <a:pt x="12059" y="1635690"/>
                </a:lnTo>
                <a:lnTo>
                  <a:pt x="371" y="1635690"/>
                </a:lnTo>
                <a:moveTo>
                  <a:pt x="371" y="1717472"/>
                </a:moveTo>
                <a:lnTo>
                  <a:pt x="343" y="1764221"/>
                </a:lnTo>
                <a:lnTo>
                  <a:pt x="12030" y="1764221"/>
                </a:lnTo>
                <a:lnTo>
                  <a:pt x="12059" y="1717472"/>
                </a:lnTo>
                <a:lnTo>
                  <a:pt x="371" y="1717472"/>
                </a:lnTo>
                <a:moveTo>
                  <a:pt x="343" y="1799254"/>
                </a:moveTo>
                <a:lnTo>
                  <a:pt x="343" y="1846002"/>
                </a:lnTo>
                <a:lnTo>
                  <a:pt x="12030" y="1846002"/>
                </a:lnTo>
                <a:lnTo>
                  <a:pt x="12030" y="1799254"/>
                </a:lnTo>
                <a:lnTo>
                  <a:pt x="343" y="1799254"/>
                </a:lnTo>
                <a:moveTo>
                  <a:pt x="314" y="1881035"/>
                </a:moveTo>
                <a:lnTo>
                  <a:pt x="314" y="1927783"/>
                </a:lnTo>
                <a:lnTo>
                  <a:pt x="12001" y="1927783"/>
                </a:lnTo>
                <a:lnTo>
                  <a:pt x="12001" y="1881064"/>
                </a:lnTo>
                <a:lnTo>
                  <a:pt x="314" y="1881035"/>
                </a:lnTo>
                <a:moveTo>
                  <a:pt x="314" y="1962846"/>
                </a:moveTo>
                <a:lnTo>
                  <a:pt x="286" y="2009565"/>
                </a:lnTo>
                <a:lnTo>
                  <a:pt x="11973" y="2009565"/>
                </a:lnTo>
                <a:lnTo>
                  <a:pt x="12001" y="1962846"/>
                </a:lnTo>
                <a:lnTo>
                  <a:pt x="314" y="1962846"/>
                </a:lnTo>
                <a:moveTo>
                  <a:pt x="286" y="2044627"/>
                </a:moveTo>
                <a:lnTo>
                  <a:pt x="286" y="2091347"/>
                </a:lnTo>
                <a:lnTo>
                  <a:pt x="11973" y="2091347"/>
                </a:lnTo>
                <a:lnTo>
                  <a:pt x="11973" y="2044627"/>
                </a:lnTo>
                <a:lnTo>
                  <a:pt x="286" y="2044627"/>
                </a:lnTo>
                <a:moveTo>
                  <a:pt x="286" y="2126409"/>
                </a:moveTo>
                <a:lnTo>
                  <a:pt x="257" y="2173129"/>
                </a:lnTo>
                <a:lnTo>
                  <a:pt x="11944" y="2173129"/>
                </a:lnTo>
                <a:lnTo>
                  <a:pt x="11944" y="2126409"/>
                </a:lnTo>
                <a:lnTo>
                  <a:pt x="286" y="2126409"/>
                </a:lnTo>
                <a:moveTo>
                  <a:pt x="257" y="2208191"/>
                </a:moveTo>
                <a:lnTo>
                  <a:pt x="257" y="2254910"/>
                </a:lnTo>
                <a:lnTo>
                  <a:pt x="11916" y="2254939"/>
                </a:lnTo>
                <a:lnTo>
                  <a:pt x="11944" y="2208191"/>
                </a:lnTo>
                <a:lnTo>
                  <a:pt x="257" y="2208191"/>
                </a:lnTo>
                <a:moveTo>
                  <a:pt x="228" y="2289972"/>
                </a:moveTo>
                <a:lnTo>
                  <a:pt x="228" y="2336720"/>
                </a:lnTo>
                <a:lnTo>
                  <a:pt x="11916" y="2336720"/>
                </a:lnTo>
                <a:lnTo>
                  <a:pt x="11916" y="2289972"/>
                </a:lnTo>
                <a:lnTo>
                  <a:pt x="228" y="2289972"/>
                </a:lnTo>
                <a:moveTo>
                  <a:pt x="228" y="2371754"/>
                </a:moveTo>
                <a:lnTo>
                  <a:pt x="200" y="2418502"/>
                </a:lnTo>
                <a:lnTo>
                  <a:pt x="11887" y="2418502"/>
                </a:lnTo>
                <a:lnTo>
                  <a:pt x="11916" y="2371754"/>
                </a:lnTo>
                <a:lnTo>
                  <a:pt x="228" y="2371754"/>
                </a:lnTo>
                <a:moveTo>
                  <a:pt x="200" y="2453535"/>
                </a:moveTo>
                <a:lnTo>
                  <a:pt x="171" y="2500284"/>
                </a:lnTo>
                <a:lnTo>
                  <a:pt x="11887" y="2500284"/>
                </a:lnTo>
                <a:lnTo>
                  <a:pt x="11887" y="2453535"/>
                </a:lnTo>
                <a:lnTo>
                  <a:pt x="200" y="2453535"/>
                </a:lnTo>
                <a:moveTo>
                  <a:pt x="171" y="2535317"/>
                </a:moveTo>
                <a:lnTo>
                  <a:pt x="171" y="2582065"/>
                </a:lnTo>
                <a:lnTo>
                  <a:pt x="11859" y="2582065"/>
                </a:lnTo>
                <a:lnTo>
                  <a:pt x="11859" y="2535317"/>
                </a:lnTo>
                <a:lnTo>
                  <a:pt x="171" y="2535317"/>
                </a:lnTo>
                <a:moveTo>
                  <a:pt x="171" y="2617127"/>
                </a:moveTo>
                <a:lnTo>
                  <a:pt x="143" y="2663847"/>
                </a:lnTo>
                <a:lnTo>
                  <a:pt x="11830" y="2663847"/>
                </a:lnTo>
                <a:lnTo>
                  <a:pt x="11859" y="2617127"/>
                </a:lnTo>
                <a:lnTo>
                  <a:pt x="171" y="2617127"/>
                </a:lnTo>
                <a:moveTo>
                  <a:pt x="143" y="2698909"/>
                </a:moveTo>
                <a:lnTo>
                  <a:pt x="143" y="2745629"/>
                </a:lnTo>
                <a:lnTo>
                  <a:pt x="11801" y="2745629"/>
                </a:lnTo>
                <a:lnTo>
                  <a:pt x="11830" y="2698909"/>
                </a:lnTo>
                <a:lnTo>
                  <a:pt x="143" y="2698909"/>
                </a:lnTo>
                <a:moveTo>
                  <a:pt x="114" y="2780691"/>
                </a:moveTo>
                <a:lnTo>
                  <a:pt x="114" y="2827410"/>
                </a:lnTo>
                <a:lnTo>
                  <a:pt x="11801" y="2827410"/>
                </a:lnTo>
                <a:lnTo>
                  <a:pt x="11801" y="2780691"/>
                </a:lnTo>
                <a:lnTo>
                  <a:pt x="114" y="2780691"/>
                </a:lnTo>
                <a:moveTo>
                  <a:pt x="114" y="2862472"/>
                </a:moveTo>
                <a:lnTo>
                  <a:pt x="86" y="2909192"/>
                </a:lnTo>
                <a:lnTo>
                  <a:pt x="11773" y="2909192"/>
                </a:lnTo>
                <a:lnTo>
                  <a:pt x="11773" y="2862472"/>
                </a:lnTo>
                <a:lnTo>
                  <a:pt x="114" y="2862472"/>
                </a:lnTo>
                <a:moveTo>
                  <a:pt x="86" y="2944254"/>
                </a:moveTo>
                <a:lnTo>
                  <a:pt x="86" y="2991002"/>
                </a:lnTo>
                <a:lnTo>
                  <a:pt x="11744" y="2991002"/>
                </a:lnTo>
                <a:lnTo>
                  <a:pt x="11773" y="2944254"/>
                </a:lnTo>
                <a:lnTo>
                  <a:pt x="86" y="2944254"/>
                </a:lnTo>
                <a:moveTo>
                  <a:pt x="57" y="3026036"/>
                </a:moveTo>
                <a:lnTo>
                  <a:pt x="57" y="3072784"/>
                </a:lnTo>
                <a:lnTo>
                  <a:pt x="11744" y="3072784"/>
                </a:lnTo>
                <a:lnTo>
                  <a:pt x="11744" y="3026036"/>
                </a:lnTo>
                <a:lnTo>
                  <a:pt x="57" y="3026036"/>
                </a:lnTo>
                <a:moveTo>
                  <a:pt x="57" y="3107817"/>
                </a:moveTo>
                <a:lnTo>
                  <a:pt x="29" y="3154566"/>
                </a:lnTo>
                <a:lnTo>
                  <a:pt x="11716" y="3154566"/>
                </a:lnTo>
                <a:lnTo>
                  <a:pt x="11744" y="3107817"/>
                </a:lnTo>
                <a:lnTo>
                  <a:pt x="57" y="3107817"/>
                </a:lnTo>
                <a:moveTo>
                  <a:pt x="29" y="3189599"/>
                </a:moveTo>
                <a:lnTo>
                  <a:pt x="29" y="3236347"/>
                </a:lnTo>
                <a:lnTo>
                  <a:pt x="11716" y="3236347"/>
                </a:lnTo>
                <a:lnTo>
                  <a:pt x="11716" y="3189627"/>
                </a:lnTo>
                <a:lnTo>
                  <a:pt x="29" y="3189599"/>
                </a:lnTo>
                <a:moveTo>
                  <a:pt x="0" y="3271381"/>
                </a:moveTo>
                <a:lnTo>
                  <a:pt x="0" y="3283896"/>
                </a:lnTo>
                <a:lnTo>
                  <a:pt x="11687" y="3283896"/>
                </a:lnTo>
                <a:lnTo>
                  <a:pt x="11687" y="3271381"/>
                </a:lnTo>
                <a:lnTo>
                  <a:pt x="0" y="3271381"/>
                </a:lnTo>
              </a:path>
            </a:pathLst>
          </a:custGeom>
          <a:solidFill xmlns:a="http://schemas.openxmlformats.org/drawingml/2006/main">
            <a:srgbClr val="231F20"/>
          </a:solidFill>
          <a:ln xmlns:a="http://schemas.openxmlformats.org/drawingml/2006/main" w="0">
            <a:noFill/>
            <a:prstDash val="solid"/>
          </a:ln>
        </p:spPr>
      </p:sp>
      <p:sp>
        <p:nvSpPr>
          <p:cNvPr id="357" name="pdf-path-610">
            <a:extLst xmlns:a="http://schemas.openxmlformats.org/drawingml/2006/main">
              <a:ext uri="{FF2B5EF4-FFF2-40B4-BE49-F238E27FC236}">
                <a16:creationId xmlns:a16="http://schemas.microsoft.com/office/drawing/2014/main" id="{28DD5234-E4E6-42A8-A4DE-3593EE6932B8}"/>
              </a:ext>
            </a:extLst>
          </p:cNvPr>
          <p:cNvSpPr>
            <a:spLocks xmlns:a="http://schemas.openxmlformats.org/drawingml/2006/main" noGrp="1"/>
          </p:cNvSpPr>
          <p:nvPr/>
        </p:nvSpPr>
        <p:spPr>
          <a:xfrm xmlns:a="http://schemas.openxmlformats.org/drawingml/2006/main" rot="0">
            <a:off x="4461986" y="1151143"/>
            <a:ext cx="1671038" cy="320869"/>
          </a:xfrm>
          <a:custGeom xmlns:a="http://schemas.openxmlformats.org/drawingml/2006/main">
            <a:pathLst>
              <a:path w="1671038" h="320869">
                <a:moveTo>
                  <a:pt x="0" y="240659"/>
                </a:moveTo>
                <a:lnTo>
                  <a:pt x="1510588" y="240659"/>
                </a:lnTo>
                <a:lnTo>
                  <a:pt x="1510588" y="320869"/>
                </a:lnTo>
                <a:lnTo>
                  <a:pt x="1671038" y="160420"/>
                </a:lnTo>
                <a:lnTo>
                  <a:pt x="1510588" y="0"/>
                </a:lnTo>
                <a:lnTo>
                  <a:pt x="1510588" y="80210"/>
                </a:lnTo>
                <a:lnTo>
                  <a:pt x="0" y="80210"/>
                </a:lnTo>
              </a:path>
            </a:pathLst>
          </a:custGeom>
          <a:solidFill xmlns:a="http://schemas.openxmlformats.org/drawingml/2006/main">
            <a:srgbClr val="CBCDCF"/>
          </a:solidFill>
          <a:ln xmlns:a="http://schemas.openxmlformats.org/drawingml/2006/main" w="0">
            <a:noFill/>
            <a:prstDash val="solid"/>
          </a:ln>
        </p:spPr>
      </p:sp>
      <p:sp>
        <p:nvSpPr>
          <p:cNvPr id="358" name="pdf-path-611">
            <a:extLst xmlns:a="http://schemas.openxmlformats.org/drawingml/2006/main">
              <a:ext uri="{FF2B5EF4-FFF2-40B4-BE49-F238E27FC236}">
                <a16:creationId xmlns:a16="http://schemas.microsoft.com/office/drawing/2014/main" id="{DFF1A4A9-3C85-4DBB-B553-AF13CB3A39F7}"/>
              </a:ext>
            </a:extLst>
          </p:cNvPr>
          <p:cNvSpPr>
            <a:spLocks xmlns:a="http://schemas.openxmlformats.org/drawingml/2006/main" noGrp="1"/>
          </p:cNvSpPr>
          <p:nvPr/>
        </p:nvSpPr>
        <p:spPr>
          <a:xfrm xmlns:a="http://schemas.openxmlformats.org/drawingml/2006/main" rot="0">
            <a:off x="3198342" y="4158462"/>
            <a:ext cx="86411" cy="755123"/>
          </a:xfrm>
          <a:custGeom xmlns:a="http://schemas.openxmlformats.org/drawingml/2006/main">
            <a:pathLst>
              <a:path w="86411" h="755123">
                <a:moveTo>
                  <a:pt x="57893" y="755123"/>
                </a:moveTo>
                <a:lnTo>
                  <a:pt x="0" y="755123"/>
                </a:lnTo>
                <a:lnTo>
                  <a:pt x="0" y="724519"/>
                </a:lnTo>
                <a:lnTo>
                  <a:pt x="5858" y="724519"/>
                </a:lnTo>
                <a:lnTo>
                  <a:pt x="5858" y="677799"/>
                </a:lnTo>
                <a:lnTo>
                  <a:pt x="29" y="677770"/>
                </a:lnTo>
                <a:lnTo>
                  <a:pt x="29" y="642737"/>
                </a:lnTo>
                <a:lnTo>
                  <a:pt x="5886" y="642737"/>
                </a:lnTo>
                <a:lnTo>
                  <a:pt x="5886" y="595989"/>
                </a:lnTo>
                <a:lnTo>
                  <a:pt x="29" y="595989"/>
                </a:lnTo>
                <a:lnTo>
                  <a:pt x="57" y="560956"/>
                </a:lnTo>
                <a:lnTo>
                  <a:pt x="5886" y="560956"/>
                </a:lnTo>
                <a:lnTo>
                  <a:pt x="5915" y="514207"/>
                </a:lnTo>
                <a:lnTo>
                  <a:pt x="57" y="514207"/>
                </a:lnTo>
                <a:lnTo>
                  <a:pt x="57" y="479174"/>
                </a:lnTo>
                <a:lnTo>
                  <a:pt x="5915" y="479174"/>
                </a:lnTo>
                <a:lnTo>
                  <a:pt x="5915" y="432425"/>
                </a:lnTo>
                <a:lnTo>
                  <a:pt x="86" y="432425"/>
                </a:lnTo>
                <a:lnTo>
                  <a:pt x="86" y="397392"/>
                </a:lnTo>
                <a:lnTo>
                  <a:pt x="5915" y="397392"/>
                </a:lnTo>
                <a:lnTo>
                  <a:pt x="5944" y="350644"/>
                </a:lnTo>
                <a:lnTo>
                  <a:pt x="86" y="350644"/>
                </a:lnTo>
                <a:lnTo>
                  <a:pt x="114" y="315582"/>
                </a:lnTo>
                <a:lnTo>
                  <a:pt x="5944" y="315582"/>
                </a:lnTo>
                <a:lnTo>
                  <a:pt x="5944" y="268862"/>
                </a:lnTo>
                <a:lnTo>
                  <a:pt x="114" y="268862"/>
                </a:lnTo>
                <a:lnTo>
                  <a:pt x="114" y="233800"/>
                </a:lnTo>
                <a:lnTo>
                  <a:pt x="5972" y="233800"/>
                </a:lnTo>
                <a:lnTo>
                  <a:pt x="5972" y="187080"/>
                </a:lnTo>
                <a:lnTo>
                  <a:pt x="143" y="187080"/>
                </a:lnTo>
                <a:lnTo>
                  <a:pt x="143" y="152019"/>
                </a:lnTo>
                <a:lnTo>
                  <a:pt x="5972" y="152019"/>
                </a:lnTo>
                <a:lnTo>
                  <a:pt x="6001" y="105299"/>
                </a:lnTo>
                <a:lnTo>
                  <a:pt x="143" y="105299"/>
                </a:lnTo>
                <a:lnTo>
                  <a:pt x="171" y="70237"/>
                </a:lnTo>
                <a:lnTo>
                  <a:pt x="6001" y="70237"/>
                </a:lnTo>
                <a:lnTo>
                  <a:pt x="6001" y="23488"/>
                </a:lnTo>
                <a:lnTo>
                  <a:pt x="171" y="23488"/>
                </a:lnTo>
                <a:lnTo>
                  <a:pt x="171" y="0"/>
                </a:lnTo>
                <a:lnTo>
                  <a:pt x="86411" y="0"/>
                </a:lnTo>
                <a:lnTo>
                  <a:pt x="86411" y="584673"/>
                </a:lnTo>
                <a:lnTo>
                  <a:pt x="79953" y="589073"/>
                </a:lnTo>
                <a:lnTo>
                  <a:pt x="67665" y="571071"/>
                </a:lnTo>
                <a:lnTo>
                  <a:pt x="62808" y="577844"/>
                </a:lnTo>
                <a:lnTo>
                  <a:pt x="20517" y="636679"/>
                </a:lnTo>
                <a:lnTo>
                  <a:pt x="20460" y="636679"/>
                </a:lnTo>
                <a:lnTo>
                  <a:pt x="20517" y="636679"/>
                </a:lnTo>
                <a:lnTo>
                  <a:pt x="20488" y="636679"/>
                </a:lnTo>
                <a:lnTo>
                  <a:pt x="86411" y="619906"/>
                </a:lnTo>
                <a:lnTo>
                  <a:pt x="86411" y="727662"/>
                </a:lnTo>
                <a:lnTo>
                  <a:pt x="57893" y="727662"/>
                </a:lnTo>
                <a:lnTo>
                  <a:pt x="57893" y="755123"/>
                </a:lnTo>
              </a:path>
            </a:pathLst>
          </a:custGeom>
          <a:solidFill xmlns:a="http://schemas.openxmlformats.org/drawingml/2006/main">
            <a:srgbClr val="FFFFFF"/>
          </a:solidFill>
          <a:ln xmlns:a="http://schemas.openxmlformats.org/drawingml/2006/main" w="0">
            <a:noFill/>
            <a:prstDash val="solid"/>
          </a:ln>
        </p:spPr>
      </p:sp>
      <p:sp>
        <p:nvSpPr>
          <p:cNvPr id="359" name="pdf-path-612">
            <a:extLst xmlns:a="http://schemas.openxmlformats.org/drawingml/2006/main">
              <a:ext uri="{FF2B5EF4-FFF2-40B4-BE49-F238E27FC236}">
                <a16:creationId xmlns:a16="http://schemas.microsoft.com/office/drawing/2014/main" id="{66412D85-2865-4D60-83FE-794D7A614763}"/>
              </a:ext>
            </a:extLst>
          </p:cNvPr>
          <p:cNvSpPr>
            <a:spLocks xmlns:a="http://schemas.openxmlformats.org/drawingml/2006/main" noGrp="1"/>
          </p:cNvSpPr>
          <p:nvPr/>
        </p:nvSpPr>
        <p:spPr>
          <a:xfrm xmlns:a="http://schemas.openxmlformats.org/drawingml/2006/main" rot="0">
            <a:off x="3218802" y="4795143"/>
            <a:ext cx="95" cy="95"/>
          </a:xfrm>
          <a:custGeom xmlns:a="http://schemas.openxmlformats.org/drawingml/2006/main">
            <a:pathLst>
              <a:path w="95" h="95">
                <a:moveTo>
                  <a:pt x="0" y="0"/>
                </a:moveTo>
                <a:lnTo>
                  <a:pt x="57" y="0"/>
                </a:lnTo>
                <a:lnTo>
                  <a:pt x="0" y="0"/>
                </a:lnTo>
              </a:path>
            </a:pathLst>
          </a:custGeom>
          <a:solidFill xmlns:a="http://schemas.openxmlformats.org/drawingml/2006/main">
            <a:srgbClr val="FFFFFF"/>
          </a:solidFill>
          <a:ln xmlns:a="http://schemas.openxmlformats.org/drawingml/2006/main" w="0">
            <a:noFill/>
            <a:prstDash val="solid"/>
          </a:ln>
        </p:spPr>
      </p:sp>
      <p:sp>
        <p:nvSpPr>
          <p:cNvPr id="360" name="pdf-path-613">
            <a:extLst xmlns:a="http://schemas.openxmlformats.org/drawingml/2006/main">
              <a:ext uri="{FF2B5EF4-FFF2-40B4-BE49-F238E27FC236}">
                <a16:creationId xmlns:a16="http://schemas.microsoft.com/office/drawing/2014/main" id="{4D7F8BE6-7C87-433C-B1A6-0F994106F915}"/>
              </a:ext>
            </a:extLst>
          </p:cNvPr>
          <p:cNvSpPr>
            <a:spLocks xmlns:a="http://schemas.openxmlformats.org/drawingml/2006/main" noGrp="1"/>
          </p:cNvSpPr>
          <p:nvPr/>
        </p:nvSpPr>
        <p:spPr>
          <a:xfrm xmlns:a="http://schemas.openxmlformats.org/drawingml/2006/main" rot="0">
            <a:off x="3278295" y="4743136"/>
            <a:ext cx="6458" cy="13859"/>
          </a:xfrm>
          <a:custGeom xmlns:a="http://schemas.openxmlformats.org/drawingml/2006/main">
            <a:pathLst>
              <a:path w="6458" h="13859">
                <a:moveTo>
                  <a:pt x="6458" y="13859"/>
                </a:moveTo>
                <a:lnTo>
                  <a:pt x="0" y="4401"/>
                </a:lnTo>
                <a:lnTo>
                  <a:pt x="6458" y="0"/>
                </a:lnTo>
                <a:lnTo>
                  <a:pt x="6458" y="13859"/>
                </a:lnTo>
              </a:path>
            </a:pathLst>
          </a:custGeom>
          <a:solidFill xmlns:a="http://schemas.openxmlformats.org/drawingml/2006/main">
            <a:srgbClr val="231F20"/>
          </a:solidFill>
          <a:ln xmlns:a="http://schemas.openxmlformats.org/drawingml/2006/main" w="0">
            <a:noFill/>
            <a:prstDash val="solid"/>
          </a:ln>
        </p:spPr>
      </p:sp>
      <p:sp>
        <p:nvSpPr>
          <p:cNvPr id="361" name="pdf-path-614">
            <a:extLst xmlns:a="http://schemas.openxmlformats.org/drawingml/2006/main">
              <a:ext uri="{FF2B5EF4-FFF2-40B4-BE49-F238E27FC236}">
                <a16:creationId xmlns:a16="http://schemas.microsoft.com/office/drawing/2014/main" id="{A21C5E4D-674D-4F35-9A51-2DBF6F672718}"/>
              </a:ext>
            </a:extLst>
          </p:cNvPr>
          <p:cNvSpPr>
            <a:spLocks xmlns:a="http://schemas.openxmlformats.org/drawingml/2006/main" noGrp="1"/>
          </p:cNvSpPr>
          <p:nvPr/>
        </p:nvSpPr>
        <p:spPr>
          <a:xfrm xmlns:a="http://schemas.openxmlformats.org/drawingml/2006/main" rot="0">
            <a:off x="3247063" y="4749907"/>
            <a:ext cx="31032" cy="26003"/>
          </a:xfrm>
          <a:custGeom xmlns:a="http://schemas.openxmlformats.org/drawingml/2006/main">
            <a:pathLst>
              <a:path w="31032" h="26003">
                <a:moveTo>
                  <a:pt x="0" y="26003"/>
                </a:moveTo>
                <a:lnTo>
                  <a:pt x="18688" y="0"/>
                </a:lnTo>
                <a:lnTo>
                  <a:pt x="31032" y="18088"/>
                </a:lnTo>
                <a:lnTo>
                  <a:pt x="0" y="26003"/>
                </a:lnTo>
              </a:path>
            </a:pathLst>
          </a:custGeom>
          <a:solidFill xmlns:a="http://schemas.openxmlformats.org/drawingml/2006/main">
            <a:srgbClr val="231F20"/>
          </a:solidFill>
          <a:ln xmlns:a="http://schemas.openxmlformats.org/drawingml/2006/main" w="0">
            <a:noFill/>
            <a:prstDash val="solid"/>
          </a:ln>
        </p:spPr>
      </p:sp>
      <p:sp>
        <p:nvSpPr>
          <p:cNvPr id="362" name="pdf-path-615">
            <a:extLst xmlns:a="http://schemas.openxmlformats.org/drawingml/2006/main">
              <a:ext uri="{FF2B5EF4-FFF2-40B4-BE49-F238E27FC236}">
                <a16:creationId xmlns:a16="http://schemas.microsoft.com/office/drawing/2014/main" id="{F39AA037-4770-4DCD-B878-ED8577776EA0}"/>
              </a:ext>
            </a:extLst>
          </p:cNvPr>
          <p:cNvSpPr>
            <a:spLocks xmlns:a="http://schemas.openxmlformats.org/drawingml/2006/main" noGrp="1"/>
          </p:cNvSpPr>
          <p:nvPr/>
        </p:nvSpPr>
        <p:spPr>
          <a:xfrm xmlns:a="http://schemas.openxmlformats.org/drawingml/2006/main" rot="0">
            <a:off x="3218831" y="4729534"/>
            <a:ext cx="65923" cy="65608"/>
          </a:xfrm>
          <a:custGeom xmlns:a="http://schemas.openxmlformats.org/drawingml/2006/main">
            <a:pathLst>
              <a:path w="65923" h="65608">
                <a:moveTo>
                  <a:pt x="0" y="65608"/>
                </a:moveTo>
                <a:lnTo>
                  <a:pt x="29" y="65608"/>
                </a:lnTo>
                <a:lnTo>
                  <a:pt x="42320" y="6772"/>
                </a:lnTo>
                <a:lnTo>
                  <a:pt x="47177" y="0"/>
                </a:lnTo>
                <a:lnTo>
                  <a:pt x="59464" y="18002"/>
                </a:lnTo>
                <a:lnTo>
                  <a:pt x="65923" y="27461"/>
                </a:lnTo>
                <a:lnTo>
                  <a:pt x="65923" y="48835"/>
                </a:lnTo>
                <a:lnTo>
                  <a:pt x="0" y="65608"/>
                </a:lnTo>
                <a:moveTo>
                  <a:pt x="46920" y="20374"/>
                </a:moveTo>
                <a:lnTo>
                  <a:pt x="28232" y="46377"/>
                </a:lnTo>
                <a:lnTo>
                  <a:pt x="59265" y="38462"/>
                </a:lnTo>
                <a:lnTo>
                  <a:pt x="46920" y="20374"/>
                </a:lnTo>
                <a:moveTo>
                  <a:pt x="47063" y="10173"/>
                </a:moveTo>
                <a:lnTo>
                  <a:pt x="42234" y="13459"/>
                </a:lnTo>
                <a:lnTo>
                  <a:pt x="47063" y="10173"/>
                </a:lnTo>
              </a:path>
            </a:pathLst>
          </a:custGeom>
          <a:solidFill xmlns:a="http://schemas.openxmlformats.org/drawingml/2006/main">
            <a:srgbClr val="231F20"/>
          </a:solidFill>
          <a:ln xmlns:a="http://schemas.openxmlformats.org/drawingml/2006/main" w="0">
            <a:noFill/>
            <a:prstDash val="solid"/>
          </a:ln>
        </p:spPr>
      </p:sp>
      <p:sp>
        <p:nvSpPr>
          <p:cNvPr id="363" name="pdf-path-616">
            <a:extLst xmlns:a="http://schemas.openxmlformats.org/drawingml/2006/main">
              <a:ext uri="{FF2B5EF4-FFF2-40B4-BE49-F238E27FC236}">
                <a16:creationId xmlns:a16="http://schemas.microsoft.com/office/drawing/2014/main" id="{27BC5A9E-CFD4-4FD7-8A83-80C65C97C190}"/>
              </a:ext>
            </a:extLst>
          </p:cNvPr>
          <p:cNvSpPr>
            <a:spLocks xmlns:a="http://schemas.openxmlformats.org/drawingml/2006/main" noGrp="1"/>
          </p:cNvSpPr>
          <p:nvPr/>
        </p:nvSpPr>
        <p:spPr>
          <a:xfrm xmlns:a="http://schemas.openxmlformats.org/drawingml/2006/main" rot="0">
            <a:off x="3256235" y="4886124"/>
            <a:ext cx="28518" cy="27461"/>
          </a:xfrm>
          <a:custGeom xmlns:a="http://schemas.openxmlformats.org/drawingml/2006/main">
            <a:pathLst>
              <a:path w="28518" h="27461">
                <a:moveTo>
                  <a:pt x="0" y="27461"/>
                </a:moveTo>
                <a:lnTo>
                  <a:pt x="28518" y="27461"/>
                </a:lnTo>
                <a:lnTo>
                  <a:pt x="28518" y="0"/>
                </a:lnTo>
                <a:lnTo>
                  <a:pt x="0" y="0"/>
                </a:lnTo>
                <a:close/>
              </a:path>
            </a:pathLst>
          </a:custGeom>
          <a:solidFill xmlns:a="http://schemas.openxmlformats.org/drawingml/2006/main">
            <a:srgbClr val="FFFFFF"/>
          </a:solidFill>
          <a:ln xmlns:a="http://schemas.openxmlformats.org/drawingml/2006/main" w="0">
            <a:noFill/>
            <a:prstDash val="solid"/>
          </a:ln>
        </p:spPr>
      </p:sp>
      <p:sp>
        <p:nvSpPr>
          <p:cNvPr id="364" name="pdf-path-617">
            <a:extLst xmlns:a="http://schemas.openxmlformats.org/drawingml/2006/main">
              <a:ext uri="{FF2B5EF4-FFF2-40B4-BE49-F238E27FC236}">
                <a16:creationId xmlns:a16="http://schemas.microsoft.com/office/drawing/2014/main" id="{3C1D16B2-1C46-4452-83D4-839017BFF440}"/>
              </a:ext>
            </a:extLst>
          </p:cNvPr>
          <p:cNvSpPr>
            <a:spLocks xmlns:a="http://schemas.openxmlformats.org/drawingml/2006/main" noGrp="1"/>
          </p:cNvSpPr>
          <p:nvPr/>
        </p:nvSpPr>
        <p:spPr>
          <a:xfrm xmlns:a="http://schemas.openxmlformats.org/drawingml/2006/main" rot="0">
            <a:off x="1901837" y="4158462"/>
            <a:ext cx="1296676" cy="755123"/>
          </a:xfrm>
          <a:custGeom xmlns:a="http://schemas.openxmlformats.org/drawingml/2006/main">
            <a:pathLst>
              <a:path w="1296676" h="755123">
                <a:moveTo>
                  <a:pt x="1296505" y="755123"/>
                </a:moveTo>
                <a:lnTo>
                  <a:pt x="657339" y="755123"/>
                </a:lnTo>
                <a:lnTo>
                  <a:pt x="657339" y="746379"/>
                </a:lnTo>
                <a:lnTo>
                  <a:pt x="655625" y="742264"/>
                </a:lnTo>
                <a:lnTo>
                  <a:pt x="651482" y="740550"/>
                </a:lnTo>
                <a:lnTo>
                  <a:pt x="622792" y="740550"/>
                </a:lnTo>
                <a:lnTo>
                  <a:pt x="622792" y="746379"/>
                </a:lnTo>
                <a:lnTo>
                  <a:pt x="587731" y="746379"/>
                </a:lnTo>
                <a:lnTo>
                  <a:pt x="587731" y="740550"/>
                </a:lnTo>
                <a:lnTo>
                  <a:pt x="541011" y="740550"/>
                </a:lnTo>
                <a:lnTo>
                  <a:pt x="541011" y="746379"/>
                </a:lnTo>
                <a:lnTo>
                  <a:pt x="505949" y="746379"/>
                </a:lnTo>
                <a:lnTo>
                  <a:pt x="505949" y="740550"/>
                </a:lnTo>
                <a:lnTo>
                  <a:pt x="459229" y="740550"/>
                </a:lnTo>
                <a:lnTo>
                  <a:pt x="459229" y="746379"/>
                </a:lnTo>
                <a:lnTo>
                  <a:pt x="424167" y="746379"/>
                </a:lnTo>
                <a:lnTo>
                  <a:pt x="424167" y="740550"/>
                </a:lnTo>
                <a:lnTo>
                  <a:pt x="377447" y="740550"/>
                </a:lnTo>
                <a:lnTo>
                  <a:pt x="377447" y="746379"/>
                </a:lnTo>
                <a:lnTo>
                  <a:pt x="342386" y="746379"/>
                </a:lnTo>
                <a:lnTo>
                  <a:pt x="342386" y="740550"/>
                </a:lnTo>
                <a:lnTo>
                  <a:pt x="295637" y="740550"/>
                </a:lnTo>
                <a:lnTo>
                  <a:pt x="295637" y="746379"/>
                </a:lnTo>
                <a:lnTo>
                  <a:pt x="260604" y="746379"/>
                </a:lnTo>
                <a:lnTo>
                  <a:pt x="260604" y="740550"/>
                </a:lnTo>
                <a:lnTo>
                  <a:pt x="213855" y="740550"/>
                </a:lnTo>
                <a:lnTo>
                  <a:pt x="213855" y="746379"/>
                </a:lnTo>
                <a:lnTo>
                  <a:pt x="178822" y="746379"/>
                </a:lnTo>
                <a:lnTo>
                  <a:pt x="178822" y="740550"/>
                </a:lnTo>
                <a:lnTo>
                  <a:pt x="132074" y="740550"/>
                </a:lnTo>
                <a:lnTo>
                  <a:pt x="132074" y="746379"/>
                </a:lnTo>
                <a:lnTo>
                  <a:pt x="97012" y="746379"/>
                </a:lnTo>
                <a:lnTo>
                  <a:pt x="97012" y="740550"/>
                </a:lnTo>
                <a:lnTo>
                  <a:pt x="50292" y="740550"/>
                </a:lnTo>
                <a:lnTo>
                  <a:pt x="50292" y="746379"/>
                </a:lnTo>
                <a:lnTo>
                  <a:pt x="15230" y="746379"/>
                </a:lnTo>
                <a:lnTo>
                  <a:pt x="15230" y="740550"/>
                </a:lnTo>
                <a:lnTo>
                  <a:pt x="0" y="740550"/>
                </a:lnTo>
                <a:lnTo>
                  <a:pt x="0" y="380990"/>
                </a:lnTo>
                <a:lnTo>
                  <a:pt x="61865" y="380990"/>
                </a:lnTo>
                <a:lnTo>
                  <a:pt x="61865" y="402765"/>
                </a:lnTo>
                <a:lnTo>
                  <a:pt x="69695" y="399907"/>
                </a:lnTo>
                <a:lnTo>
                  <a:pt x="67694" y="394421"/>
                </a:lnTo>
                <a:lnTo>
                  <a:pt x="69695" y="399907"/>
                </a:lnTo>
                <a:lnTo>
                  <a:pt x="137789" y="375161"/>
                </a:lnTo>
                <a:lnTo>
                  <a:pt x="61865" y="347500"/>
                </a:lnTo>
                <a:lnTo>
                  <a:pt x="61865" y="369303"/>
                </a:lnTo>
                <a:lnTo>
                  <a:pt x="0" y="369303"/>
                </a:lnTo>
                <a:lnTo>
                  <a:pt x="0" y="345043"/>
                </a:lnTo>
                <a:lnTo>
                  <a:pt x="188023" y="345043"/>
                </a:lnTo>
                <a:lnTo>
                  <a:pt x="188023" y="94126"/>
                </a:lnTo>
                <a:lnTo>
                  <a:pt x="478717" y="94126"/>
                </a:lnTo>
                <a:lnTo>
                  <a:pt x="482832" y="92440"/>
                </a:lnTo>
                <a:lnTo>
                  <a:pt x="484547" y="88297"/>
                </a:lnTo>
                <a:lnTo>
                  <a:pt x="484547" y="0"/>
                </a:lnTo>
                <a:lnTo>
                  <a:pt x="1296676" y="0"/>
                </a:lnTo>
                <a:lnTo>
                  <a:pt x="1296676" y="23488"/>
                </a:lnTo>
                <a:lnTo>
                  <a:pt x="1290847" y="23488"/>
                </a:lnTo>
                <a:lnTo>
                  <a:pt x="1290818" y="70237"/>
                </a:lnTo>
                <a:lnTo>
                  <a:pt x="1296676" y="70237"/>
                </a:lnTo>
                <a:lnTo>
                  <a:pt x="1296648" y="105299"/>
                </a:lnTo>
                <a:lnTo>
                  <a:pt x="1290818" y="105299"/>
                </a:lnTo>
                <a:lnTo>
                  <a:pt x="1290818" y="152019"/>
                </a:lnTo>
                <a:lnTo>
                  <a:pt x="1296648" y="152019"/>
                </a:lnTo>
                <a:lnTo>
                  <a:pt x="1296648" y="187080"/>
                </a:lnTo>
                <a:lnTo>
                  <a:pt x="1290790" y="187080"/>
                </a:lnTo>
                <a:lnTo>
                  <a:pt x="1290790" y="233800"/>
                </a:lnTo>
                <a:lnTo>
                  <a:pt x="1296619" y="233800"/>
                </a:lnTo>
                <a:lnTo>
                  <a:pt x="1296619" y="268862"/>
                </a:lnTo>
                <a:lnTo>
                  <a:pt x="1290790" y="268862"/>
                </a:lnTo>
                <a:lnTo>
                  <a:pt x="1290761" y="315582"/>
                </a:lnTo>
                <a:lnTo>
                  <a:pt x="1296619" y="315582"/>
                </a:lnTo>
                <a:lnTo>
                  <a:pt x="1296591" y="350644"/>
                </a:lnTo>
                <a:lnTo>
                  <a:pt x="1290761" y="350644"/>
                </a:lnTo>
                <a:lnTo>
                  <a:pt x="1290761" y="397392"/>
                </a:lnTo>
                <a:lnTo>
                  <a:pt x="1296591" y="397392"/>
                </a:lnTo>
                <a:lnTo>
                  <a:pt x="1296591" y="432425"/>
                </a:lnTo>
                <a:lnTo>
                  <a:pt x="1290733" y="432425"/>
                </a:lnTo>
                <a:lnTo>
                  <a:pt x="1290733" y="479145"/>
                </a:lnTo>
                <a:lnTo>
                  <a:pt x="1296562" y="479174"/>
                </a:lnTo>
                <a:lnTo>
                  <a:pt x="1296562" y="514207"/>
                </a:lnTo>
                <a:lnTo>
                  <a:pt x="1290733" y="514207"/>
                </a:lnTo>
                <a:lnTo>
                  <a:pt x="1290704" y="560956"/>
                </a:lnTo>
                <a:lnTo>
                  <a:pt x="1296562" y="560956"/>
                </a:lnTo>
                <a:lnTo>
                  <a:pt x="1296534" y="595989"/>
                </a:lnTo>
                <a:lnTo>
                  <a:pt x="1290704" y="595989"/>
                </a:lnTo>
                <a:lnTo>
                  <a:pt x="1290704" y="642737"/>
                </a:lnTo>
                <a:lnTo>
                  <a:pt x="1296534" y="642737"/>
                </a:lnTo>
                <a:lnTo>
                  <a:pt x="1296534" y="677770"/>
                </a:lnTo>
                <a:lnTo>
                  <a:pt x="1290676" y="677770"/>
                </a:lnTo>
                <a:lnTo>
                  <a:pt x="1290676" y="724519"/>
                </a:lnTo>
                <a:lnTo>
                  <a:pt x="1296505" y="724519"/>
                </a:lnTo>
                <a:lnTo>
                  <a:pt x="1296505" y="755123"/>
                </a:lnTo>
                <a:moveTo>
                  <a:pt x="615905" y="730120"/>
                </a:moveTo>
                <a:lnTo>
                  <a:pt x="765296" y="730120"/>
                </a:lnTo>
                <a:lnTo>
                  <a:pt x="765296" y="551726"/>
                </a:lnTo>
                <a:lnTo>
                  <a:pt x="777440" y="551726"/>
                </a:lnTo>
                <a:lnTo>
                  <a:pt x="777440" y="474374"/>
                </a:lnTo>
                <a:lnTo>
                  <a:pt x="1190778" y="474374"/>
                </a:lnTo>
                <a:lnTo>
                  <a:pt x="1190778" y="330098"/>
                </a:lnTo>
                <a:lnTo>
                  <a:pt x="201111" y="330098"/>
                </a:lnTo>
                <a:lnTo>
                  <a:pt x="201111" y="474374"/>
                </a:lnTo>
                <a:lnTo>
                  <a:pt x="591960" y="474374"/>
                </a:lnTo>
                <a:lnTo>
                  <a:pt x="591960" y="551726"/>
                </a:lnTo>
                <a:lnTo>
                  <a:pt x="615905" y="551726"/>
                </a:lnTo>
                <a:lnTo>
                  <a:pt x="615905" y="730120"/>
                </a:lnTo>
                <a:moveTo>
                  <a:pt x="192253" y="143189"/>
                </a:moveTo>
                <a:lnTo>
                  <a:pt x="192253" y="256746"/>
                </a:lnTo>
                <a:lnTo>
                  <a:pt x="1201865" y="256746"/>
                </a:lnTo>
                <a:lnTo>
                  <a:pt x="1201865" y="143189"/>
                </a:lnTo>
                <a:lnTo>
                  <a:pt x="192253" y="143189"/>
                </a:lnTo>
                <a:moveTo>
                  <a:pt x="31661" y="87039"/>
                </a:moveTo>
                <a:lnTo>
                  <a:pt x="0" y="87039"/>
                </a:lnTo>
                <a:lnTo>
                  <a:pt x="0" y="0"/>
                </a:lnTo>
                <a:lnTo>
                  <a:pt x="31661" y="0"/>
                </a:lnTo>
                <a:lnTo>
                  <a:pt x="31661" y="87039"/>
                </a:lnTo>
              </a:path>
            </a:pathLst>
          </a:custGeom>
          <a:solidFill xmlns:a="http://schemas.openxmlformats.org/drawingml/2006/main">
            <a:srgbClr val="FFFFFF"/>
          </a:solidFill>
          <a:ln xmlns:a="http://schemas.openxmlformats.org/drawingml/2006/main" w="0">
            <a:noFill/>
            <a:prstDash val="solid"/>
          </a:ln>
        </p:spPr>
      </p:sp>
      <p:sp>
        <p:nvSpPr>
          <p:cNvPr id="365" name="pdf-path-619">
            <a:extLst xmlns:a="http://schemas.openxmlformats.org/drawingml/2006/main">
              <a:ext uri="{FF2B5EF4-FFF2-40B4-BE49-F238E27FC236}">
                <a16:creationId xmlns:a16="http://schemas.microsoft.com/office/drawing/2014/main" id="{06C36854-6354-46DF-A1CE-52D9E04518B7}"/>
              </a:ext>
            </a:extLst>
          </p:cNvPr>
          <p:cNvSpPr>
            <a:spLocks xmlns:a="http://schemas.openxmlformats.org/drawingml/2006/main" noGrp="1"/>
          </p:cNvSpPr>
          <p:nvPr/>
        </p:nvSpPr>
        <p:spPr>
          <a:xfrm xmlns:a="http://schemas.openxmlformats.org/drawingml/2006/main" rot="0">
            <a:off x="1933499" y="4158463"/>
            <a:ext cx="452885" cy="94126"/>
          </a:xfrm>
          <a:custGeom xmlns:a="http://schemas.openxmlformats.org/drawingml/2006/main">
            <a:pathLst>
              <a:path w="452885" h="94126">
                <a:moveTo>
                  <a:pt x="447056" y="94126"/>
                </a:moveTo>
                <a:lnTo>
                  <a:pt x="156362" y="94126"/>
                </a:lnTo>
                <a:lnTo>
                  <a:pt x="156362" y="87040"/>
                </a:lnTo>
                <a:lnTo>
                  <a:pt x="0" y="87040"/>
                </a:lnTo>
                <a:lnTo>
                  <a:pt x="0" y="0"/>
                </a:lnTo>
                <a:lnTo>
                  <a:pt x="11687" y="0"/>
                </a:lnTo>
                <a:lnTo>
                  <a:pt x="11687" y="82467"/>
                </a:lnTo>
                <a:lnTo>
                  <a:pt x="441198" y="82467"/>
                </a:lnTo>
                <a:lnTo>
                  <a:pt x="441198" y="0"/>
                </a:lnTo>
                <a:lnTo>
                  <a:pt x="452885" y="0"/>
                </a:lnTo>
                <a:lnTo>
                  <a:pt x="452885" y="88297"/>
                </a:lnTo>
                <a:lnTo>
                  <a:pt x="451171" y="92440"/>
                </a:lnTo>
                <a:lnTo>
                  <a:pt x="447056" y="94126"/>
                </a:lnTo>
              </a:path>
            </a:pathLst>
          </a:custGeom>
          <a:solidFill xmlns:a="http://schemas.openxmlformats.org/drawingml/2006/main">
            <a:srgbClr val="D9DADC"/>
          </a:solidFill>
          <a:ln xmlns:a="http://schemas.openxmlformats.org/drawingml/2006/main" w="0">
            <a:noFill/>
            <a:prstDash val="solid"/>
          </a:ln>
        </p:spPr>
      </p:sp>
      <p:sp>
        <p:nvSpPr>
          <p:cNvPr id="366" name="pdf-path-620">
            <a:extLst xmlns:a="http://schemas.openxmlformats.org/drawingml/2006/main">
              <a:ext uri="{FF2B5EF4-FFF2-40B4-BE49-F238E27FC236}">
                <a16:creationId xmlns:a16="http://schemas.microsoft.com/office/drawing/2014/main" id="{8625B605-3E39-475C-83FB-278384460232}"/>
              </a:ext>
            </a:extLst>
          </p:cNvPr>
          <p:cNvSpPr>
            <a:spLocks xmlns:a="http://schemas.openxmlformats.org/drawingml/2006/main" noGrp="1"/>
          </p:cNvSpPr>
          <p:nvPr/>
        </p:nvSpPr>
        <p:spPr>
          <a:xfrm xmlns:a="http://schemas.openxmlformats.org/drawingml/2006/main" rot="0">
            <a:off x="1901838" y="4904841"/>
            <a:ext cx="645652" cy="8744"/>
          </a:xfrm>
          <a:custGeom xmlns:a="http://schemas.openxmlformats.org/drawingml/2006/main">
            <a:pathLst>
              <a:path w="645652" h="8744">
                <a:moveTo>
                  <a:pt x="645652" y="8744"/>
                </a:moveTo>
                <a:lnTo>
                  <a:pt x="0" y="8744"/>
                </a:lnTo>
                <a:lnTo>
                  <a:pt x="0" y="5858"/>
                </a:lnTo>
                <a:lnTo>
                  <a:pt x="15231" y="5858"/>
                </a:lnTo>
                <a:lnTo>
                  <a:pt x="15231" y="0"/>
                </a:lnTo>
                <a:lnTo>
                  <a:pt x="50292" y="0"/>
                </a:lnTo>
                <a:lnTo>
                  <a:pt x="50292" y="5858"/>
                </a:lnTo>
                <a:lnTo>
                  <a:pt x="97012" y="5858"/>
                </a:lnTo>
                <a:lnTo>
                  <a:pt x="97012" y="0"/>
                </a:lnTo>
                <a:lnTo>
                  <a:pt x="132074" y="0"/>
                </a:lnTo>
                <a:lnTo>
                  <a:pt x="132074" y="5858"/>
                </a:lnTo>
                <a:lnTo>
                  <a:pt x="178822" y="5858"/>
                </a:lnTo>
                <a:lnTo>
                  <a:pt x="178822" y="0"/>
                </a:lnTo>
                <a:lnTo>
                  <a:pt x="213856" y="0"/>
                </a:lnTo>
                <a:lnTo>
                  <a:pt x="213856" y="5858"/>
                </a:lnTo>
                <a:lnTo>
                  <a:pt x="260604" y="5858"/>
                </a:lnTo>
                <a:lnTo>
                  <a:pt x="260604" y="0"/>
                </a:lnTo>
                <a:lnTo>
                  <a:pt x="295637" y="0"/>
                </a:lnTo>
                <a:lnTo>
                  <a:pt x="295637" y="5858"/>
                </a:lnTo>
                <a:lnTo>
                  <a:pt x="342385" y="5858"/>
                </a:lnTo>
                <a:lnTo>
                  <a:pt x="342385" y="0"/>
                </a:lnTo>
                <a:lnTo>
                  <a:pt x="377447" y="0"/>
                </a:lnTo>
                <a:lnTo>
                  <a:pt x="377447" y="5858"/>
                </a:lnTo>
                <a:lnTo>
                  <a:pt x="424167" y="5858"/>
                </a:lnTo>
                <a:lnTo>
                  <a:pt x="424167" y="0"/>
                </a:lnTo>
                <a:lnTo>
                  <a:pt x="459229" y="0"/>
                </a:lnTo>
                <a:lnTo>
                  <a:pt x="459229" y="5858"/>
                </a:lnTo>
                <a:lnTo>
                  <a:pt x="505949" y="5858"/>
                </a:lnTo>
                <a:lnTo>
                  <a:pt x="505949" y="0"/>
                </a:lnTo>
                <a:lnTo>
                  <a:pt x="541010" y="0"/>
                </a:lnTo>
                <a:lnTo>
                  <a:pt x="541010" y="5858"/>
                </a:lnTo>
                <a:lnTo>
                  <a:pt x="587731" y="5858"/>
                </a:lnTo>
                <a:lnTo>
                  <a:pt x="587731" y="0"/>
                </a:lnTo>
                <a:lnTo>
                  <a:pt x="622792" y="0"/>
                </a:lnTo>
                <a:lnTo>
                  <a:pt x="622792" y="5858"/>
                </a:lnTo>
                <a:lnTo>
                  <a:pt x="645652" y="5858"/>
                </a:lnTo>
                <a:lnTo>
                  <a:pt x="645652" y="8744"/>
                </a:lnTo>
              </a:path>
            </a:pathLst>
          </a:custGeom>
          <a:solidFill xmlns:a="http://schemas.openxmlformats.org/drawingml/2006/main">
            <a:srgbClr val="FFFFFF"/>
          </a:solidFill>
          <a:ln xmlns:a="http://schemas.openxmlformats.org/drawingml/2006/main" w="0">
            <a:noFill/>
            <a:prstDash val="solid"/>
          </a:ln>
        </p:spPr>
      </p:sp>
      <p:sp>
        <p:nvSpPr>
          <p:cNvPr id="367" name="pdf-path-621">
            <a:extLst xmlns:a="http://schemas.openxmlformats.org/drawingml/2006/main">
              <a:ext uri="{FF2B5EF4-FFF2-40B4-BE49-F238E27FC236}">
                <a16:creationId xmlns:a16="http://schemas.microsoft.com/office/drawing/2014/main" id="{2CE6DCF7-0CFD-4C48-A024-4CF3E6ACAC27}"/>
              </a:ext>
            </a:extLst>
          </p:cNvPr>
          <p:cNvSpPr>
            <a:spLocks xmlns:a="http://schemas.openxmlformats.org/drawingml/2006/main" noGrp="1"/>
          </p:cNvSpPr>
          <p:nvPr/>
        </p:nvSpPr>
        <p:spPr>
          <a:xfrm xmlns:a="http://schemas.openxmlformats.org/drawingml/2006/main" rot="0">
            <a:off x="1901838" y="4899012"/>
            <a:ext cx="657339" cy="14573"/>
          </a:xfrm>
          <a:custGeom xmlns:a="http://schemas.openxmlformats.org/drawingml/2006/main">
            <a:pathLst>
              <a:path w="657339" h="14573">
                <a:moveTo>
                  <a:pt x="657339" y="14573"/>
                </a:moveTo>
                <a:lnTo>
                  <a:pt x="645652" y="14573"/>
                </a:lnTo>
                <a:lnTo>
                  <a:pt x="645652" y="11687"/>
                </a:lnTo>
                <a:lnTo>
                  <a:pt x="622792" y="11687"/>
                </a:lnTo>
                <a:lnTo>
                  <a:pt x="622792" y="0"/>
                </a:lnTo>
                <a:lnTo>
                  <a:pt x="651481" y="0"/>
                </a:lnTo>
                <a:lnTo>
                  <a:pt x="655625" y="1714"/>
                </a:lnTo>
                <a:lnTo>
                  <a:pt x="657339" y="5829"/>
                </a:lnTo>
                <a:lnTo>
                  <a:pt x="657339" y="14573"/>
                </a:lnTo>
                <a:moveTo>
                  <a:pt x="587730" y="11687"/>
                </a:moveTo>
                <a:lnTo>
                  <a:pt x="541010" y="11687"/>
                </a:lnTo>
                <a:lnTo>
                  <a:pt x="541010" y="0"/>
                </a:lnTo>
                <a:lnTo>
                  <a:pt x="587730" y="0"/>
                </a:lnTo>
                <a:lnTo>
                  <a:pt x="587730" y="11687"/>
                </a:lnTo>
                <a:moveTo>
                  <a:pt x="505949" y="11687"/>
                </a:moveTo>
                <a:lnTo>
                  <a:pt x="459229" y="11687"/>
                </a:lnTo>
                <a:lnTo>
                  <a:pt x="459229" y="0"/>
                </a:lnTo>
                <a:lnTo>
                  <a:pt x="505949" y="0"/>
                </a:lnTo>
                <a:lnTo>
                  <a:pt x="505949" y="11687"/>
                </a:lnTo>
                <a:moveTo>
                  <a:pt x="424167" y="11687"/>
                </a:moveTo>
                <a:lnTo>
                  <a:pt x="377447" y="11687"/>
                </a:lnTo>
                <a:lnTo>
                  <a:pt x="377447" y="0"/>
                </a:lnTo>
                <a:lnTo>
                  <a:pt x="424167" y="0"/>
                </a:lnTo>
                <a:lnTo>
                  <a:pt x="424167" y="11687"/>
                </a:lnTo>
                <a:moveTo>
                  <a:pt x="342385" y="11687"/>
                </a:moveTo>
                <a:lnTo>
                  <a:pt x="295637" y="11687"/>
                </a:lnTo>
                <a:lnTo>
                  <a:pt x="295637" y="0"/>
                </a:lnTo>
                <a:lnTo>
                  <a:pt x="342385" y="0"/>
                </a:lnTo>
                <a:lnTo>
                  <a:pt x="342385" y="11687"/>
                </a:lnTo>
                <a:moveTo>
                  <a:pt x="260604" y="11687"/>
                </a:moveTo>
                <a:lnTo>
                  <a:pt x="213855" y="11687"/>
                </a:lnTo>
                <a:lnTo>
                  <a:pt x="213855" y="0"/>
                </a:lnTo>
                <a:lnTo>
                  <a:pt x="260604" y="0"/>
                </a:lnTo>
                <a:lnTo>
                  <a:pt x="260604" y="11687"/>
                </a:lnTo>
                <a:moveTo>
                  <a:pt x="178822" y="11687"/>
                </a:moveTo>
                <a:lnTo>
                  <a:pt x="132073" y="11687"/>
                </a:lnTo>
                <a:lnTo>
                  <a:pt x="132073" y="0"/>
                </a:lnTo>
                <a:lnTo>
                  <a:pt x="178822" y="0"/>
                </a:lnTo>
                <a:lnTo>
                  <a:pt x="178822" y="11687"/>
                </a:lnTo>
                <a:moveTo>
                  <a:pt x="97012" y="11687"/>
                </a:moveTo>
                <a:lnTo>
                  <a:pt x="50292" y="11687"/>
                </a:lnTo>
                <a:lnTo>
                  <a:pt x="50292" y="0"/>
                </a:lnTo>
                <a:lnTo>
                  <a:pt x="97012" y="0"/>
                </a:lnTo>
                <a:lnTo>
                  <a:pt x="97012" y="11687"/>
                </a:lnTo>
                <a:moveTo>
                  <a:pt x="15230" y="11687"/>
                </a:moveTo>
                <a:lnTo>
                  <a:pt x="0" y="11687"/>
                </a:lnTo>
                <a:lnTo>
                  <a:pt x="0" y="0"/>
                </a:lnTo>
                <a:lnTo>
                  <a:pt x="15230" y="0"/>
                </a:lnTo>
                <a:lnTo>
                  <a:pt x="15230" y="11687"/>
                </a:lnTo>
              </a:path>
            </a:pathLst>
          </a:custGeom>
          <a:solidFill xmlns:a="http://schemas.openxmlformats.org/drawingml/2006/main">
            <a:srgbClr val="4A4A4C"/>
          </a:solidFill>
          <a:ln xmlns:a="http://schemas.openxmlformats.org/drawingml/2006/main" w="0">
            <a:noFill/>
            <a:prstDash val="solid"/>
          </a:ln>
        </p:spPr>
      </p:sp>
      <p:sp>
        <p:nvSpPr>
          <p:cNvPr id="368" name="pdf-path-622">
            <a:extLst xmlns:a="http://schemas.openxmlformats.org/drawingml/2006/main">
              <a:ext uri="{FF2B5EF4-FFF2-40B4-BE49-F238E27FC236}">
                <a16:creationId xmlns:a16="http://schemas.microsoft.com/office/drawing/2014/main" id="{182C6140-2EAF-4910-8303-1F7A7F3DEAC6}"/>
              </a:ext>
            </a:extLst>
          </p:cNvPr>
          <p:cNvSpPr>
            <a:spLocks xmlns:a="http://schemas.openxmlformats.org/drawingml/2006/main" noGrp="1"/>
          </p:cNvSpPr>
          <p:nvPr/>
        </p:nvSpPr>
        <p:spPr>
          <a:xfrm xmlns:a="http://schemas.openxmlformats.org/drawingml/2006/main" rot="0">
            <a:off x="3198342" y="4158462"/>
            <a:ext cx="171" cy="755123"/>
          </a:xfrm>
          <a:custGeom xmlns:a="http://schemas.openxmlformats.org/drawingml/2006/main">
            <a:pathLst>
              <a:path w="171" h="755123">
                <a:moveTo>
                  <a:pt x="0" y="755123"/>
                </a:moveTo>
                <a:lnTo>
                  <a:pt x="0" y="724519"/>
                </a:lnTo>
                <a:lnTo>
                  <a:pt x="0" y="755123"/>
                </a:lnTo>
                <a:moveTo>
                  <a:pt x="29" y="677770"/>
                </a:moveTo>
                <a:lnTo>
                  <a:pt x="29" y="642737"/>
                </a:lnTo>
                <a:lnTo>
                  <a:pt x="29" y="677770"/>
                </a:lnTo>
                <a:moveTo>
                  <a:pt x="29" y="595989"/>
                </a:moveTo>
                <a:lnTo>
                  <a:pt x="57" y="560956"/>
                </a:lnTo>
                <a:lnTo>
                  <a:pt x="29" y="595989"/>
                </a:lnTo>
                <a:moveTo>
                  <a:pt x="57" y="514207"/>
                </a:moveTo>
                <a:lnTo>
                  <a:pt x="57" y="479174"/>
                </a:lnTo>
                <a:lnTo>
                  <a:pt x="57" y="514207"/>
                </a:lnTo>
                <a:moveTo>
                  <a:pt x="86" y="432425"/>
                </a:moveTo>
                <a:lnTo>
                  <a:pt x="86" y="397392"/>
                </a:lnTo>
                <a:lnTo>
                  <a:pt x="86" y="432425"/>
                </a:lnTo>
                <a:moveTo>
                  <a:pt x="86" y="350644"/>
                </a:moveTo>
                <a:lnTo>
                  <a:pt x="114" y="315582"/>
                </a:lnTo>
                <a:lnTo>
                  <a:pt x="86" y="350644"/>
                </a:lnTo>
                <a:moveTo>
                  <a:pt x="114" y="268862"/>
                </a:moveTo>
                <a:lnTo>
                  <a:pt x="114" y="233800"/>
                </a:lnTo>
                <a:lnTo>
                  <a:pt x="114" y="268862"/>
                </a:lnTo>
                <a:moveTo>
                  <a:pt x="143" y="187080"/>
                </a:moveTo>
                <a:lnTo>
                  <a:pt x="143" y="152019"/>
                </a:lnTo>
                <a:lnTo>
                  <a:pt x="143" y="187080"/>
                </a:lnTo>
                <a:moveTo>
                  <a:pt x="143" y="105299"/>
                </a:moveTo>
                <a:lnTo>
                  <a:pt x="171" y="70237"/>
                </a:lnTo>
                <a:lnTo>
                  <a:pt x="143" y="105299"/>
                </a:lnTo>
                <a:moveTo>
                  <a:pt x="171" y="23488"/>
                </a:moveTo>
                <a:lnTo>
                  <a:pt x="171" y="0"/>
                </a:lnTo>
                <a:lnTo>
                  <a:pt x="171" y="23488"/>
                </a:lnTo>
              </a:path>
            </a:pathLst>
          </a:custGeom>
          <a:solidFill xmlns:a="http://schemas.openxmlformats.org/drawingml/2006/main">
            <a:srgbClr val="FFFFFF"/>
          </a:solidFill>
          <a:ln xmlns:a="http://schemas.openxmlformats.org/drawingml/2006/main" w="0">
            <a:noFill/>
            <a:prstDash val="solid"/>
          </a:ln>
        </p:spPr>
      </p:sp>
      <p:sp>
        <p:nvSpPr>
          <p:cNvPr id="369" name="pdf-path-623">
            <a:extLst xmlns:a="http://schemas.openxmlformats.org/drawingml/2006/main">
              <a:ext uri="{FF2B5EF4-FFF2-40B4-BE49-F238E27FC236}">
                <a16:creationId xmlns:a16="http://schemas.microsoft.com/office/drawing/2014/main" id="{DE33CC6F-6C55-47D9-88B8-F96803223FA3}"/>
              </a:ext>
            </a:extLst>
          </p:cNvPr>
          <p:cNvSpPr>
            <a:spLocks xmlns:a="http://schemas.openxmlformats.org/drawingml/2006/main" noGrp="1"/>
          </p:cNvSpPr>
          <p:nvPr/>
        </p:nvSpPr>
        <p:spPr>
          <a:xfrm xmlns:a="http://schemas.openxmlformats.org/drawingml/2006/main" rot="0">
            <a:off x="3192513" y="4181951"/>
            <a:ext cx="11830" cy="701031"/>
          </a:xfrm>
          <a:custGeom xmlns:a="http://schemas.openxmlformats.org/drawingml/2006/main">
            <a:pathLst>
              <a:path w="11830" h="701031">
                <a:moveTo>
                  <a:pt x="11687" y="701031"/>
                </a:moveTo>
                <a:lnTo>
                  <a:pt x="0" y="701031"/>
                </a:lnTo>
                <a:lnTo>
                  <a:pt x="0" y="654282"/>
                </a:lnTo>
                <a:lnTo>
                  <a:pt x="5858" y="654282"/>
                </a:lnTo>
                <a:lnTo>
                  <a:pt x="11687" y="654311"/>
                </a:lnTo>
                <a:lnTo>
                  <a:pt x="11687" y="701031"/>
                </a:lnTo>
                <a:moveTo>
                  <a:pt x="11716" y="619249"/>
                </a:moveTo>
                <a:lnTo>
                  <a:pt x="28" y="619249"/>
                </a:lnTo>
                <a:lnTo>
                  <a:pt x="28" y="572500"/>
                </a:lnTo>
                <a:lnTo>
                  <a:pt x="11716" y="572500"/>
                </a:lnTo>
                <a:lnTo>
                  <a:pt x="11716" y="619249"/>
                </a:lnTo>
                <a:moveTo>
                  <a:pt x="11716" y="537467"/>
                </a:moveTo>
                <a:lnTo>
                  <a:pt x="28" y="537467"/>
                </a:lnTo>
                <a:lnTo>
                  <a:pt x="57" y="490719"/>
                </a:lnTo>
                <a:lnTo>
                  <a:pt x="11744" y="490719"/>
                </a:lnTo>
                <a:lnTo>
                  <a:pt x="11716" y="537467"/>
                </a:lnTo>
                <a:moveTo>
                  <a:pt x="11744" y="455686"/>
                </a:moveTo>
                <a:lnTo>
                  <a:pt x="5886" y="455686"/>
                </a:lnTo>
                <a:lnTo>
                  <a:pt x="57" y="455657"/>
                </a:lnTo>
                <a:lnTo>
                  <a:pt x="57" y="408937"/>
                </a:lnTo>
                <a:lnTo>
                  <a:pt x="11744" y="408937"/>
                </a:lnTo>
                <a:lnTo>
                  <a:pt x="11744" y="455686"/>
                </a:lnTo>
                <a:moveTo>
                  <a:pt x="11744" y="373904"/>
                </a:moveTo>
                <a:lnTo>
                  <a:pt x="85" y="373904"/>
                </a:lnTo>
                <a:lnTo>
                  <a:pt x="85" y="327155"/>
                </a:lnTo>
                <a:lnTo>
                  <a:pt x="11773" y="327155"/>
                </a:lnTo>
                <a:lnTo>
                  <a:pt x="11744" y="373904"/>
                </a:lnTo>
                <a:moveTo>
                  <a:pt x="11773" y="292094"/>
                </a:moveTo>
                <a:lnTo>
                  <a:pt x="85" y="292094"/>
                </a:lnTo>
                <a:lnTo>
                  <a:pt x="114" y="245374"/>
                </a:lnTo>
                <a:lnTo>
                  <a:pt x="11773" y="245374"/>
                </a:lnTo>
                <a:lnTo>
                  <a:pt x="11773" y="292094"/>
                </a:lnTo>
                <a:moveTo>
                  <a:pt x="11801" y="210312"/>
                </a:moveTo>
                <a:lnTo>
                  <a:pt x="114" y="210312"/>
                </a:lnTo>
                <a:lnTo>
                  <a:pt x="114" y="163592"/>
                </a:lnTo>
                <a:lnTo>
                  <a:pt x="11801" y="163592"/>
                </a:lnTo>
                <a:lnTo>
                  <a:pt x="11801" y="210312"/>
                </a:lnTo>
                <a:moveTo>
                  <a:pt x="11801" y="128530"/>
                </a:moveTo>
                <a:lnTo>
                  <a:pt x="143" y="128530"/>
                </a:lnTo>
                <a:lnTo>
                  <a:pt x="143" y="81810"/>
                </a:lnTo>
                <a:lnTo>
                  <a:pt x="11830" y="81810"/>
                </a:lnTo>
                <a:lnTo>
                  <a:pt x="11801" y="128530"/>
                </a:lnTo>
                <a:moveTo>
                  <a:pt x="11830" y="46749"/>
                </a:moveTo>
                <a:lnTo>
                  <a:pt x="143" y="46749"/>
                </a:lnTo>
                <a:lnTo>
                  <a:pt x="171" y="0"/>
                </a:lnTo>
                <a:lnTo>
                  <a:pt x="11830" y="0"/>
                </a:lnTo>
                <a:lnTo>
                  <a:pt x="11830" y="46749"/>
                </a:lnTo>
              </a:path>
            </a:pathLst>
          </a:custGeom>
          <a:solidFill xmlns:a="http://schemas.openxmlformats.org/drawingml/2006/main">
            <a:srgbClr val="231F20"/>
          </a:solidFill>
          <a:ln xmlns:a="http://schemas.openxmlformats.org/drawingml/2006/main" w="0">
            <a:noFill/>
            <a:prstDash val="solid"/>
          </a:ln>
        </p:spPr>
      </p:sp>
      <p:sp>
        <p:nvSpPr>
          <p:cNvPr id="370" name="pdf-path-624">
            <a:extLst xmlns:a="http://schemas.openxmlformats.org/drawingml/2006/main">
              <a:ext uri="{FF2B5EF4-FFF2-40B4-BE49-F238E27FC236}">
                <a16:creationId xmlns:a16="http://schemas.microsoft.com/office/drawing/2014/main" id="{428EAB60-2C70-4A0F-8EC0-1F41A11990F3}"/>
              </a:ext>
            </a:extLst>
          </p:cNvPr>
          <p:cNvSpPr>
            <a:spLocks xmlns:a="http://schemas.openxmlformats.org/drawingml/2006/main" noGrp="1"/>
          </p:cNvSpPr>
          <p:nvPr/>
        </p:nvSpPr>
        <p:spPr>
          <a:xfrm xmlns:a="http://schemas.openxmlformats.org/drawingml/2006/main" rot="0">
            <a:off x="2094090" y="4301652"/>
            <a:ext cx="1009612" cy="113557"/>
          </a:xfrm>
          <a:custGeom xmlns:a="http://schemas.openxmlformats.org/drawingml/2006/main">
            <a:pathLst>
              <a:path w="1009612" h="113557">
                <a:moveTo>
                  <a:pt x="0" y="113557"/>
                </a:moveTo>
                <a:lnTo>
                  <a:pt x="1009612" y="113557"/>
                </a:lnTo>
                <a:lnTo>
                  <a:pt x="1009612" y="0"/>
                </a:lnTo>
                <a:lnTo>
                  <a:pt x="0" y="0"/>
                </a:lnTo>
                <a:close/>
              </a:path>
            </a:pathLst>
          </a:custGeom>
          <a:solidFill xmlns:a="http://schemas.openxmlformats.org/drawingml/2006/main">
            <a:srgbClr val="FFFFFF"/>
          </a:solidFill>
          <a:ln xmlns:a="http://schemas.openxmlformats.org/drawingml/2006/main" w="0">
            <a:noFill/>
            <a:prstDash val="solid"/>
          </a:ln>
        </p:spPr>
      </p:sp>
      <p:sp>
        <p:nvSpPr>
          <p:cNvPr id="371" name="pdf-path-625">
            <a:extLst xmlns:a="http://schemas.openxmlformats.org/drawingml/2006/main">
              <a:ext uri="{FF2B5EF4-FFF2-40B4-BE49-F238E27FC236}">
                <a16:creationId xmlns:a16="http://schemas.microsoft.com/office/drawing/2014/main" id="{1320B041-0E9A-4D68-B6D0-25E6B3F7F4D4}"/>
              </a:ext>
            </a:extLst>
          </p:cNvPr>
          <p:cNvSpPr>
            <a:spLocks xmlns:a="http://schemas.openxmlformats.org/drawingml/2006/main" noGrp="1"/>
          </p:cNvSpPr>
          <p:nvPr/>
        </p:nvSpPr>
        <p:spPr>
          <a:xfrm xmlns:a="http://schemas.openxmlformats.org/drawingml/2006/main" rot="0">
            <a:off x="2102948" y="4488562"/>
            <a:ext cx="989667" cy="144275"/>
          </a:xfrm>
          <a:custGeom xmlns:a="http://schemas.openxmlformats.org/drawingml/2006/main">
            <a:pathLst>
              <a:path w="989667" h="144275">
                <a:moveTo>
                  <a:pt x="989667" y="144275"/>
                </a:moveTo>
                <a:lnTo>
                  <a:pt x="576329" y="144275"/>
                </a:lnTo>
                <a:lnTo>
                  <a:pt x="576329" y="120329"/>
                </a:lnTo>
                <a:lnTo>
                  <a:pt x="390849" y="120329"/>
                </a:lnTo>
                <a:lnTo>
                  <a:pt x="390849" y="144275"/>
                </a:lnTo>
                <a:lnTo>
                  <a:pt x="0" y="144275"/>
                </a:lnTo>
                <a:lnTo>
                  <a:pt x="0" y="0"/>
                </a:lnTo>
                <a:lnTo>
                  <a:pt x="989667" y="0"/>
                </a:lnTo>
                <a:lnTo>
                  <a:pt x="989667" y="144275"/>
                </a:lnTo>
              </a:path>
            </a:pathLst>
          </a:custGeom>
          <a:solidFill xmlns:a="http://schemas.openxmlformats.org/drawingml/2006/main">
            <a:srgbClr val="FFFFFF"/>
          </a:solidFill>
          <a:ln xmlns:a="http://schemas.openxmlformats.org/drawingml/2006/main" w="0">
            <a:noFill/>
            <a:prstDash val="solid"/>
          </a:ln>
        </p:spPr>
      </p:sp>
      <p:sp>
        <p:nvSpPr>
          <p:cNvPr id="372" name="pdf-path-627">
            <a:extLst xmlns:a="http://schemas.openxmlformats.org/drawingml/2006/main">
              <a:ext uri="{FF2B5EF4-FFF2-40B4-BE49-F238E27FC236}">
                <a16:creationId xmlns:a16="http://schemas.microsoft.com/office/drawing/2014/main" id="{A93E9419-094D-4C2C-8845-3A542D49B84C}"/>
              </a:ext>
            </a:extLst>
          </p:cNvPr>
          <p:cNvSpPr>
            <a:spLocks xmlns:a="http://schemas.openxmlformats.org/drawingml/2006/main" noGrp="1"/>
          </p:cNvSpPr>
          <p:nvPr/>
        </p:nvSpPr>
        <p:spPr>
          <a:xfrm xmlns:a="http://schemas.openxmlformats.org/drawingml/2006/main" rot="0">
            <a:off x="1244784" y="4527767"/>
            <a:ext cx="724748" cy="11687"/>
          </a:xfrm>
          <a:custGeom xmlns:a="http://schemas.openxmlformats.org/drawingml/2006/main">
            <a:pathLst>
              <a:path w="724748" h="11687">
                <a:moveTo>
                  <a:pt x="0" y="11687"/>
                </a:moveTo>
                <a:lnTo>
                  <a:pt x="724748" y="11687"/>
                </a:lnTo>
                <a:lnTo>
                  <a:pt x="724748" y="0"/>
                </a:lnTo>
                <a:lnTo>
                  <a:pt x="0" y="0"/>
                </a:lnTo>
                <a:close/>
              </a:path>
            </a:pathLst>
          </a:custGeom>
          <a:solidFill xmlns:a="http://schemas.openxmlformats.org/drawingml/2006/main">
            <a:srgbClr val="231F20"/>
          </a:solidFill>
          <a:ln xmlns:a="http://schemas.openxmlformats.org/drawingml/2006/main" w="0">
            <a:noFill/>
            <a:prstDash val="solid"/>
          </a:ln>
        </p:spPr>
      </p:sp>
      <p:sp>
        <p:nvSpPr>
          <p:cNvPr id="373" name="pdf-path-628">
            <a:extLst xmlns:a="http://schemas.openxmlformats.org/drawingml/2006/main">
              <a:ext uri="{FF2B5EF4-FFF2-40B4-BE49-F238E27FC236}">
                <a16:creationId xmlns:a16="http://schemas.microsoft.com/office/drawing/2014/main" id="{7A5683DF-58B5-46D1-ACFF-8DE183ED21F9}"/>
              </a:ext>
            </a:extLst>
          </p:cNvPr>
          <p:cNvSpPr>
            <a:spLocks xmlns:a="http://schemas.openxmlformats.org/drawingml/2006/main" noGrp="1"/>
          </p:cNvSpPr>
          <p:nvPr/>
        </p:nvSpPr>
        <p:spPr>
          <a:xfrm xmlns:a="http://schemas.openxmlformats.org/drawingml/2006/main" rot="0">
            <a:off x="1969532" y="4514307"/>
            <a:ext cx="53007" cy="38576"/>
          </a:xfrm>
          <a:custGeom xmlns:a="http://schemas.openxmlformats.org/drawingml/2006/main">
            <a:pathLst>
              <a:path w="53007" h="38576">
                <a:moveTo>
                  <a:pt x="0" y="38576"/>
                </a:moveTo>
                <a:lnTo>
                  <a:pt x="53007" y="19317"/>
                </a:lnTo>
                <a:lnTo>
                  <a:pt x="0" y="0"/>
                </a:lnTo>
                <a:lnTo>
                  <a:pt x="0" y="38576"/>
                </a:lnTo>
              </a:path>
            </a:pathLst>
          </a:custGeom>
          <a:solidFill xmlns:a="http://schemas.openxmlformats.org/drawingml/2006/main">
            <a:srgbClr val="231F20"/>
          </a:solidFill>
          <a:ln xmlns:a="http://schemas.openxmlformats.org/drawingml/2006/main" w="0">
            <a:noFill/>
            <a:prstDash val="solid"/>
          </a:ln>
        </p:spPr>
      </p:sp>
      <p:sp>
        <p:nvSpPr>
          <p:cNvPr id="374" name="pdf-path-629">
            <a:extLst xmlns:a="http://schemas.openxmlformats.org/drawingml/2006/main">
              <a:ext uri="{FF2B5EF4-FFF2-40B4-BE49-F238E27FC236}">
                <a16:creationId xmlns:a16="http://schemas.microsoft.com/office/drawing/2014/main" id="{F2564AFF-39DB-4A6E-BFFF-2C97C87F0FE7}"/>
              </a:ext>
            </a:extLst>
          </p:cNvPr>
          <p:cNvSpPr>
            <a:spLocks xmlns:a="http://schemas.openxmlformats.org/drawingml/2006/main" noGrp="1"/>
          </p:cNvSpPr>
          <p:nvPr/>
        </p:nvSpPr>
        <p:spPr>
          <a:xfrm xmlns:a="http://schemas.openxmlformats.org/drawingml/2006/main" rot="0">
            <a:off x="1963703" y="4505963"/>
            <a:ext cx="75924" cy="55264"/>
          </a:xfrm>
          <a:custGeom xmlns:a="http://schemas.openxmlformats.org/drawingml/2006/main">
            <a:pathLst>
              <a:path w="75924" h="55264">
                <a:moveTo>
                  <a:pt x="5829" y="46920"/>
                </a:moveTo>
                <a:lnTo>
                  <a:pt x="7830" y="52407"/>
                </a:lnTo>
                <a:lnTo>
                  <a:pt x="75924" y="27661"/>
                </a:lnTo>
                <a:lnTo>
                  <a:pt x="0" y="0"/>
                </a:lnTo>
                <a:lnTo>
                  <a:pt x="0" y="55264"/>
                </a:lnTo>
                <a:lnTo>
                  <a:pt x="7830" y="52407"/>
                </a:lnTo>
                <a:lnTo>
                  <a:pt x="5829" y="46920"/>
                </a:lnTo>
                <a:lnTo>
                  <a:pt x="11658" y="46920"/>
                </a:lnTo>
                <a:lnTo>
                  <a:pt x="11658" y="16688"/>
                </a:lnTo>
                <a:lnTo>
                  <a:pt x="41776" y="27661"/>
                </a:lnTo>
                <a:lnTo>
                  <a:pt x="3829" y="41434"/>
                </a:lnTo>
                <a:lnTo>
                  <a:pt x="5829" y="46920"/>
                </a:lnTo>
                <a:lnTo>
                  <a:pt x="11658" y="46920"/>
                </a:lnTo>
                <a:lnTo>
                  <a:pt x="5829" y="46920"/>
                </a:lnTo>
              </a:path>
            </a:pathLst>
          </a:custGeom>
          <a:solidFill xmlns:a="http://schemas.openxmlformats.org/drawingml/2006/main">
            <a:srgbClr val="231F20"/>
          </a:solidFill>
          <a:ln xmlns:a="http://schemas.openxmlformats.org/drawingml/2006/main" w="0">
            <a:noFill/>
            <a:prstDash val="solid"/>
          </a:ln>
        </p:spPr>
      </p:sp>
      <p:sp>
        <p:nvSpPr>
          <p:cNvPr id="375" name="pdf-path-630">
            <a:extLst xmlns:a="http://schemas.openxmlformats.org/drawingml/2006/main">
              <a:ext uri="{FF2B5EF4-FFF2-40B4-BE49-F238E27FC236}">
                <a16:creationId xmlns:a16="http://schemas.microsoft.com/office/drawing/2014/main" id="{9C3C6DBA-1B09-439F-A737-D89F4B9ED9F0}"/>
              </a:ext>
            </a:extLst>
          </p:cNvPr>
          <p:cNvSpPr>
            <a:spLocks xmlns:a="http://schemas.openxmlformats.org/drawingml/2006/main" noGrp="1"/>
          </p:cNvSpPr>
          <p:nvPr/>
        </p:nvSpPr>
        <p:spPr>
          <a:xfrm xmlns:a="http://schemas.openxmlformats.org/drawingml/2006/main" rot="0">
            <a:off x="28318" y="4158461"/>
            <a:ext cx="33016" cy="755124"/>
          </a:xfrm>
          <a:custGeom xmlns:a="http://schemas.openxmlformats.org/drawingml/2006/main">
            <a:pathLst>
              <a:path w="33016" h="755124">
                <a:moveTo>
                  <a:pt x="0" y="755124"/>
                </a:moveTo>
                <a:lnTo>
                  <a:pt x="33016" y="755124"/>
                </a:lnTo>
                <a:lnTo>
                  <a:pt x="33016" y="0"/>
                </a:lnTo>
                <a:lnTo>
                  <a:pt x="0" y="0"/>
                </a:lnTo>
                <a:close/>
              </a:path>
            </a:pathLst>
          </a:custGeom>
          <a:solidFill xmlns:a="http://schemas.openxmlformats.org/drawingml/2006/main">
            <a:srgbClr val="FFFFFF"/>
          </a:solidFill>
          <a:ln xmlns:a="http://schemas.openxmlformats.org/drawingml/2006/main" w="0">
            <a:noFill/>
            <a:prstDash val="solid"/>
          </a:ln>
        </p:spPr>
      </p:sp>
      <p:sp>
        <p:nvSpPr>
          <p:cNvPr id="376" name="pdf-path-631">
            <a:extLst xmlns:a="http://schemas.openxmlformats.org/drawingml/2006/main">
              <a:ext uri="{FF2B5EF4-FFF2-40B4-BE49-F238E27FC236}">
                <a16:creationId xmlns:a16="http://schemas.microsoft.com/office/drawing/2014/main" id="{FDB2434C-09FD-49B5-B57B-441017F7A89B}"/>
              </a:ext>
            </a:extLst>
          </p:cNvPr>
          <p:cNvSpPr>
            <a:spLocks xmlns:a="http://schemas.openxmlformats.org/drawingml/2006/main" noGrp="1"/>
          </p:cNvSpPr>
          <p:nvPr/>
        </p:nvSpPr>
        <p:spPr>
          <a:xfrm xmlns:a="http://schemas.openxmlformats.org/drawingml/2006/main" rot="0">
            <a:off x="96384" y="4158462"/>
            <a:ext cx="1191635" cy="755123"/>
          </a:xfrm>
          <a:custGeom xmlns:a="http://schemas.openxmlformats.org/drawingml/2006/main">
            <a:pathLst>
              <a:path w="1191635" h="755123">
                <a:moveTo>
                  <a:pt x="459543" y="755123"/>
                </a:moveTo>
                <a:lnTo>
                  <a:pt x="0" y="755123"/>
                </a:lnTo>
                <a:lnTo>
                  <a:pt x="0" y="0"/>
                </a:lnTo>
                <a:lnTo>
                  <a:pt x="19888" y="0"/>
                </a:lnTo>
                <a:lnTo>
                  <a:pt x="19888" y="88440"/>
                </a:lnTo>
                <a:lnTo>
                  <a:pt x="21603" y="92583"/>
                </a:lnTo>
                <a:lnTo>
                  <a:pt x="25746" y="94297"/>
                </a:lnTo>
                <a:lnTo>
                  <a:pt x="1003583" y="94297"/>
                </a:lnTo>
                <a:lnTo>
                  <a:pt x="1003583" y="345043"/>
                </a:lnTo>
                <a:lnTo>
                  <a:pt x="1191635" y="345043"/>
                </a:lnTo>
                <a:lnTo>
                  <a:pt x="1191635" y="369303"/>
                </a:lnTo>
                <a:lnTo>
                  <a:pt x="1148401" y="369303"/>
                </a:lnTo>
                <a:lnTo>
                  <a:pt x="1148401" y="380990"/>
                </a:lnTo>
                <a:lnTo>
                  <a:pt x="1191635" y="380990"/>
                </a:lnTo>
                <a:lnTo>
                  <a:pt x="1191635" y="746379"/>
                </a:lnTo>
                <a:lnTo>
                  <a:pt x="1166403" y="746379"/>
                </a:lnTo>
                <a:lnTo>
                  <a:pt x="1166403" y="740550"/>
                </a:lnTo>
                <a:lnTo>
                  <a:pt x="1119683" y="740550"/>
                </a:lnTo>
                <a:lnTo>
                  <a:pt x="1119683" y="746379"/>
                </a:lnTo>
                <a:lnTo>
                  <a:pt x="1084621" y="746379"/>
                </a:lnTo>
                <a:lnTo>
                  <a:pt x="1084621" y="740550"/>
                </a:lnTo>
                <a:lnTo>
                  <a:pt x="1037901" y="740550"/>
                </a:lnTo>
                <a:lnTo>
                  <a:pt x="1037901" y="746379"/>
                </a:lnTo>
                <a:lnTo>
                  <a:pt x="1002840" y="746379"/>
                </a:lnTo>
                <a:lnTo>
                  <a:pt x="1002840" y="740550"/>
                </a:lnTo>
                <a:lnTo>
                  <a:pt x="956091" y="740550"/>
                </a:lnTo>
                <a:lnTo>
                  <a:pt x="956091" y="746379"/>
                </a:lnTo>
                <a:lnTo>
                  <a:pt x="921058" y="746379"/>
                </a:lnTo>
                <a:lnTo>
                  <a:pt x="921058" y="740550"/>
                </a:lnTo>
                <a:lnTo>
                  <a:pt x="874309" y="740550"/>
                </a:lnTo>
                <a:lnTo>
                  <a:pt x="874309" y="746379"/>
                </a:lnTo>
                <a:lnTo>
                  <a:pt x="839276" y="746379"/>
                </a:lnTo>
                <a:lnTo>
                  <a:pt x="839276" y="740550"/>
                </a:lnTo>
                <a:lnTo>
                  <a:pt x="792528" y="740550"/>
                </a:lnTo>
                <a:lnTo>
                  <a:pt x="792528" y="746379"/>
                </a:lnTo>
                <a:lnTo>
                  <a:pt x="757466" y="746379"/>
                </a:lnTo>
                <a:lnTo>
                  <a:pt x="757466" y="740550"/>
                </a:lnTo>
                <a:lnTo>
                  <a:pt x="710746" y="740550"/>
                </a:lnTo>
                <a:lnTo>
                  <a:pt x="710746" y="746379"/>
                </a:lnTo>
                <a:lnTo>
                  <a:pt x="675685" y="746379"/>
                </a:lnTo>
                <a:lnTo>
                  <a:pt x="675685" y="740550"/>
                </a:lnTo>
                <a:lnTo>
                  <a:pt x="628964" y="740550"/>
                </a:lnTo>
                <a:lnTo>
                  <a:pt x="628964" y="746379"/>
                </a:lnTo>
                <a:lnTo>
                  <a:pt x="593903" y="746379"/>
                </a:lnTo>
                <a:lnTo>
                  <a:pt x="593903" y="740550"/>
                </a:lnTo>
                <a:lnTo>
                  <a:pt x="547183" y="740550"/>
                </a:lnTo>
                <a:lnTo>
                  <a:pt x="547183" y="746379"/>
                </a:lnTo>
                <a:lnTo>
                  <a:pt x="512121" y="746379"/>
                </a:lnTo>
                <a:lnTo>
                  <a:pt x="512121" y="740550"/>
                </a:lnTo>
                <a:lnTo>
                  <a:pt x="465373" y="740550"/>
                </a:lnTo>
                <a:lnTo>
                  <a:pt x="461258" y="742264"/>
                </a:lnTo>
                <a:lnTo>
                  <a:pt x="459543" y="746379"/>
                </a:lnTo>
                <a:lnTo>
                  <a:pt x="459543" y="755123"/>
                </a:lnTo>
                <a:moveTo>
                  <a:pt x="418338" y="722776"/>
                </a:moveTo>
                <a:lnTo>
                  <a:pt x="567728" y="722776"/>
                </a:lnTo>
                <a:lnTo>
                  <a:pt x="567728" y="474374"/>
                </a:lnTo>
                <a:lnTo>
                  <a:pt x="999525" y="474374"/>
                </a:lnTo>
                <a:lnTo>
                  <a:pt x="999525" y="330098"/>
                </a:lnTo>
                <a:lnTo>
                  <a:pt x="9830" y="330098"/>
                </a:lnTo>
                <a:lnTo>
                  <a:pt x="9830" y="474374"/>
                </a:lnTo>
                <a:lnTo>
                  <a:pt x="418338" y="474374"/>
                </a:lnTo>
                <a:lnTo>
                  <a:pt x="418338" y="722776"/>
                </a:lnTo>
                <a:moveTo>
                  <a:pt x="1191635" y="87039"/>
                </a:moveTo>
                <a:lnTo>
                  <a:pt x="1113482" y="87039"/>
                </a:lnTo>
                <a:lnTo>
                  <a:pt x="1113482" y="0"/>
                </a:lnTo>
                <a:lnTo>
                  <a:pt x="1191635" y="0"/>
                </a:lnTo>
                <a:lnTo>
                  <a:pt x="1191635" y="87039"/>
                </a:lnTo>
              </a:path>
            </a:pathLst>
          </a:custGeom>
          <a:solidFill xmlns:a="http://schemas.openxmlformats.org/drawingml/2006/main">
            <a:srgbClr val="FFFFFF"/>
          </a:solidFill>
          <a:ln xmlns:a="http://schemas.openxmlformats.org/drawingml/2006/main" w="0">
            <a:noFill/>
            <a:prstDash val="solid"/>
          </a:ln>
        </p:spPr>
      </p:sp>
      <p:sp>
        <p:nvSpPr>
          <p:cNvPr id="377" name="pdf-path-632">
            <a:extLst xmlns:a="http://schemas.openxmlformats.org/drawingml/2006/main">
              <a:ext uri="{FF2B5EF4-FFF2-40B4-BE49-F238E27FC236}">
                <a16:creationId xmlns:a16="http://schemas.microsoft.com/office/drawing/2014/main" id="{34355B01-CCBF-4D29-8D39-DF7550A057AD}"/>
              </a:ext>
            </a:extLst>
          </p:cNvPr>
          <p:cNvSpPr>
            <a:spLocks xmlns:a="http://schemas.openxmlformats.org/drawingml/2006/main" noGrp="1"/>
          </p:cNvSpPr>
          <p:nvPr/>
        </p:nvSpPr>
        <p:spPr>
          <a:xfrm xmlns:a="http://schemas.openxmlformats.org/drawingml/2006/main" rot="0">
            <a:off x="61351" y="4158461"/>
            <a:ext cx="35047" cy="755124"/>
          </a:xfrm>
          <a:custGeom xmlns:a="http://schemas.openxmlformats.org/drawingml/2006/main">
            <a:pathLst>
              <a:path w="35047" h="755124">
                <a:moveTo>
                  <a:pt x="0" y="755124"/>
                </a:moveTo>
                <a:lnTo>
                  <a:pt x="35047" y="755124"/>
                </a:lnTo>
                <a:lnTo>
                  <a:pt x="35047" y="0"/>
                </a:lnTo>
                <a:lnTo>
                  <a:pt x="0" y="0"/>
                </a:lnTo>
                <a:close/>
              </a:path>
            </a:pathLst>
          </a:custGeom>
          <a:solidFill xmlns:a="http://schemas.openxmlformats.org/drawingml/2006/main">
            <a:srgbClr val="C9D8EF"/>
          </a:solidFill>
          <a:ln xmlns:a="http://schemas.openxmlformats.org/drawingml/2006/main" w="0">
            <a:noFill/>
            <a:prstDash val="solid"/>
          </a:ln>
        </p:spPr>
      </p:sp>
      <p:sp>
        <p:nvSpPr>
          <p:cNvPr id="378" name="pdf-path-634">
            <a:extLst xmlns:a="http://schemas.openxmlformats.org/drawingml/2006/main">
              <a:ext uri="{FF2B5EF4-FFF2-40B4-BE49-F238E27FC236}">
                <a16:creationId xmlns:a16="http://schemas.microsoft.com/office/drawing/2014/main" id="{BFF3DF57-A77D-4DF0-8729-17FD41FEC8BA}"/>
              </a:ext>
            </a:extLst>
          </p:cNvPr>
          <p:cNvSpPr>
            <a:spLocks xmlns:a="http://schemas.openxmlformats.org/drawingml/2006/main" noGrp="1"/>
          </p:cNvSpPr>
          <p:nvPr/>
        </p:nvSpPr>
        <p:spPr>
          <a:xfrm xmlns:a="http://schemas.openxmlformats.org/drawingml/2006/main" rot="0">
            <a:off x="116300" y="4158463"/>
            <a:ext cx="1093594" cy="94298"/>
          </a:xfrm>
          <a:custGeom xmlns:a="http://schemas.openxmlformats.org/drawingml/2006/main">
            <a:pathLst>
              <a:path w="1093594" h="94298">
                <a:moveTo>
                  <a:pt x="983694" y="94298"/>
                </a:moveTo>
                <a:lnTo>
                  <a:pt x="5829" y="94298"/>
                </a:lnTo>
                <a:lnTo>
                  <a:pt x="1714" y="92583"/>
                </a:lnTo>
                <a:lnTo>
                  <a:pt x="0" y="88440"/>
                </a:lnTo>
                <a:lnTo>
                  <a:pt x="0" y="0"/>
                </a:lnTo>
                <a:lnTo>
                  <a:pt x="11687" y="0"/>
                </a:lnTo>
                <a:lnTo>
                  <a:pt x="11687" y="82611"/>
                </a:lnTo>
                <a:lnTo>
                  <a:pt x="1081906" y="82611"/>
                </a:lnTo>
                <a:lnTo>
                  <a:pt x="1081906" y="0"/>
                </a:lnTo>
                <a:lnTo>
                  <a:pt x="1093594" y="0"/>
                </a:lnTo>
                <a:lnTo>
                  <a:pt x="1093594" y="87040"/>
                </a:lnTo>
                <a:lnTo>
                  <a:pt x="983694" y="87040"/>
                </a:lnTo>
                <a:lnTo>
                  <a:pt x="983694" y="94298"/>
                </a:lnTo>
              </a:path>
            </a:pathLst>
          </a:custGeom>
          <a:solidFill xmlns:a="http://schemas.openxmlformats.org/drawingml/2006/main">
            <a:srgbClr val="D9DADC"/>
          </a:solidFill>
          <a:ln xmlns:a="http://schemas.openxmlformats.org/drawingml/2006/main" w="0">
            <a:noFill/>
            <a:prstDash val="solid"/>
          </a:ln>
        </p:spPr>
      </p:sp>
      <p:sp>
        <p:nvSpPr>
          <p:cNvPr id="379" name="pdf-path-635">
            <a:extLst xmlns:a="http://schemas.openxmlformats.org/drawingml/2006/main">
              <a:ext uri="{FF2B5EF4-FFF2-40B4-BE49-F238E27FC236}">
                <a16:creationId xmlns:a16="http://schemas.microsoft.com/office/drawing/2014/main" id="{89116B35-3707-4D46-A544-11AB7F7EF58C}"/>
              </a:ext>
            </a:extLst>
          </p:cNvPr>
          <p:cNvSpPr>
            <a:spLocks xmlns:a="http://schemas.openxmlformats.org/drawingml/2006/main" noGrp="1"/>
          </p:cNvSpPr>
          <p:nvPr/>
        </p:nvSpPr>
        <p:spPr>
          <a:xfrm xmlns:a="http://schemas.openxmlformats.org/drawingml/2006/main" rot="0">
            <a:off x="567614" y="4904841"/>
            <a:ext cx="720404" cy="8744"/>
          </a:xfrm>
          <a:custGeom xmlns:a="http://schemas.openxmlformats.org/drawingml/2006/main">
            <a:pathLst>
              <a:path w="720404" h="8744">
                <a:moveTo>
                  <a:pt x="720404" y="8744"/>
                </a:moveTo>
                <a:lnTo>
                  <a:pt x="0" y="8744"/>
                </a:lnTo>
                <a:lnTo>
                  <a:pt x="0" y="5858"/>
                </a:lnTo>
                <a:lnTo>
                  <a:pt x="40891" y="5858"/>
                </a:lnTo>
                <a:lnTo>
                  <a:pt x="40891" y="0"/>
                </a:lnTo>
                <a:lnTo>
                  <a:pt x="75952" y="0"/>
                </a:lnTo>
                <a:lnTo>
                  <a:pt x="75952" y="5858"/>
                </a:lnTo>
                <a:lnTo>
                  <a:pt x="122672" y="5858"/>
                </a:lnTo>
                <a:lnTo>
                  <a:pt x="122672" y="0"/>
                </a:lnTo>
                <a:lnTo>
                  <a:pt x="157734" y="0"/>
                </a:lnTo>
                <a:lnTo>
                  <a:pt x="157734" y="5858"/>
                </a:lnTo>
                <a:lnTo>
                  <a:pt x="204454" y="5858"/>
                </a:lnTo>
                <a:lnTo>
                  <a:pt x="204454" y="0"/>
                </a:lnTo>
                <a:lnTo>
                  <a:pt x="239516" y="0"/>
                </a:lnTo>
                <a:lnTo>
                  <a:pt x="239516" y="5858"/>
                </a:lnTo>
                <a:lnTo>
                  <a:pt x="286264" y="5858"/>
                </a:lnTo>
                <a:lnTo>
                  <a:pt x="286264" y="0"/>
                </a:lnTo>
                <a:lnTo>
                  <a:pt x="321297" y="0"/>
                </a:lnTo>
                <a:lnTo>
                  <a:pt x="321297" y="5858"/>
                </a:lnTo>
                <a:lnTo>
                  <a:pt x="368046" y="5858"/>
                </a:lnTo>
                <a:lnTo>
                  <a:pt x="368046" y="0"/>
                </a:lnTo>
                <a:lnTo>
                  <a:pt x="403079" y="0"/>
                </a:lnTo>
                <a:lnTo>
                  <a:pt x="403079" y="5858"/>
                </a:lnTo>
                <a:lnTo>
                  <a:pt x="449828" y="5858"/>
                </a:lnTo>
                <a:lnTo>
                  <a:pt x="449828" y="0"/>
                </a:lnTo>
                <a:lnTo>
                  <a:pt x="484861" y="0"/>
                </a:lnTo>
                <a:lnTo>
                  <a:pt x="484861" y="5858"/>
                </a:lnTo>
                <a:lnTo>
                  <a:pt x="531609" y="5858"/>
                </a:lnTo>
                <a:lnTo>
                  <a:pt x="531609" y="0"/>
                </a:lnTo>
                <a:lnTo>
                  <a:pt x="566671" y="0"/>
                </a:lnTo>
                <a:lnTo>
                  <a:pt x="566671" y="5858"/>
                </a:lnTo>
                <a:lnTo>
                  <a:pt x="613391" y="5858"/>
                </a:lnTo>
                <a:lnTo>
                  <a:pt x="613391" y="0"/>
                </a:lnTo>
                <a:lnTo>
                  <a:pt x="648452" y="0"/>
                </a:lnTo>
                <a:lnTo>
                  <a:pt x="648452" y="5858"/>
                </a:lnTo>
                <a:lnTo>
                  <a:pt x="695172" y="5858"/>
                </a:lnTo>
                <a:lnTo>
                  <a:pt x="695172" y="0"/>
                </a:lnTo>
                <a:lnTo>
                  <a:pt x="720404" y="0"/>
                </a:lnTo>
                <a:lnTo>
                  <a:pt x="720404" y="8744"/>
                </a:lnTo>
              </a:path>
            </a:pathLst>
          </a:custGeom>
          <a:solidFill xmlns:a="http://schemas.openxmlformats.org/drawingml/2006/main">
            <a:srgbClr val="FFFFFF"/>
          </a:solidFill>
          <a:ln xmlns:a="http://schemas.openxmlformats.org/drawingml/2006/main" w="0">
            <a:noFill/>
            <a:prstDash val="solid"/>
          </a:ln>
        </p:spPr>
      </p:sp>
      <p:sp>
        <p:nvSpPr>
          <p:cNvPr id="380" name="pdf-path-636">
            <a:extLst xmlns:a="http://schemas.openxmlformats.org/drawingml/2006/main">
              <a:ext uri="{FF2B5EF4-FFF2-40B4-BE49-F238E27FC236}">
                <a16:creationId xmlns:a16="http://schemas.microsoft.com/office/drawing/2014/main" id="{870F7738-8974-40E9-86C3-99EA4062CCFC}"/>
              </a:ext>
            </a:extLst>
          </p:cNvPr>
          <p:cNvSpPr>
            <a:spLocks xmlns:a="http://schemas.openxmlformats.org/drawingml/2006/main" noGrp="1"/>
          </p:cNvSpPr>
          <p:nvPr/>
        </p:nvSpPr>
        <p:spPr>
          <a:xfrm xmlns:a="http://schemas.openxmlformats.org/drawingml/2006/main" rot="0">
            <a:off x="555927" y="4899012"/>
            <a:ext cx="706860" cy="14573"/>
          </a:xfrm>
          <a:custGeom xmlns:a="http://schemas.openxmlformats.org/drawingml/2006/main">
            <a:pathLst>
              <a:path w="706860" h="14573">
                <a:moveTo>
                  <a:pt x="11687" y="14573"/>
                </a:moveTo>
                <a:lnTo>
                  <a:pt x="0" y="14573"/>
                </a:lnTo>
                <a:lnTo>
                  <a:pt x="0" y="5829"/>
                </a:lnTo>
                <a:lnTo>
                  <a:pt x="1714" y="1714"/>
                </a:lnTo>
                <a:lnTo>
                  <a:pt x="5858" y="0"/>
                </a:lnTo>
                <a:lnTo>
                  <a:pt x="52578" y="0"/>
                </a:lnTo>
                <a:lnTo>
                  <a:pt x="52578" y="11687"/>
                </a:lnTo>
                <a:lnTo>
                  <a:pt x="11687" y="11687"/>
                </a:lnTo>
                <a:lnTo>
                  <a:pt x="11687" y="14573"/>
                </a:lnTo>
                <a:moveTo>
                  <a:pt x="706860" y="11687"/>
                </a:moveTo>
                <a:lnTo>
                  <a:pt x="660140" y="11687"/>
                </a:lnTo>
                <a:lnTo>
                  <a:pt x="660140" y="0"/>
                </a:lnTo>
                <a:lnTo>
                  <a:pt x="706860" y="0"/>
                </a:lnTo>
                <a:lnTo>
                  <a:pt x="706860" y="11687"/>
                </a:lnTo>
                <a:moveTo>
                  <a:pt x="625078" y="11687"/>
                </a:moveTo>
                <a:lnTo>
                  <a:pt x="578358" y="11687"/>
                </a:lnTo>
                <a:lnTo>
                  <a:pt x="578358" y="0"/>
                </a:lnTo>
                <a:lnTo>
                  <a:pt x="625078" y="0"/>
                </a:lnTo>
                <a:lnTo>
                  <a:pt x="625078" y="11687"/>
                </a:lnTo>
                <a:moveTo>
                  <a:pt x="543296" y="11687"/>
                </a:moveTo>
                <a:lnTo>
                  <a:pt x="496548" y="11687"/>
                </a:lnTo>
                <a:lnTo>
                  <a:pt x="496548" y="0"/>
                </a:lnTo>
                <a:lnTo>
                  <a:pt x="543296" y="0"/>
                </a:lnTo>
                <a:lnTo>
                  <a:pt x="543296" y="11687"/>
                </a:lnTo>
                <a:moveTo>
                  <a:pt x="461515" y="11687"/>
                </a:moveTo>
                <a:lnTo>
                  <a:pt x="414766" y="11687"/>
                </a:lnTo>
                <a:lnTo>
                  <a:pt x="414766" y="0"/>
                </a:lnTo>
                <a:lnTo>
                  <a:pt x="461515" y="0"/>
                </a:lnTo>
                <a:lnTo>
                  <a:pt x="461515" y="11687"/>
                </a:lnTo>
                <a:moveTo>
                  <a:pt x="379733" y="11687"/>
                </a:moveTo>
                <a:lnTo>
                  <a:pt x="332984" y="11687"/>
                </a:lnTo>
                <a:lnTo>
                  <a:pt x="332984" y="0"/>
                </a:lnTo>
                <a:lnTo>
                  <a:pt x="379733" y="0"/>
                </a:lnTo>
                <a:lnTo>
                  <a:pt x="379733" y="11687"/>
                </a:lnTo>
                <a:moveTo>
                  <a:pt x="297923" y="11687"/>
                </a:moveTo>
                <a:lnTo>
                  <a:pt x="251203" y="11687"/>
                </a:lnTo>
                <a:lnTo>
                  <a:pt x="251203" y="0"/>
                </a:lnTo>
                <a:lnTo>
                  <a:pt x="297923" y="0"/>
                </a:lnTo>
                <a:lnTo>
                  <a:pt x="297923" y="11687"/>
                </a:lnTo>
                <a:moveTo>
                  <a:pt x="216141" y="11687"/>
                </a:moveTo>
                <a:lnTo>
                  <a:pt x="169421" y="11687"/>
                </a:lnTo>
                <a:lnTo>
                  <a:pt x="169421" y="0"/>
                </a:lnTo>
                <a:lnTo>
                  <a:pt x="216141" y="0"/>
                </a:lnTo>
                <a:lnTo>
                  <a:pt x="216141" y="11687"/>
                </a:lnTo>
                <a:moveTo>
                  <a:pt x="134360" y="11687"/>
                </a:moveTo>
                <a:lnTo>
                  <a:pt x="87639" y="11687"/>
                </a:lnTo>
                <a:lnTo>
                  <a:pt x="87639" y="0"/>
                </a:lnTo>
                <a:lnTo>
                  <a:pt x="134360" y="0"/>
                </a:lnTo>
                <a:lnTo>
                  <a:pt x="134360" y="11687"/>
                </a:lnTo>
              </a:path>
            </a:pathLst>
          </a:custGeom>
          <a:solidFill xmlns:a="http://schemas.openxmlformats.org/drawingml/2006/main">
            <a:srgbClr val="4A4A4C"/>
          </a:solidFill>
          <a:ln xmlns:a="http://schemas.openxmlformats.org/drawingml/2006/main" w="0">
            <a:noFill/>
            <a:prstDash val="solid"/>
          </a:ln>
        </p:spPr>
      </p:sp>
      <p:sp>
        <p:nvSpPr>
          <p:cNvPr id="381" name="pdf-path-637">
            <a:extLst xmlns:a="http://schemas.openxmlformats.org/drawingml/2006/main">
              <a:ext uri="{FF2B5EF4-FFF2-40B4-BE49-F238E27FC236}">
                <a16:creationId xmlns:a16="http://schemas.microsoft.com/office/drawing/2014/main" id="{45466CD9-C35B-47B4-9E2A-8FFA25918A39}"/>
              </a:ext>
            </a:extLst>
          </p:cNvPr>
          <p:cNvSpPr>
            <a:spLocks xmlns:a="http://schemas.openxmlformats.org/drawingml/2006/main" noGrp="1"/>
          </p:cNvSpPr>
          <p:nvPr/>
        </p:nvSpPr>
        <p:spPr>
          <a:xfrm xmlns:a="http://schemas.openxmlformats.org/drawingml/2006/main" rot="0">
            <a:off x="1244784" y="4527767"/>
            <a:ext cx="43234" cy="11687"/>
          </a:xfrm>
          <a:custGeom xmlns:a="http://schemas.openxmlformats.org/drawingml/2006/main">
            <a:pathLst>
              <a:path w="43234" h="11687">
                <a:moveTo>
                  <a:pt x="43234" y="11687"/>
                </a:moveTo>
                <a:lnTo>
                  <a:pt x="0" y="11687"/>
                </a:lnTo>
                <a:lnTo>
                  <a:pt x="0" y="0"/>
                </a:lnTo>
                <a:lnTo>
                  <a:pt x="43234" y="0"/>
                </a:lnTo>
                <a:lnTo>
                  <a:pt x="43234" y="11687"/>
                </a:lnTo>
              </a:path>
            </a:pathLst>
          </a:custGeom>
          <a:solidFill xmlns:a="http://schemas.openxmlformats.org/drawingml/2006/main">
            <a:srgbClr val="231F20"/>
          </a:solidFill>
          <a:ln xmlns:a="http://schemas.openxmlformats.org/drawingml/2006/main" w="0">
            <a:noFill/>
            <a:prstDash val="solid"/>
          </a:ln>
        </p:spPr>
      </p:sp>
      <p:sp>
        <p:nvSpPr>
          <p:cNvPr id="382" name="pdf-path-638">
            <a:extLst xmlns:a="http://schemas.openxmlformats.org/drawingml/2006/main">
              <a:ext uri="{FF2B5EF4-FFF2-40B4-BE49-F238E27FC236}">
                <a16:creationId xmlns:a16="http://schemas.microsoft.com/office/drawing/2014/main" id="{C8BF088F-9BED-4A77-B1CA-1A9B3760272C}"/>
              </a:ext>
            </a:extLst>
          </p:cNvPr>
          <p:cNvSpPr>
            <a:spLocks xmlns:a="http://schemas.openxmlformats.org/drawingml/2006/main" noGrp="1"/>
          </p:cNvSpPr>
          <p:nvPr/>
        </p:nvSpPr>
        <p:spPr>
          <a:xfrm xmlns:a="http://schemas.openxmlformats.org/drawingml/2006/main" rot="0">
            <a:off x="106213" y="4488562"/>
            <a:ext cx="989695" cy="144275"/>
          </a:xfrm>
          <a:custGeom xmlns:a="http://schemas.openxmlformats.org/drawingml/2006/main">
            <a:pathLst>
              <a:path w="989695" h="144275">
                <a:moveTo>
                  <a:pt x="989695" y="144275"/>
                </a:moveTo>
                <a:lnTo>
                  <a:pt x="557927" y="144275"/>
                </a:lnTo>
                <a:lnTo>
                  <a:pt x="557927" y="120101"/>
                </a:lnTo>
                <a:lnTo>
                  <a:pt x="408508" y="120101"/>
                </a:lnTo>
                <a:lnTo>
                  <a:pt x="408508" y="144275"/>
                </a:lnTo>
                <a:lnTo>
                  <a:pt x="0" y="144275"/>
                </a:lnTo>
                <a:lnTo>
                  <a:pt x="0" y="0"/>
                </a:lnTo>
                <a:lnTo>
                  <a:pt x="989695" y="0"/>
                </a:lnTo>
                <a:lnTo>
                  <a:pt x="989695" y="144275"/>
                </a:lnTo>
              </a:path>
            </a:pathLst>
          </a:custGeom>
          <a:solidFill xmlns:a="http://schemas.openxmlformats.org/drawingml/2006/main">
            <a:srgbClr val="FFFFFF"/>
          </a:solidFill>
          <a:ln xmlns:a="http://schemas.openxmlformats.org/drawingml/2006/main" w="0">
            <a:noFill/>
            <a:prstDash val="solid"/>
          </a:ln>
        </p:spPr>
      </p:sp>
      <p:sp>
        <p:nvSpPr>
          <p:cNvPr id="383" name="pdf-path-640">
            <a:extLst xmlns:a="http://schemas.openxmlformats.org/drawingml/2006/main">
              <a:ext uri="{FF2B5EF4-FFF2-40B4-BE49-F238E27FC236}">
                <a16:creationId xmlns:a16="http://schemas.microsoft.com/office/drawing/2014/main" id="{4FEE4F2E-D26F-456D-99B4-A811DA52BFE8}"/>
              </a:ext>
            </a:extLst>
          </p:cNvPr>
          <p:cNvSpPr>
            <a:spLocks xmlns:a="http://schemas.openxmlformats.org/drawingml/2006/main" noGrp="1"/>
          </p:cNvSpPr>
          <p:nvPr/>
        </p:nvSpPr>
        <p:spPr>
          <a:xfrm xmlns:a="http://schemas.openxmlformats.org/drawingml/2006/main" rot="0">
            <a:off x="1619774" y="4832232"/>
            <a:ext cx="95" cy="70095"/>
          </a:xfrm>
          <a:custGeom xmlns:a="http://schemas.openxmlformats.org/drawingml/2006/main">
            <a:pathLst>
              <a:path w="95" h="70095">
                <a:moveTo>
                  <a:pt x="0" y="70095"/>
                </a:moveTo>
                <a:lnTo>
                  <a:pt x="0" y="0"/>
                </a:lnTo>
                <a:lnTo>
                  <a:pt x="0" y="70095"/>
                </a:lnTo>
              </a:path>
            </a:pathLst>
          </a:custGeom>
          <a:solidFill xmlns:a="http://schemas.openxmlformats.org/drawingml/2006/main">
            <a:srgbClr val="FFFFFF"/>
          </a:solidFill>
          <a:ln xmlns:a="http://schemas.openxmlformats.org/drawingml/2006/main" w="0">
            <a:noFill/>
            <a:prstDash val="solid"/>
          </a:ln>
        </p:spPr>
      </p:sp>
      <p:sp>
        <p:nvSpPr>
          <p:cNvPr id="384" name="pdf-path-641">
            <a:extLst xmlns:a="http://schemas.openxmlformats.org/drawingml/2006/main">
              <a:ext uri="{FF2B5EF4-FFF2-40B4-BE49-F238E27FC236}">
                <a16:creationId xmlns:a16="http://schemas.microsoft.com/office/drawing/2014/main" id="{0A8B4A62-23CC-4A70-B2EF-5B88F0366B3D}"/>
              </a:ext>
            </a:extLst>
          </p:cNvPr>
          <p:cNvSpPr>
            <a:spLocks xmlns:a="http://schemas.openxmlformats.org/drawingml/2006/main" noGrp="1"/>
          </p:cNvSpPr>
          <p:nvPr/>
        </p:nvSpPr>
        <p:spPr>
          <a:xfrm xmlns:a="http://schemas.openxmlformats.org/drawingml/2006/main" rot="0">
            <a:off x="1619774" y="4536138"/>
            <a:ext cx="95" cy="95"/>
          </a:xfrm>
          <a:custGeom xmlns:a="http://schemas.openxmlformats.org/drawingml/2006/main">
            <a:pathLst>
              <a:path w="95" h="95">
                <a:moveTo>
                  <a:pt x="0" y="0"/>
                </a:moveTo>
                <a:lnTo>
                  <a:pt x="0" y="0"/>
                </a:lnTo>
              </a:path>
            </a:pathLst>
          </a:custGeom>
          <a:solidFill xmlns:a="http://schemas.openxmlformats.org/drawingml/2006/main">
            <a:srgbClr val="231F20"/>
          </a:solidFill>
          <a:ln xmlns:a="http://schemas.openxmlformats.org/drawingml/2006/main" w="0">
            <a:noFill/>
            <a:prstDash val="solid"/>
          </a:ln>
        </p:spPr>
      </p:sp>
      <p:sp>
        <p:nvSpPr>
          <p:cNvPr id="385" name="pdf-path-642">
            <a:extLst xmlns:a="http://schemas.openxmlformats.org/drawingml/2006/main">
              <a:ext uri="{FF2B5EF4-FFF2-40B4-BE49-F238E27FC236}">
                <a16:creationId xmlns:a16="http://schemas.microsoft.com/office/drawing/2014/main" id="{1D26374F-05F8-454F-A7BE-41FCD2AF80BD}"/>
              </a:ext>
            </a:extLst>
          </p:cNvPr>
          <p:cNvSpPr>
            <a:spLocks xmlns:a="http://schemas.openxmlformats.org/drawingml/2006/main" noGrp="1"/>
          </p:cNvSpPr>
          <p:nvPr/>
        </p:nvSpPr>
        <p:spPr>
          <a:xfrm xmlns:a="http://schemas.openxmlformats.org/drawingml/2006/main" rot="0">
            <a:off x="1613945" y="4536138"/>
            <a:ext cx="11687" cy="296066"/>
          </a:xfrm>
          <a:custGeom xmlns:a="http://schemas.openxmlformats.org/drawingml/2006/main">
            <a:pathLst>
              <a:path w="11687" h="296066">
                <a:moveTo>
                  <a:pt x="0" y="296066"/>
                </a:moveTo>
                <a:lnTo>
                  <a:pt x="11687" y="296066"/>
                </a:lnTo>
                <a:lnTo>
                  <a:pt x="11687" y="0"/>
                </a:lnTo>
                <a:lnTo>
                  <a:pt x="0" y="0"/>
                </a:lnTo>
                <a:close/>
              </a:path>
            </a:pathLst>
          </a:custGeom>
          <a:solidFill xmlns:a="http://schemas.openxmlformats.org/drawingml/2006/main">
            <a:srgbClr val="231F20"/>
          </a:solidFill>
          <a:ln xmlns:a="http://schemas.openxmlformats.org/drawingml/2006/main" w="0">
            <a:noFill/>
            <a:prstDash val="solid"/>
          </a:ln>
        </p:spPr>
      </p:sp>
      <p:sp>
        <p:nvSpPr>
          <p:cNvPr id="386" name="pdf-path-643">
            <a:extLst xmlns:a="http://schemas.openxmlformats.org/drawingml/2006/main">
              <a:ext uri="{FF2B5EF4-FFF2-40B4-BE49-F238E27FC236}">
                <a16:creationId xmlns:a16="http://schemas.microsoft.com/office/drawing/2014/main" id="{4C34AE7A-72BB-495B-B123-A6D1EAAE7D5F}"/>
              </a:ext>
            </a:extLst>
          </p:cNvPr>
          <p:cNvSpPr>
            <a:spLocks xmlns:a="http://schemas.openxmlformats.org/drawingml/2006/main" noGrp="1"/>
          </p:cNvSpPr>
          <p:nvPr/>
        </p:nvSpPr>
        <p:spPr>
          <a:xfrm xmlns:a="http://schemas.openxmlformats.org/drawingml/2006/main" rot="0">
            <a:off x="1600486" y="4832204"/>
            <a:ext cx="38605" cy="53007"/>
          </a:xfrm>
          <a:custGeom xmlns:a="http://schemas.openxmlformats.org/drawingml/2006/main">
            <a:pathLst>
              <a:path w="38605" h="53007">
                <a:moveTo>
                  <a:pt x="0" y="0"/>
                </a:moveTo>
                <a:lnTo>
                  <a:pt x="19288" y="53007"/>
                </a:lnTo>
                <a:lnTo>
                  <a:pt x="38605" y="0"/>
                </a:lnTo>
              </a:path>
            </a:pathLst>
          </a:custGeom>
          <a:solidFill xmlns:a="http://schemas.openxmlformats.org/drawingml/2006/main">
            <a:srgbClr val="231F20"/>
          </a:solidFill>
          <a:ln xmlns:a="http://schemas.openxmlformats.org/drawingml/2006/main" w="0">
            <a:noFill/>
            <a:prstDash val="solid"/>
          </a:ln>
        </p:spPr>
      </p:sp>
      <p:sp>
        <p:nvSpPr>
          <p:cNvPr id="387" name="pdf-path-644">
            <a:extLst xmlns:a="http://schemas.openxmlformats.org/drawingml/2006/main">
              <a:ext uri="{FF2B5EF4-FFF2-40B4-BE49-F238E27FC236}">
                <a16:creationId xmlns:a16="http://schemas.microsoft.com/office/drawing/2014/main" id="{57EC15DB-992B-4F2B-98D7-5A308F49B897}"/>
              </a:ext>
            </a:extLst>
          </p:cNvPr>
          <p:cNvSpPr>
            <a:spLocks xmlns:a="http://schemas.openxmlformats.org/drawingml/2006/main" noGrp="1"/>
          </p:cNvSpPr>
          <p:nvPr/>
        </p:nvSpPr>
        <p:spPr>
          <a:xfrm xmlns:a="http://schemas.openxmlformats.org/drawingml/2006/main" rot="0">
            <a:off x="1600486" y="4832204"/>
            <a:ext cx="38605" cy="53007"/>
          </a:xfrm>
          <a:custGeom xmlns:a="http://schemas.openxmlformats.org/drawingml/2006/main">
            <a:pathLst>
              <a:path w="38605" h="53007">
                <a:moveTo>
                  <a:pt x="0" y="0"/>
                </a:moveTo>
                <a:lnTo>
                  <a:pt x="19288" y="53007"/>
                </a:lnTo>
                <a:lnTo>
                  <a:pt x="38605" y="0"/>
                </a:lnTo>
                <a:lnTo>
                  <a:pt x="0" y="0"/>
                </a:lnTo>
              </a:path>
            </a:pathLst>
          </a:custGeom>
          <a:noFill xmlns:a="http://schemas.openxmlformats.org/drawingml/2006/main"/>
          <a:ln xmlns:a="http://schemas.openxmlformats.org/drawingml/2006/main" w="11687">
            <a:solidFill>
              <a:srgbClr val="231F20"/>
            </a:solidFill>
            <a:prstDash val="solid"/>
          </a:ln>
        </p:spPr>
      </p:sp>
      <p:sp>
        <p:nvSpPr>
          <p:cNvPr id="388" name="pdf-path-645">
            <a:extLst xmlns:a="http://schemas.openxmlformats.org/drawingml/2006/main">
              <a:ext uri="{FF2B5EF4-FFF2-40B4-BE49-F238E27FC236}">
                <a16:creationId xmlns:a16="http://schemas.microsoft.com/office/drawing/2014/main" id="{6C5F163E-758E-475B-904F-2BE49D750B49}"/>
              </a:ext>
            </a:extLst>
          </p:cNvPr>
          <p:cNvSpPr>
            <a:spLocks xmlns:a="http://schemas.openxmlformats.org/drawingml/2006/main" noGrp="1"/>
          </p:cNvSpPr>
          <p:nvPr/>
        </p:nvSpPr>
        <p:spPr>
          <a:xfrm xmlns:a="http://schemas.openxmlformats.org/drawingml/2006/main" rot="0">
            <a:off x="1288018" y="4245503"/>
            <a:ext cx="613820" cy="258003"/>
          </a:xfrm>
          <a:custGeom xmlns:a="http://schemas.openxmlformats.org/drawingml/2006/main">
            <a:pathLst>
              <a:path w="613820" h="258003">
                <a:moveTo>
                  <a:pt x="0" y="258003"/>
                </a:moveTo>
                <a:lnTo>
                  <a:pt x="613820" y="258003"/>
                </a:lnTo>
                <a:lnTo>
                  <a:pt x="613820" y="0"/>
                </a:lnTo>
                <a:lnTo>
                  <a:pt x="0" y="0"/>
                </a:lnTo>
                <a:close/>
              </a:path>
            </a:pathLst>
          </a:custGeom>
          <a:solidFill xmlns:a="http://schemas.openxmlformats.org/drawingml/2006/main">
            <a:srgbClr val="FFFFFF"/>
          </a:solidFill>
          <a:ln xmlns:a="http://schemas.openxmlformats.org/drawingml/2006/main" w="0">
            <a:noFill/>
            <a:prstDash val="solid"/>
          </a:ln>
        </p:spPr>
      </p:sp>
      <p:sp>
        <p:nvSpPr>
          <p:cNvPr id="389" name="pdf-path-646">
            <a:extLst xmlns:a="http://schemas.openxmlformats.org/drawingml/2006/main">
              <a:ext uri="{FF2B5EF4-FFF2-40B4-BE49-F238E27FC236}">
                <a16:creationId xmlns:a16="http://schemas.microsoft.com/office/drawing/2014/main" id="{50CE80EA-6C58-4F18-91B6-FC6FC4D8B0A9}"/>
              </a:ext>
            </a:extLst>
          </p:cNvPr>
          <p:cNvSpPr>
            <a:spLocks xmlns:a="http://schemas.openxmlformats.org/drawingml/2006/main" noGrp="1"/>
          </p:cNvSpPr>
          <p:nvPr/>
        </p:nvSpPr>
        <p:spPr>
          <a:xfrm xmlns:a="http://schemas.openxmlformats.org/drawingml/2006/main" rot="0">
            <a:off x="1901838" y="4245503"/>
            <a:ext cx="188024" cy="258004"/>
          </a:xfrm>
          <a:custGeom xmlns:a="http://schemas.openxmlformats.org/drawingml/2006/main">
            <a:pathLst>
              <a:path w="188024" h="258004">
                <a:moveTo>
                  <a:pt x="188024" y="258004"/>
                </a:moveTo>
                <a:lnTo>
                  <a:pt x="0" y="258004"/>
                </a:lnTo>
                <a:lnTo>
                  <a:pt x="0" y="0"/>
                </a:lnTo>
                <a:lnTo>
                  <a:pt x="31661" y="0"/>
                </a:lnTo>
                <a:lnTo>
                  <a:pt x="31661" y="1257"/>
                </a:lnTo>
                <a:lnTo>
                  <a:pt x="33376" y="5401"/>
                </a:lnTo>
                <a:lnTo>
                  <a:pt x="37491" y="7087"/>
                </a:lnTo>
                <a:lnTo>
                  <a:pt x="188024" y="7087"/>
                </a:lnTo>
                <a:lnTo>
                  <a:pt x="188024" y="258004"/>
                </a:lnTo>
              </a:path>
            </a:pathLst>
          </a:custGeom>
          <a:solidFill xmlns:a="http://schemas.openxmlformats.org/drawingml/2006/main">
            <a:srgbClr val="FFFFFF"/>
          </a:solidFill>
          <a:ln xmlns:a="http://schemas.openxmlformats.org/drawingml/2006/main" w="0">
            <a:noFill/>
            <a:prstDash val="solid"/>
          </a:ln>
        </p:spPr>
      </p:sp>
      <p:sp>
        <p:nvSpPr>
          <p:cNvPr id="390" name="pdf-path-647">
            <a:extLst xmlns:a="http://schemas.openxmlformats.org/drawingml/2006/main">
              <a:ext uri="{FF2B5EF4-FFF2-40B4-BE49-F238E27FC236}">
                <a16:creationId xmlns:a16="http://schemas.microsoft.com/office/drawing/2014/main" id="{482E98DE-9DDF-481A-9BD4-3F18FFB2DCBE}"/>
              </a:ext>
            </a:extLst>
          </p:cNvPr>
          <p:cNvSpPr>
            <a:spLocks xmlns:a="http://schemas.openxmlformats.org/drawingml/2006/main" noGrp="1"/>
          </p:cNvSpPr>
          <p:nvPr/>
        </p:nvSpPr>
        <p:spPr>
          <a:xfrm xmlns:a="http://schemas.openxmlformats.org/drawingml/2006/main" rot="0">
            <a:off x="1933499" y="4245503"/>
            <a:ext cx="156362" cy="7087"/>
          </a:xfrm>
          <a:custGeom xmlns:a="http://schemas.openxmlformats.org/drawingml/2006/main">
            <a:pathLst>
              <a:path w="156362" h="7087">
                <a:moveTo>
                  <a:pt x="156362" y="7087"/>
                </a:moveTo>
                <a:lnTo>
                  <a:pt x="5829" y="7087"/>
                </a:lnTo>
                <a:lnTo>
                  <a:pt x="1714" y="5401"/>
                </a:lnTo>
                <a:lnTo>
                  <a:pt x="0" y="1257"/>
                </a:lnTo>
                <a:lnTo>
                  <a:pt x="0" y="0"/>
                </a:lnTo>
                <a:lnTo>
                  <a:pt x="156362" y="0"/>
                </a:lnTo>
                <a:lnTo>
                  <a:pt x="156362" y="7087"/>
                </a:lnTo>
              </a:path>
            </a:pathLst>
          </a:custGeom>
          <a:solidFill xmlns:a="http://schemas.openxmlformats.org/drawingml/2006/main">
            <a:srgbClr val="D9DADC"/>
          </a:solidFill>
          <a:ln xmlns:a="http://schemas.openxmlformats.org/drawingml/2006/main" w="0">
            <a:noFill/>
            <a:prstDash val="solid"/>
          </a:ln>
        </p:spPr>
      </p:sp>
      <p:sp>
        <p:nvSpPr>
          <p:cNvPr id="391" name="pdf-path-648">
            <a:extLst xmlns:a="http://schemas.openxmlformats.org/drawingml/2006/main">
              <a:ext uri="{FF2B5EF4-FFF2-40B4-BE49-F238E27FC236}">
                <a16:creationId xmlns:a16="http://schemas.microsoft.com/office/drawing/2014/main" id="{CC7E31A2-ACD4-4A60-ADD2-8BF5DE21E3AF}"/>
              </a:ext>
            </a:extLst>
          </p:cNvPr>
          <p:cNvSpPr>
            <a:spLocks xmlns:a="http://schemas.openxmlformats.org/drawingml/2006/main" noGrp="1"/>
          </p:cNvSpPr>
          <p:nvPr/>
        </p:nvSpPr>
        <p:spPr>
          <a:xfrm xmlns:a="http://schemas.openxmlformats.org/drawingml/2006/main" rot="0">
            <a:off x="1099966" y="4245503"/>
            <a:ext cx="188052" cy="258004"/>
          </a:xfrm>
          <a:custGeom xmlns:a="http://schemas.openxmlformats.org/drawingml/2006/main">
            <a:pathLst>
              <a:path w="188052" h="258004">
                <a:moveTo>
                  <a:pt x="188052" y="258004"/>
                </a:moveTo>
                <a:lnTo>
                  <a:pt x="0" y="258004"/>
                </a:lnTo>
                <a:lnTo>
                  <a:pt x="0" y="7258"/>
                </a:lnTo>
                <a:lnTo>
                  <a:pt x="104042" y="7258"/>
                </a:lnTo>
                <a:lnTo>
                  <a:pt x="108185" y="5544"/>
                </a:lnTo>
                <a:lnTo>
                  <a:pt x="109899" y="1400"/>
                </a:lnTo>
                <a:lnTo>
                  <a:pt x="109899" y="0"/>
                </a:lnTo>
                <a:lnTo>
                  <a:pt x="188052" y="0"/>
                </a:lnTo>
                <a:lnTo>
                  <a:pt x="188052" y="258004"/>
                </a:lnTo>
              </a:path>
            </a:pathLst>
          </a:custGeom>
          <a:solidFill xmlns:a="http://schemas.openxmlformats.org/drawingml/2006/main">
            <a:srgbClr val="FFFFFF"/>
          </a:solidFill>
          <a:ln xmlns:a="http://schemas.openxmlformats.org/drawingml/2006/main" w="0">
            <a:noFill/>
            <a:prstDash val="solid"/>
          </a:ln>
        </p:spPr>
      </p:sp>
      <p:sp>
        <p:nvSpPr>
          <p:cNvPr id="392" name="pdf-path-649">
            <a:extLst xmlns:a="http://schemas.openxmlformats.org/drawingml/2006/main">
              <a:ext uri="{FF2B5EF4-FFF2-40B4-BE49-F238E27FC236}">
                <a16:creationId xmlns:a16="http://schemas.microsoft.com/office/drawing/2014/main" id="{D3627F9F-8309-4848-8B75-4ED5F342F2A8}"/>
              </a:ext>
            </a:extLst>
          </p:cNvPr>
          <p:cNvSpPr>
            <a:spLocks xmlns:a="http://schemas.openxmlformats.org/drawingml/2006/main" noGrp="1"/>
          </p:cNvSpPr>
          <p:nvPr/>
        </p:nvSpPr>
        <p:spPr>
          <a:xfrm xmlns:a="http://schemas.openxmlformats.org/drawingml/2006/main" rot="0">
            <a:off x="1099966" y="4245502"/>
            <a:ext cx="109899" cy="7258"/>
          </a:xfrm>
          <a:custGeom xmlns:a="http://schemas.openxmlformats.org/drawingml/2006/main">
            <a:pathLst>
              <a:path w="109899" h="7258">
                <a:moveTo>
                  <a:pt x="104042" y="7258"/>
                </a:moveTo>
                <a:lnTo>
                  <a:pt x="0" y="7258"/>
                </a:lnTo>
                <a:lnTo>
                  <a:pt x="0" y="0"/>
                </a:lnTo>
                <a:lnTo>
                  <a:pt x="109899" y="0"/>
                </a:lnTo>
                <a:lnTo>
                  <a:pt x="109899" y="1400"/>
                </a:lnTo>
                <a:lnTo>
                  <a:pt x="108185" y="5544"/>
                </a:lnTo>
                <a:lnTo>
                  <a:pt x="104042" y="7258"/>
                </a:lnTo>
              </a:path>
            </a:pathLst>
          </a:custGeom>
          <a:solidFill xmlns:a="http://schemas.openxmlformats.org/drawingml/2006/main">
            <a:srgbClr val="D9DADC"/>
          </a:solidFill>
          <a:ln xmlns:a="http://schemas.openxmlformats.org/drawingml/2006/main" w="0">
            <a:noFill/>
            <a:prstDash val="solid"/>
          </a:ln>
        </p:spPr>
      </p:sp>
      <p:sp>
        <p:nvSpPr>
          <p:cNvPr id="393" name="pdf-path-653">
            <a:extLst xmlns:a="http://schemas.openxmlformats.org/drawingml/2006/main">
              <a:ext uri="{FF2B5EF4-FFF2-40B4-BE49-F238E27FC236}">
                <a16:creationId xmlns:a16="http://schemas.microsoft.com/office/drawing/2014/main" id="{6048518C-5750-4EF6-93B7-BC06CAF77E01}"/>
              </a:ext>
            </a:extLst>
          </p:cNvPr>
          <p:cNvSpPr>
            <a:spLocks xmlns:a="http://schemas.openxmlformats.org/drawingml/2006/main" noGrp="1"/>
          </p:cNvSpPr>
          <p:nvPr/>
        </p:nvSpPr>
        <p:spPr>
          <a:xfrm xmlns:a="http://schemas.openxmlformats.org/drawingml/2006/main" rot="0">
            <a:off x="5365985" y="3615424"/>
            <a:ext cx="11058" cy="828332"/>
          </a:xfrm>
          <a:custGeom xmlns:a="http://schemas.openxmlformats.org/drawingml/2006/main">
            <a:pathLst>
              <a:path w="11058" h="828332">
                <a:moveTo>
                  <a:pt x="11058" y="828332"/>
                </a:moveTo>
                <a:lnTo>
                  <a:pt x="11058" y="828332"/>
                </a:lnTo>
                <a:moveTo>
                  <a:pt x="943" y="70095"/>
                </a:moveTo>
                <a:lnTo>
                  <a:pt x="0" y="0"/>
                </a:lnTo>
                <a:lnTo>
                  <a:pt x="943" y="70095"/>
                </a:lnTo>
              </a:path>
            </a:pathLst>
          </a:custGeom>
          <a:solidFill xmlns:a="http://schemas.openxmlformats.org/drawingml/2006/main">
            <a:srgbClr val="FFFFFF"/>
          </a:solidFill>
          <a:ln xmlns:a="http://schemas.openxmlformats.org/drawingml/2006/main" w="0">
            <a:noFill/>
            <a:prstDash val="solid"/>
          </a:ln>
        </p:spPr>
      </p:sp>
      <p:sp>
        <p:nvSpPr>
          <p:cNvPr id="394" name="pdf-path-654">
            <a:extLst xmlns:a="http://schemas.openxmlformats.org/drawingml/2006/main">
              <a:ext uri="{FF2B5EF4-FFF2-40B4-BE49-F238E27FC236}">
                <a16:creationId xmlns:a16="http://schemas.microsoft.com/office/drawing/2014/main" id="{4B11078F-2C53-4AFB-9622-626524EEEF2A}"/>
              </a:ext>
            </a:extLst>
          </p:cNvPr>
          <p:cNvSpPr>
            <a:spLocks xmlns:a="http://schemas.openxmlformats.org/drawingml/2006/main" noGrp="1"/>
          </p:cNvSpPr>
          <p:nvPr/>
        </p:nvSpPr>
        <p:spPr>
          <a:xfrm xmlns:a="http://schemas.openxmlformats.org/drawingml/2006/main" rot="0">
            <a:off x="5361070" y="3685432"/>
            <a:ext cx="21803" cy="758409"/>
          </a:xfrm>
          <a:custGeom xmlns:a="http://schemas.openxmlformats.org/drawingml/2006/main">
            <a:pathLst>
              <a:path w="21803" h="758409">
                <a:moveTo>
                  <a:pt x="0" y="171"/>
                </a:moveTo>
                <a:lnTo>
                  <a:pt x="10116" y="758409"/>
                </a:lnTo>
                <a:lnTo>
                  <a:pt x="21803" y="758237"/>
                </a:lnTo>
                <a:lnTo>
                  <a:pt x="11687" y="0"/>
                </a:lnTo>
                <a:lnTo>
                  <a:pt x="0" y="171"/>
                </a:lnTo>
              </a:path>
            </a:pathLst>
          </a:custGeom>
          <a:solidFill xmlns:a="http://schemas.openxmlformats.org/drawingml/2006/main">
            <a:srgbClr val="231F20"/>
          </a:solidFill>
          <a:ln xmlns:a="http://schemas.openxmlformats.org/drawingml/2006/main" w="0">
            <a:noFill/>
            <a:prstDash val="solid"/>
          </a:ln>
        </p:spPr>
      </p:sp>
      <p:sp>
        <p:nvSpPr>
          <p:cNvPr id="395" name="pdf-path-655">
            <a:extLst xmlns:a="http://schemas.openxmlformats.org/drawingml/2006/main">
              <a:ext uri="{FF2B5EF4-FFF2-40B4-BE49-F238E27FC236}">
                <a16:creationId xmlns:a16="http://schemas.microsoft.com/office/drawing/2014/main" id="{B15C60D5-3C74-458D-B23E-481232B53C0A}"/>
              </a:ext>
            </a:extLst>
          </p:cNvPr>
          <p:cNvSpPr>
            <a:spLocks xmlns:a="http://schemas.openxmlformats.org/drawingml/2006/main" noGrp="1"/>
          </p:cNvSpPr>
          <p:nvPr/>
        </p:nvSpPr>
        <p:spPr>
          <a:xfrm xmlns:a="http://schemas.openxmlformats.org/drawingml/2006/main" rot="0">
            <a:off x="5347640" y="3632511"/>
            <a:ext cx="38576" cy="53264"/>
          </a:xfrm>
          <a:custGeom xmlns:a="http://schemas.openxmlformats.org/drawingml/2006/main">
            <a:pathLst>
              <a:path w="38576" h="53264">
                <a:moveTo>
                  <a:pt x="38576" y="52778"/>
                </a:moveTo>
                <a:lnTo>
                  <a:pt x="18574" y="0"/>
                </a:lnTo>
                <a:lnTo>
                  <a:pt x="0" y="53264"/>
                </a:lnTo>
              </a:path>
            </a:pathLst>
          </a:custGeom>
          <a:solidFill xmlns:a="http://schemas.openxmlformats.org/drawingml/2006/main">
            <a:srgbClr val="231F20"/>
          </a:solidFill>
          <a:ln xmlns:a="http://schemas.openxmlformats.org/drawingml/2006/main" w="0">
            <a:noFill/>
            <a:prstDash val="solid"/>
          </a:ln>
        </p:spPr>
      </p:sp>
      <p:sp>
        <p:nvSpPr>
          <p:cNvPr id="396" name="pdf-path-656">
            <a:extLst xmlns:a="http://schemas.openxmlformats.org/drawingml/2006/main">
              <a:ext uri="{FF2B5EF4-FFF2-40B4-BE49-F238E27FC236}">
                <a16:creationId xmlns:a16="http://schemas.microsoft.com/office/drawing/2014/main" id="{CAD106AC-66D7-46A0-BA33-9A685F07DE1E}"/>
              </a:ext>
            </a:extLst>
          </p:cNvPr>
          <p:cNvSpPr>
            <a:spLocks xmlns:a="http://schemas.openxmlformats.org/drawingml/2006/main" noGrp="1"/>
          </p:cNvSpPr>
          <p:nvPr/>
        </p:nvSpPr>
        <p:spPr>
          <a:xfrm xmlns:a="http://schemas.openxmlformats.org/drawingml/2006/main" rot="0">
            <a:off x="5347640" y="3632511"/>
            <a:ext cx="38576" cy="53264"/>
          </a:xfrm>
          <a:custGeom xmlns:a="http://schemas.openxmlformats.org/drawingml/2006/main">
            <a:pathLst>
              <a:path w="38576" h="53264">
                <a:moveTo>
                  <a:pt x="38576" y="52778"/>
                </a:moveTo>
                <a:lnTo>
                  <a:pt x="18574" y="0"/>
                </a:lnTo>
                <a:lnTo>
                  <a:pt x="0" y="53264"/>
                </a:lnTo>
                <a:lnTo>
                  <a:pt x="38576" y="52778"/>
                </a:lnTo>
              </a:path>
            </a:pathLst>
          </a:custGeom>
          <a:noFill xmlns:a="http://schemas.openxmlformats.org/drawingml/2006/main"/>
          <a:ln xmlns:a="http://schemas.openxmlformats.org/drawingml/2006/main" w="11687">
            <a:solidFill>
              <a:srgbClr val="231F20"/>
            </a:solidFill>
            <a:prstDash val="solid"/>
          </a:ln>
        </p:spPr>
      </p:sp>
      <p:sp>
        <p:nvSpPr>
          <p:cNvPr id="397" name="pdf-path-657">
            <a:extLst xmlns:a="http://schemas.openxmlformats.org/drawingml/2006/main">
              <a:ext uri="{FF2B5EF4-FFF2-40B4-BE49-F238E27FC236}">
                <a16:creationId xmlns:a16="http://schemas.microsoft.com/office/drawing/2014/main" id="{9DEFFFCE-2EB6-4DBF-B72D-1BAE4AFDBD04}"/>
              </a:ext>
            </a:extLst>
          </p:cNvPr>
          <p:cNvSpPr>
            <a:spLocks xmlns:a="http://schemas.openxmlformats.org/drawingml/2006/main" noGrp="1"/>
          </p:cNvSpPr>
          <p:nvPr/>
        </p:nvSpPr>
        <p:spPr>
          <a:xfrm xmlns:a="http://schemas.openxmlformats.org/drawingml/2006/main" rot="0">
            <a:off x="4797885" y="4791085"/>
            <a:ext cx="57921" cy="39491"/>
          </a:xfrm>
          <a:custGeom xmlns:a="http://schemas.openxmlformats.org/drawingml/2006/main">
            <a:pathLst>
              <a:path w="57921" h="39491">
                <a:moveTo>
                  <a:pt x="0" y="39491"/>
                </a:moveTo>
                <a:lnTo>
                  <a:pt x="57921" y="0"/>
                </a:lnTo>
                <a:lnTo>
                  <a:pt x="0" y="39491"/>
                </a:lnTo>
              </a:path>
            </a:pathLst>
          </a:custGeom>
          <a:solidFill xmlns:a="http://schemas.openxmlformats.org/drawingml/2006/main">
            <a:srgbClr val="FFFFFF"/>
          </a:solidFill>
          <a:ln xmlns:a="http://schemas.openxmlformats.org/drawingml/2006/main" w="0">
            <a:noFill/>
            <a:prstDash val="solid"/>
          </a:ln>
        </p:spPr>
      </p:sp>
      <p:sp>
        <p:nvSpPr>
          <p:cNvPr id="398" name="pdf-path-658">
            <a:extLst xmlns:a="http://schemas.openxmlformats.org/drawingml/2006/main">
              <a:ext uri="{FF2B5EF4-FFF2-40B4-BE49-F238E27FC236}">
                <a16:creationId xmlns:a16="http://schemas.microsoft.com/office/drawing/2014/main" id="{FF50DF06-956B-41A1-A48C-1C48A84F813F}"/>
              </a:ext>
            </a:extLst>
          </p:cNvPr>
          <p:cNvSpPr>
            <a:spLocks xmlns:a="http://schemas.openxmlformats.org/drawingml/2006/main" noGrp="1"/>
          </p:cNvSpPr>
          <p:nvPr/>
        </p:nvSpPr>
        <p:spPr>
          <a:xfrm xmlns:a="http://schemas.openxmlformats.org/drawingml/2006/main" rot="0">
            <a:off x="5381873" y="4432411"/>
            <a:ext cx="95" cy="95"/>
          </a:xfrm>
          <a:custGeom xmlns:a="http://schemas.openxmlformats.org/drawingml/2006/main">
            <a:pathLst>
              <a:path w="95" h="95">
                <a:moveTo>
                  <a:pt x="0" y="0"/>
                </a:moveTo>
                <a:lnTo>
                  <a:pt x="0" y="0"/>
                </a:lnTo>
              </a:path>
            </a:pathLst>
          </a:custGeom>
          <a:solidFill xmlns:a="http://schemas.openxmlformats.org/drawingml/2006/main">
            <a:srgbClr val="231F20"/>
          </a:solidFill>
          <a:ln xmlns:a="http://schemas.openxmlformats.org/drawingml/2006/main" w="0">
            <a:noFill/>
            <a:prstDash val="solid"/>
          </a:ln>
        </p:spPr>
      </p:sp>
      <p:sp>
        <p:nvSpPr>
          <p:cNvPr id="399" name="pdf-path-659">
            <a:extLst xmlns:a="http://schemas.openxmlformats.org/drawingml/2006/main">
              <a:ext uri="{FF2B5EF4-FFF2-40B4-BE49-F238E27FC236}">
                <a16:creationId xmlns:a16="http://schemas.microsoft.com/office/drawing/2014/main" id="{BD45362B-09A5-410E-871C-C0EDA82F6BD0}"/>
              </a:ext>
            </a:extLst>
          </p:cNvPr>
          <p:cNvSpPr>
            <a:spLocks xmlns:a="http://schemas.openxmlformats.org/drawingml/2006/main" noGrp="1"/>
          </p:cNvSpPr>
          <p:nvPr/>
        </p:nvSpPr>
        <p:spPr>
          <a:xfrm xmlns:a="http://schemas.openxmlformats.org/drawingml/2006/main" rot="0">
            <a:off x="4852521" y="4427581"/>
            <a:ext cx="532667" cy="368332"/>
          </a:xfrm>
          <a:custGeom xmlns:a="http://schemas.openxmlformats.org/drawingml/2006/main">
            <a:pathLst>
              <a:path w="532667" h="368332">
                <a:moveTo>
                  <a:pt x="526066" y="0"/>
                </a:moveTo>
                <a:lnTo>
                  <a:pt x="0" y="358673"/>
                </a:lnTo>
                <a:lnTo>
                  <a:pt x="6572" y="368332"/>
                </a:lnTo>
                <a:lnTo>
                  <a:pt x="532667" y="9658"/>
                </a:lnTo>
                <a:lnTo>
                  <a:pt x="526066" y="0"/>
                </a:lnTo>
              </a:path>
            </a:pathLst>
          </a:custGeom>
          <a:solidFill xmlns:a="http://schemas.openxmlformats.org/drawingml/2006/main">
            <a:srgbClr val="231F20"/>
          </a:solidFill>
          <a:ln xmlns:a="http://schemas.openxmlformats.org/drawingml/2006/main" w="0">
            <a:noFill/>
            <a:prstDash val="solid"/>
          </a:ln>
        </p:spPr>
      </p:sp>
      <p:sp>
        <p:nvSpPr>
          <p:cNvPr id="400" name="pdf-path-660">
            <a:extLst xmlns:a="http://schemas.openxmlformats.org/drawingml/2006/main">
              <a:ext uri="{FF2B5EF4-FFF2-40B4-BE49-F238E27FC236}">
                <a16:creationId xmlns:a16="http://schemas.microsoft.com/office/drawing/2014/main" id="{468F4444-9762-4038-848C-B4D93725F420}"/>
              </a:ext>
            </a:extLst>
          </p:cNvPr>
          <p:cNvSpPr>
            <a:spLocks xmlns:a="http://schemas.openxmlformats.org/drawingml/2006/main" noGrp="1"/>
          </p:cNvSpPr>
          <p:nvPr/>
        </p:nvSpPr>
        <p:spPr>
          <a:xfrm xmlns:a="http://schemas.openxmlformats.org/drawingml/2006/main" rot="0">
            <a:off x="4812030" y="4775140"/>
            <a:ext cx="54664" cy="45806"/>
          </a:xfrm>
          <a:custGeom xmlns:a="http://schemas.openxmlformats.org/drawingml/2006/main">
            <a:pathLst>
              <a:path w="54664" h="45806">
                <a:moveTo>
                  <a:pt x="32918" y="0"/>
                </a:moveTo>
                <a:lnTo>
                  <a:pt x="0" y="45806"/>
                </a:lnTo>
                <a:lnTo>
                  <a:pt x="54664" y="31890"/>
                </a:lnTo>
              </a:path>
            </a:pathLst>
          </a:custGeom>
          <a:solidFill xmlns:a="http://schemas.openxmlformats.org/drawingml/2006/main">
            <a:srgbClr val="231F20"/>
          </a:solidFill>
          <a:ln xmlns:a="http://schemas.openxmlformats.org/drawingml/2006/main" w="0">
            <a:noFill/>
            <a:prstDash val="solid"/>
          </a:ln>
        </p:spPr>
      </p:sp>
      <p:sp>
        <p:nvSpPr>
          <p:cNvPr id="401" name="pdf-path-661">
            <a:extLst xmlns:a="http://schemas.openxmlformats.org/drawingml/2006/main">
              <a:ext uri="{FF2B5EF4-FFF2-40B4-BE49-F238E27FC236}">
                <a16:creationId xmlns:a16="http://schemas.microsoft.com/office/drawing/2014/main" id="{BF38252E-DCCF-4790-B400-760373C6DB2D}"/>
              </a:ext>
            </a:extLst>
          </p:cNvPr>
          <p:cNvSpPr>
            <a:spLocks xmlns:a="http://schemas.openxmlformats.org/drawingml/2006/main" noGrp="1"/>
          </p:cNvSpPr>
          <p:nvPr/>
        </p:nvSpPr>
        <p:spPr>
          <a:xfrm xmlns:a="http://schemas.openxmlformats.org/drawingml/2006/main" rot="0">
            <a:off x="4812030" y="4775140"/>
            <a:ext cx="54664" cy="45806"/>
          </a:xfrm>
          <a:custGeom xmlns:a="http://schemas.openxmlformats.org/drawingml/2006/main">
            <a:pathLst>
              <a:path w="54664" h="45806">
                <a:moveTo>
                  <a:pt x="32918" y="0"/>
                </a:moveTo>
                <a:lnTo>
                  <a:pt x="0" y="45806"/>
                </a:lnTo>
                <a:lnTo>
                  <a:pt x="54664" y="31890"/>
                </a:lnTo>
                <a:lnTo>
                  <a:pt x="32918" y="0"/>
                </a:lnTo>
              </a:path>
            </a:pathLst>
          </a:custGeom>
          <a:noFill xmlns:a="http://schemas.openxmlformats.org/drawingml/2006/main"/>
          <a:ln xmlns:a="http://schemas.openxmlformats.org/drawingml/2006/main" w="11687">
            <a:solidFill>
              <a:srgbClr val="231F20"/>
            </a:solidFill>
            <a:prstDash val="solid"/>
          </a:ln>
        </p:spPr>
      </p:sp>
      <p:sp>
        <p:nvSpPr>
          <p:cNvPr id="402" name="pdf-path-662">
            <a:extLst xmlns:a="http://schemas.openxmlformats.org/drawingml/2006/main">
              <a:ext uri="{FF2B5EF4-FFF2-40B4-BE49-F238E27FC236}">
                <a16:creationId xmlns:a16="http://schemas.microsoft.com/office/drawing/2014/main" id="{D7A1E2E1-B0CB-4D63-8DEF-870D52AB920F}"/>
              </a:ext>
            </a:extLst>
          </p:cNvPr>
          <p:cNvSpPr>
            <a:spLocks xmlns:a="http://schemas.openxmlformats.org/drawingml/2006/main" noGrp="1"/>
          </p:cNvSpPr>
          <p:nvPr/>
        </p:nvSpPr>
        <p:spPr>
          <a:xfrm xmlns:a="http://schemas.openxmlformats.org/drawingml/2006/main" rot="0">
            <a:off x="5384702" y="4436498"/>
            <a:ext cx="834476" cy="11001"/>
          </a:xfrm>
          <a:custGeom xmlns:a="http://schemas.openxmlformats.org/drawingml/2006/main">
            <a:pathLst>
              <a:path w="834476" h="11001">
                <a:moveTo>
                  <a:pt x="834476" y="11001"/>
                </a:moveTo>
                <a:lnTo>
                  <a:pt x="475174" y="6258"/>
                </a:lnTo>
                <a:lnTo>
                  <a:pt x="834476" y="11001"/>
                </a:lnTo>
                <a:moveTo>
                  <a:pt x="223942" y="2943"/>
                </a:moveTo>
                <a:lnTo>
                  <a:pt x="0" y="0"/>
                </a:lnTo>
                <a:lnTo>
                  <a:pt x="223942" y="2943"/>
                </a:lnTo>
              </a:path>
            </a:pathLst>
          </a:custGeom>
          <a:solidFill xmlns:a="http://schemas.openxmlformats.org/drawingml/2006/main">
            <a:srgbClr val="FFFFFF"/>
          </a:solidFill>
          <a:ln xmlns:a="http://schemas.openxmlformats.org/drawingml/2006/main" w="0">
            <a:noFill/>
            <a:prstDash val="solid"/>
          </a:ln>
        </p:spPr>
      </p:sp>
      <p:sp>
        <p:nvSpPr>
          <p:cNvPr id="403" name="pdf-path-663">
            <a:extLst xmlns:a="http://schemas.openxmlformats.org/drawingml/2006/main">
              <a:ext uri="{FF2B5EF4-FFF2-40B4-BE49-F238E27FC236}">
                <a16:creationId xmlns:a16="http://schemas.microsoft.com/office/drawing/2014/main" id="{51A6C81A-B3B9-4053-9626-9DC4E2C1CE54}"/>
              </a:ext>
            </a:extLst>
          </p:cNvPr>
          <p:cNvSpPr>
            <a:spLocks xmlns:a="http://schemas.openxmlformats.org/drawingml/2006/main" noGrp="1"/>
          </p:cNvSpPr>
          <p:nvPr/>
        </p:nvSpPr>
        <p:spPr>
          <a:xfrm xmlns:a="http://schemas.openxmlformats.org/drawingml/2006/main" rot="0">
            <a:off x="5672195" y="4440298"/>
            <a:ext cx="124101" cy="1629"/>
          </a:xfrm>
          <a:custGeom xmlns:a="http://schemas.openxmlformats.org/drawingml/2006/main">
            <a:pathLst>
              <a:path w="124101" h="1629">
                <a:moveTo>
                  <a:pt x="124101" y="1629"/>
                </a:moveTo>
                <a:lnTo>
                  <a:pt x="0" y="0"/>
                </a:lnTo>
                <a:lnTo>
                  <a:pt x="124101" y="1629"/>
                </a:lnTo>
              </a:path>
            </a:pathLst>
          </a:custGeom>
          <a:solidFill xmlns:a="http://schemas.openxmlformats.org/drawingml/2006/main">
            <a:srgbClr val="CFDFE2"/>
          </a:solidFill>
          <a:ln xmlns:a="http://schemas.openxmlformats.org/drawingml/2006/main" w="0">
            <a:noFill/>
            <a:prstDash val="solid"/>
          </a:ln>
        </p:spPr>
      </p:sp>
      <p:sp>
        <p:nvSpPr>
          <p:cNvPr id="404" name="pdf-path-664">
            <a:extLst xmlns:a="http://schemas.openxmlformats.org/drawingml/2006/main">
              <a:ext uri="{FF2B5EF4-FFF2-40B4-BE49-F238E27FC236}">
                <a16:creationId xmlns:a16="http://schemas.microsoft.com/office/drawing/2014/main" id="{5395D9EB-00B9-4463-B078-77AD51A7561A}"/>
              </a:ext>
            </a:extLst>
          </p:cNvPr>
          <p:cNvSpPr>
            <a:spLocks xmlns:a="http://schemas.openxmlformats.org/drawingml/2006/main" noGrp="1"/>
          </p:cNvSpPr>
          <p:nvPr/>
        </p:nvSpPr>
        <p:spPr>
          <a:xfrm xmlns:a="http://schemas.openxmlformats.org/drawingml/2006/main" rot="0">
            <a:off x="5620274" y="4439612"/>
            <a:ext cx="227886" cy="3000"/>
          </a:xfrm>
          <a:custGeom xmlns:a="http://schemas.openxmlformats.org/drawingml/2006/main">
            <a:pathLst>
              <a:path w="227886" h="3000">
                <a:moveTo>
                  <a:pt x="227886" y="3000"/>
                </a:moveTo>
                <a:lnTo>
                  <a:pt x="175993" y="2314"/>
                </a:lnTo>
                <a:lnTo>
                  <a:pt x="227886" y="3000"/>
                </a:lnTo>
                <a:moveTo>
                  <a:pt x="51892" y="686"/>
                </a:moveTo>
                <a:lnTo>
                  <a:pt x="0" y="0"/>
                </a:lnTo>
                <a:lnTo>
                  <a:pt x="51892" y="686"/>
                </a:lnTo>
              </a:path>
            </a:pathLst>
          </a:custGeom>
          <a:solidFill xmlns:a="http://schemas.openxmlformats.org/drawingml/2006/main">
            <a:srgbClr val="CFDFE2"/>
          </a:solidFill>
          <a:ln xmlns:a="http://schemas.openxmlformats.org/drawingml/2006/main" w="0">
            <a:noFill/>
            <a:prstDash val="solid"/>
          </a:ln>
        </p:spPr>
      </p:sp>
      <p:sp>
        <p:nvSpPr>
          <p:cNvPr id="405" name="pdf-path-665">
            <a:extLst xmlns:a="http://schemas.openxmlformats.org/drawingml/2006/main">
              <a:ext uri="{FF2B5EF4-FFF2-40B4-BE49-F238E27FC236}">
                <a16:creationId xmlns:a16="http://schemas.microsoft.com/office/drawing/2014/main" id="{5327DE82-B56A-49EE-A5F1-8EE3A3DD3B1D}"/>
              </a:ext>
            </a:extLst>
          </p:cNvPr>
          <p:cNvSpPr>
            <a:spLocks xmlns:a="http://schemas.openxmlformats.org/drawingml/2006/main" noGrp="1"/>
          </p:cNvSpPr>
          <p:nvPr/>
        </p:nvSpPr>
        <p:spPr>
          <a:xfrm xmlns:a="http://schemas.openxmlformats.org/drawingml/2006/main" rot="0">
            <a:off x="5608644" y="4439440"/>
            <a:ext cx="251231" cy="3315"/>
          </a:xfrm>
          <a:custGeom xmlns:a="http://schemas.openxmlformats.org/drawingml/2006/main">
            <a:pathLst>
              <a:path w="251231" h="3315">
                <a:moveTo>
                  <a:pt x="251231" y="3315"/>
                </a:moveTo>
                <a:lnTo>
                  <a:pt x="239544" y="3172"/>
                </a:lnTo>
                <a:lnTo>
                  <a:pt x="251231" y="3315"/>
                </a:lnTo>
                <a:moveTo>
                  <a:pt x="11658" y="171"/>
                </a:moveTo>
                <a:lnTo>
                  <a:pt x="0" y="0"/>
                </a:lnTo>
                <a:lnTo>
                  <a:pt x="11658" y="171"/>
                </a:lnTo>
              </a:path>
            </a:pathLst>
          </a:custGeom>
          <a:solidFill xmlns:a="http://schemas.openxmlformats.org/drawingml/2006/main">
            <a:srgbClr val="9A9C9E"/>
          </a:solidFill>
          <a:ln xmlns:a="http://schemas.openxmlformats.org/drawingml/2006/main" w="0">
            <a:noFill/>
            <a:prstDash val="solid"/>
          </a:ln>
        </p:spPr>
      </p:sp>
      <p:sp>
        <p:nvSpPr>
          <p:cNvPr id="406" name="pdf-path-666">
            <a:extLst xmlns:a="http://schemas.openxmlformats.org/drawingml/2006/main">
              <a:ext uri="{FF2B5EF4-FFF2-40B4-BE49-F238E27FC236}">
                <a16:creationId xmlns:a16="http://schemas.microsoft.com/office/drawing/2014/main" id="{6DB6166F-863D-4877-A90F-19592773BD93}"/>
              </a:ext>
            </a:extLst>
          </p:cNvPr>
          <p:cNvSpPr>
            <a:spLocks xmlns:a="http://schemas.openxmlformats.org/drawingml/2006/main" noGrp="1"/>
          </p:cNvSpPr>
          <p:nvPr/>
        </p:nvSpPr>
        <p:spPr>
          <a:xfrm xmlns:a="http://schemas.openxmlformats.org/drawingml/2006/main" rot="0">
            <a:off x="5381244" y="4436468"/>
            <a:ext cx="3429" cy="95"/>
          </a:xfrm>
          <a:custGeom xmlns:a="http://schemas.openxmlformats.org/drawingml/2006/main">
            <a:pathLst>
              <a:path w="3429" h="95">
                <a:moveTo>
                  <a:pt x="3429" y="29"/>
                </a:moveTo>
                <a:lnTo>
                  <a:pt x="0" y="0"/>
                </a:lnTo>
                <a:lnTo>
                  <a:pt x="3429" y="29"/>
                </a:lnTo>
              </a:path>
            </a:pathLst>
          </a:custGeom>
          <a:solidFill xmlns:a="http://schemas.openxmlformats.org/drawingml/2006/main">
            <a:srgbClr val="231F20"/>
          </a:solidFill>
          <a:ln xmlns:a="http://schemas.openxmlformats.org/drawingml/2006/main" w="0">
            <a:noFill/>
            <a:prstDash val="solid"/>
          </a:ln>
        </p:spPr>
      </p:sp>
      <p:sp>
        <p:nvSpPr>
          <p:cNvPr id="407" name="pdf-path-667">
            <a:extLst xmlns:a="http://schemas.openxmlformats.org/drawingml/2006/main">
              <a:ext uri="{FF2B5EF4-FFF2-40B4-BE49-F238E27FC236}">
                <a16:creationId xmlns:a16="http://schemas.microsoft.com/office/drawing/2014/main" id="{C7BF604B-99BA-4F4E-A741-70D834CC2C1E}"/>
              </a:ext>
            </a:extLst>
          </p:cNvPr>
          <p:cNvSpPr>
            <a:spLocks xmlns:a="http://schemas.openxmlformats.org/drawingml/2006/main" noGrp="1"/>
          </p:cNvSpPr>
          <p:nvPr/>
        </p:nvSpPr>
        <p:spPr>
          <a:xfrm xmlns:a="http://schemas.openxmlformats.org/drawingml/2006/main" rot="0">
            <a:off x="5381244" y="4436469"/>
            <a:ext cx="767839" cy="10116"/>
          </a:xfrm>
          <a:custGeom xmlns:a="http://schemas.openxmlformats.org/drawingml/2006/main">
            <a:pathLst>
              <a:path w="767839" h="10116">
                <a:moveTo>
                  <a:pt x="0" y="0"/>
                </a:moveTo>
                <a:lnTo>
                  <a:pt x="767839" y="10116"/>
                </a:lnTo>
              </a:path>
            </a:pathLst>
          </a:custGeom>
          <a:noFill xmlns:a="http://schemas.openxmlformats.org/drawingml/2006/main"/>
          <a:ln xmlns:a="http://schemas.openxmlformats.org/drawingml/2006/main" w="11687">
            <a:solidFill>
              <a:srgbClr val="231F20"/>
            </a:solidFill>
            <a:prstDash val="solid"/>
          </a:ln>
        </p:spPr>
      </p:sp>
      <p:sp>
        <p:nvSpPr>
          <p:cNvPr id="408" name="pdf-path-668">
            <a:extLst xmlns:a="http://schemas.openxmlformats.org/drawingml/2006/main">
              <a:ext uri="{FF2B5EF4-FFF2-40B4-BE49-F238E27FC236}">
                <a16:creationId xmlns:a16="http://schemas.microsoft.com/office/drawing/2014/main" id="{77CF4023-6EE0-4240-A650-5FB5D67E5F0C}"/>
              </a:ext>
            </a:extLst>
          </p:cNvPr>
          <p:cNvSpPr>
            <a:spLocks xmlns:a="http://schemas.openxmlformats.org/drawingml/2006/main" noGrp="1"/>
          </p:cNvSpPr>
          <p:nvPr/>
        </p:nvSpPr>
        <p:spPr>
          <a:xfrm xmlns:a="http://schemas.openxmlformats.org/drawingml/2006/main" rot="0">
            <a:off x="6148826" y="4427296"/>
            <a:ext cx="53264" cy="38576"/>
          </a:xfrm>
          <a:custGeom xmlns:a="http://schemas.openxmlformats.org/drawingml/2006/main">
            <a:pathLst>
              <a:path w="53264" h="38576">
                <a:moveTo>
                  <a:pt x="0" y="38576"/>
                </a:moveTo>
                <a:lnTo>
                  <a:pt x="53264" y="20003"/>
                </a:lnTo>
                <a:lnTo>
                  <a:pt x="515" y="0"/>
                </a:lnTo>
              </a:path>
            </a:pathLst>
          </a:custGeom>
          <a:solidFill xmlns:a="http://schemas.openxmlformats.org/drawingml/2006/main">
            <a:srgbClr val="231F20"/>
          </a:solidFill>
          <a:ln xmlns:a="http://schemas.openxmlformats.org/drawingml/2006/main" w="0">
            <a:noFill/>
            <a:prstDash val="solid"/>
          </a:ln>
        </p:spPr>
      </p:sp>
      <p:sp>
        <p:nvSpPr>
          <p:cNvPr id="409" name="pdf-path-669">
            <a:extLst xmlns:a="http://schemas.openxmlformats.org/drawingml/2006/main">
              <a:ext uri="{FF2B5EF4-FFF2-40B4-BE49-F238E27FC236}">
                <a16:creationId xmlns:a16="http://schemas.microsoft.com/office/drawing/2014/main" id="{36BD3DFF-4012-42D2-8FB0-5A2D9986A85B}"/>
              </a:ext>
            </a:extLst>
          </p:cNvPr>
          <p:cNvSpPr>
            <a:spLocks xmlns:a="http://schemas.openxmlformats.org/drawingml/2006/main" noGrp="1"/>
          </p:cNvSpPr>
          <p:nvPr/>
        </p:nvSpPr>
        <p:spPr>
          <a:xfrm xmlns:a="http://schemas.openxmlformats.org/drawingml/2006/main" rot="0">
            <a:off x="6148826" y="4427296"/>
            <a:ext cx="53264" cy="38576"/>
          </a:xfrm>
          <a:custGeom xmlns:a="http://schemas.openxmlformats.org/drawingml/2006/main">
            <a:pathLst>
              <a:path w="53264" h="38576">
                <a:moveTo>
                  <a:pt x="0" y="38576"/>
                </a:moveTo>
                <a:lnTo>
                  <a:pt x="53264" y="20003"/>
                </a:lnTo>
                <a:lnTo>
                  <a:pt x="515" y="0"/>
                </a:lnTo>
                <a:lnTo>
                  <a:pt x="0" y="38576"/>
                </a:lnTo>
              </a:path>
            </a:pathLst>
          </a:custGeom>
          <a:noFill xmlns:a="http://schemas.openxmlformats.org/drawingml/2006/main"/>
          <a:ln xmlns:a="http://schemas.openxmlformats.org/drawingml/2006/main" w="11687">
            <a:solidFill>
              <a:srgbClr val="231F20"/>
            </a:solidFill>
            <a:prstDash val="solid"/>
          </a:ln>
        </p:spPr>
      </p:sp>
      <p:sp>
        <p:nvSpPr>
          <p:cNvPr id="410" name="pdf-path-670">
            <a:extLst xmlns:a="http://schemas.openxmlformats.org/drawingml/2006/main">
              <a:ext uri="{FF2B5EF4-FFF2-40B4-BE49-F238E27FC236}">
                <a16:creationId xmlns:a16="http://schemas.microsoft.com/office/drawing/2014/main" id="{3CFC94D3-3DA4-4B99-84F6-C2606E9AFCF0}"/>
              </a:ext>
            </a:extLst>
          </p:cNvPr>
          <p:cNvSpPr>
            <a:spLocks xmlns:a="http://schemas.openxmlformats.org/drawingml/2006/main" noGrp="1"/>
          </p:cNvSpPr>
          <p:nvPr/>
        </p:nvSpPr>
        <p:spPr>
          <a:xfrm xmlns:a="http://schemas.openxmlformats.org/drawingml/2006/main" rot="0">
            <a:off x="391763" y="5791838"/>
            <a:ext cx="2331577" cy="366160"/>
          </a:xfrm>
          <a:custGeom xmlns:a="http://schemas.openxmlformats.org/drawingml/2006/main">
            <a:pathLst>
              <a:path w="2331577" h="366160">
                <a:moveTo>
                  <a:pt x="1411405" y="366160"/>
                </a:moveTo>
                <a:lnTo>
                  <a:pt x="0" y="366160"/>
                </a:lnTo>
                <a:lnTo>
                  <a:pt x="0" y="0"/>
                </a:lnTo>
                <a:lnTo>
                  <a:pt x="643623" y="0"/>
                </a:lnTo>
                <a:lnTo>
                  <a:pt x="643623" y="39233"/>
                </a:lnTo>
                <a:lnTo>
                  <a:pt x="1821542" y="39233"/>
                </a:lnTo>
                <a:lnTo>
                  <a:pt x="1821542" y="0"/>
                </a:lnTo>
                <a:lnTo>
                  <a:pt x="2331577" y="0"/>
                </a:lnTo>
                <a:lnTo>
                  <a:pt x="2331577" y="335271"/>
                </a:lnTo>
                <a:lnTo>
                  <a:pt x="1411405" y="335271"/>
                </a:lnTo>
                <a:lnTo>
                  <a:pt x="1411405" y="366160"/>
                </a:lnTo>
              </a:path>
            </a:pathLst>
          </a:custGeom>
          <a:solidFill xmlns:a="http://schemas.openxmlformats.org/drawingml/2006/main">
            <a:srgbClr val="FFFFFF"/>
          </a:solidFill>
          <a:ln xmlns:a="http://schemas.openxmlformats.org/drawingml/2006/main" w="0">
            <a:noFill/>
            <a:prstDash val="solid"/>
          </a:ln>
        </p:spPr>
      </p:sp>
      <p:sp>
        <p:nvSpPr>
          <p:cNvPr id="411" name="pdf-path-671">
            <a:extLst xmlns:a="http://schemas.openxmlformats.org/drawingml/2006/main">
              <a:ext uri="{FF2B5EF4-FFF2-40B4-BE49-F238E27FC236}">
                <a16:creationId xmlns:a16="http://schemas.microsoft.com/office/drawing/2014/main" id="{AEEB42EF-9AFF-418A-AA73-E8F25F15DAC3}"/>
              </a:ext>
            </a:extLst>
          </p:cNvPr>
          <p:cNvSpPr>
            <a:spLocks xmlns:a="http://schemas.openxmlformats.org/drawingml/2006/main" noGrp="1"/>
          </p:cNvSpPr>
          <p:nvPr/>
        </p:nvSpPr>
        <p:spPr>
          <a:xfrm xmlns:a="http://schemas.openxmlformats.org/drawingml/2006/main" rot="0">
            <a:off x="1803168" y="6127109"/>
            <a:ext cx="920172" cy="30889"/>
          </a:xfrm>
          <a:custGeom xmlns:a="http://schemas.openxmlformats.org/drawingml/2006/main">
            <a:pathLst>
              <a:path w="920172" h="30889">
                <a:moveTo>
                  <a:pt x="0" y="30889"/>
                </a:moveTo>
                <a:lnTo>
                  <a:pt x="920172" y="30889"/>
                </a:lnTo>
                <a:lnTo>
                  <a:pt x="920172" y="0"/>
                </a:lnTo>
                <a:lnTo>
                  <a:pt x="0" y="0"/>
                </a:lnTo>
                <a:close/>
              </a:path>
            </a:pathLst>
          </a:custGeom>
          <a:solidFill xmlns:a="http://schemas.openxmlformats.org/drawingml/2006/main">
            <a:srgbClr val="FFFFFF"/>
          </a:solidFill>
          <a:ln xmlns:a="http://schemas.openxmlformats.org/drawingml/2006/main" w="0">
            <a:noFill/>
            <a:prstDash val="solid"/>
          </a:ln>
        </p:spPr>
      </p:sp>
      <p:sp>
        <p:nvSpPr>
          <p:cNvPr id="412" name="pdf-path-672">
            <a:extLst xmlns:a="http://schemas.openxmlformats.org/drawingml/2006/main">
              <a:ext uri="{FF2B5EF4-FFF2-40B4-BE49-F238E27FC236}">
                <a16:creationId xmlns:a16="http://schemas.microsoft.com/office/drawing/2014/main" id="{D612EE16-260B-4F97-96E7-29B76C220AE6}"/>
              </a:ext>
            </a:extLst>
          </p:cNvPr>
          <p:cNvSpPr>
            <a:spLocks xmlns:a="http://schemas.openxmlformats.org/drawingml/2006/main" noGrp="1"/>
          </p:cNvSpPr>
          <p:nvPr/>
        </p:nvSpPr>
        <p:spPr>
          <a:xfrm xmlns:a="http://schemas.openxmlformats.org/drawingml/2006/main" rot="0">
            <a:off x="1035387" y="5791839"/>
            <a:ext cx="1177918" cy="39233"/>
          </a:xfrm>
          <a:custGeom xmlns:a="http://schemas.openxmlformats.org/drawingml/2006/main">
            <a:pathLst>
              <a:path w="1177918" h="39233">
                <a:moveTo>
                  <a:pt x="0" y="39233"/>
                </a:moveTo>
                <a:lnTo>
                  <a:pt x="1177918" y="39233"/>
                </a:lnTo>
                <a:lnTo>
                  <a:pt x="1177918" y="0"/>
                </a:lnTo>
                <a:lnTo>
                  <a:pt x="0" y="0"/>
                </a:lnTo>
                <a:close/>
              </a:path>
            </a:pathLst>
          </a:custGeom>
          <a:solidFill xmlns:a="http://schemas.openxmlformats.org/drawingml/2006/main">
            <a:srgbClr val="FFFFFF"/>
          </a:solidFill>
          <a:ln xmlns:a="http://schemas.openxmlformats.org/drawingml/2006/main" w="0">
            <a:noFill/>
            <a:prstDash val="solid"/>
          </a:ln>
        </p:spPr>
      </p:sp>
      <p:sp>
        <p:nvSpPr>
          <p:cNvPr id="413" name="pdf-path-675">
            <a:extLst xmlns:a="http://schemas.openxmlformats.org/drawingml/2006/main">
              <a:ext uri="{FF2B5EF4-FFF2-40B4-BE49-F238E27FC236}">
                <a16:creationId xmlns:a16="http://schemas.microsoft.com/office/drawing/2014/main" id="{F00D5293-2B13-43D7-A479-1E5420E1C8B9}"/>
              </a:ext>
            </a:extLst>
          </p:cNvPr>
          <p:cNvSpPr>
            <a:spLocks xmlns:a="http://schemas.openxmlformats.org/drawingml/2006/main" noGrp="1"/>
          </p:cNvSpPr>
          <p:nvPr/>
        </p:nvSpPr>
        <p:spPr>
          <a:xfrm xmlns:a="http://schemas.openxmlformats.org/drawingml/2006/main" rot="0">
            <a:off x="6353079" y="5791867"/>
            <a:ext cx="85982" cy="366160"/>
          </a:xfrm>
          <a:custGeom xmlns:a="http://schemas.openxmlformats.org/drawingml/2006/main">
            <a:pathLst>
              <a:path w="85982" h="366160">
                <a:moveTo>
                  <a:pt x="85982" y="366160"/>
                </a:moveTo>
                <a:lnTo>
                  <a:pt x="0" y="366160"/>
                </a:lnTo>
                <a:cubicBezTo>
                  <a:pt x="31890" y="292236"/>
                  <a:pt x="49549" y="210712"/>
                  <a:pt x="49549" y="125101"/>
                </a:cubicBezTo>
                <a:lnTo>
                  <a:pt x="49549" y="0"/>
                </a:lnTo>
                <a:lnTo>
                  <a:pt x="85982" y="0"/>
                </a:lnTo>
                <a:lnTo>
                  <a:pt x="85982" y="366160"/>
                </a:lnTo>
              </a:path>
            </a:pathLst>
          </a:custGeom>
          <a:solidFill xmlns:a="http://schemas.openxmlformats.org/drawingml/2006/main">
            <a:srgbClr val="FFFFFF"/>
          </a:solidFill>
          <a:ln xmlns:a="http://schemas.openxmlformats.org/drawingml/2006/main" w="0">
            <a:noFill/>
            <a:prstDash val="solid"/>
          </a:ln>
        </p:spPr>
      </p:sp>
      <p:sp>
        <p:nvSpPr>
          <p:cNvPr id="414" name="pdf-path-676">
            <a:extLst xmlns:a="http://schemas.openxmlformats.org/drawingml/2006/main">
              <a:ext uri="{FF2B5EF4-FFF2-40B4-BE49-F238E27FC236}">
                <a16:creationId xmlns:a16="http://schemas.microsoft.com/office/drawing/2014/main" id="{406379E5-22B8-4400-9725-CDCE3DC1C97A}"/>
              </a:ext>
            </a:extLst>
          </p:cNvPr>
          <p:cNvSpPr>
            <a:spLocks xmlns:a="http://schemas.openxmlformats.org/drawingml/2006/main" noGrp="1"/>
          </p:cNvSpPr>
          <p:nvPr/>
        </p:nvSpPr>
        <p:spPr>
          <a:xfrm xmlns:a="http://schemas.openxmlformats.org/drawingml/2006/main" rot="0">
            <a:off x="3252264" y="5791867"/>
            <a:ext cx="3115332" cy="366160"/>
          </a:xfrm>
          <a:custGeom xmlns:a="http://schemas.openxmlformats.org/drawingml/2006/main">
            <a:pathLst>
              <a:path w="3115332" h="366160">
                <a:moveTo>
                  <a:pt x="3062411" y="366160"/>
                </a:moveTo>
                <a:lnTo>
                  <a:pt x="1425664" y="366160"/>
                </a:lnTo>
                <a:lnTo>
                  <a:pt x="1425664" y="335242"/>
                </a:lnTo>
                <a:lnTo>
                  <a:pt x="0" y="335242"/>
                </a:lnTo>
                <a:lnTo>
                  <a:pt x="0" y="0"/>
                </a:lnTo>
                <a:lnTo>
                  <a:pt x="3115332" y="0"/>
                </a:lnTo>
                <a:lnTo>
                  <a:pt x="3115332" y="125101"/>
                </a:lnTo>
                <a:cubicBezTo>
                  <a:pt x="3115304" y="211226"/>
                  <a:pt x="3096358" y="292865"/>
                  <a:pt x="3062411" y="366160"/>
                </a:cubicBezTo>
              </a:path>
            </a:pathLst>
          </a:custGeom>
          <a:solidFill xmlns:a="http://schemas.openxmlformats.org/drawingml/2006/main">
            <a:srgbClr val="FFFFFF"/>
          </a:solidFill>
          <a:ln xmlns:a="http://schemas.openxmlformats.org/drawingml/2006/main" w="0">
            <a:noFill/>
            <a:prstDash val="solid"/>
          </a:ln>
        </p:spPr>
      </p:sp>
      <p:sp>
        <p:nvSpPr>
          <p:cNvPr id="415" name="pdf-path-677">
            <a:extLst xmlns:a="http://schemas.openxmlformats.org/drawingml/2006/main">
              <a:ext uri="{FF2B5EF4-FFF2-40B4-BE49-F238E27FC236}">
                <a16:creationId xmlns:a16="http://schemas.microsoft.com/office/drawing/2014/main" id="{10E404EB-8CA2-4B20-AB5C-086383A09E2A}"/>
              </a:ext>
            </a:extLst>
          </p:cNvPr>
          <p:cNvSpPr>
            <a:spLocks xmlns:a="http://schemas.openxmlformats.org/drawingml/2006/main" noGrp="1"/>
          </p:cNvSpPr>
          <p:nvPr/>
        </p:nvSpPr>
        <p:spPr>
          <a:xfrm xmlns:a="http://schemas.openxmlformats.org/drawingml/2006/main" rot="0">
            <a:off x="6314675" y="5791867"/>
            <a:ext cx="87954" cy="366160"/>
          </a:xfrm>
          <a:custGeom xmlns:a="http://schemas.openxmlformats.org/drawingml/2006/main">
            <a:pathLst>
              <a:path w="87954" h="366160">
                <a:moveTo>
                  <a:pt x="38405" y="366160"/>
                </a:moveTo>
                <a:lnTo>
                  <a:pt x="0" y="366160"/>
                </a:lnTo>
                <a:cubicBezTo>
                  <a:pt x="33947" y="292865"/>
                  <a:pt x="52892" y="211226"/>
                  <a:pt x="52921" y="125101"/>
                </a:cubicBezTo>
                <a:lnTo>
                  <a:pt x="52921" y="0"/>
                </a:lnTo>
                <a:lnTo>
                  <a:pt x="87954" y="0"/>
                </a:lnTo>
                <a:lnTo>
                  <a:pt x="87954" y="125101"/>
                </a:lnTo>
                <a:cubicBezTo>
                  <a:pt x="87954" y="210712"/>
                  <a:pt x="70294" y="292236"/>
                  <a:pt x="38405" y="366160"/>
                </a:cubicBezTo>
              </a:path>
            </a:pathLst>
          </a:custGeom>
          <a:solidFill xmlns:a="http://schemas.openxmlformats.org/drawingml/2006/main">
            <a:srgbClr val="C9D8EF"/>
          </a:solidFill>
          <a:ln xmlns:a="http://schemas.openxmlformats.org/drawingml/2006/main" w="0">
            <a:noFill/>
            <a:prstDash val="solid"/>
          </a:ln>
        </p:spPr>
      </p:sp>
      <p:sp>
        <p:nvSpPr>
          <p:cNvPr id="416" name="pdf-path-678">
            <a:extLst xmlns:a="http://schemas.openxmlformats.org/drawingml/2006/main">
              <a:ext uri="{FF2B5EF4-FFF2-40B4-BE49-F238E27FC236}">
                <a16:creationId xmlns:a16="http://schemas.microsoft.com/office/drawing/2014/main" id="{FE296C86-084E-476C-B3A4-98FB04B34903}"/>
              </a:ext>
            </a:extLst>
          </p:cNvPr>
          <p:cNvSpPr>
            <a:spLocks xmlns:a="http://schemas.openxmlformats.org/drawingml/2006/main" noGrp="1"/>
          </p:cNvSpPr>
          <p:nvPr/>
        </p:nvSpPr>
        <p:spPr>
          <a:xfrm xmlns:a="http://schemas.openxmlformats.org/drawingml/2006/main" rot="0">
            <a:off x="3252235" y="6127109"/>
            <a:ext cx="1425664" cy="30918"/>
          </a:xfrm>
          <a:custGeom xmlns:a="http://schemas.openxmlformats.org/drawingml/2006/main">
            <a:pathLst>
              <a:path w="1425664" h="30918">
                <a:moveTo>
                  <a:pt x="0" y="30918"/>
                </a:moveTo>
                <a:lnTo>
                  <a:pt x="1425664" y="30918"/>
                </a:lnTo>
                <a:lnTo>
                  <a:pt x="1425664" y="0"/>
                </a:lnTo>
                <a:lnTo>
                  <a:pt x="0" y="0"/>
                </a:lnTo>
                <a:close/>
              </a:path>
            </a:pathLst>
          </a:custGeom>
          <a:solidFill xmlns:a="http://schemas.openxmlformats.org/drawingml/2006/main">
            <a:srgbClr val="FFFFFF"/>
          </a:solidFill>
          <a:ln xmlns:a="http://schemas.openxmlformats.org/drawingml/2006/main" w="0">
            <a:noFill/>
            <a:prstDash val="solid"/>
          </a:ln>
        </p:spPr>
      </p:sp>
      <p:sp>
        <p:nvSpPr>
          <p:cNvPr id="417" name="pdf-path-680">
            <a:extLst xmlns:a="http://schemas.openxmlformats.org/drawingml/2006/main">
              <a:ext uri="{FF2B5EF4-FFF2-40B4-BE49-F238E27FC236}">
                <a16:creationId xmlns:a16="http://schemas.microsoft.com/office/drawing/2014/main" id="{7BCE0FA9-876E-453E-AAA1-0BD473DFFC48}"/>
              </a:ext>
            </a:extLst>
          </p:cNvPr>
          <p:cNvSpPr>
            <a:spLocks xmlns:a="http://schemas.openxmlformats.org/drawingml/2006/main" noGrp="1"/>
          </p:cNvSpPr>
          <p:nvPr/>
        </p:nvSpPr>
        <p:spPr>
          <a:xfrm xmlns:a="http://schemas.openxmlformats.org/drawingml/2006/main" rot="0">
            <a:off x="8348900" y="6217148"/>
            <a:ext cx="3518726" cy="11687"/>
          </a:xfrm>
          <a:custGeom xmlns:a="http://schemas.openxmlformats.org/drawingml/2006/main">
            <a:pathLst>
              <a:path w="3518726" h="11687">
                <a:moveTo>
                  <a:pt x="0" y="11687"/>
                </a:moveTo>
                <a:lnTo>
                  <a:pt x="46748" y="11687"/>
                </a:lnTo>
                <a:lnTo>
                  <a:pt x="46748" y="0"/>
                </a:lnTo>
                <a:lnTo>
                  <a:pt x="0" y="0"/>
                </a:lnTo>
                <a:lnTo>
                  <a:pt x="0" y="11687"/>
                </a:lnTo>
                <a:moveTo>
                  <a:pt x="81810" y="11687"/>
                </a:moveTo>
                <a:lnTo>
                  <a:pt x="128530" y="11687"/>
                </a:lnTo>
                <a:lnTo>
                  <a:pt x="128530" y="0"/>
                </a:lnTo>
                <a:lnTo>
                  <a:pt x="81810" y="0"/>
                </a:lnTo>
                <a:lnTo>
                  <a:pt x="81810" y="11687"/>
                </a:lnTo>
                <a:moveTo>
                  <a:pt x="163592" y="11687"/>
                </a:moveTo>
                <a:lnTo>
                  <a:pt x="210312" y="11687"/>
                </a:lnTo>
                <a:lnTo>
                  <a:pt x="210312" y="0"/>
                </a:lnTo>
                <a:lnTo>
                  <a:pt x="163592" y="0"/>
                </a:lnTo>
                <a:lnTo>
                  <a:pt x="163592" y="11687"/>
                </a:lnTo>
                <a:moveTo>
                  <a:pt x="245374" y="11687"/>
                </a:moveTo>
                <a:lnTo>
                  <a:pt x="292093" y="11687"/>
                </a:lnTo>
                <a:lnTo>
                  <a:pt x="292093" y="0"/>
                </a:lnTo>
                <a:lnTo>
                  <a:pt x="245374" y="0"/>
                </a:lnTo>
                <a:lnTo>
                  <a:pt x="245374" y="11687"/>
                </a:lnTo>
                <a:moveTo>
                  <a:pt x="327155" y="11687"/>
                </a:moveTo>
                <a:lnTo>
                  <a:pt x="373904" y="11687"/>
                </a:lnTo>
                <a:lnTo>
                  <a:pt x="373904" y="0"/>
                </a:lnTo>
                <a:lnTo>
                  <a:pt x="327155" y="0"/>
                </a:lnTo>
                <a:lnTo>
                  <a:pt x="327155" y="11687"/>
                </a:lnTo>
                <a:moveTo>
                  <a:pt x="408937" y="11687"/>
                </a:moveTo>
                <a:lnTo>
                  <a:pt x="455685" y="11687"/>
                </a:lnTo>
                <a:lnTo>
                  <a:pt x="455685" y="0"/>
                </a:lnTo>
                <a:lnTo>
                  <a:pt x="408937" y="0"/>
                </a:lnTo>
                <a:lnTo>
                  <a:pt x="408937" y="11687"/>
                </a:lnTo>
                <a:moveTo>
                  <a:pt x="490719" y="11687"/>
                </a:moveTo>
                <a:lnTo>
                  <a:pt x="537467" y="11687"/>
                </a:lnTo>
                <a:lnTo>
                  <a:pt x="537467" y="0"/>
                </a:lnTo>
                <a:lnTo>
                  <a:pt x="490719" y="0"/>
                </a:lnTo>
                <a:lnTo>
                  <a:pt x="490719" y="11687"/>
                </a:lnTo>
                <a:moveTo>
                  <a:pt x="572500" y="11687"/>
                </a:moveTo>
                <a:lnTo>
                  <a:pt x="619249" y="11687"/>
                </a:lnTo>
                <a:lnTo>
                  <a:pt x="619249" y="0"/>
                </a:lnTo>
                <a:lnTo>
                  <a:pt x="572500" y="0"/>
                </a:lnTo>
                <a:lnTo>
                  <a:pt x="572500" y="11687"/>
                </a:lnTo>
                <a:moveTo>
                  <a:pt x="654311" y="11687"/>
                </a:moveTo>
                <a:lnTo>
                  <a:pt x="701030" y="11687"/>
                </a:lnTo>
                <a:lnTo>
                  <a:pt x="701030" y="0"/>
                </a:lnTo>
                <a:lnTo>
                  <a:pt x="654311" y="0"/>
                </a:lnTo>
                <a:lnTo>
                  <a:pt x="654311" y="11687"/>
                </a:lnTo>
                <a:moveTo>
                  <a:pt x="736092" y="11687"/>
                </a:moveTo>
                <a:lnTo>
                  <a:pt x="782812" y="11687"/>
                </a:lnTo>
                <a:lnTo>
                  <a:pt x="782812" y="0"/>
                </a:lnTo>
                <a:lnTo>
                  <a:pt x="736092" y="0"/>
                </a:lnTo>
                <a:lnTo>
                  <a:pt x="736092" y="11687"/>
                </a:lnTo>
                <a:moveTo>
                  <a:pt x="817874" y="11687"/>
                </a:moveTo>
                <a:lnTo>
                  <a:pt x="864593" y="11687"/>
                </a:lnTo>
                <a:lnTo>
                  <a:pt x="864593" y="0"/>
                </a:lnTo>
                <a:lnTo>
                  <a:pt x="817874" y="0"/>
                </a:lnTo>
                <a:lnTo>
                  <a:pt x="817874" y="11687"/>
                </a:lnTo>
                <a:moveTo>
                  <a:pt x="899656" y="11687"/>
                </a:moveTo>
                <a:lnTo>
                  <a:pt x="946375" y="11687"/>
                </a:lnTo>
                <a:lnTo>
                  <a:pt x="946375" y="0"/>
                </a:lnTo>
                <a:lnTo>
                  <a:pt x="899656" y="0"/>
                </a:lnTo>
                <a:lnTo>
                  <a:pt x="899656" y="11687"/>
                </a:lnTo>
                <a:moveTo>
                  <a:pt x="981437" y="11687"/>
                </a:moveTo>
                <a:lnTo>
                  <a:pt x="1028185" y="11687"/>
                </a:lnTo>
                <a:lnTo>
                  <a:pt x="1028185" y="0"/>
                </a:lnTo>
                <a:lnTo>
                  <a:pt x="981437" y="0"/>
                </a:lnTo>
                <a:lnTo>
                  <a:pt x="981437" y="11687"/>
                </a:lnTo>
                <a:moveTo>
                  <a:pt x="1063219" y="11687"/>
                </a:moveTo>
                <a:lnTo>
                  <a:pt x="1109967" y="11687"/>
                </a:lnTo>
                <a:lnTo>
                  <a:pt x="1109967" y="0"/>
                </a:lnTo>
                <a:lnTo>
                  <a:pt x="1063219" y="0"/>
                </a:lnTo>
                <a:lnTo>
                  <a:pt x="1063219" y="11687"/>
                </a:lnTo>
                <a:moveTo>
                  <a:pt x="1145000" y="11687"/>
                </a:moveTo>
                <a:lnTo>
                  <a:pt x="1191749" y="11687"/>
                </a:lnTo>
                <a:lnTo>
                  <a:pt x="1191749" y="0"/>
                </a:lnTo>
                <a:lnTo>
                  <a:pt x="1145000" y="0"/>
                </a:lnTo>
                <a:lnTo>
                  <a:pt x="1145000" y="11687"/>
                </a:lnTo>
                <a:moveTo>
                  <a:pt x="1226810" y="11687"/>
                </a:moveTo>
                <a:lnTo>
                  <a:pt x="1273530" y="11687"/>
                </a:lnTo>
                <a:lnTo>
                  <a:pt x="1273530" y="0"/>
                </a:lnTo>
                <a:lnTo>
                  <a:pt x="1226810" y="0"/>
                </a:lnTo>
                <a:lnTo>
                  <a:pt x="1226810" y="11687"/>
                </a:lnTo>
                <a:moveTo>
                  <a:pt x="1308592" y="11687"/>
                </a:moveTo>
                <a:lnTo>
                  <a:pt x="1355312" y="11687"/>
                </a:lnTo>
                <a:lnTo>
                  <a:pt x="1355312" y="0"/>
                </a:lnTo>
                <a:lnTo>
                  <a:pt x="1308592" y="0"/>
                </a:lnTo>
                <a:lnTo>
                  <a:pt x="1308592" y="11687"/>
                </a:lnTo>
                <a:moveTo>
                  <a:pt x="1390374" y="11687"/>
                </a:moveTo>
                <a:lnTo>
                  <a:pt x="1437094" y="11687"/>
                </a:lnTo>
                <a:lnTo>
                  <a:pt x="1437094" y="0"/>
                </a:lnTo>
                <a:lnTo>
                  <a:pt x="1390374" y="0"/>
                </a:lnTo>
                <a:lnTo>
                  <a:pt x="1390374" y="11687"/>
                </a:lnTo>
                <a:moveTo>
                  <a:pt x="1472156" y="11687"/>
                </a:moveTo>
                <a:lnTo>
                  <a:pt x="1518875" y="11687"/>
                </a:lnTo>
                <a:lnTo>
                  <a:pt x="1518875" y="0"/>
                </a:lnTo>
                <a:lnTo>
                  <a:pt x="1472156" y="0"/>
                </a:lnTo>
                <a:lnTo>
                  <a:pt x="1472156" y="11687"/>
                </a:lnTo>
                <a:moveTo>
                  <a:pt x="1553937" y="11687"/>
                </a:moveTo>
                <a:lnTo>
                  <a:pt x="1600686" y="11687"/>
                </a:lnTo>
                <a:lnTo>
                  <a:pt x="1600686" y="0"/>
                </a:lnTo>
                <a:lnTo>
                  <a:pt x="1553937" y="0"/>
                </a:lnTo>
                <a:lnTo>
                  <a:pt x="1553937" y="11687"/>
                </a:lnTo>
                <a:moveTo>
                  <a:pt x="1635719" y="11687"/>
                </a:moveTo>
                <a:lnTo>
                  <a:pt x="1682467" y="11687"/>
                </a:lnTo>
                <a:lnTo>
                  <a:pt x="1682467" y="0"/>
                </a:lnTo>
                <a:lnTo>
                  <a:pt x="1635719" y="0"/>
                </a:lnTo>
                <a:lnTo>
                  <a:pt x="1635719" y="11687"/>
                </a:lnTo>
                <a:moveTo>
                  <a:pt x="1717501" y="11687"/>
                </a:moveTo>
                <a:lnTo>
                  <a:pt x="1764249" y="11687"/>
                </a:lnTo>
                <a:lnTo>
                  <a:pt x="1764249" y="0"/>
                </a:lnTo>
                <a:lnTo>
                  <a:pt x="1717501" y="0"/>
                </a:lnTo>
                <a:lnTo>
                  <a:pt x="1717501" y="11687"/>
                </a:lnTo>
                <a:moveTo>
                  <a:pt x="1799282" y="11687"/>
                </a:moveTo>
                <a:lnTo>
                  <a:pt x="1846031" y="11687"/>
                </a:lnTo>
                <a:lnTo>
                  <a:pt x="1846031" y="0"/>
                </a:lnTo>
                <a:lnTo>
                  <a:pt x="1799282" y="0"/>
                </a:lnTo>
                <a:lnTo>
                  <a:pt x="1799282" y="11687"/>
                </a:lnTo>
                <a:moveTo>
                  <a:pt x="1881093" y="11687"/>
                </a:moveTo>
                <a:lnTo>
                  <a:pt x="1927812" y="11687"/>
                </a:lnTo>
                <a:lnTo>
                  <a:pt x="1927812" y="0"/>
                </a:lnTo>
                <a:lnTo>
                  <a:pt x="1881093" y="0"/>
                </a:lnTo>
                <a:lnTo>
                  <a:pt x="1881093" y="11687"/>
                </a:lnTo>
                <a:moveTo>
                  <a:pt x="1962874" y="11687"/>
                </a:moveTo>
                <a:lnTo>
                  <a:pt x="2009594" y="11687"/>
                </a:lnTo>
                <a:lnTo>
                  <a:pt x="2009594" y="0"/>
                </a:lnTo>
                <a:lnTo>
                  <a:pt x="1962874" y="0"/>
                </a:lnTo>
                <a:lnTo>
                  <a:pt x="1962874" y="11687"/>
                </a:lnTo>
                <a:moveTo>
                  <a:pt x="2044656" y="11687"/>
                </a:moveTo>
                <a:lnTo>
                  <a:pt x="2091376" y="11687"/>
                </a:lnTo>
                <a:lnTo>
                  <a:pt x="2091376" y="0"/>
                </a:lnTo>
                <a:lnTo>
                  <a:pt x="2044656" y="0"/>
                </a:lnTo>
                <a:lnTo>
                  <a:pt x="2044656" y="11687"/>
                </a:lnTo>
                <a:moveTo>
                  <a:pt x="2126438" y="11687"/>
                </a:moveTo>
                <a:lnTo>
                  <a:pt x="2173157" y="11687"/>
                </a:lnTo>
                <a:lnTo>
                  <a:pt x="2173157" y="0"/>
                </a:lnTo>
                <a:lnTo>
                  <a:pt x="2126438" y="0"/>
                </a:lnTo>
                <a:lnTo>
                  <a:pt x="2126438" y="11687"/>
                </a:lnTo>
                <a:moveTo>
                  <a:pt x="2208219" y="11687"/>
                </a:moveTo>
                <a:lnTo>
                  <a:pt x="2254968" y="11687"/>
                </a:lnTo>
                <a:lnTo>
                  <a:pt x="2254968" y="0"/>
                </a:lnTo>
                <a:lnTo>
                  <a:pt x="2208219" y="0"/>
                </a:lnTo>
                <a:lnTo>
                  <a:pt x="2208219" y="11687"/>
                </a:lnTo>
                <a:moveTo>
                  <a:pt x="2290001" y="11687"/>
                </a:moveTo>
                <a:lnTo>
                  <a:pt x="2336749" y="11687"/>
                </a:lnTo>
                <a:lnTo>
                  <a:pt x="2336749" y="0"/>
                </a:lnTo>
                <a:lnTo>
                  <a:pt x="2290001" y="0"/>
                </a:lnTo>
                <a:lnTo>
                  <a:pt x="2290001" y="11687"/>
                </a:lnTo>
                <a:moveTo>
                  <a:pt x="2371783" y="11687"/>
                </a:moveTo>
                <a:lnTo>
                  <a:pt x="2418531" y="11687"/>
                </a:lnTo>
                <a:lnTo>
                  <a:pt x="2418531" y="0"/>
                </a:lnTo>
                <a:lnTo>
                  <a:pt x="2371783" y="0"/>
                </a:lnTo>
                <a:lnTo>
                  <a:pt x="2371783" y="11687"/>
                </a:lnTo>
                <a:moveTo>
                  <a:pt x="2453592" y="11687"/>
                </a:moveTo>
                <a:lnTo>
                  <a:pt x="2500313" y="11687"/>
                </a:lnTo>
                <a:lnTo>
                  <a:pt x="2500313" y="0"/>
                </a:lnTo>
                <a:lnTo>
                  <a:pt x="2453592" y="0"/>
                </a:lnTo>
                <a:lnTo>
                  <a:pt x="2453592" y="11687"/>
                </a:lnTo>
                <a:moveTo>
                  <a:pt x="2535374" y="11687"/>
                </a:moveTo>
                <a:lnTo>
                  <a:pt x="2582094" y="11687"/>
                </a:lnTo>
                <a:lnTo>
                  <a:pt x="2582094" y="0"/>
                </a:lnTo>
                <a:lnTo>
                  <a:pt x="2535374" y="0"/>
                </a:lnTo>
                <a:lnTo>
                  <a:pt x="2535374" y="11687"/>
                </a:lnTo>
                <a:moveTo>
                  <a:pt x="2617155" y="11687"/>
                </a:moveTo>
                <a:lnTo>
                  <a:pt x="2663876" y="11687"/>
                </a:lnTo>
                <a:lnTo>
                  <a:pt x="2663876" y="0"/>
                </a:lnTo>
                <a:lnTo>
                  <a:pt x="2617155" y="0"/>
                </a:lnTo>
                <a:lnTo>
                  <a:pt x="2617155" y="11687"/>
                </a:lnTo>
                <a:moveTo>
                  <a:pt x="2698937" y="11687"/>
                </a:moveTo>
                <a:lnTo>
                  <a:pt x="2745657" y="11687"/>
                </a:lnTo>
                <a:lnTo>
                  <a:pt x="2745657" y="0"/>
                </a:lnTo>
                <a:lnTo>
                  <a:pt x="2698937" y="0"/>
                </a:lnTo>
                <a:lnTo>
                  <a:pt x="2698937" y="11687"/>
                </a:lnTo>
                <a:moveTo>
                  <a:pt x="2780719" y="11687"/>
                </a:moveTo>
                <a:lnTo>
                  <a:pt x="2827468" y="11687"/>
                </a:lnTo>
                <a:lnTo>
                  <a:pt x="2827468" y="0"/>
                </a:lnTo>
                <a:lnTo>
                  <a:pt x="2780719" y="0"/>
                </a:lnTo>
                <a:lnTo>
                  <a:pt x="2780719" y="11687"/>
                </a:lnTo>
                <a:moveTo>
                  <a:pt x="2862500" y="11687"/>
                </a:moveTo>
                <a:lnTo>
                  <a:pt x="2909249" y="11687"/>
                </a:lnTo>
                <a:lnTo>
                  <a:pt x="2909249" y="0"/>
                </a:lnTo>
                <a:lnTo>
                  <a:pt x="2862500" y="0"/>
                </a:lnTo>
                <a:lnTo>
                  <a:pt x="2862500" y="11687"/>
                </a:lnTo>
                <a:moveTo>
                  <a:pt x="2944282" y="11687"/>
                </a:moveTo>
                <a:lnTo>
                  <a:pt x="2991031" y="11687"/>
                </a:lnTo>
                <a:lnTo>
                  <a:pt x="2991031" y="0"/>
                </a:lnTo>
                <a:lnTo>
                  <a:pt x="2944282" y="0"/>
                </a:lnTo>
                <a:lnTo>
                  <a:pt x="2944282" y="11687"/>
                </a:lnTo>
                <a:moveTo>
                  <a:pt x="3026064" y="11687"/>
                </a:moveTo>
                <a:lnTo>
                  <a:pt x="3072813" y="11687"/>
                </a:lnTo>
                <a:lnTo>
                  <a:pt x="3072813" y="0"/>
                </a:lnTo>
                <a:lnTo>
                  <a:pt x="3026064" y="0"/>
                </a:lnTo>
                <a:lnTo>
                  <a:pt x="3026064" y="11687"/>
                </a:lnTo>
                <a:moveTo>
                  <a:pt x="3107874" y="11687"/>
                </a:moveTo>
                <a:lnTo>
                  <a:pt x="3154594" y="11687"/>
                </a:lnTo>
                <a:lnTo>
                  <a:pt x="3154594" y="0"/>
                </a:lnTo>
                <a:lnTo>
                  <a:pt x="3107874" y="0"/>
                </a:lnTo>
                <a:lnTo>
                  <a:pt x="3107874" y="11687"/>
                </a:lnTo>
                <a:moveTo>
                  <a:pt x="3189656" y="11687"/>
                </a:moveTo>
                <a:lnTo>
                  <a:pt x="3236376" y="11687"/>
                </a:lnTo>
                <a:lnTo>
                  <a:pt x="3236376" y="0"/>
                </a:lnTo>
                <a:lnTo>
                  <a:pt x="3189656" y="0"/>
                </a:lnTo>
                <a:lnTo>
                  <a:pt x="3189656" y="11687"/>
                </a:lnTo>
                <a:moveTo>
                  <a:pt x="3271437" y="11687"/>
                </a:moveTo>
                <a:lnTo>
                  <a:pt x="3318158" y="11687"/>
                </a:lnTo>
                <a:lnTo>
                  <a:pt x="3318158" y="0"/>
                </a:lnTo>
                <a:lnTo>
                  <a:pt x="3271437" y="0"/>
                </a:lnTo>
                <a:lnTo>
                  <a:pt x="3271437" y="11687"/>
                </a:lnTo>
                <a:moveTo>
                  <a:pt x="3353219" y="11687"/>
                </a:moveTo>
                <a:lnTo>
                  <a:pt x="3399968" y="11687"/>
                </a:lnTo>
                <a:lnTo>
                  <a:pt x="3399968" y="0"/>
                </a:lnTo>
                <a:lnTo>
                  <a:pt x="3353219" y="0"/>
                </a:lnTo>
                <a:lnTo>
                  <a:pt x="3353219" y="11687"/>
                </a:lnTo>
                <a:moveTo>
                  <a:pt x="3435001" y="11687"/>
                </a:moveTo>
                <a:lnTo>
                  <a:pt x="3481750" y="11687"/>
                </a:lnTo>
                <a:lnTo>
                  <a:pt x="3481750" y="0"/>
                </a:lnTo>
                <a:lnTo>
                  <a:pt x="3435001" y="0"/>
                </a:lnTo>
                <a:lnTo>
                  <a:pt x="3435001" y="11687"/>
                </a:lnTo>
                <a:moveTo>
                  <a:pt x="3516782" y="11687"/>
                </a:moveTo>
                <a:lnTo>
                  <a:pt x="3518726" y="11687"/>
                </a:lnTo>
                <a:lnTo>
                  <a:pt x="3518726" y="0"/>
                </a:lnTo>
                <a:lnTo>
                  <a:pt x="3516782" y="0"/>
                </a:lnTo>
                <a:lnTo>
                  <a:pt x="3516782" y="11687"/>
                </a:lnTo>
              </a:path>
            </a:pathLst>
          </a:custGeom>
          <a:solidFill xmlns:a="http://schemas.openxmlformats.org/drawingml/2006/main">
            <a:srgbClr val="231F20"/>
          </a:solidFill>
          <a:ln xmlns:a="http://schemas.openxmlformats.org/drawingml/2006/main" w="0">
            <a:noFill/>
            <a:prstDash val="solid"/>
          </a:ln>
        </p:spPr>
      </p:sp>
      <p:sp>
        <p:nvSpPr>
          <p:cNvPr id="418" name="pdf-path-694">
            <a:extLst xmlns:a="http://schemas.openxmlformats.org/drawingml/2006/main">
              <a:ext uri="{FF2B5EF4-FFF2-40B4-BE49-F238E27FC236}">
                <a16:creationId xmlns:a16="http://schemas.microsoft.com/office/drawing/2014/main" id="{BB6931E1-C8AB-4AA2-BDEA-0D36A14CBA70}"/>
              </a:ext>
            </a:extLst>
          </p:cNvPr>
          <p:cNvSpPr>
            <a:spLocks xmlns:a="http://schemas.openxmlformats.org/drawingml/2006/main" noGrp="1"/>
          </p:cNvSpPr>
          <p:nvPr/>
        </p:nvSpPr>
        <p:spPr>
          <a:xfrm xmlns:a="http://schemas.openxmlformats.org/drawingml/2006/main" rot="0">
            <a:off x="1049331" y="3013405"/>
            <a:ext cx="375361" cy="61608"/>
          </a:xfrm>
          <a:custGeom xmlns:a="http://schemas.openxmlformats.org/drawingml/2006/main">
            <a:pathLst>
              <a:path w="375361" h="61608">
                <a:moveTo>
                  <a:pt x="0" y="61608"/>
                </a:moveTo>
                <a:lnTo>
                  <a:pt x="0" y="0"/>
                </a:lnTo>
                <a:lnTo>
                  <a:pt x="375361" y="0"/>
                </a:lnTo>
                <a:lnTo>
                  <a:pt x="375361" y="29"/>
                </a:lnTo>
                <a:lnTo>
                  <a:pt x="0" y="29"/>
                </a:lnTo>
                <a:lnTo>
                  <a:pt x="0" y="61608"/>
                </a:lnTo>
              </a:path>
            </a:pathLst>
          </a:custGeom>
          <a:solidFill xmlns:a="http://schemas.openxmlformats.org/drawingml/2006/main">
            <a:srgbClr val="FFFFFF"/>
          </a:solidFill>
          <a:ln xmlns:a="http://schemas.openxmlformats.org/drawingml/2006/main" w="0">
            <a:noFill/>
            <a:prstDash val="solid"/>
          </a:ln>
        </p:spPr>
      </p:sp>
      <p:sp>
        <p:nvSpPr>
          <p:cNvPr id="419" name="pdf-path-704">
            <a:extLst xmlns:a="http://schemas.openxmlformats.org/drawingml/2006/main">
              <a:ext uri="{FF2B5EF4-FFF2-40B4-BE49-F238E27FC236}">
                <a16:creationId xmlns:a16="http://schemas.microsoft.com/office/drawing/2014/main" id="{25F3334A-4308-4747-8F5E-DCE93609664D}"/>
              </a:ext>
            </a:extLst>
          </p:cNvPr>
          <p:cNvSpPr>
            <a:spLocks xmlns:a="http://schemas.openxmlformats.org/drawingml/2006/main" noGrp="1"/>
          </p:cNvSpPr>
          <p:nvPr/>
        </p:nvSpPr>
        <p:spPr>
          <a:xfrm xmlns:a="http://schemas.openxmlformats.org/drawingml/2006/main" rot="0">
            <a:off x="3758641" y="5433507"/>
            <a:ext cx="455571" cy="207769"/>
          </a:xfrm>
          <a:custGeom xmlns:a="http://schemas.openxmlformats.org/drawingml/2006/main">
            <a:pathLst>
              <a:path w="455571" h="207769">
                <a:moveTo>
                  <a:pt x="0" y="207769"/>
                </a:moveTo>
                <a:lnTo>
                  <a:pt x="0" y="0"/>
                </a:lnTo>
                <a:lnTo>
                  <a:pt x="455571" y="0"/>
                </a:lnTo>
                <a:lnTo>
                  <a:pt x="0" y="29"/>
                </a:lnTo>
                <a:lnTo>
                  <a:pt x="0" y="207769"/>
                </a:lnTo>
              </a:path>
            </a:pathLst>
          </a:custGeom>
          <a:solidFill xmlns:a="http://schemas.openxmlformats.org/drawingml/2006/main">
            <a:srgbClr val="FFFFFF"/>
          </a:solidFill>
          <a:ln xmlns:a="http://schemas.openxmlformats.org/drawingml/2006/main" w="0">
            <a:noFill/>
            <a:prstDash val="solid"/>
          </a:ln>
        </p:spPr>
      </p:sp>
      <p:sp>
        <p:nvSpPr>
          <p:cNvPr id="420" name="pdf-path-1245">
            <a:extLst xmlns:a="http://schemas.openxmlformats.org/drawingml/2006/main">
              <a:ext uri="{FF2B5EF4-FFF2-40B4-BE49-F238E27FC236}">
                <a16:creationId xmlns:a16="http://schemas.microsoft.com/office/drawing/2014/main" id="{FDB2BD4F-D337-4C19-87B6-9EEF8DD9808D}"/>
              </a:ext>
            </a:extLst>
          </p:cNvPr>
          <p:cNvSpPr>
            <a:spLocks xmlns:a="http://schemas.openxmlformats.org/drawingml/2006/main" noGrp="1"/>
          </p:cNvSpPr>
          <p:nvPr/>
        </p:nvSpPr>
        <p:spPr>
          <a:xfrm xmlns:a="http://schemas.openxmlformats.org/drawingml/2006/main" rot="0">
            <a:off x="12214355" y="4163721"/>
            <a:ext cx="110071" cy="84096"/>
          </a:xfrm>
          <a:custGeom xmlns:a="http://schemas.openxmlformats.org/drawingml/2006/main">
            <a:pathLst>
              <a:path w="110071" h="84096">
                <a:moveTo>
                  <a:pt x="110071" y="84096"/>
                </a:moveTo>
                <a:lnTo>
                  <a:pt x="0" y="72466"/>
                </a:lnTo>
                <a:lnTo>
                  <a:pt x="7657" y="0"/>
                </a:lnTo>
                <a:lnTo>
                  <a:pt x="110071" y="0"/>
                </a:lnTo>
                <a:lnTo>
                  <a:pt x="110071" y="84096"/>
                </a:lnTo>
              </a:path>
            </a:pathLst>
          </a:custGeom>
          <a:solidFill xmlns:a="http://schemas.openxmlformats.org/drawingml/2006/main">
            <a:srgbClr val="FFFFFF"/>
          </a:solidFill>
          <a:ln xmlns:a="http://schemas.openxmlformats.org/drawingml/2006/main" w="0">
            <a:noFill/>
            <a:prstDash val="solid"/>
          </a:ln>
        </p:spPr>
      </p:sp>
      <p:sp>
        <p:nvSpPr>
          <p:cNvPr id="421" name="pdf-path-1457">
            <a:extLst xmlns:a="http://schemas.openxmlformats.org/drawingml/2006/main">
              <a:ext uri="{FF2B5EF4-FFF2-40B4-BE49-F238E27FC236}">
                <a16:creationId xmlns:a16="http://schemas.microsoft.com/office/drawing/2014/main" id="{35D8BF27-AE74-4B87-8BF2-F030F2491E6D}"/>
              </a:ext>
            </a:extLst>
          </p:cNvPr>
          <p:cNvSpPr>
            <a:spLocks xmlns:a="http://schemas.openxmlformats.org/drawingml/2006/main" noGrp="1"/>
          </p:cNvSpPr>
          <p:nvPr/>
        </p:nvSpPr>
        <p:spPr>
          <a:xfrm xmlns:a="http://schemas.openxmlformats.org/drawingml/2006/main" rot="0">
            <a:off x="8318754" y="2975858"/>
            <a:ext cx="3657000" cy="3515296"/>
          </a:xfrm>
          <a:custGeom xmlns:a="http://schemas.openxmlformats.org/drawingml/2006/main">
            <a:pathLst>
              <a:path w="3657000" h="3515296">
                <a:moveTo>
                  <a:pt x="3082785" y="3515296"/>
                </a:moveTo>
                <a:lnTo>
                  <a:pt x="574186" y="3515296"/>
                </a:lnTo>
                <a:cubicBezTo>
                  <a:pt x="415566" y="3515296"/>
                  <a:pt x="272148" y="3451060"/>
                  <a:pt x="168164" y="3347132"/>
                </a:cubicBezTo>
                <a:cubicBezTo>
                  <a:pt x="137989" y="3316929"/>
                  <a:pt x="111157" y="3283410"/>
                  <a:pt x="88268" y="3247148"/>
                </a:cubicBezTo>
                <a:lnTo>
                  <a:pt x="111957" y="3247148"/>
                </a:lnTo>
                <a:lnTo>
                  <a:pt x="111957" y="3252978"/>
                </a:lnTo>
                <a:lnTo>
                  <a:pt x="158677" y="3252978"/>
                </a:lnTo>
                <a:lnTo>
                  <a:pt x="158677" y="3247148"/>
                </a:lnTo>
                <a:lnTo>
                  <a:pt x="193738" y="3247148"/>
                </a:lnTo>
                <a:lnTo>
                  <a:pt x="193738" y="3252978"/>
                </a:lnTo>
                <a:lnTo>
                  <a:pt x="240459" y="3252978"/>
                </a:lnTo>
                <a:lnTo>
                  <a:pt x="240459" y="3247148"/>
                </a:lnTo>
                <a:lnTo>
                  <a:pt x="275520" y="3247148"/>
                </a:lnTo>
                <a:lnTo>
                  <a:pt x="275520" y="3252978"/>
                </a:lnTo>
                <a:lnTo>
                  <a:pt x="322241" y="3252978"/>
                </a:lnTo>
                <a:lnTo>
                  <a:pt x="322241" y="3247148"/>
                </a:lnTo>
                <a:lnTo>
                  <a:pt x="357302" y="3247148"/>
                </a:lnTo>
                <a:lnTo>
                  <a:pt x="357302" y="3252978"/>
                </a:lnTo>
                <a:lnTo>
                  <a:pt x="404051" y="3252978"/>
                </a:lnTo>
                <a:lnTo>
                  <a:pt x="404051" y="3247148"/>
                </a:lnTo>
                <a:lnTo>
                  <a:pt x="439083" y="3247148"/>
                </a:lnTo>
                <a:lnTo>
                  <a:pt x="439083" y="3252978"/>
                </a:lnTo>
                <a:lnTo>
                  <a:pt x="485833" y="3252978"/>
                </a:lnTo>
                <a:lnTo>
                  <a:pt x="485833" y="3247148"/>
                </a:lnTo>
                <a:lnTo>
                  <a:pt x="520865" y="3247148"/>
                </a:lnTo>
                <a:lnTo>
                  <a:pt x="520865" y="3252978"/>
                </a:lnTo>
                <a:lnTo>
                  <a:pt x="567614" y="3252978"/>
                </a:lnTo>
                <a:lnTo>
                  <a:pt x="567614" y="3247148"/>
                </a:lnTo>
                <a:lnTo>
                  <a:pt x="602647" y="3247148"/>
                </a:lnTo>
                <a:lnTo>
                  <a:pt x="602647" y="3252978"/>
                </a:lnTo>
                <a:lnTo>
                  <a:pt x="608304" y="3252978"/>
                </a:lnTo>
                <a:lnTo>
                  <a:pt x="608304" y="3360363"/>
                </a:lnTo>
                <a:lnTo>
                  <a:pt x="713461" y="3360363"/>
                </a:lnTo>
                <a:lnTo>
                  <a:pt x="713461" y="3485521"/>
                </a:lnTo>
                <a:lnTo>
                  <a:pt x="2893991" y="3485521"/>
                </a:lnTo>
                <a:lnTo>
                  <a:pt x="2893991" y="3360363"/>
                </a:lnTo>
                <a:lnTo>
                  <a:pt x="3475120" y="3360363"/>
                </a:lnTo>
                <a:cubicBezTo>
                  <a:pt x="3372421" y="3456488"/>
                  <a:pt x="3234547" y="3515296"/>
                  <a:pt x="3082785" y="3515296"/>
                </a:cubicBezTo>
                <a:moveTo>
                  <a:pt x="602647" y="3247148"/>
                </a:moveTo>
                <a:lnTo>
                  <a:pt x="567614" y="3247148"/>
                </a:lnTo>
                <a:lnTo>
                  <a:pt x="567614" y="3241291"/>
                </a:lnTo>
                <a:lnTo>
                  <a:pt x="520865" y="3241291"/>
                </a:lnTo>
                <a:lnTo>
                  <a:pt x="520865" y="3247148"/>
                </a:lnTo>
                <a:lnTo>
                  <a:pt x="485833" y="3247148"/>
                </a:lnTo>
                <a:lnTo>
                  <a:pt x="485833" y="3241291"/>
                </a:lnTo>
                <a:lnTo>
                  <a:pt x="439083" y="3241291"/>
                </a:lnTo>
                <a:lnTo>
                  <a:pt x="439083" y="3247148"/>
                </a:lnTo>
                <a:lnTo>
                  <a:pt x="404051" y="3247148"/>
                </a:lnTo>
                <a:lnTo>
                  <a:pt x="404051" y="3241291"/>
                </a:lnTo>
                <a:lnTo>
                  <a:pt x="357302" y="3241291"/>
                </a:lnTo>
                <a:lnTo>
                  <a:pt x="357302" y="3247148"/>
                </a:lnTo>
                <a:lnTo>
                  <a:pt x="322241" y="3247148"/>
                </a:lnTo>
                <a:lnTo>
                  <a:pt x="322241" y="3241291"/>
                </a:lnTo>
                <a:lnTo>
                  <a:pt x="275520" y="3241291"/>
                </a:lnTo>
                <a:lnTo>
                  <a:pt x="275520" y="3247148"/>
                </a:lnTo>
                <a:lnTo>
                  <a:pt x="240459" y="3247148"/>
                </a:lnTo>
                <a:lnTo>
                  <a:pt x="240459" y="3241291"/>
                </a:lnTo>
                <a:lnTo>
                  <a:pt x="193738" y="3241291"/>
                </a:lnTo>
                <a:lnTo>
                  <a:pt x="193738" y="3247148"/>
                </a:lnTo>
                <a:lnTo>
                  <a:pt x="158677" y="3247148"/>
                </a:lnTo>
                <a:lnTo>
                  <a:pt x="158677" y="3241291"/>
                </a:lnTo>
                <a:lnTo>
                  <a:pt x="111957" y="3241291"/>
                </a:lnTo>
                <a:lnTo>
                  <a:pt x="111957" y="3247148"/>
                </a:lnTo>
                <a:lnTo>
                  <a:pt x="88268" y="3247148"/>
                </a:lnTo>
                <a:cubicBezTo>
                  <a:pt x="78867" y="3232261"/>
                  <a:pt x="70123" y="3216888"/>
                  <a:pt x="62094" y="3201114"/>
                </a:cubicBezTo>
                <a:lnTo>
                  <a:pt x="297837" y="3201114"/>
                </a:lnTo>
                <a:lnTo>
                  <a:pt x="297837" y="3220003"/>
                </a:lnTo>
                <a:lnTo>
                  <a:pt x="608304" y="3220003"/>
                </a:lnTo>
                <a:lnTo>
                  <a:pt x="608304" y="3241291"/>
                </a:lnTo>
                <a:lnTo>
                  <a:pt x="602647" y="3241291"/>
                </a:lnTo>
                <a:lnTo>
                  <a:pt x="602647" y="3247148"/>
                </a:lnTo>
                <a:moveTo>
                  <a:pt x="3626825" y="3125219"/>
                </a:moveTo>
                <a:lnTo>
                  <a:pt x="3484635" y="3125219"/>
                </a:lnTo>
                <a:lnTo>
                  <a:pt x="3484635" y="2853871"/>
                </a:lnTo>
                <a:lnTo>
                  <a:pt x="297837" y="2853871"/>
                </a:lnTo>
                <a:lnTo>
                  <a:pt x="297837" y="2940224"/>
                </a:lnTo>
                <a:lnTo>
                  <a:pt x="0" y="2940224"/>
                </a:lnTo>
                <a:lnTo>
                  <a:pt x="0" y="2655960"/>
                </a:lnTo>
                <a:lnTo>
                  <a:pt x="93069" y="2655960"/>
                </a:lnTo>
                <a:lnTo>
                  <a:pt x="93069" y="2702366"/>
                </a:lnTo>
                <a:lnTo>
                  <a:pt x="468973" y="2702366"/>
                </a:lnTo>
                <a:lnTo>
                  <a:pt x="468973" y="2655960"/>
                </a:lnTo>
                <a:lnTo>
                  <a:pt x="680343" y="2655960"/>
                </a:lnTo>
                <a:lnTo>
                  <a:pt x="680343" y="2531231"/>
                </a:lnTo>
                <a:lnTo>
                  <a:pt x="537296" y="2531231"/>
                </a:lnTo>
                <a:cubicBezTo>
                  <a:pt x="537667" y="2528516"/>
                  <a:pt x="537867" y="2525744"/>
                  <a:pt x="537867" y="2522915"/>
                </a:cubicBezTo>
                <a:lnTo>
                  <a:pt x="537867" y="2520144"/>
                </a:lnTo>
                <a:lnTo>
                  <a:pt x="532038" y="2520144"/>
                </a:lnTo>
                <a:lnTo>
                  <a:pt x="532038" y="2485110"/>
                </a:lnTo>
                <a:lnTo>
                  <a:pt x="537867" y="2485110"/>
                </a:lnTo>
                <a:lnTo>
                  <a:pt x="537867" y="2438362"/>
                </a:lnTo>
                <a:lnTo>
                  <a:pt x="532038" y="2438362"/>
                </a:lnTo>
                <a:lnTo>
                  <a:pt x="532038" y="2403329"/>
                </a:lnTo>
                <a:lnTo>
                  <a:pt x="537867" y="2403329"/>
                </a:lnTo>
                <a:lnTo>
                  <a:pt x="537867" y="2356580"/>
                </a:lnTo>
                <a:lnTo>
                  <a:pt x="532038" y="2356580"/>
                </a:lnTo>
                <a:lnTo>
                  <a:pt x="532038" y="2321518"/>
                </a:lnTo>
                <a:lnTo>
                  <a:pt x="537867" y="2321518"/>
                </a:lnTo>
                <a:lnTo>
                  <a:pt x="537867" y="2274799"/>
                </a:lnTo>
                <a:lnTo>
                  <a:pt x="532038" y="2274799"/>
                </a:lnTo>
                <a:lnTo>
                  <a:pt x="532038" y="2239737"/>
                </a:lnTo>
                <a:lnTo>
                  <a:pt x="537867" y="2239737"/>
                </a:lnTo>
                <a:lnTo>
                  <a:pt x="537867" y="2193017"/>
                </a:lnTo>
                <a:lnTo>
                  <a:pt x="532038" y="2193017"/>
                </a:lnTo>
                <a:lnTo>
                  <a:pt x="532038" y="2157955"/>
                </a:lnTo>
                <a:lnTo>
                  <a:pt x="537867" y="2157955"/>
                </a:lnTo>
                <a:lnTo>
                  <a:pt x="537867" y="2114264"/>
                </a:lnTo>
                <a:lnTo>
                  <a:pt x="537782" y="2110892"/>
                </a:lnTo>
                <a:lnTo>
                  <a:pt x="531952" y="2111235"/>
                </a:lnTo>
                <a:cubicBezTo>
                  <a:pt x="531295" y="2099462"/>
                  <a:pt x="526780" y="2088203"/>
                  <a:pt x="519151" y="2079259"/>
                </a:cubicBezTo>
                <a:lnTo>
                  <a:pt x="523580" y="2075488"/>
                </a:lnTo>
                <a:lnTo>
                  <a:pt x="520351" y="2071944"/>
                </a:lnTo>
                <a:cubicBezTo>
                  <a:pt x="510721" y="2062315"/>
                  <a:pt x="498177" y="2056314"/>
                  <a:pt x="484804" y="2054800"/>
                </a:cubicBezTo>
                <a:lnTo>
                  <a:pt x="484746" y="2039083"/>
                </a:lnTo>
                <a:lnTo>
                  <a:pt x="478889" y="2039112"/>
                </a:lnTo>
                <a:lnTo>
                  <a:pt x="478774" y="2004050"/>
                </a:lnTo>
                <a:lnTo>
                  <a:pt x="484603" y="2004022"/>
                </a:lnTo>
                <a:lnTo>
                  <a:pt x="484432" y="1958902"/>
                </a:lnTo>
                <a:lnTo>
                  <a:pt x="613248" y="1958902"/>
                </a:lnTo>
                <a:lnTo>
                  <a:pt x="613248" y="1874034"/>
                </a:lnTo>
                <a:lnTo>
                  <a:pt x="639137" y="1874034"/>
                </a:lnTo>
                <a:lnTo>
                  <a:pt x="639137" y="1780794"/>
                </a:lnTo>
                <a:lnTo>
                  <a:pt x="747751" y="1780794"/>
                </a:lnTo>
                <a:lnTo>
                  <a:pt x="747751" y="1536420"/>
                </a:lnTo>
                <a:lnTo>
                  <a:pt x="838705" y="1536420"/>
                </a:lnTo>
                <a:lnTo>
                  <a:pt x="838705" y="1479613"/>
                </a:lnTo>
                <a:lnTo>
                  <a:pt x="884739" y="1479613"/>
                </a:lnTo>
                <a:lnTo>
                  <a:pt x="884739" y="1434636"/>
                </a:lnTo>
                <a:lnTo>
                  <a:pt x="997497" y="1434636"/>
                </a:lnTo>
                <a:lnTo>
                  <a:pt x="997497" y="1184690"/>
                </a:lnTo>
                <a:lnTo>
                  <a:pt x="1218438" y="1184690"/>
                </a:lnTo>
                <a:lnTo>
                  <a:pt x="1218438" y="623706"/>
                </a:lnTo>
                <a:lnTo>
                  <a:pt x="864479" y="623706"/>
                </a:lnTo>
                <a:lnTo>
                  <a:pt x="864479" y="667512"/>
                </a:lnTo>
                <a:lnTo>
                  <a:pt x="859879" y="670055"/>
                </a:lnTo>
                <a:lnTo>
                  <a:pt x="864479" y="680599"/>
                </a:lnTo>
                <a:lnTo>
                  <a:pt x="864479" y="751151"/>
                </a:lnTo>
                <a:lnTo>
                  <a:pt x="805243" y="751151"/>
                </a:lnTo>
                <a:lnTo>
                  <a:pt x="805243" y="797957"/>
                </a:lnTo>
                <a:lnTo>
                  <a:pt x="747579" y="797957"/>
                </a:lnTo>
                <a:lnTo>
                  <a:pt x="747579" y="977694"/>
                </a:lnTo>
                <a:lnTo>
                  <a:pt x="864479" y="977694"/>
                </a:lnTo>
                <a:lnTo>
                  <a:pt x="864479" y="985666"/>
                </a:lnTo>
                <a:lnTo>
                  <a:pt x="807015" y="985666"/>
                </a:lnTo>
                <a:lnTo>
                  <a:pt x="807015" y="1011040"/>
                </a:lnTo>
                <a:lnTo>
                  <a:pt x="506378" y="1011040"/>
                </a:lnTo>
                <a:lnTo>
                  <a:pt x="506378" y="1160373"/>
                </a:lnTo>
                <a:lnTo>
                  <a:pt x="476374" y="1160373"/>
                </a:lnTo>
                <a:lnTo>
                  <a:pt x="476374" y="1310678"/>
                </a:lnTo>
                <a:lnTo>
                  <a:pt x="0" y="1310678"/>
                </a:lnTo>
                <a:lnTo>
                  <a:pt x="0" y="574214"/>
                </a:lnTo>
                <a:cubicBezTo>
                  <a:pt x="0" y="415595"/>
                  <a:pt x="64236" y="272148"/>
                  <a:pt x="168164" y="168192"/>
                </a:cubicBezTo>
                <a:cubicBezTo>
                  <a:pt x="272148" y="64265"/>
                  <a:pt x="415566" y="28"/>
                  <a:pt x="574186" y="0"/>
                </a:cubicBezTo>
                <a:lnTo>
                  <a:pt x="1812570" y="0"/>
                </a:lnTo>
                <a:lnTo>
                  <a:pt x="1812570" y="311210"/>
                </a:lnTo>
                <a:lnTo>
                  <a:pt x="2970285" y="311210"/>
                </a:lnTo>
                <a:lnTo>
                  <a:pt x="2970285" y="0"/>
                </a:lnTo>
                <a:lnTo>
                  <a:pt x="3082785" y="0"/>
                </a:lnTo>
                <a:cubicBezTo>
                  <a:pt x="3235062" y="0"/>
                  <a:pt x="3381108" y="60521"/>
                  <a:pt x="3488779" y="168192"/>
                </a:cubicBezTo>
                <a:cubicBezTo>
                  <a:pt x="3596478" y="275892"/>
                  <a:pt x="3657000" y="421938"/>
                  <a:pt x="3657000" y="574214"/>
                </a:cubicBezTo>
                <a:lnTo>
                  <a:pt x="3657000" y="1574253"/>
                </a:lnTo>
                <a:lnTo>
                  <a:pt x="3401654" y="1574253"/>
                </a:lnTo>
                <a:lnTo>
                  <a:pt x="3401654" y="2152355"/>
                </a:lnTo>
                <a:lnTo>
                  <a:pt x="3657000" y="2152355"/>
                </a:lnTo>
                <a:lnTo>
                  <a:pt x="3657000" y="2941110"/>
                </a:lnTo>
                <a:cubicBezTo>
                  <a:pt x="3656971" y="3005518"/>
                  <a:pt x="3646370" y="3067440"/>
                  <a:pt x="3626825" y="3125219"/>
                </a:cubicBezTo>
                <a:moveTo>
                  <a:pt x="2529830" y="2655960"/>
                </a:moveTo>
                <a:lnTo>
                  <a:pt x="2529830" y="2702366"/>
                </a:lnTo>
                <a:lnTo>
                  <a:pt x="2912107" y="2702366"/>
                </a:lnTo>
                <a:lnTo>
                  <a:pt x="2912107" y="2655960"/>
                </a:lnTo>
                <a:lnTo>
                  <a:pt x="3123448" y="2655960"/>
                </a:lnTo>
                <a:lnTo>
                  <a:pt x="3123448" y="2531231"/>
                </a:lnTo>
                <a:lnTo>
                  <a:pt x="2970600" y="2531231"/>
                </a:lnTo>
                <a:cubicBezTo>
                  <a:pt x="2970972" y="2528516"/>
                  <a:pt x="2971171" y="2525744"/>
                  <a:pt x="2971171" y="2522915"/>
                </a:cubicBezTo>
                <a:lnTo>
                  <a:pt x="2971171" y="2520144"/>
                </a:lnTo>
                <a:lnTo>
                  <a:pt x="2965343" y="2520144"/>
                </a:lnTo>
                <a:lnTo>
                  <a:pt x="2965343" y="2485110"/>
                </a:lnTo>
                <a:lnTo>
                  <a:pt x="2971171" y="2485110"/>
                </a:lnTo>
                <a:lnTo>
                  <a:pt x="2971171" y="2438362"/>
                </a:lnTo>
                <a:lnTo>
                  <a:pt x="2965343" y="2438362"/>
                </a:lnTo>
                <a:lnTo>
                  <a:pt x="2965343" y="2403329"/>
                </a:lnTo>
                <a:lnTo>
                  <a:pt x="2971171" y="2403329"/>
                </a:lnTo>
                <a:lnTo>
                  <a:pt x="2971171" y="2356580"/>
                </a:lnTo>
                <a:lnTo>
                  <a:pt x="2965343" y="2356580"/>
                </a:lnTo>
                <a:lnTo>
                  <a:pt x="2965343" y="2321518"/>
                </a:lnTo>
                <a:lnTo>
                  <a:pt x="2971171" y="2321518"/>
                </a:lnTo>
                <a:lnTo>
                  <a:pt x="2971171" y="2274799"/>
                </a:lnTo>
                <a:lnTo>
                  <a:pt x="2965343" y="2274799"/>
                </a:lnTo>
                <a:lnTo>
                  <a:pt x="2965343" y="2239737"/>
                </a:lnTo>
                <a:lnTo>
                  <a:pt x="2971171" y="2239737"/>
                </a:lnTo>
                <a:lnTo>
                  <a:pt x="2971171" y="2193017"/>
                </a:lnTo>
                <a:lnTo>
                  <a:pt x="2965343" y="2193017"/>
                </a:lnTo>
                <a:lnTo>
                  <a:pt x="2965343" y="2157955"/>
                </a:lnTo>
                <a:lnTo>
                  <a:pt x="2971171" y="2157955"/>
                </a:lnTo>
                <a:lnTo>
                  <a:pt x="2971171" y="2114264"/>
                </a:lnTo>
                <a:lnTo>
                  <a:pt x="2971086" y="2110892"/>
                </a:lnTo>
                <a:lnTo>
                  <a:pt x="2965256" y="2111235"/>
                </a:lnTo>
                <a:cubicBezTo>
                  <a:pt x="2964571" y="2099434"/>
                  <a:pt x="2960055" y="2088203"/>
                  <a:pt x="2952426" y="2079259"/>
                </a:cubicBezTo>
                <a:lnTo>
                  <a:pt x="2956884" y="2075488"/>
                </a:lnTo>
                <a:lnTo>
                  <a:pt x="2953627" y="2071944"/>
                </a:lnTo>
                <a:cubicBezTo>
                  <a:pt x="2944026" y="2062315"/>
                  <a:pt x="2931480" y="2056314"/>
                  <a:pt x="2918108" y="2054800"/>
                </a:cubicBezTo>
                <a:lnTo>
                  <a:pt x="2918022" y="2039083"/>
                </a:lnTo>
                <a:lnTo>
                  <a:pt x="2912193" y="2039112"/>
                </a:lnTo>
                <a:lnTo>
                  <a:pt x="2912050" y="2004050"/>
                </a:lnTo>
                <a:lnTo>
                  <a:pt x="2917908" y="2004022"/>
                </a:lnTo>
                <a:lnTo>
                  <a:pt x="2917707" y="1958902"/>
                </a:lnTo>
                <a:lnTo>
                  <a:pt x="3046523" y="1958902"/>
                </a:lnTo>
                <a:lnTo>
                  <a:pt x="3046523" y="1874034"/>
                </a:lnTo>
                <a:lnTo>
                  <a:pt x="3072441" y="1874034"/>
                </a:lnTo>
                <a:lnTo>
                  <a:pt x="3072441" y="1780794"/>
                </a:lnTo>
                <a:lnTo>
                  <a:pt x="3181026" y="1780794"/>
                </a:lnTo>
                <a:lnTo>
                  <a:pt x="3181026" y="1536420"/>
                </a:lnTo>
                <a:lnTo>
                  <a:pt x="3272009" y="1536420"/>
                </a:lnTo>
                <a:lnTo>
                  <a:pt x="3272009" y="1479613"/>
                </a:lnTo>
                <a:lnTo>
                  <a:pt x="3318015" y="1479613"/>
                </a:lnTo>
                <a:lnTo>
                  <a:pt x="3318015" y="1434636"/>
                </a:lnTo>
                <a:lnTo>
                  <a:pt x="3430800" y="1434636"/>
                </a:lnTo>
                <a:lnTo>
                  <a:pt x="3430800" y="1184690"/>
                </a:lnTo>
                <a:lnTo>
                  <a:pt x="3651714" y="1184690"/>
                </a:lnTo>
                <a:lnTo>
                  <a:pt x="3651714" y="623706"/>
                </a:lnTo>
                <a:lnTo>
                  <a:pt x="3297783" y="623706"/>
                </a:lnTo>
                <a:lnTo>
                  <a:pt x="3297783" y="667512"/>
                </a:lnTo>
                <a:lnTo>
                  <a:pt x="3293183" y="670055"/>
                </a:lnTo>
                <a:lnTo>
                  <a:pt x="3297783" y="680599"/>
                </a:lnTo>
                <a:lnTo>
                  <a:pt x="3297783" y="751151"/>
                </a:lnTo>
                <a:lnTo>
                  <a:pt x="3238547" y="751151"/>
                </a:lnTo>
                <a:lnTo>
                  <a:pt x="3238547" y="797957"/>
                </a:lnTo>
                <a:lnTo>
                  <a:pt x="3180884" y="797957"/>
                </a:lnTo>
                <a:lnTo>
                  <a:pt x="3180884" y="977694"/>
                </a:lnTo>
                <a:lnTo>
                  <a:pt x="3297783" y="977694"/>
                </a:lnTo>
                <a:lnTo>
                  <a:pt x="3297783" y="985666"/>
                </a:lnTo>
                <a:lnTo>
                  <a:pt x="3240319" y="985666"/>
                </a:lnTo>
                <a:lnTo>
                  <a:pt x="3240319" y="1011040"/>
                </a:lnTo>
                <a:lnTo>
                  <a:pt x="2939653" y="1011040"/>
                </a:lnTo>
                <a:lnTo>
                  <a:pt x="2939653" y="1160373"/>
                </a:lnTo>
                <a:lnTo>
                  <a:pt x="2909678" y="1160373"/>
                </a:lnTo>
                <a:lnTo>
                  <a:pt x="2909678" y="1355969"/>
                </a:lnTo>
                <a:lnTo>
                  <a:pt x="2932938" y="1355969"/>
                </a:lnTo>
                <a:lnTo>
                  <a:pt x="2932938" y="1470870"/>
                </a:lnTo>
                <a:lnTo>
                  <a:pt x="3088700" y="1470870"/>
                </a:lnTo>
                <a:lnTo>
                  <a:pt x="3088700" y="1434636"/>
                </a:lnTo>
                <a:lnTo>
                  <a:pt x="3095530" y="1434636"/>
                </a:lnTo>
                <a:lnTo>
                  <a:pt x="3095530" y="1500844"/>
                </a:lnTo>
                <a:lnTo>
                  <a:pt x="2837011" y="1500844"/>
                </a:lnTo>
                <a:lnTo>
                  <a:pt x="2876588" y="1153716"/>
                </a:lnTo>
                <a:lnTo>
                  <a:pt x="2876960" y="1147000"/>
                </a:lnTo>
                <a:cubicBezTo>
                  <a:pt x="2876960" y="1133513"/>
                  <a:pt x="2872445" y="1120340"/>
                  <a:pt x="2863958" y="1109710"/>
                </a:cubicBezTo>
                <a:cubicBezTo>
                  <a:pt x="2855472" y="1099051"/>
                  <a:pt x="2843698" y="1091650"/>
                  <a:pt x="2830583" y="1088621"/>
                </a:cubicBezTo>
                <a:lnTo>
                  <a:pt x="2840898" y="995010"/>
                </a:lnTo>
                <a:lnTo>
                  <a:pt x="2961771" y="995010"/>
                </a:lnTo>
                <a:lnTo>
                  <a:pt x="2961771" y="902941"/>
                </a:lnTo>
                <a:lnTo>
                  <a:pt x="2979658" y="902941"/>
                </a:lnTo>
                <a:lnTo>
                  <a:pt x="2979658" y="794499"/>
                </a:lnTo>
                <a:lnTo>
                  <a:pt x="3080442" y="794499"/>
                </a:lnTo>
                <a:lnTo>
                  <a:pt x="3080442" y="571357"/>
                </a:lnTo>
                <a:lnTo>
                  <a:pt x="2557805" y="571357"/>
                </a:lnTo>
                <a:lnTo>
                  <a:pt x="2557805" y="794499"/>
                </a:lnTo>
                <a:lnTo>
                  <a:pt x="2632672" y="794499"/>
                </a:lnTo>
                <a:lnTo>
                  <a:pt x="2632672" y="902284"/>
                </a:lnTo>
                <a:lnTo>
                  <a:pt x="2647245" y="902284"/>
                </a:lnTo>
                <a:lnTo>
                  <a:pt x="2647245" y="997581"/>
                </a:lnTo>
                <a:lnTo>
                  <a:pt x="2711139" y="997581"/>
                </a:lnTo>
                <a:lnTo>
                  <a:pt x="2702738" y="1073991"/>
                </a:lnTo>
                <a:lnTo>
                  <a:pt x="2701709" y="1073934"/>
                </a:lnTo>
                <a:cubicBezTo>
                  <a:pt x="2671677" y="1073934"/>
                  <a:pt x="2645845" y="1096479"/>
                  <a:pt x="2642359" y="1126998"/>
                </a:cubicBezTo>
                <a:lnTo>
                  <a:pt x="2596039" y="1533049"/>
                </a:lnTo>
                <a:lnTo>
                  <a:pt x="2595667" y="1539878"/>
                </a:lnTo>
                <a:cubicBezTo>
                  <a:pt x="2595667" y="1569938"/>
                  <a:pt x="2618184" y="1595799"/>
                  <a:pt x="2648731" y="1599285"/>
                </a:cubicBezTo>
                <a:lnTo>
                  <a:pt x="2649389" y="1593484"/>
                </a:lnTo>
                <a:lnTo>
                  <a:pt x="2656675" y="1594313"/>
                </a:lnTo>
                <a:lnTo>
                  <a:pt x="2656675" y="1614230"/>
                </a:lnTo>
                <a:lnTo>
                  <a:pt x="2651503" y="1609372"/>
                </a:lnTo>
                <a:lnTo>
                  <a:pt x="2604411" y="1653463"/>
                </a:lnTo>
                <a:lnTo>
                  <a:pt x="2634873" y="1653463"/>
                </a:lnTo>
                <a:lnTo>
                  <a:pt x="2634873" y="1898265"/>
                </a:lnTo>
                <a:lnTo>
                  <a:pt x="2555634" y="1889236"/>
                </a:lnTo>
                <a:lnTo>
                  <a:pt x="2554291" y="1900837"/>
                </a:lnTo>
                <a:lnTo>
                  <a:pt x="2634873" y="1910010"/>
                </a:lnTo>
                <a:lnTo>
                  <a:pt x="2634873" y="2531231"/>
                </a:lnTo>
                <a:lnTo>
                  <a:pt x="2418759" y="2531231"/>
                </a:lnTo>
                <a:lnTo>
                  <a:pt x="2418759" y="2655960"/>
                </a:lnTo>
                <a:lnTo>
                  <a:pt x="2529830" y="2655960"/>
                </a:lnTo>
                <a:moveTo>
                  <a:pt x="1342225" y="2655960"/>
                </a:moveTo>
                <a:lnTo>
                  <a:pt x="1342225" y="2702366"/>
                </a:lnTo>
                <a:lnTo>
                  <a:pt x="1726530" y="2702366"/>
                </a:lnTo>
                <a:lnTo>
                  <a:pt x="1726530" y="2655960"/>
                </a:lnTo>
                <a:lnTo>
                  <a:pt x="1937871" y="2655960"/>
                </a:lnTo>
                <a:lnTo>
                  <a:pt x="1937871" y="2531231"/>
                </a:lnTo>
                <a:lnTo>
                  <a:pt x="1736332" y="2531231"/>
                </a:lnTo>
                <a:cubicBezTo>
                  <a:pt x="1736703" y="2528516"/>
                  <a:pt x="1736903" y="2525744"/>
                  <a:pt x="1736903" y="2522915"/>
                </a:cubicBezTo>
                <a:lnTo>
                  <a:pt x="1736903" y="2520144"/>
                </a:lnTo>
                <a:lnTo>
                  <a:pt x="1731074" y="2520144"/>
                </a:lnTo>
                <a:lnTo>
                  <a:pt x="1731074" y="2485110"/>
                </a:lnTo>
                <a:lnTo>
                  <a:pt x="1736903" y="2485110"/>
                </a:lnTo>
                <a:lnTo>
                  <a:pt x="1736903" y="2438362"/>
                </a:lnTo>
                <a:lnTo>
                  <a:pt x="1731074" y="2438362"/>
                </a:lnTo>
                <a:lnTo>
                  <a:pt x="1731074" y="2403329"/>
                </a:lnTo>
                <a:lnTo>
                  <a:pt x="1736903" y="2403329"/>
                </a:lnTo>
                <a:lnTo>
                  <a:pt x="1736903" y="2356580"/>
                </a:lnTo>
                <a:lnTo>
                  <a:pt x="1731074" y="2356580"/>
                </a:lnTo>
                <a:lnTo>
                  <a:pt x="1731074" y="2321518"/>
                </a:lnTo>
                <a:lnTo>
                  <a:pt x="1736903" y="2321518"/>
                </a:lnTo>
                <a:lnTo>
                  <a:pt x="1736903" y="2274799"/>
                </a:lnTo>
                <a:lnTo>
                  <a:pt x="1731074" y="2274799"/>
                </a:lnTo>
                <a:lnTo>
                  <a:pt x="1731074" y="2239737"/>
                </a:lnTo>
                <a:lnTo>
                  <a:pt x="1736903" y="2239737"/>
                </a:lnTo>
                <a:lnTo>
                  <a:pt x="1736903" y="2193017"/>
                </a:lnTo>
                <a:lnTo>
                  <a:pt x="1731074" y="2193017"/>
                </a:lnTo>
                <a:lnTo>
                  <a:pt x="1731074" y="2157955"/>
                </a:lnTo>
                <a:lnTo>
                  <a:pt x="1736903" y="2157955"/>
                </a:lnTo>
                <a:lnTo>
                  <a:pt x="1736903" y="2114264"/>
                </a:lnTo>
                <a:lnTo>
                  <a:pt x="1736817" y="2110892"/>
                </a:lnTo>
                <a:lnTo>
                  <a:pt x="1730988" y="2111235"/>
                </a:lnTo>
                <a:cubicBezTo>
                  <a:pt x="1730302" y="2099434"/>
                  <a:pt x="1725816" y="2088203"/>
                  <a:pt x="1718157" y="2079259"/>
                </a:cubicBezTo>
                <a:lnTo>
                  <a:pt x="1722615" y="2075488"/>
                </a:lnTo>
                <a:lnTo>
                  <a:pt x="1719358" y="2071944"/>
                </a:lnTo>
                <a:cubicBezTo>
                  <a:pt x="1709757" y="2062315"/>
                  <a:pt x="1697213" y="2056314"/>
                  <a:pt x="1683839" y="2054800"/>
                </a:cubicBezTo>
                <a:lnTo>
                  <a:pt x="1683782" y="2039083"/>
                </a:lnTo>
                <a:lnTo>
                  <a:pt x="1677924" y="2039112"/>
                </a:lnTo>
                <a:lnTo>
                  <a:pt x="1677781" y="2004050"/>
                </a:lnTo>
                <a:lnTo>
                  <a:pt x="1683639" y="2004022"/>
                </a:lnTo>
                <a:lnTo>
                  <a:pt x="1683439" y="1958902"/>
                </a:lnTo>
                <a:lnTo>
                  <a:pt x="1812284" y="1958902"/>
                </a:lnTo>
                <a:lnTo>
                  <a:pt x="1812284" y="1874034"/>
                </a:lnTo>
                <a:lnTo>
                  <a:pt x="1838173" y="1874034"/>
                </a:lnTo>
                <a:lnTo>
                  <a:pt x="1838173" y="1780794"/>
                </a:lnTo>
                <a:lnTo>
                  <a:pt x="1946757" y="1780794"/>
                </a:lnTo>
                <a:lnTo>
                  <a:pt x="1946757" y="1536420"/>
                </a:lnTo>
                <a:lnTo>
                  <a:pt x="2037712" y="1536420"/>
                </a:lnTo>
                <a:lnTo>
                  <a:pt x="2037712" y="1479613"/>
                </a:lnTo>
                <a:lnTo>
                  <a:pt x="2083746" y="1479613"/>
                </a:lnTo>
                <a:lnTo>
                  <a:pt x="2083746" y="1434636"/>
                </a:lnTo>
                <a:lnTo>
                  <a:pt x="2196532" y="1434636"/>
                </a:lnTo>
                <a:lnTo>
                  <a:pt x="2196532" y="1184690"/>
                </a:lnTo>
                <a:lnTo>
                  <a:pt x="2417445" y="1184690"/>
                </a:lnTo>
                <a:lnTo>
                  <a:pt x="2417445" y="623706"/>
                </a:lnTo>
                <a:lnTo>
                  <a:pt x="2063515" y="623706"/>
                </a:lnTo>
                <a:lnTo>
                  <a:pt x="2063515" y="667512"/>
                </a:lnTo>
                <a:lnTo>
                  <a:pt x="2058915" y="670055"/>
                </a:lnTo>
                <a:lnTo>
                  <a:pt x="2063515" y="680599"/>
                </a:lnTo>
                <a:lnTo>
                  <a:pt x="2063515" y="751151"/>
                </a:lnTo>
                <a:lnTo>
                  <a:pt x="2004279" y="751151"/>
                </a:lnTo>
                <a:lnTo>
                  <a:pt x="2004279" y="797957"/>
                </a:lnTo>
                <a:lnTo>
                  <a:pt x="1946614" y="797957"/>
                </a:lnTo>
                <a:lnTo>
                  <a:pt x="1946614" y="977694"/>
                </a:lnTo>
                <a:lnTo>
                  <a:pt x="2063515" y="977694"/>
                </a:lnTo>
                <a:lnTo>
                  <a:pt x="2063515" y="985666"/>
                </a:lnTo>
                <a:lnTo>
                  <a:pt x="2006051" y="985666"/>
                </a:lnTo>
                <a:lnTo>
                  <a:pt x="2006051" y="1011040"/>
                </a:lnTo>
                <a:lnTo>
                  <a:pt x="1791824" y="1011040"/>
                </a:lnTo>
                <a:lnTo>
                  <a:pt x="1791824" y="953633"/>
                </a:lnTo>
                <a:lnTo>
                  <a:pt x="1269216" y="953633"/>
                </a:lnTo>
                <a:lnTo>
                  <a:pt x="1269216" y="1176804"/>
                </a:lnTo>
                <a:lnTo>
                  <a:pt x="1344082" y="1176804"/>
                </a:lnTo>
                <a:lnTo>
                  <a:pt x="1344082" y="1284560"/>
                </a:lnTo>
                <a:lnTo>
                  <a:pt x="1358627" y="1284560"/>
                </a:lnTo>
                <a:lnTo>
                  <a:pt x="1358627" y="1379858"/>
                </a:lnTo>
                <a:lnTo>
                  <a:pt x="1422549" y="1379858"/>
                </a:lnTo>
                <a:lnTo>
                  <a:pt x="1414176" y="1456267"/>
                </a:lnTo>
                <a:lnTo>
                  <a:pt x="1413148" y="1456211"/>
                </a:lnTo>
                <a:cubicBezTo>
                  <a:pt x="1383116" y="1456211"/>
                  <a:pt x="1357227" y="1478756"/>
                  <a:pt x="1353741" y="1509274"/>
                </a:cubicBezTo>
                <a:lnTo>
                  <a:pt x="1307478" y="1915325"/>
                </a:lnTo>
                <a:lnTo>
                  <a:pt x="1307078" y="1922154"/>
                </a:lnTo>
                <a:cubicBezTo>
                  <a:pt x="1307078" y="1952215"/>
                  <a:pt x="1329623" y="1978075"/>
                  <a:pt x="1360141" y="1981562"/>
                </a:cubicBezTo>
                <a:lnTo>
                  <a:pt x="1360799" y="1975761"/>
                </a:lnTo>
                <a:lnTo>
                  <a:pt x="1476127" y="1988906"/>
                </a:lnTo>
                <a:lnTo>
                  <a:pt x="1475470" y="1994706"/>
                </a:lnTo>
                <a:lnTo>
                  <a:pt x="1482328" y="1995106"/>
                </a:lnTo>
                <a:cubicBezTo>
                  <a:pt x="1512360" y="1995106"/>
                  <a:pt x="1538221" y="1972589"/>
                  <a:pt x="1541707" y="1942042"/>
                </a:cubicBezTo>
                <a:lnTo>
                  <a:pt x="1542278" y="1937185"/>
                </a:lnTo>
                <a:lnTo>
                  <a:pt x="1560481" y="1937185"/>
                </a:lnTo>
                <a:lnTo>
                  <a:pt x="1560567" y="1957044"/>
                </a:lnTo>
                <a:lnTo>
                  <a:pt x="1554708" y="1957073"/>
                </a:lnTo>
                <a:lnTo>
                  <a:pt x="1554909" y="2003793"/>
                </a:lnTo>
                <a:lnTo>
                  <a:pt x="1560738" y="2003793"/>
                </a:lnTo>
                <a:lnTo>
                  <a:pt x="1560881" y="2038826"/>
                </a:lnTo>
                <a:lnTo>
                  <a:pt x="1555023" y="2038854"/>
                </a:lnTo>
                <a:lnTo>
                  <a:pt x="1555109" y="2054742"/>
                </a:lnTo>
                <a:lnTo>
                  <a:pt x="1554509" y="2054771"/>
                </a:lnTo>
                <a:lnTo>
                  <a:pt x="1555109" y="2060572"/>
                </a:lnTo>
                <a:cubicBezTo>
                  <a:pt x="1543079" y="2061857"/>
                  <a:pt x="1532220" y="2067115"/>
                  <a:pt x="1523876" y="2075002"/>
                </a:cubicBezTo>
                <a:lnTo>
                  <a:pt x="1519847" y="2070773"/>
                </a:lnTo>
                <a:cubicBezTo>
                  <a:pt x="1508331" y="2081660"/>
                  <a:pt x="1501102" y="2097148"/>
                  <a:pt x="1501130" y="2114264"/>
                </a:cubicBezTo>
                <a:lnTo>
                  <a:pt x="1501130" y="2117036"/>
                </a:lnTo>
                <a:lnTo>
                  <a:pt x="1506960" y="2117036"/>
                </a:lnTo>
                <a:lnTo>
                  <a:pt x="1506960" y="2152097"/>
                </a:lnTo>
                <a:lnTo>
                  <a:pt x="1501130" y="2152097"/>
                </a:lnTo>
                <a:lnTo>
                  <a:pt x="1501130" y="2198817"/>
                </a:lnTo>
                <a:lnTo>
                  <a:pt x="1506960" y="2198817"/>
                </a:lnTo>
                <a:lnTo>
                  <a:pt x="1506960" y="2233879"/>
                </a:lnTo>
                <a:lnTo>
                  <a:pt x="1501130" y="2233879"/>
                </a:lnTo>
                <a:lnTo>
                  <a:pt x="1501130" y="2280599"/>
                </a:lnTo>
                <a:lnTo>
                  <a:pt x="1506960" y="2280599"/>
                </a:lnTo>
                <a:lnTo>
                  <a:pt x="1506960" y="2315661"/>
                </a:lnTo>
                <a:lnTo>
                  <a:pt x="1501130" y="2315661"/>
                </a:lnTo>
                <a:lnTo>
                  <a:pt x="1501130" y="2362381"/>
                </a:lnTo>
                <a:lnTo>
                  <a:pt x="1506960" y="2362381"/>
                </a:lnTo>
                <a:lnTo>
                  <a:pt x="1506960" y="2397442"/>
                </a:lnTo>
                <a:lnTo>
                  <a:pt x="1501130" y="2397442"/>
                </a:lnTo>
                <a:lnTo>
                  <a:pt x="1501130" y="2444191"/>
                </a:lnTo>
                <a:lnTo>
                  <a:pt x="1506960" y="2444191"/>
                </a:lnTo>
                <a:lnTo>
                  <a:pt x="1506960" y="2479224"/>
                </a:lnTo>
                <a:lnTo>
                  <a:pt x="1501130" y="2479224"/>
                </a:lnTo>
                <a:lnTo>
                  <a:pt x="1501130" y="2522915"/>
                </a:lnTo>
                <a:lnTo>
                  <a:pt x="1501217" y="2526287"/>
                </a:lnTo>
                <a:lnTo>
                  <a:pt x="1507045" y="2525972"/>
                </a:lnTo>
                <a:cubicBezTo>
                  <a:pt x="1507132" y="2527744"/>
                  <a:pt x="1507331" y="2529487"/>
                  <a:pt x="1507589" y="2531231"/>
                </a:cubicBezTo>
                <a:lnTo>
                  <a:pt x="1445609" y="2531231"/>
                </a:lnTo>
                <a:lnTo>
                  <a:pt x="1445609" y="2049056"/>
                </a:lnTo>
                <a:lnTo>
                  <a:pt x="1476070" y="2049056"/>
                </a:lnTo>
                <a:lnTo>
                  <a:pt x="1428978" y="2004936"/>
                </a:lnTo>
                <a:lnTo>
                  <a:pt x="1381887" y="2049056"/>
                </a:lnTo>
                <a:lnTo>
                  <a:pt x="1412348" y="2049056"/>
                </a:lnTo>
                <a:lnTo>
                  <a:pt x="1412348" y="2531231"/>
                </a:lnTo>
                <a:lnTo>
                  <a:pt x="1233183" y="2531231"/>
                </a:lnTo>
                <a:lnTo>
                  <a:pt x="1233183" y="2655960"/>
                </a:lnTo>
                <a:lnTo>
                  <a:pt x="1342225" y="2655960"/>
                </a:lnTo>
                <a:moveTo>
                  <a:pt x="2741857" y="2531231"/>
                </a:moveTo>
                <a:lnTo>
                  <a:pt x="2668105" y="2531231"/>
                </a:lnTo>
                <a:lnTo>
                  <a:pt x="2668105" y="1913782"/>
                </a:lnTo>
                <a:lnTo>
                  <a:pt x="2731513" y="1921011"/>
                </a:lnTo>
                <a:lnTo>
                  <a:pt x="2731513" y="1937185"/>
                </a:lnTo>
                <a:lnTo>
                  <a:pt x="2794750" y="1937185"/>
                </a:lnTo>
                <a:lnTo>
                  <a:pt x="2794806" y="1957044"/>
                </a:lnTo>
                <a:lnTo>
                  <a:pt x="2788977" y="1957073"/>
                </a:lnTo>
                <a:lnTo>
                  <a:pt x="2789149" y="2003793"/>
                </a:lnTo>
                <a:lnTo>
                  <a:pt x="2795006" y="2003793"/>
                </a:lnTo>
                <a:lnTo>
                  <a:pt x="2795149" y="2038826"/>
                </a:lnTo>
                <a:lnTo>
                  <a:pt x="2789292" y="2038854"/>
                </a:lnTo>
                <a:lnTo>
                  <a:pt x="2789348" y="2054742"/>
                </a:lnTo>
                <a:lnTo>
                  <a:pt x="2788777" y="2054771"/>
                </a:lnTo>
                <a:lnTo>
                  <a:pt x="2789377" y="2060572"/>
                </a:lnTo>
                <a:cubicBezTo>
                  <a:pt x="2777347" y="2061857"/>
                  <a:pt x="2766489" y="2067115"/>
                  <a:pt x="2758145" y="2075002"/>
                </a:cubicBezTo>
                <a:lnTo>
                  <a:pt x="2754115" y="2070773"/>
                </a:lnTo>
                <a:cubicBezTo>
                  <a:pt x="2742600" y="2081660"/>
                  <a:pt x="2735399" y="2097148"/>
                  <a:pt x="2735399" y="2114264"/>
                </a:cubicBezTo>
                <a:lnTo>
                  <a:pt x="2735399" y="2117036"/>
                </a:lnTo>
                <a:lnTo>
                  <a:pt x="2741228" y="2117036"/>
                </a:lnTo>
                <a:lnTo>
                  <a:pt x="2741228" y="2152097"/>
                </a:lnTo>
                <a:lnTo>
                  <a:pt x="2735399" y="2152097"/>
                </a:lnTo>
                <a:lnTo>
                  <a:pt x="2735399" y="2198817"/>
                </a:lnTo>
                <a:lnTo>
                  <a:pt x="2741228" y="2198817"/>
                </a:lnTo>
                <a:lnTo>
                  <a:pt x="2741228" y="2233879"/>
                </a:lnTo>
                <a:lnTo>
                  <a:pt x="2735399" y="2233879"/>
                </a:lnTo>
                <a:lnTo>
                  <a:pt x="2735399" y="2280599"/>
                </a:lnTo>
                <a:lnTo>
                  <a:pt x="2741228" y="2280599"/>
                </a:lnTo>
                <a:lnTo>
                  <a:pt x="2741228" y="2315661"/>
                </a:lnTo>
                <a:lnTo>
                  <a:pt x="2735399" y="2315661"/>
                </a:lnTo>
                <a:lnTo>
                  <a:pt x="2735399" y="2362381"/>
                </a:lnTo>
                <a:lnTo>
                  <a:pt x="2741228" y="2362381"/>
                </a:lnTo>
                <a:lnTo>
                  <a:pt x="2741228" y="2397442"/>
                </a:lnTo>
                <a:lnTo>
                  <a:pt x="2735399" y="2397442"/>
                </a:lnTo>
                <a:lnTo>
                  <a:pt x="2735399" y="2444191"/>
                </a:lnTo>
                <a:lnTo>
                  <a:pt x="2741228" y="2444191"/>
                </a:lnTo>
                <a:lnTo>
                  <a:pt x="2741228" y="2479224"/>
                </a:lnTo>
                <a:lnTo>
                  <a:pt x="2735399" y="2479224"/>
                </a:lnTo>
                <a:lnTo>
                  <a:pt x="2735399" y="2522915"/>
                </a:lnTo>
                <a:lnTo>
                  <a:pt x="2735485" y="2526287"/>
                </a:lnTo>
                <a:lnTo>
                  <a:pt x="2741314" y="2525972"/>
                </a:lnTo>
                <a:cubicBezTo>
                  <a:pt x="2741400" y="2527744"/>
                  <a:pt x="2741600" y="2529487"/>
                  <a:pt x="2741857" y="2531231"/>
                </a:cubicBezTo>
                <a:moveTo>
                  <a:pt x="308582" y="2531231"/>
                </a:moveTo>
                <a:lnTo>
                  <a:pt x="223085" y="2531231"/>
                </a:lnTo>
                <a:lnTo>
                  <a:pt x="223085" y="2382441"/>
                </a:lnTo>
                <a:lnTo>
                  <a:pt x="253574" y="2382441"/>
                </a:lnTo>
                <a:lnTo>
                  <a:pt x="206455" y="2338349"/>
                </a:lnTo>
                <a:lnTo>
                  <a:pt x="159363" y="2382441"/>
                </a:lnTo>
                <a:lnTo>
                  <a:pt x="189824" y="2382441"/>
                </a:lnTo>
                <a:lnTo>
                  <a:pt x="189824" y="2531231"/>
                </a:lnTo>
                <a:lnTo>
                  <a:pt x="0" y="2531231"/>
                </a:lnTo>
                <a:lnTo>
                  <a:pt x="0" y="1511674"/>
                </a:lnTo>
                <a:lnTo>
                  <a:pt x="73496" y="1511674"/>
                </a:lnTo>
                <a:lnTo>
                  <a:pt x="73496" y="1636919"/>
                </a:lnTo>
                <a:lnTo>
                  <a:pt x="88754" y="1636919"/>
                </a:lnTo>
                <a:lnTo>
                  <a:pt x="88754" y="1731616"/>
                </a:lnTo>
                <a:lnTo>
                  <a:pt x="161535" y="1731616"/>
                </a:lnTo>
                <a:lnTo>
                  <a:pt x="157563" y="1808140"/>
                </a:lnTo>
                <a:cubicBezTo>
                  <a:pt x="127102" y="1809340"/>
                  <a:pt x="101984" y="1833543"/>
                  <a:pt x="100213" y="1864604"/>
                </a:cubicBezTo>
                <a:lnTo>
                  <a:pt x="77238" y="2272684"/>
                </a:lnTo>
                <a:lnTo>
                  <a:pt x="77124" y="2276084"/>
                </a:lnTo>
                <a:cubicBezTo>
                  <a:pt x="77124" y="2307602"/>
                  <a:pt x="101727" y="2333977"/>
                  <a:pt x="133617" y="2335777"/>
                </a:cubicBezTo>
                <a:lnTo>
                  <a:pt x="133931" y="2329948"/>
                </a:lnTo>
                <a:lnTo>
                  <a:pt x="249860" y="2336406"/>
                </a:lnTo>
                <a:lnTo>
                  <a:pt x="249517" y="2342235"/>
                </a:lnTo>
                <a:lnTo>
                  <a:pt x="252946" y="2342321"/>
                </a:lnTo>
                <a:cubicBezTo>
                  <a:pt x="273149" y="2342321"/>
                  <a:pt x="291237" y="2332205"/>
                  <a:pt x="302096" y="2316575"/>
                </a:cubicBezTo>
                <a:lnTo>
                  <a:pt x="302096" y="2362381"/>
                </a:lnTo>
                <a:lnTo>
                  <a:pt x="307924" y="2362381"/>
                </a:lnTo>
                <a:lnTo>
                  <a:pt x="307924" y="2397442"/>
                </a:lnTo>
                <a:lnTo>
                  <a:pt x="302096" y="2397442"/>
                </a:lnTo>
                <a:lnTo>
                  <a:pt x="302096" y="2444191"/>
                </a:lnTo>
                <a:lnTo>
                  <a:pt x="307924" y="2444191"/>
                </a:lnTo>
                <a:lnTo>
                  <a:pt x="307924" y="2479224"/>
                </a:lnTo>
                <a:lnTo>
                  <a:pt x="302096" y="2479224"/>
                </a:lnTo>
                <a:lnTo>
                  <a:pt x="302096" y="2522915"/>
                </a:lnTo>
                <a:lnTo>
                  <a:pt x="302181" y="2526287"/>
                </a:lnTo>
                <a:lnTo>
                  <a:pt x="308010" y="2525972"/>
                </a:lnTo>
                <a:cubicBezTo>
                  <a:pt x="308125" y="2527744"/>
                  <a:pt x="308296" y="2529487"/>
                  <a:pt x="308582" y="2531231"/>
                </a:cubicBezTo>
                <a:moveTo>
                  <a:pt x="307924" y="2315661"/>
                </a:moveTo>
                <a:lnTo>
                  <a:pt x="302695" y="2315661"/>
                </a:lnTo>
                <a:cubicBezTo>
                  <a:pt x="304724" y="2312631"/>
                  <a:pt x="306496" y="2309403"/>
                  <a:pt x="307924" y="2306002"/>
                </a:cubicBezTo>
                <a:lnTo>
                  <a:pt x="307924" y="2315661"/>
                </a:lnTo>
                <a:moveTo>
                  <a:pt x="324841" y="2075002"/>
                </a:moveTo>
                <a:lnTo>
                  <a:pt x="324526" y="2074687"/>
                </a:lnTo>
                <a:lnTo>
                  <a:pt x="332270" y="1937185"/>
                </a:lnTo>
                <a:lnTo>
                  <a:pt x="361445" y="1937185"/>
                </a:lnTo>
                <a:lnTo>
                  <a:pt x="361531" y="1957044"/>
                </a:lnTo>
                <a:lnTo>
                  <a:pt x="355674" y="1957073"/>
                </a:lnTo>
                <a:lnTo>
                  <a:pt x="355873" y="2003793"/>
                </a:lnTo>
                <a:lnTo>
                  <a:pt x="361703" y="2003793"/>
                </a:lnTo>
                <a:lnTo>
                  <a:pt x="361845" y="2038826"/>
                </a:lnTo>
                <a:lnTo>
                  <a:pt x="356015" y="2038854"/>
                </a:lnTo>
                <a:lnTo>
                  <a:pt x="356073" y="2054742"/>
                </a:lnTo>
                <a:lnTo>
                  <a:pt x="355473" y="2054771"/>
                </a:lnTo>
                <a:lnTo>
                  <a:pt x="356102" y="2060572"/>
                </a:lnTo>
                <a:cubicBezTo>
                  <a:pt x="344043" y="2061857"/>
                  <a:pt x="333185" y="2067115"/>
                  <a:pt x="324841" y="2075002"/>
                </a:cubicBezTo>
                <a:moveTo>
                  <a:pt x="2906449" y="2060257"/>
                </a:moveTo>
                <a:lnTo>
                  <a:pt x="2801064" y="2060257"/>
                </a:lnTo>
                <a:lnTo>
                  <a:pt x="2800979" y="2038797"/>
                </a:lnTo>
                <a:lnTo>
                  <a:pt x="2795149" y="2038826"/>
                </a:lnTo>
                <a:lnTo>
                  <a:pt x="2795006" y="2003793"/>
                </a:lnTo>
                <a:lnTo>
                  <a:pt x="2800836" y="2003764"/>
                </a:lnTo>
                <a:lnTo>
                  <a:pt x="2800665" y="1957016"/>
                </a:lnTo>
                <a:lnTo>
                  <a:pt x="2794806" y="1957044"/>
                </a:lnTo>
                <a:lnTo>
                  <a:pt x="2794750" y="1937185"/>
                </a:lnTo>
                <a:lnTo>
                  <a:pt x="2857129" y="1937185"/>
                </a:lnTo>
                <a:lnTo>
                  <a:pt x="2857129" y="1903266"/>
                </a:lnTo>
                <a:cubicBezTo>
                  <a:pt x="2857558" y="1903266"/>
                  <a:pt x="2857986" y="1903237"/>
                  <a:pt x="2858415" y="1903237"/>
                </a:cubicBezTo>
                <a:lnTo>
                  <a:pt x="2858643" y="1909067"/>
                </a:lnTo>
                <a:cubicBezTo>
                  <a:pt x="2877159" y="1908210"/>
                  <a:pt x="2893447" y="1903809"/>
                  <a:pt x="2904677" y="1896637"/>
                </a:cubicBezTo>
                <a:lnTo>
                  <a:pt x="2904677" y="1958902"/>
                </a:lnTo>
                <a:lnTo>
                  <a:pt x="2906020" y="1958902"/>
                </a:lnTo>
                <a:lnTo>
                  <a:pt x="2906221" y="2004079"/>
                </a:lnTo>
                <a:lnTo>
                  <a:pt x="2912050" y="2004050"/>
                </a:lnTo>
                <a:lnTo>
                  <a:pt x="2912193" y="2039112"/>
                </a:lnTo>
                <a:lnTo>
                  <a:pt x="2906363" y="2039140"/>
                </a:lnTo>
                <a:lnTo>
                  <a:pt x="2906449" y="2060257"/>
                </a:lnTo>
                <a:moveTo>
                  <a:pt x="1672181" y="2060257"/>
                </a:moveTo>
                <a:lnTo>
                  <a:pt x="1566796" y="2060257"/>
                </a:lnTo>
                <a:lnTo>
                  <a:pt x="1566710" y="2038797"/>
                </a:lnTo>
                <a:lnTo>
                  <a:pt x="1560881" y="2038826"/>
                </a:lnTo>
                <a:lnTo>
                  <a:pt x="1560738" y="2003793"/>
                </a:lnTo>
                <a:lnTo>
                  <a:pt x="1566567" y="2003764"/>
                </a:lnTo>
                <a:lnTo>
                  <a:pt x="1566396" y="1957016"/>
                </a:lnTo>
                <a:lnTo>
                  <a:pt x="1560567" y="1957044"/>
                </a:lnTo>
                <a:lnTo>
                  <a:pt x="1560481" y="1937185"/>
                </a:lnTo>
                <a:lnTo>
                  <a:pt x="1622889" y="1937185"/>
                </a:lnTo>
                <a:lnTo>
                  <a:pt x="1622889" y="1903266"/>
                </a:lnTo>
                <a:cubicBezTo>
                  <a:pt x="1623289" y="1903266"/>
                  <a:pt x="1623717" y="1903237"/>
                  <a:pt x="1624146" y="1903237"/>
                </a:cubicBezTo>
                <a:lnTo>
                  <a:pt x="1624403" y="1909067"/>
                </a:lnTo>
                <a:cubicBezTo>
                  <a:pt x="1642892" y="1908210"/>
                  <a:pt x="1659179" y="1903809"/>
                  <a:pt x="1670409" y="1896637"/>
                </a:cubicBezTo>
                <a:lnTo>
                  <a:pt x="1670409" y="1958902"/>
                </a:lnTo>
                <a:lnTo>
                  <a:pt x="1671781" y="1958902"/>
                </a:lnTo>
                <a:lnTo>
                  <a:pt x="1671951" y="2004079"/>
                </a:lnTo>
                <a:lnTo>
                  <a:pt x="1677781" y="2004050"/>
                </a:lnTo>
                <a:lnTo>
                  <a:pt x="1677924" y="2039112"/>
                </a:lnTo>
                <a:lnTo>
                  <a:pt x="1672094" y="2039140"/>
                </a:lnTo>
                <a:lnTo>
                  <a:pt x="1672181" y="2060257"/>
                </a:lnTo>
                <a:moveTo>
                  <a:pt x="473145" y="2060257"/>
                </a:moveTo>
                <a:lnTo>
                  <a:pt x="367760" y="2060257"/>
                </a:lnTo>
                <a:lnTo>
                  <a:pt x="367675" y="2038797"/>
                </a:lnTo>
                <a:lnTo>
                  <a:pt x="361845" y="2038826"/>
                </a:lnTo>
                <a:lnTo>
                  <a:pt x="361703" y="2003793"/>
                </a:lnTo>
                <a:lnTo>
                  <a:pt x="367560" y="2003764"/>
                </a:lnTo>
                <a:lnTo>
                  <a:pt x="367361" y="1957016"/>
                </a:lnTo>
                <a:lnTo>
                  <a:pt x="361531" y="1957044"/>
                </a:lnTo>
                <a:lnTo>
                  <a:pt x="361445" y="1937185"/>
                </a:lnTo>
                <a:lnTo>
                  <a:pt x="423853" y="1937185"/>
                </a:lnTo>
                <a:lnTo>
                  <a:pt x="423853" y="1903266"/>
                </a:lnTo>
                <a:cubicBezTo>
                  <a:pt x="424253" y="1903266"/>
                  <a:pt x="424682" y="1903237"/>
                  <a:pt x="425111" y="1903237"/>
                </a:cubicBezTo>
                <a:lnTo>
                  <a:pt x="425367" y="1909067"/>
                </a:lnTo>
                <a:cubicBezTo>
                  <a:pt x="443884" y="1908210"/>
                  <a:pt x="460143" y="1903809"/>
                  <a:pt x="471373" y="1896637"/>
                </a:cubicBezTo>
                <a:lnTo>
                  <a:pt x="471373" y="1958902"/>
                </a:lnTo>
                <a:lnTo>
                  <a:pt x="472745" y="1958902"/>
                </a:lnTo>
                <a:lnTo>
                  <a:pt x="472916" y="2004079"/>
                </a:lnTo>
                <a:lnTo>
                  <a:pt x="478774" y="2004050"/>
                </a:lnTo>
                <a:lnTo>
                  <a:pt x="478889" y="2039112"/>
                </a:lnTo>
                <a:lnTo>
                  <a:pt x="473059" y="2039140"/>
                </a:lnTo>
                <a:lnTo>
                  <a:pt x="473145" y="2060257"/>
                </a:lnTo>
                <a:moveTo>
                  <a:pt x="2731513" y="1909238"/>
                </a:moveTo>
                <a:lnTo>
                  <a:pt x="2668105" y="1902037"/>
                </a:lnTo>
                <a:lnTo>
                  <a:pt x="2668105" y="1780794"/>
                </a:lnTo>
                <a:lnTo>
                  <a:pt x="2716511" y="1780794"/>
                </a:lnTo>
                <a:lnTo>
                  <a:pt x="2716511" y="1841030"/>
                </a:lnTo>
                <a:lnTo>
                  <a:pt x="2731513" y="1841030"/>
                </a:lnTo>
                <a:lnTo>
                  <a:pt x="2731513" y="1909238"/>
                </a:lnTo>
                <a:moveTo>
                  <a:pt x="471373" y="1893379"/>
                </a:moveTo>
                <a:lnTo>
                  <a:pt x="469602" y="1890807"/>
                </a:lnTo>
                <a:cubicBezTo>
                  <a:pt x="470202" y="1890379"/>
                  <a:pt x="470802" y="1889950"/>
                  <a:pt x="471373" y="1889493"/>
                </a:cubicBezTo>
                <a:lnTo>
                  <a:pt x="471373" y="1893379"/>
                </a:lnTo>
                <a:moveTo>
                  <a:pt x="2904677" y="1893379"/>
                </a:moveTo>
                <a:lnTo>
                  <a:pt x="2902877" y="1890807"/>
                </a:lnTo>
                <a:cubicBezTo>
                  <a:pt x="2903506" y="1890379"/>
                  <a:pt x="2904106" y="1889950"/>
                  <a:pt x="2904677" y="1889493"/>
                </a:cubicBezTo>
                <a:lnTo>
                  <a:pt x="2904677" y="1893379"/>
                </a:lnTo>
                <a:moveTo>
                  <a:pt x="1670409" y="1893379"/>
                </a:moveTo>
                <a:lnTo>
                  <a:pt x="1668638" y="1890807"/>
                </a:lnTo>
                <a:cubicBezTo>
                  <a:pt x="1669238" y="1890379"/>
                  <a:pt x="1669838" y="1889950"/>
                  <a:pt x="1670409" y="1889493"/>
                </a:cubicBezTo>
                <a:lnTo>
                  <a:pt x="1670409" y="1893379"/>
                </a:lnTo>
                <a:moveTo>
                  <a:pt x="2904677" y="1853374"/>
                </a:moveTo>
                <a:cubicBezTo>
                  <a:pt x="2894333" y="1846716"/>
                  <a:pt x="2879732" y="1842573"/>
                  <a:pt x="2863044" y="1841230"/>
                </a:cubicBezTo>
                <a:lnTo>
                  <a:pt x="2862587" y="1847059"/>
                </a:lnTo>
                <a:cubicBezTo>
                  <a:pt x="2860786" y="1846916"/>
                  <a:pt x="2858986" y="1846802"/>
                  <a:pt x="2857129" y="1846745"/>
                </a:cubicBezTo>
                <a:lnTo>
                  <a:pt x="2857129" y="1780794"/>
                </a:lnTo>
                <a:lnTo>
                  <a:pt x="2904677" y="1780794"/>
                </a:lnTo>
                <a:lnTo>
                  <a:pt x="2904677" y="1853374"/>
                </a:lnTo>
                <a:moveTo>
                  <a:pt x="471373" y="1853374"/>
                </a:moveTo>
                <a:cubicBezTo>
                  <a:pt x="461029" y="1846716"/>
                  <a:pt x="446427" y="1842573"/>
                  <a:pt x="429739" y="1841230"/>
                </a:cubicBezTo>
                <a:lnTo>
                  <a:pt x="429283" y="1847059"/>
                </a:lnTo>
                <a:cubicBezTo>
                  <a:pt x="427511" y="1846916"/>
                  <a:pt x="425682" y="1846802"/>
                  <a:pt x="423853" y="1846745"/>
                </a:cubicBezTo>
                <a:lnTo>
                  <a:pt x="423853" y="1780794"/>
                </a:lnTo>
                <a:lnTo>
                  <a:pt x="471373" y="1780794"/>
                </a:lnTo>
                <a:lnTo>
                  <a:pt x="471373" y="1853374"/>
                </a:lnTo>
                <a:moveTo>
                  <a:pt x="1670409" y="1853374"/>
                </a:moveTo>
                <a:cubicBezTo>
                  <a:pt x="1660065" y="1846716"/>
                  <a:pt x="1645463" y="1842573"/>
                  <a:pt x="1628775" y="1841230"/>
                </a:cubicBezTo>
                <a:lnTo>
                  <a:pt x="1628318" y="1847059"/>
                </a:lnTo>
                <a:cubicBezTo>
                  <a:pt x="1626546" y="1846916"/>
                  <a:pt x="1624717" y="1846802"/>
                  <a:pt x="1622889" y="1846745"/>
                </a:cubicBezTo>
                <a:lnTo>
                  <a:pt x="1622889" y="1780794"/>
                </a:lnTo>
                <a:lnTo>
                  <a:pt x="1670409" y="1780794"/>
                </a:lnTo>
                <a:lnTo>
                  <a:pt x="1670409" y="1853374"/>
                </a:lnTo>
                <a:moveTo>
                  <a:pt x="278920" y="1820484"/>
                </a:moveTo>
                <a:lnTo>
                  <a:pt x="168935" y="1814369"/>
                </a:lnTo>
                <a:lnTo>
                  <a:pt x="173222" y="1731616"/>
                </a:lnTo>
                <a:lnTo>
                  <a:pt x="210741" y="1731616"/>
                </a:lnTo>
                <a:lnTo>
                  <a:pt x="210741" y="1658236"/>
                </a:lnTo>
                <a:cubicBezTo>
                  <a:pt x="214769" y="1659064"/>
                  <a:pt x="218999" y="1659722"/>
                  <a:pt x="223399" y="1660179"/>
                </a:cubicBezTo>
                <a:lnTo>
                  <a:pt x="223399" y="1780794"/>
                </a:lnTo>
                <a:lnTo>
                  <a:pt x="276149" y="1780794"/>
                </a:lnTo>
                <a:lnTo>
                  <a:pt x="274092" y="1820170"/>
                </a:lnTo>
                <a:lnTo>
                  <a:pt x="278920" y="1820399"/>
                </a:lnTo>
                <a:lnTo>
                  <a:pt x="278920" y="1820484"/>
                </a:lnTo>
                <a:moveTo>
                  <a:pt x="210741" y="1604600"/>
                </a:moveTo>
                <a:lnTo>
                  <a:pt x="210741" y="1527562"/>
                </a:lnTo>
                <a:lnTo>
                  <a:pt x="195110" y="1527562"/>
                </a:lnTo>
                <a:lnTo>
                  <a:pt x="195110" y="1511674"/>
                </a:lnTo>
                <a:lnTo>
                  <a:pt x="223399" y="1511674"/>
                </a:lnTo>
                <a:lnTo>
                  <a:pt x="223399" y="1603743"/>
                </a:lnTo>
                <a:cubicBezTo>
                  <a:pt x="219028" y="1603800"/>
                  <a:pt x="214798" y="1604115"/>
                  <a:pt x="210741" y="1604600"/>
                </a:cubicBezTo>
                <a:moveTo>
                  <a:pt x="1861261" y="1500844"/>
                </a:moveTo>
                <a:lnTo>
                  <a:pt x="1581226" y="1500844"/>
                </a:lnTo>
                <a:cubicBezTo>
                  <a:pt x="1579541" y="1497758"/>
                  <a:pt x="1577598" y="1494787"/>
                  <a:pt x="1575369" y="1491986"/>
                </a:cubicBezTo>
                <a:cubicBezTo>
                  <a:pt x="1566910" y="1481328"/>
                  <a:pt x="1555109" y="1473927"/>
                  <a:pt x="1541964" y="1470898"/>
                </a:cubicBezTo>
                <a:lnTo>
                  <a:pt x="1552280" y="1377286"/>
                </a:lnTo>
                <a:lnTo>
                  <a:pt x="1673209" y="1377286"/>
                </a:lnTo>
                <a:lnTo>
                  <a:pt x="1673209" y="1285217"/>
                </a:lnTo>
                <a:lnTo>
                  <a:pt x="1675410" y="1285217"/>
                </a:lnTo>
                <a:lnTo>
                  <a:pt x="1675410" y="1355969"/>
                </a:lnTo>
                <a:lnTo>
                  <a:pt x="1698698" y="1355969"/>
                </a:lnTo>
                <a:lnTo>
                  <a:pt x="1698698" y="1470870"/>
                </a:lnTo>
                <a:lnTo>
                  <a:pt x="1854432" y="1470870"/>
                </a:lnTo>
                <a:lnTo>
                  <a:pt x="1854432" y="1434636"/>
                </a:lnTo>
                <a:lnTo>
                  <a:pt x="1861261" y="1434636"/>
                </a:lnTo>
                <a:lnTo>
                  <a:pt x="1861261" y="1500844"/>
                </a:lnTo>
                <a:moveTo>
                  <a:pt x="662254" y="1500844"/>
                </a:moveTo>
                <a:lnTo>
                  <a:pt x="513236" y="1500844"/>
                </a:lnTo>
                <a:lnTo>
                  <a:pt x="513236" y="1470870"/>
                </a:lnTo>
                <a:lnTo>
                  <a:pt x="655396" y="1470870"/>
                </a:lnTo>
                <a:lnTo>
                  <a:pt x="655396" y="1434636"/>
                </a:lnTo>
                <a:lnTo>
                  <a:pt x="662254" y="1434636"/>
                </a:lnTo>
                <a:lnTo>
                  <a:pt x="662254" y="1500844"/>
                </a:lnTo>
                <a:moveTo>
                  <a:pt x="1534649" y="1475555"/>
                </a:moveTo>
                <a:lnTo>
                  <a:pt x="1531734" y="1475241"/>
                </a:lnTo>
                <a:lnTo>
                  <a:pt x="1534649" y="1475555"/>
                </a:lnTo>
                <a:moveTo>
                  <a:pt x="1529763" y="1475013"/>
                </a:moveTo>
                <a:lnTo>
                  <a:pt x="1425178" y="1463068"/>
                </a:lnTo>
                <a:lnTo>
                  <a:pt x="1434322" y="1379858"/>
                </a:lnTo>
                <a:lnTo>
                  <a:pt x="1480785" y="1379858"/>
                </a:lnTo>
                <a:lnTo>
                  <a:pt x="1480785" y="1310792"/>
                </a:lnTo>
                <a:cubicBezTo>
                  <a:pt x="1484986" y="1311735"/>
                  <a:pt x="1489386" y="1312450"/>
                  <a:pt x="1493930" y="1312992"/>
                </a:cubicBezTo>
                <a:cubicBezTo>
                  <a:pt x="1498787" y="1313535"/>
                  <a:pt x="1503560" y="1313792"/>
                  <a:pt x="1508132" y="1313792"/>
                </a:cubicBezTo>
                <a:cubicBezTo>
                  <a:pt x="1523848" y="1313792"/>
                  <a:pt x="1537535" y="1310678"/>
                  <a:pt x="1546422" y="1305391"/>
                </a:cubicBezTo>
                <a:lnTo>
                  <a:pt x="1546422" y="1323851"/>
                </a:lnTo>
                <a:lnTo>
                  <a:pt x="1529763" y="1475013"/>
                </a:lnTo>
                <a:moveTo>
                  <a:pt x="1546422" y="1272873"/>
                </a:moveTo>
                <a:cubicBezTo>
                  <a:pt x="1536249" y="1265044"/>
                  <a:pt x="1519705" y="1258871"/>
                  <a:pt x="1500559" y="1256671"/>
                </a:cubicBezTo>
                <a:cubicBezTo>
                  <a:pt x="1495702" y="1256128"/>
                  <a:pt x="1490958" y="1255871"/>
                  <a:pt x="1486386" y="1255871"/>
                </a:cubicBezTo>
                <a:cubicBezTo>
                  <a:pt x="1484472" y="1255871"/>
                  <a:pt x="1482614" y="1255900"/>
                  <a:pt x="1480785" y="1255985"/>
                </a:cubicBezTo>
                <a:lnTo>
                  <a:pt x="1480785" y="1176804"/>
                </a:lnTo>
                <a:lnTo>
                  <a:pt x="1546422" y="1176804"/>
                </a:lnTo>
                <a:lnTo>
                  <a:pt x="1546422" y="1272873"/>
                </a:lnTo>
                <a:moveTo>
                  <a:pt x="2823267" y="1093279"/>
                </a:moveTo>
                <a:lnTo>
                  <a:pt x="2820038" y="1092936"/>
                </a:lnTo>
                <a:lnTo>
                  <a:pt x="2823267" y="1093279"/>
                </a:lnTo>
                <a:moveTo>
                  <a:pt x="2818381" y="1092736"/>
                </a:moveTo>
                <a:lnTo>
                  <a:pt x="2713739" y="1080792"/>
                </a:lnTo>
                <a:lnTo>
                  <a:pt x="2722883" y="997581"/>
                </a:lnTo>
                <a:lnTo>
                  <a:pt x="2769403" y="997581"/>
                </a:lnTo>
                <a:lnTo>
                  <a:pt x="2769403" y="928516"/>
                </a:lnTo>
                <a:cubicBezTo>
                  <a:pt x="2773575" y="929430"/>
                  <a:pt x="2777976" y="930173"/>
                  <a:pt x="2782519" y="930688"/>
                </a:cubicBezTo>
                <a:cubicBezTo>
                  <a:pt x="2787377" y="931259"/>
                  <a:pt x="2792149" y="931516"/>
                  <a:pt x="2796721" y="931516"/>
                </a:cubicBezTo>
                <a:cubicBezTo>
                  <a:pt x="2812437" y="931516"/>
                  <a:pt x="2826125" y="928401"/>
                  <a:pt x="2835012" y="923115"/>
                </a:cubicBezTo>
                <a:lnTo>
                  <a:pt x="2835012" y="941832"/>
                </a:lnTo>
                <a:lnTo>
                  <a:pt x="2818381" y="1092736"/>
                </a:lnTo>
                <a:moveTo>
                  <a:pt x="2835012" y="890597"/>
                </a:moveTo>
                <a:cubicBezTo>
                  <a:pt x="2824839" y="882767"/>
                  <a:pt x="2808266" y="876595"/>
                  <a:pt x="2789120" y="874395"/>
                </a:cubicBezTo>
                <a:cubicBezTo>
                  <a:pt x="2784263" y="873852"/>
                  <a:pt x="2779519" y="873595"/>
                  <a:pt x="2774947" y="873595"/>
                </a:cubicBezTo>
                <a:cubicBezTo>
                  <a:pt x="2773061" y="873595"/>
                  <a:pt x="2771204" y="873623"/>
                  <a:pt x="2769403" y="873709"/>
                </a:cubicBezTo>
                <a:lnTo>
                  <a:pt x="2769403" y="794499"/>
                </a:lnTo>
                <a:lnTo>
                  <a:pt x="2835012" y="794499"/>
                </a:lnTo>
                <a:lnTo>
                  <a:pt x="2835012" y="890597"/>
                </a:lnTo>
              </a:path>
            </a:pathLst>
          </a:custGeom>
          <a:solidFill xmlns:a="http://schemas.openxmlformats.org/drawingml/2006/main">
            <a:srgbClr val="FFFFFF"/>
          </a:solidFill>
          <a:ln xmlns:a="http://schemas.openxmlformats.org/drawingml/2006/main" w="0">
            <a:noFill/>
            <a:prstDash val="solid"/>
          </a:ln>
        </p:spPr>
      </p:sp>
      <p:sp>
        <p:nvSpPr>
          <p:cNvPr id="422" name="pdf-path-1458">
            <a:extLst xmlns:a="http://schemas.openxmlformats.org/drawingml/2006/main">
              <a:ext uri="{FF2B5EF4-FFF2-40B4-BE49-F238E27FC236}">
                <a16:creationId xmlns:a16="http://schemas.microsoft.com/office/drawing/2014/main" id="{57DD0159-ADD1-4B6A-BED8-718A248E65BE}"/>
              </a:ext>
            </a:extLst>
          </p:cNvPr>
          <p:cNvSpPr>
            <a:spLocks xmlns:a="http://schemas.openxmlformats.org/drawingml/2006/main" noGrp="1"/>
          </p:cNvSpPr>
          <p:nvPr/>
        </p:nvSpPr>
        <p:spPr>
          <a:xfrm xmlns:a="http://schemas.openxmlformats.org/drawingml/2006/main" rot="0">
            <a:off x="8318754" y="5916082"/>
            <a:ext cx="297837" cy="260890"/>
          </a:xfrm>
          <a:custGeom xmlns:a="http://schemas.openxmlformats.org/drawingml/2006/main">
            <a:pathLst>
              <a:path w="297837" h="260890">
                <a:moveTo>
                  <a:pt x="297837" y="260890"/>
                </a:moveTo>
                <a:lnTo>
                  <a:pt x="62094" y="260890"/>
                </a:lnTo>
                <a:cubicBezTo>
                  <a:pt x="22374" y="182852"/>
                  <a:pt x="0" y="94498"/>
                  <a:pt x="0" y="886"/>
                </a:cubicBezTo>
                <a:lnTo>
                  <a:pt x="0" y="0"/>
                </a:lnTo>
                <a:lnTo>
                  <a:pt x="297837" y="0"/>
                </a:lnTo>
                <a:lnTo>
                  <a:pt x="297837" y="260890"/>
                </a:lnTo>
              </a:path>
            </a:pathLst>
          </a:custGeom>
          <a:solidFill xmlns:a="http://schemas.openxmlformats.org/drawingml/2006/main">
            <a:srgbClr val="FFFFFF"/>
          </a:solidFill>
          <a:ln xmlns:a="http://schemas.openxmlformats.org/drawingml/2006/main" w="0">
            <a:noFill/>
            <a:prstDash val="solid"/>
          </a:ln>
        </p:spPr>
      </p:sp>
      <p:sp>
        <p:nvSpPr>
          <p:cNvPr id="423" name="pdf-path-1666">
            <a:extLst xmlns:a="http://schemas.openxmlformats.org/drawingml/2006/main">
              <a:ext uri="{FF2B5EF4-FFF2-40B4-BE49-F238E27FC236}">
                <a16:creationId xmlns:a16="http://schemas.microsoft.com/office/drawing/2014/main" id="{B1FBC894-56D6-421C-B1F5-C47A94163074}"/>
              </a:ext>
            </a:extLst>
          </p:cNvPr>
          <p:cNvSpPr>
            <a:spLocks xmlns:a="http://schemas.openxmlformats.org/drawingml/2006/main" noGrp="1"/>
          </p:cNvSpPr>
          <p:nvPr/>
        </p:nvSpPr>
        <p:spPr>
          <a:xfrm xmlns:a="http://schemas.openxmlformats.org/drawingml/2006/main" rot="0">
            <a:off x="11611936" y="3609823"/>
            <a:ext cx="285522" cy="484489"/>
          </a:xfrm>
          <a:custGeom xmlns:a="http://schemas.openxmlformats.org/drawingml/2006/main">
            <a:pathLst>
              <a:path w="285522" h="484489">
                <a:moveTo>
                  <a:pt x="209569" y="484489"/>
                </a:moveTo>
                <a:lnTo>
                  <a:pt x="209569" y="375847"/>
                </a:lnTo>
                <a:lnTo>
                  <a:pt x="225800" y="413109"/>
                </a:lnTo>
                <a:lnTo>
                  <a:pt x="262948" y="378962"/>
                </a:lnTo>
                <a:lnTo>
                  <a:pt x="115758" y="41034"/>
                </a:lnTo>
                <a:lnTo>
                  <a:pt x="69038" y="53207"/>
                </a:lnTo>
                <a:lnTo>
                  <a:pt x="96870" y="117158"/>
                </a:lnTo>
                <a:lnTo>
                  <a:pt x="35319" y="117158"/>
                </a:lnTo>
                <a:lnTo>
                  <a:pt x="4601" y="46606"/>
                </a:lnTo>
                <a:lnTo>
                  <a:pt x="0" y="36062"/>
                </a:lnTo>
                <a:lnTo>
                  <a:pt x="52264" y="7173"/>
                </a:lnTo>
                <a:cubicBezTo>
                  <a:pt x="61037" y="2315"/>
                  <a:pt x="70324" y="0"/>
                  <a:pt x="79324" y="0"/>
                </a:cubicBezTo>
                <a:cubicBezTo>
                  <a:pt x="99927" y="0"/>
                  <a:pt x="119187" y="12001"/>
                  <a:pt x="128331" y="33033"/>
                </a:cubicBezTo>
                <a:lnTo>
                  <a:pt x="278664" y="378361"/>
                </a:lnTo>
                <a:cubicBezTo>
                  <a:pt x="284979" y="392906"/>
                  <a:pt x="285522" y="409851"/>
                  <a:pt x="280235" y="425568"/>
                </a:cubicBezTo>
                <a:cubicBezTo>
                  <a:pt x="274892" y="441226"/>
                  <a:pt x="264090" y="454371"/>
                  <a:pt x="250232" y="462029"/>
                </a:cubicBezTo>
                <a:lnTo>
                  <a:pt x="209569" y="484489"/>
                </a:lnTo>
                <a:moveTo>
                  <a:pt x="209140" y="374904"/>
                </a:moveTo>
                <a:lnTo>
                  <a:pt x="147505" y="374904"/>
                </a:lnTo>
                <a:lnTo>
                  <a:pt x="146019" y="371532"/>
                </a:lnTo>
                <a:lnTo>
                  <a:pt x="146019" y="351673"/>
                </a:lnTo>
                <a:lnTo>
                  <a:pt x="137389" y="351673"/>
                </a:lnTo>
                <a:lnTo>
                  <a:pt x="109557" y="287722"/>
                </a:lnTo>
                <a:lnTo>
                  <a:pt x="116844" y="287722"/>
                </a:lnTo>
                <a:lnTo>
                  <a:pt x="116844" y="162963"/>
                </a:lnTo>
                <a:lnTo>
                  <a:pt x="209140" y="374904"/>
                </a:lnTo>
              </a:path>
            </a:pathLst>
          </a:custGeom>
          <a:solidFill xmlns:a="http://schemas.openxmlformats.org/drawingml/2006/main">
            <a:srgbClr val="F4F4F5"/>
          </a:solidFill>
          <a:ln xmlns:a="http://schemas.openxmlformats.org/drawingml/2006/main" w="0">
            <a:noFill/>
            <a:prstDash val="solid"/>
          </a:ln>
        </p:spPr>
      </p:sp>
      <p:sp>
        <p:nvSpPr>
          <p:cNvPr id="424" name="pdf-path-1679">
            <a:extLst xmlns:a="http://schemas.openxmlformats.org/drawingml/2006/main">
              <a:ext uri="{FF2B5EF4-FFF2-40B4-BE49-F238E27FC236}">
                <a16:creationId xmlns:a16="http://schemas.microsoft.com/office/drawing/2014/main" id="{5F82718C-A783-453B-A4F3-D7CD43D5A1AA}"/>
              </a:ext>
            </a:extLst>
          </p:cNvPr>
          <p:cNvSpPr>
            <a:spLocks xmlns:a="http://schemas.openxmlformats.org/drawingml/2006/main" noGrp="1"/>
          </p:cNvSpPr>
          <p:nvPr/>
        </p:nvSpPr>
        <p:spPr>
          <a:xfrm xmlns:a="http://schemas.openxmlformats.org/drawingml/2006/main" rot="0">
            <a:off x="11680975" y="3650856"/>
            <a:ext cx="193909" cy="372075"/>
          </a:xfrm>
          <a:custGeom xmlns:a="http://schemas.openxmlformats.org/drawingml/2006/main">
            <a:pathLst>
              <a:path w="193909" h="372075">
                <a:moveTo>
                  <a:pt x="156762" y="372075"/>
                </a:moveTo>
                <a:lnTo>
                  <a:pt x="140532" y="334813"/>
                </a:lnTo>
                <a:lnTo>
                  <a:pt x="140532" y="333870"/>
                </a:lnTo>
                <a:lnTo>
                  <a:pt x="140103" y="333870"/>
                </a:lnTo>
                <a:lnTo>
                  <a:pt x="47806" y="121929"/>
                </a:lnTo>
                <a:lnTo>
                  <a:pt x="27832" y="76124"/>
                </a:lnTo>
                <a:lnTo>
                  <a:pt x="0" y="12173"/>
                </a:lnTo>
                <a:lnTo>
                  <a:pt x="46720" y="0"/>
                </a:lnTo>
                <a:lnTo>
                  <a:pt x="193909" y="337928"/>
                </a:lnTo>
                <a:lnTo>
                  <a:pt x="156762" y="372075"/>
                </a:lnTo>
              </a:path>
            </a:pathLst>
          </a:custGeom>
          <a:solidFill xmlns:a="http://schemas.openxmlformats.org/drawingml/2006/main">
            <a:srgbClr val="696A6D"/>
          </a:solidFill>
          <a:ln xmlns:a="http://schemas.openxmlformats.org/drawingml/2006/main" w="0">
            <a:noFill/>
            <a:prstDash val="solid"/>
          </a:ln>
        </p:spPr>
      </p:sp>
      <p:sp>
        <p:nvSpPr>
          <p:cNvPr id="425" name="pdf-path-1886">
            <a:extLst xmlns:a="http://schemas.openxmlformats.org/drawingml/2006/main">
              <a:ext uri="{FF2B5EF4-FFF2-40B4-BE49-F238E27FC236}">
                <a16:creationId xmlns:a16="http://schemas.microsoft.com/office/drawing/2014/main" id="{D56ED503-FF6D-4188-823B-66DB52A794D9}"/>
              </a:ext>
            </a:extLst>
          </p:cNvPr>
          <p:cNvSpPr>
            <a:spLocks xmlns:a="http://schemas.openxmlformats.org/drawingml/2006/main" noGrp="1"/>
          </p:cNvSpPr>
          <p:nvPr/>
        </p:nvSpPr>
        <p:spPr>
          <a:xfrm xmlns:a="http://schemas.openxmlformats.org/drawingml/2006/main" rot="0">
            <a:off x="8318754" y="4321541"/>
            <a:ext cx="443170" cy="130931"/>
          </a:xfrm>
          <a:custGeom xmlns:a="http://schemas.openxmlformats.org/drawingml/2006/main">
            <a:pathLst>
              <a:path w="443170" h="130931">
                <a:moveTo>
                  <a:pt x="443170" y="130931"/>
                </a:moveTo>
                <a:lnTo>
                  <a:pt x="443141" y="130931"/>
                </a:lnTo>
                <a:lnTo>
                  <a:pt x="416909" y="130874"/>
                </a:lnTo>
                <a:lnTo>
                  <a:pt x="416909" y="97441"/>
                </a:lnTo>
                <a:lnTo>
                  <a:pt x="296037" y="97441"/>
                </a:lnTo>
                <a:lnTo>
                  <a:pt x="296037" y="130673"/>
                </a:lnTo>
                <a:lnTo>
                  <a:pt x="195110" y="130530"/>
                </a:lnTo>
                <a:lnTo>
                  <a:pt x="195110" y="109242"/>
                </a:lnTo>
                <a:lnTo>
                  <a:pt x="73495" y="109242"/>
                </a:lnTo>
                <a:lnTo>
                  <a:pt x="73495" y="130331"/>
                </a:lnTo>
                <a:lnTo>
                  <a:pt x="0" y="130188"/>
                </a:lnTo>
                <a:lnTo>
                  <a:pt x="0" y="34319"/>
                </a:lnTo>
                <a:cubicBezTo>
                  <a:pt x="10801" y="13888"/>
                  <a:pt x="32232" y="0"/>
                  <a:pt x="57036" y="0"/>
                </a:cubicBezTo>
                <a:cubicBezTo>
                  <a:pt x="57093" y="0"/>
                  <a:pt x="57121" y="0"/>
                  <a:pt x="57150" y="29"/>
                </a:cubicBezTo>
                <a:lnTo>
                  <a:pt x="376933" y="543"/>
                </a:lnTo>
                <a:cubicBezTo>
                  <a:pt x="394193" y="572"/>
                  <a:pt x="410823" y="7458"/>
                  <a:pt x="423139" y="19717"/>
                </a:cubicBezTo>
                <a:cubicBezTo>
                  <a:pt x="435455" y="31947"/>
                  <a:pt x="442456" y="48492"/>
                  <a:pt x="442599" y="65808"/>
                </a:cubicBezTo>
                <a:lnTo>
                  <a:pt x="443170" y="130931"/>
                </a:lnTo>
                <a:moveTo>
                  <a:pt x="392935" y="68123"/>
                </a:moveTo>
                <a:lnTo>
                  <a:pt x="379677" y="16574"/>
                </a:lnTo>
                <a:lnTo>
                  <a:pt x="49234" y="16230"/>
                </a:lnTo>
                <a:lnTo>
                  <a:pt x="36719" y="67751"/>
                </a:lnTo>
                <a:lnTo>
                  <a:pt x="392935" y="68123"/>
                </a:lnTo>
              </a:path>
            </a:pathLst>
          </a:custGeom>
          <a:solidFill xmlns:a="http://schemas.openxmlformats.org/drawingml/2006/main">
            <a:srgbClr val="F4F4F5"/>
          </a:solidFill>
          <a:ln xmlns:a="http://schemas.openxmlformats.org/drawingml/2006/main" w="0">
            <a:noFill/>
            <a:prstDash val="solid"/>
          </a:ln>
        </p:spPr>
      </p:sp>
      <p:sp>
        <p:nvSpPr>
          <p:cNvPr id="426" name="pdf-path-1940">
            <a:extLst xmlns:a="http://schemas.openxmlformats.org/drawingml/2006/main">
              <a:ext uri="{FF2B5EF4-FFF2-40B4-BE49-F238E27FC236}">
                <a16:creationId xmlns:a16="http://schemas.microsoft.com/office/drawing/2014/main" id="{A8B9997E-2EB6-4E2C-A958-58EFE5BB3D8B}"/>
              </a:ext>
            </a:extLst>
          </p:cNvPr>
          <p:cNvSpPr>
            <a:spLocks xmlns:a="http://schemas.openxmlformats.org/drawingml/2006/main" noGrp="1"/>
          </p:cNvSpPr>
          <p:nvPr/>
        </p:nvSpPr>
        <p:spPr>
          <a:xfrm xmlns:a="http://schemas.openxmlformats.org/drawingml/2006/main" rot="0">
            <a:off x="8537010" y="5507088"/>
            <a:ext cx="462086" cy="124730"/>
          </a:xfrm>
          <a:custGeom xmlns:a="http://schemas.openxmlformats.org/drawingml/2006/main">
            <a:pathLst>
              <a:path w="462086" h="124730">
                <a:moveTo>
                  <a:pt x="462086" y="124730"/>
                </a:moveTo>
                <a:lnTo>
                  <a:pt x="250717" y="124730"/>
                </a:lnTo>
                <a:lnTo>
                  <a:pt x="250717" y="56949"/>
                </a:lnTo>
                <a:lnTo>
                  <a:pt x="0" y="56949"/>
                </a:lnTo>
                <a:lnTo>
                  <a:pt x="35318" y="23917"/>
                </a:lnTo>
                <a:lnTo>
                  <a:pt x="4828" y="23917"/>
                </a:lnTo>
                <a:lnTo>
                  <a:pt x="4828" y="0"/>
                </a:lnTo>
                <a:lnTo>
                  <a:pt x="90325" y="0"/>
                </a:lnTo>
                <a:cubicBezTo>
                  <a:pt x="91869" y="10087"/>
                  <a:pt x="96240" y="19259"/>
                  <a:pt x="102555" y="26689"/>
                </a:cubicBezTo>
                <a:lnTo>
                  <a:pt x="98098" y="30489"/>
                </a:lnTo>
                <a:cubicBezTo>
                  <a:pt x="109042" y="43348"/>
                  <a:pt x="125415" y="51520"/>
                  <a:pt x="143646" y="51520"/>
                </a:cubicBezTo>
                <a:lnTo>
                  <a:pt x="143646" y="45691"/>
                </a:lnTo>
                <a:lnTo>
                  <a:pt x="259775" y="45691"/>
                </a:lnTo>
                <a:lnTo>
                  <a:pt x="259775" y="51520"/>
                </a:lnTo>
                <a:lnTo>
                  <a:pt x="266233" y="51177"/>
                </a:lnTo>
                <a:lnTo>
                  <a:pt x="265604" y="45377"/>
                </a:lnTo>
                <a:cubicBezTo>
                  <a:pt x="277635" y="44091"/>
                  <a:pt x="288493" y="38833"/>
                  <a:pt x="296865" y="30946"/>
                </a:cubicBezTo>
                <a:lnTo>
                  <a:pt x="300866" y="35175"/>
                </a:lnTo>
                <a:cubicBezTo>
                  <a:pt x="310496" y="26089"/>
                  <a:pt x="317125" y="13773"/>
                  <a:pt x="319039" y="0"/>
                </a:cubicBezTo>
                <a:lnTo>
                  <a:pt x="462086" y="0"/>
                </a:lnTo>
                <a:lnTo>
                  <a:pt x="462086" y="124730"/>
                </a:lnTo>
              </a:path>
            </a:pathLst>
          </a:custGeom>
          <a:solidFill xmlns:a="http://schemas.openxmlformats.org/drawingml/2006/main">
            <a:srgbClr val="FFFFFF"/>
          </a:solidFill>
          <a:ln xmlns:a="http://schemas.openxmlformats.org/drawingml/2006/main" w="0">
            <a:noFill/>
            <a:prstDash val="solid"/>
          </a:ln>
        </p:spPr>
      </p:sp>
      <p:sp>
        <p:nvSpPr>
          <p:cNvPr id="427" name="pdf-path-1941">
            <a:extLst xmlns:a="http://schemas.openxmlformats.org/drawingml/2006/main">
              <a:ext uri="{FF2B5EF4-FFF2-40B4-BE49-F238E27FC236}">
                <a16:creationId xmlns:a16="http://schemas.microsoft.com/office/drawing/2014/main" id="{129DA5D2-83B7-4EDA-9710-E92C010FB37C}"/>
              </a:ext>
            </a:extLst>
          </p:cNvPr>
          <p:cNvSpPr>
            <a:spLocks xmlns:a="http://schemas.openxmlformats.org/drawingml/2006/main" noGrp="1"/>
          </p:cNvSpPr>
          <p:nvPr/>
        </p:nvSpPr>
        <p:spPr>
          <a:xfrm xmlns:a="http://schemas.openxmlformats.org/drawingml/2006/main" rot="0">
            <a:off x="8680656" y="5507088"/>
            <a:ext cx="116129" cy="45691"/>
          </a:xfrm>
          <a:custGeom xmlns:a="http://schemas.openxmlformats.org/drawingml/2006/main">
            <a:pathLst>
              <a:path w="116129" h="45691">
                <a:moveTo>
                  <a:pt x="116129" y="45691"/>
                </a:moveTo>
                <a:lnTo>
                  <a:pt x="0" y="45691"/>
                </a:lnTo>
                <a:lnTo>
                  <a:pt x="0" y="0"/>
                </a:lnTo>
                <a:lnTo>
                  <a:pt x="116129" y="0"/>
                </a:lnTo>
                <a:lnTo>
                  <a:pt x="116129" y="45691"/>
                </a:lnTo>
              </a:path>
            </a:pathLst>
          </a:custGeom>
          <a:solidFill xmlns:a="http://schemas.openxmlformats.org/drawingml/2006/main">
            <a:srgbClr val="EEF4F5"/>
          </a:solidFill>
          <a:ln xmlns:a="http://schemas.openxmlformats.org/drawingml/2006/main" w="0">
            <a:noFill/>
            <a:prstDash val="solid"/>
          </a:ln>
        </p:spPr>
      </p:sp>
      <p:sp>
        <p:nvSpPr>
          <p:cNvPr id="428" name="pdf-path-1942">
            <a:extLst xmlns:a="http://schemas.openxmlformats.org/drawingml/2006/main">
              <a:ext uri="{FF2B5EF4-FFF2-40B4-BE49-F238E27FC236}">
                <a16:creationId xmlns:a16="http://schemas.microsoft.com/office/drawing/2014/main" id="{48191FAF-3358-4026-B7F7-5F874855C4C6}"/>
              </a:ext>
            </a:extLst>
          </p:cNvPr>
          <p:cNvSpPr>
            <a:spLocks xmlns:a="http://schemas.openxmlformats.org/drawingml/2006/main" noGrp="1"/>
          </p:cNvSpPr>
          <p:nvPr/>
        </p:nvSpPr>
        <p:spPr>
          <a:xfrm xmlns:a="http://schemas.openxmlformats.org/drawingml/2006/main" rot="0">
            <a:off x="8627336" y="5507088"/>
            <a:ext cx="216884" cy="45377"/>
          </a:xfrm>
          <a:custGeom xmlns:a="http://schemas.openxmlformats.org/drawingml/2006/main">
            <a:pathLst>
              <a:path w="216884" h="45377">
                <a:moveTo>
                  <a:pt x="175279" y="45377"/>
                </a:moveTo>
                <a:lnTo>
                  <a:pt x="174650" y="39577"/>
                </a:lnTo>
                <a:lnTo>
                  <a:pt x="169450" y="39834"/>
                </a:lnTo>
                <a:lnTo>
                  <a:pt x="169450" y="0"/>
                </a:lnTo>
                <a:lnTo>
                  <a:pt x="216884" y="0"/>
                </a:lnTo>
                <a:cubicBezTo>
                  <a:pt x="215084" y="10430"/>
                  <a:pt x="209912" y="19689"/>
                  <a:pt x="202511" y="26690"/>
                </a:cubicBezTo>
                <a:lnTo>
                  <a:pt x="206540" y="30947"/>
                </a:lnTo>
                <a:cubicBezTo>
                  <a:pt x="198168" y="38834"/>
                  <a:pt x="187309" y="44091"/>
                  <a:pt x="175279" y="45377"/>
                </a:cubicBezTo>
                <a:moveTo>
                  <a:pt x="53321" y="39834"/>
                </a:moveTo>
                <a:cubicBezTo>
                  <a:pt x="38633" y="39834"/>
                  <a:pt x="25518" y="33290"/>
                  <a:pt x="16688" y="22917"/>
                </a:cubicBezTo>
                <a:lnTo>
                  <a:pt x="12230" y="26690"/>
                </a:lnTo>
                <a:cubicBezTo>
                  <a:pt x="5915" y="19260"/>
                  <a:pt x="1544" y="10088"/>
                  <a:pt x="0" y="0"/>
                </a:cubicBezTo>
                <a:lnTo>
                  <a:pt x="53321" y="0"/>
                </a:lnTo>
                <a:lnTo>
                  <a:pt x="53321" y="39834"/>
                </a:lnTo>
              </a:path>
            </a:pathLst>
          </a:custGeom>
          <a:solidFill xmlns:a="http://schemas.openxmlformats.org/drawingml/2006/main">
            <a:srgbClr val="EEF4F5"/>
          </a:solidFill>
          <a:ln xmlns:a="http://schemas.openxmlformats.org/drawingml/2006/main" w="0">
            <a:noFill/>
            <a:prstDash val="solid"/>
          </a:ln>
        </p:spPr>
      </p:sp>
      <p:sp>
        <p:nvSpPr>
          <p:cNvPr id="429" name="pdf-path-1943">
            <a:extLst xmlns:a="http://schemas.openxmlformats.org/drawingml/2006/main">
              <a:ext uri="{FF2B5EF4-FFF2-40B4-BE49-F238E27FC236}">
                <a16:creationId xmlns:a16="http://schemas.microsoft.com/office/drawing/2014/main" id="{F17FDC62-F692-450F-82D5-50F2481D52D5}"/>
              </a:ext>
            </a:extLst>
          </p:cNvPr>
          <p:cNvSpPr>
            <a:spLocks xmlns:a="http://schemas.openxmlformats.org/drawingml/2006/main" noGrp="1"/>
          </p:cNvSpPr>
          <p:nvPr/>
        </p:nvSpPr>
        <p:spPr>
          <a:xfrm xmlns:a="http://schemas.openxmlformats.org/drawingml/2006/main" rot="0">
            <a:off x="8635108" y="5507087"/>
            <a:ext cx="220942" cy="51521"/>
          </a:xfrm>
          <a:custGeom xmlns:a="http://schemas.openxmlformats.org/drawingml/2006/main">
            <a:pathLst>
              <a:path w="220942" h="51521">
                <a:moveTo>
                  <a:pt x="161677" y="51521"/>
                </a:moveTo>
                <a:lnTo>
                  <a:pt x="161677" y="39834"/>
                </a:lnTo>
                <a:lnTo>
                  <a:pt x="166878" y="39577"/>
                </a:lnTo>
                <a:lnTo>
                  <a:pt x="167507" y="45377"/>
                </a:lnTo>
                <a:lnTo>
                  <a:pt x="168135" y="51178"/>
                </a:lnTo>
                <a:lnTo>
                  <a:pt x="161677" y="51521"/>
                </a:lnTo>
                <a:moveTo>
                  <a:pt x="45548" y="51521"/>
                </a:moveTo>
                <a:cubicBezTo>
                  <a:pt x="27318" y="51521"/>
                  <a:pt x="10944" y="43348"/>
                  <a:pt x="0" y="30490"/>
                </a:cubicBezTo>
                <a:lnTo>
                  <a:pt x="4457" y="26690"/>
                </a:lnTo>
                <a:lnTo>
                  <a:pt x="8915" y="22917"/>
                </a:lnTo>
                <a:cubicBezTo>
                  <a:pt x="17745" y="33290"/>
                  <a:pt x="30861" y="39834"/>
                  <a:pt x="45548" y="39834"/>
                </a:cubicBezTo>
                <a:lnTo>
                  <a:pt x="45548" y="51521"/>
                </a:lnTo>
                <a:moveTo>
                  <a:pt x="202768" y="35176"/>
                </a:moveTo>
                <a:lnTo>
                  <a:pt x="198768" y="30947"/>
                </a:lnTo>
                <a:lnTo>
                  <a:pt x="194739" y="26690"/>
                </a:lnTo>
                <a:cubicBezTo>
                  <a:pt x="202139" y="19688"/>
                  <a:pt x="207311" y="10430"/>
                  <a:pt x="209112" y="0"/>
                </a:cubicBezTo>
                <a:lnTo>
                  <a:pt x="220942" y="0"/>
                </a:lnTo>
                <a:cubicBezTo>
                  <a:pt x="219027" y="13773"/>
                  <a:pt x="212398" y="26089"/>
                  <a:pt x="202768" y="35176"/>
                </a:cubicBezTo>
              </a:path>
            </a:pathLst>
          </a:custGeom>
          <a:solidFill xmlns:a="http://schemas.openxmlformats.org/drawingml/2006/main">
            <a:srgbClr val="D1CFD0"/>
          </a:solidFill>
          <a:ln xmlns:a="http://schemas.openxmlformats.org/drawingml/2006/main" w="0">
            <a:noFill/>
            <a:prstDash val="solid"/>
          </a:ln>
        </p:spPr>
      </p:sp>
      <p:sp>
        <p:nvSpPr>
          <p:cNvPr id="430" name="pdf-path-1944">
            <a:extLst xmlns:a="http://schemas.openxmlformats.org/drawingml/2006/main">
              <a:ext uri="{FF2B5EF4-FFF2-40B4-BE49-F238E27FC236}">
                <a16:creationId xmlns:a16="http://schemas.microsoft.com/office/drawing/2014/main" id="{D2AFF68F-0569-4646-B17C-EDA875A03DCC}"/>
              </a:ext>
            </a:extLst>
          </p:cNvPr>
          <p:cNvSpPr>
            <a:spLocks xmlns:a="http://schemas.openxmlformats.org/drawingml/2006/main" noGrp="1"/>
          </p:cNvSpPr>
          <p:nvPr/>
        </p:nvSpPr>
        <p:spPr>
          <a:xfrm xmlns:a="http://schemas.openxmlformats.org/drawingml/2006/main" rot="0">
            <a:off x="8318755" y="5507088"/>
            <a:ext cx="194652" cy="124730"/>
          </a:xfrm>
          <a:custGeom xmlns:a="http://schemas.openxmlformats.org/drawingml/2006/main">
            <a:pathLst>
              <a:path w="194652" h="124730">
                <a:moveTo>
                  <a:pt x="93068" y="124730"/>
                </a:moveTo>
                <a:lnTo>
                  <a:pt x="0" y="124730"/>
                </a:lnTo>
                <a:lnTo>
                  <a:pt x="0" y="0"/>
                </a:lnTo>
                <a:lnTo>
                  <a:pt x="189823" y="0"/>
                </a:lnTo>
                <a:lnTo>
                  <a:pt x="189823" y="23917"/>
                </a:lnTo>
                <a:lnTo>
                  <a:pt x="159363" y="23917"/>
                </a:lnTo>
                <a:lnTo>
                  <a:pt x="194652" y="56949"/>
                </a:lnTo>
                <a:lnTo>
                  <a:pt x="93068" y="56949"/>
                </a:lnTo>
                <a:lnTo>
                  <a:pt x="93068" y="124730"/>
                </a:lnTo>
              </a:path>
            </a:pathLst>
          </a:custGeom>
          <a:solidFill xmlns:a="http://schemas.openxmlformats.org/drawingml/2006/main">
            <a:srgbClr val="FFFFFF"/>
          </a:solidFill>
          <a:ln xmlns:a="http://schemas.openxmlformats.org/drawingml/2006/main" w="0">
            <a:noFill/>
            <a:prstDash val="solid"/>
          </a:ln>
        </p:spPr>
      </p:sp>
      <p:sp>
        <p:nvSpPr>
          <p:cNvPr id="431" name="pdf-path-1945">
            <a:extLst xmlns:a="http://schemas.openxmlformats.org/drawingml/2006/main">
              <a:ext uri="{FF2B5EF4-FFF2-40B4-BE49-F238E27FC236}">
                <a16:creationId xmlns:a16="http://schemas.microsoft.com/office/drawing/2014/main" id="{B736C04B-2FEC-4CB7-BF5C-00E1A5D1021C}"/>
              </a:ext>
            </a:extLst>
          </p:cNvPr>
          <p:cNvSpPr>
            <a:spLocks xmlns:a="http://schemas.openxmlformats.org/drawingml/2006/main" noGrp="1"/>
          </p:cNvSpPr>
          <p:nvPr/>
        </p:nvSpPr>
        <p:spPr>
          <a:xfrm xmlns:a="http://schemas.openxmlformats.org/drawingml/2006/main" rot="0">
            <a:off x="8478117" y="5507087"/>
            <a:ext cx="94212" cy="56950"/>
          </a:xfrm>
          <a:custGeom xmlns:a="http://schemas.openxmlformats.org/drawingml/2006/main">
            <a:pathLst>
              <a:path w="94212" h="56950">
                <a:moveTo>
                  <a:pt x="58893" y="56950"/>
                </a:moveTo>
                <a:lnTo>
                  <a:pt x="35291" y="56950"/>
                </a:lnTo>
                <a:lnTo>
                  <a:pt x="0" y="23917"/>
                </a:lnTo>
                <a:lnTo>
                  <a:pt x="30461" y="23917"/>
                </a:lnTo>
                <a:lnTo>
                  <a:pt x="30461" y="0"/>
                </a:lnTo>
                <a:lnTo>
                  <a:pt x="63723" y="0"/>
                </a:lnTo>
                <a:lnTo>
                  <a:pt x="63723" y="23917"/>
                </a:lnTo>
                <a:lnTo>
                  <a:pt x="94212" y="23917"/>
                </a:lnTo>
                <a:lnTo>
                  <a:pt x="58893" y="56950"/>
                </a:lnTo>
              </a:path>
            </a:pathLst>
          </a:custGeom>
          <a:solidFill xmlns:a="http://schemas.openxmlformats.org/drawingml/2006/main">
            <a:srgbClr val="62BB46"/>
          </a:solidFill>
          <a:ln xmlns:a="http://schemas.openxmlformats.org/drawingml/2006/main" w="0">
            <a:noFill/>
            <a:prstDash val="solid"/>
          </a:ln>
        </p:spPr>
      </p:sp>
      <p:sp>
        <p:nvSpPr>
          <p:cNvPr id="432" name="pdf-path-1946">
            <a:extLst xmlns:a="http://schemas.openxmlformats.org/drawingml/2006/main">
              <a:ext uri="{FF2B5EF4-FFF2-40B4-BE49-F238E27FC236}">
                <a16:creationId xmlns:a16="http://schemas.microsoft.com/office/drawing/2014/main" id="{C271D08A-692A-4E5D-940C-8A0D6AAB2C32}"/>
              </a:ext>
            </a:extLst>
          </p:cNvPr>
          <p:cNvSpPr>
            <a:spLocks xmlns:a="http://schemas.openxmlformats.org/drawingml/2006/main" noGrp="1"/>
          </p:cNvSpPr>
          <p:nvPr/>
        </p:nvSpPr>
        <p:spPr>
          <a:xfrm xmlns:a="http://schemas.openxmlformats.org/drawingml/2006/main" rot="0">
            <a:off x="8411823" y="5631818"/>
            <a:ext cx="375904" cy="46406"/>
          </a:xfrm>
          <a:custGeom xmlns:a="http://schemas.openxmlformats.org/drawingml/2006/main">
            <a:pathLst>
              <a:path w="375904" h="46406">
                <a:moveTo>
                  <a:pt x="0" y="46406"/>
                </a:moveTo>
                <a:lnTo>
                  <a:pt x="375904" y="46406"/>
                </a:lnTo>
                <a:lnTo>
                  <a:pt x="375904" y="0"/>
                </a:lnTo>
                <a:lnTo>
                  <a:pt x="0" y="0"/>
                </a:lnTo>
                <a:close/>
              </a:path>
            </a:pathLst>
          </a:custGeom>
          <a:solidFill xmlns:a="http://schemas.openxmlformats.org/drawingml/2006/main">
            <a:srgbClr val="FFFFFF"/>
          </a:solidFill>
          <a:ln xmlns:a="http://schemas.openxmlformats.org/drawingml/2006/main" w="0">
            <a:noFill/>
            <a:prstDash val="solid"/>
          </a:ln>
        </p:spPr>
      </p:sp>
      <p:sp>
        <p:nvSpPr>
          <p:cNvPr id="433" name="pdf-path-1948">
            <a:extLst xmlns:a="http://schemas.openxmlformats.org/drawingml/2006/main">
              <a:ext uri="{FF2B5EF4-FFF2-40B4-BE49-F238E27FC236}">
                <a16:creationId xmlns:a16="http://schemas.microsoft.com/office/drawing/2014/main" id="{392393EB-9E9D-4E71-8C44-C10B78D7A177}"/>
              </a:ext>
            </a:extLst>
          </p:cNvPr>
          <p:cNvSpPr>
            <a:spLocks xmlns:a="http://schemas.openxmlformats.org/drawingml/2006/main" noGrp="1"/>
          </p:cNvSpPr>
          <p:nvPr/>
        </p:nvSpPr>
        <p:spPr>
          <a:xfrm xmlns:a="http://schemas.openxmlformats.org/drawingml/2006/main" rot="0">
            <a:off x="8411823" y="5564038"/>
            <a:ext cx="375904" cy="67780"/>
          </a:xfrm>
          <a:custGeom xmlns:a="http://schemas.openxmlformats.org/drawingml/2006/main">
            <a:pathLst>
              <a:path w="375904" h="67780">
                <a:moveTo>
                  <a:pt x="0" y="67780"/>
                </a:moveTo>
                <a:lnTo>
                  <a:pt x="375904" y="67780"/>
                </a:lnTo>
                <a:lnTo>
                  <a:pt x="375904" y="0"/>
                </a:lnTo>
                <a:lnTo>
                  <a:pt x="0" y="0"/>
                </a:lnTo>
                <a:close/>
              </a:path>
            </a:pathLst>
          </a:custGeom>
          <a:solidFill xmlns:a="http://schemas.openxmlformats.org/drawingml/2006/main">
            <a:srgbClr val="FFFFFF"/>
          </a:solidFill>
          <a:ln xmlns:a="http://schemas.openxmlformats.org/drawingml/2006/main" w="0">
            <a:noFill/>
            <a:prstDash val="solid"/>
          </a:ln>
        </p:spPr>
      </p:sp>
      <p:sp>
        <p:nvSpPr>
          <p:cNvPr id="434" name="pdf-path-1950">
            <a:extLst xmlns:a="http://schemas.openxmlformats.org/drawingml/2006/main">
              <a:ext uri="{FF2B5EF4-FFF2-40B4-BE49-F238E27FC236}">
                <a16:creationId xmlns:a16="http://schemas.microsoft.com/office/drawing/2014/main" id="{889A2BBB-FA0F-4466-BD18-B1C492E9D58C}"/>
              </a:ext>
            </a:extLst>
          </p:cNvPr>
          <p:cNvSpPr>
            <a:spLocks xmlns:a="http://schemas.openxmlformats.org/drawingml/2006/main" noGrp="1"/>
          </p:cNvSpPr>
          <p:nvPr/>
        </p:nvSpPr>
        <p:spPr>
          <a:xfrm xmlns:a="http://schemas.openxmlformats.org/drawingml/2006/main" rot="0">
            <a:off x="8513407" y="5564039"/>
            <a:ext cx="23603" cy="11057"/>
          </a:xfrm>
          <a:custGeom xmlns:a="http://schemas.openxmlformats.org/drawingml/2006/main">
            <a:pathLst>
              <a:path w="23603" h="11057">
                <a:moveTo>
                  <a:pt x="0" y="11057"/>
                </a:moveTo>
                <a:lnTo>
                  <a:pt x="23603" y="11057"/>
                </a:lnTo>
                <a:lnTo>
                  <a:pt x="23603" y="0"/>
                </a:lnTo>
                <a:lnTo>
                  <a:pt x="0" y="0"/>
                </a:lnTo>
                <a:close/>
              </a:path>
            </a:pathLst>
          </a:custGeom>
          <a:solidFill xmlns:a="http://schemas.openxmlformats.org/drawingml/2006/main">
            <a:srgbClr val="62BB46"/>
          </a:solidFill>
          <a:ln xmlns:a="http://schemas.openxmlformats.org/drawingml/2006/main" w="0">
            <a:noFill/>
            <a:prstDash val="solid"/>
          </a:ln>
        </p:spPr>
      </p:sp>
      <p:sp>
        <p:nvSpPr>
          <p:cNvPr id="435" name="pdf-path-1954">
            <a:extLst xmlns:a="http://schemas.openxmlformats.org/drawingml/2006/main">
              <a:ext uri="{FF2B5EF4-FFF2-40B4-BE49-F238E27FC236}">
                <a16:creationId xmlns:a16="http://schemas.microsoft.com/office/drawing/2014/main" id="{AAD3CD70-BD94-445B-9B84-048649F9CEB6}"/>
              </a:ext>
            </a:extLst>
          </p:cNvPr>
          <p:cNvSpPr>
            <a:spLocks xmlns:a="http://schemas.openxmlformats.org/drawingml/2006/main" noGrp="1"/>
          </p:cNvSpPr>
          <p:nvPr/>
        </p:nvSpPr>
        <p:spPr>
          <a:xfrm xmlns:a="http://schemas.openxmlformats.org/drawingml/2006/main" rot="0">
            <a:off x="8927059" y="6101076"/>
            <a:ext cx="3018520" cy="235144"/>
          </a:xfrm>
          <a:custGeom xmlns:a="http://schemas.openxmlformats.org/drawingml/2006/main">
            <a:pathLst>
              <a:path w="3018520" h="235144">
                <a:moveTo>
                  <a:pt x="2866815" y="235144"/>
                </a:moveTo>
                <a:lnTo>
                  <a:pt x="2285685" y="235144"/>
                </a:lnTo>
                <a:lnTo>
                  <a:pt x="2285685" y="158362"/>
                </a:lnTo>
                <a:lnTo>
                  <a:pt x="105156" y="158362"/>
                </a:lnTo>
                <a:lnTo>
                  <a:pt x="105156" y="235144"/>
                </a:lnTo>
                <a:lnTo>
                  <a:pt x="0" y="235144"/>
                </a:lnTo>
                <a:lnTo>
                  <a:pt x="0" y="127759"/>
                </a:lnTo>
                <a:lnTo>
                  <a:pt x="41091" y="127759"/>
                </a:lnTo>
                <a:lnTo>
                  <a:pt x="41091" y="121929"/>
                </a:lnTo>
                <a:lnTo>
                  <a:pt x="76152" y="121929"/>
                </a:lnTo>
                <a:lnTo>
                  <a:pt x="76152" y="127759"/>
                </a:lnTo>
                <a:lnTo>
                  <a:pt x="122872" y="127759"/>
                </a:lnTo>
                <a:lnTo>
                  <a:pt x="122872" y="121929"/>
                </a:lnTo>
                <a:lnTo>
                  <a:pt x="157933" y="121929"/>
                </a:lnTo>
                <a:lnTo>
                  <a:pt x="157933" y="127759"/>
                </a:lnTo>
                <a:lnTo>
                  <a:pt x="204654" y="127759"/>
                </a:lnTo>
                <a:lnTo>
                  <a:pt x="204654" y="121929"/>
                </a:lnTo>
                <a:lnTo>
                  <a:pt x="239715" y="121929"/>
                </a:lnTo>
                <a:lnTo>
                  <a:pt x="239715" y="127759"/>
                </a:lnTo>
                <a:lnTo>
                  <a:pt x="286435" y="127759"/>
                </a:lnTo>
                <a:lnTo>
                  <a:pt x="286435" y="121929"/>
                </a:lnTo>
                <a:lnTo>
                  <a:pt x="321497" y="121929"/>
                </a:lnTo>
                <a:lnTo>
                  <a:pt x="321497" y="127759"/>
                </a:lnTo>
                <a:lnTo>
                  <a:pt x="368217" y="127759"/>
                </a:lnTo>
                <a:lnTo>
                  <a:pt x="368217" y="121929"/>
                </a:lnTo>
                <a:lnTo>
                  <a:pt x="403278" y="121929"/>
                </a:lnTo>
                <a:lnTo>
                  <a:pt x="403278" y="127759"/>
                </a:lnTo>
                <a:lnTo>
                  <a:pt x="450027" y="127759"/>
                </a:lnTo>
                <a:lnTo>
                  <a:pt x="450027" y="121929"/>
                </a:lnTo>
                <a:lnTo>
                  <a:pt x="485060" y="121929"/>
                </a:lnTo>
                <a:lnTo>
                  <a:pt x="485060" y="127759"/>
                </a:lnTo>
                <a:lnTo>
                  <a:pt x="531809" y="127759"/>
                </a:lnTo>
                <a:lnTo>
                  <a:pt x="531809" y="121929"/>
                </a:lnTo>
                <a:lnTo>
                  <a:pt x="566842" y="121929"/>
                </a:lnTo>
                <a:lnTo>
                  <a:pt x="566842" y="127759"/>
                </a:lnTo>
                <a:lnTo>
                  <a:pt x="613591" y="127759"/>
                </a:lnTo>
                <a:lnTo>
                  <a:pt x="613591" y="121929"/>
                </a:lnTo>
                <a:lnTo>
                  <a:pt x="648652" y="121929"/>
                </a:lnTo>
                <a:lnTo>
                  <a:pt x="648652" y="127759"/>
                </a:lnTo>
                <a:lnTo>
                  <a:pt x="695372" y="127759"/>
                </a:lnTo>
                <a:lnTo>
                  <a:pt x="695372" y="121929"/>
                </a:lnTo>
                <a:lnTo>
                  <a:pt x="730434" y="121929"/>
                </a:lnTo>
                <a:lnTo>
                  <a:pt x="730434" y="127759"/>
                </a:lnTo>
                <a:lnTo>
                  <a:pt x="777154" y="127759"/>
                </a:lnTo>
                <a:lnTo>
                  <a:pt x="777154" y="121929"/>
                </a:lnTo>
                <a:lnTo>
                  <a:pt x="812215" y="121929"/>
                </a:lnTo>
                <a:lnTo>
                  <a:pt x="812215" y="127759"/>
                </a:lnTo>
                <a:lnTo>
                  <a:pt x="858936" y="127759"/>
                </a:lnTo>
                <a:lnTo>
                  <a:pt x="858936" y="121929"/>
                </a:lnTo>
                <a:lnTo>
                  <a:pt x="893997" y="121929"/>
                </a:lnTo>
                <a:lnTo>
                  <a:pt x="893997" y="127759"/>
                </a:lnTo>
                <a:lnTo>
                  <a:pt x="940717" y="127759"/>
                </a:lnTo>
                <a:lnTo>
                  <a:pt x="940717" y="121929"/>
                </a:lnTo>
                <a:lnTo>
                  <a:pt x="975779" y="121929"/>
                </a:lnTo>
                <a:lnTo>
                  <a:pt x="975779" y="127759"/>
                </a:lnTo>
                <a:lnTo>
                  <a:pt x="1022528" y="127759"/>
                </a:lnTo>
                <a:lnTo>
                  <a:pt x="1022528" y="121929"/>
                </a:lnTo>
                <a:lnTo>
                  <a:pt x="1057560" y="121929"/>
                </a:lnTo>
                <a:lnTo>
                  <a:pt x="1057560" y="127759"/>
                </a:lnTo>
                <a:lnTo>
                  <a:pt x="1104309" y="127759"/>
                </a:lnTo>
                <a:lnTo>
                  <a:pt x="1104309" y="121929"/>
                </a:lnTo>
                <a:lnTo>
                  <a:pt x="1139342" y="121929"/>
                </a:lnTo>
                <a:lnTo>
                  <a:pt x="1139342" y="127759"/>
                </a:lnTo>
                <a:lnTo>
                  <a:pt x="1186091" y="127759"/>
                </a:lnTo>
                <a:lnTo>
                  <a:pt x="1186091" y="121929"/>
                </a:lnTo>
                <a:lnTo>
                  <a:pt x="1221123" y="121929"/>
                </a:lnTo>
                <a:lnTo>
                  <a:pt x="1221123" y="127759"/>
                </a:lnTo>
                <a:lnTo>
                  <a:pt x="1267873" y="127759"/>
                </a:lnTo>
                <a:lnTo>
                  <a:pt x="1267873" y="121929"/>
                </a:lnTo>
                <a:lnTo>
                  <a:pt x="1302934" y="121929"/>
                </a:lnTo>
                <a:lnTo>
                  <a:pt x="1302934" y="127759"/>
                </a:lnTo>
                <a:lnTo>
                  <a:pt x="1349654" y="127759"/>
                </a:lnTo>
                <a:lnTo>
                  <a:pt x="1349654" y="121929"/>
                </a:lnTo>
                <a:lnTo>
                  <a:pt x="1384715" y="121929"/>
                </a:lnTo>
                <a:lnTo>
                  <a:pt x="1384715" y="127759"/>
                </a:lnTo>
                <a:lnTo>
                  <a:pt x="1431436" y="127759"/>
                </a:lnTo>
                <a:lnTo>
                  <a:pt x="1431436" y="121929"/>
                </a:lnTo>
                <a:lnTo>
                  <a:pt x="1466497" y="121929"/>
                </a:lnTo>
                <a:lnTo>
                  <a:pt x="1466497" y="127759"/>
                </a:lnTo>
                <a:lnTo>
                  <a:pt x="1513218" y="127759"/>
                </a:lnTo>
                <a:lnTo>
                  <a:pt x="1513218" y="121929"/>
                </a:lnTo>
                <a:lnTo>
                  <a:pt x="1548279" y="121929"/>
                </a:lnTo>
                <a:lnTo>
                  <a:pt x="1548279" y="127759"/>
                </a:lnTo>
                <a:lnTo>
                  <a:pt x="1594999" y="127759"/>
                </a:lnTo>
                <a:lnTo>
                  <a:pt x="1594999" y="121929"/>
                </a:lnTo>
                <a:lnTo>
                  <a:pt x="1630060" y="121929"/>
                </a:lnTo>
                <a:lnTo>
                  <a:pt x="1630060" y="127759"/>
                </a:lnTo>
                <a:lnTo>
                  <a:pt x="1676810" y="127759"/>
                </a:lnTo>
                <a:lnTo>
                  <a:pt x="1676810" y="121929"/>
                </a:lnTo>
                <a:lnTo>
                  <a:pt x="1711842" y="121929"/>
                </a:lnTo>
                <a:lnTo>
                  <a:pt x="1711842" y="127759"/>
                </a:lnTo>
                <a:lnTo>
                  <a:pt x="1758591" y="127759"/>
                </a:lnTo>
                <a:lnTo>
                  <a:pt x="1758591" y="121929"/>
                </a:lnTo>
                <a:lnTo>
                  <a:pt x="1793624" y="121929"/>
                </a:lnTo>
                <a:lnTo>
                  <a:pt x="1793624" y="127759"/>
                </a:lnTo>
                <a:lnTo>
                  <a:pt x="1840373" y="127759"/>
                </a:lnTo>
                <a:lnTo>
                  <a:pt x="1840373" y="121929"/>
                </a:lnTo>
                <a:lnTo>
                  <a:pt x="1875434" y="121929"/>
                </a:lnTo>
                <a:lnTo>
                  <a:pt x="1875434" y="127759"/>
                </a:lnTo>
                <a:lnTo>
                  <a:pt x="1922154" y="127759"/>
                </a:lnTo>
                <a:lnTo>
                  <a:pt x="1922154" y="121929"/>
                </a:lnTo>
                <a:lnTo>
                  <a:pt x="1957216" y="121929"/>
                </a:lnTo>
                <a:lnTo>
                  <a:pt x="1957216" y="127759"/>
                </a:lnTo>
                <a:lnTo>
                  <a:pt x="2003936" y="127759"/>
                </a:lnTo>
                <a:lnTo>
                  <a:pt x="2003936" y="121929"/>
                </a:lnTo>
                <a:lnTo>
                  <a:pt x="2038997" y="121929"/>
                </a:lnTo>
                <a:lnTo>
                  <a:pt x="2038997" y="127759"/>
                </a:lnTo>
                <a:lnTo>
                  <a:pt x="2085718" y="127759"/>
                </a:lnTo>
                <a:lnTo>
                  <a:pt x="2085718" y="121929"/>
                </a:lnTo>
                <a:lnTo>
                  <a:pt x="2120779" y="121929"/>
                </a:lnTo>
                <a:lnTo>
                  <a:pt x="2120779" y="127759"/>
                </a:lnTo>
                <a:lnTo>
                  <a:pt x="2167499" y="127759"/>
                </a:lnTo>
                <a:lnTo>
                  <a:pt x="2167499" y="121929"/>
                </a:lnTo>
                <a:lnTo>
                  <a:pt x="2202561" y="121929"/>
                </a:lnTo>
                <a:lnTo>
                  <a:pt x="2202561" y="127759"/>
                </a:lnTo>
                <a:lnTo>
                  <a:pt x="2249310" y="127759"/>
                </a:lnTo>
                <a:lnTo>
                  <a:pt x="2249310" y="121929"/>
                </a:lnTo>
                <a:lnTo>
                  <a:pt x="2284342" y="121929"/>
                </a:lnTo>
                <a:lnTo>
                  <a:pt x="2284342" y="127759"/>
                </a:lnTo>
                <a:lnTo>
                  <a:pt x="2331091" y="127759"/>
                </a:lnTo>
                <a:lnTo>
                  <a:pt x="2331091" y="121929"/>
                </a:lnTo>
                <a:lnTo>
                  <a:pt x="2366124" y="121929"/>
                </a:lnTo>
                <a:lnTo>
                  <a:pt x="2366124" y="127759"/>
                </a:lnTo>
                <a:lnTo>
                  <a:pt x="2412873" y="127759"/>
                </a:lnTo>
                <a:lnTo>
                  <a:pt x="2412873" y="121929"/>
                </a:lnTo>
                <a:lnTo>
                  <a:pt x="2447906" y="121929"/>
                </a:lnTo>
                <a:lnTo>
                  <a:pt x="2447906" y="127759"/>
                </a:lnTo>
                <a:lnTo>
                  <a:pt x="2494655" y="127759"/>
                </a:lnTo>
                <a:lnTo>
                  <a:pt x="2494655" y="121929"/>
                </a:lnTo>
                <a:lnTo>
                  <a:pt x="2529716" y="121929"/>
                </a:lnTo>
                <a:lnTo>
                  <a:pt x="2529716" y="127759"/>
                </a:lnTo>
                <a:lnTo>
                  <a:pt x="2576436" y="127759"/>
                </a:lnTo>
                <a:lnTo>
                  <a:pt x="2576436" y="121929"/>
                </a:lnTo>
                <a:lnTo>
                  <a:pt x="2611498" y="121929"/>
                </a:lnTo>
                <a:lnTo>
                  <a:pt x="2611498" y="127759"/>
                </a:lnTo>
                <a:lnTo>
                  <a:pt x="2658218" y="127759"/>
                </a:lnTo>
                <a:lnTo>
                  <a:pt x="2658218" y="121929"/>
                </a:lnTo>
                <a:lnTo>
                  <a:pt x="2693279" y="121929"/>
                </a:lnTo>
                <a:lnTo>
                  <a:pt x="2693279" y="127759"/>
                </a:lnTo>
                <a:lnTo>
                  <a:pt x="2740000" y="127759"/>
                </a:lnTo>
                <a:lnTo>
                  <a:pt x="2740000" y="121929"/>
                </a:lnTo>
                <a:lnTo>
                  <a:pt x="2775061" y="121929"/>
                </a:lnTo>
                <a:lnTo>
                  <a:pt x="2775061" y="127759"/>
                </a:lnTo>
                <a:lnTo>
                  <a:pt x="2821809" y="127759"/>
                </a:lnTo>
                <a:lnTo>
                  <a:pt x="2821809" y="121929"/>
                </a:lnTo>
                <a:lnTo>
                  <a:pt x="2856842" y="121929"/>
                </a:lnTo>
                <a:lnTo>
                  <a:pt x="2856842" y="127759"/>
                </a:lnTo>
                <a:lnTo>
                  <a:pt x="2903591" y="127759"/>
                </a:lnTo>
                <a:lnTo>
                  <a:pt x="2903591" y="121929"/>
                </a:lnTo>
                <a:lnTo>
                  <a:pt x="2938624" y="121929"/>
                </a:lnTo>
                <a:lnTo>
                  <a:pt x="2938624" y="127759"/>
                </a:lnTo>
                <a:lnTo>
                  <a:pt x="2940567" y="127759"/>
                </a:lnTo>
                <a:lnTo>
                  <a:pt x="2940567" y="116072"/>
                </a:lnTo>
                <a:lnTo>
                  <a:pt x="2938624" y="116072"/>
                </a:lnTo>
                <a:lnTo>
                  <a:pt x="2938624" y="121929"/>
                </a:lnTo>
                <a:lnTo>
                  <a:pt x="2903591" y="121929"/>
                </a:lnTo>
                <a:lnTo>
                  <a:pt x="2903591" y="116072"/>
                </a:lnTo>
                <a:lnTo>
                  <a:pt x="2856842" y="116072"/>
                </a:lnTo>
                <a:lnTo>
                  <a:pt x="2856842" y="121929"/>
                </a:lnTo>
                <a:lnTo>
                  <a:pt x="2821809" y="121929"/>
                </a:lnTo>
                <a:lnTo>
                  <a:pt x="2821809" y="116072"/>
                </a:lnTo>
                <a:lnTo>
                  <a:pt x="2775061" y="116072"/>
                </a:lnTo>
                <a:lnTo>
                  <a:pt x="2775061" y="121929"/>
                </a:lnTo>
                <a:lnTo>
                  <a:pt x="2740000" y="121929"/>
                </a:lnTo>
                <a:lnTo>
                  <a:pt x="2740000" y="116072"/>
                </a:lnTo>
                <a:lnTo>
                  <a:pt x="2693279" y="116072"/>
                </a:lnTo>
                <a:lnTo>
                  <a:pt x="2693279" y="121929"/>
                </a:lnTo>
                <a:lnTo>
                  <a:pt x="2658218" y="121929"/>
                </a:lnTo>
                <a:lnTo>
                  <a:pt x="2658218" y="116072"/>
                </a:lnTo>
                <a:lnTo>
                  <a:pt x="2611498" y="116072"/>
                </a:lnTo>
                <a:lnTo>
                  <a:pt x="2611498" y="121929"/>
                </a:lnTo>
                <a:lnTo>
                  <a:pt x="2576436" y="121929"/>
                </a:lnTo>
                <a:lnTo>
                  <a:pt x="2576436" y="116072"/>
                </a:lnTo>
                <a:lnTo>
                  <a:pt x="2529716" y="116072"/>
                </a:lnTo>
                <a:lnTo>
                  <a:pt x="2529716" y="121929"/>
                </a:lnTo>
                <a:lnTo>
                  <a:pt x="2494655" y="121929"/>
                </a:lnTo>
                <a:lnTo>
                  <a:pt x="2494655" y="116072"/>
                </a:lnTo>
                <a:lnTo>
                  <a:pt x="2447906" y="116072"/>
                </a:lnTo>
                <a:lnTo>
                  <a:pt x="2447906" y="121929"/>
                </a:lnTo>
                <a:lnTo>
                  <a:pt x="2412873" y="121929"/>
                </a:lnTo>
                <a:lnTo>
                  <a:pt x="2412873" y="116072"/>
                </a:lnTo>
                <a:lnTo>
                  <a:pt x="2366124" y="116072"/>
                </a:lnTo>
                <a:lnTo>
                  <a:pt x="2366124" y="121929"/>
                </a:lnTo>
                <a:lnTo>
                  <a:pt x="2331091" y="121929"/>
                </a:lnTo>
                <a:lnTo>
                  <a:pt x="2331091" y="116072"/>
                </a:lnTo>
                <a:lnTo>
                  <a:pt x="2284342" y="116072"/>
                </a:lnTo>
                <a:lnTo>
                  <a:pt x="2284342" y="121929"/>
                </a:lnTo>
                <a:lnTo>
                  <a:pt x="2249310" y="121929"/>
                </a:lnTo>
                <a:lnTo>
                  <a:pt x="2249310" y="116072"/>
                </a:lnTo>
                <a:lnTo>
                  <a:pt x="2202561" y="116072"/>
                </a:lnTo>
                <a:lnTo>
                  <a:pt x="2202561" y="121929"/>
                </a:lnTo>
                <a:lnTo>
                  <a:pt x="2167499" y="121929"/>
                </a:lnTo>
                <a:lnTo>
                  <a:pt x="2167499" y="116072"/>
                </a:lnTo>
                <a:lnTo>
                  <a:pt x="2120779" y="116072"/>
                </a:lnTo>
                <a:lnTo>
                  <a:pt x="2120779" y="121929"/>
                </a:lnTo>
                <a:lnTo>
                  <a:pt x="2085718" y="121929"/>
                </a:lnTo>
                <a:lnTo>
                  <a:pt x="2085718" y="116072"/>
                </a:lnTo>
                <a:lnTo>
                  <a:pt x="2038997" y="116072"/>
                </a:lnTo>
                <a:lnTo>
                  <a:pt x="2038997" y="121929"/>
                </a:lnTo>
                <a:lnTo>
                  <a:pt x="2003936" y="121929"/>
                </a:lnTo>
                <a:lnTo>
                  <a:pt x="2003936" y="116072"/>
                </a:lnTo>
                <a:lnTo>
                  <a:pt x="1957216" y="116072"/>
                </a:lnTo>
                <a:lnTo>
                  <a:pt x="1957216" y="121929"/>
                </a:lnTo>
                <a:lnTo>
                  <a:pt x="1922154" y="121929"/>
                </a:lnTo>
                <a:lnTo>
                  <a:pt x="1922154" y="116072"/>
                </a:lnTo>
                <a:lnTo>
                  <a:pt x="1875434" y="116072"/>
                </a:lnTo>
                <a:lnTo>
                  <a:pt x="1875434" y="121929"/>
                </a:lnTo>
                <a:lnTo>
                  <a:pt x="1840373" y="121929"/>
                </a:lnTo>
                <a:lnTo>
                  <a:pt x="1840373" y="116072"/>
                </a:lnTo>
                <a:lnTo>
                  <a:pt x="1793624" y="116072"/>
                </a:lnTo>
                <a:lnTo>
                  <a:pt x="1793624" y="121929"/>
                </a:lnTo>
                <a:lnTo>
                  <a:pt x="1758591" y="121929"/>
                </a:lnTo>
                <a:lnTo>
                  <a:pt x="1758591" y="116072"/>
                </a:lnTo>
                <a:lnTo>
                  <a:pt x="1711842" y="116072"/>
                </a:lnTo>
                <a:lnTo>
                  <a:pt x="1711842" y="121929"/>
                </a:lnTo>
                <a:lnTo>
                  <a:pt x="1676810" y="121929"/>
                </a:lnTo>
                <a:lnTo>
                  <a:pt x="1676810" y="116072"/>
                </a:lnTo>
                <a:lnTo>
                  <a:pt x="1630060" y="116072"/>
                </a:lnTo>
                <a:lnTo>
                  <a:pt x="1630060" y="121929"/>
                </a:lnTo>
                <a:lnTo>
                  <a:pt x="1594999" y="121929"/>
                </a:lnTo>
                <a:lnTo>
                  <a:pt x="1594999" y="116072"/>
                </a:lnTo>
                <a:lnTo>
                  <a:pt x="1548279" y="116072"/>
                </a:lnTo>
                <a:lnTo>
                  <a:pt x="1548279" y="121929"/>
                </a:lnTo>
                <a:lnTo>
                  <a:pt x="1513218" y="121929"/>
                </a:lnTo>
                <a:lnTo>
                  <a:pt x="1513218" y="116072"/>
                </a:lnTo>
                <a:lnTo>
                  <a:pt x="1466497" y="116072"/>
                </a:lnTo>
                <a:lnTo>
                  <a:pt x="1466497" y="121929"/>
                </a:lnTo>
                <a:lnTo>
                  <a:pt x="1431436" y="121929"/>
                </a:lnTo>
                <a:lnTo>
                  <a:pt x="1431436" y="116072"/>
                </a:lnTo>
                <a:lnTo>
                  <a:pt x="1384715" y="116072"/>
                </a:lnTo>
                <a:lnTo>
                  <a:pt x="1384715" y="121929"/>
                </a:lnTo>
                <a:lnTo>
                  <a:pt x="1349654" y="121929"/>
                </a:lnTo>
                <a:lnTo>
                  <a:pt x="1349654" y="116072"/>
                </a:lnTo>
                <a:lnTo>
                  <a:pt x="1302934" y="116072"/>
                </a:lnTo>
                <a:lnTo>
                  <a:pt x="1302934" y="121929"/>
                </a:lnTo>
                <a:lnTo>
                  <a:pt x="1267873" y="121929"/>
                </a:lnTo>
                <a:lnTo>
                  <a:pt x="1267873" y="116072"/>
                </a:lnTo>
                <a:lnTo>
                  <a:pt x="1221123" y="116072"/>
                </a:lnTo>
                <a:lnTo>
                  <a:pt x="1221123" y="121929"/>
                </a:lnTo>
                <a:lnTo>
                  <a:pt x="1186091" y="121929"/>
                </a:lnTo>
                <a:lnTo>
                  <a:pt x="1186091" y="116072"/>
                </a:lnTo>
                <a:lnTo>
                  <a:pt x="1139342" y="116072"/>
                </a:lnTo>
                <a:lnTo>
                  <a:pt x="1139342" y="121929"/>
                </a:lnTo>
                <a:lnTo>
                  <a:pt x="1104309" y="121929"/>
                </a:lnTo>
                <a:lnTo>
                  <a:pt x="1104309" y="116072"/>
                </a:lnTo>
                <a:lnTo>
                  <a:pt x="1057560" y="116072"/>
                </a:lnTo>
                <a:lnTo>
                  <a:pt x="1057560" y="121929"/>
                </a:lnTo>
                <a:lnTo>
                  <a:pt x="1022528" y="121929"/>
                </a:lnTo>
                <a:lnTo>
                  <a:pt x="1022528" y="116072"/>
                </a:lnTo>
                <a:lnTo>
                  <a:pt x="975779" y="116072"/>
                </a:lnTo>
                <a:lnTo>
                  <a:pt x="975779" y="121929"/>
                </a:lnTo>
                <a:lnTo>
                  <a:pt x="940717" y="121929"/>
                </a:lnTo>
                <a:lnTo>
                  <a:pt x="940717" y="116072"/>
                </a:lnTo>
                <a:lnTo>
                  <a:pt x="893997" y="116072"/>
                </a:lnTo>
                <a:lnTo>
                  <a:pt x="893997" y="121929"/>
                </a:lnTo>
                <a:lnTo>
                  <a:pt x="858936" y="121929"/>
                </a:lnTo>
                <a:lnTo>
                  <a:pt x="858936" y="116072"/>
                </a:lnTo>
                <a:lnTo>
                  <a:pt x="812215" y="116072"/>
                </a:lnTo>
                <a:lnTo>
                  <a:pt x="812215" y="121929"/>
                </a:lnTo>
                <a:lnTo>
                  <a:pt x="777154" y="121929"/>
                </a:lnTo>
                <a:lnTo>
                  <a:pt x="777154" y="116072"/>
                </a:lnTo>
                <a:lnTo>
                  <a:pt x="730434" y="116072"/>
                </a:lnTo>
                <a:lnTo>
                  <a:pt x="730434" y="121929"/>
                </a:lnTo>
                <a:lnTo>
                  <a:pt x="695372" y="121929"/>
                </a:lnTo>
                <a:lnTo>
                  <a:pt x="695372" y="116072"/>
                </a:lnTo>
                <a:lnTo>
                  <a:pt x="648652" y="116072"/>
                </a:lnTo>
                <a:lnTo>
                  <a:pt x="648652" y="121929"/>
                </a:lnTo>
                <a:lnTo>
                  <a:pt x="613591" y="121929"/>
                </a:lnTo>
                <a:lnTo>
                  <a:pt x="613591" y="116072"/>
                </a:lnTo>
                <a:lnTo>
                  <a:pt x="566842" y="116072"/>
                </a:lnTo>
                <a:lnTo>
                  <a:pt x="566842" y="121929"/>
                </a:lnTo>
                <a:lnTo>
                  <a:pt x="531809" y="121929"/>
                </a:lnTo>
                <a:lnTo>
                  <a:pt x="531809" y="116072"/>
                </a:lnTo>
                <a:lnTo>
                  <a:pt x="485060" y="116072"/>
                </a:lnTo>
                <a:lnTo>
                  <a:pt x="485060" y="121929"/>
                </a:lnTo>
                <a:lnTo>
                  <a:pt x="450027" y="121929"/>
                </a:lnTo>
                <a:lnTo>
                  <a:pt x="450027" y="116072"/>
                </a:lnTo>
                <a:lnTo>
                  <a:pt x="403278" y="116072"/>
                </a:lnTo>
                <a:lnTo>
                  <a:pt x="403278" y="121929"/>
                </a:lnTo>
                <a:lnTo>
                  <a:pt x="368217" y="121929"/>
                </a:lnTo>
                <a:lnTo>
                  <a:pt x="368217" y="116072"/>
                </a:lnTo>
                <a:lnTo>
                  <a:pt x="321497" y="116072"/>
                </a:lnTo>
                <a:lnTo>
                  <a:pt x="321497" y="121929"/>
                </a:lnTo>
                <a:lnTo>
                  <a:pt x="286435" y="121929"/>
                </a:lnTo>
                <a:lnTo>
                  <a:pt x="286435" y="116072"/>
                </a:lnTo>
                <a:lnTo>
                  <a:pt x="239715" y="116072"/>
                </a:lnTo>
                <a:lnTo>
                  <a:pt x="239715" y="121929"/>
                </a:lnTo>
                <a:lnTo>
                  <a:pt x="204654" y="121929"/>
                </a:lnTo>
                <a:lnTo>
                  <a:pt x="204654" y="116072"/>
                </a:lnTo>
                <a:lnTo>
                  <a:pt x="157933" y="116072"/>
                </a:lnTo>
                <a:lnTo>
                  <a:pt x="157933" y="121929"/>
                </a:lnTo>
                <a:lnTo>
                  <a:pt x="122872" y="121929"/>
                </a:lnTo>
                <a:lnTo>
                  <a:pt x="122872" y="116072"/>
                </a:lnTo>
                <a:lnTo>
                  <a:pt x="76152" y="116072"/>
                </a:lnTo>
                <a:lnTo>
                  <a:pt x="76152" y="121929"/>
                </a:lnTo>
                <a:lnTo>
                  <a:pt x="41091" y="121929"/>
                </a:lnTo>
                <a:lnTo>
                  <a:pt x="41091" y="116072"/>
                </a:lnTo>
                <a:lnTo>
                  <a:pt x="0" y="116072"/>
                </a:lnTo>
                <a:lnTo>
                  <a:pt x="0" y="94784"/>
                </a:lnTo>
                <a:lnTo>
                  <a:pt x="2876331" y="94784"/>
                </a:lnTo>
                <a:lnTo>
                  <a:pt x="2876331" y="0"/>
                </a:lnTo>
                <a:lnTo>
                  <a:pt x="3018520" y="0"/>
                </a:lnTo>
                <a:cubicBezTo>
                  <a:pt x="2989945" y="84496"/>
                  <a:pt x="2942225" y="160163"/>
                  <a:pt x="2880503" y="221913"/>
                </a:cubicBezTo>
                <a:cubicBezTo>
                  <a:pt x="2876016" y="226400"/>
                  <a:pt x="2871444" y="230800"/>
                  <a:pt x="2866815" y="235144"/>
                </a:cubicBezTo>
              </a:path>
            </a:pathLst>
          </a:custGeom>
          <a:solidFill xmlns:a="http://schemas.openxmlformats.org/drawingml/2006/main">
            <a:srgbClr val="FFFFFF"/>
          </a:solidFill>
          <a:ln xmlns:a="http://schemas.openxmlformats.org/drawingml/2006/main" w="0">
            <a:noFill/>
            <a:prstDash val="solid"/>
          </a:ln>
        </p:spPr>
      </p:sp>
      <p:sp>
        <p:nvSpPr>
          <p:cNvPr id="436" name="pdf-path-1955">
            <a:extLst xmlns:a="http://schemas.openxmlformats.org/drawingml/2006/main">
              <a:ext uri="{FF2B5EF4-FFF2-40B4-BE49-F238E27FC236}">
                <a16:creationId xmlns:a16="http://schemas.microsoft.com/office/drawing/2014/main" id="{0B5FCC3A-4F8F-4D7E-9521-8FF1322286BD}"/>
              </a:ext>
            </a:extLst>
          </p:cNvPr>
          <p:cNvSpPr>
            <a:spLocks xmlns:a="http://schemas.openxmlformats.org/drawingml/2006/main" noGrp="1"/>
          </p:cNvSpPr>
          <p:nvPr/>
        </p:nvSpPr>
        <p:spPr>
          <a:xfrm xmlns:a="http://schemas.openxmlformats.org/drawingml/2006/main" rot="0">
            <a:off x="9032215" y="6336220"/>
            <a:ext cx="2180529" cy="125159"/>
          </a:xfrm>
          <a:custGeom xmlns:a="http://schemas.openxmlformats.org/drawingml/2006/main">
            <a:pathLst>
              <a:path w="2180529" h="125159">
                <a:moveTo>
                  <a:pt x="0" y="125159"/>
                </a:moveTo>
                <a:lnTo>
                  <a:pt x="2180529" y="125159"/>
                </a:lnTo>
                <a:lnTo>
                  <a:pt x="2180529" y="0"/>
                </a:lnTo>
                <a:lnTo>
                  <a:pt x="0" y="0"/>
                </a:lnTo>
                <a:close/>
              </a:path>
            </a:pathLst>
          </a:custGeom>
          <a:solidFill xmlns:a="http://schemas.openxmlformats.org/drawingml/2006/main">
            <a:srgbClr val="FFFFFF"/>
          </a:solidFill>
          <a:ln xmlns:a="http://schemas.openxmlformats.org/drawingml/2006/main" w="0">
            <a:noFill/>
            <a:prstDash val="solid"/>
          </a:ln>
        </p:spPr>
      </p:sp>
      <p:sp>
        <p:nvSpPr>
          <p:cNvPr id="437" name="pdf-path-1959">
            <a:extLst xmlns:a="http://schemas.openxmlformats.org/drawingml/2006/main">
              <a:ext uri="{FF2B5EF4-FFF2-40B4-BE49-F238E27FC236}">
                <a16:creationId xmlns:a16="http://schemas.microsoft.com/office/drawing/2014/main" id="{D5D534CA-1E05-4878-8C57-CD200E16C012}"/>
              </a:ext>
            </a:extLst>
          </p:cNvPr>
          <p:cNvSpPr>
            <a:spLocks xmlns:a="http://schemas.openxmlformats.org/drawingml/2006/main" noGrp="1"/>
          </p:cNvSpPr>
          <p:nvPr/>
        </p:nvSpPr>
        <p:spPr>
          <a:xfrm xmlns:a="http://schemas.openxmlformats.org/drawingml/2006/main" rot="0">
            <a:off x="9032215" y="6259439"/>
            <a:ext cx="2180529" cy="76781"/>
          </a:xfrm>
          <a:custGeom xmlns:a="http://schemas.openxmlformats.org/drawingml/2006/main">
            <a:pathLst>
              <a:path w="2180529" h="76781">
                <a:moveTo>
                  <a:pt x="0" y="76781"/>
                </a:moveTo>
                <a:lnTo>
                  <a:pt x="2180529" y="76781"/>
                </a:lnTo>
                <a:lnTo>
                  <a:pt x="2180529" y="0"/>
                </a:lnTo>
                <a:lnTo>
                  <a:pt x="0" y="0"/>
                </a:lnTo>
                <a:close/>
              </a:path>
            </a:pathLst>
          </a:custGeom>
          <a:solidFill xmlns:a="http://schemas.openxmlformats.org/drawingml/2006/main">
            <a:srgbClr val="FFFFFF"/>
          </a:solidFill>
          <a:ln xmlns:a="http://schemas.openxmlformats.org/drawingml/2006/main" w="0">
            <a:noFill/>
            <a:prstDash val="solid"/>
          </a:ln>
        </p:spPr>
      </p:sp>
      <p:sp>
        <p:nvSpPr>
          <p:cNvPr id="438" name="pdf-path-1961">
            <a:extLst xmlns:a="http://schemas.openxmlformats.org/drawingml/2006/main">
              <a:ext uri="{FF2B5EF4-FFF2-40B4-BE49-F238E27FC236}">
                <a16:creationId xmlns:a16="http://schemas.microsoft.com/office/drawing/2014/main" id="{C70C630B-450D-40A5-8162-FB4DE9BFF785}"/>
              </a:ext>
            </a:extLst>
          </p:cNvPr>
          <p:cNvSpPr>
            <a:spLocks xmlns:a="http://schemas.openxmlformats.org/drawingml/2006/main" noGrp="1"/>
          </p:cNvSpPr>
          <p:nvPr/>
        </p:nvSpPr>
        <p:spPr>
          <a:xfrm xmlns:a="http://schemas.openxmlformats.org/drawingml/2006/main" rot="0">
            <a:off x="9759535" y="5507088"/>
            <a:ext cx="497091" cy="124730"/>
          </a:xfrm>
          <a:custGeom xmlns:a="http://schemas.openxmlformats.org/drawingml/2006/main">
            <a:pathLst>
              <a:path w="497091" h="124730">
                <a:moveTo>
                  <a:pt x="497091" y="124730"/>
                </a:moveTo>
                <a:lnTo>
                  <a:pt x="285750" y="124730"/>
                </a:lnTo>
                <a:lnTo>
                  <a:pt x="285750" y="56949"/>
                </a:lnTo>
                <a:lnTo>
                  <a:pt x="0" y="56949"/>
                </a:lnTo>
                <a:lnTo>
                  <a:pt x="35290" y="23917"/>
                </a:lnTo>
                <a:lnTo>
                  <a:pt x="4829" y="23917"/>
                </a:lnTo>
                <a:lnTo>
                  <a:pt x="4829" y="0"/>
                </a:lnTo>
                <a:lnTo>
                  <a:pt x="66808" y="0"/>
                </a:lnTo>
                <a:cubicBezTo>
                  <a:pt x="68380" y="10087"/>
                  <a:pt x="72723" y="19259"/>
                  <a:pt x="79067" y="26689"/>
                </a:cubicBezTo>
                <a:lnTo>
                  <a:pt x="74609" y="30489"/>
                </a:lnTo>
                <a:cubicBezTo>
                  <a:pt x="85553" y="43348"/>
                  <a:pt x="101927" y="51520"/>
                  <a:pt x="120157" y="51520"/>
                </a:cubicBezTo>
                <a:lnTo>
                  <a:pt x="120157" y="45691"/>
                </a:lnTo>
                <a:lnTo>
                  <a:pt x="236286" y="45691"/>
                </a:lnTo>
                <a:lnTo>
                  <a:pt x="236286" y="51520"/>
                </a:lnTo>
                <a:lnTo>
                  <a:pt x="242716" y="51177"/>
                </a:lnTo>
                <a:lnTo>
                  <a:pt x="242116" y="45377"/>
                </a:lnTo>
                <a:cubicBezTo>
                  <a:pt x="254146" y="44091"/>
                  <a:pt x="265004" y="38833"/>
                  <a:pt x="273349" y="30946"/>
                </a:cubicBezTo>
                <a:lnTo>
                  <a:pt x="277378" y="35175"/>
                </a:lnTo>
                <a:cubicBezTo>
                  <a:pt x="287007" y="26089"/>
                  <a:pt x="293637" y="13773"/>
                  <a:pt x="295551" y="0"/>
                </a:cubicBezTo>
                <a:lnTo>
                  <a:pt x="497091" y="0"/>
                </a:lnTo>
                <a:lnTo>
                  <a:pt x="497091" y="124730"/>
                </a:lnTo>
              </a:path>
            </a:pathLst>
          </a:custGeom>
          <a:solidFill xmlns:a="http://schemas.openxmlformats.org/drawingml/2006/main">
            <a:srgbClr val="FFFFFF"/>
          </a:solidFill>
          <a:ln xmlns:a="http://schemas.openxmlformats.org/drawingml/2006/main" w="0">
            <a:noFill/>
            <a:prstDash val="solid"/>
          </a:ln>
        </p:spPr>
      </p:sp>
      <p:sp>
        <p:nvSpPr>
          <p:cNvPr id="439" name="pdf-path-1962">
            <a:extLst xmlns:a="http://schemas.openxmlformats.org/drawingml/2006/main">
              <a:ext uri="{FF2B5EF4-FFF2-40B4-BE49-F238E27FC236}">
                <a16:creationId xmlns:a16="http://schemas.microsoft.com/office/drawing/2014/main" id="{2BB44E14-D1AB-473A-B6A5-4D9BBB95F798}"/>
              </a:ext>
            </a:extLst>
          </p:cNvPr>
          <p:cNvSpPr>
            <a:spLocks xmlns:a="http://schemas.openxmlformats.org/drawingml/2006/main" noGrp="1"/>
          </p:cNvSpPr>
          <p:nvPr/>
        </p:nvSpPr>
        <p:spPr>
          <a:xfrm xmlns:a="http://schemas.openxmlformats.org/drawingml/2006/main" rot="0">
            <a:off x="9879692" y="5507088"/>
            <a:ext cx="116129" cy="45691"/>
          </a:xfrm>
          <a:custGeom xmlns:a="http://schemas.openxmlformats.org/drawingml/2006/main">
            <a:pathLst>
              <a:path w="116129" h="45691">
                <a:moveTo>
                  <a:pt x="116129" y="45691"/>
                </a:moveTo>
                <a:lnTo>
                  <a:pt x="0" y="45691"/>
                </a:lnTo>
                <a:lnTo>
                  <a:pt x="0" y="0"/>
                </a:lnTo>
                <a:lnTo>
                  <a:pt x="116129" y="0"/>
                </a:lnTo>
                <a:lnTo>
                  <a:pt x="116129" y="45691"/>
                </a:lnTo>
              </a:path>
            </a:pathLst>
          </a:custGeom>
          <a:solidFill xmlns:a="http://schemas.openxmlformats.org/drawingml/2006/main">
            <a:srgbClr val="EEF4F5"/>
          </a:solidFill>
          <a:ln xmlns:a="http://schemas.openxmlformats.org/drawingml/2006/main" w="0">
            <a:noFill/>
            <a:prstDash val="solid"/>
          </a:ln>
        </p:spPr>
      </p:sp>
      <p:sp>
        <p:nvSpPr>
          <p:cNvPr id="440" name="pdf-path-1963">
            <a:extLst xmlns:a="http://schemas.openxmlformats.org/drawingml/2006/main">
              <a:ext uri="{FF2B5EF4-FFF2-40B4-BE49-F238E27FC236}">
                <a16:creationId xmlns:a16="http://schemas.microsoft.com/office/drawing/2014/main" id="{1C12C582-D1CC-4A9D-B3E7-11490321C284}"/>
              </a:ext>
            </a:extLst>
          </p:cNvPr>
          <p:cNvSpPr>
            <a:spLocks xmlns:a="http://schemas.openxmlformats.org/drawingml/2006/main" noGrp="1"/>
          </p:cNvSpPr>
          <p:nvPr/>
        </p:nvSpPr>
        <p:spPr>
          <a:xfrm xmlns:a="http://schemas.openxmlformats.org/drawingml/2006/main" rot="0">
            <a:off x="9826342" y="5507088"/>
            <a:ext cx="216913" cy="45691"/>
          </a:xfrm>
          <a:custGeom xmlns:a="http://schemas.openxmlformats.org/drawingml/2006/main">
            <a:pathLst>
              <a:path w="216913" h="45691">
                <a:moveTo>
                  <a:pt x="169478" y="45691"/>
                </a:moveTo>
                <a:lnTo>
                  <a:pt x="169478" y="0"/>
                </a:lnTo>
                <a:lnTo>
                  <a:pt x="216913" y="0"/>
                </a:lnTo>
                <a:cubicBezTo>
                  <a:pt x="215112" y="10430"/>
                  <a:pt x="209940" y="19688"/>
                  <a:pt x="202540" y="26689"/>
                </a:cubicBezTo>
                <a:lnTo>
                  <a:pt x="206540" y="30947"/>
                </a:lnTo>
                <a:cubicBezTo>
                  <a:pt x="198196" y="38834"/>
                  <a:pt x="187338" y="44091"/>
                  <a:pt x="175308" y="45377"/>
                </a:cubicBezTo>
                <a:lnTo>
                  <a:pt x="174679" y="39577"/>
                </a:lnTo>
                <a:lnTo>
                  <a:pt x="169478" y="39834"/>
                </a:lnTo>
                <a:lnTo>
                  <a:pt x="169478" y="45691"/>
                </a:lnTo>
                <a:moveTo>
                  <a:pt x="53350" y="39834"/>
                </a:moveTo>
                <a:cubicBezTo>
                  <a:pt x="38662" y="39834"/>
                  <a:pt x="25546" y="33290"/>
                  <a:pt x="16688" y="22917"/>
                </a:cubicBezTo>
                <a:lnTo>
                  <a:pt x="12258" y="26689"/>
                </a:lnTo>
                <a:cubicBezTo>
                  <a:pt x="5915" y="19260"/>
                  <a:pt x="1571" y="10087"/>
                  <a:pt x="0" y="0"/>
                </a:cubicBezTo>
                <a:lnTo>
                  <a:pt x="53350" y="0"/>
                </a:lnTo>
                <a:lnTo>
                  <a:pt x="53350" y="39834"/>
                </a:lnTo>
              </a:path>
            </a:pathLst>
          </a:custGeom>
          <a:solidFill xmlns:a="http://schemas.openxmlformats.org/drawingml/2006/main">
            <a:srgbClr val="EEF4F5"/>
          </a:solidFill>
          <a:ln xmlns:a="http://schemas.openxmlformats.org/drawingml/2006/main" w="0">
            <a:noFill/>
            <a:prstDash val="solid"/>
          </a:ln>
        </p:spPr>
      </p:sp>
      <p:sp>
        <p:nvSpPr>
          <p:cNvPr id="441" name="pdf-path-1964">
            <a:extLst xmlns:a="http://schemas.openxmlformats.org/drawingml/2006/main">
              <a:ext uri="{FF2B5EF4-FFF2-40B4-BE49-F238E27FC236}">
                <a16:creationId xmlns:a16="http://schemas.microsoft.com/office/drawing/2014/main" id="{10E0B822-F612-473E-ABE8-12BD73119EAD}"/>
              </a:ext>
            </a:extLst>
          </p:cNvPr>
          <p:cNvSpPr>
            <a:spLocks xmlns:a="http://schemas.openxmlformats.org/drawingml/2006/main" noGrp="1"/>
          </p:cNvSpPr>
          <p:nvPr/>
        </p:nvSpPr>
        <p:spPr>
          <a:xfrm xmlns:a="http://schemas.openxmlformats.org/drawingml/2006/main" rot="0">
            <a:off x="9834144" y="5507087"/>
            <a:ext cx="220942" cy="51521"/>
          </a:xfrm>
          <a:custGeom xmlns:a="http://schemas.openxmlformats.org/drawingml/2006/main">
            <a:pathLst>
              <a:path w="220942" h="51521">
                <a:moveTo>
                  <a:pt x="161677" y="51521"/>
                </a:moveTo>
                <a:lnTo>
                  <a:pt x="161677" y="39834"/>
                </a:lnTo>
                <a:lnTo>
                  <a:pt x="166878" y="39577"/>
                </a:lnTo>
                <a:lnTo>
                  <a:pt x="167507" y="45377"/>
                </a:lnTo>
                <a:lnTo>
                  <a:pt x="168107" y="51178"/>
                </a:lnTo>
                <a:lnTo>
                  <a:pt x="161677" y="51521"/>
                </a:lnTo>
                <a:moveTo>
                  <a:pt x="45548" y="51521"/>
                </a:moveTo>
                <a:cubicBezTo>
                  <a:pt x="27318" y="51521"/>
                  <a:pt x="10944" y="43348"/>
                  <a:pt x="0" y="30490"/>
                </a:cubicBezTo>
                <a:lnTo>
                  <a:pt x="4457" y="26690"/>
                </a:lnTo>
                <a:lnTo>
                  <a:pt x="8887" y="22917"/>
                </a:lnTo>
                <a:cubicBezTo>
                  <a:pt x="17745" y="33290"/>
                  <a:pt x="30861" y="39834"/>
                  <a:pt x="45548" y="39834"/>
                </a:cubicBezTo>
                <a:lnTo>
                  <a:pt x="45548" y="51521"/>
                </a:lnTo>
                <a:moveTo>
                  <a:pt x="202768" y="35176"/>
                </a:moveTo>
                <a:lnTo>
                  <a:pt x="198739" y="30947"/>
                </a:lnTo>
                <a:lnTo>
                  <a:pt x="194739" y="26690"/>
                </a:lnTo>
                <a:cubicBezTo>
                  <a:pt x="202139" y="19688"/>
                  <a:pt x="207311" y="10430"/>
                  <a:pt x="209112" y="0"/>
                </a:cubicBezTo>
                <a:lnTo>
                  <a:pt x="220942" y="0"/>
                </a:lnTo>
                <a:cubicBezTo>
                  <a:pt x="219027" y="13773"/>
                  <a:pt x="212398" y="26089"/>
                  <a:pt x="202768" y="35176"/>
                </a:cubicBezTo>
              </a:path>
            </a:pathLst>
          </a:custGeom>
          <a:solidFill xmlns:a="http://schemas.openxmlformats.org/drawingml/2006/main">
            <a:srgbClr val="D1CFD0"/>
          </a:solidFill>
          <a:ln xmlns:a="http://schemas.openxmlformats.org/drawingml/2006/main" w="0">
            <a:noFill/>
            <a:prstDash val="solid"/>
          </a:ln>
        </p:spPr>
      </p:sp>
      <p:sp>
        <p:nvSpPr>
          <p:cNvPr id="442" name="pdf-path-1965">
            <a:extLst xmlns:a="http://schemas.openxmlformats.org/drawingml/2006/main">
              <a:ext uri="{FF2B5EF4-FFF2-40B4-BE49-F238E27FC236}">
                <a16:creationId xmlns:a16="http://schemas.microsoft.com/office/drawing/2014/main" id="{74DBD478-5CAD-4613-AC1B-33AFE4DC0603}"/>
              </a:ext>
            </a:extLst>
          </p:cNvPr>
          <p:cNvSpPr>
            <a:spLocks xmlns:a="http://schemas.openxmlformats.org/drawingml/2006/main" noGrp="1"/>
          </p:cNvSpPr>
          <p:nvPr/>
        </p:nvSpPr>
        <p:spPr>
          <a:xfrm xmlns:a="http://schemas.openxmlformats.org/drawingml/2006/main" rot="0">
            <a:off x="9551937" y="5507088"/>
            <a:ext cx="183994" cy="124730"/>
          </a:xfrm>
          <a:custGeom xmlns:a="http://schemas.openxmlformats.org/drawingml/2006/main">
            <a:pathLst>
              <a:path w="183994" h="124730">
                <a:moveTo>
                  <a:pt x="109042" y="124730"/>
                </a:moveTo>
                <a:lnTo>
                  <a:pt x="0" y="124730"/>
                </a:lnTo>
                <a:lnTo>
                  <a:pt x="0" y="0"/>
                </a:lnTo>
                <a:lnTo>
                  <a:pt x="179166" y="0"/>
                </a:lnTo>
                <a:lnTo>
                  <a:pt x="179166" y="23917"/>
                </a:lnTo>
                <a:lnTo>
                  <a:pt x="148705" y="23917"/>
                </a:lnTo>
                <a:lnTo>
                  <a:pt x="183994" y="56949"/>
                </a:lnTo>
                <a:lnTo>
                  <a:pt x="109042" y="56949"/>
                </a:lnTo>
                <a:lnTo>
                  <a:pt x="109042" y="124730"/>
                </a:lnTo>
              </a:path>
            </a:pathLst>
          </a:custGeom>
          <a:solidFill xmlns:a="http://schemas.openxmlformats.org/drawingml/2006/main">
            <a:srgbClr val="FFFFFF"/>
          </a:solidFill>
          <a:ln xmlns:a="http://schemas.openxmlformats.org/drawingml/2006/main" w="0">
            <a:noFill/>
            <a:prstDash val="solid"/>
          </a:ln>
        </p:spPr>
      </p:sp>
      <p:sp>
        <p:nvSpPr>
          <p:cNvPr id="443" name="pdf-path-1966">
            <a:extLst xmlns:a="http://schemas.openxmlformats.org/drawingml/2006/main">
              <a:ext uri="{FF2B5EF4-FFF2-40B4-BE49-F238E27FC236}">
                <a16:creationId xmlns:a16="http://schemas.microsoft.com/office/drawing/2014/main" id="{E9D31475-2A47-4A32-B230-9D04B2C4FE70}"/>
              </a:ext>
            </a:extLst>
          </p:cNvPr>
          <p:cNvSpPr>
            <a:spLocks xmlns:a="http://schemas.openxmlformats.org/drawingml/2006/main" noGrp="1"/>
          </p:cNvSpPr>
          <p:nvPr/>
        </p:nvSpPr>
        <p:spPr>
          <a:xfrm xmlns:a="http://schemas.openxmlformats.org/drawingml/2006/main" rot="0">
            <a:off x="9700640" y="5507087"/>
            <a:ext cx="94183" cy="56950"/>
          </a:xfrm>
          <a:custGeom xmlns:a="http://schemas.openxmlformats.org/drawingml/2006/main">
            <a:pathLst>
              <a:path w="94183" h="56950">
                <a:moveTo>
                  <a:pt x="58893" y="56950"/>
                </a:moveTo>
                <a:lnTo>
                  <a:pt x="35291" y="56950"/>
                </a:lnTo>
                <a:lnTo>
                  <a:pt x="0" y="23917"/>
                </a:lnTo>
                <a:lnTo>
                  <a:pt x="30461" y="23917"/>
                </a:lnTo>
                <a:lnTo>
                  <a:pt x="30461" y="0"/>
                </a:lnTo>
                <a:lnTo>
                  <a:pt x="63723" y="0"/>
                </a:lnTo>
                <a:lnTo>
                  <a:pt x="63723" y="23917"/>
                </a:lnTo>
                <a:lnTo>
                  <a:pt x="94183" y="23917"/>
                </a:lnTo>
                <a:lnTo>
                  <a:pt x="58893" y="56950"/>
                </a:lnTo>
              </a:path>
            </a:pathLst>
          </a:custGeom>
          <a:solidFill xmlns:a="http://schemas.openxmlformats.org/drawingml/2006/main">
            <a:srgbClr val="62BB46"/>
          </a:solidFill>
          <a:ln xmlns:a="http://schemas.openxmlformats.org/drawingml/2006/main" w="0">
            <a:noFill/>
            <a:prstDash val="solid"/>
          </a:ln>
        </p:spPr>
      </p:sp>
      <p:sp>
        <p:nvSpPr>
          <p:cNvPr id="444" name="pdf-path-1967">
            <a:extLst xmlns:a="http://schemas.openxmlformats.org/drawingml/2006/main">
              <a:ext uri="{FF2B5EF4-FFF2-40B4-BE49-F238E27FC236}">
                <a16:creationId xmlns:a16="http://schemas.microsoft.com/office/drawing/2014/main" id="{3C7EF9C1-028D-4248-B361-B9166252F8D2}"/>
              </a:ext>
            </a:extLst>
          </p:cNvPr>
          <p:cNvSpPr>
            <a:spLocks xmlns:a="http://schemas.openxmlformats.org/drawingml/2006/main" noGrp="1"/>
          </p:cNvSpPr>
          <p:nvPr/>
        </p:nvSpPr>
        <p:spPr>
          <a:xfrm xmlns:a="http://schemas.openxmlformats.org/drawingml/2006/main" rot="0">
            <a:off x="9660979" y="5631818"/>
            <a:ext cx="384305" cy="46406"/>
          </a:xfrm>
          <a:custGeom xmlns:a="http://schemas.openxmlformats.org/drawingml/2006/main">
            <a:pathLst>
              <a:path w="384305" h="46406">
                <a:moveTo>
                  <a:pt x="0" y="46406"/>
                </a:moveTo>
                <a:lnTo>
                  <a:pt x="384305" y="46406"/>
                </a:lnTo>
                <a:lnTo>
                  <a:pt x="384305" y="0"/>
                </a:lnTo>
                <a:lnTo>
                  <a:pt x="0" y="0"/>
                </a:lnTo>
                <a:close/>
              </a:path>
            </a:pathLst>
          </a:custGeom>
          <a:solidFill xmlns:a="http://schemas.openxmlformats.org/drawingml/2006/main">
            <a:srgbClr val="FFFFFF"/>
          </a:solidFill>
          <a:ln xmlns:a="http://schemas.openxmlformats.org/drawingml/2006/main" w="0">
            <a:noFill/>
            <a:prstDash val="solid"/>
          </a:ln>
        </p:spPr>
      </p:sp>
      <p:sp>
        <p:nvSpPr>
          <p:cNvPr id="445" name="pdf-path-1969">
            <a:extLst xmlns:a="http://schemas.openxmlformats.org/drawingml/2006/main">
              <a:ext uri="{FF2B5EF4-FFF2-40B4-BE49-F238E27FC236}">
                <a16:creationId xmlns:a16="http://schemas.microsoft.com/office/drawing/2014/main" id="{21E0A372-4905-4EB3-84B5-65811CD5E589}"/>
              </a:ext>
            </a:extLst>
          </p:cNvPr>
          <p:cNvSpPr>
            <a:spLocks xmlns:a="http://schemas.openxmlformats.org/drawingml/2006/main" noGrp="1"/>
          </p:cNvSpPr>
          <p:nvPr/>
        </p:nvSpPr>
        <p:spPr>
          <a:xfrm xmlns:a="http://schemas.openxmlformats.org/drawingml/2006/main" rot="0">
            <a:off x="9660979" y="5564038"/>
            <a:ext cx="384305" cy="67780"/>
          </a:xfrm>
          <a:custGeom xmlns:a="http://schemas.openxmlformats.org/drawingml/2006/main">
            <a:pathLst>
              <a:path w="384305" h="67780">
                <a:moveTo>
                  <a:pt x="0" y="67780"/>
                </a:moveTo>
                <a:lnTo>
                  <a:pt x="384305" y="67780"/>
                </a:lnTo>
                <a:lnTo>
                  <a:pt x="384305" y="0"/>
                </a:lnTo>
                <a:lnTo>
                  <a:pt x="0" y="0"/>
                </a:lnTo>
                <a:close/>
              </a:path>
            </a:pathLst>
          </a:custGeom>
          <a:solidFill xmlns:a="http://schemas.openxmlformats.org/drawingml/2006/main">
            <a:srgbClr val="FFFFFF"/>
          </a:solidFill>
          <a:ln xmlns:a="http://schemas.openxmlformats.org/drawingml/2006/main" w="0">
            <a:noFill/>
            <a:prstDash val="solid"/>
          </a:ln>
        </p:spPr>
      </p:sp>
      <p:sp>
        <p:nvSpPr>
          <p:cNvPr id="446" name="pdf-path-1971">
            <a:extLst xmlns:a="http://schemas.openxmlformats.org/drawingml/2006/main">
              <a:ext uri="{FF2B5EF4-FFF2-40B4-BE49-F238E27FC236}">
                <a16:creationId xmlns:a16="http://schemas.microsoft.com/office/drawing/2014/main" id="{6139FFAF-E521-4461-B61D-74290D356678}"/>
              </a:ext>
            </a:extLst>
          </p:cNvPr>
          <p:cNvSpPr>
            <a:spLocks xmlns:a="http://schemas.openxmlformats.org/drawingml/2006/main" noGrp="1"/>
          </p:cNvSpPr>
          <p:nvPr/>
        </p:nvSpPr>
        <p:spPr>
          <a:xfrm xmlns:a="http://schemas.openxmlformats.org/drawingml/2006/main" rot="0">
            <a:off x="9735931" y="5564039"/>
            <a:ext cx="23604" cy="11057"/>
          </a:xfrm>
          <a:custGeom xmlns:a="http://schemas.openxmlformats.org/drawingml/2006/main">
            <a:pathLst>
              <a:path w="23604" h="11057">
                <a:moveTo>
                  <a:pt x="0" y="11057"/>
                </a:moveTo>
                <a:lnTo>
                  <a:pt x="23604" y="11057"/>
                </a:lnTo>
                <a:lnTo>
                  <a:pt x="23604" y="0"/>
                </a:lnTo>
                <a:lnTo>
                  <a:pt x="0" y="0"/>
                </a:lnTo>
                <a:close/>
              </a:path>
            </a:pathLst>
          </a:custGeom>
          <a:solidFill xmlns:a="http://schemas.openxmlformats.org/drawingml/2006/main">
            <a:srgbClr val="62BB46"/>
          </a:solidFill>
          <a:ln xmlns:a="http://schemas.openxmlformats.org/drawingml/2006/main" w="0">
            <a:noFill/>
            <a:prstDash val="solid"/>
          </a:ln>
        </p:spPr>
      </p:sp>
      <p:sp>
        <p:nvSpPr>
          <p:cNvPr id="447" name="pdf-path-1973">
            <a:extLst xmlns:a="http://schemas.openxmlformats.org/drawingml/2006/main">
              <a:ext uri="{FF2B5EF4-FFF2-40B4-BE49-F238E27FC236}">
                <a16:creationId xmlns:a16="http://schemas.microsoft.com/office/drawing/2014/main" id="{E0240118-A387-431C-929E-F98B847AE300}"/>
              </a:ext>
            </a:extLst>
          </p:cNvPr>
          <p:cNvSpPr>
            <a:spLocks xmlns:a="http://schemas.openxmlformats.org/drawingml/2006/main" noGrp="1"/>
          </p:cNvSpPr>
          <p:nvPr/>
        </p:nvSpPr>
        <p:spPr>
          <a:xfrm xmlns:a="http://schemas.openxmlformats.org/drawingml/2006/main" rot="0">
            <a:off x="10982058" y="5507088"/>
            <a:ext cx="460143" cy="124730"/>
          </a:xfrm>
          <a:custGeom xmlns:a="http://schemas.openxmlformats.org/drawingml/2006/main">
            <a:pathLst>
              <a:path w="460143" h="124730">
                <a:moveTo>
                  <a:pt x="460143" y="124730"/>
                </a:moveTo>
                <a:lnTo>
                  <a:pt x="248803" y="124730"/>
                </a:lnTo>
                <a:lnTo>
                  <a:pt x="248803" y="56949"/>
                </a:lnTo>
                <a:lnTo>
                  <a:pt x="0" y="56949"/>
                </a:lnTo>
                <a:lnTo>
                  <a:pt x="35290" y="23917"/>
                </a:lnTo>
                <a:lnTo>
                  <a:pt x="4801" y="23917"/>
                </a:lnTo>
                <a:lnTo>
                  <a:pt x="4801" y="0"/>
                </a:lnTo>
                <a:lnTo>
                  <a:pt x="78552" y="0"/>
                </a:lnTo>
                <a:cubicBezTo>
                  <a:pt x="80124" y="10087"/>
                  <a:pt x="84468" y="19259"/>
                  <a:pt x="90812" y="26689"/>
                </a:cubicBezTo>
                <a:lnTo>
                  <a:pt x="86354" y="30489"/>
                </a:lnTo>
                <a:cubicBezTo>
                  <a:pt x="97298" y="43348"/>
                  <a:pt x="113671" y="51520"/>
                  <a:pt x="131902" y="51520"/>
                </a:cubicBezTo>
                <a:lnTo>
                  <a:pt x="131902" y="45691"/>
                </a:lnTo>
                <a:lnTo>
                  <a:pt x="248031" y="45691"/>
                </a:lnTo>
                <a:lnTo>
                  <a:pt x="248031" y="51520"/>
                </a:lnTo>
                <a:lnTo>
                  <a:pt x="254460" y="51177"/>
                </a:lnTo>
                <a:lnTo>
                  <a:pt x="253832" y="45377"/>
                </a:lnTo>
                <a:cubicBezTo>
                  <a:pt x="265890" y="44091"/>
                  <a:pt x="276749" y="38833"/>
                  <a:pt x="285092" y="30946"/>
                </a:cubicBezTo>
                <a:lnTo>
                  <a:pt x="289122" y="35175"/>
                </a:lnTo>
                <a:cubicBezTo>
                  <a:pt x="298751" y="26089"/>
                  <a:pt x="305381" y="13773"/>
                  <a:pt x="307295" y="0"/>
                </a:cubicBezTo>
                <a:lnTo>
                  <a:pt x="460143" y="0"/>
                </a:lnTo>
                <a:lnTo>
                  <a:pt x="460143" y="124730"/>
                </a:lnTo>
              </a:path>
            </a:pathLst>
          </a:custGeom>
          <a:solidFill xmlns:a="http://schemas.openxmlformats.org/drawingml/2006/main">
            <a:srgbClr val="FFFFFF"/>
          </a:solidFill>
          <a:ln xmlns:a="http://schemas.openxmlformats.org/drawingml/2006/main" w="0">
            <a:noFill/>
            <a:prstDash val="solid"/>
          </a:ln>
        </p:spPr>
      </p:sp>
      <p:sp>
        <p:nvSpPr>
          <p:cNvPr id="448" name="pdf-path-1974">
            <a:extLst xmlns:a="http://schemas.openxmlformats.org/drawingml/2006/main">
              <a:ext uri="{FF2B5EF4-FFF2-40B4-BE49-F238E27FC236}">
                <a16:creationId xmlns:a16="http://schemas.microsoft.com/office/drawing/2014/main" id="{AF67D527-8A6A-4FA5-8BE5-5C3210EEA887}"/>
              </a:ext>
            </a:extLst>
          </p:cNvPr>
          <p:cNvSpPr>
            <a:spLocks xmlns:a="http://schemas.openxmlformats.org/drawingml/2006/main" noGrp="1"/>
          </p:cNvSpPr>
          <p:nvPr/>
        </p:nvSpPr>
        <p:spPr>
          <a:xfrm xmlns:a="http://schemas.openxmlformats.org/drawingml/2006/main" rot="0">
            <a:off x="11113961" y="5507088"/>
            <a:ext cx="116129" cy="45691"/>
          </a:xfrm>
          <a:custGeom xmlns:a="http://schemas.openxmlformats.org/drawingml/2006/main">
            <a:pathLst>
              <a:path w="116129" h="45691">
                <a:moveTo>
                  <a:pt x="116129" y="45691"/>
                </a:moveTo>
                <a:lnTo>
                  <a:pt x="0" y="45691"/>
                </a:lnTo>
                <a:lnTo>
                  <a:pt x="0" y="0"/>
                </a:lnTo>
                <a:lnTo>
                  <a:pt x="116129" y="0"/>
                </a:lnTo>
                <a:lnTo>
                  <a:pt x="116129" y="45691"/>
                </a:lnTo>
              </a:path>
            </a:pathLst>
          </a:custGeom>
          <a:solidFill xmlns:a="http://schemas.openxmlformats.org/drawingml/2006/main">
            <a:srgbClr val="EEF4F5"/>
          </a:solidFill>
          <a:ln xmlns:a="http://schemas.openxmlformats.org/drawingml/2006/main" w="0">
            <a:noFill/>
            <a:prstDash val="solid"/>
          </a:ln>
        </p:spPr>
      </p:sp>
      <p:sp>
        <p:nvSpPr>
          <p:cNvPr id="449" name="pdf-path-1975">
            <a:extLst xmlns:a="http://schemas.openxmlformats.org/drawingml/2006/main">
              <a:ext uri="{FF2B5EF4-FFF2-40B4-BE49-F238E27FC236}">
                <a16:creationId xmlns:a16="http://schemas.microsoft.com/office/drawing/2014/main" id="{6B52B043-5982-411B-BD40-506FC3D1800E}"/>
              </a:ext>
            </a:extLst>
          </p:cNvPr>
          <p:cNvSpPr>
            <a:spLocks xmlns:a="http://schemas.openxmlformats.org/drawingml/2006/main" noGrp="1"/>
          </p:cNvSpPr>
          <p:nvPr/>
        </p:nvSpPr>
        <p:spPr>
          <a:xfrm xmlns:a="http://schemas.openxmlformats.org/drawingml/2006/main" rot="0">
            <a:off x="11060611" y="5507088"/>
            <a:ext cx="216913" cy="45377"/>
          </a:xfrm>
          <a:custGeom xmlns:a="http://schemas.openxmlformats.org/drawingml/2006/main">
            <a:pathLst>
              <a:path w="216913" h="45377">
                <a:moveTo>
                  <a:pt x="175279" y="45377"/>
                </a:moveTo>
                <a:lnTo>
                  <a:pt x="174679" y="39577"/>
                </a:lnTo>
                <a:lnTo>
                  <a:pt x="169478" y="39834"/>
                </a:lnTo>
                <a:lnTo>
                  <a:pt x="169478" y="0"/>
                </a:lnTo>
                <a:lnTo>
                  <a:pt x="216913" y="0"/>
                </a:lnTo>
                <a:cubicBezTo>
                  <a:pt x="215113" y="10430"/>
                  <a:pt x="209941" y="19689"/>
                  <a:pt x="202540" y="26690"/>
                </a:cubicBezTo>
                <a:lnTo>
                  <a:pt x="206540" y="30947"/>
                </a:lnTo>
                <a:cubicBezTo>
                  <a:pt x="198196" y="38834"/>
                  <a:pt x="187338" y="44091"/>
                  <a:pt x="175279" y="45377"/>
                </a:cubicBezTo>
                <a:moveTo>
                  <a:pt x="53350" y="39834"/>
                </a:moveTo>
                <a:cubicBezTo>
                  <a:pt x="38662" y="39834"/>
                  <a:pt x="25546" y="33290"/>
                  <a:pt x="16688" y="22917"/>
                </a:cubicBezTo>
                <a:lnTo>
                  <a:pt x="12259" y="26690"/>
                </a:lnTo>
                <a:cubicBezTo>
                  <a:pt x="5915" y="19260"/>
                  <a:pt x="1571" y="10088"/>
                  <a:pt x="0" y="0"/>
                </a:cubicBezTo>
                <a:lnTo>
                  <a:pt x="53350" y="0"/>
                </a:lnTo>
                <a:lnTo>
                  <a:pt x="53350" y="39834"/>
                </a:lnTo>
              </a:path>
            </a:pathLst>
          </a:custGeom>
          <a:solidFill xmlns:a="http://schemas.openxmlformats.org/drawingml/2006/main">
            <a:srgbClr val="EEF4F5"/>
          </a:solidFill>
          <a:ln xmlns:a="http://schemas.openxmlformats.org/drawingml/2006/main" w="0">
            <a:noFill/>
            <a:prstDash val="solid"/>
          </a:ln>
        </p:spPr>
      </p:sp>
      <p:sp>
        <p:nvSpPr>
          <p:cNvPr id="450" name="pdf-path-1976">
            <a:extLst xmlns:a="http://schemas.openxmlformats.org/drawingml/2006/main">
              <a:ext uri="{FF2B5EF4-FFF2-40B4-BE49-F238E27FC236}">
                <a16:creationId xmlns:a16="http://schemas.microsoft.com/office/drawing/2014/main" id="{48CBC62D-E50E-4960-A71B-C5F2DD8A0599}"/>
              </a:ext>
            </a:extLst>
          </p:cNvPr>
          <p:cNvSpPr>
            <a:spLocks xmlns:a="http://schemas.openxmlformats.org/drawingml/2006/main" noGrp="1"/>
          </p:cNvSpPr>
          <p:nvPr/>
        </p:nvSpPr>
        <p:spPr>
          <a:xfrm xmlns:a="http://schemas.openxmlformats.org/drawingml/2006/main" rot="0">
            <a:off x="11068412" y="5507087"/>
            <a:ext cx="220942" cy="51521"/>
          </a:xfrm>
          <a:custGeom xmlns:a="http://schemas.openxmlformats.org/drawingml/2006/main">
            <a:pathLst>
              <a:path w="220942" h="51521">
                <a:moveTo>
                  <a:pt x="161677" y="51521"/>
                </a:moveTo>
                <a:lnTo>
                  <a:pt x="161677" y="39834"/>
                </a:lnTo>
                <a:lnTo>
                  <a:pt x="166878" y="39577"/>
                </a:lnTo>
                <a:lnTo>
                  <a:pt x="167478" y="45377"/>
                </a:lnTo>
                <a:lnTo>
                  <a:pt x="168107" y="51178"/>
                </a:lnTo>
                <a:lnTo>
                  <a:pt x="161677" y="51521"/>
                </a:lnTo>
                <a:moveTo>
                  <a:pt x="45548" y="51521"/>
                </a:moveTo>
                <a:cubicBezTo>
                  <a:pt x="27318" y="51521"/>
                  <a:pt x="10944" y="43348"/>
                  <a:pt x="0" y="30490"/>
                </a:cubicBezTo>
                <a:lnTo>
                  <a:pt x="4457" y="26690"/>
                </a:lnTo>
                <a:lnTo>
                  <a:pt x="8886" y="22917"/>
                </a:lnTo>
                <a:cubicBezTo>
                  <a:pt x="17745" y="33290"/>
                  <a:pt x="30861" y="39834"/>
                  <a:pt x="45548" y="39834"/>
                </a:cubicBezTo>
                <a:lnTo>
                  <a:pt x="45548" y="51521"/>
                </a:lnTo>
                <a:moveTo>
                  <a:pt x="202768" y="35176"/>
                </a:moveTo>
                <a:lnTo>
                  <a:pt x="198739" y="30947"/>
                </a:lnTo>
                <a:lnTo>
                  <a:pt x="194739" y="26690"/>
                </a:lnTo>
                <a:cubicBezTo>
                  <a:pt x="202139" y="19688"/>
                  <a:pt x="207311" y="10430"/>
                  <a:pt x="209112" y="0"/>
                </a:cubicBezTo>
                <a:lnTo>
                  <a:pt x="220942" y="0"/>
                </a:lnTo>
                <a:cubicBezTo>
                  <a:pt x="219027" y="13773"/>
                  <a:pt x="212398" y="26089"/>
                  <a:pt x="202768" y="35176"/>
                </a:cubicBezTo>
              </a:path>
            </a:pathLst>
          </a:custGeom>
          <a:solidFill xmlns:a="http://schemas.openxmlformats.org/drawingml/2006/main">
            <a:srgbClr val="D1CFD0"/>
          </a:solidFill>
          <a:ln xmlns:a="http://schemas.openxmlformats.org/drawingml/2006/main" w="0">
            <a:noFill/>
            <a:prstDash val="solid"/>
          </a:ln>
        </p:spPr>
      </p:sp>
      <p:sp>
        <p:nvSpPr>
          <p:cNvPr id="451" name="pdf-path-1977">
            <a:extLst xmlns:a="http://schemas.openxmlformats.org/drawingml/2006/main">
              <a:ext uri="{FF2B5EF4-FFF2-40B4-BE49-F238E27FC236}">
                <a16:creationId xmlns:a16="http://schemas.microsoft.com/office/drawing/2014/main" id="{29377100-18CD-41B6-BAA3-29D63BAED023}"/>
              </a:ext>
            </a:extLst>
          </p:cNvPr>
          <p:cNvSpPr>
            <a:spLocks xmlns:a="http://schemas.openxmlformats.org/drawingml/2006/main" noGrp="1"/>
          </p:cNvSpPr>
          <p:nvPr/>
        </p:nvSpPr>
        <p:spPr>
          <a:xfrm xmlns:a="http://schemas.openxmlformats.org/drawingml/2006/main" rot="0">
            <a:off x="10737514" y="5507088"/>
            <a:ext cx="220942" cy="124730"/>
          </a:xfrm>
          <a:custGeom xmlns:a="http://schemas.openxmlformats.org/drawingml/2006/main">
            <a:pathLst>
              <a:path w="220942" h="124730">
                <a:moveTo>
                  <a:pt x="111071" y="124730"/>
                </a:moveTo>
                <a:lnTo>
                  <a:pt x="0" y="124730"/>
                </a:lnTo>
                <a:lnTo>
                  <a:pt x="0" y="0"/>
                </a:lnTo>
                <a:lnTo>
                  <a:pt x="216112" y="0"/>
                </a:lnTo>
                <a:lnTo>
                  <a:pt x="216112" y="23917"/>
                </a:lnTo>
                <a:lnTo>
                  <a:pt x="185651" y="23917"/>
                </a:lnTo>
                <a:lnTo>
                  <a:pt x="220942" y="56949"/>
                </a:lnTo>
                <a:lnTo>
                  <a:pt x="111071" y="56949"/>
                </a:lnTo>
                <a:lnTo>
                  <a:pt x="111071" y="124730"/>
                </a:lnTo>
              </a:path>
            </a:pathLst>
          </a:custGeom>
          <a:solidFill xmlns:a="http://schemas.openxmlformats.org/drawingml/2006/main">
            <a:srgbClr val="FFFFFF"/>
          </a:solidFill>
          <a:ln xmlns:a="http://schemas.openxmlformats.org/drawingml/2006/main" w="0">
            <a:noFill/>
            <a:prstDash val="solid"/>
          </a:ln>
        </p:spPr>
      </p:sp>
      <p:sp>
        <p:nvSpPr>
          <p:cNvPr id="452" name="pdf-path-1978">
            <a:extLst xmlns:a="http://schemas.openxmlformats.org/drawingml/2006/main">
              <a:ext uri="{FF2B5EF4-FFF2-40B4-BE49-F238E27FC236}">
                <a16:creationId xmlns:a16="http://schemas.microsoft.com/office/drawing/2014/main" id="{CE90208F-17C9-497A-8511-84DC5ABE2803}"/>
              </a:ext>
            </a:extLst>
          </p:cNvPr>
          <p:cNvSpPr>
            <a:spLocks xmlns:a="http://schemas.openxmlformats.org/drawingml/2006/main" noGrp="1"/>
          </p:cNvSpPr>
          <p:nvPr/>
        </p:nvSpPr>
        <p:spPr>
          <a:xfrm xmlns:a="http://schemas.openxmlformats.org/drawingml/2006/main" rot="0">
            <a:off x="10923165" y="5507087"/>
            <a:ext cx="94183" cy="56950"/>
          </a:xfrm>
          <a:custGeom xmlns:a="http://schemas.openxmlformats.org/drawingml/2006/main">
            <a:pathLst>
              <a:path w="94183" h="56950">
                <a:moveTo>
                  <a:pt x="58893" y="56950"/>
                </a:moveTo>
                <a:lnTo>
                  <a:pt x="35291" y="56950"/>
                </a:lnTo>
                <a:lnTo>
                  <a:pt x="0" y="23917"/>
                </a:lnTo>
                <a:lnTo>
                  <a:pt x="30461" y="23917"/>
                </a:lnTo>
                <a:lnTo>
                  <a:pt x="30461" y="0"/>
                </a:lnTo>
                <a:lnTo>
                  <a:pt x="63694" y="0"/>
                </a:lnTo>
                <a:lnTo>
                  <a:pt x="63694" y="23917"/>
                </a:lnTo>
                <a:lnTo>
                  <a:pt x="94183" y="23917"/>
                </a:lnTo>
                <a:lnTo>
                  <a:pt x="58893" y="56950"/>
                </a:lnTo>
              </a:path>
            </a:pathLst>
          </a:custGeom>
          <a:solidFill xmlns:a="http://schemas.openxmlformats.org/drawingml/2006/main">
            <a:srgbClr val="62BB46"/>
          </a:solidFill>
          <a:ln xmlns:a="http://schemas.openxmlformats.org/drawingml/2006/main" w="0">
            <a:noFill/>
            <a:prstDash val="solid"/>
          </a:ln>
        </p:spPr>
      </p:sp>
      <p:sp>
        <p:nvSpPr>
          <p:cNvPr id="453" name="pdf-path-1979">
            <a:extLst xmlns:a="http://schemas.openxmlformats.org/drawingml/2006/main">
              <a:ext uri="{FF2B5EF4-FFF2-40B4-BE49-F238E27FC236}">
                <a16:creationId xmlns:a16="http://schemas.microsoft.com/office/drawing/2014/main" id="{417E7440-DECB-4010-BA40-C1E63857CC76}"/>
              </a:ext>
            </a:extLst>
          </p:cNvPr>
          <p:cNvSpPr>
            <a:spLocks xmlns:a="http://schemas.openxmlformats.org/drawingml/2006/main" noGrp="1"/>
          </p:cNvSpPr>
          <p:nvPr/>
        </p:nvSpPr>
        <p:spPr>
          <a:xfrm xmlns:a="http://schemas.openxmlformats.org/drawingml/2006/main" rot="0">
            <a:off x="10848585" y="5631818"/>
            <a:ext cx="382276" cy="46406"/>
          </a:xfrm>
          <a:custGeom xmlns:a="http://schemas.openxmlformats.org/drawingml/2006/main">
            <a:pathLst>
              <a:path w="382276" h="46406">
                <a:moveTo>
                  <a:pt x="0" y="46406"/>
                </a:moveTo>
                <a:lnTo>
                  <a:pt x="382276" y="46406"/>
                </a:lnTo>
                <a:lnTo>
                  <a:pt x="382276" y="0"/>
                </a:lnTo>
                <a:lnTo>
                  <a:pt x="0" y="0"/>
                </a:lnTo>
                <a:close/>
              </a:path>
            </a:pathLst>
          </a:custGeom>
          <a:solidFill xmlns:a="http://schemas.openxmlformats.org/drawingml/2006/main">
            <a:srgbClr val="FFFFFF"/>
          </a:solidFill>
          <a:ln xmlns:a="http://schemas.openxmlformats.org/drawingml/2006/main" w="0">
            <a:noFill/>
            <a:prstDash val="solid"/>
          </a:ln>
        </p:spPr>
      </p:sp>
      <p:sp>
        <p:nvSpPr>
          <p:cNvPr id="454" name="pdf-path-1981">
            <a:extLst xmlns:a="http://schemas.openxmlformats.org/drawingml/2006/main">
              <a:ext uri="{FF2B5EF4-FFF2-40B4-BE49-F238E27FC236}">
                <a16:creationId xmlns:a16="http://schemas.microsoft.com/office/drawing/2014/main" id="{3DB1ACE5-609F-481B-8F2F-35078FC63AF9}"/>
              </a:ext>
            </a:extLst>
          </p:cNvPr>
          <p:cNvSpPr>
            <a:spLocks xmlns:a="http://schemas.openxmlformats.org/drawingml/2006/main" noGrp="1"/>
          </p:cNvSpPr>
          <p:nvPr/>
        </p:nvSpPr>
        <p:spPr>
          <a:xfrm xmlns:a="http://schemas.openxmlformats.org/drawingml/2006/main" rot="0">
            <a:off x="10848585" y="5564038"/>
            <a:ext cx="382276" cy="67780"/>
          </a:xfrm>
          <a:custGeom xmlns:a="http://schemas.openxmlformats.org/drawingml/2006/main">
            <a:pathLst>
              <a:path w="382276" h="67780">
                <a:moveTo>
                  <a:pt x="0" y="67780"/>
                </a:moveTo>
                <a:lnTo>
                  <a:pt x="382276" y="67780"/>
                </a:lnTo>
                <a:lnTo>
                  <a:pt x="382276" y="0"/>
                </a:lnTo>
                <a:lnTo>
                  <a:pt x="0" y="0"/>
                </a:lnTo>
                <a:close/>
              </a:path>
            </a:pathLst>
          </a:custGeom>
          <a:solidFill xmlns:a="http://schemas.openxmlformats.org/drawingml/2006/main">
            <a:srgbClr val="FFFFFF"/>
          </a:solidFill>
          <a:ln xmlns:a="http://schemas.openxmlformats.org/drawingml/2006/main" w="0">
            <a:noFill/>
            <a:prstDash val="solid"/>
          </a:ln>
        </p:spPr>
      </p:sp>
      <p:sp>
        <p:nvSpPr>
          <p:cNvPr id="455" name="pdf-path-1983">
            <a:extLst xmlns:a="http://schemas.openxmlformats.org/drawingml/2006/main">
              <a:ext uri="{FF2B5EF4-FFF2-40B4-BE49-F238E27FC236}">
                <a16:creationId xmlns:a16="http://schemas.microsoft.com/office/drawing/2014/main" id="{84A4EAEE-11EB-4A1C-9341-C52B4B900D26}"/>
              </a:ext>
            </a:extLst>
          </p:cNvPr>
          <p:cNvSpPr>
            <a:spLocks xmlns:a="http://schemas.openxmlformats.org/drawingml/2006/main" noGrp="1"/>
          </p:cNvSpPr>
          <p:nvPr/>
        </p:nvSpPr>
        <p:spPr>
          <a:xfrm xmlns:a="http://schemas.openxmlformats.org/drawingml/2006/main" rot="0">
            <a:off x="10958455" y="5564039"/>
            <a:ext cx="23603" cy="11057"/>
          </a:xfrm>
          <a:custGeom xmlns:a="http://schemas.openxmlformats.org/drawingml/2006/main">
            <a:pathLst>
              <a:path w="23603" h="11057">
                <a:moveTo>
                  <a:pt x="0" y="11057"/>
                </a:moveTo>
                <a:lnTo>
                  <a:pt x="23603" y="11057"/>
                </a:lnTo>
                <a:lnTo>
                  <a:pt x="23603" y="0"/>
                </a:lnTo>
                <a:lnTo>
                  <a:pt x="0" y="0"/>
                </a:lnTo>
                <a:close/>
              </a:path>
            </a:pathLst>
          </a:custGeom>
          <a:solidFill xmlns:a="http://schemas.openxmlformats.org/drawingml/2006/main">
            <a:srgbClr val="62BB46"/>
          </a:solidFill>
          <a:ln xmlns:a="http://schemas.openxmlformats.org/drawingml/2006/main" w="0">
            <a:noFill/>
            <a:prstDash val="solid"/>
          </a:ln>
        </p:spPr>
      </p:sp>
      <p:sp>
        <p:nvSpPr>
          <p:cNvPr id="456" name="pdf-path-1985">
            <a:extLst xmlns:a="http://schemas.openxmlformats.org/drawingml/2006/main">
              <a:ext uri="{FF2B5EF4-FFF2-40B4-BE49-F238E27FC236}">
                <a16:creationId xmlns:a16="http://schemas.microsoft.com/office/drawing/2014/main" id="{50D2BD5F-B575-4834-9A35-A8F4BF047DBE}"/>
              </a:ext>
            </a:extLst>
          </p:cNvPr>
          <p:cNvSpPr>
            <a:spLocks xmlns:a="http://schemas.openxmlformats.org/drawingml/2006/main" noGrp="1"/>
          </p:cNvSpPr>
          <p:nvPr/>
        </p:nvSpPr>
        <p:spPr>
          <a:xfrm xmlns:a="http://schemas.openxmlformats.org/drawingml/2006/main" rot="0">
            <a:off x="8616591" y="5829729"/>
            <a:ext cx="3186798" cy="366131"/>
          </a:xfrm>
          <a:custGeom xmlns:a="http://schemas.openxmlformats.org/drawingml/2006/main">
            <a:pathLst>
              <a:path w="3186798" h="366131">
                <a:moveTo>
                  <a:pt x="310467" y="366131"/>
                </a:moveTo>
                <a:lnTo>
                  <a:pt x="0" y="366131"/>
                </a:lnTo>
                <a:lnTo>
                  <a:pt x="0" y="347243"/>
                </a:lnTo>
                <a:lnTo>
                  <a:pt x="63636" y="347243"/>
                </a:lnTo>
                <a:lnTo>
                  <a:pt x="63636" y="86353"/>
                </a:lnTo>
                <a:lnTo>
                  <a:pt x="0" y="86353"/>
                </a:lnTo>
                <a:lnTo>
                  <a:pt x="0" y="0"/>
                </a:lnTo>
                <a:lnTo>
                  <a:pt x="3186798" y="0"/>
                </a:lnTo>
                <a:lnTo>
                  <a:pt x="3186798" y="271348"/>
                </a:lnTo>
                <a:lnTo>
                  <a:pt x="2456736" y="271348"/>
                </a:lnTo>
                <a:lnTo>
                  <a:pt x="2456736" y="154562"/>
                </a:lnTo>
                <a:lnTo>
                  <a:pt x="730691" y="154562"/>
                </a:lnTo>
                <a:lnTo>
                  <a:pt x="730691" y="271348"/>
                </a:lnTo>
                <a:lnTo>
                  <a:pt x="310467" y="271348"/>
                </a:lnTo>
                <a:lnTo>
                  <a:pt x="310467" y="366131"/>
                </a:lnTo>
              </a:path>
            </a:pathLst>
          </a:custGeom>
          <a:solidFill xmlns:a="http://schemas.openxmlformats.org/drawingml/2006/main">
            <a:srgbClr val="FFFFFF"/>
          </a:solidFill>
          <a:ln xmlns:a="http://schemas.openxmlformats.org/drawingml/2006/main" w="0">
            <a:noFill/>
            <a:prstDash val="solid"/>
          </a:ln>
        </p:spPr>
      </p:sp>
      <p:sp>
        <p:nvSpPr>
          <p:cNvPr id="457" name="pdf-path-1986">
            <a:extLst xmlns:a="http://schemas.openxmlformats.org/drawingml/2006/main">
              <a:ext uri="{FF2B5EF4-FFF2-40B4-BE49-F238E27FC236}">
                <a16:creationId xmlns:a16="http://schemas.microsoft.com/office/drawing/2014/main" id="{BD181E93-140C-4DB5-8507-3E41608AB905}"/>
              </a:ext>
            </a:extLst>
          </p:cNvPr>
          <p:cNvSpPr>
            <a:spLocks xmlns:a="http://schemas.openxmlformats.org/drawingml/2006/main" noGrp="1"/>
          </p:cNvSpPr>
          <p:nvPr/>
        </p:nvSpPr>
        <p:spPr>
          <a:xfrm xmlns:a="http://schemas.openxmlformats.org/drawingml/2006/main" rot="0">
            <a:off x="8616591" y="5916082"/>
            <a:ext cx="63636" cy="260890"/>
          </a:xfrm>
          <a:custGeom xmlns:a="http://schemas.openxmlformats.org/drawingml/2006/main">
            <a:pathLst>
              <a:path w="63636" h="260890">
                <a:moveTo>
                  <a:pt x="0" y="260890"/>
                </a:moveTo>
                <a:lnTo>
                  <a:pt x="63636" y="260890"/>
                </a:lnTo>
                <a:lnTo>
                  <a:pt x="63636" y="0"/>
                </a:lnTo>
                <a:lnTo>
                  <a:pt x="0" y="0"/>
                </a:lnTo>
                <a:close/>
              </a:path>
            </a:pathLst>
          </a:custGeom>
          <a:solidFill xmlns:a="http://schemas.openxmlformats.org/drawingml/2006/main">
            <a:srgbClr val="FFFFFF"/>
          </a:solidFill>
          <a:ln xmlns:a="http://schemas.openxmlformats.org/drawingml/2006/main" w="0">
            <a:noFill/>
            <a:prstDash val="solid"/>
          </a:ln>
        </p:spPr>
      </p:sp>
      <p:sp>
        <p:nvSpPr>
          <p:cNvPr id="458" name="pdf-path-1987">
            <a:extLst xmlns:a="http://schemas.openxmlformats.org/drawingml/2006/main">
              <a:ext uri="{FF2B5EF4-FFF2-40B4-BE49-F238E27FC236}">
                <a16:creationId xmlns:a16="http://schemas.microsoft.com/office/drawing/2014/main" id="{5DE6D712-9958-430C-AE8D-2F9B5C2AEE97}"/>
              </a:ext>
            </a:extLst>
          </p:cNvPr>
          <p:cNvSpPr>
            <a:spLocks xmlns:a="http://schemas.openxmlformats.org/drawingml/2006/main" noGrp="1"/>
          </p:cNvSpPr>
          <p:nvPr/>
        </p:nvSpPr>
        <p:spPr>
          <a:xfrm xmlns:a="http://schemas.openxmlformats.org/drawingml/2006/main" rot="0">
            <a:off x="8927058" y="6101077"/>
            <a:ext cx="2876331" cy="94783"/>
          </a:xfrm>
          <a:custGeom xmlns:a="http://schemas.openxmlformats.org/drawingml/2006/main">
            <a:pathLst>
              <a:path w="2876331" h="94783">
                <a:moveTo>
                  <a:pt x="2876331" y="94783"/>
                </a:moveTo>
                <a:lnTo>
                  <a:pt x="0" y="94783"/>
                </a:lnTo>
                <a:lnTo>
                  <a:pt x="0" y="0"/>
                </a:lnTo>
                <a:lnTo>
                  <a:pt x="420224" y="0"/>
                </a:lnTo>
                <a:lnTo>
                  <a:pt x="420224" y="70722"/>
                </a:lnTo>
                <a:lnTo>
                  <a:pt x="2146268" y="70722"/>
                </a:lnTo>
                <a:lnTo>
                  <a:pt x="2146268" y="0"/>
                </a:lnTo>
                <a:lnTo>
                  <a:pt x="2876331" y="0"/>
                </a:lnTo>
                <a:lnTo>
                  <a:pt x="2876331" y="94783"/>
                </a:lnTo>
              </a:path>
            </a:pathLst>
          </a:custGeom>
          <a:solidFill xmlns:a="http://schemas.openxmlformats.org/drawingml/2006/main">
            <a:srgbClr val="FFFFFF"/>
          </a:solidFill>
          <a:ln xmlns:a="http://schemas.openxmlformats.org/drawingml/2006/main" w="0">
            <a:noFill/>
            <a:prstDash val="solid"/>
          </a:ln>
        </p:spPr>
      </p:sp>
      <p:sp>
        <p:nvSpPr>
          <p:cNvPr id="459" name="pdf-path-1988">
            <a:extLst xmlns:a="http://schemas.openxmlformats.org/drawingml/2006/main">
              <a:ext uri="{FF2B5EF4-FFF2-40B4-BE49-F238E27FC236}">
                <a16:creationId xmlns:a16="http://schemas.microsoft.com/office/drawing/2014/main" id="{853EB5BF-46E5-478B-89C8-35E3A835A43F}"/>
              </a:ext>
            </a:extLst>
          </p:cNvPr>
          <p:cNvSpPr>
            <a:spLocks xmlns:a="http://schemas.openxmlformats.org/drawingml/2006/main" noGrp="1"/>
          </p:cNvSpPr>
          <p:nvPr/>
        </p:nvSpPr>
        <p:spPr>
          <a:xfrm xmlns:a="http://schemas.openxmlformats.org/drawingml/2006/main" rot="0">
            <a:off x="9347283" y="5984290"/>
            <a:ext cx="1726044" cy="116786"/>
          </a:xfrm>
          <a:custGeom xmlns:a="http://schemas.openxmlformats.org/drawingml/2006/main">
            <a:pathLst>
              <a:path w="1726044" h="116786">
                <a:moveTo>
                  <a:pt x="0" y="116786"/>
                </a:moveTo>
                <a:lnTo>
                  <a:pt x="1726044" y="116786"/>
                </a:lnTo>
                <a:lnTo>
                  <a:pt x="1726044" y="0"/>
                </a:lnTo>
                <a:lnTo>
                  <a:pt x="0" y="0"/>
                </a:lnTo>
                <a:close/>
              </a:path>
            </a:pathLst>
          </a:custGeom>
          <a:solidFill xmlns:a="http://schemas.openxmlformats.org/drawingml/2006/main">
            <a:srgbClr val="FFFFFF"/>
          </a:solidFill>
          <a:ln xmlns:a="http://schemas.openxmlformats.org/drawingml/2006/main" w="0">
            <a:noFill/>
            <a:prstDash val="solid"/>
          </a:ln>
        </p:spPr>
      </p:sp>
      <p:sp>
        <p:nvSpPr>
          <p:cNvPr id="460" name="pdf-path-1990">
            <a:extLst xmlns:a="http://schemas.openxmlformats.org/drawingml/2006/main">
              <a:ext uri="{FF2B5EF4-FFF2-40B4-BE49-F238E27FC236}">
                <a16:creationId xmlns:a16="http://schemas.microsoft.com/office/drawing/2014/main" id="{10263FF7-60A2-4072-B223-569DF3DC41EB}"/>
              </a:ext>
            </a:extLst>
          </p:cNvPr>
          <p:cNvSpPr>
            <a:spLocks xmlns:a="http://schemas.openxmlformats.org/drawingml/2006/main" noGrp="1"/>
          </p:cNvSpPr>
          <p:nvPr/>
        </p:nvSpPr>
        <p:spPr>
          <a:xfrm xmlns:a="http://schemas.openxmlformats.org/drawingml/2006/main" rot="0">
            <a:off x="9347283" y="6101076"/>
            <a:ext cx="1726044" cy="70723"/>
          </a:xfrm>
          <a:custGeom xmlns:a="http://schemas.openxmlformats.org/drawingml/2006/main">
            <a:pathLst>
              <a:path w="1726044" h="70723">
                <a:moveTo>
                  <a:pt x="0" y="70723"/>
                </a:moveTo>
                <a:lnTo>
                  <a:pt x="1726044" y="70723"/>
                </a:lnTo>
                <a:lnTo>
                  <a:pt x="1726044" y="0"/>
                </a:lnTo>
                <a:lnTo>
                  <a:pt x="0" y="0"/>
                </a:lnTo>
                <a:close/>
              </a:path>
            </a:pathLst>
          </a:custGeom>
          <a:solidFill xmlns:a="http://schemas.openxmlformats.org/drawingml/2006/main">
            <a:srgbClr val="FFFFFF"/>
          </a:solidFill>
          <a:ln xmlns:a="http://schemas.openxmlformats.org/drawingml/2006/main" w="0">
            <a:noFill/>
            <a:prstDash val="solid"/>
          </a:ln>
        </p:spPr>
      </p:sp>
      <p:sp>
        <p:nvSpPr>
          <p:cNvPr id="461" name="pdf-path-1994">
            <a:extLst xmlns:a="http://schemas.openxmlformats.org/drawingml/2006/main">
              <a:ext uri="{FF2B5EF4-FFF2-40B4-BE49-F238E27FC236}">
                <a16:creationId xmlns:a16="http://schemas.microsoft.com/office/drawing/2014/main" id="{52CC6CC4-18B7-41BE-8B74-01974EE49921}"/>
              </a:ext>
            </a:extLst>
          </p:cNvPr>
          <p:cNvSpPr>
            <a:spLocks xmlns:a="http://schemas.openxmlformats.org/drawingml/2006/main" noGrp="1"/>
          </p:cNvSpPr>
          <p:nvPr/>
        </p:nvSpPr>
        <p:spPr>
          <a:xfrm xmlns:a="http://schemas.openxmlformats.org/drawingml/2006/main" rot="0">
            <a:off x="8968150" y="6223007"/>
            <a:ext cx="2897534" cy="95"/>
          </a:xfrm>
          <a:custGeom xmlns:a="http://schemas.openxmlformats.org/drawingml/2006/main">
            <a:pathLst>
              <a:path w="2897534" h="95">
                <a:moveTo>
                  <a:pt x="2897534" y="0"/>
                </a:moveTo>
                <a:lnTo>
                  <a:pt x="2862500" y="0"/>
                </a:lnTo>
                <a:lnTo>
                  <a:pt x="2897534" y="0"/>
                </a:lnTo>
                <a:moveTo>
                  <a:pt x="2815752" y="0"/>
                </a:moveTo>
                <a:lnTo>
                  <a:pt x="2780719" y="0"/>
                </a:lnTo>
                <a:lnTo>
                  <a:pt x="2815752" y="0"/>
                </a:lnTo>
                <a:moveTo>
                  <a:pt x="2733970" y="0"/>
                </a:moveTo>
                <a:lnTo>
                  <a:pt x="2698909" y="0"/>
                </a:lnTo>
                <a:lnTo>
                  <a:pt x="2733970" y="0"/>
                </a:lnTo>
                <a:moveTo>
                  <a:pt x="2652189" y="0"/>
                </a:moveTo>
                <a:lnTo>
                  <a:pt x="2617127" y="0"/>
                </a:lnTo>
                <a:lnTo>
                  <a:pt x="2652189" y="0"/>
                </a:lnTo>
                <a:moveTo>
                  <a:pt x="2570407" y="0"/>
                </a:moveTo>
                <a:lnTo>
                  <a:pt x="2535346" y="0"/>
                </a:lnTo>
                <a:lnTo>
                  <a:pt x="2570407" y="0"/>
                </a:lnTo>
                <a:moveTo>
                  <a:pt x="2488625" y="0"/>
                </a:moveTo>
                <a:lnTo>
                  <a:pt x="2453564" y="0"/>
                </a:lnTo>
                <a:lnTo>
                  <a:pt x="2488625" y="0"/>
                </a:lnTo>
                <a:moveTo>
                  <a:pt x="2406815" y="0"/>
                </a:moveTo>
                <a:lnTo>
                  <a:pt x="2371783" y="0"/>
                </a:lnTo>
                <a:lnTo>
                  <a:pt x="2406815" y="0"/>
                </a:lnTo>
                <a:moveTo>
                  <a:pt x="2325033" y="0"/>
                </a:moveTo>
                <a:lnTo>
                  <a:pt x="2290001" y="0"/>
                </a:lnTo>
                <a:lnTo>
                  <a:pt x="2325033" y="0"/>
                </a:lnTo>
                <a:moveTo>
                  <a:pt x="2243252" y="0"/>
                </a:moveTo>
                <a:lnTo>
                  <a:pt x="2208219" y="0"/>
                </a:lnTo>
                <a:lnTo>
                  <a:pt x="2243252" y="0"/>
                </a:lnTo>
                <a:moveTo>
                  <a:pt x="2161470" y="0"/>
                </a:moveTo>
                <a:lnTo>
                  <a:pt x="2126409" y="0"/>
                </a:lnTo>
                <a:lnTo>
                  <a:pt x="2161470" y="0"/>
                </a:lnTo>
                <a:moveTo>
                  <a:pt x="2079688" y="0"/>
                </a:moveTo>
                <a:lnTo>
                  <a:pt x="2044627" y="0"/>
                </a:lnTo>
                <a:lnTo>
                  <a:pt x="2079688" y="0"/>
                </a:lnTo>
                <a:moveTo>
                  <a:pt x="1997907" y="0"/>
                </a:moveTo>
                <a:lnTo>
                  <a:pt x="1962846" y="0"/>
                </a:lnTo>
                <a:lnTo>
                  <a:pt x="1997907" y="0"/>
                </a:lnTo>
                <a:moveTo>
                  <a:pt x="1916125" y="0"/>
                </a:moveTo>
                <a:lnTo>
                  <a:pt x="1881064" y="0"/>
                </a:lnTo>
                <a:lnTo>
                  <a:pt x="1916125" y="0"/>
                </a:lnTo>
                <a:moveTo>
                  <a:pt x="1834344" y="0"/>
                </a:moveTo>
                <a:lnTo>
                  <a:pt x="1799282" y="0"/>
                </a:lnTo>
                <a:lnTo>
                  <a:pt x="1834344" y="0"/>
                </a:lnTo>
                <a:moveTo>
                  <a:pt x="1752533" y="0"/>
                </a:moveTo>
                <a:lnTo>
                  <a:pt x="1717501" y="0"/>
                </a:lnTo>
                <a:lnTo>
                  <a:pt x="1752533" y="0"/>
                </a:lnTo>
                <a:moveTo>
                  <a:pt x="1670752" y="0"/>
                </a:moveTo>
                <a:lnTo>
                  <a:pt x="1635719" y="0"/>
                </a:lnTo>
                <a:lnTo>
                  <a:pt x="1670752" y="0"/>
                </a:lnTo>
                <a:moveTo>
                  <a:pt x="1588970" y="0"/>
                </a:moveTo>
                <a:lnTo>
                  <a:pt x="1553909" y="0"/>
                </a:lnTo>
                <a:lnTo>
                  <a:pt x="1588970" y="0"/>
                </a:lnTo>
                <a:moveTo>
                  <a:pt x="1507188" y="0"/>
                </a:moveTo>
                <a:lnTo>
                  <a:pt x="1472127" y="0"/>
                </a:lnTo>
                <a:lnTo>
                  <a:pt x="1507188" y="0"/>
                </a:lnTo>
                <a:moveTo>
                  <a:pt x="1425407" y="0"/>
                </a:moveTo>
                <a:lnTo>
                  <a:pt x="1390345" y="0"/>
                </a:lnTo>
                <a:lnTo>
                  <a:pt x="1425407" y="0"/>
                </a:lnTo>
                <a:moveTo>
                  <a:pt x="1343625" y="0"/>
                </a:moveTo>
                <a:lnTo>
                  <a:pt x="1308564" y="0"/>
                </a:lnTo>
                <a:lnTo>
                  <a:pt x="1343625" y="0"/>
                </a:lnTo>
                <a:moveTo>
                  <a:pt x="1261843" y="0"/>
                </a:moveTo>
                <a:lnTo>
                  <a:pt x="1226782" y="0"/>
                </a:lnTo>
                <a:lnTo>
                  <a:pt x="1261843" y="0"/>
                </a:lnTo>
                <a:moveTo>
                  <a:pt x="1180033" y="0"/>
                </a:moveTo>
                <a:lnTo>
                  <a:pt x="1145000" y="0"/>
                </a:lnTo>
                <a:lnTo>
                  <a:pt x="1180033" y="0"/>
                </a:lnTo>
                <a:moveTo>
                  <a:pt x="1098251" y="0"/>
                </a:moveTo>
                <a:lnTo>
                  <a:pt x="1063219" y="0"/>
                </a:lnTo>
                <a:lnTo>
                  <a:pt x="1098251" y="0"/>
                </a:lnTo>
                <a:moveTo>
                  <a:pt x="1016470" y="0"/>
                </a:moveTo>
                <a:lnTo>
                  <a:pt x="981437" y="0"/>
                </a:lnTo>
                <a:lnTo>
                  <a:pt x="1016470" y="0"/>
                </a:lnTo>
                <a:moveTo>
                  <a:pt x="934688" y="0"/>
                </a:moveTo>
                <a:lnTo>
                  <a:pt x="899627" y="0"/>
                </a:lnTo>
                <a:lnTo>
                  <a:pt x="934688" y="0"/>
                </a:lnTo>
                <a:moveTo>
                  <a:pt x="852906" y="0"/>
                </a:moveTo>
                <a:lnTo>
                  <a:pt x="817845" y="0"/>
                </a:lnTo>
                <a:lnTo>
                  <a:pt x="852906" y="0"/>
                </a:lnTo>
                <a:moveTo>
                  <a:pt x="771125" y="0"/>
                </a:moveTo>
                <a:lnTo>
                  <a:pt x="736064" y="0"/>
                </a:lnTo>
                <a:lnTo>
                  <a:pt x="771125" y="0"/>
                </a:lnTo>
                <a:moveTo>
                  <a:pt x="689343" y="0"/>
                </a:moveTo>
                <a:lnTo>
                  <a:pt x="654282" y="0"/>
                </a:lnTo>
                <a:lnTo>
                  <a:pt x="689343" y="0"/>
                </a:lnTo>
                <a:moveTo>
                  <a:pt x="607561" y="0"/>
                </a:moveTo>
                <a:lnTo>
                  <a:pt x="572500" y="0"/>
                </a:lnTo>
                <a:lnTo>
                  <a:pt x="607561" y="0"/>
                </a:lnTo>
                <a:moveTo>
                  <a:pt x="525751" y="0"/>
                </a:moveTo>
                <a:lnTo>
                  <a:pt x="490719" y="0"/>
                </a:lnTo>
                <a:lnTo>
                  <a:pt x="525751" y="0"/>
                </a:lnTo>
                <a:moveTo>
                  <a:pt x="443969" y="0"/>
                </a:moveTo>
                <a:lnTo>
                  <a:pt x="408937" y="0"/>
                </a:lnTo>
                <a:lnTo>
                  <a:pt x="443969" y="0"/>
                </a:lnTo>
                <a:moveTo>
                  <a:pt x="362188" y="0"/>
                </a:moveTo>
                <a:lnTo>
                  <a:pt x="327127" y="0"/>
                </a:lnTo>
                <a:lnTo>
                  <a:pt x="362188" y="0"/>
                </a:lnTo>
                <a:moveTo>
                  <a:pt x="280406" y="0"/>
                </a:moveTo>
                <a:lnTo>
                  <a:pt x="245345" y="0"/>
                </a:lnTo>
                <a:lnTo>
                  <a:pt x="280406" y="0"/>
                </a:lnTo>
                <a:moveTo>
                  <a:pt x="198625" y="0"/>
                </a:moveTo>
                <a:lnTo>
                  <a:pt x="163563" y="0"/>
                </a:lnTo>
                <a:lnTo>
                  <a:pt x="198625" y="0"/>
                </a:lnTo>
                <a:moveTo>
                  <a:pt x="116843" y="0"/>
                </a:moveTo>
                <a:lnTo>
                  <a:pt x="81782" y="0"/>
                </a:lnTo>
                <a:lnTo>
                  <a:pt x="116843" y="0"/>
                </a:lnTo>
                <a:moveTo>
                  <a:pt x="35061" y="0"/>
                </a:moveTo>
                <a:lnTo>
                  <a:pt x="0" y="0"/>
                </a:lnTo>
                <a:lnTo>
                  <a:pt x="35061" y="0"/>
                </a:lnTo>
              </a:path>
            </a:pathLst>
          </a:custGeom>
          <a:solidFill xmlns:a="http://schemas.openxmlformats.org/drawingml/2006/main">
            <a:srgbClr val="FFFFFF"/>
          </a:solidFill>
          <a:ln xmlns:a="http://schemas.openxmlformats.org/drawingml/2006/main" w="0">
            <a:noFill/>
            <a:prstDash val="solid"/>
          </a:ln>
        </p:spPr>
      </p:sp>
      <p:sp>
        <p:nvSpPr>
          <p:cNvPr id="462" name="pdf-path-1995">
            <a:extLst xmlns:a="http://schemas.openxmlformats.org/drawingml/2006/main">
              <a:ext uri="{FF2B5EF4-FFF2-40B4-BE49-F238E27FC236}">
                <a16:creationId xmlns:a16="http://schemas.microsoft.com/office/drawing/2014/main" id="{A2E27012-DBDB-4A4A-B5A4-50CF7952214D}"/>
              </a:ext>
            </a:extLst>
          </p:cNvPr>
          <p:cNvSpPr>
            <a:spLocks xmlns:a="http://schemas.openxmlformats.org/drawingml/2006/main" noGrp="1"/>
          </p:cNvSpPr>
          <p:nvPr/>
        </p:nvSpPr>
        <p:spPr>
          <a:xfrm xmlns:a="http://schemas.openxmlformats.org/drawingml/2006/main" rot="0">
            <a:off x="8407022" y="6223007"/>
            <a:ext cx="514379" cy="95"/>
          </a:xfrm>
          <a:custGeom xmlns:a="http://schemas.openxmlformats.org/drawingml/2006/main">
            <a:pathLst>
              <a:path w="514379" h="95">
                <a:moveTo>
                  <a:pt x="514379" y="0"/>
                </a:moveTo>
                <a:lnTo>
                  <a:pt x="479345" y="0"/>
                </a:lnTo>
                <a:lnTo>
                  <a:pt x="514379" y="0"/>
                </a:lnTo>
                <a:moveTo>
                  <a:pt x="432597" y="0"/>
                </a:moveTo>
                <a:lnTo>
                  <a:pt x="397564" y="0"/>
                </a:lnTo>
                <a:lnTo>
                  <a:pt x="432597" y="0"/>
                </a:lnTo>
                <a:moveTo>
                  <a:pt x="350816" y="0"/>
                </a:moveTo>
                <a:lnTo>
                  <a:pt x="315782" y="0"/>
                </a:lnTo>
                <a:lnTo>
                  <a:pt x="350816" y="0"/>
                </a:lnTo>
                <a:moveTo>
                  <a:pt x="269034" y="0"/>
                </a:moveTo>
                <a:lnTo>
                  <a:pt x="233973" y="0"/>
                </a:lnTo>
                <a:lnTo>
                  <a:pt x="269034" y="0"/>
                </a:lnTo>
                <a:moveTo>
                  <a:pt x="187252" y="0"/>
                </a:moveTo>
                <a:lnTo>
                  <a:pt x="152191" y="0"/>
                </a:lnTo>
                <a:lnTo>
                  <a:pt x="187252" y="0"/>
                </a:lnTo>
                <a:moveTo>
                  <a:pt x="105471" y="0"/>
                </a:moveTo>
                <a:lnTo>
                  <a:pt x="70409" y="0"/>
                </a:lnTo>
                <a:lnTo>
                  <a:pt x="105471" y="0"/>
                </a:lnTo>
                <a:moveTo>
                  <a:pt x="23689" y="0"/>
                </a:moveTo>
                <a:lnTo>
                  <a:pt x="0" y="0"/>
                </a:lnTo>
                <a:lnTo>
                  <a:pt x="23689" y="0"/>
                </a:lnTo>
              </a:path>
            </a:pathLst>
          </a:custGeom>
          <a:solidFill xmlns:a="http://schemas.openxmlformats.org/drawingml/2006/main">
            <a:srgbClr val="FFFFFF"/>
          </a:solidFill>
          <a:ln xmlns:a="http://schemas.openxmlformats.org/drawingml/2006/main" w="0">
            <a:noFill/>
            <a:prstDash val="solid"/>
          </a:ln>
        </p:spPr>
      </p:sp>
      <p:sp>
        <p:nvSpPr>
          <p:cNvPr id="463" name="pdf-path-1996">
            <a:extLst xmlns:a="http://schemas.openxmlformats.org/drawingml/2006/main">
              <a:ext uri="{FF2B5EF4-FFF2-40B4-BE49-F238E27FC236}">
                <a16:creationId xmlns:a16="http://schemas.microsoft.com/office/drawing/2014/main" id="{8C0FB44C-9A5F-418A-A440-24AD6EE78326}"/>
              </a:ext>
            </a:extLst>
          </p:cNvPr>
          <p:cNvSpPr>
            <a:spLocks xmlns:a="http://schemas.openxmlformats.org/drawingml/2006/main" noGrp="1"/>
          </p:cNvSpPr>
          <p:nvPr/>
        </p:nvSpPr>
        <p:spPr>
          <a:xfrm xmlns:a="http://schemas.openxmlformats.org/drawingml/2006/main" rot="0">
            <a:off x="8430711" y="6217148"/>
            <a:ext cx="3436916" cy="11687"/>
          </a:xfrm>
          <a:custGeom xmlns:a="http://schemas.openxmlformats.org/drawingml/2006/main">
            <a:pathLst>
              <a:path w="3436916" h="11687">
                <a:moveTo>
                  <a:pt x="3436916" y="11687"/>
                </a:moveTo>
                <a:lnTo>
                  <a:pt x="3434973" y="11687"/>
                </a:lnTo>
                <a:lnTo>
                  <a:pt x="3434973" y="0"/>
                </a:lnTo>
                <a:lnTo>
                  <a:pt x="3436916" y="0"/>
                </a:lnTo>
                <a:lnTo>
                  <a:pt x="3436916" y="11687"/>
                </a:lnTo>
                <a:moveTo>
                  <a:pt x="3399939" y="11687"/>
                </a:moveTo>
                <a:lnTo>
                  <a:pt x="3353191" y="11687"/>
                </a:lnTo>
                <a:lnTo>
                  <a:pt x="3353191" y="0"/>
                </a:lnTo>
                <a:lnTo>
                  <a:pt x="3399939" y="0"/>
                </a:lnTo>
                <a:lnTo>
                  <a:pt x="3399939" y="11687"/>
                </a:lnTo>
                <a:moveTo>
                  <a:pt x="3318158" y="11687"/>
                </a:moveTo>
                <a:lnTo>
                  <a:pt x="3271409" y="11687"/>
                </a:lnTo>
                <a:lnTo>
                  <a:pt x="3271409" y="0"/>
                </a:lnTo>
                <a:lnTo>
                  <a:pt x="3318158" y="0"/>
                </a:lnTo>
                <a:lnTo>
                  <a:pt x="3318158" y="11687"/>
                </a:lnTo>
                <a:moveTo>
                  <a:pt x="3236347" y="11687"/>
                </a:moveTo>
                <a:lnTo>
                  <a:pt x="3189628" y="11687"/>
                </a:lnTo>
                <a:lnTo>
                  <a:pt x="3189628" y="0"/>
                </a:lnTo>
                <a:lnTo>
                  <a:pt x="3236347" y="0"/>
                </a:lnTo>
                <a:lnTo>
                  <a:pt x="3236347" y="11687"/>
                </a:lnTo>
                <a:moveTo>
                  <a:pt x="3154566" y="11687"/>
                </a:moveTo>
                <a:lnTo>
                  <a:pt x="3107846" y="11687"/>
                </a:lnTo>
                <a:lnTo>
                  <a:pt x="3107846" y="0"/>
                </a:lnTo>
                <a:lnTo>
                  <a:pt x="3154566" y="0"/>
                </a:lnTo>
                <a:lnTo>
                  <a:pt x="3154566" y="11687"/>
                </a:lnTo>
                <a:moveTo>
                  <a:pt x="3072784" y="11687"/>
                </a:moveTo>
                <a:lnTo>
                  <a:pt x="3026064" y="11687"/>
                </a:lnTo>
                <a:lnTo>
                  <a:pt x="3026064" y="0"/>
                </a:lnTo>
                <a:lnTo>
                  <a:pt x="3072784" y="0"/>
                </a:lnTo>
                <a:lnTo>
                  <a:pt x="3072784" y="11687"/>
                </a:lnTo>
                <a:moveTo>
                  <a:pt x="2991002" y="11687"/>
                </a:moveTo>
                <a:lnTo>
                  <a:pt x="2944254" y="11687"/>
                </a:lnTo>
                <a:lnTo>
                  <a:pt x="2944254" y="0"/>
                </a:lnTo>
                <a:lnTo>
                  <a:pt x="2991002" y="0"/>
                </a:lnTo>
                <a:lnTo>
                  <a:pt x="2991002" y="11687"/>
                </a:lnTo>
                <a:moveTo>
                  <a:pt x="2909221" y="11687"/>
                </a:moveTo>
                <a:lnTo>
                  <a:pt x="2862472" y="11687"/>
                </a:lnTo>
                <a:lnTo>
                  <a:pt x="2862472" y="0"/>
                </a:lnTo>
                <a:lnTo>
                  <a:pt x="2909221" y="0"/>
                </a:lnTo>
                <a:lnTo>
                  <a:pt x="2909221" y="11687"/>
                </a:lnTo>
                <a:moveTo>
                  <a:pt x="2827439" y="11687"/>
                </a:moveTo>
                <a:lnTo>
                  <a:pt x="2780691" y="11687"/>
                </a:lnTo>
                <a:lnTo>
                  <a:pt x="2780691" y="0"/>
                </a:lnTo>
                <a:lnTo>
                  <a:pt x="2827439" y="0"/>
                </a:lnTo>
                <a:lnTo>
                  <a:pt x="2827439" y="11687"/>
                </a:lnTo>
                <a:moveTo>
                  <a:pt x="2745657" y="11687"/>
                </a:moveTo>
                <a:lnTo>
                  <a:pt x="2698909" y="11687"/>
                </a:lnTo>
                <a:lnTo>
                  <a:pt x="2698909" y="0"/>
                </a:lnTo>
                <a:lnTo>
                  <a:pt x="2745657" y="0"/>
                </a:lnTo>
                <a:lnTo>
                  <a:pt x="2745657" y="11687"/>
                </a:lnTo>
                <a:moveTo>
                  <a:pt x="2663847" y="11687"/>
                </a:moveTo>
                <a:lnTo>
                  <a:pt x="2617127" y="11687"/>
                </a:lnTo>
                <a:lnTo>
                  <a:pt x="2617127" y="0"/>
                </a:lnTo>
                <a:lnTo>
                  <a:pt x="2663847" y="0"/>
                </a:lnTo>
                <a:lnTo>
                  <a:pt x="2663847" y="11687"/>
                </a:lnTo>
                <a:moveTo>
                  <a:pt x="2582065" y="11687"/>
                </a:moveTo>
                <a:lnTo>
                  <a:pt x="2535346" y="11687"/>
                </a:lnTo>
                <a:lnTo>
                  <a:pt x="2535346" y="0"/>
                </a:lnTo>
                <a:lnTo>
                  <a:pt x="2582065" y="0"/>
                </a:lnTo>
                <a:lnTo>
                  <a:pt x="2582065" y="11687"/>
                </a:lnTo>
                <a:moveTo>
                  <a:pt x="2500284" y="11687"/>
                </a:moveTo>
                <a:lnTo>
                  <a:pt x="2453564" y="11687"/>
                </a:lnTo>
                <a:lnTo>
                  <a:pt x="2453564" y="0"/>
                </a:lnTo>
                <a:lnTo>
                  <a:pt x="2500284" y="0"/>
                </a:lnTo>
                <a:lnTo>
                  <a:pt x="2500284" y="11687"/>
                </a:lnTo>
                <a:moveTo>
                  <a:pt x="2418502" y="11687"/>
                </a:moveTo>
                <a:lnTo>
                  <a:pt x="2371783" y="11687"/>
                </a:lnTo>
                <a:lnTo>
                  <a:pt x="2371783" y="0"/>
                </a:lnTo>
                <a:lnTo>
                  <a:pt x="2418502" y="0"/>
                </a:lnTo>
                <a:lnTo>
                  <a:pt x="2418502" y="11687"/>
                </a:lnTo>
                <a:moveTo>
                  <a:pt x="2336720" y="11687"/>
                </a:moveTo>
                <a:lnTo>
                  <a:pt x="2289972" y="11687"/>
                </a:lnTo>
                <a:lnTo>
                  <a:pt x="2289972" y="0"/>
                </a:lnTo>
                <a:lnTo>
                  <a:pt x="2336720" y="0"/>
                </a:lnTo>
                <a:lnTo>
                  <a:pt x="2336720" y="11687"/>
                </a:lnTo>
                <a:moveTo>
                  <a:pt x="2254939" y="11687"/>
                </a:moveTo>
                <a:lnTo>
                  <a:pt x="2208191" y="11687"/>
                </a:lnTo>
                <a:lnTo>
                  <a:pt x="2208191" y="0"/>
                </a:lnTo>
                <a:lnTo>
                  <a:pt x="2254939" y="0"/>
                </a:lnTo>
                <a:lnTo>
                  <a:pt x="2254939" y="11687"/>
                </a:lnTo>
                <a:moveTo>
                  <a:pt x="2173157" y="11687"/>
                </a:moveTo>
                <a:lnTo>
                  <a:pt x="2126409" y="11687"/>
                </a:lnTo>
                <a:lnTo>
                  <a:pt x="2126409" y="0"/>
                </a:lnTo>
                <a:lnTo>
                  <a:pt x="2173157" y="0"/>
                </a:lnTo>
                <a:lnTo>
                  <a:pt x="2173157" y="11687"/>
                </a:lnTo>
                <a:moveTo>
                  <a:pt x="2091348" y="11687"/>
                </a:moveTo>
                <a:lnTo>
                  <a:pt x="2044627" y="11687"/>
                </a:lnTo>
                <a:lnTo>
                  <a:pt x="2044627" y="0"/>
                </a:lnTo>
                <a:lnTo>
                  <a:pt x="2091348" y="0"/>
                </a:lnTo>
                <a:lnTo>
                  <a:pt x="2091348" y="11687"/>
                </a:lnTo>
                <a:moveTo>
                  <a:pt x="2009566" y="11687"/>
                </a:moveTo>
                <a:lnTo>
                  <a:pt x="1962846" y="11687"/>
                </a:lnTo>
                <a:lnTo>
                  <a:pt x="1962846" y="0"/>
                </a:lnTo>
                <a:lnTo>
                  <a:pt x="2009566" y="0"/>
                </a:lnTo>
                <a:lnTo>
                  <a:pt x="2009566" y="11687"/>
                </a:lnTo>
                <a:moveTo>
                  <a:pt x="1927784" y="11687"/>
                </a:moveTo>
                <a:lnTo>
                  <a:pt x="1881064" y="11687"/>
                </a:lnTo>
                <a:lnTo>
                  <a:pt x="1881064" y="0"/>
                </a:lnTo>
                <a:lnTo>
                  <a:pt x="1927784" y="0"/>
                </a:lnTo>
                <a:lnTo>
                  <a:pt x="1927784" y="11687"/>
                </a:lnTo>
                <a:moveTo>
                  <a:pt x="1846003" y="11687"/>
                </a:moveTo>
                <a:lnTo>
                  <a:pt x="1799282" y="11687"/>
                </a:lnTo>
                <a:lnTo>
                  <a:pt x="1799282" y="0"/>
                </a:lnTo>
                <a:lnTo>
                  <a:pt x="1846003" y="0"/>
                </a:lnTo>
                <a:lnTo>
                  <a:pt x="1846003" y="11687"/>
                </a:lnTo>
                <a:moveTo>
                  <a:pt x="1764221" y="11687"/>
                </a:moveTo>
                <a:lnTo>
                  <a:pt x="1717472" y="11687"/>
                </a:lnTo>
                <a:lnTo>
                  <a:pt x="1717472" y="0"/>
                </a:lnTo>
                <a:lnTo>
                  <a:pt x="1764221" y="0"/>
                </a:lnTo>
                <a:lnTo>
                  <a:pt x="1764221" y="11687"/>
                </a:lnTo>
                <a:moveTo>
                  <a:pt x="1682439" y="11687"/>
                </a:moveTo>
                <a:lnTo>
                  <a:pt x="1635690" y="11687"/>
                </a:lnTo>
                <a:lnTo>
                  <a:pt x="1635690" y="0"/>
                </a:lnTo>
                <a:lnTo>
                  <a:pt x="1682439" y="0"/>
                </a:lnTo>
                <a:lnTo>
                  <a:pt x="1682439" y="11687"/>
                </a:lnTo>
                <a:moveTo>
                  <a:pt x="1600658" y="11687"/>
                </a:moveTo>
                <a:lnTo>
                  <a:pt x="1553909" y="11687"/>
                </a:lnTo>
                <a:lnTo>
                  <a:pt x="1553909" y="0"/>
                </a:lnTo>
                <a:lnTo>
                  <a:pt x="1600658" y="0"/>
                </a:lnTo>
                <a:lnTo>
                  <a:pt x="1600658" y="11687"/>
                </a:lnTo>
                <a:moveTo>
                  <a:pt x="1518876" y="11687"/>
                </a:moveTo>
                <a:lnTo>
                  <a:pt x="1472127" y="11687"/>
                </a:lnTo>
                <a:lnTo>
                  <a:pt x="1472127" y="0"/>
                </a:lnTo>
                <a:lnTo>
                  <a:pt x="1518876" y="0"/>
                </a:lnTo>
                <a:lnTo>
                  <a:pt x="1518876" y="11687"/>
                </a:lnTo>
                <a:moveTo>
                  <a:pt x="1437066" y="11687"/>
                </a:moveTo>
                <a:lnTo>
                  <a:pt x="1390345" y="11687"/>
                </a:lnTo>
                <a:lnTo>
                  <a:pt x="1390345" y="0"/>
                </a:lnTo>
                <a:lnTo>
                  <a:pt x="1437066" y="0"/>
                </a:lnTo>
                <a:lnTo>
                  <a:pt x="1437066" y="11687"/>
                </a:lnTo>
                <a:moveTo>
                  <a:pt x="1355284" y="11687"/>
                </a:moveTo>
                <a:lnTo>
                  <a:pt x="1308564" y="11687"/>
                </a:lnTo>
                <a:lnTo>
                  <a:pt x="1308564" y="0"/>
                </a:lnTo>
                <a:lnTo>
                  <a:pt x="1355284" y="0"/>
                </a:lnTo>
                <a:lnTo>
                  <a:pt x="1355284" y="11687"/>
                </a:lnTo>
                <a:moveTo>
                  <a:pt x="1273502" y="11687"/>
                </a:moveTo>
                <a:lnTo>
                  <a:pt x="1226782" y="11687"/>
                </a:lnTo>
                <a:lnTo>
                  <a:pt x="1226782" y="0"/>
                </a:lnTo>
                <a:lnTo>
                  <a:pt x="1273502" y="0"/>
                </a:lnTo>
                <a:lnTo>
                  <a:pt x="1273502" y="11687"/>
                </a:lnTo>
                <a:moveTo>
                  <a:pt x="1191721" y="11687"/>
                </a:moveTo>
                <a:lnTo>
                  <a:pt x="1145000" y="11687"/>
                </a:lnTo>
                <a:lnTo>
                  <a:pt x="1145000" y="0"/>
                </a:lnTo>
                <a:lnTo>
                  <a:pt x="1191721" y="0"/>
                </a:lnTo>
                <a:lnTo>
                  <a:pt x="1191721" y="11687"/>
                </a:lnTo>
                <a:moveTo>
                  <a:pt x="1109939" y="11687"/>
                </a:moveTo>
                <a:lnTo>
                  <a:pt x="1063190" y="11687"/>
                </a:lnTo>
                <a:lnTo>
                  <a:pt x="1063190" y="0"/>
                </a:lnTo>
                <a:lnTo>
                  <a:pt x="1109939" y="0"/>
                </a:lnTo>
                <a:lnTo>
                  <a:pt x="1109939" y="11687"/>
                </a:lnTo>
                <a:moveTo>
                  <a:pt x="1028158" y="11687"/>
                </a:moveTo>
                <a:lnTo>
                  <a:pt x="981408" y="11687"/>
                </a:lnTo>
                <a:lnTo>
                  <a:pt x="981408" y="0"/>
                </a:lnTo>
                <a:lnTo>
                  <a:pt x="1028158" y="0"/>
                </a:lnTo>
                <a:lnTo>
                  <a:pt x="1028158" y="11687"/>
                </a:lnTo>
                <a:moveTo>
                  <a:pt x="946376" y="11687"/>
                </a:moveTo>
                <a:lnTo>
                  <a:pt x="899627" y="11687"/>
                </a:lnTo>
                <a:lnTo>
                  <a:pt x="899627" y="0"/>
                </a:lnTo>
                <a:lnTo>
                  <a:pt x="946376" y="0"/>
                </a:lnTo>
                <a:lnTo>
                  <a:pt x="946376" y="11687"/>
                </a:lnTo>
                <a:moveTo>
                  <a:pt x="864566" y="11687"/>
                </a:moveTo>
                <a:lnTo>
                  <a:pt x="817845" y="11687"/>
                </a:lnTo>
                <a:lnTo>
                  <a:pt x="817845" y="0"/>
                </a:lnTo>
                <a:lnTo>
                  <a:pt x="864566" y="0"/>
                </a:lnTo>
                <a:lnTo>
                  <a:pt x="864566" y="11687"/>
                </a:lnTo>
                <a:moveTo>
                  <a:pt x="782784" y="11687"/>
                </a:moveTo>
                <a:lnTo>
                  <a:pt x="736064" y="11687"/>
                </a:lnTo>
                <a:lnTo>
                  <a:pt x="736064" y="0"/>
                </a:lnTo>
                <a:lnTo>
                  <a:pt x="782784" y="0"/>
                </a:lnTo>
                <a:lnTo>
                  <a:pt x="782784" y="11687"/>
                </a:lnTo>
                <a:moveTo>
                  <a:pt x="701002" y="11687"/>
                </a:moveTo>
                <a:lnTo>
                  <a:pt x="654282" y="11687"/>
                </a:lnTo>
                <a:lnTo>
                  <a:pt x="654282" y="0"/>
                </a:lnTo>
                <a:lnTo>
                  <a:pt x="701002" y="0"/>
                </a:lnTo>
                <a:lnTo>
                  <a:pt x="701002" y="11687"/>
                </a:lnTo>
                <a:moveTo>
                  <a:pt x="619221" y="11687"/>
                </a:moveTo>
                <a:lnTo>
                  <a:pt x="572500" y="11687"/>
                </a:lnTo>
                <a:lnTo>
                  <a:pt x="572500" y="0"/>
                </a:lnTo>
                <a:lnTo>
                  <a:pt x="619221" y="0"/>
                </a:lnTo>
                <a:lnTo>
                  <a:pt x="619221" y="11687"/>
                </a:lnTo>
                <a:moveTo>
                  <a:pt x="537439" y="11687"/>
                </a:moveTo>
                <a:lnTo>
                  <a:pt x="490690" y="11687"/>
                </a:lnTo>
                <a:lnTo>
                  <a:pt x="490690" y="0"/>
                </a:lnTo>
                <a:lnTo>
                  <a:pt x="537439" y="0"/>
                </a:lnTo>
                <a:lnTo>
                  <a:pt x="537439" y="11687"/>
                </a:lnTo>
                <a:moveTo>
                  <a:pt x="455657" y="11687"/>
                </a:moveTo>
                <a:lnTo>
                  <a:pt x="408908" y="11687"/>
                </a:lnTo>
                <a:lnTo>
                  <a:pt x="408908" y="0"/>
                </a:lnTo>
                <a:lnTo>
                  <a:pt x="455657" y="0"/>
                </a:lnTo>
                <a:lnTo>
                  <a:pt x="455657" y="11687"/>
                </a:lnTo>
                <a:moveTo>
                  <a:pt x="373876" y="11687"/>
                </a:moveTo>
                <a:lnTo>
                  <a:pt x="327127" y="11687"/>
                </a:lnTo>
                <a:lnTo>
                  <a:pt x="327127" y="0"/>
                </a:lnTo>
                <a:lnTo>
                  <a:pt x="373876" y="0"/>
                </a:lnTo>
                <a:lnTo>
                  <a:pt x="373876" y="11687"/>
                </a:lnTo>
                <a:moveTo>
                  <a:pt x="292094" y="11687"/>
                </a:moveTo>
                <a:lnTo>
                  <a:pt x="245345" y="11687"/>
                </a:lnTo>
                <a:lnTo>
                  <a:pt x="245345" y="0"/>
                </a:lnTo>
                <a:lnTo>
                  <a:pt x="292094" y="0"/>
                </a:lnTo>
                <a:lnTo>
                  <a:pt x="292094" y="11687"/>
                </a:lnTo>
                <a:moveTo>
                  <a:pt x="210284" y="11687"/>
                </a:moveTo>
                <a:lnTo>
                  <a:pt x="163563" y="11687"/>
                </a:lnTo>
                <a:lnTo>
                  <a:pt x="163563" y="0"/>
                </a:lnTo>
                <a:lnTo>
                  <a:pt x="210284" y="0"/>
                </a:lnTo>
                <a:lnTo>
                  <a:pt x="210284" y="11687"/>
                </a:lnTo>
                <a:moveTo>
                  <a:pt x="128502" y="11687"/>
                </a:moveTo>
                <a:lnTo>
                  <a:pt x="81782" y="11687"/>
                </a:lnTo>
                <a:lnTo>
                  <a:pt x="81782" y="0"/>
                </a:lnTo>
                <a:lnTo>
                  <a:pt x="128502" y="0"/>
                </a:lnTo>
                <a:lnTo>
                  <a:pt x="128502" y="11687"/>
                </a:lnTo>
                <a:moveTo>
                  <a:pt x="46720" y="11687"/>
                </a:moveTo>
                <a:lnTo>
                  <a:pt x="0" y="11687"/>
                </a:lnTo>
                <a:lnTo>
                  <a:pt x="0" y="0"/>
                </a:lnTo>
                <a:lnTo>
                  <a:pt x="46720" y="0"/>
                </a:lnTo>
                <a:lnTo>
                  <a:pt x="46720" y="11687"/>
                </a:lnTo>
              </a:path>
            </a:pathLst>
          </a:custGeom>
          <a:solidFill xmlns:a="http://schemas.openxmlformats.org/drawingml/2006/main">
            <a:srgbClr val="231F20"/>
          </a:solidFill>
          <a:ln xmlns:a="http://schemas.openxmlformats.org/drawingml/2006/main" w="0">
            <a:noFill/>
            <a:prstDash val="solid"/>
          </a:ln>
        </p:spPr>
      </p:sp>
      <p:sp>
        <p:nvSpPr>
          <p:cNvPr id="464" name="pdf-path-1997">
            <a:extLst xmlns:a="http://schemas.openxmlformats.org/drawingml/2006/main">
              <a:ext uri="{FF2B5EF4-FFF2-40B4-BE49-F238E27FC236}">
                <a16:creationId xmlns:a16="http://schemas.microsoft.com/office/drawing/2014/main" id="{5AE9021C-0961-42C4-A0D4-668BA97ACA7E}"/>
              </a:ext>
            </a:extLst>
          </p:cNvPr>
          <p:cNvSpPr>
            <a:spLocks xmlns:a="http://schemas.openxmlformats.org/drawingml/2006/main" noGrp="1"/>
          </p:cNvSpPr>
          <p:nvPr/>
        </p:nvSpPr>
        <p:spPr>
          <a:xfrm xmlns:a="http://schemas.openxmlformats.org/drawingml/2006/main" rot="0">
            <a:off x="8283692" y="2940797"/>
            <a:ext cx="3727095" cy="3585391"/>
          </a:xfrm>
          <a:custGeom xmlns:a="http://schemas.openxmlformats.org/drawingml/2006/main">
            <a:pathLst>
              <a:path w="3727095" h="3585391">
                <a:moveTo>
                  <a:pt x="17545" y="609248"/>
                </a:moveTo>
                <a:lnTo>
                  <a:pt x="35062" y="609248"/>
                </a:lnTo>
                <a:cubicBezTo>
                  <a:pt x="35062" y="450628"/>
                  <a:pt x="99298" y="307181"/>
                  <a:pt x="203225" y="203225"/>
                </a:cubicBezTo>
                <a:cubicBezTo>
                  <a:pt x="307210" y="99298"/>
                  <a:pt x="450628" y="35062"/>
                  <a:pt x="609248" y="35033"/>
                </a:cubicBezTo>
                <a:lnTo>
                  <a:pt x="3117847" y="35033"/>
                </a:lnTo>
                <a:cubicBezTo>
                  <a:pt x="3270123" y="35033"/>
                  <a:pt x="3416170" y="95555"/>
                  <a:pt x="3523840" y="203225"/>
                </a:cubicBezTo>
                <a:cubicBezTo>
                  <a:pt x="3631540" y="310924"/>
                  <a:pt x="3692062" y="456972"/>
                  <a:pt x="3692062" y="609248"/>
                </a:cubicBezTo>
                <a:lnTo>
                  <a:pt x="3692062" y="2976143"/>
                </a:lnTo>
                <a:cubicBezTo>
                  <a:pt x="3692033" y="3134764"/>
                  <a:pt x="3627796" y="3278181"/>
                  <a:pt x="3523869" y="3382166"/>
                </a:cubicBezTo>
                <a:cubicBezTo>
                  <a:pt x="3419913" y="3486093"/>
                  <a:pt x="3276467" y="3550329"/>
                  <a:pt x="3117847" y="3550329"/>
                </a:cubicBezTo>
                <a:lnTo>
                  <a:pt x="609248" y="3550329"/>
                </a:lnTo>
                <a:cubicBezTo>
                  <a:pt x="450628" y="3550329"/>
                  <a:pt x="307210" y="3486093"/>
                  <a:pt x="203225" y="3382166"/>
                </a:cubicBezTo>
                <a:cubicBezTo>
                  <a:pt x="99298" y="3278181"/>
                  <a:pt x="35062" y="3134764"/>
                  <a:pt x="35062" y="2976143"/>
                </a:cubicBezTo>
                <a:lnTo>
                  <a:pt x="35062" y="609248"/>
                </a:lnTo>
                <a:lnTo>
                  <a:pt x="0" y="609248"/>
                </a:lnTo>
                <a:lnTo>
                  <a:pt x="0" y="2976143"/>
                </a:lnTo>
                <a:cubicBezTo>
                  <a:pt x="29" y="3312615"/>
                  <a:pt x="272778" y="3585362"/>
                  <a:pt x="609248" y="3585391"/>
                </a:cubicBezTo>
                <a:lnTo>
                  <a:pt x="3117847" y="3585391"/>
                </a:lnTo>
                <a:cubicBezTo>
                  <a:pt x="3454347" y="3585362"/>
                  <a:pt x="3727095" y="3312615"/>
                  <a:pt x="3727095" y="2976143"/>
                </a:cubicBezTo>
                <a:lnTo>
                  <a:pt x="3727095" y="609248"/>
                </a:lnTo>
                <a:cubicBezTo>
                  <a:pt x="3727095" y="447684"/>
                  <a:pt x="3662915" y="292722"/>
                  <a:pt x="3548644" y="178451"/>
                </a:cubicBezTo>
                <a:cubicBezTo>
                  <a:pt x="3434373" y="64180"/>
                  <a:pt x="3279410" y="0"/>
                  <a:pt x="3117847" y="0"/>
                </a:cubicBezTo>
                <a:lnTo>
                  <a:pt x="609248" y="0"/>
                </a:lnTo>
                <a:cubicBezTo>
                  <a:pt x="272778" y="0"/>
                  <a:pt x="29" y="272748"/>
                  <a:pt x="0" y="609248"/>
                </a:cubicBezTo>
                <a:lnTo>
                  <a:pt x="17545" y="609248"/>
                </a:lnTo>
              </a:path>
            </a:pathLst>
          </a:custGeom>
          <a:solidFill xmlns:a="http://schemas.openxmlformats.org/drawingml/2006/main">
            <a:srgbClr val="B2A5D0"/>
          </a:solidFill>
          <a:ln xmlns:a="http://schemas.openxmlformats.org/drawingml/2006/main" w="0">
            <a:noFill/>
            <a:prstDash val="solid"/>
          </a:ln>
        </p:spPr>
      </p:sp>
      <p:sp>
        <p:nvSpPr>
          <p:cNvPr id="465" name="pdf-path-2008">
            <a:extLst xmlns:a="http://schemas.openxmlformats.org/drawingml/2006/main">
              <a:ext uri="{FF2B5EF4-FFF2-40B4-BE49-F238E27FC236}">
                <a16:creationId xmlns:a16="http://schemas.microsoft.com/office/drawing/2014/main" id="{104CCE15-8A82-468D-B434-770508BACC5F}"/>
              </a:ext>
            </a:extLst>
          </p:cNvPr>
          <p:cNvSpPr>
            <a:spLocks xmlns:a="http://schemas.openxmlformats.org/drawingml/2006/main" noGrp="1"/>
          </p:cNvSpPr>
          <p:nvPr/>
        </p:nvSpPr>
        <p:spPr>
          <a:xfrm xmlns:a="http://schemas.openxmlformats.org/drawingml/2006/main" rot="0">
            <a:off x="11806133" y="4602832"/>
            <a:ext cx="483546" cy="437883"/>
          </a:xfrm>
          <a:custGeom xmlns:a="http://schemas.openxmlformats.org/drawingml/2006/main">
            <a:pathLst>
              <a:path w="483546" h="437883">
                <a:moveTo>
                  <a:pt x="0" y="109471"/>
                </a:moveTo>
                <a:lnTo>
                  <a:pt x="264605" y="109471"/>
                </a:lnTo>
                <a:lnTo>
                  <a:pt x="264605" y="0"/>
                </a:lnTo>
                <a:lnTo>
                  <a:pt x="483546" y="218941"/>
                </a:lnTo>
                <a:lnTo>
                  <a:pt x="264605" y="437883"/>
                </a:lnTo>
                <a:lnTo>
                  <a:pt x="264605" y="328412"/>
                </a:lnTo>
                <a:lnTo>
                  <a:pt x="0" y="328412"/>
                </a:lnTo>
              </a:path>
            </a:pathLst>
          </a:custGeom>
          <a:solidFill xmlns:a="http://schemas.openxmlformats.org/drawingml/2006/main">
            <a:srgbClr val="A4BEE4"/>
          </a:solidFill>
          <a:ln xmlns:a="http://schemas.openxmlformats.org/drawingml/2006/main" w="0">
            <a:noFill/>
            <a:prstDash val="solid"/>
          </a:ln>
        </p:spPr>
      </p:sp>
      <p:sp>
        <p:nvSpPr>
          <p:cNvPr id="466" name="pdf-path-2016">
            <a:extLst xmlns:a="http://schemas.openxmlformats.org/drawingml/2006/main">
              <a:ext uri="{FF2B5EF4-FFF2-40B4-BE49-F238E27FC236}">
                <a16:creationId xmlns:a16="http://schemas.microsoft.com/office/drawing/2014/main" id="{22FC43B1-C83D-476D-991B-099D86E253AA}"/>
              </a:ext>
            </a:extLst>
          </p:cNvPr>
          <p:cNvSpPr>
            <a:spLocks xmlns:a="http://schemas.openxmlformats.org/drawingml/2006/main" noGrp="1"/>
          </p:cNvSpPr>
          <p:nvPr/>
        </p:nvSpPr>
        <p:spPr>
          <a:xfrm xmlns:a="http://schemas.openxmlformats.org/drawingml/2006/main" rot="0">
            <a:off x="10179929" y="1183520"/>
            <a:ext cx="1017499" cy="2024281"/>
          </a:xfrm>
          <a:custGeom xmlns:a="http://schemas.openxmlformats.org/drawingml/2006/main">
            <a:pathLst>
              <a:path w="1017499" h="2024281">
                <a:moveTo>
                  <a:pt x="0" y="254375"/>
                </a:moveTo>
                <a:lnTo>
                  <a:pt x="635937" y="254375"/>
                </a:lnTo>
                <a:lnTo>
                  <a:pt x="635937" y="1787338"/>
                </a:lnTo>
                <a:lnTo>
                  <a:pt x="508750" y="1787338"/>
                </a:lnTo>
                <a:lnTo>
                  <a:pt x="763124" y="2024281"/>
                </a:lnTo>
                <a:lnTo>
                  <a:pt x="1017499" y="1787338"/>
                </a:lnTo>
                <a:lnTo>
                  <a:pt x="890283" y="1787338"/>
                </a:lnTo>
                <a:lnTo>
                  <a:pt x="890283" y="0"/>
                </a:lnTo>
                <a:lnTo>
                  <a:pt x="0" y="0"/>
                </a:lnTo>
              </a:path>
            </a:pathLst>
          </a:custGeom>
          <a:solidFill xmlns:a="http://schemas.openxmlformats.org/drawingml/2006/main">
            <a:srgbClr val="A4BEE4"/>
          </a:solidFill>
          <a:ln xmlns:a="http://schemas.openxmlformats.org/drawingml/2006/main" w="0">
            <a:noFill/>
            <a:prstDash val="solid"/>
          </a:ln>
        </p:spPr>
      </p:sp>
      <p:pic>
        <p:nvPicPr>
          <p:cNvPr id="467" name="">
            <a:extLst xmlns:a="http://schemas.openxmlformats.org/drawingml/2006/main">
              <a:ext uri="{FF2B5EF4-FFF2-40B4-BE49-F238E27FC236}">
                <a16:creationId xmlns:a16="http://schemas.microsoft.com/office/drawing/2014/main" id="{9ABC3D35-1558-4371-B449-BA0FA1C6A61C}"/>
              </a:ext>
            </a:extLst>
          </p:cNvPr>
          <p:cNvPicPr>
            <a:picLocks xmlns:a="http://schemas.openxmlformats.org/drawingml/2006/main" noChangeAspect="1"/>
          </p:cNvPicPr>
          <p:nvPr/>
        </p:nvPicPr>
        <p:blipFill>
          <a:blip xmlns:r="http://schemas.openxmlformats.org/officeDocument/2006/relationships" xmlns:a="http://schemas.openxmlformats.org/drawingml/2006/main" r:embed="R93cdbe146ced4650"/>
          <a:srcRect xmlns:a="http://schemas.openxmlformats.org/drawingml/2006/main" l="0" t="0" r="0" b="0"/>
          <a:stretch xmlns:a="http://schemas.openxmlformats.org/drawingml/2006/main">
            <a:fillRect l="0" t="0" r="0" b="0"/>
          </a:stretch>
        </p:blipFill>
        <p:spPr>
          <a:xfrm xmlns:a="http://schemas.openxmlformats.org/drawingml/2006/main">
            <a:off x="12334875" y="2390775"/>
            <a:ext cx="1552575" cy="981075"/>
          </a:xfrm>
          <a:prstGeom xmlns:a="http://schemas.openxmlformats.org/drawingml/2006/main" prst="rect">
            <a:avLst/>
          </a:prstGeom>
        </p:spPr>
      </p:pic>
      <p:sp>
        <p:nvSpPr>
          <p:cNvPr id="468" name="simulator-photo">
            <a:extLst xmlns:a="http://schemas.openxmlformats.org/drawingml/2006/main">
              <a:ext uri="{FF2B5EF4-FFF2-40B4-BE49-F238E27FC236}">
                <a16:creationId xmlns:a16="http://schemas.microsoft.com/office/drawing/2014/main" id="{A8FD5051-6931-46D0-891C-5D84CA298E13}"/>
              </a:ext>
            </a:extLst>
          </p:cNvPr>
          <p:cNvSpPr>
            <a:spLocks xmlns:a="http://schemas.openxmlformats.org/drawingml/2006/main" noGrp="1"/>
          </p:cNvSpPr>
          <p:nvPr/>
        </p:nvSpPr>
        <p:spPr>
          <a:xfrm xmlns:a="http://schemas.openxmlformats.org/drawingml/2006/main" rot="0">
            <a:off x="12334875" y="2390775"/>
            <a:ext cx="1552575" cy="981075"/>
          </a:xfrm>
          <a:prstGeom xmlns:a="http://schemas.openxmlformats.org/drawingml/2006/main" prst="rect">
            <a:avLst/>
          </a:prstGeom>
          <a:noFill xmlns:a="http://schemas.openxmlformats.org/drawingml/2006/main"/>
          <a:ln xmlns:a="http://schemas.openxmlformats.org/drawingml/2006/main" w="0">
            <a:noFill/>
          </a:ln>
        </p:spPr>
      </p:sp>
      <p:pic>
        <p:nvPicPr>
          <p:cNvPr id="469" name="">
            <a:extLst xmlns:a="http://schemas.openxmlformats.org/drawingml/2006/main">
              <a:ext uri="{FF2B5EF4-FFF2-40B4-BE49-F238E27FC236}">
                <a16:creationId xmlns:a16="http://schemas.microsoft.com/office/drawing/2014/main" id="{34AE90BD-6D5D-478C-AD09-2F4E65DB81C8}"/>
              </a:ext>
            </a:extLst>
          </p:cNvPr>
          <p:cNvPicPr>
            <a:picLocks xmlns:a="http://schemas.openxmlformats.org/drawingml/2006/main" noChangeAspect="1"/>
          </p:cNvPicPr>
          <p:nvPr/>
        </p:nvPicPr>
        <p:blipFill>
          <a:blip xmlns:r="http://schemas.openxmlformats.org/officeDocument/2006/relationships" xmlns:a="http://schemas.openxmlformats.org/drawingml/2006/main" r:embed="Rb3f8feae478d4006"/>
          <a:srcRect xmlns:a="http://schemas.openxmlformats.org/drawingml/2006/main" l="0" t="0" r="0" b="0"/>
          <a:stretch xmlns:a="http://schemas.openxmlformats.org/drawingml/2006/main">
            <a:fillRect l="0" t="0" r="0" b="0"/>
          </a:stretch>
        </p:blipFill>
        <p:spPr>
          <a:xfrm xmlns:a="http://schemas.openxmlformats.org/drawingml/2006/main">
            <a:off x="6429375" y="3562350"/>
            <a:ext cx="1781175" cy="2390775"/>
          </a:xfrm>
          <a:prstGeom xmlns:a="http://schemas.openxmlformats.org/drawingml/2006/main" prst="rect">
            <a:avLst/>
          </a:prstGeom>
        </p:spPr>
      </p:pic>
      <p:sp>
        <p:nvSpPr>
          <p:cNvPr id="470" name="static-room-render">
            <a:extLst xmlns:a="http://schemas.openxmlformats.org/drawingml/2006/main">
              <a:ext uri="{FF2B5EF4-FFF2-40B4-BE49-F238E27FC236}">
                <a16:creationId xmlns:a16="http://schemas.microsoft.com/office/drawing/2014/main" id="{5B0C8B61-44A4-447F-8008-96E811CFC68E}"/>
              </a:ext>
            </a:extLst>
          </p:cNvPr>
          <p:cNvSpPr>
            <a:spLocks xmlns:a="http://schemas.openxmlformats.org/drawingml/2006/main" noGrp="1"/>
          </p:cNvSpPr>
          <p:nvPr/>
        </p:nvSpPr>
        <p:spPr>
          <a:xfrm xmlns:a="http://schemas.openxmlformats.org/drawingml/2006/main" rot="0">
            <a:off x="6429375" y="3562350"/>
            <a:ext cx="1781175" cy="2390775"/>
          </a:xfrm>
          <a:prstGeom xmlns:a="http://schemas.openxmlformats.org/drawingml/2006/main" prst="rect">
            <a:avLst/>
          </a:prstGeom>
          <a:noFill xmlns:a="http://schemas.openxmlformats.org/drawingml/2006/main"/>
          <a:ln xmlns:a="http://schemas.openxmlformats.org/drawingml/2006/main" w="0">
            <a:noFill/>
          </a:ln>
        </p:spPr>
      </p:sp>
      <p:pic>
        <p:nvPicPr>
          <p:cNvPr id="471" name="">
            <a:extLst xmlns:a="http://schemas.openxmlformats.org/drawingml/2006/main">
              <a:ext uri="{FF2B5EF4-FFF2-40B4-BE49-F238E27FC236}">
                <a16:creationId xmlns:a16="http://schemas.microsoft.com/office/drawing/2014/main" id="{2E5905E5-6D26-4EFA-BDB3-18F424B9A91C}"/>
              </a:ext>
            </a:extLst>
          </p:cNvPr>
          <p:cNvPicPr>
            <a:picLocks xmlns:a="http://schemas.openxmlformats.org/drawingml/2006/main" noChangeAspect="1"/>
          </p:cNvPicPr>
          <p:nvPr/>
        </p:nvPicPr>
        <p:blipFill>
          <a:blip xmlns:r="http://schemas.openxmlformats.org/officeDocument/2006/relationships" xmlns:a="http://schemas.openxmlformats.org/drawingml/2006/main" r:embed="R386b1e39125049bd"/>
          <a:srcRect xmlns:a="http://schemas.openxmlformats.org/drawingml/2006/main" l="0" t="0" r="0" b="0"/>
          <a:stretch xmlns:a="http://schemas.openxmlformats.org/drawingml/2006/main">
            <a:fillRect l="0" t="0" r="0" b="0"/>
          </a:stretch>
        </p:blipFill>
        <p:spPr>
          <a:xfrm xmlns:a="http://schemas.openxmlformats.org/drawingml/2006/main">
            <a:off x="12287250" y="3543300"/>
            <a:ext cx="1752600" cy="2400300"/>
          </a:xfrm>
          <a:prstGeom xmlns:a="http://schemas.openxmlformats.org/drawingml/2006/main" prst="rect">
            <a:avLst/>
          </a:prstGeom>
        </p:spPr>
      </p:pic>
      <p:sp>
        <p:nvSpPr>
          <p:cNvPr id="472" name="dynamic-room-render">
            <a:extLst xmlns:a="http://schemas.openxmlformats.org/drawingml/2006/main">
              <a:ext uri="{FF2B5EF4-FFF2-40B4-BE49-F238E27FC236}">
                <a16:creationId xmlns:a16="http://schemas.microsoft.com/office/drawing/2014/main" id="{01BF3F74-1F97-44EC-857D-C5081598C13B}"/>
              </a:ext>
            </a:extLst>
          </p:cNvPr>
          <p:cNvSpPr>
            <a:spLocks xmlns:a="http://schemas.openxmlformats.org/drawingml/2006/main" noGrp="1"/>
          </p:cNvSpPr>
          <p:nvPr/>
        </p:nvSpPr>
        <p:spPr>
          <a:xfrm xmlns:a="http://schemas.openxmlformats.org/drawingml/2006/main" rot="0">
            <a:off x="12287250" y="3543300"/>
            <a:ext cx="1752600" cy="2400300"/>
          </a:xfrm>
          <a:prstGeom xmlns:a="http://schemas.openxmlformats.org/drawingml/2006/main" prst="rect">
            <a:avLst/>
          </a:prstGeom>
          <a:noFill xmlns:a="http://schemas.openxmlformats.org/drawingml/2006/main"/>
          <a:ln xmlns:a="http://schemas.openxmlformats.org/drawingml/2006/main" w="0">
            <a:noFill/>
          </a:ln>
        </p:spPr>
      </p:sp>
      <p:pic>
        <p:nvPicPr>
          <p:cNvPr id="473" name="">
            <a:extLst xmlns:a="http://schemas.openxmlformats.org/drawingml/2006/main">
              <a:ext uri="{FF2B5EF4-FFF2-40B4-BE49-F238E27FC236}">
                <a16:creationId xmlns:a16="http://schemas.microsoft.com/office/drawing/2014/main" id="{A2E0AEE2-8584-4BDC-B8B1-CFF75A3DF758}"/>
              </a:ext>
            </a:extLst>
          </p:cNvPr>
          <p:cNvPicPr>
            <a:picLocks xmlns:a="http://schemas.openxmlformats.org/drawingml/2006/main" noChangeAspect="1"/>
          </p:cNvPicPr>
          <p:nvPr/>
        </p:nvPicPr>
        <p:blipFill>
          <a:blip xmlns:r="http://schemas.openxmlformats.org/officeDocument/2006/relationships" xmlns:a="http://schemas.openxmlformats.org/drawingml/2006/main" r:embed="Rc48e2e42035044f1"/>
          <a:srcRect xmlns:a="http://schemas.openxmlformats.org/drawingml/2006/main" l="0" t="0" r="0" b="0"/>
          <a:stretch xmlns:a="http://schemas.openxmlformats.org/drawingml/2006/main">
            <a:fillRect l="0" t="0" r="0" b="0"/>
          </a:stretch>
        </p:blipFill>
        <p:spPr>
          <a:xfrm xmlns:a="http://schemas.openxmlformats.org/drawingml/2006/main">
            <a:off x="8334375" y="3562350"/>
            <a:ext cx="1171575" cy="1981200"/>
          </a:xfrm>
          <a:prstGeom xmlns:a="http://schemas.openxmlformats.org/drawingml/2006/main" prst="rect">
            <a:avLst/>
          </a:prstGeom>
        </p:spPr>
      </p:pic>
      <p:sp>
        <p:nvSpPr>
          <p:cNvPr id="474" name="residual-pose-10cm">
            <a:extLst xmlns:a="http://schemas.openxmlformats.org/drawingml/2006/main">
              <a:ext uri="{FF2B5EF4-FFF2-40B4-BE49-F238E27FC236}">
                <a16:creationId xmlns:a16="http://schemas.microsoft.com/office/drawing/2014/main" id="{CA8664CF-63B0-452C-BD89-78E2088E4AF1}"/>
              </a:ext>
            </a:extLst>
          </p:cNvPr>
          <p:cNvSpPr>
            <a:spLocks xmlns:a="http://schemas.openxmlformats.org/drawingml/2006/main" noGrp="1"/>
          </p:cNvSpPr>
          <p:nvPr/>
        </p:nvSpPr>
        <p:spPr>
          <a:xfrm xmlns:a="http://schemas.openxmlformats.org/drawingml/2006/main" rot="0">
            <a:off x="8334375" y="3562350"/>
            <a:ext cx="1171575" cy="1981200"/>
          </a:xfrm>
          <a:prstGeom xmlns:a="http://schemas.openxmlformats.org/drawingml/2006/main" prst="rect">
            <a:avLst/>
          </a:prstGeom>
          <a:noFill xmlns:a="http://schemas.openxmlformats.org/drawingml/2006/main"/>
          <a:ln xmlns:a="http://schemas.openxmlformats.org/drawingml/2006/main" w="0">
            <a:noFill/>
          </a:ln>
        </p:spPr>
      </p:sp>
      <p:pic>
        <p:nvPicPr>
          <p:cNvPr id="475" name="">
            <a:extLst xmlns:a="http://schemas.openxmlformats.org/drawingml/2006/main">
              <a:ext uri="{FF2B5EF4-FFF2-40B4-BE49-F238E27FC236}">
                <a16:creationId xmlns:a16="http://schemas.microsoft.com/office/drawing/2014/main" id="{CF8A46E9-AC52-4B13-AFC6-3A61A0EACA29}"/>
              </a:ext>
            </a:extLst>
          </p:cNvPr>
          <p:cNvPicPr>
            <a:picLocks xmlns:a="http://schemas.openxmlformats.org/drawingml/2006/main" noChangeAspect="1"/>
          </p:cNvPicPr>
          <p:nvPr/>
        </p:nvPicPr>
        <p:blipFill>
          <a:blip xmlns:r="http://schemas.openxmlformats.org/officeDocument/2006/relationships" xmlns:a="http://schemas.openxmlformats.org/drawingml/2006/main" r:embed="R7130b4dbc4cd41c5"/>
          <a:srcRect xmlns:a="http://schemas.openxmlformats.org/drawingml/2006/main" l="0" t="0" r="0" b="0"/>
          <a:stretch xmlns:a="http://schemas.openxmlformats.org/drawingml/2006/main">
            <a:fillRect l="0" t="0" r="0" b="0"/>
          </a:stretch>
        </p:blipFill>
        <p:spPr>
          <a:xfrm xmlns:a="http://schemas.openxmlformats.org/drawingml/2006/main">
            <a:off x="9525000" y="3562350"/>
            <a:ext cx="1219200" cy="1981200"/>
          </a:xfrm>
          <a:prstGeom xmlns:a="http://schemas.openxmlformats.org/drawingml/2006/main" prst="rect">
            <a:avLst/>
          </a:prstGeom>
        </p:spPr>
      </p:pic>
      <p:sp>
        <p:nvSpPr>
          <p:cNvPr id="476" name="residual-pose-20cm">
            <a:extLst xmlns:a="http://schemas.openxmlformats.org/drawingml/2006/main">
              <a:ext uri="{FF2B5EF4-FFF2-40B4-BE49-F238E27FC236}">
                <a16:creationId xmlns:a16="http://schemas.microsoft.com/office/drawing/2014/main" id="{2AD11515-3E86-425A-A660-53A74BC565FE}"/>
              </a:ext>
            </a:extLst>
          </p:cNvPr>
          <p:cNvSpPr>
            <a:spLocks xmlns:a="http://schemas.openxmlformats.org/drawingml/2006/main" noGrp="1"/>
          </p:cNvSpPr>
          <p:nvPr/>
        </p:nvSpPr>
        <p:spPr>
          <a:xfrm xmlns:a="http://schemas.openxmlformats.org/drawingml/2006/main" rot="0">
            <a:off x="9525000" y="3562350"/>
            <a:ext cx="1219200" cy="1981200"/>
          </a:xfrm>
          <a:prstGeom xmlns:a="http://schemas.openxmlformats.org/drawingml/2006/main" prst="rect">
            <a:avLst/>
          </a:prstGeom>
          <a:noFill xmlns:a="http://schemas.openxmlformats.org/drawingml/2006/main"/>
          <a:ln xmlns:a="http://schemas.openxmlformats.org/drawingml/2006/main" w="0">
            <a:noFill/>
          </a:ln>
        </p:spPr>
      </p:sp>
      <p:pic>
        <p:nvPicPr>
          <p:cNvPr id="477" name="">
            <a:extLst xmlns:a="http://schemas.openxmlformats.org/drawingml/2006/main">
              <a:ext uri="{FF2B5EF4-FFF2-40B4-BE49-F238E27FC236}">
                <a16:creationId xmlns:a16="http://schemas.microsoft.com/office/drawing/2014/main" id="{7502E724-CE87-491B-9361-7EC2C52A4B28}"/>
              </a:ext>
            </a:extLst>
          </p:cNvPr>
          <p:cNvPicPr>
            <a:picLocks xmlns:a="http://schemas.openxmlformats.org/drawingml/2006/main" noChangeAspect="1"/>
          </p:cNvPicPr>
          <p:nvPr/>
        </p:nvPicPr>
        <p:blipFill>
          <a:blip xmlns:r="http://schemas.openxmlformats.org/officeDocument/2006/relationships" xmlns:a="http://schemas.openxmlformats.org/drawingml/2006/main" r:embed="R290da4200c3942d0"/>
          <a:srcRect xmlns:a="http://schemas.openxmlformats.org/drawingml/2006/main" l="0" t="0" r="0" b="0"/>
          <a:stretch xmlns:a="http://schemas.openxmlformats.org/drawingml/2006/main">
            <a:fillRect l="0" t="0" r="0" b="0"/>
          </a:stretch>
        </p:blipFill>
        <p:spPr>
          <a:xfrm xmlns:a="http://schemas.openxmlformats.org/drawingml/2006/main">
            <a:off x="10763250" y="3524250"/>
            <a:ext cx="1057275" cy="2019300"/>
          </a:xfrm>
          <a:prstGeom xmlns:a="http://schemas.openxmlformats.org/drawingml/2006/main" prst="rect">
            <a:avLst/>
          </a:prstGeom>
        </p:spPr>
      </p:pic>
      <p:sp>
        <p:nvSpPr>
          <p:cNvPr id="478" name="residual-pose-30cm">
            <a:extLst xmlns:a="http://schemas.openxmlformats.org/drawingml/2006/main">
              <a:ext uri="{FF2B5EF4-FFF2-40B4-BE49-F238E27FC236}">
                <a16:creationId xmlns:a16="http://schemas.microsoft.com/office/drawing/2014/main" id="{7D104665-A5C2-49B4-BAB4-319F4A89F46E}"/>
              </a:ext>
            </a:extLst>
          </p:cNvPr>
          <p:cNvSpPr>
            <a:spLocks xmlns:a="http://schemas.openxmlformats.org/drawingml/2006/main" noGrp="1"/>
          </p:cNvSpPr>
          <p:nvPr/>
        </p:nvSpPr>
        <p:spPr>
          <a:xfrm xmlns:a="http://schemas.openxmlformats.org/drawingml/2006/main" rot="0">
            <a:off x="10763250" y="3524250"/>
            <a:ext cx="1057275" cy="2019300"/>
          </a:xfrm>
          <a:prstGeom xmlns:a="http://schemas.openxmlformats.org/drawingml/2006/main" prst="rect">
            <a:avLst/>
          </a:prstGeom>
          <a:noFill xmlns:a="http://schemas.openxmlformats.org/drawingml/2006/main"/>
          <a:ln xmlns:a="http://schemas.openxmlformats.org/drawingml/2006/main" w="0">
            <a:noFill/>
          </a:ln>
        </p:spPr>
      </p:sp>
      <p:sp>
        <p:nvSpPr>
          <p:cNvPr id="479" name="layout-green-75-0">
            <a:extLst xmlns:a="http://schemas.openxmlformats.org/drawingml/2006/main">
              <a:ext uri="{FF2B5EF4-FFF2-40B4-BE49-F238E27FC236}">
                <a16:creationId xmlns:a16="http://schemas.microsoft.com/office/drawing/2014/main" id="{C1B83B75-9FA6-4ED9-9DAD-98AA15396C8B}"/>
              </a:ext>
            </a:extLst>
          </p:cNvPr>
          <p:cNvSpPr>
            <a:spLocks xmlns:a="http://schemas.openxmlformats.org/drawingml/2006/main" noGrp="1"/>
          </p:cNvSpPr>
          <p:nvPr/>
        </p:nvSpPr>
        <p:spPr>
          <a:xfrm xmlns:a="http://schemas.openxmlformats.org/drawingml/2006/main" rot="0">
            <a:off x="123825" y="3371850"/>
            <a:ext cx="1076325" cy="876300"/>
          </a:xfrm>
          <a:custGeom xmlns:a="http://schemas.openxmlformats.org/drawingml/2006/main">
            <a:pathLst>
              <a:path w="1076325" h="87630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38150" y="4763"/>
                </a:lnTo>
                <a:lnTo>
                  <a:pt x="438150" y="14288"/>
                </a:lnTo>
                <a:lnTo>
                  <a:pt x="438150" y="23813"/>
                </a:lnTo>
                <a:lnTo>
                  <a:pt x="438150" y="33338"/>
                </a:lnTo>
                <a:lnTo>
                  <a:pt x="438150" y="42863"/>
                </a:lnTo>
                <a:lnTo>
                  <a:pt x="438150" y="52388"/>
                </a:lnTo>
                <a:lnTo>
                  <a:pt x="438150" y="61913"/>
                </a:lnTo>
                <a:lnTo>
                  <a:pt x="438150" y="71438"/>
                </a:lnTo>
                <a:lnTo>
                  <a:pt x="438150" y="80963"/>
                </a:lnTo>
                <a:lnTo>
                  <a:pt x="438150" y="90488"/>
                </a:lnTo>
                <a:lnTo>
                  <a:pt x="438150" y="100013"/>
                </a:lnTo>
                <a:lnTo>
                  <a:pt x="438150" y="109538"/>
                </a:lnTo>
                <a:lnTo>
                  <a:pt x="438150" y="119063"/>
                </a:lnTo>
                <a:lnTo>
                  <a:pt x="438150" y="128588"/>
                </a:lnTo>
                <a:lnTo>
                  <a:pt x="438150" y="138113"/>
                </a:lnTo>
                <a:lnTo>
                  <a:pt x="438150" y="147638"/>
                </a:lnTo>
                <a:lnTo>
                  <a:pt x="438150" y="157163"/>
                </a:lnTo>
                <a:lnTo>
                  <a:pt x="433388" y="161925"/>
                </a:lnTo>
                <a:lnTo>
                  <a:pt x="423863" y="161925"/>
                </a:lnTo>
                <a:lnTo>
                  <a:pt x="419100" y="166688"/>
                </a:lnTo>
                <a:lnTo>
                  <a:pt x="414338" y="171450"/>
                </a:lnTo>
                <a:lnTo>
                  <a:pt x="404813" y="171450"/>
                </a:lnTo>
                <a:lnTo>
                  <a:pt x="395288" y="171450"/>
                </a:lnTo>
                <a:lnTo>
                  <a:pt x="385763" y="171450"/>
                </a:lnTo>
                <a:lnTo>
                  <a:pt x="376238" y="171450"/>
                </a:lnTo>
                <a:lnTo>
                  <a:pt x="366713" y="171450"/>
                </a:lnTo>
                <a:lnTo>
                  <a:pt x="357188" y="171450"/>
                </a:lnTo>
                <a:lnTo>
                  <a:pt x="347663" y="171450"/>
                </a:lnTo>
                <a:lnTo>
                  <a:pt x="342900" y="176213"/>
                </a:lnTo>
                <a:lnTo>
                  <a:pt x="338138" y="180975"/>
                </a:lnTo>
                <a:lnTo>
                  <a:pt x="328613" y="180975"/>
                </a:lnTo>
                <a:lnTo>
                  <a:pt x="319088" y="180975"/>
                </a:lnTo>
                <a:lnTo>
                  <a:pt x="309563" y="180975"/>
                </a:lnTo>
                <a:lnTo>
                  <a:pt x="300038" y="180975"/>
                </a:lnTo>
                <a:lnTo>
                  <a:pt x="295275" y="185738"/>
                </a:lnTo>
                <a:lnTo>
                  <a:pt x="290513" y="190500"/>
                </a:lnTo>
                <a:lnTo>
                  <a:pt x="280988" y="190500"/>
                </a:lnTo>
                <a:lnTo>
                  <a:pt x="276225" y="195263"/>
                </a:lnTo>
                <a:lnTo>
                  <a:pt x="271463" y="200025"/>
                </a:lnTo>
                <a:lnTo>
                  <a:pt x="261938" y="200025"/>
                </a:lnTo>
                <a:lnTo>
                  <a:pt x="257175" y="204788"/>
                </a:lnTo>
                <a:lnTo>
                  <a:pt x="252413" y="209550"/>
                </a:lnTo>
                <a:lnTo>
                  <a:pt x="247650" y="214313"/>
                </a:lnTo>
                <a:lnTo>
                  <a:pt x="247650" y="223838"/>
                </a:lnTo>
                <a:lnTo>
                  <a:pt x="247650" y="233363"/>
                </a:lnTo>
                <a:lnTo>
                  <a:pt x="247650" y="242888"/>
                </a:lnTo>
                <a:lnTo>
                  <a:pt x="252413" y="247650"/>
                </a:lnTo>
                <a:lnTo>
                  <a:pt x="257175" y="252413"/>
                </a:lnTo>
                <a:lnTo>
                  <a:pt x="261938" y="257175"/>
                </a:lnTo>
                <a:lnTo>
                  <a:pt x="271463" y="257175"/>
                </a:lnTo>
                <a:lnTo>
                  <a:pt x="276225" y="261938"/>
                </a:lnTo>
                <a:lnTo>
                  <a:pt x="280988" y="266700"/>
                </a:lnTo>
                <a:lnTo>
                  <a:pt x="290513" y="266700"/>
                </a:lnTo>
                <a:lnTo>
                  <a:pt x="300038" y="266700"/>
                </a:lnTo>
                <a:lnTo>
                  <a:pt x="304800" y="271463"/>
                </a:lnTo>
                <a:lnTo>
                  <a:pt x="309563" y="276225"/>
                </a:lnTo>
                <a:lnTo>
                  <a:pt x="319088" y="276225"/>
                </a:lnTo>
                <a:lnTo>
                  <a:pt x="328613" y="276225"/>
                </a:lnTo>
                <a:lnTo>
                  <a:pt x="338138" y="276225"/>
                </a:lnTo>
                <a:lnTo>
                  <a:pt x="342900" y="280988"/>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28625" y="290513"/>
                </a:lnTo>
                <a:lnTo>
                  <a:pt x="433388" y="295275"/>
                </a:lnTo>
                <a:lnTo>
                  <a:pt x="438150" y="300038"/>
                </a:lnTo>
                <a:lnTo>
                  <a:pt x="438150" y="309563"/>
                </a:lnTo>
                <a:lnTo>
                  <a:pt x="438150" y="319088"/>
                </a:lnTo>
                <a:lnTo>
                  <a:pt x="438150" y="328613"/>
                </a:lnTo>
                <a:lnTo>
                  <a:pt x="438150" y="338138"/>
                </a:lnTo>
                <a:lnTo>
                  <a:pt x="438150" y="347663"/>
                </a:lnTo>
                <a:lnTo>
                  <a:pt x="438150" y="357188"/>
                </a:lnTo>
                <a:lnTo>
                  <a:pt x="438150" y="366713"/>
                </a:lnTo>
                <a:lnTo>
                  <a:pt x="438150" y="376238"/>
                </a:lnTo>
                <a:lnTo>
                  <a:pt x="438150" y="385763"/>
                </a:lnTo>
                <a:lnTo>
                  <a:pt x="438150" y="395288"/>
                </a:lnTo>
                <a:lnTo>
                  <a:pt x="438150" y="404813"/>
                </a:lnTo>
                <a:lnTo>
                  <a:pt x="438150" y="414338"/>
                </a:lnTo>
                <a:lnTo>
                  <a:pt x="438150" y="423863"/>
                </a:lnTo>
                <a:lnTo>
                  <a:pt x="438150" y="433388"/>
                </a:lnTo>
                <a:lnTo>
                  <a:pt x="442913" y="438150"/>
                </a:lnTo>
                <a:lnTo>
                  <a:pt x="452438" y="438150"/>
                </a:lnTo>
                <a:lnTo>
                  <a:pt x="461963" y="438150"/>
                </a:lnTo>
                <a:lnTo>
                  <a:pt x="471488" y="438150"/>
                </a:lnTo>
                <a:lnTo>
                  <a:pt x="481013" y="438150"/>
                </a:lnTo>
                <a:lnTo>
                  <a:pt x="490538" y="438150"/>
                </a:lnTo>
                <a:lnTo>
                  <a:pt x="500063" y="438150"/>
                </a:lnTo>
                <a:lnTo>
                  <a:pt x="509588" y="438150"/>
                </a:lnTo>
                <a:lnTo>
                  <a:pt x="519113" y="438150"/>
                </a:lnTo>
                <a:lnTo>
                  <a:pt x="528638" y="438150"/>
                </a:lnTo>
                <a:lnTo>
                  <a:pt x="538163" y="438150"/>
                </a:lnTo>
                <a:lnTo>
                  <a:pt x="547688" y="438150"/>
                </a:lnTo>
                <a:lnTo>
                  <a:pt x="557213" y="438150"/>
                </a:lnTo>
                <a:lnTo>
                  <a:pt x="566738" y="438150"/>
                </a:lnTo>
                <a:lnTo>
                  <a:pt x="576263" y="438150"/>
                </a:lnTo>
                <a:lnTo>
                  <a:pt x="585788" y="438150"/>
                </a:lnTo>
                <a:lnTo>
                  <a:pt x="595313" y="438150"/>
                </a:lnTo>
                <a:lnTo>
                  <a:pt x="604838" y="438150"/>
                </a:lnTo>
                <a:lnTo>
                  <a:pt x="614363" y="438150"/>
                </a:lnTo>
                <a:lnTo>
                  <a:pt x="623888" y="438150"/>
                </a:lnTo>
                <a:lnTo>
                  <a:pt x="633413" y="438150"/>
                </a:lnTo>
                <a:lnTo>
                  <a:pt x="642938" y="438150"/>
                </a:lnTo>
                <a:lnTo>
                  <a:pt x="652463" y="438150"/>
                </a:lnTo>
                <a:lnTo>
                  <a:pt x="661988" y="438150"/>
                </a:lnTo>
                <a:lnTo>
                  <a:pt x="671513" y="438150"/>
                </a:lnTo>
                <a:lnTo>
                  <a:pt x="681038" y="438150"/>
                </a:lnTo>
                <a:lnTo>
                  <a:pt x="690563" y="438150"/>
                </a:lnTo>
                <a:lnTo>
                  <a:pt x="700088" y="438150"/>
                </a:lnTo>
                <a:lnTo>
                  <a:pt x="709613" y="438150"/>
                </a:lnTo>
                <a:lnTo>
                  <a:pt x="719138" y="438150"/>
                </a:lnTo>
                <a:lnTo>
                  <a:pt x="728663" y="438150"/>
                </a:lnTo>
                <a:lnTo>
                  <a:pt x="738188" y="438150"/>
                </a:lnTo>
                <a:lnTo>
                  <a:pt x="747713" y="438150"/>
                </a:lnTo>
                <a:lnTo>
                  <a:pt x="757238" y="438150"/>
                </a:lnTo>
                <a:lnTo>
                  <a:pt x="766763" y="438150"/>
                </a:lnTo>
                <a:lnTo>
                  <a:pt x="776288" y="438150"/>
                </a:lnTo>
                <a:lnTo>
                  <a:pt x="785813" y="438150"/>
                </a:lnTo>
                <a:lnTo>
                  <a:pt x="795338" y="438150"/>
                </a:lnTo>
                <a:lnTo>
                  <a:pt x="804863" y="438150"/>
                </a:lnTo>
                <a:lnTo>
                  <a:pt x="814388" y="438150"/>
                </a:lnTo>
                <a:lnTo>
                  <a:pt x="823913" y="438150"/>
                </a:lnTo>
                <a:lnTo>
                  <a:pt x="833438" y="438150"/>
                </a:lnTo>
                <a:lnTo>
                  <a:pt x="842963" y="438150"/>
                </a:lnTo>
                <a:lnTo>
                  <a:pt x="852488" y="438150"/>
                </a:lnTo>
                <a:lnTo>
                  <a:pt x="862013" y="438150"/>
                </a:lnTo>
                <a:lnTo>
                  <a:pt x="871538" y="438150"/>
                </a:lnTo>
                <a:lnTo>
                  <a:pt x="881063" y="438150"/>
                </a:lnTo>
                <a:lnTo>
                  <a:pt x="890588" y="438150"/>
                </a:lnTo>
                <a:lnTo>
                  <a:pt x="900113" y="438150"/>
                </a:lnTo>
                <a:lnTo>
                  <a:pt x="909638" y="438150"/>
                </a:lnTo>
                <a:lnTo>
                  <a:pt x="919163" y="438150"/>
                </a:lnTo>
                <a:lnTo>
                  <a:pt x="928688" y="438150"/>
                </a:lnTo>
                <a:lnTo>
                  <a:pt x="938213" y="438150"/>
                </a:lnTo>
                <a:lnTo>
                  <a:pt x="947738" y="438150"/>
                </a:lnTo>
                <a:lnTo>
                  <a:pt x="957263" y="438150"/>
                </a:lnTo>
                <a:lnTo>
                  <a:pt x="966788" y="438150"/>
                </a:lnTo>
                <a:lnTo>
                  <a:pt x="976313" y="438150"/>
                </a:lnTo>
                <a:lnTo>
                  <a:pt x="985838" y="438150"/>
                </a:lnTo>
                <a:lnTo>
                  <a:pt x="995363" y="438150"/>
                </a:lnTo>
                <a:lnTo>
                  <a:pt x="1004888" y="438150"/>
                </a:lnTo>
                <a:lnTo>
                  <a:pt x="1014413" y="438150"/>
                </a:lnTo>
                <a:lnTo>
                  <a:pt x="1023938" y="438150"/>
                </a:lnTo>
                <a:lnTo>
                  <a:pt x="1033463" y="438150"/>
                </a:lnTo>
                <a:lnTo>
                  <a:pt x="1042988" y="438150"/>
                </a:lnTo>
                <a:lnTo>
                  <a:pt x="1052513" y="438150"/>
                </a:lnTo>
                <a:lnTo>
                  <a:pt x="1062038" y="438150"/>
                </a:lnTo>
                <a:lnTo>
                  <a:pt x="1071563" y="438150"/>
                </a:lnTo>
                <a:lnTo>
                  <a:pt x="1076325" y="442913"/>
                </a:lnTo>
                <a:lnTo>
                  <a:pt x="1076325" y="452438"/>
                </a:lnTo>
                <a:lnTo>
                  <a:pt x="1076325" y="461963"/>
                </a:lnTo>
                <a:lnTo>
                  <a:pt x="1076325" y="471488"/>
                </a:lnTo>
                <a:lnTo>
                  <a:pt x="1076325" y="481013"/>
                </a:lnTo>
                <a:lnTo>
                  <a:pt x="1076325" y="490538"/>
                </a:lnTo>
                <a:lnTo>
                  <a:pt x="1076325" y="500063"/>
                </a:lnTo>
                <a:lnTo>
                  <a:pt x="1076325" y="509588"/>
                </a:lnTo>
                <a:lnTo>
                  <a:pt x="1076325" y="519113"/>
                </a:lnTo>
                <a:lnTo>
                  <a:pt x="1076325" y="528638"/>
                </a:lnTo>
                <a:lnTo>
                  <a:pt x="1076325" y="538163"/>
                </a:lnTo>
                <a:lnTo>
                  <a:pt x="1076325" y="547688"/>
                </a:lnTo>
                <a:lnTo>
                  <a:pt x="1076325" y="557213"/>
                </a:lnTo>
                <a:lnTo>
                  <a:pt x="1076325" y="566738"/>
                </a:lnTo>
                <a:lnTo>
                  <a:pt x="1076325" y="576263"/>
                </a:lnTo>
                <a:lnTo>
                  <a:pt x="1076325" y="585788"/>
                </a:lnTo>
                <a:lnTo>
                  <a:pt x="1076325" y="595313"/>
                </a:lnTo>
                <a:lnTo>
                  <a:pt x="1076325" y="604838"/>
                </a:lnTo>
                <a:lnTo>
                  <a:pt x="1076325" y="614363"/>
                </a:lnTo>
                <a:lnTo>
                  <a:pt x="1076325" y="623888"/>
                </a:lnTo>
                <a:lnTo>
                  <a:pt x="1076325" y="633413"/>
                </a:lnTo>
                <a:lnTo>
                  <a:pt x="1076325" y="642938"/>
                </a:lnTo>
                <a:lnTo>
                  <a:pt x="1076325" y="652463"/>
                </a:lnTo>
                <a:lnTo>
                  <a:pt x="1076325" y="661988"/>
                </a:lnTo>
                <a:lnTo>
                  <a:pt x="1076325" y="671513"/>
                </a:lnTo>
                <a:lnTo>
                  <a:pt x="1076325" y="681038"/>
                </a:lnTo>
                <a:lnTo>
                  <a:pt x="1076325" y="690563"/>
                </a:lnTo>
                <a:lnTo>
                  <a:pt x="1076325" y="700088"/>
                </a:lnTo>
                <a:lnTo>
                  <a:pt x="1076325" y="709613"/>
                </a:lnTo>
                <a:lnTo>
                  <a:pt x="1076325" y="719138"/>
                </a:lnTo>
                <a:lnTo>
                  <a:pt x="1076325" y="728663"/>
                </a:lnTo>
                <a:lnTo>
                  <a:pt x="1076325" y="738188"/>
                </a:lnTo>
                <a:lnTo>
                  <a:pt x="1076325" y="747713"/>
                </a:lnTo>
                <a:lnTo>
                  <a:pt x="1076325" y="757238"/>
                </a:lnTo>
                <a:lnTo>
                  <a:pt x="1076325" y="766763"/>
                </a:lnTo>
                <a:lnTo>
                  <a:pt x="1076325" y="776288"/>
                </a:lnTo>
                <a:lnTo>
                  <a:pt x="1076325" y="785813"/>
                </a:lnTo>
                <a:lnTo>
                  <a:pt x="1076325" y="795338"/>
                </a:lnTo>
                <a:lnTo>
                  <a:pt x="1076325" y="804863"/>
                </a:lnTo>
                <a:lnTo>
                  <a:pt x="1076325" y="814388"/>
                </a:lnTo>
                <a:lnTo>
                  <a:pt x="1076325" y="823913"/>
                </a:lnTo>
                <a:lnTo>
                  <a:pt x="1076325" y="833438"/>
                </a:lnTo>
                <a:lnTo>
                  <a:pt x="1076325" y="842963"/>
                </a:lnTo>
                <a:lnTo>
                  <a:pt x="1076325" y="852488"/>
                </a:lnTo>
                <a:lnTo>
                  <a:pt x="1076325" y="862013"/>
                </a:lnTo>
                <a:lnTo>
                  <a:pt x="1076325" y="871538"/>
                </a:lnTo>
                <a:lnTo>
                  <a:pt x="1071563" y="876300"/>
                </a:lnTo>
                <a:lnTo>
                  <a:pt x="1062038" y="876300"/>
                </a:lnTo>
                <a:lnTo>
                  <a:pt x="1052513" y="876300"/>
                </a:lnTo>
                <a:lnTo>
                  <a:pt x="1042988" y="876300"/>
                </a:lnTo>
                <a:lnTo>
                  <a:pt x="1033463" y="876300"/>
                </a:lnTo>
                <a:lnTo>
                  <a:pt x="1023938" y="876300"/>
                </a:lnTo>
                <a:lnTo>
                  <a:pt x="1014413" y="876300"/>
                </a:lnTo>
                <a:lnTo>
                  <a:pt x="1004888" y="876300"/>
                </a:lnTo>
                <a:lnTo>
                  <a:pt x="995363" y="876300"/>
                </a:lnTo>
                <a:lnTo>
                  <a:pt x="985838" y="876300"/>
                </a:lnTo>
                <a:lnTo>
                  <a:pt x="976313" y="876300"/>
                </a:lnTo>
                <a:lnTo>
                  <a:pt x="966788" y="876300"/>
                </a:lnTo>
                <a:lnTo>
                  <a:pt x="957263" y="876300"/>
                </a:lnTo>
                <a:lnTo>
                  <a:pt x="947738" y="876300"/>
                </a:lnTo>
                <a:lnTo>
                  <a:pt x="938213" y="876300"/>
                </a:lnTo>
                <a:lnTo>
                  <a:pt x="928688" y="876300"/>
                </a:lnTo>
                <a:lnTo>
                  <a:pt x="919163" y="876300"/>
                </a:lnTo>
                <a:lnTo>
                  <a:pt x="909638" y="876300"/>
                </a:lnTo>
                <a:lnTo>
                  <a:pt x="900113" y="876300"/>
                </a:lnTo>
                <a:lnTo>
                  <a:pt x="890588" y="876300"/>
                </a:lnTo>
                <a:lnTo>
                  <a:pt x="881063" y="876300"/>
                </a:lnTo>
                <a:lnTo>
                  <a:pt x="871538" y="876300"/>
                </a:lnTo>
                <a:lnTo>
                  <a:pt x="862013" y="876300"/>
                </a:lnTo>
                <a:lnTo>
                  <a:pt x="852488" y="876300"/>
                </a:lnTo>
                <a:lnTo>
                  <a:pt x="842963" y="876300"/>
                </a:lnTo>
                <a:lnTo>
                  <a:pt x="833438" y="876300"/>
                </a:lnTo>
                <a:lnTo>
                  <a:pt x="823913" y="876300"/>
                </a:lnTo>
                <a:lnTo>
                  <a:pt x="814388" y="876300"/>
                </a:lnTo>
                <a:lnTo>
                  <a:pt x="804863" y="876300"/>
                </a:lnTo>
                <a:lnTo>
                  <a:pt x="795338" y="876300"/>
                </a:lnTo>
                <a:lnTo>
                  <a:pt x="785813" y="876300"/>
                </a:lnTo>
                <a:lnTo>
                  <a:pt x="776288" y="876300"/>
                </a:lnTo>
                <a:lnTo>
                  <a:pt x="766763" y="876300"/>
                </a:lnTo>
                <a:lnTo>
                  <a:pt x="757238" y="876300"/>
                </a:lnTo>
                <a:lnTo>
                  <a:pt x="747713" y="876300"/>
                </a:lnTo>
                <a:lnTo>
                  <a:pt x="738188" y="876300"/>
                </a:lnTo>
                <a:lnTo>
                  <a:pt x="728663" y="876300"/>
                </a:lnTo>
                <a:lnTo>
                  <a:pt x="719138" y="876300"/>
                </a:lnTo>
                <a:lnTo>
                  <a:pt x="709613" y="876300"/>
                </a:lnTo>
                <a:lnTo>
                  <a:pt x="700088" y="876300"/>
                </a:lnTo>
                <a:lnTo>
                  <a:pt x="690563" y="876300"/>
                </a:lnTo>
                <a:lnTo>
                  <a:pt x="681038" y="876300"/>
                </a:lnTo>
                <a:lnTo>
                  <a:pt x="671513" y="876300"/>
                </a:lnTo>
                <a:lnTo>
                  <a:pt x="661988" y="876300"/>
                </a:lnTo>
                <a:lnTo>
                  <a:pt x="652463" y="876300"/>
                </a:lnTo>
                <a:lnTo>
                  <a:pt x="642938" y="876300"/>
                </a:lnTo>
                <a:lnTo>
                  <a:pt x="633413" y="876300"/>
                </a:lnTo>
                <a:lnTo>
                  <a:pt x="623888" y="876300"/>
                </a:lnTo>
                <a:lnTo>
                  <a:pt x="614363" y="876300"/>
                </a:lnTo>
                <a:lnTo>
                  <a:pt x="604838" y="876300"/>
                </a:lnTo>
                <a:lnTo>
                  <a:pt x="595313" y="876300"/>
                </a:lnTo>
                <a:lnTo>
                  <a:pt x="585788" y="876300"/>
                </a:lnTo>
                <a:lnTo>
                  <a:pt x="576263" y="876300"/>
                </a:lnTo>
                <a:lnTo>
                  <a:pt x="566738" y="876300"/>
                </a:lnTo>
                <a:lnTo>
                  <a:pt x="557213" y="876300"/>
                </a:lnTo>
                <a:lnTo>
                  <a:pt x="547688" y="876300"/>
                </a:lnTo>
                <a:lnTo>
                  <a:pt x="538163" y="876300"/>
                </a:lnTo>
                <a:lnTo>
                  <a:pt x="528638" y="876300"/>
                </a:lnTo>
                <a:lnTo>
                  <a:pt x="519113" y="876300"/>
                </a:lnTo>
                <a:lnTo>
                  <a:pt x="509588" y="876300"/>
                </a:lnTo>
                <a:lnTo>
                  <a:pt x="500063" y="876300"/>
                </a:lnTo>
                <a:lnTo>
                  <a:pt x="490538" y="876300"/>
                </a:lnTo>
                <a:lnTo>
                  <a:pt x="481013" y="876300"/>
                </a:lnTo>
                <a:lnTo>
                  <a:pt x="471488" y="876300"/>
                </a:lnTo>
                <a:lnTo>
                  <a:pt x="461963" y="876300"/>
                </a:lnTo>
                <a:lnTo>
                  <a:pt x="452438" y="876300"/>
                </a:lnTo>
                <a:lnTo>
                  <a:pt x="442913" y="876300"/>
                </a:lnTo>
                <a:lnTo>
                  <a:pt x="433388" y="876300"/>
                </a:lnTo>
                <a:lnTo>
                  <a:pt x="423863" y="876300"/>
                </a:lnTo>
                <a:lnTo>
                  <a:pt x="414338" y="876300"/>
                </a:lnTo>
                <a:lnTo>
                  <a:pt x="404813" y="876300"/>
                </a:lnTo>
                <a:lnTo>
                  <a:pt x="395288" y="876300"/>
                </a:lnTo>
                <a:lnTo>
                  <a:pt x="385763" y="876300"/>
                </a:lnTo>
                <a:lnTo>
                  <a:pt x="376238" y="876300"/>
                </a:lnTo>
                <a:lnTo>
                  <a:pt x="366713" y="876300"/>
                </a:lnTo>
                <a:lnTo>
                  <a:pt x="357188" y="876300"/>
                </a:lnTo>
                <a:lnTo>
                  <a:pt x="347663" y="876300"/>
                </a:lnTo>
                <a:lnTo>
                  <a:pt x="338138" y="876300"/>
                </a:lnTo>
                <a:lnTo>
                  <a:pt x="328613" y="876300"/>
                </a:lnTo>
                <a:lnTo>
                  <a:pt x="319088" y="876300"/>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8FBA7D"/>
          </a:solidFill>
          <a:ln xmlns:a="http://schemas.openxmlformats.org/drawingml/2006/main" w="0">
            <a:noFill/>
            <a:prstDash val="solid"/>
          </a:ln>
        </p:spPr>
      </p:sp>
      <p:sp>
        <p:nvSpPr>
          <p:cNvPr id="480" name="layout-green-75-1">
            <a:extLst xmlns:a="http://schemas.openxmlformats.org/drawingml/2006/main">
              <a:ext uri="{FF2B5EF4-FFF2-40B4-BE49-F238E27FC236}">
                <a16:creationId xmlns:a16="http://schemas.microsoft.com/office/drawing/2014/main" id="{438EEB0F-433A-44C6-B7D4-D77FC53B9D58}"/>
              </a:ext>
            </a:extLst>
          </p:cNvPr>
          <p:cNvSpPr>
            <a:spLocks xmlns:a="http://schemas.openxmlformats.org/drawingml/2006/main" noGrp="1"/>
          </p:cNvSpPr>
          <p:nvPr/>
        </p:nvSpPr>
        <p:spPr>
          <a:xfrm xmlns:a="http://schemas.openxmlformats.org/drawingml/2006/main" rot="0">
            <a:off x="390525" y="3552825"/>
            <a:ext cx="171450" cy="85725"/>
          </a:xfrm>
          <a:custGeom xmlns:a="http://schemas.openxmlformats.org/drawingml/2006/main">
            <a:pathLst>
              <a:path w="171450" h="85725">
                <a:moveTo>
                  <a:pt x="152400" y="4763"/>
                </a:moveTo>
                <a:lnTo>
                  <a:pt x="157163" y="0"/>
                </a:lnTo>
                <a:lnTo>
                  <a:pt x="166688" y="0"/>
                </a:lnTo>
                <a:lnTo>
                  <a:pt x="171450" y="4763"/>
                </a:lnTo>
                <a:lnTo>
                  <a:pt x="171450" y="14288"/>
                </a:lnTo>
                <a:lnTo>
                  <a:pt x="171450" y="23813"/>
                </a:lnTo>
                <a:lnTo>
                  <a:pt x="166688" y="28575"/>
                </a:lnTo>
                <a:lnTo>
                  <a:pt x="161925" y="33338"/>
                </a:lnTo>
                <a:lnTo>
                  <a:pt x="161925" y="42863"/>
                </a:lnTo>
                <a:lnTo>
                  <a:pt x="166688" y="47625"/>
                </a:lnTo>
                <a:lnTo>
                  <a:pt x="171450" y="52388"/>
                </a:lnTo>
                <a:lnTo>
                  <a:pt x="171450" y="61913"/>
                </a:lnTo>
                <a:lnTo>
                  <a:pt x="171450" y="71438"/>
                </a:lnTo>
                <a:lnTo>
                  <a:pt x="171450" y="80963"/>
                </a:lnTo>
                <a:lnTo>
                  <a:pt x="166688" y="85725"/>
                </a:lnTo>
                <a:lnTo>
                  <a:pt x="157163" y="85725"/>
                </a:lnTo>
                <a:lnTo>
                  <a:pt x="147638" y="85725"/>
                </a:lnTo>
                <a:lnTo>
                  <a:pt x="138113" y="85725"/>
                </a:lnTo>
                <a:lnTo>
                  <a:pt x="128588" y="85725"/>
                </a:lnTo>
                <a:lnTo>
                  <a:pt x="119063" y="85725"/>
                </a:lnTo>
                <a:lnTo>
                  <a:pt x="109538" y="85725"/>
                </a:lnTo>
                <a:lnTo>
                  <a:pt x="100013" y="85725"/>
                </a:lnTo>
                <a:lnTo>
                  <a:pt x="90488" y="85725"/>
                </a:lnTo>
                <a:lnTo>
                  <a:pt x="85725" y="80963"/>
                </a:lnTo>
                <a:lnTo>
                  <a:pt x="80963" y="76200"/>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4763" y="57150"/>
                </a:lnTo>
                <a:lnTo>
                  <a:pt x="0" y="52388"/>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71438" y="19050"/>
                </a:lnTo>
                <a:lnTo>
                  <a:pt x="76200" y="14288"/>
                </a:lnTo>
                <a:lnTo>
                  <a:pt x="80963" y="9525"/>
                </a:lnTo>
                <a:lnTo>
                  <a:pt x="90488" y="9525"/>
                </a:lnTo>
                <a:lnTo>
                  <a:pt x="100013" y="9525"/>
                </a:lnTo>
                <a:lnTo>
                  <a:pt x="109538" y="9525"/>
                </a:lnTo>
                <a:lnTo>
                  <a:pt x="119063" y="9525"/>
                </a:lnTo>
                <a:lnTo>
                  <a:pt x="128588" y="9525"/>
                </a:lnTo>
                <a:lnTo>
                  <a:pt x="138113" y="9525"/>
                </a:lnTo>
                <a:lnTo>
                  <a:pt x="147638" y="9525"/>
                </a:lnTo>
                <a:lnTo>
                  <a:pt x="152400" y="4763"/>
                </a:lnTo>
                <a:close/>
              </a:path>
            </a:pathLst>
          </a:custGeom>
          <a:solidFill xmlns:a="http://schemas.openxmlformats.org/drawingml/2006/main">
            <a:srgbClr val="8FBA7D"/>
          </a:solidFill>
          <a:ln xmlns:a="http://schemas.openxmlformats.org/drawingml/2006/main" w="0">
            <a:noFill/>
            <a:prstDash val="solid"/>
          </a:ln>
        </p:spPr>
      </p:sp>
      <p:sp>
        <p:nvSpPr>
          <p:cNvPr id="481" name="layout-green-76-0">
            <a:extLst xmlns:a="http://schemas.openxmlformats.org/drawingml/2006/main">
              <a:ext uri="{FF2B5EF4-FFF2-40B4-BE49-F238E27FC236}">
                <a16:creationId xmlns:a16="http://schemas.microsoft.com/office/drawing/2014/main" id="{7FDCF207-8346-48EC-ADAC-481F77DEC24B}"/>
              </a:ext>
            </a:extLst>
          </p:cNvPr>
          <p:cNvSpPr>
            <a:spLocks xmlns:a="http://schemas.openxmlformats.org/drawingml/2006/main" noGrp="1"/>
          </p:cNvSpPr>
          <p:nvPr/>
        </p:nvSpPr>
        <p:spPr>
          <a:xfrm xmlns:a="http://schemas.openxmlformats.org/drawingml/2006/main" rot="0">
            <a:off x="123825" y="3371850"/>
            <a:ext cx="1076325" cy="876300"/>
          </a:xfrm>
          <a:custGeom xmlns:a="http://schemas.openxmlformats.org/drawingml/2006/main">
            <a:pathLst>
              <a:path w="1076325" h="876300">
                <a:moveTo>
                  <a:pt x="0" y="4763"/>
                </a:moveTo>
                <a:lnTo>
                  <a:pt x="4763" y="0"/>
                </a:lnTo>
                <a:lnTo>
                  <a:pt x="9525" y="4763"/>
                </a:lnTo>
                <a:lnTo>
                  <a:pt x="14288" y="9525"/>
                </a:lnTo>
                <a:lnTo>
                  <a:pt x="19050" y="4763"/>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38150" y="4763"/>
                </a:lnTo>
                <a:lnTo>
                  <a:pt x="438150" y="14288"/>
                </a:lnTo>
                <a:lnTo>
                  <a:pt x="438150" y="23813"/>
                </a:lnTo>
                <a:lnTo>
                  <a:pt x="438150" y="33338"/>
                </a:lnTo>
                <a:lnTo>
                  <a:pt x="438150" y="42863"/>
                </a:lnTo>
                <a:lnTo>
                  <a:pt x="438150" y="52388"/>
                </a:lnTo>
                <a:lnTo>
                  <a:pt x="438150" y="61913"/>
                </a:lnTo>
                <a:lnTo>
                  <a:pt x="438150" y="71438"/>
                </a:lnTo>
                <a:lnTo>
                  <a:pt x="438150" y="80963"/>
                </a:lnTo>
                <a:lnTo>
                  <a:pt x="438150" y="90488"/>
                </a:lnTo>
                <a:lnTo>
                  <a:pt x="438150" y="100013"/>
                </a:lnTo>
                <a:lnTo>
                  <a:pt x="438150" y="109538"/>
                </a:lnTo>
                <a:lnTo>
                  <a:pt x="438150" y="119063"/>
                </a:lnTo>
                <a:lnTo>
                  <a:pt x="438150" y="128588"/>
                </a:lnTo>
                <a:lnTo>
                  <a:pt x="438150" y="138113"/>
                </a:lnTo>
                <a:lnTo>
                  <a:pt x="438150" y="147638"/>
                </a:lnTo>
                <a:lnTo>
                  <a:pt x="438150" y="157163"/>
                </a:lnTo>
                <a:lnTo>
                  <a:pt x="433388" y="161925"/>
                </a:lnTo>
                <a:lnTo>
                  <a:pt x="423863" y="161925"/>
                </a:lnTo>
                <a:lnTo>
                  <a:pt x="419100" y="166688"/>
                </a:lnTo>
                <a:lnTo>
                  <a:pt x="414338" y="171450"/>
                </a:lnTo>
                <a:lnTo>
                  <a:pt x="404813" y="171450"/>
                </a:lnTo>
                <a:lnTo>
                  <a:pt x="395288" y="171450"/>
                </a:lnTo>
                <a:lnTo>
                  <a:pt x="385763" y="171450"/>
                </a:lnTo>
                <a:lnTo>
                  <a:pt x="376238" y="171450"/>
                </a:lnTo>
                <a:lnTo>
                  <a:pt x="366713" y="171450"/>
                </a:lnTo>
                <a:lnTo>
                  <a:pt x="357188" y="171450"/>
                </a:lnTo>
                <a:lnTo>
                  <a:pt x="347663" y="171450"/>
                </a:lnTo>
                <a:lnTo>
                  <a:pt x="342900" y="176213"/>
                </a:lnTo>
                <a:lnTo>
                  <a:pt x="338138" y="180975"/>
                </a:lnTo>
                <a:lnTo>
                  <a:pt x="328613" y="180975"/>
                </a:lnTo>
                <a:lnTo>
                  <a:pt x="319088" y="180975"/>
                </a:lnTo>
                <a:lnTo>
                  <a:pt x="309563" y="180975"/>
                </a:lnTo>
                <a:lnTo>
                  <a:pt x="300038" y="180975"/>
                </a:lnTo>
                <a:lnTo>
                  <a:pt x="295275" y="185738"/>
                </a:lnTo>
                <a:lnTo>
                  <a:pt x="290513" y="190500"/>
                </a:lnTo>
                <a:lnTo>
                  <a:pt x="280988" y="190500"/>
                </a:lnTo>
                <a:lnTo>
                  <a:pt x="276225" y="195263"/>
                </a:lnTo>
                <a:lnTo>
                  <a:pt x="271463" y="200025"/>
                </a:lnTo>
                <a:lnTo>
                  <a:pt x="261938" y="200025"/>
                </a:lnTo>
                <a:lnTo>
                  <a:pt x="257175" y="204788"/>
                </a:lnTo>
                <a:lnTo>
                  <a:pt x="252413" y="209550"/>
                </a:lnTo>
                <a:lnTo>
                  <a:pt x="247650" y="214313"/>
                </a:lnTo>
                <a:lnTo>
                  <a:pt x="247650" y="223838"/>
                </a:lnTo>
                <a:lnTo>
                  <a:pt x="247650" y="233363"/>
                </a:lnTo>
                <a:lnTo>
                  <a:pt x="247650" y="242888"/>
                </a:lnTo>
                <a:lnTo>
                  <a:pt x="252413" y="247650"/>
                </a:lnTo>
                <a:lnTo>
                  <a:pt x="257175" y="252413"/>
                </a:lnTo>
                <a:lnTo>
                  <a:pt x="261938" y="257175"/>
                </a:lnTo>
                <a:lnTo>
                  <a:pt x="271463" y="257175"/>
                </a:lnTo>
                <a:lnTo>
                  <a:pt x="276225" y="261938"/>
                </a:lnTo>
                <a:lnTo>
                  <a:pt x="280988" y="266700"/>
                </a:lnTo>
                <a:lnTo>
                  <a:pt x="290513" y="266700"/>
                </a:lnTo>
                <a:lnTo>
                  <a:pt x="300038" y="266700"/>
                </a:lnTo>
                <a:lnTo>
                  <a:pt x="304800" y="271463"/>
                </a:lnTo>
                <a:lnTo>
                  <a:pt x="309563" y="276225"/>
                </a:lnTo>
                <a:lnTo>
                  <a:pt x="319088" y="276225"/>
                </a:lnTo>
                <a:lnTo>
                  <a:pt x="328613" y="276225"/>
                </a:lnTo>
                <a:lnTo>
                  <a:pt x="338138" y="276225"/>
                </a:lnTo>
                <a:lnTo>
                  <a:pt x="342900" y="280988"/>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28625" y="290513"/>
                </a:lnTo>
                <a:lnTo>
                  <a:pt x="433388" y="295275"/>
                </a:lnTo>
                <a:lnTo>
                  <a:pt x="438150" y="300038"/>
                </a:lnTo>
                <a:lnTo>
                  <a:pt x="438150" y="309563"/>
                </a:lnTo>
                <a:lnTo>
                  <a:pt x="438150" y="319088"/>
                </a:lnTo>
                <a:lnTo>
                  <a:pt x="438150" y="328613"/>
                </a:lnTo>
                <a:lnTo>
                  <a:pt x="438150" y="338138"/>
                </a:lnTo>
                <a:lnTo>
                  <a:pt x="438150" y="347663"/>
                </a:lnTo>
                <a:lnTo>
                  <a:pt x="438150" y="357188"/>
                </a:lnTo>
                <a:lnTo>
                  <a:pt x="438150" y="366713"/>
                </a:lnTo>
                <a:lnTo>
                  <a:pt x="438150" y="376238"/>
                </a:lnTo>
                <a:lnTo>
                  <a:pt x="438150" y="385763"/>
                </a:lnTo>
                <a:lnTo>
                  <a:pt x="438150" y="395288"/>
                </a:lnTo>
                <a:lnTo>
                  <a:pt x="438150" y="404813"/>
                </a:lnTo>
                <a:lnTo>
                  <a:pt x="438150" y="414338"/>
                </a:lnTo>
                <a:lnTo>
                  <a:pt x="438150" y="423863"/>
                </a:lnTo>
                <a:lnTo>
                  <a:pt x="438150" y="433388"/>
                </a:lnTo>
                <a:lnTo>
                  <a:pt x="442913" y="438150"/>
                </a:lnTo>
                <a:lnTo>
                  <a:pt x="452438" y="438150"/>
                </a:lnTo>
                <a:lnTo>
                  <a:pt x="461963" y="438150"/>
                </a:lnTo>
                <a:lnTo>
                  <a:pt x="471488" y="438150"/>
                </a:lnTo>
                <a:lnTo>
                  <a:pt x="481013" y="438150"/>
                </a:lnTo>
                <a:lnTo>
                  <a:pt x="490538" y="438150"/>
                </a:lnTo>
                <a:lnTo>
                  <a:pt x="500063" y="438150"/>
                </a:lnTo>
                <a:lnTo>
                  <a:pt x="509588" y="438150"/>
                </a:lnTo>
                <a:lnTo>
                  <a:pt x="519113" y="438150"/>
                </a:lnTo>
                <a:lnTo>
                  <a:pt x="528638" y="438150"/>
                </a:lnTo>
                <a:lnTo>
                  <a:pt x="538163" y="438150"/>
                </a:lnTo>
                <a:lnTo>
                  <a:pt x="547688" y="438150"/>
                </a:lnTo>
                <a:lnTo>
                  <a:pt x="557213" y="438150"/>
                </a:lnTo>
                <a:lnTo>
                  <a:pt x="566738" y="438150"/>
                </a:lnTo>
                <a:lnTo>
                  <a:pt x="576263" y="438150"/>
                </a:lnTo>
                <a:lnTo>
                  <a:pt x="585788" y="438150"/>
                </a:lnTo>
                <a:lnTo>
                  <a:pt x="595313" y="438150"/>
                </a:lnTo>
                <a:lnTo>
                  <a:pt x="604838" y="438150"/>
                </a:lnTo>
                <a:lnTo>
                  <a:pt x="614363" y="438150"/>
                </a:lnTo>
                <a:lnTo>
                  <a:pt x="623888" y="438150"/>
                </a:lnTo>
                <a:lnTo>
                  <a:pt x="633413" y="438150"/>
                </a:lnTo>
                <a:lnTo>
                  <a:pt x="642938" y="438150"/>
                </a:lnTo>
                <a:lnTo>
                  <a:pt x="652463" y="438150"/>
                </a:lnTo>
                <a:lnTo>
                  <a:pt x="661988" y="438150"/>
                </a:lnTo>
                <a:lnTo>
                  <a:pt x="671513" y="438150"/>
                </a:lnTo>
                <a:lnTo>
                  <a:pt x="681038" y="438150"/>
                </a:lnTo>
                <a:lnTo>
                  <a:pt x="690563" y="438150"/>
                </a:lnTo>
                <a:lnTo>
                  <a:pt x="700088" y="438150"/>
                </a:lnTo>
                <a:lnTo>
                  <a:pt x="709613" y="438150"/>
                </a:lnTo>
                <a:lnTo>
                  <a:pt x="719138" y="438150"/>
                </a:lnTo>
                <a:lnTo>
                  <a:pt x="728663" y="438150"/>
                </a:lnTo>
                <a:lnTo>
                  <a:pt x="738188" y="438150"/>
                </a:lnTo>
                <a:lnTo>
                  <a:pt x="747713" y="438150"/>
                </a:lnTo>
                <a:lnTo>
                  <a:pt x="757238" y="438150"/>
                </a:lnTo>
                <a:lnTo>
                  <a:pt x="766763" y="438150"/>
                </a:lnTo>
                <a:lnTo>
                  <a:pt x="776288" y="438150"/>
                </a:lnTo>
                <a:lnTo>
                  <a:pt x="785813" y="438150"/>
                </a:lnTo>
                <a:lnTo>
                  <a:pt x="795338" y="438150"/>
                </a:lnTo>
                <a:lnTo>
                  <a:pt x="804863" y="438150"/>
                </a:lnTo>
                <a:lnTo>
                  <a:pt x="814388" y="438150"/>
                </a:lnTo>
                <a:lnTo>
                  <a:pt x="823913" y="438150"/>
                </a:lnTo>
                <a:lnTo>
                  <a:pt x="833438" y="438150"/>
                </a:lnTo>
                <a:lnTo>
                  <a:pt x="842963" y="438150"/>
                </a:lnTo>
                <a:lnTo>
                  <a:pt x="852488" y="438150"/>
                </a:lnTo>
                <a:lnTo>
                  <a:pt x="862013" y="438150"/>
                </a:lnTo>
                <a:lnTo>
                  <a:pt x="871538" y="438150"/>
                </a:lnTo>
                <a:lnTo>
                  <a:pt x="881063" y="438150"/>
                </a:lnTo>
                <a:lnTo>
                  <a:pt x="890588" y="438150"/>
                </a:lnTo>
                <a:lnTo>
                  <a:pt x="900113" y="438150"/>
                </a:lnTo>
                <a:lnTo>
                  <a:pt x="909638" y="438150"/>
                </a:lnTo>
                <a:lnTo>
                  <a:pt x="919163" y="438150"/>
                </a:lnTo>
                <a:lnTo>
                  <a:pt x="928688" y="438150"/>
                </a:lnTo>
                <a:lnTo>
                  <a:pt x="938213" y="438150"/>
                </a:lnTo>
                <a:lnTo>
                  <a:pt x="947738" y="438150"/>
                </a:lnTo>
                <a:lnTo>
                  <a:pt x="957263" y="438150"/>
                </a:lnTo>
                <a:lnTo>
                  <a:pt x="966788" y="438150"/>
                </a:lnTo>
                <a:lnTo>
                  <a:pt x="976313" y="438150"/>
                </a:lnTo>
                <a:lnTo>
                  <a:pt x="985838" y="438150"/>
                </a:lnTo>
                <a:lnTo>
                  <a:pt x="995363" y="438150"/>
                </a:lnTo>
                <a:lnTo>
                  <a:pt x="1004888" y="438150"/>
                </a:lnTo>
                <a:lnTo>
                  <a:pt x="1014413" y="438150"/>
                </a:lnTo>
                <a:lnTo>
                  <a:pt x="1023938" y="438150"/>
                </a:lnTo>
                <a:lnTo>
                  <a:pt x="1033463" y="438150"/>
                </a:lnTo>
                <a:lnTo>
                  <a:pt x="1042988" y="438150"/>
                </a:lnTo>
                <a:lnTo>
                  <a:pt x="1052513" y="438150"/>
                </a:lnTo>
                <a:lnTo>
                  <a:pt x="1062038" y="438150"/>
                </a:lnTo>
                <a:lnTo>
                  <a:pt x="1071563" y="438150"/>
                </a:lnTo>
                <a:lnTo>
                  <a:pt x="1076325" y="442913"/>
                </a:lnTo>
                <a:lnTo>
                  <a:pt x="1076325" y="452438"/>
                </a:lnTo>
                <a:lnTo>
                  <a:pt x="1076325" y="461963"/>
                </a:lnTo>
                <a:lnTo>
                  <a:pt x="1076325" y="471488"/>
                </a:lnTo>
                <a:lnTo>
                  <a:pt x="1076325" y="481013"/>
                </a:lnTo>
                <a:lnTo>
                  <a:pt x="1076325" y="490538"/>
                </a:lnTo>
                <a:lnTo>
                  <a:pt x="1076325" y="500063"/>
                </a:lnTo>
                <a:lnTo>
                  <a:pt x="1076325" y="509588"/>
                </a:lnTo>
                <a:lnTo>
                  <a:pt x="1076325" y="519113"/>
                </a:lnTo>
                <a:lnTo>
                  <a:pt x="1076325" y="528638"/>
                </a:lnTo>
                <a:lnTo>
                  <a:pt x="1076325" y="538163"/>
                </a:lnTo>
                <a:lnTo>
                  <a:pt x="1076325" y="547688"/>
                </a:lnTo>
                <a:lnTo>
                  <a:pt x="1076325" y="557213"/>
                </a:lnTo>
                <a:lnTo>
                  <a:pt x="1076325" y="566738"/>
                </a:lnTo>
                <a:lnTo>
                  <a:pt x="1076325" y="576263"/>
                </a:lnTo>
                <a:lnTo>
                  <a:pt x="1076325" y="585788"/>
                </a:lnTo>
                <a:lnTo>
                  <a:pt x="1076325" y="595313"/>
                </a:lnTo>
                <a:lnTo>
                  <a:pt x="1076325" y="604838"/>
                </a:lnTo>
                <a:lnTo>
                  <a:pt x="1076325" y="614363"/>
                </a:lnTo>
                <a:lnTo>
                  <a:pt x="1076325" y="623888"/>
                </a:lnTo>
                <a:lnTo>
                  <a:pt x="1076325" y="633413"/>
                </a:lnTo>
                <a:lnTo>
                  <a:pt x="1076325" y="642938"/>
                </a:lnTo>
                <a:lnTo>
                  <a:pt x="1076325" y="652463"/>
                </a:lnTo>
                <a:lnTo>
                  <a:pt x="1076325" y="661988"/>
                </a:lnTo>
                <a:lnTo>
                  <a:pt x="1076325" y="671513"/>
                </a:lnTo>
                <a:lnTo>
                  <a:pt x="1076325" y="681038"/>
                </a:lnTo>
                <a:lnTo>
                  <a:pt x="1076325" y="690563"/>
                </a:lnTo>
                <a:lnTo>
                  <a:pt x="1076325" y="700088"/>
                </a:lnTo>
                <a:lnTo>
                  <a:pt x="1076325" y="709613"/>
                </a:lnTo>
                <a:lnTo>
                  <a:pt x="1076325" y="719138"/>
                </a:lnTo>
                <a:lnTo>
                  <a:pt x="1076325" y="728663"/>
                </a:lnTo>
                <a:lnTo>
                  <a:pt x="1076325" y="738188"/>
                </a:lnTo>
                <a:lnTo>
                  <a:pt x="1076325" y="747713"/>
                </a:lnTo>
                <a:lnTo>
                  <a:pt x="1076325" y="757238"/>
                </a:lnTo>
                <a:lnTo>
                  <a:pt x="1076325" y="766763"/>
                </a:lnTo>
                <a:lnTo>
                  <a:pt x="1076325" y="776288"/>
                </a:lnTo>
                <a:lnTo>
                  <a:pt x="1076325" y="785813"/>
                </a:lnTo>
                <a:lnTo>
                  <a:pt x="1076325" y="795338"/>
                </a:lnTo>
                <a:lnTo>
                  <a:pt x="1076325" y="804863"/>
                </a:lnTo>
                <a:lnTo>
                  <a:pt x="1076325" y="814388"/>
                </a:lnTo>
                <a:lnTo>
                  <a:pt x="1076325" y="823913"/>
                </a:lnTo>
                <a:lnTo>
                  <a:pt x="1076325" y="833438"/>
                </a:lnTo>
                <a:lnTo>
                  <a:pt x="1076325" y="842963"/>
                </a:lnTo>
                <a:lnTo>
                  <a:pt x="1076325" y="852488"/>
                </a:lnTo>
                <a:lnTo>
                  <a:pt x="1076325" y="862013"/>
                </a:lnTo>
                <a:lnTo>
                  <a:pt x="1076325" y="871538"/>
                </a:lnTo>
                <a:lnTo>
                  <a:pt x="1071563" y="876300"/>
                </a:lnTo>
                <a:lnTo>
                  <a:pt x="1062038" y="876300"/>
                </a:lnTo>
                <a:lnTo>
                  <a:pt x="1052513" y="876300"/>
                </a:lnTo>
                <a:lnTo>
                  <a:pt x="1042988" y="876300"/>
                </a:lnTo>
                <a:lnTo>
                  <a:pt x="1033463" y="876300"/>
                </a:lnTo>
                <a:lnTo>
                  <a:pt x="1023938" y="876300"/>
                </a:lnTo>
                <a:lnTo>
                  <a:pt x="1014413" y="876300"/>
                </a:lnTo>
                <a:lnTo>
                  <a:pt x="1004888" y="876300"/>
                </a:lnTo>
                <a:lnTo>
                  <a:pt x="995363" y="876300"/>
                </a:lnTo>
                <a:lnTo>
                  <a:pt x="985838" y="876300"/>
                </a:lnTo>
                <a:lnTo>
                  <a:pt x="976313" y="876300"/>
                </a:lnTo>
                <a:lnTo>
                  <a:pt x="966788" y="876300"/>
                </a:lnTo>
                <a:lnTo>
                  <a:pt x="957263" y="876300"/>
                </a:lnTo>
                <a:lnTo>
                  <a:pt x="947738" y="876300"/>
                </a:lnTo>
                <a:lnTo>
                  <a:pt x="938213" y="876300"/>
                </a:lnTo>
                <a:lnTo>
                  <a:pt x="928688" y="876300"/>
                </a:lnTo>
                <a:lnTo>
                  <a:pt x="919163" y="876300"/>
                </a:lnTo>
                <a:lnTo>
                  <a:pt x="909638" y="876300"/>
                </a:lnTo>
                <a:lnTo>
                  <a:pt x="900113" y="876300"/>
                </a:lnTo>
                <a:lnTo>
                  <a:pt x="890588" y="876300"/>
                </a:lnTo>
                <a:lnTo>
                  <a:pt x="881063" y="876300"/>
                </a:lnTo>
                <a:lnTo>
                  <a:pt x="871538" y="876300"/>
                </a:lnTo>
                <a:lnTo>
                  <a:pt x="862013" y="876300"/>
                </a:lnTo>
                <a:lnTo>
                  <a:pt x="852488" y="876300"/>
                </a:lnTo>
                <a:lnTo>
                  <a:pt x="842963" y="876300"/>
                </a:lnTo>
                <a:lnTo>
                  <a:pt x="833438" y="876300"/>
                </a:lnTo>
                <a:lnTo>
                  <a:pt x="823913" y="876300"/>
                </a:lnTo>
                <a:lnTo>
                  <a:pt x="814388" y="876300"/>
                </a:lnTo>
                <a:lnTo>
                  <a:pt x="804863" y="876300"/>
                </a:lnTo>
                <a:lnTo>
                  <a:pt x="795338" y="876300"/>
                </a:lnTo>
                <a:lnTo>
                  <a:pt x="785813" y="876300"/>
                </a:lnTo>
                <a:lnTo>
                  <a:pt x="776288" y="876300"/>
                </a:lnTo>
                <a:lnTo>
                  <a:pt x="766763" y="876300"/>
                </a:lnTo>
                <a:lnTo>
                  <a:pt x="757238" y="876300"/>
                </a:lnTo>
                <a:lnTo>
                  <a:pt x="747713" y="876300"/>
                </a:lnTo>
                <a:lnTo>
                  <a:pt x="738188" y="876300"/>
                </a:lnTo>
                <a:lnTo>
                  <a:pt x="728663" y="876300"/>
                </a:lnTo>
                <a:lnTo>
                  <a:pt x="719138" y="876300"/>
                </a:lnTo>
                <a:lnTo>
                  <a:pt x="709613" y="876300"/>
                </a:lnTo>
                <a:lnTo>
                  <a:pt x="700088" y="876300"/>
                </a:lnTo>
                <a:lnTo>
                  <a:pt x="690563" y="876300"/>
                </a:lnTo>
                <a:lnTo>
                  <a:pt x="681038" y="876300"/>
                </a:lnTo>
                <a:lnTo>
                  <a:pt x="671513" y="876300"/>
                </a:lnTo>
                <a:lnTo>
                  <a:pt x="661988" y="876300"/>
                </a:lnTo>
                <a:lnTo>
                  <a:pt x="652463" y="876300"/>
                </a:lnTo>
                <a:lnTo>
                  <a:pt x="642938" y="876300"/>
                </a:lnTo>
                <a:lnTo>
                  <a:pt x="633413" y="876300"/>
                </a:lnTo>
                <a:lnTo>
                  <a:pt x="623888" y="876300"/>
                </a:lnTo>
                <a:lnTo>
                  <a:pt x="614363" y="876300"/>
                </a:lnTo>
                <a:lnTo>
                  <a:pt x="604838" y="876300"/>
                </a:lnTo>
                <a:lnTo>
                  <a:pt x="595313" y="876300"/>
                </a:lnTo>
                <a:lnTo>
                  <a:pt x="585788" y="876300"/>
                </a:lnTo>
                <a:lnTo>
                  <a:pt x="576263" y="876300"/>
                </a:lnTo>
                <a:lnTo>
                  <a:pt x="566738" y="876300"/>
                </a:lnTo>
                <a:lnTo>
                  <a:pt x="557213" y="876300"/>
                </a:lnTo>
                <a:lnTo>
                  <a:pt x="547688" y="876300"/>
                </a:lnTo>
                <a:lnTo>
                  <a:pt x="538163" y="876300"/>
                </a:lnTo>
                <a:lnTo>
                  <a:pt x="528638" y="876300"/>
                </a:lnTo>
                <a:lnTo>
                  <a:pt x="519113" y="876300"/>
                </a:lnTo>
                <a:lnTo>
                  <a:pt x="509588" y="876300"/>
                </a:lnTo>
                <a:lnTo>
                  <a:pt x="500063" y="876300"/>
                </a:lnTo>
                <a:lnTo>
                  <a:pt x="490538" y="876300"/>
                </a:lnTo>
                <a:lnTo>
                  <a:pt x="481013" y="876300"/>
                </a:lnTo>
                <a:lnTo>
                  <a:pt x="471488" y="876300"/>
                </a:lnTo>
                <a:lnTo>
                  <a:pt x="461963" y="876300"/>
                </a:lnTo>
                <a:lnTo>
                  <a:pt x="452438" y="876300"/>
                </a:lnTo>
                <a:lnTo>
                  <a:pt x="442913" y="876300"/>
                </a:lnTo>
                <a:lnTo>
                  <a:pt x="433388" y="876300"/>
                </a:lnTo>
                <a:lnTo>
                  <a:pt x="423863" y="876300"/>
                </a:lnTo>
                <a:lnTo>
                  <a:pt x="414338" y="876300"/>
                </a:lnTo>
                <a:lnTo>
                  <a:pt x="404813" y="876300"/>
                </a:lnTo>
                <a:lnTo>
                  <a:pt x="395288" y="876300"/>
                </a:lnTo>
                <a:lnTo>
                  <a:pt x="385763" y="876300"/>
                </a:lnTo>
                <a:lnTo>
                  <a:pt x="376238" y="876300"/>
                </a:lnTo>
                <a:lnTo>
                  <a:pt x="366713" y="876300"/>
                </a:lnTo>
                <a:lnTo>
                  <a:pt x="357188" y="876300"/>
                </a:lnTo>
                <a:lnTo>
                  <a:pt x="347663" y="876300"/>
                </a:lnTo>
                <a:lnTo>
                  <a:pt x="338138" y="876300"/>
                </a:lnTo>
                <a:lnTo>
                  <a:pt x="328613" y="876300"/>
                </a:lnTo>
                <a:lnTo>
                  <a:pt x="319088" y="876300"/>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91BC7F"/>
          </a:solidFill>
          <a:ln xmlns:a="http://schemas.openxmlformats.org/drawingml/2006/main" w="0">
            <a:noFill/>
            <a:prstDash val="solid"/>
          </a:ln>
        </p:spPr>
      </p:sp>
      <p:sp>
        <p:nvSpPr>
          <p:cNvPr id="482" name="layout-green-76-1">
            <a:extLst xmlns:a="http://schemas.openxmlformats.org/drawingml/2006/main">
              <a:ext uri="{FF2B5EF4-FFF2-40B4-BE49-F238E27FC236}">
                <a16:creationId xmlns:a16="http://schemas.microsoft.com/office/drawing/2014/main" id="{BAEB986A-0AA4-4329-AA23-908ED28702B0}"/>
              </a:ext>
            </a:extLst>
          </p:cNvPr>
          <p:cNvSpPr>
            <a:spLocks xmlns:a="http://schemas.openxmlformats.org/drawingml/2006/main" noGrp="1"/>
          </p:cNvSpPr>
          <p:nvPr/>
        </p:nvSpPr>
        <p:spPr>
          <a:xfrm xmlns:a="http://schemas.openxmlformats.org/drawingml/2006/main" rot="0">
            <a:off x="390525" y="3552825"/>
            <a:ext cx="171450" cy="85725"/>
          </a:xfrm>
          <a:custGeom xmlns:a="http://schemas.openxmlformats.org/drawingml/2006/main">
            <a:pathLst>
              <a:path w="171450" h="85725">
                <a:moveTo>
                  <a:pt x="152400" y="4763"/>
                </a:moveTo>
                <a:lnTo>
                  <a:pt x="157163" y="0"/>
                </a:lnTo>
                <a:lnTo>
                  <a:pt x="166688" y="0"/>
                </a:lnTo>
                <a:lnTo>
                  <a:pt x="171450" y="4763"/>
                </a:lnTo>
                <a:lnTo>
                  <a:pt x="171450" y="14288"/>
                </a:lnTo>
                <a:lnTo>
                  <a:pt x="171450" y="23813"/>
                </a:lnTo>
                <a:lnTo>
                  <a:pt x="166688" y="28575"/>
                </a:lnTo>
                <a:lnTo>
                  <a:pt x="161925" y="33338"/>
                </a:lnTo>
                <a:lnTo>
                  <a:pt x="161925" y="42863"/>
                </a:lnTo>
                <a:lnTo>
                  <a:pt x="166688" y="47625"/>
                </a:lnTo>
                <a:lnTo>
                  <a:pt x="171450" y="52388"/>
                </a:lnTo>
                <a:lnTo>
                  <a:pt x="171450" y="61913"/>
                </a:lnTo>
                <a:lnTo>
                  <a:pt x="171450" y="71438"/>
                </a:lnTo>
                <a:lnTo>
                  <a:pt x="171450" y="80963"/>
                </a:lnTo>
                <a:lnTo>
                  <a:pt x="166688" y="85725"/>
                </a:lnTo>
                <a:lnTo>
                  <a:pt x="157163" y="85725"/>
                </a:lnTo>
                <a:lnTo>
                  <a:pt x="147638" y="85725"/>
                </a:lnTo>
                <a:lnTo>
                  <a:pt x="138113" y="85725"/>
                </a:lnTo>
                <a:lnTo>
                  <a:pt x="128588" y="85725"/>
                </a:lnTo>
                <a:lnTo>
                  <a:pt x="119063" y="85725"/>
                </a:lnTo>
                <a:lnTo>
                  <a:pt x="109538" y="85725"/>
                </a:lnTo>
                <a:lnTo>
                  <a:pt x="100013" y="85725"/>
                </a:lnTo>
                <a:lnTo>
                  <a:pt x="90488" y="85725"/>
                </a:lnTo>
                <a:lnTo>
                  <a:pt x="85725" y="80963"/>
                </a:lnTo>
                <a:lnTo>
                  <a:pt x="80963" y="76200"/>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4763" y="57150"/>
                </a:lnTo>
                <a:lnTo>
                  <a:pt x="0" y="52388"/>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71438" y="19050"/>
                </a:lnTo>
                <a:lnTo>
                  <a:pt x="76200" y="14288"/>
                </a:lnTo>
                <a:lnTo>
                  <a:pt x="80963" y="9525"/>
                </a:lnTo>
                <a:lnTo>
                  <a:pt x="90488" y="9525"/>
                </a:lnTo>
                <a:lnTo>
                  <a:pt x="100013" y="9525"/>
                </a:lnTo>
                <a:lnTo>
                  <a:pt x="109538" y="9525"/>
                </a:lnTo>
                <a:lnTo>
                  <a:pt x="119063" y="9525"/>
                </a:lnTo>
                <a:lnTo>
                  <a:pt x="128588" y="9525"/>
                </a:lnTo>
                <a:lnTo>
                  <a:pt x="138113" y="9525"/>
                </a:lnTo>
                <a:lnTo>
                  <a:pt x="147638" y="9525"/>
                </a:lnTo>
                <a:lnTo>
                  <a:pt x="152400" y="4763"/>
                </a:lnTo>
                <a:close/>
              </a:path>
            </a:pathLst>
          </a:custGeom>
          <a:solidFill xmlns:a="http://schemas.openxmlformats.org/drawingml/2006/main">
            <a:srgbClr val="91BC7F"/>
          </a:solidFill>
          <a:ln xmlns:a="http://schemas.openxmlformats.org/drawingml/2006/main" w="0">
            <a:noFill/>
            <a:prstDash val="solid"/>
          </a:ln>
        </p:spPr>
      </p:sp>
      <p:sp>
        <p:nvSpPr>
          <p:cNvPr id="483" name="layout-green-77-0">
            <a:extLst xmlns:a="http://schemas.openxmlformats.org/drawingml/2006/main">
              <a:ext uri="{FF2B5EF4-FFF2-40B4-BE49-F238E27FC236}">
                <a16:creationId xmlns:a16="http://schemas.microsoft.com/office/drawing/2014/main" id="{0AA9A0BE-945C-4F4E-AC21-7B58A0652018}"/>
              </a:ext>
            </a:extLst>
          </p:cNvPr>
          <p:cNvSpPr>
            <a:spLocks xmlns:a="http://schemas.openxmlformats.org/drawingml/2006/main" noGrp="1"/>
          </p:cNvSpPr>
          <p:nvPr/>
        </p:nvSpPr>
        <p:spPr>
          <a:xfrm xmlns:a="http://schemas.openxmlformats.org/drawingml/2006/main" rot="0">
            <a:off x="123825" y="3371850"/>
            <a:ext cx="1076325" cy="876300"/>
          </a:xfrm>
          <a:custGeom xmlns:a="http://schemas.openxmlformats.org/drawingml/2006/main">
            <a:pathLst>
              <a:path w="1076325" h="876300">
                <a:moveTo>
                  <a:pt x="0" y="4763"/>
                </a:moveTo>
                <a:lnTo>
                  <a:pt x="4763" y="0"/>
                </a:lnTo>
                <a:lnTo>
                  <a:pt x="9525" y="4763"/>
                </a:lnTo>
                <a:lnTo>
                  <a:pt x="9525" y="14288"/>
                </a:lnTo>
                <a:lnTo>
                  <a:pt x="9525" y="23813"/>
                </a:lnTo>
                <a:lnTo>
                  <a:pt x="9525" y="33338"/>
                </a:lnTo>
                <a:lnTo>
                  <a:pt x="14288" y="38100"/>
                </a:lnTo>
                <a:lnTo>
                  <a:pt x="19050" y="33338"/>
                </a:lnTo>
                <a:lnTo>
                  <a:pt x="19050" y="23813"/>
                </a:lnTo>
                <a:lnTo>
                  <a:pt x="23813" y="19050"/>
                </a:lnTo>
                <a:lnTo>
                  <a:pt x="33338" y="19050"/>
                </a:lnTo>
                <a:lnTo>
                  <a:pt x="38100" y="14288"/>
                </a:lnTo>
                <a:lnTo>
                  <a:pt x="38100" y="4763"/>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38150" y="4763"/>
                </a:lnTo>
                <a:lnTo>
                  <a:pt x="438150" y="14288"/>
                </a:lnTo>
                <a:lnTo>
                  <a:pt x="438150" y="23813"/>
                </a:lnTo>
                <a:lnTo>
                  <a:pt x="438150" y="33338"/>
                </a:lnTo>
                <a:lnTo>
                  <a:pt x="438150" y="42863"/>
                </a:lnTo>
                <a:lnTo>
                  <a:pt x="438150" y="52388"/>
                </a:lnTo>
                <a:lnTo>
                  <a:pt x="438150" y="61913"/>
                </a:lnTo>
                <a:lnTo>
                  <a:pt x="438150" y="71438"/>
                </a:lnTo>
                <a:lnTo>
                  <a:pt x="438150" y="80963"/>
                </a:lnTo>
                <a:lnTo>
                  <a:pt x="438150" y="90488"/>
                </a:lnTo>
                <a:lnTo>
                  <a:pt x="438150" y="100013"/>
                </a:lnTo>
                <a:lnTo>
                  <a:pt x="438150" y="109538"/>
                </a:lnTo>
                <a:lnTo>
                  <a:pt x="438150" y="119063"/>
                </a:lnTo>
                <a:lnTo>
                  <a:pt x="438150" y="128588"/>
                </a:lnTo>
                <a:lnTo>
                  <a:pt x="438150" y="138113"/>
                </a:lnTo>
                <a:lnTo>
                  <a:pt x="438150" y="147638"/>
                </a:lnTo>
                <a:lnTo>
                  <a:pt x="438150" y="157163"/>
                </a:lnTo>
                <a:lnTo>
                  <a:pt x="433388" y="161925"/>
                </a:lnTo>
                <a:lnTo>
                  <a:pt x="423863" y="161925"/>
                </a:lnTo>
                <a:lnTo>
                  <a:pt x="419100" y="166688"/>
                </a:lnTo>
                <a:lnTo>
                  <a:pt x="414338" y="171450"/>
                </a:lnTo>
                <a:lnTo>
                  <a:pt x="404813" y="171450"/>
                </a:lnTo>
                <a:lnTo>
                  <a:pt x="395288" y="171450"/>
                </a:lnTo>
                <a:lnTo>
                  <a:pt x="385763" y="171450"/>
                </a:lnTo>
                <a:lnTo>
                  <a:pt x="376238" y="171450"/>
                </a:lnTo>
                <a:lnTo>
                  <a:pt x="366713" y="171450"/>
                </a:lnTo>
                <a:lnTo>
                  <a:pt x="357188" y="171450"/>
                </a:lnTo>
                <a:lnTo>
                  <a:pt x="347663" y="171450"/>
                </a:lnTo>
                <a:lnTo>
                  <a:pt x="342900" y="176213"/>
                </a:lnTo>
                <a:lnTo>
                  <a:pt x="338138" y="180975"/>
                </a:lnTo>
                <a:lnTo>
                  <a:pt x="328613" y="180975"/>
                </a:lnTo>
                <a:lnTo>
                  <a:pt x="319088" y="180975"/>
                </a:lnTo>
                <a:lnTo>
                  <a:pt x="309563" y="180975"/>
                </a:lnTo>
                <a:lnTo>
                  <a:pt x="300038" y="180975"/>
                </a:lnTo>
                <a:lnTo>
                  <a:pt x="295275" y="185738"/>
                </a:lnTo>
                <a:lnTo>
                  <a:pt x="290513" y="190500"/>
                </a:lnTo>
                <a:lnTo>
                  <a:pt x="280988" y="190500"/>
                </a:lnTo>
                <a:lnTo>
                  <a:pt x="276225" y="195263"/>
                </a:lnTo>
                <a:lnTo>
                  <a:pt x="271463" y="200025"/>
                </a:lnTo>
                <a:lnTo>
                  <a:pt x="261938" y="200025"/>
                </a:lnTo>
                <a:lnTo>
                  <a:pt x="257175" y="204788"/>
                </a:lnTo>
                <a:lnTo>
                  <a:pt x="252413" y="209550"/>
                </a:lnTo>
                <a:lnTo>
                  <a:pt x="247650" y="214313"/>
                </a:lnTo>
                <a:lnTo>
                  <a:pt x="247650" y="223838"/>
                </a:lnTo>
                <a:lnTo>
                  <a:pt x="247650" y="233363"/>
                </a:lnTo>
                <a:lnTo>
                  <a:pt x="247650" y="242888"/>
                </a:lnTo>
                <a:lnTo>
                  <a:pt x="252413" y="247650"/>
                </a:lnTo>
                <a:lnTo>
                  <a:pt x="257175" y="252413"/>
                </a:lnTo>
                <a:lnTo>
                  <a:pt x="261938" y="257175"/>
                </a:lnTo>
                <a:lnTo>
                  <a:pt x="271463" y="257175"/>
                </a:lnTo>
                <a:lnTo>
                  <a:pt x="276225" y="261938"/>
                </a:lnTo>
                <a:lnTo>
                  <a:pt x="280988" y="266700"/>
                </a:lnTo>
                <a:lnTo>
                  <a:pt x="290513" y="266700"/>
                </a:lnTo>
                <a:lnTo>
                  <a:pt x="300038" y="266700"/>
                </a:lnTo>
                <a:lnTo>
                  <a:pt x="304800" y="271463"/>
                </a:lnTo>
                <a:lnTo>
                  <a:pt x="309563" y="276225"/>
                </a:lnTo>
                <a:lnTo>
                  <a:pt x="319088" y="276225"/>
                </a:lnTo>
                <a:lnTo>
                  <a:pt x="328613" y="276225"/>
                </a:lnTo>
                <a:lnTo>
                  <a:pt x="338138" y="276225"/>
                </a:lnTo>
                <a:lnTo>
                  <a:pt x="342900" y="280988"/>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28625" y="290513"/>
                </a:lnTo>
                <a:lnTo>
                  <a:pt x="433388" y="295275"/>
                </a:lnTo>
                <a:lnTo>
                  <a:pt x="438150" y="300038"/>
                </a:lnTo>
                <a:lnTo>
                  <a:pt x="438150" y="309563"/>
                </a:lnTo>
                <a:lnTo>
                  <a:pt x="438150" y="319088"/>
                </a:lnTo>
                <a:lnTo>
                  <a:pt x="438150" y="328613"/>
                </a:lnTo>
                <a:lnTo>
                  <a:pt x="438150" y="338138"/>
                </a:lnTo>
                <a:lnTo>
                  <a:pt x="438150" y="347663"/>
                </a:lnTo>
                <a:lnTo>
                  <a:pt x="438150" y="357188"/>
                </a:lnTo>
                <a:lnTo>
                  <a:pt x="438150" y="366713"/>
                </a:lnTo>
                <a:lnTo>
                  <a:pt x="438150" y="376238"/>
                </a:lnTo>
                <a:lnTo>
                  <a:pt x="438150" y="385763"/>
                </a:lnTo>
                <a:lnTo>
                  <a:pt x="438150" y="395288"/>
                </a:lnTo>
                <a:lnTo>
                  <a:pt x="438150" y="404813"/>
                </a:lnTo>
                <a:lnTo>
                  <a:pt x="438150" y="414338"/>
                </a:lnTo>
                <a:lnTo>
                  <a:pt x="438150" y="423863"/>
                </a:lnTo>
                <a:lnTo>
                  <a:pt x="438150" y="433388"/>
                </a:lnTo>
                <a:lnTo>
                  <a:pt x="442913" y="438150"/>
                </a:lnTo>
                <a:lnTo>
                  <a:pt x="452438" y="438150"/>
                </a:lnTo>
                <a:lnTo>
                  <a:pt x="461963" y="438150"/>
                </a:lnTo>
                <a:lnTo>
                  <a:pt x="471488" y="438150"/>
                </a:lnTo>
                <a:lnTo>
                  <a:pt x="481013" y="438150"/>
                </a:lnTo>
                <a:lnTo>
                  <a:pt x="490538" y="438150"/>
                </a:lnTo>
                <a:lnTo>
                  <a:pt x="500063" y="438150"/>
                </a:lnTo>
                <a:lnTo>
                  <a:pt x="509588" y="438150"/>
                </a:lnTo>
                <a:lnTo>
                  <a:pt x="519113" y="438150"/>
                </a:lnTo>
                <a:lnTo>
                  <a:pt x="528638" y="438150"/>
                </a:lnTo>
                <a:lnTo>
                  <a:pt x="538163" y="438150"/>
                </a:lnTo>
                <a:lnTo>
                  <a:pt x="547688" y="438150"/>
                </a:lnTo>
                <a:lnTo>
                  <a:pt x="557213" y="438150"/>
                </a:lnTo>
                <a:lnTo>
                  <a:pt x="566738" y="438150"/>
                </a:lnTo>
                <a:lnTo>
                  <a:pt x="576263" y="438150"/>
                </a:lnTo>
                <a:lnTo>
                  <a:pt x="585788" y="438150"/>
                </a:lnTo>
                <a:lnTo>
                  <a:pt x="595313" y="438150"/>
                </a:lnTo>
                <a:lnTo>
                  <a:pt x="604838" y="438150"/>
                </a:lnTo>
                <a:lnTo>
                  <a:pt x="614363" y="438150"/>
                </a:lnTo>
                <a:lnTo>
                  <a:pt x="623888" y="438150"/>
                </a:lnTo>
                <a:lnTo>
                  <a:pt x="633413" y="438150"/>
                </a:lnTo>
                <a:lnTo>
                  <a:pt x="642938" y="438150"/>
                </a:lnTo>
                <a:lnTo>
                  <a:pt x="652463" y="438150"/>
                </a:lnTo>
                <a:lnTo>
                  <a:pt x="661988" y="438150"/>
                </a:lnTo>
                <a:lnTo>
                  <a:pt x="671513" y="438150"/>
                </a:lnTo>
                <a:lnTo>
                  <a:pt x="681038" y="438150"/>
                </a:lnTo>
                <a:lnTo>
                  <a:pt x="690563" y="438150"/>
                </a:lnTo>
                <a:lnTo>
                  <a:pt x="700088" y="438150"/>
                </a:lnTo>
                <a:lnTo>
                  <a:pt x="709613" y="438150"/>
                </a:lnTo>
                <a:lnTo>
                  <a:pt x="719138" y="438150"/>
                </a:lnTo>
                <a:lnTo>
                  <a:pt x="728663" y="438150"/>
                </a:lnTo>
                <a:lnTo>
                  <a:pt x="738188" y="438150"/>
                </a:lnTo>
                <a:lnTo>
                  <a:pt x="747713" y="438150"/>
                </a:lnTo>
                <a:lnTo>
                  <a:pt x="757238" y="438150"/>
                </a:lnTo>
                <a:lnTo>
                  <a:pt x="766763" y="438150"/>
                </a:lnTo>
                <a:lnTo>
                  <a:pt x="776288" y="438150"/>
                </a:lnTo>
                <a:lnTo>
                  <a:pt x="785813" y="438150"/>
                </a:lnTo>
                <a:lnTo>
                  <a:pt x="795338" y="438150"/>
                </a:lnTo>
                <a:lnTo>
                  <a:pt x="804863" y="438150"/>
                </a:lnTo>
                <a:lnTo>
                  <a:pt x="814388" y="438150"/>
                </a:lnTo>
                <a:lnTo>
                  <a:pt x="823913" y="438150"/>
                </a:lnTo>
                <a:lnTo>
                  <a:pt x="833438" y="438150"/>
                </a:lnTo>
                <a:lnTo>
                  <a:pt x="842963" y="438150"/>
                </a:lnTo>
                <a:lnTo>
                  <a:pt x="852488" y="438150"/>
                </a:lnTo>
                <a:lnTo>
                  <a:pt x="862013" y="438150"/>
                </a:lnTo>
                <a:lnTo>
                  <a:pt x="871538" y="438150"/>
                </a:lnTo>
                <a:lnTo>
                  <a:pt x="881063" y="438150"/>
                </a:lnTo>
                <a:lnTo>
                  <a:pt x="890588" y="438150"/>
                </a:lnTo>
                <a:lnTo>
                  <a:pt x="900113" y="438150"/>
                </a:lnTo>
                <a:lnTo>
                  <a:pt x="909638" y="438150"/>
                </a:lnTo>
                <a:lnTo>
                  <a:pt x="919163" y="438150"/>
                </a:lnTo>
                <a:lnTo>
                  <a:pt x="928688" y="438150"/>
                </a:lnTo>
                <a:lnTo>
                  <a:pt x="938213" y="438150"/>
                </a:lnTo>
                <a:lnTo>
                  <a:pt x="947738" y="438150"/>
                </a:lnTo>
                <a:lnTo>
                  <a:pt x="957263" y="438150"/>
                </a:lnTo>
                <a:lnTo>
                  <a:pt x="966788" y="438150"/>
                </a:lnTo>
                <a:lnTo>
                  <a:pt x="976313" y="438150"/>
                </a:lnTo>
                <a:lnTo>
                  <a:pt x="985838" y="438150"/>
                </a:lnTo>
                <a:lnTo>
                  <a:pt x="995363" y="438150"/>
                </a:lnTo>
                <a:lnTo>
                  <a:pt x="1004888" y="438150"/>
                </a:lnTo>
                <a:lnTo>
                  <a:pt x="1014413" y="438150"/>
                </a:lnTo>
                <a:lnTo>
                  <a:pt x="1023938" y="438150"/>
                </a:lnTo>
                <a:lnTo>
                  <a:pt x="1033463" y="438150"/>
                </a:lnTo>
                <a:lnTo>
                  <a:pt x="1042988" y="438150"/>
                </a:lnTo>
                <a:lnTo>
                  <a:pt x="1052513" y="438150"/>
                </a:lnTo>
                <a:lnTo>
                  <a:pt x="1062038" y="438150"/>
                </a:lnTo>
                <a:lnTo>
                  <a:pt x="1071563" y="438150"/>
                </a:lnTo>
                <a:lnTo>
                  <a:pt x="1076325" y="442913"/>
                </a:lnTo>
                <a:lnTo>
                  <a:pt x="1076325" y="452438"/>
                </a:lnTo>
                <a:lnTo>
                  <a:pt x="1076325" y="461963"/>
                </a:lnTo>
                <a:lnTo>
                  <a:pt x="1076325" y="471488"/>
                </a:lnTo>
                <a:lnTo>
                  <a:pt x="1076325" y="481013"/>
                </a:lnTo>
                <a:lnTo>
                  <a:pt x="1076325" y="490538"/>
                </a:lnTo>
                <a:lnTo>
                  <a:pt x="1076325" y="500063"/>
                </a:lnTo>
                <a:lnTo>
                  <a:pt x="1076325" y="509588"/>
                </a:lnTo>
                <a:lnTo>
                  <a:pt x="1076325" y="519113"/>
                </a:lnTo>
                <a:lnTo>
                  <a:pt x="1076325" y="528638"/>
                </a:lnTo>
                <a:lnTo>
                  <a:pt x="1076325" y="538163"/>
                </a:lnTo>
                <a:lnTo>
                  <a:pt x="1076325" y="547688"/>
                </a:lnTo>
                <a:lnTo>
                  <a:pt x="1076325" y="557213"/>
                </a:lnTo>
                <a:lnTo>
                  <a:pt x="1076325" y="566738"/>
                </a:lnTo>
                <a:lnTo>
                  <a:pt x="1076325" y="576263"/>
                </a:lnTo>
                <a:lnTo>
                  <a:pt x="1076325" y="585788"/>
                </a:lnTo>
                <a:lnTo>
                  <a:pt x="1076325" y="595313"/>
                </a:lnTo>
                <a:lnTo>
                  <a:pt x="1076325" y="604838"/>
                </a:lnTo>
                <a:lnTo>
                  <a:pt x="1076325" y="614363"/>
                </a:lnTo>
                <a:lnTo>
                  <a:pt x="1076325" y="623888"/>
                </a:lnTo>
                <a:lnTo>
                  <a:pt x="1076325" y="633413"/>
                </a:lnTo>
                <a:lnTo>
                  <a:pt x="1076325" y="642938"/>
                </a:lnTo>
                <a:lnTo>
                  <a:pt x="1076325" y="652463"/>
                </a:lnTo>
                <a:lnTo>
                  <a:pt x="1076325" y="661988"/>
                </a:lnTo>
                <a:lnTo>
                  <a:pt x="1076325" y="671513"/>
                </a:lnTo>
                <a:lnTo>
                  <a:pt x="1076325" y="681038"/>
                </a:lnTo>
                <a:lnTo>
                  <a:pt x="1076325" y="690563"/>
                </a:lnTo>
                <a:lnTo>
                  <a:pt x="1076325" y="700088"/>
                </a:lnTo>
                <a:lnTo>
                  <a:pt x="1076325" y="709613"/>
                </a:lnTo>
                <a:lnTo>
                  <a:pt x="1076325" y="719138"/>
                </a:lnTo>
                <a:lnTo>
                  <a:pt x="1076325" y="728663"/>
                </a:lnTo>
                <a:lnTo>
                  <a:pt x="1076325" y="738188"/>
                </a:lnTo>
                <a:lnTo>
                  <a:pt x="1076325" y="747713"/>
                </a:lnTo>
                <a:lnTo>
                  <a:pt x="1076325" y="757238"/>
                </a:lnTo>
                <a:lnTo>
                  <a:pt x="1076325" y="766763"/>
                </a:lnTo>
                <a:lnTo>
                  <a:pt x="1076325" y="776288"/>
                </a:lnTo>
                <a:lnTo>
                  <a:pt x="1076325" y="785813"/>
                </a:lnTo>
                <a:lnTo>
                  <a:pt x="1076325" y="795338"/>
                </a:lnTo>
                <a:lnTo>
                  <a:pt x="1076325" y="804863"/>
                </a:lnTo>
                <a:lnTo>
                  <a:pt x="1076325" y="814388"/>
                </a:lnTo>
                <a:lnTo>
                  <a:pt x="1076325" y="823913"/>
                </a:lnTo>
                <a:lnTo>
                  <a:pt x="1076325" y="833438"/>
                </a:lnTo>
                <a:lnTo>
                  <a:pt x="1076325" y="842963"/>
                </a:lnTo>
                <a:lnTo>
                  <a:pt x="1076325" y="852488"/>
                </a:lnTo>
                <a:lnTo>
                  <a:pt x="1076325" y="862013"/>
                </a:lnTo>
                <a:lnTo>
                  <a:pt x="1076325" y="871538"/>
                </a:lnTo>
                <a:lnTo>
                  <a:pt x="1071563" y="876300"/>
                </a:lnTo>
                <a:lnTo>
                  <a:pt x="1062038" y="876300"/>
                </a:lnTo>
                <a:lnTo>
                  <a:pt x="1052513" y="876300"/>
                </a:lnTo>
                <a:lnTo>
                  <a:pt x="1042988" y="876300"/>
                </a:lnTo>
                <a:lnTo>
                  <a:pt x="1033463" y="876300"/>
                </a:lnTo>
                <a:lnTo>
                  <a:pt x="1023938" y="876300"/>
                </a:lnTo>
                <a:lnTo>
                  <a:pt x="1014413" y="876300"/>
                </a:lnTo>
                <a:lnTo>
                  <a:pt x="1004888" y="876300"/>
                </a:lnTo>
                <a:lnTo>
                  <a:pt x="995363" y="876300"/>
                </a:lnTo>
                <a:lnTo>
                  <a:pt x="985838" y="876300"/>
                </a:lnTo>
                <a:lnTo>
                  <a:pt x="976313" y="876300"/>
                </a:lnTo>
                <a:lnTo>
                  <a:pt x="966788" y="876300"/>
                </a:lnTo>
                <a:lnTo>
                  <a:pt x="957263" y="876300"/>
                </a:lnTo>
                <a:lnTo>
                  <a:pt x="947738" y="876300"/>
                </a:lnTo>
                <a:lnTo>
                  <a:pt x="938213" y="876300"/>
                </a:lnTo>
                <a:lnTo>
                  <a:pt x="928688" y="876300"/>
                </a:lnTo>
                <a:lnTo>
                  <a:pt x="919163" y="876300"/>
                </a:lnTo>
                <a:lnTo>
                  <a:pt x="909638" y="876300"/>
                </a:lnTo>
                <a:lnTo>
                  <a:pt x="900113" y="876300"/>
                </a:lnTo>
                <a:lnTo>
                  <a:pt x="890588" y="876300"/>
                </a:lnTo>
                <a:lnTo>
                  <a:pt x="881063" y="876300"/>
                </a:lnTo>
                <a:lnTo>
                  <a:pt x="871538" y="876300"/>
                </a:lnTo>
                <a:lnTo>
                  <a:pt x="862013" y="876300"/>
                </a:lnTo>
                <a:lnTo>
                  <a:pt x="852488" y="876300"/>
                </a:lnTo>
                <a:lnTo>
                  <a:pt x="842963" y="876300"/>
                </a:lnTo>
                <a:lnTo>
                  <a:pt x="833438" y="876300"/>
                </a:lnTo>
                <a:lnTo>
                  <a:pt x="823913" y="876300"/>
                </a:lnTo>
                <a:lnTo>
                  <a:pt x="814388" y="876300"/>
                </a:lnTo>
                <a:lnTo>
                  <a:pt x="804863" y="876300"/>
                </a:lnTo>
                <a:lnTo>
                  <a:pt x="795338" y="876300"/>
                </a:lnTo>
                <a:lnTo>
                  <a:pt x="785813" y="876300"/>
                </a:lnTo>
                <a:lnTo>
                  <a:pt x="776288" y="876300"/>
                </a:lnTo>
                <a:lnTo>
                  <a:pt x="766763" y="876300"/>
                </a:lnTo>
                <a:lnTo>
                  <a:pt x="757238" y="876300"/>
                </a:lnTo>
                <a:lnTo>
                  <a:pt x="747713" y="876300"/>
                </a:lnTo>
                <a:lnTo>
                  <a:pt x="738188" y="876300"/>
                </a:lnTo>
                <a:lnTo>
                  <a:pt x="728663" y="876300"/>
                </a:lnTo>
                <a:lnTo>
                  <a:pt x="719138" y="876300"/>
                </a:lnTo>
                <a:lnTo>
                  <a:pt x="709613" y="876300"/>
                </a:lnTo>
                <a:lnTo>
                  <a:pt x="700088" y="876300"/>
                </a:lnTo>
                <a:lnTo>
                  <a:pt x="690563" y="876300"/>
                </a:lnTo>
                <a:lnTo>
                  <a:pt x="681038" y="876300"/>
                </a:lnTo>
                <a:lnTo>
                  <a:pt x="671513" y="876300"/>
                </a:lnTo>
                <a:lnTo>
                  <a:pt x="661988" y="876300"/>
                </a:lnTo>
                <a:lnTo>
                  <a:pt x="652463" y="876300"/>
                </a:lnTo>
                <a:lnTo>
                  <a:pt x="642938" y="876300"/>
                </a:lnTo>
                <a:lnTo>
                  <a:pt x="633413" y="876300"/>
                </a:lnTo>
                <a:lnTo>
                  <a:pt x="623888" y="876300"/>
                </a:lnTo>
                <a:lnTo>
                  <a:pt x="614363" y="876300"/>
                </a:lnTo>
                <a:lnTo>
                  <a:pt x="604838" y="876300"/>
                </a:lnTo>
                <a:lnTo>
                  <a:pt x="595313" y="876300"/>
                </a:lnTo>
                <a:lnTo>
                  <a:pt x="585788" y="876300"/>
                </a:lnTo>
                <a:lnTo>
                  <a:pt x="576263" y="876300"/>
                </a:lnTo>
                <a:lnTo>
                  <a:pt x="566738" y="876300"/>
                </a:lnTo>
                <a:lnTo>
                  <a:pt x="557213" y="876300"/>
                </a:lnTo>
                <a:lnTo>
                  <a:pt x="547688" y="876300"/>
                </a:lnTo>
                <a:lnTo>
                  <a:pt x="538163" y="876300"/>
                </a:lnTo>
                <a:lnTo>
                  <a:pt x="528638" y="876300"/>
                </a:lnTo>
                <a:lnTo>
                  <a:pt x="519113" y="876300"/>
                </a:lnTo>
                <a:lnTo>
                  <a:pt x="509588" y="876300"/>
                </a:lnTo>
                <a:lnTo>
                  <a:pt x="500063" y="876300"/>
                </a:lnTo>
                <a:lnTo>
                  <a:pt x="490538" y="876300"/>
                </a:lnTo>
                <a:lnTo>
                  <a:pt x="481013" y="876300"/>
                </a:lnTo>
                <a:lnTo>
                  <a:pt x="471488" y="876300"/>
                </a:lnTo>
                <a:lnTo>
                  <a:pt x="461963" y="876300"/>
                </a:lnTo>
                <a:lnTo>
                  <a:pt x="452438" y="876300"/>
                </a:lnTo>
                <a:lnTo>
                  <a:pt x="442913" y="876300"/>
                </a:lnTo>
                <a:lnTo>
                  <a:pt x="433388" y="876300"/>
                </a:lnTo>
                <a:lnTo>
                  <a:pt x="423863" y="876300"/>
                </a:lnTo>
                <a:lnTo>
                  <a:pt x="414338" y="876300"/>
                </a:lnTo>
                <a:lnTo>
                  <a:pt x="404813" y="876300"/>
                </a:lnTo>
                <a:lnTo>
                  <a:pt x="395288" y="876300"/>
                </a:lnTo>
                <a:lnTo>
                  <a:pt x="385763" y="876300"/>
                </a:lnTo>
                <a:lnTo>
                  <a:pt x="376238" y="876300"/>
                </a:lnTo>
                <a:lnTo>
                  <a:pt x="366713" y="876300"/>
                </a:lnTo>
                <a:lnTo>
                  <a:pt x="357188" y="876300"/>
                </a:lnTo>
                <a:lnTo>
                  <a:pt x="347663" y="876300"/>
                </a:lnTo>
                <a:lnTo>
                  <a:pt x="338138" y="876300"/>
                </a:lnTo>
                <a:lnTo>
                  <a:pt x="328613" y="876300"/>
                </a:lnTo>
                <a:lnTo>
                  <a:pt x="319088" y="876300"/>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14288" y="838200"/>
                </a:moveTo>
                <a:lnTo>
                  <a:pt x="9525" y="842963"/>
                </a:lnTo>
                <a:lnTo>
                  <a:pt x="9525" y="852488"/>
                </a:lnTo>
                <a:lnTo>
                  <a:pt x="9525" y="862013"/>
                </a:lnTo>
                <a:lnTo>
                  <a:pt x="14288" y="866775"/>
                </a:lnTo>
                <a:lnTo>
                  <a:pt x="23813" y="866775"/>
                </a:lnTo>
                <a:lnTo>
                  <a:pt x="28575" y="862013"/>
                </a:lnTo>
                <a:lnTo>
                  <a:pt x="28575" y="852488"/>
                </a:lnTo>
                <a:lnTo>
                  <a:pt x="23813" y="847725"/>
                </a:lnTo>
                <a:lnTo>
                  <a:pt x="19050" y="842963"/>
                </a:lnTo>
                <a:lnTo>
                  <a:pt x="14288" y="838200"/>
                </a:lnTo>
                <a:close/>
                <a:moveTo>
                  <a:pt x="1062038" y="838200"/>
                </a:moveTo>
                <a:lnTo>
                  <a:pt x="1057275" y="842963"/>
                </a:lnTo>
                <a:lnTo>
                  <a:pt x="1057275" y="852488"/>
                </a:lnTo>
                <a:lnTo>
                  <a:pt x="1052513" y="857250"/>
                </a:lnTo>
                <a:lnTo>
                  <a:pt x="1047750" y="862013"/>
                </a:lnTo>
                <a:lnTo>
                  <a:pt x="1052513" y="866775"/>
                </a:lnTo>
                <a:lnTo>
                  <a:pt x="1062038" y="866775"/>
                </a:lnTo>
                <a:lnTo>
                  <a:pt x="1066800" y="862013"/>
                </a:lnTo>
                <a:lnTo>
                  <a:pt x="1066800" y="852488"/>
                </a:lnTo>
                <a:lnTo>
                  <a:pt x="1066800" y="842963"/>
                </a:lnTo>
                <a:lnTo>
                  <a:pt x="1062038" y="838200"/>
                </a:lnTo>
                <a:close/>
              </a:path>
            </a:pathLst>
          </a:custGeom>
          <a:solidFill xmlns:a="http://schemas.openxmlformats.org/drawingml/2006/main">
            <a:srgbClr val="93BD82"/>
          </a:solidFill>
          <a:ln xmlns:a="http://schemas.openxmlformats.org/drawingml/2006/main" w="0">
            <a:noFill/>
            <a:prstDash val="solid"/>
          </a:ln>
        </p:spPr>
      </p:sp>
      <p:sp>
        <p:nvSpPr>
          <p:cNvPr id="484" name="layout-green-77-1">
            <a:extLst xmlns:a="http://schemas.openxmlformats.org/drawingml/2006/main">
              <a:ext uri="{FF2B5EF4-FFF2-40B4-BE49-F238E27FC236}">
                <a16:creationId xmlns:a16="http://schemas.microsoft.com/office/drawing/2014/main" id="{0680B4DE-0476-48B2-9CA3-45B7AAED5AFE}"/>
              </a:ext>
            </a:extLst>
          </p:cNvPr>
          <p:cNvSpPr>
            <a:spLocks xmlns:a="http://schemas.openxmlformats.org/drawingml/2006/main" noGrp="1"/>
          </p:cNvSpPr>
          <p:nvPr/>
        </p:nvSpPr>
        <p:spPr>
          <a:xfrm xmlns:a="http://schemas.openxmlformats.org/drawingml/2006/main" rot="0">
            <a:off x="390525" y="3552825"/>
            <a:ext cx="171450" cy="85725"/>
          </a:xfrm>
          <a:custGeom xmlns:a="http://schemas.openxmlformats.org/drawingml/2006/main">
            <a:pathLst>
              <a:path w="171450" h="85725">
                <a:moveTo>
                  <a:pt x="152400" y="4763"/>
                </a:moveTo>
                <a:lnTo>
                  <a:pt x="157163" y="0"/>
                </a:lnTo>
                <a:lnTo>
                  <a:pt x="166688" y="0"/>
                </a:lnTo>
                <a:lnTo>
                  <a:pt x="171450" y="4763"/>
                </a:lnTo>
                <a:lnTo>
                  <a:pt x="171450" y="14288"/>
                </a:lnTo>
                <a:lnTo>
                  <a:pt x="171450" y="23813"/>
                </a:lnTo>
                <a:lnTo>
                  <a:pt x="166688" y="28575"/>
                </a:lnTo>
                <a:lnTo>
                  <a:pt x="161925" y="33338"/>
                </a:lnTo>
                <a:lnTo>
                  <a:pt x="161925" y="42863"/>
                </a:lnTo>
                <a:lnTo>
                  <a:pt x="166688" y="47625"/>
                </a:lnTo>
                <a:lnTo>
                  <a:pt x="171450" y="52388"/>
                </a:lnTo>
                <a:lnTo>
                  <a:pt x="171450" y="61913"/>
                </a:lnTo>
                <a:lnTo>
                  <a:pt x="171450" y="71438"/>
                </a:lnTo>
                <a:lnTo>
                  <a:pt x="171450" y="80963"/>
                </a:lnTo>
                <a:lnTo>
                  <a:pt x="166688" y="85725"/>
                </a:lnTo>
                <a:lnTo>
                  <a:pt x="157163" y="85725"/>
                </a:lnTo>
                <a:lnTo>
                  <a:pt x="147638" y="85725"/>
                </a:lnTo>
                <a:lnTo>
                  <a:pt x="138113" y="85725"/>
                </a:lnTo>
                <a:lnTo>
                  <a:pt x="128588" y="85725"/>
                </a:lnTo>
                <a:lnTo>
                  <a:pt x="119063" y="85725"/>
                </a:lnTo>
                <a:lnTo>
                  <a:pt x="109538" y="85725"/>
                </a:lnTo>
                <a:lnTo>
                  <a:pt x="100013" y="85725"/>
                </a:lnTo>
                <a:lnTo>
                  <a:pt x="90488" y="85725"/>
                </a:lnTo>
                <a:lnTo>
                  <a:pt x="85725" y="80963"/>
                </a:lnTo>
                <a:lnTo>
                  <a:pt x="80963" y="76200"/>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4763" y="57150"/>
                </a:lnTo>
                <a:lnTo>
                  <a:pt x="0" y="52388"/>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71438" y="19050"/>
                </a:lnTo>
                <a:lnTo>
                  <a:pt x="76200" y="14288"/>
                </a:lnTo>
                <a:lnTo>
                  <a:pt x="80963" y="9525"/>
                </a:lnTo>
                <a:lnTo>
                  <a:pt x="90488" y="9525"/>
                </a:lnTo>
                <a:lnTo>
                  <a:pt x="100013" y="9525"/>
                </a:lnTo>
                <a:lnTo>
                  <a:pt x="109538" y="9525"/>
                </a:lnTo>
                <a:lnTo>
                  <a:pt x="119063" y="9525"/>
                </a:lnTo>
                <a:lnTo>
                  <a:pt x="128588" y="9525"/>
                </a:lnTo>
                <a:lnTo>
                  <a:pt x="138113" y="9525"/>
                </a:lnTo>
                <a:lnTo>
                  <a:pt x="147638" y="9525"/>
                </a:lnTo>
                <a:lnTo>
                  <a:pt x="152400" y="4763"/>
                </a:lnTo>
                <a:close/>
              </a:path>
            </a:pathLst>
          </a:custGeom>
          <a:solidFill xmlns:a="http://schemas.openxmlformats.org/drawingml/2006/main">
            <a:srgbClr val="93BD82"/>
          </a:solidFill>
          <a:ln xmlns:a="http://schemas.openxmlformats.org/drawingml/2006/main" w="0">
            <a:noFill/>
            <a:prstDash val="solid"/>
          </a:ln>
        </p:spPr>
      </p:sp>
      <p:sp>
        <p:nvSpPr>
          <p:cNvPr id="485" name="layout-green-78-0">
            <a:extLst xmlns:a="http://schemas.openxmlformats.org/drawingml/2006/main">
              <a:ext uri="{FF2B5EF4-FFF2-40B4-BE49-F238E27FC236}">
                <a16:creationId xmlns:a16="http://schemas.microsoft.com/office/drawing/2014/main" id="{EB56A91C-38DE-468B-9362-CC7FD416CCE1}"/>
              </a:ext>
            </a:extLst>
          </p:cNvPr>
          <p:cNvSpPr>
            <a:spLocks xmlns:a="http://schemas.openxmlformats.org/drawingml/2006/main" noGrp="1"/>
          </p:cNvSpPr>
          <p:nvPr/>
        </p:nvSpPr>
        <p:spPr>
          <a:xfrm xmlns:a="http://schemas.openxmlformats.org/drawingml/2006/main" rot="0">
            <a:off x="123825" y="3371850"/>
            <a:ext cx="1076325" cy="876300"/>
          </a:xfrm>
          <a:custGeom xmlns:a="http://schemas.openxmlformats.org/drawingml/2006/main">
            <a:pathLst>
              <a:path w="1076325" h="87630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14288" y="76200"/>
                </a:lnTo>
                <a:lnTo>
                  <a:pt x="19050" y="71438"/>
                </a:lnTo>
                <a:lnTo>
                  <a:pt x="19050" y="61913"/>
                </a:lnTo>
                <a:lnTo>
                  <a:pt x="23813" y="57150"/>
                </a:lnTo>
                <a:lnTo>
                  <a:pt x="28575" y="52388"/>
                </a:lnTo>
                <a:lnTo>
                  <a:pt x="33338" y="47625"/>
                </a:lnTo>
                <a:lnTo>
                  <a:pt x="38100" y="42863"/>
                </a:lnTo>
                <a:lnTo>
                  <a:pt x="42863" y="38100"/>
                </a:lnTo>
                <a:lnTo>
                  <a:pt x="47625" y="33338"/>
                </a:lnTo>
                <a:lnTo>
                  <a:pt x="47625" y="23813"/>
                </a:lnTo>
                <a:lnTo>
                  <a:pt x="52388" y="19050"/>
                </a:lnTo>
                <a:lnTo>
                  <a:pt x="57150" y="14288"/>
                </a:lnTo>
                <a:lnTo>
                  <a:pt x="61913" y="9525"/>
                </a:lnTo>
                <a:lnTo>
                  <a:pt x="66675" y="4763"/>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38150" y="4763"/>
                </a:lnTo>
                <a:lnTo>
                  <a:pt x="438150" y="14288"/>
                </a:lnTo>
                <a:lnTo>
                  <a:pt x="438150" y="23813"/>
                </a:lnTo>
                <a:lnTo>
                  <a:pt x="438150" y="33338"/>
                </a:lnTo>
                <a:lnTo>
                  <a:pt x="438150" y="42863"/>
                </a:lnTo>
                <a:lnTo>
                  <a:pt x="438150" y="52388"/>
                </a:lnTo>
                <a:lnTo>
                  <a:pt x="438150" y="61913"/>
                </a:lnTo>
                <a:lnTo>
                  <a:pt x="438150" y="71438"/>
                </a:lnTo>
                <a:lnTo>
                  <a:pt x="438150" y="80963"/>
                </a:lnTo>
                <a:lnTo>
                  <a:pt x="438150" y="90488"/>
                </a:lnTo>
                <a:lnTo>
                  <a:pt x="438150" y="100013"/>
                </a:lnTo>
                <a:lnTo>
                  <a:pt x="438150" y="109538"/>
                </a:lnTo>
                <a:lnTo>
                  <a:pt x="438150" y="119063"/>
                </a:lnTo>
                <a:lnTo>
                  <a:pt x="438150" y="128588"/>
                </a:lnTo>
                <a:lnTo>
                  <a:pt x="438150" y="138113"/>
                </a:lnTo>
                <a:lnTo>
                  <a:pt x="438150" y="147638"/>
                </a:lnTo>
                <a:lnTo>
                  <a:pt x="438150" y="157163"/>
                </a:lnTo>
                <a:lnTo>
                  <a:pt x="433388" y="161925"/>
                </a:lnTo>
                <a:lnTo>
                  <a:pt x="423863" y="161925"/>
                </a:lnTo>
                <a:lnTo>
                  <a:pt x="419100" y="166688"/>
                </a:lnTo>
                <a:lnTo>
                  <a:pt x="414338" y="171450"/>
                </a:lnTo>
                <a:lnTo>
                  <a:pt x="404813" y="171450"/>
                </a:lnTo>
                <a:lnTo>
                  <a:pt x="395288" y="171450"/>
                </a:lnTo>
                <a:lnTo>
                  <a:pt x="385763" y="171450"/>
                </a:lnTo>
                <a:lnTo>
                  <a:pt x="376238" y="171450"/>
                </a:lnTo>
                <a:lnTo>
                  <a:pt x="366713" y="171450"/>
                </a:lnTo>
                <a:lnTo>
                  <a:pt x="357188" y="171450"/>
                </a:lnTo>
                <a:lnTo>
                  <a:pt x="347663" y="171450"/>
                </a:lnTo>
                <a:lnTo>
                  <a:pt x="342900" y="176213"/>
                </a:lnTo>
                <a:lnTo>
                  <a:pt x="338138" y="180975"/>
                </a:lnTo>
                <a:lnTo>
                  <a:pt x="328613" y="180975"/>
                </a:lnTo>
                <a:lnTo>
                  <a:pt x="319088" y="180975"/>
                </a:lnTo>
                <a:lnTo>
                  <a:pt x="309563" y="180975"/>
                </a:lnTo>
                <a:lnTo>
                  <a:pt x="300038" y="180975"/>
                </a:lnTo>
                <a:lnTo>
                  <a:pt x="295275" y="185738"/>
                </a:lnTo>
                <a:lnTo>
                  <a:pt x="290513" y="190500"/>
                </a:lnTo>
                <a:lnTo>
                  <a:pt x="280988" y="190500"/>
                </a:lnTo>
                <a:lnTo>
                  <a:pt x="276225" y="195263"/>
                </a:lnTo>
                <a:lnTo>
                  <a:pt x="271463" y="200025"/>
                </a:lnTo>
                <a:lnTo>
                  <a:pt x="261938" y="200025"/>
                </a:lnTo>
                <a:lnTo>
                  <a:pt x="257175" y="204788"/>
                </a:lnTo>
                <a:lnTo>
                  <a:pt x="252413" y="209550"/>
                </a:lnTo>
                <a:lnTo>
                  <a:pt x="247650" y="214313"/>
                </a:lnTo>
                <a:lnTo>
                  <a:pt x="247650" y="223838"/>
                </a:lnTo>
                <a:lnTo>
                  <a:pt x="247650" y="233363"/>
                </a:lnTo>
                <a:lnTo>
                  <a:pt x="247650" y="242888"/>
                </a:lnTo>
                <a:lnTo>
                  <a:pt x="252413" y="247650"/>
                </a:lnTo>
                <a:lnTo>
                  <a:pt x="257175" y="252413"/>
                </a:lnTo>
                <a:lnTo>
                  <a:pt x="261938" y="257175"/>
                </a:lnTo>
                <a:lnTo>
                  <a:pt x="271463" y="257175"/>
                </a:lnTo>
                <a:lnTo>
                  <a:pt x="276225" y="261938"/>
                </a:lnTo>
                <a:lnTo>
                  <a:pt x="280988" y="266700"/>
                </a:lnTo>
                <a:lnTo>
                  <a:pt x="290513" y="266700"/>
                </a:lnTo>
                <a:lnTo>
                  <a:pt x="300038" y="266700"/>
                </a:lnTo>
                <a:lnTo>
                  <a:pt x="304800" y="271463"/>
                </a:lnTo>
                <a:lnTo>
                  <a:pt x="309563" y="276225"/>
                </a:lnTo>
                <a:lnTo>
                  <a:pt x="319088" y="276225"/>
                </a:lnTo>
                <a:lnTo>
                  <a:pt x="328613" y="276225"/>
                </a:lnTo>
                <a:lnTo>
                  <a:pt x="338138" y="276225"/>
                </a:lnTo>
                <a:lnTo>
                  <a:pt x="342900" y="280988"/>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28625" y="290513"/>
                </a:lnTo>
                <a:lnTo>
                  <a:pt x="433388" y="295275"/>
                </a:lnTo>
                <a:lnTo>
                  <a:pt x="438150" y="300038"/>
                </a:lnTo>
                <a:lnTo>
                  <a:pt x="438150" y="309563"/>
                </a:lnTo>
                <a:lnTo>
                  <a:pt x="438150" y="319088"/>
                </a:lnTo>
                <a:lnTo>
                  <a:pt x="438150" y="328613"/>
                </a:lnTo>
                <a:lnTo>
                  <a:pt x="438150" y="338138"/>
                </a:lnTo>
                <a:lnTo>
                  <a:pt x="438150" y="347663"/>
                </a:lnTo>
                <a:lnTo>
                  <a:pt x="438150" y="357188"/>
                </a:lnTo>
                <a:lnTo>
                  <a:pt x="438150" y="366713"/>
                </a:lnTo>
                <a:lnTo>
                  <a:pt x="438150" y="376238"/>
                </a:lnTo>
                <a:lnTo>
                  <a:pt x="438150" y="385763"/>
                </a:lnTo>
                <a:lnTo>
                  <a:pt x="438150" y="395288"/>
                </a:lnTo>
                <a:lnTo>
                  <a:pt x="438150" y="404813"/>
                </a:lnTo>
                <a:lnTo>
                  <a:pt x="438150" y="414338"/>
                </a:lnTo>
                <a:lnTo>
                  <a:pt x="438150" y="423863"/>
                </a:lnTo>
                <a:lnTo>
                  <a:pt x="438150" y="433388"/>
                </a:lnTo>
                <a:lnTo>
                  <a:pt x="442913" y="438150"/>
                </a:lnTo>
                <a:lnTo>
                  <a:pt x="452438" y="438150"/>
                </a:lnTo>
                <a:lnTo>
                  <a:pt x="461963" y="438150"/>
                </a:lnTo>
                <a:lnTo>
                  <a:pt x="471488" y="438150"/>
                </a:lnTo>
                <a:lnTo>
                  <a:pt x="481013" y="438150"/>
                </a:lnTo>
                <a:lnTo>
                  <a:pt x="490538" y="438150"/>
                </a:lnTo>
                <a:lnTo>
                  <a:pt x="500063" y="438150"/>
                </a:lnTo>
                <a:lnTo>
                  <a:pt x="509588" y="438150"/>
                </a:lnTo>
                <a:lnTo>
                  <a:pt x="519113" y="438150"/>
                </a:lnTo>
                <a:lnTo>
                  <a:pt x="528638" y="438150"/>
                </a:lnTo>
                <a:lnTo>
                  <a:pt x="538163" y="438150"/>
                </a:lnTo>
                <a:lnTo>
                  <a:pt x="547688" y="438150"/>
                </a:lnTo>
                <a:lnTo>
                  <a:pt x="557213" y="438150"/>
                </a:lnTo>
                <a:lnTo>
                  <a:pt x="566738" y="438150"/>
                </a:lnTo>
                <a:lnTo>
                  <a:pt x="576263" y="438150"/>
                </a:lnTo>
                <a:lnTo>
                  <a:pt x="585788" y="438150"/>
                </a:lnTo>
                <a:lnTo>
                  <a:pt x="595313" y="438150"/>
                </a:lnTo>
                <a:lnTo>
                  <a:pt x="604838" y="438150"/>
                </a:lnTo>
                <a:lnTo>
                  <a:pt x="614363" y="438150"/>
                </a:lnTo>
                <a:lnTo>
                  <a:pt x="623888" y="438150"/>
                </a:lnTo>
                <a:lnTo>
                  <a:pt x="633413" y="438150"/>
                </a:lnTo>
                <a:lnTo>
                  <a:pt x="642938" y="438150"/>
                </a:lnTo>
                <a:lnTo>
                  <a:pt x="652463" y="438150"/>
                </a:lnTo>
                <a:lnTo>
                  <a:pt x="661988" y="438150"/>
                </a:lnTo>
                <a:lnTo>
                  <a:pt x="671513" y="438150"/>
                </a:lnTo>
                <a:lnTo>
                  <a:pt x="681038" y="438150"/>
                </a:lnTo>
                <a:lnTo>
                  <a:pt x="690563" y="438150"/>
                </a:lnTo>
                <a:lnTo>
                  <a:pt x="700088" y="438150"/>
                </a:lnTo>
                <a:lnTo>
                  <a:pt x="709613" y="438150"/>
                </a:lnTo>
                <a:lnTo>
                  <a:pt x="719138" y="438150"/>
                </a:lnTo>
                <a:lnTo>
                  <a:pt x="728663" y="438150"/>
                </a:lnTo>
                <a:lnTo>
                  <a:pt x="738188" y="438150"/>
                </a:lnTo>
                <a:lnTo>
                  <a:pt x="747713" y="438150"/>
                </a:lnTo>
                <a:lnTo>
                  <a:pt x="757238" y="438150"/>
                </a:lnTo>
                <a:lnTo>
                  <a:pt x="766763" y="438150"/>
                </a:lnTo>
                <a:lnTo>
                  <a:pt x="776288" y="438150"/>
                </a:lnTo>
                <a:lnTo>
                  <a:pt x="785813" y="438150"/>
                </a:lnTo>
                <a:lnTo>
                  <a:pt x="795338" y="438150"/>
                </a:lnTo>
                <a:lnTo>
                  <a:pt x="804863" y="438150"/>
                </a:lnTo>
                <a:lnTo>
                  <a:pt x="814388" y="438150"/>
                </a:lnTo>
                <a:lnTo>
                  <a:pt x="823913" y="438150"/>
                </a:lnTo>
                <a:lnTo>
                  <a:pt x="833438" y="438150"/>
                </a:lnTo>
                <a:lnTo>
                  <a:pt x="842963" y="438150"/>
                </a:lnTo>
                <a:lnTo>
                  <a:pt x="852488" y="438150"/>
                </a:lnTo>
                <a:lnTo>
                  <a:pt x="862013" y="438150"/>
                </a:lnTo>
                <a:lnTo>
                  <a:pt x="871538" y="438150"/>
                </a:lnTo>
                <a:lnTo>
                  <a:pt x="881063" y="438150"/>
                </a:lnTo>
                <a:lnTo>
                  <a:pt x="890588" y="438150"/>
                </a:lnTo>
                <a:lnTo>
                  <a:pt x="900113" y="438150"/>
                </a:lnTo>
                <a:lnTo>
                  <a:pt x="909638" y="438150"/>
                </a:lnTo>
                <a:lnTo>
                  <a:pt x="919163" y="438150"/>
                </a:lnTo>
                <a:lnTo>
                  <a:pt x="928688" y="438150"/>
                </a:lnTo>
                <a:lnTo>
                  <a:pt x="938213" y="438150"/>
                </a:lnTo>
                <a:lnTo>
                  <a:pt x="947738" y="438150"/>
                </a:lnTo>
                <a:lnTo>
                  <a:pt x="957263" y="438150"/>
                </a:lnTo>
                <a:lnTo>
                  <a:pt x="966788" y="438150"/>
                </a:lnTo>
                <a:lnTo>
                  <a:pt x="976313" y="438150"/>
                </a:lnTo>
                <a:lnTo>
                  <a:pt x="985838" y="438150"/>
                </a:lnTo>
                <a:lnTo>
                  <a:pt x="995363" y="438150"/>
                </a:lnTo>
                <a:lnTo>
                  <a:pt x="1004888" y="438150"/>
                </a:lnTo>
                <a:lnTo>
                  <a:pt x="1014413" y="438150"/>
                </a:lnTo>
                <a:lnTo>
                  <a:pt x="1023938" y="438150"/>
                </a:lnTo>
                <a:lnTo>
                  <a:pt x="1033463" y="438150"/>
                </a:lnTo>
                <a:lnTo>
                  <a:pt x="1042988" y="438150"/>
                </a:lnTo>
                <a:lnTo>
                  <a:pt x="1052513" y="438150"/>
                </a:lnTo>
                <a:lnTo>
                  <a:pt x="1062038" y="438150"/>
                </a:lnTo>
                <a:lnTo>
                  <a:pt x="1071563" y="438150"/>
                </a:lnTo>
                <a:lnTo>
                  <a:pt x="1076325" y="442913"/>
                </a:lnTo>
                <a:lnTo>
                  <a:pt x="1076325" y="452438"/>
                </a:lnTo>
                <a:lnTo>
                  <a:pt x="1076325" y="461963"/>
                </a:lnTo>
                <a:lnTo>
                  <a:pt x="1076325" y="471488"/>
                </a:lnTo>
                <a:lnTo>
                  <a:pt x="1076325" y="481013"/>
                </a:lnTo>
                <a:lnTo>
                  <a:pt x="1076325" y="490538"/>
                </a:lnTo>
                <a:lnTo>
                  <a:pt x="1076325" y="500063"/>
                </a:lnTo>
                <a:lnTo>
                  <a:pt x="1076325" y="509588"/>
                </a:lnTo>
                <a:lnTo>
                  <a:pt x="1076325" y="519113"/>
                </a:lnTo>
                <a:lnTo>
                  <a:pt x="1076325" y="528638"/>
                </a:lnTo>
                <a:lnTo>
                  <a:pt x="1076325" y="538163"/>
                </a:lnTo>
                <a:lnTo>
                  <a:pt x="1076325" y="547688"/>
                </a:lnTo>
                <a:lnTo>
                  <a:pt x="1076325" y="557213"/>
                </a:lnTo>
                <a:lnTo>
                  <a:pt x="1076325" y="566738"/>
                </a:lnTo>
                <a:lnTo>
                  <a:pt x="1076325" y="576263"/>
                </a:lnTo>
                <a:lnTo>
                  <a:pt x="1076325" y="585788"/>
                </a:lnTo>
                <a:lnTo>
                  <a:pt x="1076325" y="595313"/>
                </a:lnTo>
                <a:lnTo>
                  <a:pt x="1076325" y="604838"/>
                </a:lnTo>
                <a:lnTo>
                  <a:pt x="1076325" y="614363"/>
                </a:lnTo>
                <a:lnTo>
                  <a:pt x="1076325" y="623888"/>
                </a:lnTo>
                <a:lnTo>
                  <a:pt x="1076325" y="633413"/>
                </a:lnTo>
                <a:lnTo>
                  <a:pt x="1076325" y="642938"/>
                </a:lnTo>
                <a:lnTo>
                  <a:pt x="1076325" y="652463"/>
                </a:lnTo>
                <a:lnTo>
                  <a:pt x="1076325" y="661988"/>
                </a:lnTo>
                <a:lnTo>
                  <a:pt x="1076325" y="671513"/>
                </a:lnTo>
                <a:lnTo>
                  <a:pt x="1076325" y="681038"/>
                </a:lnTo>
                <a:lnTo>
                  <a:pt x="1076325" y="690563"/>
                </a:lnTo>
                <a:lnTo>
                  <a:pt x="1076325" y="700088"/>
                </a:lnTo>
                <a:lnTo>
                  <a:pt x="1076325" y="709613"/>
                </a:lnTo>
                <a:lnTo>
                  <a:pt x="1076325" y="719138"/>
                </a:lnTo>
                <a:lnTo>
                  <a:pt x="1076325" y="728663"/>
                </a:lnTo>
                <a:lnTo>
                  <a:pt x="1076325" y="738188"/>
                </a:lnTo>
                <a:lnTo>
                  <a:pt x="1076325" y="747713"/>
                </a:lnTo>
                <a:lnTo>
                  <a:pt x="1076325" y="757238"/>
                </a:lnTo>
                <a:lnTo>
                  <a:pt x="1076325" y="766763"/>
                </a:lnTo>
                <a:lnTo>
                  <a:pt x="1076325" y="776288"/>
                </a:lnTo>
                <a:lnTo>
                  <a:pt x="1076325" y="785813"/>
                </a:lnTo>
                <a:lnTo>
                  <a:pt x="1076325" y="795338"/>
                </a:lnTo>
                <a:lnTo>
                  <a:pt x="1076325" y="804863"/>
                </a:lnTo>
                <a:lnTo>
                  <a:pt x="1076325" y="814388"/>
                </a:lnTo>
                <a:lnTo>
                  <a:pt x="1076325" y="823913"/>
                </a:lnTo>
                <a:lnTo>
                  <a:pt x="1076325" y="833438"/>
                </a:lnTo>
                <a:lnTo>
                  <a:pt x="1076325" y="842963"/>
                </a:lnTo>
                <a:lnTo>
                  <a:pt x="1076325" y="852488"/>
                </a:lnTo>
                <a:lnTo>
                  <a:pt x="1076325" y="862013"/>
                </a:lnTo>
                <a:lnTo>
                  <a:pt x="1076325" y="871538"/>
                </a:lnTo>
                <a:lnTo>
                  <a:pt x="1071563" y="876300"/>
                </a:lnTo>
                <a:lnTo>
                  <a:pt x="1062038" y="876300"/>
                </a:lnTo>
                <a:lnTo>
                  <a:pt x="1052513" y="876300"/>
                </a:lnTo>
                <a:lnTo>
                  <a:pt x="1042988" y="876300"/>
                </a:lnTo>
                <a:lnTo>
                  <a:pt x="1033463" y="876300"/>
                </a:lnTo>
                <a:lnTo>
                  <a:pt x="1023938" y="876300"/>
                </a:lnTo>
                <a:lnTo>
                  <a:pt x="1014413" y="876300"/>
                </a:lnTo>
                <a:lnTo>
                  <a:pt x="1004888" y="876300"/>
                </a:lnTo>
                <a:lnTo>
                  <a:pt x="995363" y="876300"/>
                </a:lnTo>
                <a:lnTo>
                  <a:pt x="985838" y="876300"/>
                </a:lnTo>
                <a:lnTo>
                  <a:pt x="976313" y="876300"/>
                </a:lnTo>
                <a:lnTo>
                  <a:pt x="966788" y="876300"/>
                </a:lnTo>
                <a:lnTo>
                  <a:pt x="957263" y="876300"/>
                </a:lnTo>
                <a:lnTo>
                  <a:pt x="947738" y="876300"/>
                </a:lnTo>
                <a:lnTo>
                  <a:pt x="938213" y="876300"/>
                </a:lnTo>
                <a:lnTo>
                  <a:pt x="928688" y="876300"/>
                </a:lnTo>
                <a:lnTo>
                  <a:pt x="919163" y="876300"/>
                </a:lnTo>
                <a:lnTo>
                  <a:pt x="909638" y="876300"/>
                </a:lnTo>
                <a:lnTo>
                  <a:pt x="900113" y="876300"/>
                </a:lnTo>
                <a:lnTo>
                  <a:pt x="890588" y="876300"/>
                </a:lnTo>
                <a:lnTo>
                  <a:pt x="881063" y="876300"/>
                </a:lnTo>
                <a:lnTo>
                  <a:pt x="871538" y="876300"/>
                </a:lnTo>
                <a:lnTo>
                  <a:pt x="862013" y="876300"/>
                </a:lnTo>
                <a:lnTo>
                  <a:pt x="852488" y="876300"/>
                </a:lnTo>
                <a:lnTo>
                  <a:pt x="842963" y="876300"/>
                </a:lnTo>
                <a:lnTo>
                  <a:pt x="833438" y="876300"/>
                </a:lnTo>
                <a:lnTo>
                  <a:pt x="823913" y="876300"/>
                </a:lnTo>
                <a:lnTo>
                  <a:pt x="814388" y="876300"/>
                </a:lnTo>
                <a:lnTo>
                  <a:pt x="804863" y="876300"/>
                </a:lnTo>
                <a:lnTo>
                  <a:pt x="795338" y="876300"/>
                </a:lnTo>
                <a:lnTo>
                  <a:pt x="785813" y="876300"/>
                </a:lnTo>
                <a:lnTo>
                  <a:pt x="776288" y="876300"/>
                </a:lnTo>
                <a:lnTo>
                  <a:pt x="766763" y="876300"/>
                </a:lnTo>
                <a:lnTo>
                  <a:pt x="757238" y="876300"/>
                </a:lnTo>
                <a:lnTo>
                  <a:pt x="747713" y="876300"/>
                </a:lnTo>
                <a:lnTo>
                  <a:pt x="738188" y="876300"/>
                </a:lnTo>
                <a:lnTo>
                  <a:pt x="728663" y="876300"/>
                </a:lnTo>
                <a:lnTo>
                  <a:pt x="719138" y="876300"/>
                </a:lnTo>
                <a:lnTo>
                  <a:pt x="709613" y="876300"/>
                </a:lnTo>
                <a:lnTo>
                  <a:pt x="700088" y="876300"/>
                </a:lnTo>
                <a:lnTo>
                  <a:pt x="690563" y="876300"/>
                </a:lnTo>
                <a:lnTo>
                  <a:pt x="681038" y="876300"/>
                </a:lnTo>
                <a:lnTo>
                  <a:pt x="671513" y="876300"/>
                </a:lnTo>
                <a:lnTo>
                  <a:pt x="661988" y="876300"/>
                </a:lnTo>
                <a:lnTo>
                  <a:pt x="652463" y="876300"/>
                </a:lnTo>
                <a:lnTo>
                  <a:pt x="642938" y="876300"/>
                </a:lnTo>
                <a:lnTo>
                  <a:pt x="633413" y="876300"/>
                </a:lnTo>
                <a:lnTo>
                  <a:pt x="623888" y="876300"/>
                </a:lnTo>
                <a:lnTo>
                  <a:pt x="614363" y="876300"/>
                </a:lnTo>
                <a:lnTo>
                  <a:pt x="604838" y="876300"/>
                </a:lnTo>
                <a:lnTo>
                  <a:pt x="595313" y="876300"/>
                </a:lnTo>
                <a:lnTo>
                  <a:pt x="585788" y="876300"/>
                </a:lnTo>
                <a:lnTo>
                  <a:pt x="576263" y="876300"/>
                </a:lnTo>
                <a:lnTo>
                  <a:pt x="566738" y="876300"/>
                </a:lnTo>
                <a:lnTo>
                  <a:pt x="557213" y="876300"/>
                </a:lnTo>
                <a:lnTo>
                  <a:pt x="547688" y="876300"/>
                </a:lnTo>
                <a:lnTo>
                  <a:pt x="538163" y="876300"/>
                </a:lnTo>
                <a:lnTo>
                  <a:pt x="528638" y="876300"/>
                </a:lnTo>
                <a:lnTo>
                  <a:pt x="519113" y="876300"/>
                </a:lnTo>
                <a:lnTo>
                  <a:pt x="509588" y="876300"/>
                </a:lnTo>
                <a:lnTo>
                  <a:pt x="500063" y="876300"/>
                </a:lnTo>
                <a:lnTo>
                  <a:pt x="490538" y="876300"/>
                </a:lnTo>
                <a:lnTo>
                  <a:pt x="481013" y="876300"/>
                </a:lnTo>
                <a:lnTo>
                  <a:pt x="471488" y="876300"/>
                </a:lnTo>
                <a:lnTo>
                  <a:pt x="461963" y="876300"/>
                </a:lnTo>
                <a:lnTo>
                  <a:pt x="452438" y="876300"/>
                </a:lnTo>
                <a:lnTo>
                  <a:pt x="442913" y="876300"/>
                </a:lnTo>
                <a:lnTo>
                  <a:pt x="433388" y="876300"/>
                </a:lnTo>
                <a:lnTo>
                  <a:pt x="423863" y="876300"/>
                </a:lnTo>
                <a:lnTo>
                  <a:pt x="414338" y="876300"/>
                </a:lnTo>
                <a:lnTo>
                  <a:pt x="404813" y="876300"/>
                </a:lnTo>
                <a:lnTo>
                  <a:pt x="395288" y="876300"/>
                </a:lnTo>
                <a:lnTo>
                  <a:pt x="385763" y="876300"/>
                </a:lnTo>
                <a:lnTo>
                  <a:pt x="376238" y="876300"/>
                </a:lnTo>
                <a:lnTo>
                  <a:pt x="366713" y="876300"/>
                </a:lnTo>
                <a:lnTo>
                  <a:pt x="357188" y="876300"/>
                </a:lnTo>
                <a:lnTo>
                  <a:pt x="347663" y="876300"/>
                </a:lnTo>
                <a:lnTo>
                  <a:pt x="338138" y="876300"/>
                </a:lnTo>
                <a:lnTo>
                  <a:pt x="328613" y="876300"/>
                </a:lnTo>
                <a:lnTo>
                  <a:pt x="319088" y="876300"/>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14288" y="809625"/>
                </a:moveTo>
                <a:lnTo>
                  <a:pt x="9525" y="814388"/>
                </a:lnTo>
                <a:lnTo>
                  <a:pt x="9525" y="823913"/>
                </a:lnTo>
                <a:lnTo>
                  <a:pt x="9525" y="833438"/>
                </a:lnTo>
                <a:lnTo>
                  <a:pt x="9525" y="842963"/>
                </a:lnTo>
                <a:lnTo>
                  <a:pt x="9525" y="852488"/>
                </a:lnTo>
                <a:lnTo>
                  <a:pt x="9525" y="862013"/>
                </a:lnTo>
                <a:lnTo>
                  <a:pt x="14288" y="866775"/>
                </a:lnTo>
                <a:lnTo>
                  <a:pt x="23813" y="866775"/>
                </a:lnTo>
                <a:lnTo>
                  <a:pt x="33338" y="866775"/>
                </a:lnTo>
                <a:lnTo>
                  <a:pt x="42863" y="866775"/>
                </a:lnTo>
                <a:lnTo>
                  <a:pt x="52388" y="866775"/>
                </a:lnTo>
                <a:lnTo>
                  <a:pt x="57150" y="862013"/>
                </a:lnTo>
                <a:lnTo>
                  <a:pt x="52388" y="857250"/>
                </a:lnTo>
                <a:lnTo>
                  <a:pt x="47625" y="852488"/>
                </a:lnTo>
                <a:lnTo>
                  <a:pt x="42863" y="847725"/>
                </a:lnTo>
                <a:lnTo>
                  <a:pt x="38100" y="842963"/>
                </a:lnTo>
                <a:lnTo>
                  <a:pt x="33338" y="838200"/>
                </a:lnTo>
                <a:lnTo>
                  <a:pt x="28575" y="833438"/>
                </a:lnTo>
                <a:lnTo>
                  <a:pt x="28575" y="823913"/>
                </a:lnTo>
                <a:lnTo>
                  <a:pt x="23813" y="819150"/>
                </a:lnTo>
                <a:lnTo>
                  <a:pt x="19050" y="814388"/>
                </a:lnTo>
                <a:lnTo>
                  <a:pt x="14288" y="809625"/>
                </a:lnTo>
                <a:close/>
                <a:moveTo>
                  <a:pt x="1062038" y="809625"/>
                </a:moveTo>
                <a:lnTo>
                  <a:pt x="1057275" y="814388"/>
                </a:lnTo>
                <a:lnTo>
                  <a:pt x="1057275" y="823913"/>
                </a:lnTo>
                <a:lnTo>
                  <a:pt x="1052513" y="828675"/>
                </a:lnTo>
                <a:lnTo>
                  <a:pt x="1047750" y="833438"/>
                </a:lnTo>
                <a:lnTo>
                  <a:pt x="1042988" y="838200"/>
                </a:lnTo>
                <a:lnTo>
                  <a:pt x="1038225" y="842963"/>
                </a:lnTo>
                <a:lnTo>
                  <a:pt x="1038225" y="852488"/>
                </a:lnTo>
                <a:lnTo>
                  <a:pt x="1033463" y="857250"/>
                </a:lnTo>
                <a:lnTo>
                  <a:pt x="1023938" y="857250"/>
                </a:lnTo>
                <a:lnTo>
                  <a:pt x="1019175" y="862013"/>
                </a:lnTo>
                <a:lnTo>
                  <a:pt x="1023938" y="866775"/>
                </a:lnTo>
                <a:lnTo>
                  <a:pt x="1033463" y="866775"/>
                </a:lnTo>
                <a:lnTo>
                  <a:pt x="1042988" y="866775"/>
                </a:lnTo>
                <a:lnTo>
                  <a:pt x="1052513" y="866775"/>
                </a:lnTo>
                <a:lnTo>
                  <a:pt x="1062038" y="866775"/>
                </a:lnTo>
                <a:lnTo>
                  <a:pt x="1066800" y="862013"/>
                </a:lnTo>
                <a:lnTo>
                  <a:pt x="1066800" y="852488"/>
                </a:lnTo>
                <a:lnTo>
                  <a:pt x="1066800" y="842963"/>
                </a:lnTo>
                <a:lnTo>
                  <a:pt x="1066800" y="833438"/>
                </a:lnTo>
                <a:lnTo>
                  <a:pt x="1066800" y="823913"/>
                </a:lnTo>
                <a:lnTo>
                  <a:pt x="1066800" y="814388"/>
                </a:lnTo>
                <a:lnTo>
                  <a:pt x="1062038" y="809625"/>
                </a:lnTo>
                <a:close/>
              </a:path>
            </a:pathLst>
          </a:custGeom>
          <a:solidFill xmlns:a="http://schemas.openxmlformats.org/drawingml/2006/main">
            <a:srgbClr val="95BE84"/>
          </a:solidFill>
          <a:ln xmlns:a="http://schemas.openxmlformats.org/drawingml/2006/main" w="0">
            <a:noFill/>
            <a:prstDash val="solid"/>
          </a:ln>
        </p:spPr>
      </p:sp>
      <p:sp>
        <p:nvSpPr>
          <p:cNvPr id="486" name="layout-green-78-1">
            <a:extLst xmlns:a="http://schemas.openxmlformats.org/drawingml/2006/main">
              <a:ext uri="{FF2B5EF4-FFF2-40B4-BE49-F238E27FC236}">
                <a16:creationId xmlns:a16="http://schemas.microsoft.com/office/drawing/2014/main" id="{36B8B1E3-3ECF-40E3-9953-1F5A6CD1A147}"/>
              </a:ext>
            </a:extLst>
          </p:cNvPr>
          <p:cNvSpPr>
            <a:spLocks xmlns:a="http://schemas.openxmlformats.org/drawingml/2006/main" noGrp="1"/>
          </p:cNvSpPr>
          <p:nvPr/>
        </p:nvSpPr>
        <p:spPr>
          <a:xfrm xmlns:a="http://schemas.openxmlformats.org/drawingml/2006/main" rot="0">
            <a:off x="390525" y="3552825"/>
            <a:ext cx="171450" cy="85725"/>
          </a:xfrm>
          <a:custGeom xmlns:a="http://schemas.openxmlformats.org/drawingml/2006/main">
            <a:pathLst>
              <a:path w="171450" h="85725">
                <a:moveTo>
                  <a:pt x="152400" y="4763"/>
                </a:moveTo>
                <a:lnTo>
                  <a:pt x="157163" y="0"/>
                </a:lnTo>
                <a:lnTo>
                  <a:pt x="166688" y="0"/>
                </a:lnTo>
                <a:lnTo>
                  <a:pt x="171450" y="4763"/>
                </a:lnTo>
                <a:lnTo>
                  <a:pt x="171450" y="14288"/>
                </a:lnTo>
                <a:lnTo>
                  <a:pt x="171450" y="23813"/>
                </a:lnTo>
                <a:lnTo>
                  <a:pt x="166688" y="28575"/>
                </a:lnTo>
                <a:lnTo>
                  <a:pt x="161925" y="33338"/>
                </a:lnTo>
                <a:lnTo>
                  <a:pt x="161925" y="42863"/>
                </a:lnTo>
                <a:lnTo>
                  <a:pt x="166688" y="47625"/>
                </a:lnTo>
                <a:lnTo>
                  <a:pt x="171450" y="52388"/>
                </a:lnTo>
                <a:lnTo>
                  <a:pt x="171450" y="61913"/>
                </a:lnTo>
                <a:lnTo>
                  <a:pt x="171450" y="71438"/>
                </a:lnTo>
                <a:lnTo>
                  <a:pt x="171450" y="80963"/>
                </a:lnTo>
                <a:lnTo>
                  <a:pt x="166688" y="85725"/>
                </a:lnTo>
                <a:lnTo>
                  <a:pt x="157163" y="85725"/>
                </a:lnTo>
                <a:lnTo>
                  <a:pt x="147638" y="85725"/>
                </a:lnTo>
                <a:lnTo>
                  <a:pt x="138113" y="85725"/>
                </a:lnTo>
                <a:lnTo>
                  <a:pt x="128588" y="85725"/>
                </a:lnTo>
                <a:lnTo>
                  <a:pt x="119063" y="85725"/>
                </a:lnTo>
                <a:lnTo>
                  <a:pt x="109538" y="85725"/>
                </a:lnTo>
                <a:lnTo>
                  <a:pt x="100013" y="85725"/>
                </a:lnTo>
                <a:lnTo>
                  <a:pt x="90488" y="85725"/>
                </a:lnTo>
                <a:lnTo>
                  <a:pt x="85725" y="80963"/>
                </a:lnTo>
                <a:lnTo>
                  <a:pt x="80963" y="76200"/>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4763" y="57150"/>
                </a:lnTo>
                <a:lnTo>
                  <a:pt x="0" y="52388"/>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71438" y="19050"/>
                </a:lnTo>
                <a:lnTo>
                  <a:pt x="76200" y="14288"/>
                </a:lnTo>
                <a:lnTo>
                  <a:pt x="80963" y="9525"/>
                </a:lnTo>
                <a:lnTo>
                  <a:pt x="90488" y="9525"/>
                </a:lnTo>
                <a:lnTo>
                  <a:pt x="100013" y="9525"/>
                </a:lnTo>
                <a:lnTo>
                  <a:pt x="109538" y="9525"/>
                </a:lnTo>
                <a:lnTo>
                  <a:pt x="119063" y="9525"/>
                </a:lnTo>
                <a:lnTo>
                  <a:pt x="128588" y="9525"/>
                </a:lnTo>
                <a:lnTo>
                  <a:pt x="138113" y="9525"/>
                </a:lnTo>
                <a:lnTo>
                  <a:pt x="147638" y="9525"/>
                </a:lnTo>
                <a:lnTo>
                  <a:pt x="152400" y="4763"/>
                </a:lnTo>
                <a:close/>
              </a:path>
            </a:pathLst>
          </a:custGeom>
          <a:solidFill xmlns:a="http://schemas.openxmlformats.org/drawingml/2006/main">
            <a:srgbClr val="95BE84"/>
          </a:solidFill>
          <a:ln xmlns:a="http://schemas.openxmlformats.org/drawingml/2006/main" w="0">
            <a:noFill/>
            <a:prstDash val="solid"/>
          </a:ln>
        </p:spPr>
      </p:sp>
      <p:sp>
        <p:nvSpPr>
          <p:cNvPr id="487" name="layout-green-79-0">
            <a:extLst xmlns:a="http://schemas.openxmlformats.org/drawingml/2006/main">
              <a:ext uri="{FF2B5EF4-FFF2-40B4-BE49-F238E27FC236}">
                <a16:creationId xmlns:a16="http://schemas.microsoft.com/office/drawing/2014/main" id="{858C5EF4-5D9F-43C4-B2F1-B03A32332130}"/>
              </a:ext>
            </a:extLst>
          </p:cNvPr>
          <p:cNvSpPr>
            <a:spLocks xmlns:a="http://schemas.openxmlformats.org/drawingml/2006/main" noGrp="1"/>
          </p:cNvSpPr>
          <p:nvPr/>
        </p:nvSpPr>
        <p:spPr>
          <a:xfrm xmlns:a="http://schemas.openxmlformats.org/drawingml/2006/main" rot="0">
            <a:off x="123825" y="3371850"/>
            <a:ext cx="1076325" cy="876300"/>
          </a:xfrm>
          <a:custGeom xmlns:a="http://schemas.openxmlformats.org/drawingml/2006/main">
            <a:pathLst>
              <a:path w="1076325" h="87630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14288" y="104775"/>
                </a:lnTo>
                <a:lnTo>
                  <a:pt x="19050" y="100013"/>
                </a:lnTo>
                <a:lnTo>
                  <a:pt x="19050" y="90488"/>
                </a:lnTo>
                <a:lnTo>
                  <a:pt x="19050" y="80963"/>
                </a:lnTo>
                <a:lnTo>
                  <a:pt x="23813" y="76200"/>
                </a:lnTo>
                <a:lnTo>
                  <a:pt x="28575" y="71438"/>
                </a:lnTo>
                <a:lnTo>
                  <a:pt x="33338" y="66675"/>
                </a:lnTo>
                <a:lnTo>
                  <a:pt x="38100" y="61913"/>
                </a:lnTo>
                <a:lnTo>
                  <a:pt x="42863" y="57150"/>
                </a:lnTo>
                <a:lnTo>
                  <a:pt x="47625" y="52388"/>
                </a:lnTo>
                <a:lnTo>
                  <a:pt x="52388" y="47625"/>
                </a:lnTo>
                <a:lnTo>
                  <a:pt x="57150" y="42863"/>
                </a:lnTo>
                <a:lnTo>
                  <a:pt x="57150" y="33338"/>
                </a:lnTo>
                <a:lnTo>
                  <a:pt x="61913" y="28575"/>
                </a:lnTo>
                <a:lnTo>
                  <a:pt x="66675" y="23813"/>
                </a:lnTo>
                <a:lnTo>
                  <a:pt x="71438" y="19050"/>
                </a:lnTo>
                <a:lnTo>
                  <a:pt x="76200" y="14288"/>
                </a:lnTo>
                <a:lnTo>
                  <a:pt x="80963" y="9525"/>
                </a:lnTo>
                <a:lnTo>
                  <a:pt x="85725" y="4763"/>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38150" y="4763"/>
                </a:lnTo>
                <a:lnTo>
                  <a:pt x="438150" y="14288"/>
                </a:lnTo>
                <a:lnTo>
                  <a:pt x="438150" y="23813"/>
                </a:lnTo>
                <a:lnTo>
                  <a:pt x="438150" y="33338"/>
                </a:lnTo>
                <a:lnTo>
                  <a:pt x="438150" y="42863"/>
                </a:lnTo>
                <a:lnTo>
                  <a:pt x="438150" y="52388"/>
                </a:lnTo>
                <a:lnTo>
                  <a:pt x="438150" y="61913"/>
                </a:lnTo>
                <a:lnTo>
                  <a:pt x="438150" y="71438"/>
                </a:lnTo>
                <a:lnTo>
                  <a:pt x="438150" y="80963"/>
                </a:lnTo>
                <a:lnTo>
                  <a:pt x="438150" y="90488"/>
                </a:lnTo>
                <a:lnTo>
                  <a:pt x="438150" y="100013"/>
                </a:lnTo>
                <a:lnTo>
                  <a:pt x="438150" y="109538"/>
                </a:lnTo>
                <a:lnTo>
                  <a:pt x="438150" y="119063"/>
                </a:lnTo>
                <a:lnTo>
                  <a:pt x="438150" y="128588"/>
                </a:lnTo>
                <a:lnTo>
                  <a:pt x="438150" y="138113"/>
                </a:lnTo>
                <a:lnTo>
                  <a:pt x="438150" y="147638"/>
                </a:lnTo>
                <a:lnTo>
                  <a:pt x="438150" y="157163"/>
                </a:lnTo>
                <a:lnTo>
                  <a:pt x="433388" y="161925"/>
                </a:lnTo>
                <a:lnTo>
                  <a:pt x="423863" y="161925"/>
                </a:lnTo>
                <a:lnTo>
                  <a:pt x="419100" y="166688"/>
                </a:lnTo>
                <a:lnTo>
                  <a:pt x="414338" y="171450"/>
                </a:lnTo>
                <a:lnTo>
                  <a:pt x="404813" y="171450"/>
                </a:lnTo>
                <a:lnTo>
                  <a:pt x="395288" y="171450"/>
                </a:lnTo>
                <a:lnTo>
                  <a:pt x="385763" y="171450"/>
                </a:lnTo>
                <a:lnTo>
                  <a:pt x="376238" y="171450"/>
                </a:lnTo>
                <a:lnTo>
                  <a:pt x="366713" y="171450"/>
                </a:lnTo>
                <a:lnTo>
                  <a:pt x="357188" y="171450"/>
                </a:lnTo>
                <a:lnTo>
                  <a:pt x="347663" y="171450"/>
                </a:lnTo>
                <a:lnTo>
                  <a:pt x="342900" y="176213"/>
                </a:lnTo>
                <a:lnTo>
                  <a:pt x="338138" y="180975"/>
                </a:lnTo>
                <a:lnTo>
                  <a:pt x="328613" y="180975"/>
                </a:lnTo>
                <a:lnTo>
                  <a:pt x="319088" y="180975"/>
                </a:lnTo>
                <a:lnTo>
                  <a:pt x="309563" y="180975"/>
                </a:lnTo>
                <a:lnTo>
                  <a:pt x="300038" y="180975"/>
                </a:lnTo>
                <a:lnTo>
                  <a:pt x="295275" y="185738"/>
                </a:lnTo>
                <a:lnTo>
                  <a:pt x="290513" y="190500"/>
                </a:lnTo>
                <a:lnTo>
                  <a:pt x="280988" y="190500"/>
                </a:lnTo>
                <a:lnTo>
                  <a:pt x="276225" y="195263"/>
                </a:lnTo>
                <a:lnTo>
                  <a:pt x="271463" y="200025"/>
                </a:lnTo>
                <a:lnTo>
                  <a:pt x="261938" y="200025"/>
                </a:lnTo>
                <a:lnTo>
                  <a:pt x="257175" y="204788"/>
                </a:lnTo>
                <a:lnTo>
                  <a:pt x="252413" y="209550"/>
                </a:lnTo>
                <a:lnTo>
                  <a:pt x="247650" y="214313"/>
                </a:lnTo>
                <a:lnTo>
                  <a:pt x="247650" y="223838"/>
                </a:lnTo>
                <a:lnTo>
                  <a:pt x="247650" y="233363"/>
                </a:lnTo>
                <a:lnTo>
                  <a:pt x="247650" y="242888"/>
                </a:lnTo>
                <a:lnTo>
                  <a:pt x="252413" y="247650"/>
                </a:lnTo>
                <a:lnTo>
                  <a:pt x="257175" y="252413"/>
                </a:lnTo>
                <a:lnTo>
                  <a:pt x="261938" y="257175"/>
                </a:lnTo>
                <a:lnTo>
                  <a:pt x="271463" y="257175"/>
                </a:lnTo>
                <a:lnTo>
                  <a:pt x="276225" y="261938"/>
                </a:lnTo>
                <a:lnTo>
                  <a:pt x="280988" y="266700"/>
                </a:lnTo>
                <a:lnTo>
                  <a:pt x="290513" y="266700"/>
                </a:lnTo>
                <a:lnTo>
                  <a:pt x="300038" y="266700"/>
                </a:lnTo>
                <a:lnTo>
                  <a:pt x="304800" y="271463"/>
                </a:lnTo>
                <a:lnTo>
                  <a:pt x="309563" y="276225"/>
                </a:lnTo>
                <a:lnTo>
                  <a:pt x="319088" y="276225"/>
                </a:lnTo>
                <a:lnTo>
                  <a:pt x="328613" y="276225"/>
                </a:lnTo>
                <a:lnTo>
                  <a:pt x="338138" y="276225"/>
                </a:lnTo>
                <a:lnTo>
                  <a:pt x="342900" y="280988"/>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28625" y="290513"/>
                </a:lnTo>
                <a:lnTo>
                  <a:pt x="433388" y="295275"/>
                </a:lnTo>
                <a:lnTo>
                  <a:pt x="438150" y="300038"/>
                </a:lnTo>
                <a:lnTo>
                  <a:pt x="438150" y="309563"/>
                </a:lnTo>
                <a:lnTo>
                  <a:pt x="438150" y="319088"/>
                </a:lnTo>
                <a:lnTo>
                  <a:pt x="438150" y="328613"/>
                </a:lnTo>
                <a:lnTo>
                  <a:pt x="438150" y="338138"/>
                </a:lnTo>
                <a:lnTo>
                  <a:pt x="438150" y="347663"/>
                </a:lnTo>
                <a:lnTo>
                  <a:pt x="438150" y="357188"/>
                </a:lnTo>
                <a:lnTo>
                  <a:pt x="438150" y="366713"/>
                </a:lnTo>
                <a:lnTo>
                  <a:pt x="438150" y="376238"/>
                </a:lnTo>
                <a:lnTo>
                  <a:pt x="438150" y="385763"/>
                </a:lnTo>
                <a:lnTo>
                  <a:pt x="438150" y="395288"/>
                </a:lnTo>
                <a:lnTo>
                  <a:pt x="438150" y="404813"/>
                </a:lnTo>
                <a:lnTo>
                  <a:pt x="438150" y="414338"/>
                </a:lnTo>
                <a:lnTo>
                  <a:pt x="438150" y="423863"/>
                </a:lnTo>
                <a:lnTo>
                  <a:pt x="438150" y="433388"/>
                </a:lnTo>
                <a:lnTo>
                  <a:pt x="442913" y="438150"/>
                </a:lnTo>
                <a:lnTo>
                  <a:pt x="452438" y="438150"/>
                </a:lnTo>
                <a:lnTo>
                  <a:pt x="461963" y="438150"/>
                </a:lnTo>
                <a:lnTo>
                  <a:pt x="471488" y="438150"/>
                </a:lnTo>
                <a:lnTo>
                  <a:pt x="481013" y="438150"/>
                </a:lnTo>
                <a:lnTo>
                  <a:pt x="490538" y="438150"/>
                </a:lnTo>
                <a:lnTo>
                  <a:pt x="500063" y="438150"/>
                </a:lnTo>
                <a:lnTo>
                  <a:pt x="509588" y="438150"/>
                </a:lnTo>
                <a:lnTo>
                  <a:pt x="519113" y="438150"/>
                </a:lnTo>
                <a:lnTo>
                  <a:pt x="528638" y="438150"/>
                </a:lnTo>
                <a:lnTo>
                  <a:pt x="538163" y="438150"/>
                </a:lnTo>
                <a:lnTo>
                  <a:pt x="547688" y="438150"/>
                </a:lnTo>
                <a:lnTo>
                  <a:pt x="557213" y="438150"/>
                </a:lnTo>
                <a:lnTo>
                  <a:pt x="566738" y="438150"/>
                </a:lnTo>
                <a:lnTo>
                  <a:pt x="576263" y="438150"/>
                </a:lnTo>
                <a:lnTo>
                  <a:pt x="585788" y="438150"/>
                </a:lnTo>
                <a:lnTo>
                  <a:pt x="595313" y="438150"/>
                </a:lnTo>
                <a:lnTo>
                  <a:pt x="604838" y="438150"/>
                </a:lnTo>
                <a:lnTo>
                  <a:pt x="614363" y="438150"/>
                </a:lnTo>
                <a:lnTo>
                  <a:pt x="623888" y="438150"/>
                </a:lnTo>
                <a:lnTo>
                  <a:pt x="633413" y="438150"/>
                </a:lnTo>
                <a:lnTo>
                  <a:pt x="642938" y="438150"/>
                </a:lnTo>
                <a:lnTo>
                  <a:pt x="652463" y="438150"/>
                </a:lnTo>
                <a:lnTo>
                  <a:pt x="661988" y="438150"/>
                </a:lnTo>
                <a:lnTo>
                  <a:pt x="671513" y="438150"/>
                </a:lnTo>
                <a:lnTo>
                  <a:pt x="681038" y="438150"/>
                </a:lnTo>
                <a:lnTo>
                  <a:pt x="690563" y="438150"/>
                </a:lnTo>
                <a:lnTo>
                  <a:pt x="700088" y="438150"/>
                </a:lnTo>
                <a:lnTo>
                  <a:pt x="709613" y="438150"/>
                </a:lnTo>
                <a:lnTo>
                  <a:pt x="719138" y="438150"/>
                </a:lnTo>
                <a:lnTo>
                  <a:pt x="728663" y="438150"/>
                </a:lnTo>
                <a:lnTo>
                  <a:pt x="738188" y="438150"/>
                </a:lnTo>
                <a:lnTo>
                  <a:pt x="747713" y="438150"/>
                </a:lnTo>
                <a:lnTo>
                  <a:pt x="757238" y="438150"/>
                </a:lnTo>
                <a:lnTo>
                  <a:pt x="766763" y="438150"/>
                </a:lnTo>
                <a:lnTo>
                  <a:pt x="776288" y="438150"/>
                </a:lnTo>
                <a:lnTo>
                  <a:pt x="785813" y="438150"/>
                </a:lnTo>
                <a:lnTo>
                  <a:pt x="795338" y="438150"/>
                </a:lnTo>
                <a:lnTo>
                  <a:pt x="804863" y="438150"/>
                </a:lnTo>
                <a:lnTo>
                  <a:pt x="814388" y="438150"/>
                </a:lnTo>
                <a:lnTo>
                  <a:pt x="823913" y="438150"/>
                </a:lnTo>
                <a:lnTo>
                  <a:pt x="833438" y="438150"/>
                </a:lnTo>
                <a:lnTo>
                  <a:pt x="842963" y="438150"/>
                </a:lnTo>
                <a:lnTo>
                  <a:pt x="852488" y="438150"/>
                </a:lnTo>
                <a:lnTo>
                  <a:pt x="862013" y="438150"/>
                </a:lnTo>
                <a:lnTo>
                  <a:pt x="871538" y="438150"/>
                </a:lnTo>
                <a:lnTo>
                  <a:pt x="881063" y="438150"/>
                </a:lnTo>
                <a:lnTo>
                  <a:pt x="890588" y="438150"/>
                </a:lnTo>
                <a:lnTo>
                  <a:pt x="900113" y="438150"/>
                </a:lnTo>
                <a:lnTo>
                  <a:pt x="909638" y="438150"/>
                </a:lnTo>
                <a:lnTo>
                  <a:pt x="919163" y="438150"/>
                </a:lnTo>
                <a:lnTo>
                  <a:pt x="928688" y="438150"/>
                </a:lnTo>
                <a:lnTo>
                  <a:pt x="938213" y="438150"/>
                </a:lnTo>
                <a:lnTo>
                  <a:pt x="947738" y="438150"/>
                </a:lnTo>
                <a:lnTo>
                  <a:pt x="957263" y="438150"/>
                </a:lnTo>
                <a:lnTo>
                  <a:pt x="966788" y="438150"/>
                </a:lnTo>
                <a:lnTo>
                  <a:pt x="976313" y="438150"/>
                </a:lnTo>
                <a:lnTo>
                  <a:pt x="985838" y="438150"/>
                </a:lnTo>
                <a:lnTo>
                  <a:pt x="995363" y="438150"/>
                </a:lnTo>
                <a:lnTo>
                  <a:pt x="1004888" y="438150"/>
                </a:lnTo>
                <a:lnTo>
                  <a:pt x="1014413" y="438150"/>
                </a:lnTo>
                <a:lnTo>
                  <a:pt x="1023938" y="438150"/>
                </a:lnTo>
                <a:lnTo>
                  <a:pt x="1033463" y="438150"/>
                </a:lnTo>
                <a:lnTo>
                  <a:pt x="1042988" y="438150"/>
                </a:lnTo>
                <a:lnTo>
                  <a:pt x="1052513" y="438150"/>
                </a:lnTo>
                <a:lnTo>
                  <a:pt x="1062038" y="438150"/>
                </a:lnTo>
                <a:lnTo>
                  <a:pt x="1071563" y="438150"/>
                </a:lnTo>
                <a:lnTo>
                  <a:pt x="1076325" y="442913"/>
                </a:lnTo>
                <a:lnTo>
                  <a:pt x="1076325" y="452438"/>
                </a:lnTo>
                <a:lnTo>
                  <a:pt x="1076325" y="461963"/>
                </a:lnTo>
                <a:lnTo>
                  <a:pt x="1076325" y="471488"/>
                </a:lnTo>
                <a:lnTo>
                  <a:pt x="1076325" y="481013"/>
                </a:lnTo>
                <a:lnTo>
                  <a:pt x="1076325" y="490538"/>
                </a:lnTo>
                <a:lnTo>
                  <a:pt x="1076325" y="500063"/>
                </a:lnTo>
                <a:lnTo>
                  <a:pt x="1076325" y="509588"/>
                </a:lnTo>
                <a:lnTo>
                  <a:pt x="1076325" y="519113"/>
                </a:lnTo>
                <a:lnTo>
                  <a:pt x="1076325" y="528638"/>
                </a:lnTo>
                <a:lnTo>
                  <a:pt x="1076325" y="538163"/>
                </a:lnTo>
                <a:lnTo>
                  <a:pt x="1076325" y="547688"/>
                </a:lnTo>
                <a:lnTo>
                  <a:pt x="1076325" y="557213"/>
                </a:lnTo>
                <a:lnTo>
                  <a:pt x="1076325" y="566738"/>
                </a:lnTo>
                <a:lnTo>
                  <a:pt x="1076325" y="576263"/>
                </a:lnTo>
                <a:lnTo>
                  <a:pt x="1076325" y="585788"/>
                </a:lnTo>
                <a:lnTo>
                  <a:pt x="1076325" y="595313"/>
                </a:lnTo>
                <a:lnTo>
                  <a:pt x="1076325" y="604838"/>
                </a:lnTo>
                <a:lnTo>
                  <a:pt x="1076325" y="614363"/>
                </a:lnTo>
                <a:lnTo>
                  <a:pt x="1076325" y="623888"/>
                </a:lnTo>
                <a:lnTo>
                  <a:pt x="1076325" y="633413"/>
                </a:lnTo>
                <a:lnTo>
                  <a:pt x="1076325" y="642938"/>
                </a:lnTo>
                <a:lnTo>
                  <a:pt x="1076325" y="652463"/>
                </a:lnTo>
                <a:lnTo>
                  <a:pt x="1076325" y="661988"/>
                </a:lnTo>
                <a:lnTo>
                  <a:pt x="1076325" y="671513"/>
                </a:lnTo>
                <a:lnTo>
                  <a:pt x="1076325" y="681038"/>
                </a:lnTo>
                <a:lnTo>
                  <a:pt x="1076325" y="690563"/>
                </a:lnTo>
                <a:lnTo>
                  <a:pt x="1076325" y="700088"/>
                </a:lnTo>
                <a:lnTo>
                  <a:pt x="1076325" y="709613"/>
                </a:lnTo>
                <a:lnTo>
                  <a:pt x="1076325" y="719138"/>
                </a:lnTo>
                <a:lnTo>
                  <a:pt x="1076325" y="728663"/>
                </a:lnTo>
                <a:lnTo>
                  <a:pt x="1076325" y="738188"/>
                </a:lnTo>
                <a:lnTo>
                  <a:pt x="1076325" y="747713"/>
                </a:lnTo>
                <a:lnTo>
                  <a:pt x="1076325" y="757238"/>
                </a:lnTo>
                <a:lnTo>
                  <a:pt x="1076325" y="766763"/>
                </a:lnTo>
                <a:lnTo>
                  <a:pt x="1076325" y="776288"/>
                </a:lnTo>
                <a:lnTo>
                  <a:pt x="1076325" y="785813"/>
                </a:lnTo>
                <a:lnTo>
                  <a:pt x="1076325" y="795338"/>
                </a:lnTo>
                <a:lnTo>
                  <a:pt x="1076325" y="804863"/>
                </a:lnTo>
                <a:lnTo>
                  <a:pt x="1076325" y="814388"/>
                </a:lnTo>
                <a:lnTo>
                  <a:pt x="1076325" y="823913"/>
                </a:lnTo>
                <a:lnTo>
                  <a:pt x="1076325" y="833438"/>
                </a:lnTo>
                <a:lnTo>
                  <a:pt x="1076325" y="842963"/>
                </a:lnTo>
                <a:lnTo>
                  <a:pt x="1076325" y="852488"/>
                </a:lnTo>
                <a:lnTo>
                  <a:pt x="1076325" y="862013"/>
                </a:lnTo>
                <a:lnTo>
                  <a:pt x="1076325" y="871538"/>
                </a:lnTo>
                <a:lnTo>
                  <a:pt x="1071563" y="876300"/>
                </a:lnTo>
                <a:lnTo>
                  <a:pt x="1062038" y="876300"/>
                </a:lnTo>
                <a:lnTo>
                  <a:pt x="1052513" y="876300"/>
                </a:lnTo>
                <a:lnTo>
                  <a:pt x="1042988" y="876300"/>
                </a:lnTo>
                <a:lnTo>
                  <a:pt x="1033463" y="876300"/>
                </a:lnTo>
                <a:lnTo>
                  <a:pt x="1023938" y="876300"/>
                </a:lnTo>
                <a:lnTo>
                  <a:pt x="1014413" y="876300"/>
                </a:lnTo>
                <a:lnTo>
                  <a:pt x="1004888" y="876300"/>
                </a:lnTo>
                <a:lnTo>
                  <a:pt x="995363" y="876300"/>
                </a:lnTo>
                <a:lnTo>
                  <a:pt x="985838" y="876300"/>
                </a:lnTo>
                <a:lnTo>
                  <a:pt x="976313" y="876300"/>
                </a:lnTo>
                <a:lnTo>
                  <a:pt x="966788" y="876300"/>
                </a:lnTo>
                <a:lnTo>
                  <a:pt x="957263" y="876300"/>
                </a:lnTo>
                <a:lnTo>
                  <a:pt x="947738" y="876300"/>
                </a:lnTo>
                <a:lnTo>
                  <a:pt x="938213" y="876300"/>
                </a:lnTo>
                <a:lnTo>
                  <a:pt x="928688" y="876300"/>
                </a:lnTo>
                <a:lnTo>
                  <a:pt x="919163" y="876300"/>
                </a:lnTo>
                <a:lnTo>
                  <a:pt x="909638" y="876300"/>
                </a:lnTo>
                <a:lnTo>
                  <a:pt x="900113" y="876300"/>
                </a:lnTo>
                <a:lnTo>
                  <a:pt x="890588" y="876300"/>
                </a:lnTo>
                <a:lnTo>
                  <a:pt x="881063" y="876300"/>
                </a:lnTo>
                <a:lnTo>
                  <a:pt x="871538" y="876300"/>
                </a:lnTo>
                <a:lnTo>
                  <a:pt x="862013" y="876300"/>
                </a:lnTo>
                <a:lnTo>
                  <a:pt x="852488" y="876300"/>
                </a:lnTo>
                <a:lnTo>
                  <a:pt x="842963" y="876300"/>
                </a:lnTo>
                <a:lnTo>
                  <a:pt x="833438" y="876300"/>
                </a:lnTo>
                <a:lnTo>
                  <a:pt x="823913" y="876300"/>
                </a:lnTo>
                <a:lnTo>
                  <a:pt x="814388" y="876300"/>
                </a:lnTo>
                <a:lnTo>
                  <a:pt x="804863" y="876300"/>
                </a:lnTo>
                <a:lnTo>
                  <a:pt x="795338" y="876300"/>
                </a:lnTo>
                <a:lnTo>
                  <a:pt x="785813" y="876300"/>
                </a:lnTo>
                <a:lnTo>
                  <a:pt x="776288" y="876300"/>
                </a:lnTo>
                <a:lnTo>
                  <a:pt x="766763" y="876300"/>
                </a:lnTo>
                <a:lnTo>
                  <a:pt x="757238" y="876300"/>
                </a:lnTo>
                <a:lnTo>
                  <a:pt x="747713" y="876300"/>
                </a:lnTo>
                <a:lnTo>
                  <a:pt x="738188" y="876300"/>
                </a:lnTo>
                <a:lnTo>
                  <a:pt x="728663" y="876300"/>
                </a:lnTo>
                <a:lnTo>
                  <a:pt x="719138" y="876300"/>
                </a:lnTo>
                <a:lnTo>
                  <a:pt x="709613" y="876300"/>
                </a:lnTo>
                <a:lnTo>
                  <a:pt x="700088" y="876300"/>
                </a:lnTo>
                <a:lnTo>
                  <a:pt x="690563" y="876300"/>
                </a:lnTo>
                <a:lnTo>
                  <a:pt x="681038" y="876300"/>
                </a:lnTo>
                <a:lnTo>
                  <a:pt x="671513" y="876300"/>
                </a:lnTo>
                <a:lnTo>
                  <a:pt x="661988" y="876300"/>
                </a:lnTo>
                <a:lnTo>
                  <a:pt x="652463" y="876300"/>
                </a:lnTo>
                <a:lnTo>
                  <a:pt x="642938" y="876300"/>
                </a:lnTo>
                <a:lnTo>
                  <a:pt x="633413" y="876300"/>
                </a:lnTo>
                <a:lnTo>
                  <a:pt x="623888" y="876300"/>
                </a:lnTo>
                <a:lnTo>
                  <a:pt x="614363" y="876300"/>
                </a:lnTo>
                <a:lnTo>
                  <a:pt x="604838" y="876300"/>
                </a:lnTo>
                <a:lnTo>
                  <a:pt x="595313" y="876300"/>
                </a:lnTo>
                <a:lnTo>
                  <a:pt x="585788" y="876300"/>
                </a:lnTo>
                <a:lnTo>
                  <a:pt x="576263" y="876300"/>
                </a:lnTo>
                <a:lnTo>
                  <a:pt x="566738" y="876300"/>
                </a:lnTo>
                <a:lnTo>
                  <a:pt x="557213" y="876300"/>
                </a:lnTo>
                <a:lnTo>
                  <a:pt x="547688" y="876300"/>
                </a:lnTo>
                <a:lnTo>
                  <a:pt x="538163" y="876300"/>
                </a:lnTo>
                <a:lnTo>
                  <a:pt x="528638" y="876300"/>
                </a:lnTo>
                <a:lnTo>
                  <a:pt x="519113" y="876300"/>
                </a:lnTo>
                <a:lnTo>
                  <a:pt x="509588" y="876300"/>
                </a:lnTo>
                <a:lnTo>
                  <a:pt x="500063" y="876300"/>
                </a:lnTo>
                <a:lnTo>
                  <a:pt x="490538" y="876300"/>
                </a:lnTo>
                <a:lnTo>
                  <a:pt x="481013" y="876300"/>
                </a:lnTo>
                <a:lnTo>
                  <a:pt x="471488" y="876300"/>
                </a:lnTo>
                <a:lnTo>
                  <a:pt x="461963" y="876300"/>
                </a:lnTo>
                <a:lnTo>
                  <a:pt x="452438" y="876300"/>
                </a:lnTo>
                <a:lnTo>
                  <a:pt x="442913" y="876300"/>
                </a:lnTo>
                <a:lnTo>
                  <a:pt x="433388" y="876300"/>
                </a:lnTo>
                <a:lnTo>
                  <a:pt x="423863" y="876300"/>
                </a:lnTo>
                <a:lnTo>
                  <a:pt x="414338" y="876300"/>
                </a:lnTo>
                <a:lnTo>
                  <a:pt x="404813" y="876300"/>
                </a:lnTo>
                <a:lnTo>
                  <a:pt x="395288" y="876300"/>
                </a:lnTo>
                <a:lnTo>
                  <a:pt x="385763" y="876300"/>
                </a:lnTo>
                <a:lnTo>
                  <a:pt x="376238" y="876300"/>
                </a:lnTo>
                <a:lnTo>
                  <a:pt x="366713" y="876300"/>
                </a:lnTo>
                <a:lnTo>
                  <a:pt x="357188" y="876300"/>
                </a:lnTo>
                <a:lnTo>
                  <a:pt x="347663" y="876300"/>
                </a:lnTo>
                <a:lnTo>
                  <a:pt x="338138" y="876300"/>
                </a:lnTo>
                <a:lnTo>
                  <a:pt x="328613" y="876300"/>
                </a:lnTo>
                <a:lnTo>
                  <a:pt x="319088" y="876300"/>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14288" y="781050"/>
                </a:moveTo>
                <a:lnTo>
                  <a:pt x="9525" y="785813"/>
                </a:lnTo>
                <a:lnTo>
                  <a:pt x="9525" y="795338"/>
                </a:lnTo>
                <a:lnTo>
                  <a:pt x="9525" y="804863"/>
                </a:lnTo>
                <a:lnTo>
                  <a:pt x="9525" y="814388"/>
                </a:lnTo>
                <a:lnTo>
                  <a:pt x="9525" y="823913"/>
                </a:lnTo>
                <a:lnTo>
                  <a:pt x="9525" y="833438"/>
                </a:lnTo>
                <a:lnTo>
                  <a:pt x="9525" y="842963"/>
                </a:lnTo>
                <a:lnTo>
                  <a:pt x="9525" y="852488"/>
                </a:lnTo>
                <a:lnTo>
                  <a:pt x="9525" y="862013"/>
                </a:lnTo>
                <a:lnTo>
                  <a:pt x="14288" y="866775"/>
                </a:lnTo>
                <a:lnTo>
                  <a:pt x="23813" y="866775"/>
                </a:lnTo>
                <a:lnTo>
                  <a:pt x="33338" y="866775"/>
                </a:lnTo>
                <a:lnTo>
                  <a:pt x="42863" y="866775"/>
                </a:lnTo>
                <a:lnTo>
                  <a:pt x="52388" y="866775"/>
                </a:lnTo>
                <a:lnTo>
                  <a:pt x="61913" y="866775"/>
                </a:lnTo>
                <a:lnTo>
                  <a:pt x="71438" y="866775"/>
                </a:lnTo>
                <a:lnTo>
                  <a:pt x="80963" y="866775"/>
                </a:lnTo>
                <a:lnTo>
                  <a:pt x="85725" y="862013"/>
                </a:lnTo>
                <a:lnTo>
                  <a:pt x="80963" y="857250"/>
                </a:lnTo>
                <a:lnTo>
                  <a:pt x="76200" y="852488"/>
                </a:lnTo>
                <a:lnTo>
                  <a:pt x="71438" y="847725"/>
                </a:lnTo>
                <a:lnTo>
                  <a:pt x="66675" y="842963"/>
                </a:lnTo>
                <a:lnTo>
                  <a:pt x="61913" y="838200"/>
                </a:lnTo>
                <a:lnTo>
                  <a:pt x="57150" y="833438"/>
                </a:lnTo>
                <a:lnTo>
                  <a:pt x="57150" y="823913"/>
                </a:lnTo>
                <a:lnTo>
                  <a:pt x="52388" y="819150"/>
                </a:lnTo>
                <a:lnTo>
                  <a:pt x="47625" y="814388"/>
                </a:lnTo>
                <a:lnTo>
                  <a:pt x="42863" y="809625"/>
                </a:lnTo>
                <a:lnTo>
                  <a:pt x="38100" y="804863"/>
                </a:lnTo>
                <a:lnTo>
                  <a:pt x="38100" y="795338"/>
                </a:lnTo>
                <a:lnTo>
                  <a:pt x="33338" y="790575"/>
                </a:lnTo>
                <a:lnTo>
                  <a:pt x="28575" y="785813"/>
                </a:lnTo>
                <a:lnTo>
                  <a:pt x="23813" y="781050"/>
                </a:lnTo>
                <a:lnTo>
                  <a:pt x="14288" y="781050"/>
                </a:lnTo>
                <a:close/>
                <a:moveTo>
                  <a:pt x="1052513" y="781050"/>
                </a:moveTo>
                <a:lnTo>
                  <a:pt x="1047750" y="785813"/>
                </a:lnTo>
                <a:lnTo>
                  <a:pt x="1047750" y="795338"/>
                </a:lnTo>
                <a:lnTo>
                  <a:pt x="1042988" y="800100"/>
                </a:lnTo>
                <a:lnTo>
                  <a:pt x="1038225" y="804863"/>
                </a:lnTo>
                <a:lnTo>
                  <a:pt x="1033463" y="809625"/>
                </a:lnTo>
                <a:lnTo>
                  <a:pt x="1028700" y="814388"/>
                </a:lnTo>
                <a:lnTo>
                  <a:pt x="1028700" y="823913"/>
                </a:lnTo>
                <a:lnTo>
                  <a:pt x="1023938" y="828675"/>
                </a:lnTo>
                <a:lnTo>
                  <a:pt x="1019175" y="833438"/>
                </a:lnTo>
                <a:lnTo>
                  <a:pt x="1014413" y="838200"/>
                </a:lnTo>
                <a:lnTo>
                  <a:pt x="1009650" y="842963"/>
                </a:lnTo>
                <a:lnTo>
                  <a:pt x="1004888" y="847725"/>
                </a:lnTo>
                <a:lnTo>
                  <a:pt x="1000125" y="852488"/>
                </a:lnTo>
                <a:lnTo>
                  <a:pt x="995363" y="857250"/>
                </a:lnTo>
                <a:lnTo>
                  <a:pt x="990600" y="862013"/>
                </a:lnTo>
                <a:lnTo>
                  <a:pt x="995363" y="866775"/>
                </a:lnTo>
                <a:lnTo>
                  <a:pt x="1004888" y="866775"/>
                </a:lnTo>
                <a:lnTo>
                  <a:pt x="1014413" y="866775"/>
                </a:lnTo>
                <a:lnTo>
                  <a:pt x="1023938" y="866775"/>
                </a:lnTo>
                <a:lnTo>
                  <a:pt x="1033463" y="866775"/>
                </a:lnTo>
                <a:lnTo>
                  <a:pt x="1042988" y="866775"/>
                </a:lnTo>
                <a:lnTo>
                  <a:pt x="1052513" y="866775"/>
                </a:lnTo>
                <a:lnTo>
                  <a:pt x="1062038" y="866775"/>
                </a:lnTo>
                <a:lnTo>
                  <a:pt x="1066800" y="862013"/>
                </a:lnTo>
                <a:lnTo>
                  <a:pt x="1066800" y="852488"/>
                </a:lnTo>
                <a:lnTo>
                  <a:pt x="1066800" y="842963"/>
                </a:lnTo>
                <a:lnTo>
                  <a:pt x="1066800" y="833438"/>
                </a:lnTo>
                <a:lnTo>
                  <a:pt x="1066800" y="823913"/>
                </a:lnTo>
                <a:lnTo>
                  <a:pt x="1066800" y="814388"/>
                </a:lnTo>
                <a:lnTo>
                  <a:pt x="1066800" y="804863"/>
                </a:lnTo>
                <a:lnTo>
                  <a:pt x="1066800" y="795338"/>
                </a:lnTo>
                <a:lnTo>
                  <a:pt x="1066800" y="785813"/>
                </a:lnTo>
                <a:lnTo>
                  <a:pt x="1062038" y="781050"/>
                </a:lnTo>
                <a:lnTo>
                  <a:pt x="1052513" y="781050"/>
                </a:lnTo>
                <a:close/>
              </a:path>
            </a:pathLst>
          </a:custGeom>
          <a:solidFill xmlns:a="http://schemas.openxmlformats.org/drawingml/2006/main">
            <a:srgbClr val="97C087"/>
          </a:solidFill>
          <a:ln xmlns:a="http://schemas.openxmlformats.org/drawingml/2006/main" w="0">
            <a:noFill/>
            <a:prstDash val="solid"/>
          </a:ln>
        </p:spPr>
      </p:sp>
      <p:sp>
        <p:nvSpPr>
          <p:cNvPr id="488" name="layout-green-79-1">
            <a:extLst xmlns:a="http://schemas.openxmlformats.org/drawingml/2006/main">
              <a:ext uri="{FF2B5EF4-FFF2-40B4-BE49-F238E27FC236}">
                <a16:creationId xmlns:a16="http://schemas.microsoft.com/office/drawing/2014/main" id="{E1457B9D-5CBD-4308-B55D-BCCD5600B72E}"/>
              </a:ext>
            </a:extLst>
          </p:cNvPr>
          <p:cNvSpPr>
            <a:spLocks xmlns:a="http://schemas.openxmlformats.org/drawingml/2006/main" noGrp="1"/>
          </p:cNvSpPr>
          <p:nvPr/>
        </p:nvSpPr>
        <p:spPr>
          <a:xfrm xmlns:a="http://schemas.openxmlformats.org/drawingml/2006/main" rot="0">
            <a:off x="390525" y="3552825"/>
            <a:ext cx="171450" cy="85725"/>
          </a:xfrm>
          <a:custGeom xmlns:a="http://schemas.openxmlformats.org/drawingml/2006/main">
            <a:pathLst>
              <a:path w="171450" h="85725">
                <a:moveTo>
                  <a:pt x="152400" y="4763"/>
                </a:moveTo>
                <a:lnTo>
                  <a:pt x="157163" y="0"/>
                </a:lnTo>
                <a:lnTo>
                  <a:pt x="166688" y="0"/>
                </a:lnTo>
                <a:lnTo>
                  <a:pt x="171450" y="4763"/>
                </a:lnTo>
                <a:lnTo>
                  <a:pt x="171450" y="14288"/>
                </a:lnTo>
                <a:lnTo>
                  <a:pt x="171450" y="23813"/>
                </a:lnTo>
                <a:lnTo>
                  <a:pt x="166688" y="28575"/>
                </a:lnTo>
                <a:lnTo>
                  <a:pt x="161925" y="33338"/>
                </a:lnTo>
                <a:lnTo>
                  <a:pt x="161925" y="42863"/>
                </a:lnTo>
                <a:lnTo>
                  <a:pt x="166688" y="47625"/>
                </a:lnTo>
                <a:lnTo>
                  <a:pt x="171450" y="52388"/>
                </a:lnTo>
                <a:lnTo>
                  <a:pt x="171450" y="61913"/>
                </a:lnTo>
                <a:lnTo>
                  <a:pt x="171450" y="71438"/>
                </a:lnTo>
                <a:lnTo>
                  <a:pt x="171450" y="80963"/>
                </a:lnTo>
                <a:lnTo>
                  <a:pt x="166688" y="85725"/>
                </a:lnTo>
                <a:lnTo>
                  <a:pt x="157163" y="85725"/>
                </a:lnTo>
                <a:lnTo>
                  <a:pt x="147638" y="85725"/>
                </a:lnTo>
                <a:lnTo>
                  <a:pt x="138113" y="85725"/>
                </a:lnTo>
                <a:lnTo>
                  <a:pt x="128588" y="85725"/>
                </a:lnTo>
                <a:lnTo>
                  <a:pt x="119063" y="85725"/>
                </a:lnTo>
                <a:lnTo>
                  <a:pt x="109538" y="85725"/>
                </a:lnTo>
                <a:lnTo>
                  <a:pt x="100013" y="85725"/>
                </a:lnTo>
                <a:lnTo>
                  <a:pt x="90488" y="85725"/>
                </a:lnTo>
                <a:lnTo>
                  <a:pt x="85725" y="80963"/>
                </a:lnTo>
                <a:lnTo>
                  <a:pt x="80963" y="76200"/>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4763" y="57150"/>
                </a:lnTo>
                <a:lnTo>
                  <a:pt x="0" y="52388"/>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71438" y="19050"/>
                </a:lnTo>
                <a:lnTo>
                  <a:pt x="76200" y="14288"/>
                </a:lnTo>
                <a:lnTo>
                  <a:pt x="80963" y="9525"/>
                </a:lnTo>
                <a:lnTo>
                  <a:pt x="90488" y="9525"/>
                </a:lnTo>
                <a:lnTo>
                  <a:pt x="100013" y="9525"/>
                </a:lnTo>
                <a:lnTo>
                  <a:pt x="109538" y="9525"/>
                </a:lnTo>
                <a:lnTo>
                  <a:pt x="119063" y="9525"/>
                </a:lnTo>
                <a:lnTo>
                  <a:pt x="128588" y="9525"/>
                </a:lnTo>
                <a:lnTo>
                  <a:pt x="138113" y="9525"/>
                </a:lnTo>
                <a:lnTo>
                  <a:pt x="147638" y="9525"/>
                </a:lnTo>
                <a:lnTo>
                  <a:pt x="152400" y="4763"/>
                </a:lnTo>
                <a:close/>
              </a:path>
            </a:pathLst>
          </a:custGeom>
          <a:solidFill xmlns:a="http://schemas.openxmlformats.org/drawingml/2006/main">
            <a:srgbClr val="97C087"/>
          </a:solidFill>
          <a:ln xmlns:a="http://schemas.openxmlformats.org/drawingml/2006/main" w="0">
            <a:noFill/>
            <a:prstDash val="solid"/>
          </a:ln>
        </p:spPr>
      </p:sp>
      <p:sp>
        <p:nvSpPr>
          <p:cNvPr id="489" name="layout-green-80-0">
            <a:extLst xmlns:a="http://schemas.openxmlformats.org/drawingml/2006/main">
              <a:ext uri="{FF2B5EF4-FFF2-40B4-BE49-F238E27FC236}">
                <a16:creationId xmlns:a16="http://schemas.microsoft.com/office/drawing/2014/main" id="{29578B93-B06F-4B26-A867-06B7847DD7E3}"/>
              </a:ext>
            </a:extLst>
          </p:cNvPr>
          <p:cNvSpPr>
            <a:spLocks xmlns:a="http://schemas.openxmlformats.org/drawingml/2006/main" noGrp="1"/>
          </p:cNvSpPr>
          <p:nvPr/>
        </p:nvSpPr>
        <p:spPr>
          <a:xfrm xmlns:a="http://schemas.openxmlformats.org/drawingml/2006/main" rot="0">
            <a:off x="123825" y="3371850"/>
            <a:ext cx="1076325" cy="876300"/>
          </a:xfrm>
          <a:custGeom xmlns:a="http://schemas.openxmlformats.org/drawingml/2006/main">
            <a:pathLst>
              <a:path w="1076325" h="87630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14288" y="133350"/>
                </a:lnTo>
                <a:lnTo>
                  <a:pt x="19050" y="128588"/>
                </a:lnTo>
                <a:lnTo>
                  <a:pt x="19050" y="119063"/>
                </a:lnTo>
                <a:lnTo>
                  <a:pt x="23813" y="114300"/>
                </a:lnTo>
                <a:lnTo>
                  <a:pt x="28575" y="109538"/>
                </a:lnTo>
                <a:lnTo>
                  <a:pt x="33338" y="104775"/>
                </a:lnTo>
                <a:lnTo>
                  <a:pt x="38100" y="100013"/>
                </a:lnTo>
                <a:lnTo>
                  <a:pt x="42863" y="95250"/>
                </a:lnTo>
                <a:lnTo>
                  <a:pt x="47625" y="90488"/>
                </a:lnTo>
                <a:lnTo>
                  <a:pt x="47625" y="80963"/>
                </a:lnTo>
                <a:lnTo>
                  <a:pt x="52388" y="76200"/>
                </a:lnTo>
                <a:lnTo>
                  <a:pt x="57150" y="71438"/>
                </a:lnTo>
                <a:lnTo>
                  <a:pt x="61913" y="66675"/>
                </a:lnTo>
                <a:lnTo>
                  <a:pt x="66675" y="61913"/>
                </a:lnTo>
                <a:lnTo>
                  <a:pt x="66675" y="52388"/>
                </a:lnTo>
                <a:lnTo>
                  <a:pt x="71438" y="47625"/>
                </a:lnTo>
                <a:lnTo>
                  <a:pt x="80963" y="47625"/>
                </a:lnTo>
                <a:lnTo>
                  <a:pt x="85725" y="42863"/>
                </a:lnTo>
                <a:lnTo>
                  <a:pt x="85725" y="33338"/>
                </a:lnTo>
                <a:lnTo>
                  <a:pt x="90488" y="28575"/>
                </a:lnTo>
                <a:lnTo>
                  <a:pt x="95250" y="23813"/>
                </a:lnTo>
                <a:lnTo>
                  <a:pt x="100013" y="19050"/>
                </a:lnTo>
                <a:lnTo>
                  <a:pt x="104775" y="14288"/>
                </a:lnTo>
                <a:lnTo>
                  <a:pt x="109538" y="9525"/>
                </a:lnTo>
                <a:lnTo>
                  <a:pt x="114300" y="4763"/>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38150" y="4763"/>
                </a:lnTo>
                <a:lnTo>
                  <a:pt x="438150" y="14288"/>
                </a:lnTo>
                <a:lnTo>
                  <a:pt x="438150" y="23813"/>
                </a:lnTo>
                <a:lnTo>
                  <a:pt x="438150" y="33338"/>
                </a:lnTo>
                <a:lnTo>
                  <a:pt x="438150" y="42863"/>
                </a:lnTo>
                <a:lnTo>
                  <a:pt x="438150" y="52388"/>
                </a:lnTo>
                <a:lnTo>
                  <a:pt x="438150" y="61913"/>
                </a:lnTo>
                <a:lnTo>
                  <a:pt x="438150" y="71438"/>
                </a:lnTo>
                <a:lnTo>
                  <a:pt x="438150" y="80963"/>
                </a:lnTo>
                <a:lnTo>
                  <a:pt x="438150" y="90488"/>
                </a:lnTo>
                <a:lnTo>
                  <a:pt x="438150" y="100013"/>
                </a:lnTo>
                <a:lnTo>
                  <a:pt x="438150" y="109538"/>
                </a:lnTo>
                <a:lnTo>
                  <a:pt x="438150" y="119063"/>
                </a:lnTo>
                <a:lnTo>
                  <a:pt x="438150" y="128588"/>
                </a:lnTo>
                <a:lnTo>
                  <a:pt x="438150" y="138113"/>
                </a:lnTo>
                <a:lnTo>
                  <a:pt x="438150" y="147638"/>
                </a:lnTo>
                <a:lnTo>
                  <a:pt x="438150" y="157163"/>
                </a:lnTo>
                <a:lnTo>
                  <a:pt x="433388" y="161925"/>
                </a:lnTo>
                <a:lnTo>
                  <a:pt x="423863" y="161925"/>
                </a:lnTo>
                <a:lnTo>
                  <a:pt x="419100" y="166688"/>
                </a:lnTo>
                <a:lnTo>
                  <a:pt x="414338" y="171450"/>
                </a:lnTo>
                <a:lnTo>
                  <a:pt x="404813" y="171450"/>
                </a:lnTo>
                <a:lnTo>
                  <a:pt x="395288" y="171450"/>
                </a:lnTo>
                <a:lnTo>
                  <a:pt x="385763" y="171450"/>
                </a:lnTo>
                <a:lnTo>
                  <a:pt x="376238" y="171450"/>
                </a:lnTo>
                <a:lnTo>
                  <a:pt x="366713" y="171450"/>
                </a:lnTo>
                <a:lnTo>
                  <a:pt x="357188" y="171450"/>
                </a:lnTo>
                <a:lnTo>
                  <a:pt x="347663" y="171450"/>
                </a:lnTo>
                <a:lnTo>
                  <a:pt x="342900" y="176213"/>
                </a:lnTo>
                <a:lnTo>
                  <a:pt x="338138" y="180975"/>
                </a:lnTo>
                <a:lnTo>
                  <a:pt x="328613" y="180975"/>
                </a:lnTo>
                <a:lnTo>
                  <a:pt x="319088" y="180975"/>
                </a:lnTo>
                <a:lnTo>
                  <a:pt x="309563" y="180975"/>
                </a:lnTo>
                <a:lnTo>
                  <a:pt x="300038" y="180975"/>
                </a:lnTo>
                <a:lnTo>
                  <a:pt x="295275" y="185738"/>
                </a:lnTo>
                <a:lnTo>
                  <a:pt x="290513" y="190500"/>
                </a:lnTo>
                <a:lnTo>
                  <a:pt x="280988" y="190500"/>
                </a:lnTo>
                <a:lnTo>
                  <a:pt x="276225" y="195263"/>
                </a:lnTo>
                <a:lnTo>
                  <a:pt x="271463" y="200025"/>
                </a:lnTo>
                <a:lnTo>
                  <a:pt x="261938" y="200025"/>
                </a:lnTo>
                <a:lnTo>
                  <a:pt x="257175" y="204788"/>
                </a:lnTo>
                <a:lnTo>
                  <a:pt x="252413" y="209550"/>
                </a:lnTo>
                <a:lnTo>
                  <a:pt x="247650" y="214313"/>
                </a:lnTo>
                <a:lnTo>
                  <a:pt x="247650" y="223838"/>
                </a:lnTo>
                <a:lnTo>
                  <a:pt x="247650" y="233363"/>
                </a:lnTo>
                <a:lnTo>
                  <a:pt x="247650" y="242888"/>
                </a:lnTo>
                <a:lnTo>
                  <a:pt x="252413" y="247650"/>
                </a:lnTo>
                <a:lnTo>
                  <a:pt x="257175" y="252413"/>
                </a:lnTo>
                <a:lnTo>
                  <a:pt x="261938" y="257175"/>
                </a:lnTo>
                <a:lnTo>
                  <a:pt x="271463" y="257175"/>
                </a:lnTo>
                <a:lnTo>
                  <a:pt x="276225" y="261938"/>
                </a:lnTo>
                <a:lnTo>
                  <a:pt x="280988" y="266700"/>
                </a:lnTo>
                <a:lnTo>
                  <a:pt x="290513" y="266700"/>
                </a:lnTo>
                <a:lnTo>
                  <a:pt x="300038" y="266700"/>
                </a:lnTo>
                <a:lnTo>
                  <a:pt x="304800" y="271463"/>
                </a:lnTo>
                <a:lnTo>
                  <a:pt x="309563" y="276225"/>
                </a:lnTo>
                <a:lnTo>
                  <a:pt x="319088" y="276225"/>
                </a:lnTo>
                <a:lnTo>
                  <a:pt x="328613" y="276225"/>
                </a:lnTo>
                <a:lnTo>
                  <a:pt x="338138" y="276225"/>
                </a:lnTo>
                <a:lnTo>
                  <a:pt x="342900" y="280988"/>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28625" y="290513"/>
                </a:lnTo>
                <a:lnTo>
                  <a:pt x="433388" y="295275"/>
                </a:lnTo>
                <a:lnTo>
                  <a:pt x="438150" y="300038"/>
                </a:lnTo>
                <a:lnTo>
                  <a:pt x="438150" y="309563"/>
                </a:lnTo>
                <a:lnTo>
                  <a:pt x="438150" y="319088"/>
                </a:lnTo>
                <a:lnTo>
                  <a:pt x="438150" y="328613"/>
                </a:lnTo>
                <a:lnTo>
                  <a:pt x="438150" y="338138"/>
                </a:lnTo>
                <a:lnTo>
                  <a:pt x="438150" y="347663"/>
                </a:lnTo>
                <a:lnTo>
                  <a:pt x="438150" y="357188"/>
                </a:lnTo>
                <a:lnTo>
                  <a:pt x="438150" y="366713"/>
                </a:lnTo>
                <a:lnTo>
                  <a:pt x="438150" y="376238"/>
                </a:lnTo>
                <a:lnTo>
                  <a:pt x="438150" y="385763"/>
                </a:lnTo>
                <a:lnTo>
                  <a:pt x="438150" y="395288"/>
                </a:lnTo>
                <a:lnTo>
                  <a:pt x="438150" y="404813"/>
                </a:lnTo>
                <a:lnTo>
                  <a:pt x="438150" y="414338"/>
                </a:lnTo>
                <a:lnTo>
                  <a:pt x="438150" y="423863"/>
                </a:lnTo>
                <a:lnTo>
                  <a:pt x="438150" y="433388"/>
                </a:lnTo>
                <a:lnTo>
                  <a:pt x="442913" y="438150"/>
                </a:lnTo>
                <a:lnTo>
                  <a:pt x="452438" y="438150"/>
                </a:lnTo>
                <a:lnTo>
                  <a:pt x="461963" y="438150"/>
                </a:lnTo>
                <a:lnTo>
                  <a:pt x="471488" y="438150"/>
                </a:lnTo>
                <a:lnTo>
                  <a:pt x="481013" y="438150"/>
                </a:lnTo>
                <a:lnTo>
                  <a:pt x="490538" y="438150"/>
                </a:lnTo>
                <a:lnTo>
                  <a:pt x="500063" y="438150"/>
                </a:lnTo>
                <a:lnTo>
                  <a:pt x="509588" y="438150"/>
                </a:lnTo>
                <a:lnTo>
                  <a:pt x="519113" y="438150"/>
                </a:lnTo>
                <a:lnTo>
                  <a:pt x="528638" y="438150"/>
                </a:lnTo>
                <a:lnTo>
                  <a:pt x="538163" y="438150"/>
                </a:lnTo>
                <a:lnTo>
                  <a:pt x="547688" y="438150"/>
                </a:lnTo>
                <a:lnTo>
                  <a:pt x="557213" y="438150"/>
                </a:lnTo>
                <a:lnTo>
                  <a:pt x="566738" y="438150"/>
                </a:lnTo>
                <a:lnTo>
                  <a:pt x="576263" y="438150"/>
                </a:lnTo>
                <a:lnTo>
                  <a:pt x="585788" y="438150"/>
                </a:lnTo>
                <a:lnTo>
                  <a:pt x="595313" y="438150"/>
                </a:lnTo>
                <a:lnTo>
                  <a:pt x="604838" y="438150"/>
                </a:lnTo>
                <a:lnTo>
                  <a:pt x="614363" y="438150"/>
                </a:lnTo>
                <a:lnTo>
                  <a:pt x="623888" y="438150"/>
                </a:lnTo>
                <a:lnTo>
                  <a:pt x="633413" y="438150"/>
                </a:lnTo>
                <a:lnTo>
                  <a:pt x="642938" y="438150"/>
                </a:lnTo>
                <a:lnTo>
                  <a:pt x="652463" y="438150"/>
                </a:lnTo>
                <a:lnTo>
                  <a:pt x="661988" y="438150"/>
                </a:lnTo>
                <a:lnTo>
                  <a:pt x="671513" y="438150"/>
                </a:lnTo>
                <a:lnTo>
                  <a:pt x="681038" y="438150"/>
                </a:lnTo>
                <a:lnTo>
                  <a:pt x="690563" y="438150"/>
                </a:lnTo>
                <a:lnTo>
                  <a:pt x="700088" y="438150"/>
                </a:lnTo>
                <a:lnTo>
                  <a:pt x="709613" y="438150"/>
                </a:lnTo>
                <a:lnTo>
                  <a:pt x="719138" y="438150"/>
                </a:lnTo>
                <a:lnTo>
                  <a:pt x="728663" y="438150"/>
                </a:lnTo>
                <a:lnTo>
                  <a:pt x="738188" y="438150"/>
                </a:lnTo>
                <a:lnTo>
                  <a:pt x="747713" y="438150"/>
                </a:lnTo>
                <a:lnTo>
                  <a:pt x="757238" y="438150"/>
                </a:lnTo>
                <a:lnTo>
                  <a:pt x="766763" y="438150"/>
                </a:lnTo>
                <a:lnTo>
                  <a:pt x="776288" y="438150"/>
                </a:lnTo>
                <a:lnTo>
                  <a:pt x="785813" y="438150"/>
                </a:lnTo>
                <a:lnTo>
                  <a:pt x="795338" y="438150"/>
                </a:lnTo>
                <a:lnTo>
                  <a:pt x="804863" y="438150"/>
                </a:lnTo>
                <a:lnTo>
                  <a:pt x="814388" y="438150"/>
                </a:lnTo>
                <a:lnTo>
                  <a:pt x="823913" y="438150"/>
                </a:lnTo>
                <a:lnTo>
                  <a:pt x="833438" y="438150"/>
                </a:lnTo>
                <a:lnTo>
                  <a:pt x="842963" y="438150"/>
                </a:lnTo>
                <a:lnTo>
                  <a:pt x="852488" y="438150"/>
                </a:lnTo>
                <a:lnTo>
                  <a:pt x="862013" y="438150"/>
                </a:lnTo>
                <a:lnTo>
                  <a:pt x="871538" y="438150"/>
                </a:lnTo>
                <a:lnTo>
                  <a:pt x="881063" y="438150"/>
                </a:lnTo>
                <a:lnTo>
                  <a:pt x="890588" y="438150"/>
                </a:lnTo>
                <a:lnTo>
                  <a:pt x="900113" y="438150"/>
                </a:lnTo>
                <a:lnTo>
                  <a:pt x="909638" y="438150"/>
                </a:lnTo>
                <a:lnTo>
                  <a:pt x="919163" y="438150"/>
                </a:lnTo>
                <a:lnTo>
                  <a:pt x="928688" y="438150"/>
                </a:lnTo>
                <a:lnTo>
                  <a:pt x="938213" y="438150"/>
                </a:lnTo>
                <a:lnTo>
                  <a:pt x="947738" y="438150"/>
                </a:lnTo>
                <a:lnTo>
                  <a:pt x="957263" y="438150"/>
                </a:lnTo>
                <a:lnTo>
                  <a:pt x="966788" y="438150"/>
                </a:lnTo>
                <a:lnTo>
                  <a:pt x="976313" y="438150"/>
                </a:lnTo>
                <a:lnTo>
                  <a:pt x="985838" y="438150"/>
                </a:lnTo>
                <a:lnTo>
                  <a:pt x="995363" y="438150"/>
                </a:lnTo>
                <a:lnTo>
                  <a:pt x="1004888" y="438150"/>
                </a:lnTo>
                <a:lnTo>
                  <a:pt x="1014413" y="438150"/>
                </a:lnTo>
                <a:lnTo>
                  <a:pt x="1023938" y="438150"/>
                </a:lnTo>
                <a:lnTo>
                  <a:pt x="1033463" y="438150"/>
                </a:lnTo>
                <a:lnTo>
                  <a:pt x="1042988" y="438150"/>
                </a:lnTo>
                <a:lnTo>
                  <a:pt x="1052513" y="438150"/>
                </a:lnTo>
                <a:lnTo>
                  <a:pt x="1062038" y="438150"/>
                </a:lnTo>
                <a:lnTo>
                  <a:pt x="1071563" y="438150"/>
                </a:lnTo>
                <a:lnTo>
                  <a:pt x="1076325" y="442913"/>
                </a:lnTo>
                <a:lnTo>
                  <a:pt x="1076325" y="452438"/>
                </a:lnTo>
                <a:lnTo>
                  <a:pt x="1076325" y="461963"/>
                </a:lnTo>
                <a:lnTo>
                  <a:pt x="1076325" y="471488"/>
                </a:lnTo>
                <a:lnTo>
                  <a:pt x="1076325" y="481013"/>
                </a:lnTo>
                <a:lnTo>
                  <a:pt x="1076325" y="490538"/>
                </a:lnTo>
                <a:lnTo>
                  <a:pt x="1076325" y="500063"/>
                </a:lnTo>
                <a:lnTo>
                  <a:pt x="1076325" y="509588"/>
                </a:lnTo>
                <a:lnTo>
                  <a:pt x="1076325" y="519113"/>
                </a:lnTo>
                <a:lnTo>
                  <a:pt x="1076325" y="528638"/>
                </a:lnTo>
                <a:lnTo>
                  <a:pt x="1076325" y="538163"/>
                </a:lnTo>
                <a:lnTo>
                  <a:pt x="1076325" y="547688"/>
                </a:lnTo>
                <a:lnTo>
                  <a:pt x="1076325" y="557213"/>
                </a:lnTo>
                <a:lnTo>
                  <a:pt x="1076325" y="566738"/>
                </a:lnTo>
                <a:lnTo>
                  <a:pt x="1076325" y="576263"/>
                </a:lnTo>
                <a:lnTo>
                  <a:pt x="1076325" y="585788"/>
                </a:lnTo>
                <a:lnTo>
                  <a:pt x="1076325" y="595313"/>
                </a:lnTo>
                <a:lnTo>
                  <a:pt x="1076325" y="604838"/>
                </a:lnTo>
                <a:lnTo>
                  <a:pt x="1076325" y="614363"/>
                </a:lnTo>
                <a:lnTo>
                  <a:pt x="1076325" y="623888"/>
                </a:lnTo>
                <a:lnTo>
                  <a:pt x="1076325" y="633413"/>
                </a:lnTo>
                <a:lnTo>
                  <a:pt x="1076325" y="642938"/>
                </a:lnTo>
                <a:lnTo>
                  <a:pt x="1076325" y="652463"/>
                </a:lnTo>
                <a:lnTo>
                  <a:pt x="1076325" y="661988"/>
                </a:lnTo>
                <a:lnTo>
                  <a:pt x="1076325" y="671513"/>
                </a:lnTo>
                <a:lnTo>
                  <a:pt x="1076325" y="681038"/>
                </a:lnTo>
                <a:lnTo>
                  <a:pt x="1076325" y="690563"/>
                </a:lnTo>
                <a:lnTo>
                  <a:pt x="1076325" y="700088"/>
                </a:lnTo>
                <a:lnTo>
                  <a:pt x="1076325" y="709613"/>
                </a:lnTo>
                <a:lnTo>
                  <a:pt x="1076325" y="719138"/>
                </a:lnTo>
                <a:lnTo>
                  <a:pt x="1076325" y="728663"/>
                </a:lnTo>
                <a:lnTo>
                  <a:pt x="1076325" y="738188"/>
                </a:lnTo>
                <a:lnTo>
                  <a:pt x="1076325" y="747713"/>
                </a:lnTo>
                <a:lnTo>
                  <a:pt x="1076325" y="757238"/>
                </a:lnTo>
                <a:lnTo>
                  <a:pt x="1076325" y="766763"/>
                </a:lnTo>
                <a:lnTo>
                  <a:pt x="1076325" y="776288"/>
                </a:lnTo>
                <a:lnTo>
                  <a:pt x="1076325" y="785813"/>
                </a:lnTo>
                <a:lnTo>
                  <a:pt x="1076325" y="795338"/>
                </a:lnTo>
                <a:lnTo>
                  <a:pt x="1076325" y="804863"/>
                </a:lnTo>
                <a:lnTo>
                  <a:pt x="1076325" y="814388"/>
                </a:lnTo>
                <a:lnTo>
                  <a:pt x="1076325" y="823913"/>
                </a:lnTo>
                <a:lnTo>
                  <a:pt x="1076325" y="833438"/>
                </a:lnTo>
                <a:lnTo>
                  <a:pt x="1076325" y="842963"/>
                </a:lnTo>
                <a:lnTo>
                  <a:pt x="1076325" y="852488"/>
                </a:lnTo>
                <a:lnTo>
                  <a:pt x="1076325" y="862013"/>
                </a:lnTo>
                <a:lnTo>
                  <a:pt x="1076325" y="871538"/>
                </a:lnTo>
                <a:lnTo>
                  <a:pt x="1071563" y="876300"/>
                </a:lnTo>
                <a:lnTo>
                  <a:pt x="1062038" y="876300"/>
                </a:lnTo>
                <a:lnTo>
                  <a:pt x="1052513" y="876300"/>
                </a:lnTo>
                <a:lnTo>
                  <a:pt x="1042988" y="876300"/>
                </a:lnTo>
                <a:lnTo>
                  <a:pt x="1033463" y="876300"/>
                </a:lnTo>
                <a:lnTo>
                  <a:pt x="1023938" y="876300"/>
                </a:lnTo>
                <a:lnTo>
                  <a:pt x="1014413" y="876300"/>
                </a:lnTo>
                <a:lnTo>
                  <a:pt x="1004888" y="876300"/>
                </a:lnTo>
                <a:lnTo>
                  <a:pt x="995363" y="876300"/>
                </a:lnTo>
                <a:lnTo>
                  <a:pt x="985838" y="876300"/>
                </a:lnTo>
                <a:lnTo>
                  <a:pt x="976313" y="876300"/>
                </a:lnTo>
                <a:lnTo>
                  <a:pt x="966788" y="876300"/>
                </a:lnTo>
                <a:lnTo>
                  <a:pt x="957263" y="876300"/>
                </a:lnTo>
                <a:lnTo>
                  <a:pt x="947738" y="876300"/>
                </a:lnTo>
                <a:lnTo>
                  <a:pt x="938213" y="876300"/>
                </a:lnTo>
                <a:lnTo>
                  <a:pt x="928688" y="876300"/>
                </a:lnTo>
                <a:lnTo>
                  <a:pt x="919163" y="876300"/>
                </a:lnTo>
                <a:lnTo>
                  <a:pt x="909638" y="876300"/>
                </a:lnTo>
                <a:lnTo>
                  <a:pt x="900113" y="876300"/>
                </a:lnTo>
                <a:lnTo>
                  <a:pt x="890588" y="876300"/>
                </a:lnTo>
                <a:lnTo>
                  <a:pt x="881063" y="876300"/>
                </a:lnTo>
                <a:lnTo>
                  <a:pt x="871538" y="876300"/>
                </a:lnTo>
                <a:lnTo>
                  <a:pt x="862013" y="876300"/>
                </a:lnTo>
                <a:lnTo>
                  <a:pt x="852488" y="876300"/>
                </a:lnTo>
                <a:lnTo>
                  <a:pt x="842963" y="876300"/>
                </a:lnTo>
                <a:lnTo>
                  <a:pt x="833438" y="876300"/>
                </a:lnTo>
                <a:lnTo>
                  <a:pt x="823913" y="876300"/>
                </a:lnTo>
                <a:lnTo>
                  <a:pt x="814388" y="876300"/>
                </a:lnTo>
                <a:lnTo>
                  <a:pt x="804863" y="876300"/>
                </a:lnTo>
                <a:lnTo>
                  <a:pt x="795338" y="876300"/>
                </a:lnTo>
                <a:lnTo>
                  <a:pt x="785813" y="876300"/>
                </a:lnTo>
                <a:lnTo>
                  <a:pt x="776288" y="876300"/>
                </a:lnTo>
                <a:lnTo>
                  <a:pt x="766763" y="876300"/>
                </a:lnTo>
                <a:lnTo>
                  <a:pt x="757238" y="876300"/>
                </a:lnTo>
                <a:lnTo>
                  <a:pt x="747713" y="876300"/>
                </a:lnTo>
                <a:lnTo>
                  <a:pt x="738188" y="876300"/>
                </a:lnTo>
                <a:lnTo>
                  <a:pt x="728663" y="876300"/>
                </a:lnTo>
                <a:lnTo>
                  <a:pt x="719138" y="876300"/>
                </a:lnTo>
                <a:lnTo>
                  <a:pt x="709613" y="876300"/>
                </a:lnTo>
                <a:lnTo>
                  <a:pt x="700088" y="876300"/>
                </a:lnTo>
                <a:lnTo>
                  <a:pt x="690563" y="876300"/>
                </a:lnTo>
                <a:lnTo>
                  <a:pt x="681038" y="876300"/>
                </a:lnTo>
                <a:lnTo>
                  <a:pt x="671513" y="876300"/>
                </a:lnTo>
                <a:lnTo>
                  <a:pt x="661988" y="876300"/>
                </a:lnTo>
                <a:lnTo>
                  <a:pt x="652463" y="876300"/>
                </a:lnTo>
                <a:lnTo>
                  <a:pt x="642938" y="876300"/>
                </a:lnTo>
                <a:lnTo>
                  <a:pt x="633413" y="876300"/>
                </a:lnTo>
                <a:lnTo>
                  <a:pt x="623888" y="876300"/>
                </a:lnTo>
                <a:lnTo>
                  <a:pt x="614363" y="876300"/>
                </a:lnTo>
                <a:lnTo>
                  <a:pt x="604838" y="876300"/>
                </a:lnTo>
                <a:lnTo>
                  <a:pt x="595313" y="876300"/>
                </a:lnTo>
                <a:lnTo>
                  <a:pt x="585788" y="876300"/>
                </a:lnTo>
                <a:lnTo>
                  <a:pt x="576263" y="876300"/>
                </a:lnTo>
                <a:lnTo>
                  <a:pt x="566738" y="876300"/>
                </a:lnTo>
                <a:lnTo>
                  <a:pt x="557213" y="876300"/>
                </a:lnTo>
                <a:lnTo>
                  <a:pt x="547688" y="876300"/>
                </a:lnTo>
                <a:lnTo>
                  <a:pt x="538163" y="876300"/>
                </a:lnTo>
                <a:lnTo>
                  <a:pt x="528638" y="876300"/>
                </a:lnTo>
                <a:lnTo>
                  <a:pt x="519113" y="876300"/>
                </a:lnTo>
                <a:lnTo>
                  <a:pt x="509588" y="876300"/>
                </a:lnTo>
                <a:lnTo>
                  <a:pt x="500063" y="876300"/>
                </a:lnTo>
                <a:lnTo>
                  <a:pt x="490538" y="876300"/>
                </a:lnTo>
                <a:lnTo>
                  <a:pt x="481013" y="876300"/>
                </a:lnTo>
                <a:lnTo>
                  <a:pt x="471488" y="876300"/>
                </a:lnTo>
                <a:lnTo>
                  <a:pt x="461963" y="876300"/>
                </a:lnTo>
                <a:lnTo>
                  <a:pt x="452438" y="876300"/>
                </a:lnTo>
                <a:lnTo>
                  <a:pt x="442913" y="876300"/>
                </a:lnTo>
                <a:lnTo>
                  <a:pt x="433388" y="876300"/>
                </a:lnTo>
                <a:lnTo>
                  <a:pt x="423863" y="876300"/>
                </a:lnTo>
                <a:lnTo>
                  <a:pt x="414338" y="876300"/>
                </a:lnTo>
                <a:lnTo>
                  <a:pt x="404813" y="876300"/>
                </a:lnTo>
                <a:lnTo>
                  <a:pt x="395288" y="876300"/>
                </a:lnTo>
                <a:lnTo>
                  <a:pt x="385763" y="876300"/>
                </a:lnTo>
                <a:lnTo>
                  <a:pt x="376238" y="876300"/>
                </a:lnTo>
                <a:lnTo>
                  <a:pt x="366713" y="876300"/>
                </a:lnTo>
                <a:lnTo>
                  <a:pt x="357188" y="876300"/>
                </a:lnTo>
                <a:lnTo>
                  <a:pt x="347663" y="876300"/>
                </a:lnTo>
                <a:lnTo>
                  <a:pt x="338138" y="876300"/>
                </a:lnTo>
                <a:lnTo>
                  <a:pt x="328613" y="876300"/>
                </a:lnTo>
                <a:lnTo>
                  <a:pt x="319088" y="876300"/>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14288" y="742950"/>
                </a:moveTo>
                <a:lnTo>
                  <a:pt x="9525" y="747713"/>
                </a:lnTo>
                <a:lnTo>
                  <a:pt x="9525" y="757238"/>
                </a:lnTo>
                <a:lnTo>
                  <a:pt x="9525" y="766763"/>
                </a:lnTo>
                <a:lnTo>
                  <a:pt x="9525" y="776288"/>
                </a:lnTo>
                <a:lnTo>
                  <a:pt x="9525" y="785813"/>
                </a:lnTo>
                <a:lnTo>
                  <a:pt x="9525" y="795338"/>
                </a:lnTo>
                <a:lnTo>
                  <a:pt x="9525" y="804863"/>
                </a:lnTo>
                <a:lnTo>
                  <a:pt x="9525" y="814388"/>
                </a:lnTo>
                <a:lnTo>
                  <a:pt x="9525" y="823913"/>
                </a:lnTo>
                <a:lnTo>
                  <a:pt x="9525" y="833438"/>
                </a:lnTo>
                <a:lnTo>
                  <a:pt x="9525" y="842963"/>
                </a:lnTo>
                <a:lnTo>
                  <a:pt x="9525" y="852488"/>
                </a:lnTo>
                <a:lnTo>
                  <a:pt x="9525" y="862013"/>
                </a:lnTo>
                <a:lnTo>
                  <a:pt x="14288" y="866775"/>
                </a:lnTo>
                <a:lnTo>
                  <a:pt x="23813" y="866775"/>
                </a:lnTo>
                <a:lnTo>
                  <a:pt x="33338" y="866775"/>
                </a:lnTo>
                <a:lnTo>
                  <a:pt x="42863" y="866775"/>
                </a:lnTo>
                <a:lnTo>
                  <a:pt x="52388" y="866775"/>
                </a:lnTo>
                <a:lnTo>
                  <a:pt x="61913" y="866775"/>
                </a:lnTo>
                <a:lnTo>
                  <a:pt x="71438" y="866775"/>
                </a:lnTo>
                <a:lnTo>
                  <a:pt x="80963" y="866775"/>
                </a:lnTo>
                <a:lnTo>
                  <a:pt x="90488" y="866775"/>
                </a:lnTo>
                <a:lnTo>
                  <a:pt x="100013" y="866775"/>
                </a:lnTo>
                <a:lnTo>
                  <a:pt x="104775" y="862013"/>
                </a:lnTo>
                <a:lnTo>
                  <a:pt x="100013" y="857250"/>
                </a:lnTo>
                <a:lnTo>
                  <a:pt x="95250" y="852488"/>
                </a:lnTo>
                <a:lnTo>
                  <a:pt x="95250" y="842963"/>
                </a:lnTo>
                <a:lnTo>
                  <a:pt x="90488" y="838200"/>
                </a:lnTo>
                <a:lnTo>
                  <a:pt x="85725" y="833438"/>
                </a:lnTo>
                <a:lnTo>
                  <a:pt x="80963" y="828675"/>
                </a:lnTo>
                <a:lnTo>
                  <a:pt x="76200" y="823913"/>
                </a:lnTo>
                <a:lnTo>
                  <a:pt x="71438" y="819150"/>
                </a:lnTo>
                <a:lnTo>
                  <a:pt x="66675" y="814388"/>
                </a:lnTo>
                <a:lnTo>
                  <a:pt x="61913" y="809625"/>
                </a:lnTo>
                <a:lnTo>
                  <a:pt x="57150" y="804863"/>
                </a:lnTo>
                <a:lnTo>
                  <a:pt x="57150" y="795338"/>
                </a:lnTo>
                <a:lnTo>
                  <a:pt x="52388" y="790575"/>
                </a:lnTo>
                <a:lnTo>
                  <a:pt x="47625" y="785813"/>
                </a:lnTo>
                <a:lnTo>
                  <a:pt x="42863" y="781050"/>
                </a:lnTo>
                <a:lnTo>
                  <a:pt x="38100" y="776288"/>
                </a:lnTo>
                <a:lnTo>
                  <a:pt x="33338" y="771525"/>
                </a:lnTo>
                <a:lnTo>
                  <a:pt x="23813" y="771525"/>
                </a:lnTo>
                <a:lnTo>
                  <a:pt x="19050" y="766763"/>
                </a:lnTo>
                <a:lnTo>
                  <a:pt x="19050" y="757238"/>
                </a:lnTo>
                <a:lnTo>
                  <a:pt x="19050" y="747713"/>
                </a:lnTo>
                <a:lnTo>
                  <a:pt x="14288" y="742950"/>
                </a:lnTo>
                <a:close/>
                <a:moveTo>
                  <a:pt x="1062038" y="752475"/>
                </a:moveTo>
                <a:lnTo>
                  <a:pt x="1057275" y="757238"/>
                </a:lnTo>
                <a:lnTo>
                  <a:pt x="1057275" y="766763"/>
                </a:lnTo>
                <a:lnTo>
                  <a:pt x="1052513" y="771525"/>
                </a:lnTo>
                <a:lnTo>
                  <a:pt x="1042988" y="771525"/>
                </a:lnTo>
                <a:lnTo>
                  <a:pt x="1038225" y="776288"/>
                </a:lnTo>
                <a:lnTo>
                  <a:pt x="1033463" y="781050"/>
                </a:lnTo>
                <a:lnTo>
                  <a:pt x="1028700" y="785813"/>
                </a:lnTo>
                <a:lnTo>
                  <a:pt x="1028700" y="795338"/>
                </a:lnTo>
                <a:lnTo>
                  <a:pt x="1023938" y="800100"/>
                </a:lnTo>
                <a:lnTo>
                  <a:pt x="1019175" y="804863"/>
                </a:lnTo>
                <a:lnTo>
                  <a:pt x="1014413" y="809625"/>
                </a:lnTo>
                <a:lnTo>
                  <a:pt x="1009650" y="814388"/>
                </a:lnTo>
                <a:lnTo>
                  <a:pt x="1004888" y="819150"/>
                </a:lnTo>
                <a:lnTo>
                  <a:pt x="1000125" y="823913"/>
                </a:lnTo>
                <a:lnTo>
                  <a:pt x="1000125" y="833438"/>
                </a:lnTo>
                <a:lnTo>
                  <a:pt x="995363" y="838200"/>
                </a:lnTo>
                <a:lnTo>
                  <a:pt x="990600" y="842963"/>
                </a:lnTo>
                <a:lnTo>
                  <a:pt x="985838" y="847725"/>
                </a:lnTo>
                <a:lnTo>
                  <a:pt x="981075" y="852488"/>
                </a:lnTo>
                <a:lnTo>
                  <a:pt x="976313" y="857250"/>
                </a:lnTo>
                <a:lnTo>
                  <a:pt x="971550" y="862013"/>
                </a:lnTo>
                <a:lnTo>
                  <a:pt x="976313" y="866775"/>
                </a:lnTo>
                <a:lnTo>
                  <a:pt x="985838" y="866775"/>
                </a:lnTo>
                <a:lnTo>
                  <a:pt x="995363" y="866775"/>
                </a:lnTo>
                <a:lnTo>
                  <a:pt x="1004888" y="866775"/>
                </a:lnTo>
                <a:lnTo>
                  <a:pt x="1014413" y="866775"/>
                </a:lnTo>
                <a:lnTo>
                  <a:pt x="1023938" y="866775"/>
                </a:lnTo>
                <a:lnTo>
                  <a:pt x="1033463" y="866775"/>
                </a:lnTo>
                <a:lnTo>
                  <a:pt x="1042988" y="866775"/>
                </a:lnTo>
                <a:lnTo>
                  <a:pt x="1052513" y="866775"/>
                </a:lnTo>
                <a:lnTo>
                  <a:pt x="1062038" y="866775"/>
                </a:lnTo>
                <a:lnTo>
                  <a:pt x="1066800" y="862013"/>
                </a:lnTo>
                <a:lnTo>
                  <a:pt x="1066800" y="852488"/>
                </a:lnTo>
                <a:lnTo>
                  <a:pt x="1066800" y="842963"/>
                </a:lnTo>
                <a:lnTo>
                  <a:pt x="1066800" y="833438"/>
                </a:lnTo>
                <a:lnTo>
                  <a:pt x="1066800" y="823913"/>
                </a:lnTo>
                <a:lnTo>
                  <a:pt x="1066800" y="814388"/>
                </a:lnTo>
                <a:lnTo>
                  <a:pt x="1066800" y="804863"/>
                </a:lnTo>
                <a:lnTo>
                  <a:pt x="1066800" y="795338"/>
                </a:lnTo>
                <a:lnTo>
                  <a:pt x="1066800" y="785813"/>
                </a:lnTo>
                <a:lnTo>
                  <a:pt x="1066800" y="776288"/>
                </a:lnTo>
                <a:lnTo>
                  <a:pt x="1066800" y="766763"/>
                </a:lnTo>
                <a:lnTo>
                  <a:pt x="1066800" y="757238"/>
                </a:lnTo>
                <a:lnTo>
                  <a:pt x="1062038" y="752475"/>
                </a:lnTo>
                <a:close/>
              </a:path>
            </a:pathLst>
          </a:custGeom>
          <a:solidFill xmlns:a="http://schemas.openxmlformats.org/drawingml/2006/main">
            <a:srgbClr val="98C189"/>
          </a:solidFill>
          <a:ln xmlns:a="http://schemas.openxmlformats.org/drawingml/2006/main" w="0">
            <a:noFill/>
            <a:prstDash val="solid"/>
          </a:ln>
        </p:spPr>
      </p:sp>
      <p:sp>
        <p:nvSpPr>
          <p:cNvPr id="490" name="layout-green-80-1">
            <a:extLst xmlns:a="http://schemas.openxmlformats.org/drawingml/2006/main">
              <a:ext uri="{FF2B5EF4-FFF2-40B4-BE49-F238E27FC236}">
                <a16:creationId xmlns:a16="http://schemas.microsoft.com/office/drawing/2014/main" id="{C01A89FA-23B0-4CD7-89F0-66AFA8B90AE7}"/>
              </a:ext>
            </a:extLst>
          </p:cNvPr>
          <p:cNvSpPr>
            <a:spLocks xmlns:a="http://schemas.openxmlformats.org/drawingml/2006/main" noGrp="1"/>
          </p:cNvSpPr>
          <p:nvPr/>
        </p:nvSpPr>
        <p:spPr>
          <a:xfrm xmlns:a="http://schemas.openxmlformats.org/drawingml/2006/main" rot="0">
            <a:off x="390525" y="3552825"/>
            <a:ext cx="171450" cy="85725"/>
          </a:xfrm>
          <a:custGeom xmlns:a="http://schemas.openxmlformats.org/drawingml/2006/main">
            <a:pathLst>
              <a:path w="171450" h="85725">
                <a:moveTo>
                  <a:pt x="152400" y="4763"/>
                </a:moveTo>
                <a:lnTo>
                  <a:pt x="157163" y="0"/>
                </a:lnTo>
                <a:lnTo>
                  <a:pt x="166688" y="0"/>
                </a:lnTo>
                <a:lnTo>
                  <a:pt x="171450" y="4763"/>
                </a:lnTo>
                <a:lnTo>
                  <a:pt x="171450" y="14288"/>
                </a:lnTo>
                <a:lnTo>
                  <a:pt x="171450" y="23813"/>
                </a:lnTo>
                <a:lnTo>
                  <a:pt x="166688" y="28575"/>
                </a:lnTo>
                <a:lnTo>
                  <a:pt x="161925" y="33338"/>
                </a:lnTo>
                <a:lnTo>
                  <a:pt x="161925" y="42863"/>
                </a:lnTo>
                <a:lnTo>
                  <a:pt x="166688" y="47625"/>
                </a:lnTo>
                <a:lnTo>
                  <a:pt x="171450" y="52388"/>
                </a:lnTo>
                <a:lnTo>
                  <a:pt x="171450" y="61913"/>
                </a:lnTo>
                <a:lnTo>
                  <a:pt x="171450" y="71438"/>
                </a:lnTo>
                <a:lnTo>
                  <a:pt x="171450" y="80963"/>
                </a:lnTo>
                <a:lnTo>
                  <a:pt x="166688" y="85725"/>
                </a:lnTo>
                <a:lnTo>
                  <a:pt x="157163" y="85725"/>
                </a:lnTo>
                <a:lnTo>
                  <a:pt x="147638" y="85725"/>
                </a:lnTo>
                <a:lnTo>
                  <a:pt x="138113" y="85725"/>
                </a:lnTo>
                <a:lnTo>
                  <a:pt x="128588" y="85725"/>
                </a:lnTo>
                <a:lnTo>
                  <a:pt x="119063" y="85725"/>
                </a:lnTo>
                <a:lnTo>
                  <a:pt x="109538" y="85725"/>
                </a:lnTo>
                <a:lnTo>
                  <a:pt x="100013" y="85725"/>
                </a:lnTo>
                <a:lnTo>
                  <a:pt x="90488" y="85725"/>
                </a:lnTo>
                <a:lnTo>
                  <a:pt x="85725" y="80963"/>
                </a:lnTo>
                <a:lnTo>
                  <a:pt x="80963" y="76200"/>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4763" y="57150"/>
                </a:lnTo>
                <a:lnTo>
                  <a:pt x="0" y="52388"/>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71438" y="19050"/>
                </a:lnTo>
                <a:lnTo>
                  <a:pt x="76200" y="14288"/>
                </a:lnTo>
                <a:lnTo>
                  <a:pt x="80963" y="9525"/>
                </a:lnTo>
                <a:lnTo>
                  <a:pt x="90488" y="9525"/>
                </a:lnTo>
                <a:lnTo>
                  <a:pt x="100013" y="9525"/>
                </a:lnTo>
                <a:lnTo>
                  <a:pt x="109538" y="9525"/>
                </a:lnTo>
                <a:lnTo>
                  <a:pt x="119063" y="9525"/>
                </a:lnTo>
                <a:lnTo>
                  <a:pt x="128588" y="9525"/>
                </a:lnTo>
                <a:lnTo>
                  <a:pt x="138113" y="9525"/>
                </a:lnTo>
                <a:lnTo>
                  <a:pt x="147638" y="9525"/>
                </a:lnTo>
                <a:lnTo>
                  <a:pt x="152400" y="4763"/>
                </a:lnTo>
                <a:close/>
              </a:path>
            </a:pathLst>
          </a:custGeom>
          <a:solidFill xmlns:a="http://schemas.openxmlformats.org/drawingml/2006/main">
            <a:srgbClr val="98C189"/>
          </a:solidFill>
          <a:ln xmlns:a="http://schemas.openxmlformats.org/drawingml/2006/main" w="0">
            <a:noFill/>
            <a:prstDash val="solid"/>
          </a:ln>
        </p:spPr>
      </p:sp>
      <p:sp>
        <p:nvSpPr>
          <p:cNvPr id="491" name="layout-green-81-0">
            <a:extLst xmlns:a="http://schemas.openxmlformats.org/drawingml/2006/main">
              <a:ext uri="{FF2B5EF4-FFF2-40B4-BE49-F238E27FC236}">
                <a16:creationId xmlns:a16="http://schemas.microsoft.com/office/drawing/2014/main" id="{785AC0A6-B715-43A7-838B-835CCD339990}"/>
              </a:ext>
            </a:extLst>
          </p:cNvPr>
          <p:cNvSpPr>
            <a:spLocks xmlns:a="http://schemas.openxmlformats.org/drawingml/2006/main" noGrp="1"/>
          </p:cNvSpPr>
          <p:nvPr/>
        </p:nvSpPr>
        <p:spPr>
          <a:xfrm xmlns:a="http://schemas.openxmlformats.org/drawingml/2006/main" rot="0">
            <a:off x="123825" y="3371850"/>
            <a:ext cx="1076325" cy="876300"/>
          </a:xfrm>
          <a:custGeom xmlns:a="http://schemas.openxmlformats.org/drawingml/2006/main">
            <a:pathLst>
              <a:path w="1076325" h="87630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14288" y="171450"/>
                </a:lnTo>
                <a:lnTo>
                  <a:pt x="19050" y="166688"/>
                </a:lnTo>
                <a:lnTo>
                  <a:pt x="19050" y="157163"/>
                </a:lnTo>
                <a:lnTo>
                  <a:pt x="23813" y="152400"/>
                </a:lnTo>
                <a:lnTo>
                  <a:pt x="28575" y="147638"/>
                </a:lnTo>
                <a:lnTo>
                  <a:pt x="28575" y="138113"/>
                </a:lnTo>
                <a:lnTo>
                  <a:pt x="33338" y="133350"/>
                </a:lnTo>
                <a:lnTo>
                  <a:pt x="38100" y="128588"/>
                </a:lnTo>
                <a:lnTo>
                  <a:pt x="42863" y="123825"/>
                </a:lnTo>
                <a:lnTo>
                  <a:pt x="47625" y="119063"/>
                </a:lnTo>
                <a:lnTo>
                  <a:pt x="47625" y="109538"/>
                </a:lnTo>
                <a:lnTo>
                  <a:pt x="52388" y="104775"/>
                </a:lnTo>
                <a:lnTo>
                  <a:pt x="57150" y="100013"/>
                </a:lnTo>
                <a:lnTo>
                  <a:pt x="61913" y="95250"/>
                </a:lnTo>
                <a:lnTo>
                  <a:pt x="66675" y="90488"/>
                </a:lnTo>
                <a:lnTo>
                  <a:pt x="66675" y="80963"/>
                </a:lnTo>
                <a:lnTo>
                  <a:pt x="71438" y="76200"/>
                </a:lnTo>
                <a:lnTo>
                  <a:pt x="76200" y="71438"/>
                </a:lnTo>
                <a:lnTo>
                  <a:pt x="80963" y="66675"/>
                </a:lnTo>
                <a:lnTo>
                  <a:pt x="85725" y="61913"/>
                </a:lnTo>
                <a:lnTo>
                  <a:pt x="90488" y="57150"/>
                </a:lnTo>
                <a:lnTo>
                  <a:pt x="95250" y="52388"/>
                </a:lnTo>
                <a:lnTo>
                  <a:pt x="100013" y="47625"/>
                </a:lnTo>
                <a:lnTo>
                  <a:pt x="104775" y="42863"/>
                </a:lnTo>
                <a:lnTo>
                  <a:pt x="104775" y="33338"/>
                </a:lnTo>
                <a:lnTo>
                  <a:pt x="109538" y="28575"/>
                </a:lnTo>
                <a:lnTo>
                  <a:pt x="114300" y="23813"/>
                </a:lnTo>
                <a:lnTo>
                  <a:pt x="119063" y="19050"/>
                </a:lnTo>
                <a:lnTo>
                  <a:pt x="123825" y="14288"/>
                </a:lnTo>
                <a:lnTo>
                  <a:pt x="128588" y="9525"/>
                </a:lnTo>
                <a:lnTo>
                  <a:pt x="138113" y="9525"/>
                </a:lnTo>
                <a:lnTo>
                  <a:pt x="142875" y="4763"/>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38150" y="4763"/>
                </a:lnTo>
                <a:lnTo>
                  <a:pt x="438150" y="14288"/>
                </a:lnTo>
                <a:lnTo>
                  <a:pt x="438150" y="23813"/>
                </a:lnTo>
                <a:lnTo>
                  <a:pt x="438150" y="33338"/>
                </a:lnTo>
                <a:lnTo>
                  <a:pt x="438150" y="42863"/>
                </a:lnTo>
                <a:lnTo>
                  <a:pt x="438150" y="52388"/>
                </a:lnTo>
                <a:lnTo>
                  <a:pt x="438150" y="61913"/>
                </a:lnTo>
                <a:lnTo>
                  <a:pt x="438150" y="71438"/>
                </a:lnTo>
                <a:lnTo>
                  <a:pt x="438150" y="80963"/>
                </a:lnTo>
                <a:lnTo>
                  <a:pt x="438150" y="90488"/>
                </a:lnTo>
                <a:lnTo>
                  <a:pt x="438150" y="100013"/>
                </a:lnTo>
                <a:lnTo>
                  <a:pt x="438150" y="109538"/>
                </a:lnTo>
                <a:lnTo>
                  <a:pt x="438150" y="119063"/>
                </a:lnTo>
                <a:lnTo>
                  <a:pt x="438150" y="128588"/>
                </a:lnTo>
                <a:lnTo>
                  <a:pt x="438150" y="138113"/>
                </a:lnTo>
                <a:lnTo>
                  <a:pt x="438150" y="147638"/>
                </a:lnTo>
                <a:lnTo>
                  <a:pt x="438150" y="157163"/>
                </a:lnTo>
                <a:lnTo>
                  <a:pt x="433388" y="161925"/>
                </a:lnTo>
                <a:lnTo>
                  <a:pt x="423863" y="161925"/>
                </a:lnTo>
                <a:lnTo>
                  <a:pt x="419100" y="166688"/>
                </a:lnTo>
                <a:lnTo>
                  <a:pt x="414338" y="171450"/>
                </a:lnTo>
                <a:lnTo>
                  <a:pt x="404813" y="171450"/>
                </a:lnTo>
                <a:lnTo>
                  <a:pt x="395288" y="171450"/>
                </a:lnTo>
                <a:lnTo>
                  <a:pt x="385763" y="171450"/>
                </a:lnTo>
                <a:lnTo>
                  <a:pt x="376238" y="171450"/>
                </a:lnTo>
                <a:lnTo>
                  <a:pt x="366713" y="171450"/>
                </a:lnTo>
                <a:lnTo>
                  <a:pt x="357188" y="171450"/>
                </a:lnTo>
                <a:lnTo>
                  <a:pt x="347663" y="171450"/>
                </a:lnTo>
                <a:lnTo>
                  <a:pt x="342900" y="176213"/>
                </a:lnTo>
                <a:lnTo>
                  <a:pt x="338138" y="180975"/>
                </a:lnTo>
                <a:lnTo>
                  <a:pt x="328613" y="180975"/>
                </a:lnTo>
                <a:lnTo>
                  <a:pt x="319088" y="180975"/>
                </a:lnTo>
                <a:lnTo>
                  <a:pt x="309563" y="180975"/>
                </a:lnTo>
                <a:lnTo>
                  <a:pt x="300038" y="180975"/>
                </a:lnTo>
                <a:lnTo>
                  <a:pt x="295275" y="185738"/>
                </a:lnTo>
                <a:lnTo>
                  <a:pt x="290513" y="190500"/>
                </a:lnTo>
                <a:lnTo>
                  <a:pt x="280988" y="190500"/>
                </a:lnTo>
                <a:lnTo>
                  <a:pt x="276225" y="195263"/>
                </a:lnTo>
                <a:lnTo>
                  <a:pt x="271463" y="200025"/>
                </a:lnTo>
                <a:lnTo>
                  <a:pt x="261938" y="200025"/>
                </a:lnTo>
                <a:lnTo>
                  <a:pt x="257175" y="204788"/>
                </a:lnTo>
                <a:lnTo>
                  <a:pt x="252413" y="209550"/>
                </a:lnTo>
                <a:lnTo>
                  <a:pt x="247650" y="214313"/>
                </a:lnTo>
                <a:lnTo>
                  <a:pt x="247650" y="223838"/>
                </a:lnTo>
                <a:lnTo>
                  <a:pt x="247650" y="233363"/>
                </a:lnTo>
                <a:lnTo>
                  <a:pt x="247650" y="242888"/>
                </a:lnTo>
                <a:lnTo>
                  <a:pt x="252413" y="247650"/>
                </a:lnTo>
                <a:lnTo>
                  <a:pt x="257175" y="252413"/>
                </a:lnTo>
                <a:lnTo>
                  <a:pt x="261938" y="257175"/>
                </a:lnTo>
                <a:lnTo>
                  <a:pt x="271463" y="257175"/>
                </a:lnTo>
                <a:lnTo>
                  <a:pt x="276225" y="261938"/>
                </a:lnTo>
                <a:lnTo>
                  <a:pt x="280988" y="266700"/>
                </a:lnTo>
                <a:lnTo>
                  <a:pt x="290513" y="266700"/>
                </a:lnTo>
                <a:lnTo>
                  <a:pt x="300038" y="266700"/>
                </a:lnTo>
                <a:lnTo>
                  <a:pt x="304800" y="271463"/>
                </a:lnTo>
                <a:lnTo>
                  <a:pt x="309563" y="276225"/>
                </a:lnTo>
                <a:lnTo>
                  <a:pt x="319088" y="276225"/>
                </a:lnTo>
                <a:lnTo>
                  <a:pt x="328613" y="276225"/>
                </a:lnTo>
                <a:lnTo>
                  <a:pt x="338138" y="276225"/>
                </a:lnTo>
                <a:lnTo>
                  <a:pt x="342900" y="280988"/>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28625" y="290513"/>
                </a:lnTo>
                <a:lnTo>
                  <a:pt x="433388" y="295275"/>
                </a:lnTo>
                <a:lnTo>
                  <a:pt x="438150" y="300038"/>
                </a:lnTo>
                <a:lnTo>
                  <a:pt x="438150" y="309563"/>
                </a:lnTo>
                <a:lnTo>
                  <a:pt x="438150" y="319088"/>
                </a:lnTo>
                <a:lnTo>
                  <a:pt x="438150" y="328613"/>
                </a:lnTo>
                <a:lnTo>
                  <a:pt x="438150" y="338138"/>
                </a:lnTo>
                <a:lnTo>
                  <a:pt x="438150" y="347663"/>
                </a:lnTo>
                <a:lnTo>
                  <a:pt x="438150" y="357188"/>
                </a:lnTo>
                <a:lnTo>
                  <a:pt x="438150" y="366713"/>
                </a:lnTo>
                <a:lnTo>
                  <a:pt x="438150" y="376238"/>
                </a:lnTo>
                <a:lnTo>
                  <a:pt x="438150" y="385763"/>
                </a:lnTo>
                <a:lnTo>
                  <a:pt x="438150" y="395288"/>
                </a:lnTo>
                <a:lnTo>
                  <a:pt x="438150" y="404813"/>
                </a:lnTo>
                <a:lnTo>
                  <a:pt x="438150" y="414338"/>
                </a:lnTo>
                <a:lnTo>
                  <a:pt x="438150" y="423863"/>
                </a:lnTo>
                <a:lnTo>
                  <a:pt x="438150" y="433388"/>
                </a:lnTo>
                <a:lnTo>
                  <a:pt x="442913" y="438150"/>
                </a:lnTo>
                <a:lnTo>
                  <a:pt x="452438" y="438150"/>
                </a:lnTo>
                <a:lnTo>
                  <a:pt x="461963" y="438150"/>
                </a:lnTo>
                <a:lnTo>
                  <a:pt x="471488" y="438150"/>
                </a:lnTo>
                <a:lnTo>
                  <a:pt x="481013" y="438150"/>
                </a:lnTo>
                <a:lnTo>
                  <a:pt x="490538" y="438150"/>
                </a:lnTo>
                <a:lnTo>
                  <a:pt x="500063" y="438150"/>
                </a:lnTo>
                <a:lnTo>
                  <a:pt x="509588" y="438150"/>
                </a:lnTo>
                <a:lnTo>
                  <a:pt x="519113" y="438150"/>
                </a:lnTo>
                <a:lnTo>
                  <a:pt x="528638" y="438150"/>
                </a:lnTo>
                <a:lnTo>
                  <a:pt x="538163" y="438150"/>
                </a:lnTo>
                <a:lnTo>
                  <a:pt x="547688" y="438150"/>
                </a:lnTo>
                <a:lnTo>
                  <a:pt x="557213" y="438150"/>
                </a:lnTo>
                <a:lnTo>
                  <a:pt x="566738" y="438150"/>
                </a:lnTo>
                <a:lnTo>
                  <a:pt x="576263" y="438150"/>
                </a:lnTo>
                <a:lnTo>
                  <a:pt x="585788" y="438150"/>
                </a:lnTo>
                <a:lnTo>
                  <a:pt x="595313" y="438150"/>
                </a:lnTo>
                <a:lnTo>
                  <a:pt x="604838" y="438150"/>
                </a:lnTo>
                <a:lnTo>
                  <a:pt x="614363" y="438150"/>
                </a:lnTo>
                <a:lnTo>
                  <a:pt x="623888" y="438150"/>
                </a:lnTo>
                <a:lnTo>
                  <a:pt x="633413" y="438150"/>
                </a:lnTo>
                <a:lnTo>
                  <a:pt x="642938" y="438150"/>
                </a:lnTo>
                <a:lnTo>
                  <a:pt x="652463" y="438150"/>
                </a:lnTo>
                <a:lnTo>
                  <a:pt x="661988" y="438150"/>
                </a:lnTo>
                <a:lnTo>
                  <a:pt x="671513" y="438150"/>
                </a:lnTo>
                <a:lnTo>
                  <a:pt x="681038" y="438150"/>
                </a:lnTo>
                <a:lnTo>
                  <a:pt x="690563" y="438150"/>
                </a:lnTo>
                <a:lnTo>
                  <a:pt x="700088" y="438150"/>
                </a:lnTo>
                <a:lnTo>
                  <a:pt x="709613" y="438150"/>
                </a:lnTo>
                <a:lnTo>
                  <a:pt x="719138" y="438150"/>
                </a:lnTo>
                <a:lnTo>
                  <a:pt x="728663" y="438150"/>
                </a:lnTo>
                <a:lnTo>
                  <a:pt x="738188" y="438150"/>
                </a:lnTo>
                <a:lnTo>
                  <a:pt x="747713" y="438150"/>
                </a:lnTo>
                <a:lnTo>
                  <a:pt x="757238" y="438150"/>
                </a:lnTo>
                <a:lnTo>
                  <a:pt x="766763" y="438150"/>
                </a:lnTo>
                <a:lnTo>
                  <a:pt x="776288" y="438150"/>
                </a:lnTo>
                <a:lnTo>
                  <a:pt x="785813" y="438150"/>
                </a:lnTo>
                <a:lnTo>
                  <a:pt x="795338" y="438150"/>
                </a:lnTo>
                <a:lnTo>
                  <a:pt x="804863" y="438150"/>
                </a:lnTo>
                <a:lnTo>
                  <a:pt x="814388" y="438150"/>
                </a:lnTo>
                <a:lnTo>
                  <a:pt x="823913" y="438150"/>
                </a:lnTo>
                <a:lnTo>
                  <a:pt x="833438" y="438150"/>
                </a:lnTo>
                <a:lnTo>
                  <a:pt x="842963" y="438150"/>
                </a:lnTo>
                <a:lnTo>
                  <a:pt x="852488" y="438150"/>
                </a:lnTo>
                <a:lnTo>
                  <a:pt x="862013" y="438150"/>
                </a:lnTo>
                <a:lnTo>
                  <a:pt x="871538" y="438150"/>
                </a:lnTo>
                <a:lnTo>
                  <a:pt x="881063" y="438150"/>
                </a:lnTo>
                <a:lnTo>
                  <a:pt x="890588" y="438150"/>
                </a:lnTo>
                <a:lnTo>
                  <a:pt x="900113" y="438150"/>
                </a:lnTo>
                <a:lnTo>
                  <a:pt x="909638" y="438150"/>
                </a:lnTo>
                <a:lnTo>
                  <a:pt x="919163" y="438150"/>
                </a:lnTo>
                <a:lnTo>
                  <a:pt x="928688" y="438150"/>
                </a:lnTo>
                <a:lnTo>
                  <a:pt x="938213" y="438150"/>
                </a:lnTo>
                <a:lnTo>
                  <a:pt x="947738" y="438150"/>
                </a:lnTo>
                <a:lnTo>
                  <a:pt x="957263" y="438150"/>
                </a:lnTo>
                <a:lnTo>
                  <a:pt x="966788" y="438150"/>
                </a:lnTo>
                <a:lnTo>
                  <a:pt x="976313" y="438150"/>
                </a:lnTo>
                <a:lnTo>
                  <a:pt x="985838" y="438150"/>
                </a:lnTo>
                <a:lnTo>
                  <a:pt x="995363" y="438150"/>
                </a:lnTo>
                <a:lnTo>
                  <a:pt x="1004888" y="438150"/>
                </a:lnTo>
                <a:lnTo>
                  <a:pt x="1014413" y="438150"/>
                </a:lnTo>
                <a:lnTo>
                  <a:pt x="1023938" y="438150"/>
                </a:lnTo>
                <a:lnTo>
                  <a:pt x="1033463" y="438150"/>
                </a:lnTo>
                <a:lnTo>
                  <a:pt x="1042988" y="438150"/>
                </a:lnTo>
                <a:lnTo>
                  <a:pt x="1052513" y="438150"/>
                </a:lnTo>
                <a:lnTo>
                  <a:pt x="1062038" y="438150"/>
                </a:lnTo>
                <a:lnTo>
                  <a:pt x="1071563" y="438150"/>
                </a:lnTo>
                <a:lnTo>
                  <a:pt x="1076325" y="442913"/>
                </a:lnTo>
                <a:lnTo>
                  <a:pt x="1076325" y="452438"/>
                </a:lnTo>
                <a:lnTo>
                  <a:pt x="1076325" y="461963"/>
                </a:lnTo>
                <a:lnTo>
                  <a:pt x="1076325" y="471488"/>
                </a:lnTo>
                <a:lnTo>
                  <a:pt x="1076325" y="481013"/>
                </a:lnTo>
                <a:lnTo>
                  <a:pt x="1076325" y="490538"/>
                </a:lnTo>
                <a:lnTo>
                  <a:pt x="1076325" y="500063"/>
                </a:lnTo>
                <a:lnTo>
                  <a:pt x="1076325" y="509588"/>
                </a:lnTo>
                <a:lnTo>
                  <a:pt x="1076325" y="519113"/>
                </a:lnTo>
                <a:lnTo>
                  <a:pt x="1076325" y="528638"/>
                </a:lnTo>
                <a:lnTo>
                  <a:pt x="1076325" y="538163"/>
                </a:lnTo>
                <a:lnTo>
                  <a:pt x="1076325" y="547688"/>
                </a:lnTo>
                <a:lnTo>
                  <a:pt x="1076325" y="557213"/>
                </a:lnTo>
                <a:lnTo>
                  <a:pt x="1076325" y="566738"/>
                </a:lnTo>
                <a:lnTo>
                  <a:pt x="1076325" y="576263"/>
                </a:lnTo>
                <a:lnTo>
                  <a:pt x="1076325" y="585788"/>
                </a:lnTo>
                <a:lnTo>
                  <a:pt x="1076325" y="595313"/>
                </a:lnTo>
                <a:lnTo>
                  <a:pt x="1076325" y="604838"/>
                </a:lnTo>
                <a:lnTo>
                  <a:pt x="1076325" y="614363"/>
                </a:lnTo>
                <a:lnTo>
                  <a:pt x="1076325" y="623888"/>
                </a:lnTo>
                <a:lnTo>
                  <a:pt x="1076325" y="633413"/>
                </a:lnTo>
                <a:lnTo>
                  <a:pt x="1076325" y="642938"/>
                </a:lnTo>
                <a:lnTo>
                  <a:pt x="1076325" y="652463"/>
                </a:lnTo>
                <a:lnTo>
                  <a:pt x="1076325" y="661988"/>
                </a:lnTo>
                <a:lnTo>
                  <a:pt x="1076325" y="671513"/>
                </a:lnTo>
                <a:lnTo>
                  <a:pt x="1076325" y="681038"/>
                </a:lnTo>
                <a:lnTo>
                  <a:pt x="1076325" y="690563"/>
                </a:lnTo>
                <a:lnTo>
                  <a:pt x="1076325" y="700088"/>
                </a:lnTo>
                <a:lnTo>
                  <a:pt x="1076325" y="709613"/>
                </a:lnTo>
                <a:lnTo>
                  <a:pt x="1076325" y="719138"/>
                </a:lnTo>
                <a:lnTo>
                  <a:pt x="1076325" y="728663"/>
                </a:lnTo>
                <a:lnTo>
                  <a:pt x="1076325" y="738188"/>
                </a:lnTo>
                <a:lnTo>
                  <a:pt x="1076325" y="747713"/>
                </a:lnTo>
                <a:lnTo>
                  <a:pt x="1076325" y="757238"/>
                </a:lnTo>
                <a:lnTo>
                  <a:pt x="1076325" y="766763"/>
                </a:lnTo>
                <a:lnTo>
                  <a:pt x="1076325" y="776288"/>
                </a:lnTo>
                <a:lnTo>
                  <a:pt x="1076325" y="785813"/>
                </a:lnTo>
                <a:lnTo>
                  <a:pt x="1076325" y="795338"/>
                </a:lnTo>
                <a:lnTo>
                  <a:pt x="1076325" y="804863"/>
                </a:lnTo>
                <a:lnTo>
                  <a:pt x="1076325" y="814388"/>
                </a:lnTo>
                <a:lnTo>
                  <a:pt x="1076325" y="823913"/>
                </a:lnTo>
                <a:lnTo>
                  <a:pt x="1076325" y="833438"/>
                </a:lnTo>
                <a:lnTo>
                  <a:pt x="1076325" y="842963"/>
                </a:lnTo>
                <a:lnTo>
                  <a:pt x="1076325" y="852488"/>
                </a:lnTo>
                <a:lnTo>
                  <a:pt x="1076325" y="862013"/>
                </a:lnTo>
                <a:lnTo>
                  <a:pt x="1076325" y="871538"/>
                </a:lnTo>
                <a:lnTo>
                  <a:pt x="1071563" y="876300"/>
                </a:lnTo>
                <a:lnTo>
                  <a:pt x="1062038" y="876300"/>
                </a:lnTo>
                <a:lnTo>
                  <a:pt x="1052513" y="876300"/>
                </a:lnTo>
                <a:lnTo>
                  <a:pt x="1042988" y="876300"/>
                </a:lnTo>
                <a:lnTo>
                  <a:pt x="1033463" y="876300"/>
                </a:lnTo>
                <a:lnTo>
                  <a:pt x="1023938" y="876300"/>
                </a:lnTo>
                <a:lnTo>
                  <a:pt x="1014413" y="876300"/>
                </a:lnTo>
                <a:lnTo>
                  <a:pt x="1004888" y="876300"/>
                </a:lnTo>
                <a:lnTo>
                  <a:pt x="995363" y="876300"/>
                </a:lnTo>
                <a:lnTo>
                  <a:pt x="985838" y="876300"/>
                </a:lnTo>
                <a:lnTo>
                  <a:pt x="976313" y="876300"/>
                </a:lnTo>
                <a:lnTo>
                  <a:pt x="966788" y="876300"/>
                </a:lnTo>
                <a:lnTo>
                  <a:pt x="957263" y="876300"/>
                </a:lnTo>
                <a:lnTo>
                  <a:pt x="947738" y="876300"/>
                </a:lnTo>
                <a:lnTo>
                  <a:pt x="938213" y="876300"/>
                </a:lnTo>
                <a:lnTo>
                  <a:pt x="928688" y="876300"/>
                </a:lnTo>
                <a:lnTo>
                  <a:pt x="919163" y="876300"/>
                </a:lnTo>
                <a:lnTo>
                  <a:pt x="909638" y="876300"/>
                </a:lnTo>
                <a:lnTo>
                  <a:pt x="900113" y="876300"/>
                </a:lnTo>
                <a:lnTo>
                  <a:pt x="890588" y="876300"/>
                </a:lnTo>
                <a:lnTo>
                  <a:pt x="881063" y="876300"/>
                </a:lnTo>
                <a:lnTo>
                  <a:pt x="871538" y="876300"/>
                </a:lnTo>
                <a:lnTo>
                  <a:pt x="862013" y="876300"/>
                </a:lnTo>
                <a:lnTo>
                  <a:pt x="852488" y="876300"/>
                </a:lnTo>
                <a:lnTo>
                  <a:pt x="842963" y="876300"/>
                </a:lnTo>
                <a:lnTo>
                  <a:pt x="833438" y="876300"/>
                </a:lnTo>
                <a:lnTo>
                  <a:pt x="823913" y="876300"/>
                </a:lnTo>
                <a:lnTo>
                  <a:pt x="814388" y="876300"/>
                </a:lnTo>
                <a:lnTo>
                  <a:pt x="804863" y="876300"/>
                </a:lnTo>
                <a:lnTo>
                  <a:pt x="795338" y="876300"/>
                </a:lnTo>
                <a:lnTo>
                  <a:pt x="785813" y="876300"/>
                </a:lnTo>
                <a:lnTo>
                  <a:pt x="776288" y="876300"/>
                </a:lnTo>
                <a:lnTo>
                  <a:pt x="766763" y="876300"/>
                </a:lnTo>
                <a:lnTo>
                  <a:pt x="757238" y="876300"/>
                </a:lnTo>
                <a:lnTo>
                  <a:pt x="747713" y="876300"/>
                </a:lnTo>
                <a:lnTo>
                  <a:pt x="738188" y="876300"/>
                </a:lnTo>
                <a:lnTo>
                  <a:pt x="728663" y="876300"/>
                </a:lnTo>
                <a:lnTo>
                  <a:pt x="719138" y="876300"/>
                </a:lnTo>
                <a:lnTo>
                  <a:pt x="709613" y="876300"/>
                </a:lnTo>
                <a:lnTo>
                  <a:pt x="700088" y="876300"/>
                </a:lnTo>
                <a:lnTo>
                  <a:pt x="690563" y="876300"/>
                </a:lnTo>
                <a:lnTo>
                  <a:pt x="681038" y="876300"/>
                </a:lnTo>
                <a:lnTo>
                  <a:pt x="671513" y="876300"/>
                </a:lnTo>
                <a:lnTo>
                  <a:pt x="661988" y="876300"/>
                </a:lnTo>
                <a:lnTo>
                  <a:pt x="652463" y="876300"/>
                </a:lnTo>
                <a:lnTo>
                  <a:pt x="642938" y="876300"/>
                </a:lnTo>
                <a:lnTo>
                  <a:pt x="633413" y="876300"/>
                </a:lnTo>
                <a:lnTo>
                  <a:pt x="623888" y="876300"/>
                </a:lnTo>
                <a:lnTo>
                  <a:pt x="614363" y="876300"/>
                </a:lnTo>
                <a:lnTo>
                  <a:pt x="604838" y="876300"/>
                </a:lnTo>
                <a:lnTo>
                  <a:pt x="595313" y="876300"/>
                </a:lnTo>
                <a:lnTo>
                  <a:pt x="585788" y="876300"/>
                </a:lnTo>
                <a:lnTo>
                  <a:pt x="576263" y="876300"/>
                </a:lnTo>
                <a:lnTo>
                  <a:pt x="566738" y="876300"/>
                </a:lnTo>
                <a:lnTo>
                  <a:pt x="557213" y="876300"/>
                </a:lnTo>
                <a:lnTo>
                  <a:pt x="547688" y="876300"/>
                </a:lnTo>
                <a:lnTo>
                  <a:pt x="538163" y="876300"/>
                </a:lnTo>
                <a:lnTo>
                  <a:pt x="528638" y="876300"/>
                </a:lnTo>
                <a:lnTo>
                  <a:pt x="519113" y="876300"/>
                </a:lnTo>
                <a:lnTo>
                  <a:pt x="509588" y="876300"/>
                </a:lnTo>
                <a:lnTo>
                  <a:pt x="500063" y="876300"/>
                </a:lnTo>
                <a:lnTo>
                  <a:pt x="490538" y="876300"/>
                </a:lnTo>
                <a:lnTo>
                  <a:pt x="481013" y="876300"/>
                </a:lnTo>
                <a:lnTo>
                  <a:pt x="471488" y="876300"/>
                </a:lnTo>
                <a:lnTo>
                  <a:pt x="461963" y="876300"/>
                </a:lnTo>
                <a:lnTo>
                  <a:pt x="452438" y="876300"/>
                </a:lnTo>
                <a:lnTo>
                  <a:pt x="442913" y="876300"/>
                </a:lnTo>
                <a:lnTo>
                  <a:pt x="433388" y="876300"/>
                </a:lnTo>
                <a:lnTo>
                  <a:pt x="423863" y="876300"/>
                </a:lnTo>
                <a:lnTo>
                  <a:pt x="414338" y="876300"/>
                </a:lnTo>
                <a:lnTo>
                  <a:pt x="404813" y="876300"/>
                </a:lnTo>
                <a:lnTo>
                  <a:pt x="395288" y="876300"/>
                </a:lnTo>
                <a:lnTo>
                  <a:pt x="385763" y="876300"/>
                </a:lnTo>
                <a:lnTo>
                  <a:pt x="376238" y="876300"/>
                </a:lnTo>
                <a:lnTo>
                  <a:pt x="366713" y="876300"/>
                </a:lnTo>
                <a:lnTo>
                  <a:pt x="357188" y="876300"/>
                </a:lnTo>
                <a:lnTo>
                  <a:pt x="347663" y="876300"/>
                </a:lnTo>
                <a:lnTo>
                  <a:pt x="338138" y="876300"/>
                </a:lnTo>
                <a:lnTo>
                  <a:pt x="328613" y="876300"/>
                </a:lnTo>
                <a:lnTo>
                  <a:pt x="319088" y="876300"/>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14288" y="714375"/>
                </a:moveTo>
                <a:lnTo>
                  <a:pt x="9525" y="719138"/>
                </a:lnTo>
                <a:lnTo>
                  <a:pt x="9525" y="728663"/>
                </a:lnTo>
                <a:lnTo>
                  <a:pt x="9525" y="738188"/>
                </a:lnTo>
                <a:lnTo>
                  <a:pt x="9525" y="747713"/>
                </a:lnTo>
                <a:lnTo>
                  <a:pt x="9525" y="757238"/>
                </a:lnTo>
                <a:lnTo>
                  <a:pt x="9525" y="766763"/>
                </a:lnTo>
                <a:lnTo>
                  <a:pt x="9525" y="776288"/>
                </a:lnTo>
                <a:lnTo>
                  <a:pt x="9525" y="785813"/>
                </a:lnTo>
                <a:lnTo>
                  <a:pt x="9525" y="795338"/>
                </a:lnTo>
                <a:lnTo>
                  <a:pt x="9525" y="804863"/>
                </a:lnTo>
                <a:lnTo>
                  <a:pt x="9525" y="814388"/>
                </a:lnTo>
                <a:lnTo>
                  <a:pt x="9525" y="823913"/>
                </a:lnTo>
                <a:lnTo>
                  <a:pt x="9525" y="833438"/>
                </a:lnTo>
                <a:lnTo>
                  <a:pt x="9525" y="842963"/>
                </a:lnTo>
                <a:lnTo>
                  <a:pt x="9525" y="852488"/>
                </a:lnTo>
                <a:lnTo>
                  <a:pt x="9525" y="862013"/>
                </a:lnTo>
                <a:lnTo>
                  <a:pt x="14288" y="866775"/>
                </a:lnTo>
                <a:lnTo>
                  <a:pt x="23813" y="866775"/>
                </a:lnTo>
                <a:lnTo>
                  <a:pt x="33338" y="866775"/>
                </a:lnTo>
                <a:lnTo>
                  <a:pt x="42863" y="866775"/>
                </a:lnTo>
                <a:lnTo>
                  <a:pt x="52388" y="866775"/>
                </a:lnTo>
                <a:lnTo>
                  <a:pt x="61913" y="866775"/>
                </a:lnTo>
                <a:lnTo>
                  <a:pt x="71438" y="866775"/>
                </a:lnTo>
                <a:lnTo>
                  <a:pt x="80963" y="866775"/>
                </a:lnTo>
                <a:lnTo>
                  <a:pt x="90488" y="866775"/>
                </a:lnTo>
                <a:lnTo>
                  <a:pt x="100013" y="866775"/>
                </a:lnTo>
                <a:lnTo>
                  <a:pt x="109538" y="866775"/>
                </a:lnTo>
                <a:lnTo>
                  <a:pt x="119063" y="866775"/>
                </a:lnTo>
                <a:lnTo>
                  <a:pt x="128588" y="866775"/>
                </a:lnTo>
                <a:lnTo>
                  <a:pt x="133350" y="862013"/>
                </a:lnTo>
                <a:lnTo>
                  <a:pt x="128588" y="857250"/>
                </a:lnTo>
                <a:lnTo>
                  <a:pt x="119063" y="857250"/>
                </a:lnTo>
                <a:lnTo>
                  <a:pt x="114300" y="852488"/>
                </a:lnTo>
                <a:lnTo>
                  <a:pt x="114300" y="842963"/>
                </a:lnTo>
                <a:lnTo>
                  <a:pt x="109538" y="838200"/>
                </a:lnTo>
                <a:lnTo>
                  <a:pt x="104775" y="833438"/>
                </a:lnTo>
                <a:lnTo>
                  <a:pt x="100013" y="828675"/>
                </a:lnTo>
                <a:lnTo>
                  <a:pt x="95250" y="823913"/>
                </a:lnTo>
                <a:lnTo>
                  <a:pt x="90488" y="819150"/>
                </a:lnTo>
                <a:lnTo>
                  <a:pt x="85725" y="814388"/>
                </a:lnTo>
                <a:lnTo>
                  <a:pt x="80963" y="809625"/>
                </a:lnTo>
                <a:lnTo>
                  <a:pt x="76200" y="804863"/>
                </a:lnTo>
                <a:lnTo>
                  <a:pt x="76200" y="795338"/>
                </a:lnTo>
                <a:lnTo>
                  <a:pt x="71438" y="790575"/>
                </a:lnTo>
                <a:lnTo>
                  <a:pt x="61913" y="790575"/>
                </a:lnTo>
                <a:lnTo>
                  <a:pt x="57150" y="785813"/>
                </a:lnTo>
                <a:lnTo>
                  <a:pt x="57150" y="776288"/>
                </a:lnTo>
                <a:lnTo>
                  <a:pt x="52388" y="771525"/>
                </a:lnTo>
                <a:lnTo>
                  <a:pt x="47625" y="766763"/>
                </a:lnTo>
                <a:lnTo>
                  <a:pt x="42863" y="762000"/>
                </a:lnTo>
                <a:lnTo>
                  <a:pt x="38100" y="757238"/>
                </a:lnTo>
                <a:lnTo>
                  <a:pt x="38100" y="747713"/>
                </a:lnTo>
                <a:lnTo>
                  <a:pt x="33338" y="742950"/>
                </a:lnTo>
                <a:lnTo>
                  <a:pt x="28575" y="738188"/>
                </a:lnTo>
                <a:lnTo>
                  <a:pt x="28575" y="728663"/>
                </a:lnTo>
                <a:lnTo>
                  <a:pt x="23813" y="723900"/>
                </a:lnTo>
                <a:lnTo>
                  <a:pt x="19050" y="719138"/>
                </a:lnTo>
                <a:lnTo>
                  <a:pt x="14288" y="714375"/>
                </a:lnTo>
                <a:close/>
                <a:moveTo>
                  <a:pt x="1062038" y="714375"/>
                </a:moveTo>
                <a:lnTo>
                  <a:pt x="1057275" y="719138"/>
                </a:lnTo>
                <a:lnTo>
                  <a:pt x="1052513" y="723900"/>
                </a:lnTo>
                <a:lnTo>
                  <a:pt x="1047750" y="728663"/>
                </a:lnTo>
                <a:lnTo>
                  <a:pt x="1047750" y="738188"/>
                </a:lnTo>
                <a:lnTo>
                  <a:pt x="1047750" y="747713"/>
                </a:lnTo>
                <a:lnTo>
                  <a:pt x="1042988" y="752475"/>
                </a:lnTo>
                <a:lnTo>
                  <a:pt x="1038225" y="757238"/>
                </a:lnTo>
                <a:lnTo>
                  <a:pt x="1033463" y="762000"/>
                </a:lnTo>
                <a:lnTo>
                  <a:pt x="1028700" y="766763"/>
                </a:lnTo>
                <a:lnTo>
                  <a:pt x="1023938" y="771525"/>
                </a:lnTo>
                <a:lnTo>
                  <a:pt x="1019175" y="776288"/>
                </a:lnTo>
                <a:lnTo>
                  <a:pt x="1019175" y="785813"/>
                </a:lnTo>
                <a:lnTo>
                  <a:pt x="1014413" y="790575"/>
                </a:lnTo>
                <a:lnTo>
                  <a:pt x="1009650" y="795338"/>
                </a:lnTo>
                <a:lnTo>
                  <a:pt x="1004888" y="800100"/>
                </a:lnTo>
                <a:lnTo>
                  <a:pt x="1000125" y="804863"/>
                </a:lnTo>
                <a:lnTo>
                  <a:pt x="995363" y="809625"/>
                </a:lnTo>
                <a:lnTo>
                  <a:pt x="990600" y="814388"/>
                </a:lnTo>
                <a:lnTo>
                  <a:pt x="985838" y="819150"/>
                </a:lnTo>
                <a:lnTo>
                  <a:pt x="981075" y="823913"/>
                </a:lnTo>
                <a:lnTo>
                  <a:pt x="981075" y="833438"/>
                </a:lnTo>
                <a:lnTo>
                  <a:pt x="976313" y="838200"/>
                </a:lnTo>
                <a:lnTo>
                  <a:pt x="971550" y="842963"/>
                </a:lnTo>
                <a:lnTo>
                  <a:pt x="966788" y="847725"/>
                </a:lnTo>
                <a:lnTo>
                  <a:pt x="962025" y="852488"/>
                </a:lnTo>
                <a:lnTo>
                  <a:pt x="957263" y="857250"/>
                </a:lnTo>
                <a:lnTo>
                  <a:pt x="952500" y="862013"/>
                </a:lnTo>
                <a:lnTo>
                  <a:pt x="957263" y="866775"/>
                </a:lnTo>
                <a:lnTo>
                  <a:pt x="966788" y="866775"/>
                </a:lnTo>
                <a:lnTo>
                  <a:pt x="976313" y="866775"/>
                </a:lnTo>
                <a:lnTo>
                  <a:pt x="985838" y="866775"/>
                </a:lnTo>
                <a:lnTo>
                  <a:pt x="995363" y="866775"/>
                </a:lnTo>
                <a:lnTo>
                  <a:pt x="1004888" y="866775"/>
                </a:lnTo>
                <a:lnTo>
                  <a:pt x="1014413" y="866775"/>
                </a:lnTo>
                <a:lnTo>
                  <a:pt x="1023938" y="866775"/>
                </a:lnTo>
                <a:lnTo>
                  <a:pt x="1033463" y="866775"/>
                </a:lnTo>
                <a:lnTo>
                  <a:pt x="1042988" y="866775"/>
                </a:lnTo>
                <a:lnTo>
                  <a:pt x="1052513" y="866775"/>
                </a:lnTo>
                <a:lnTo>
                  <a:pt x="1062038" y="866775"/>
                </a:lnTo>
                <a:lnTo>
                  <a:pt x="1066800" y="862013"/>
                </a:lnTo>
                <a:lnTo>
                  <a:pt x="1066800" y="852488"/>
                </a:lnTo>
                <a:lnTo>
                  <a:pt x="1066800" y="842963"/>
                </a:lnTo>
                <a:lnTo>
                  <a:pt x="1066800" y="833438"/>
                </a:lnTo>
                <a:lnTo>
                  <a:pt x="1066800" y="823913"/>
                </a:lnTo>
                <a:lnTo>
                  <a:pt x="1066800" y="814388"/>
                </a:lnTo>
                <a:lnTo>
                  <a:pt x="1066800" y="804863"/>
                </a:lnTo>
                <a:lnTo>
                  <a:pt x="1066800" y="795338"/>
                </a:lnTo>
                <a:lnTo>
                  <a:pt x="1066800" y="785813"/>
                </a:lnTo>
                <a:lnTo>
                  <a:pt x="1066800" y="776288"/>
                </a:lnTo>
                <a:lnTo>
                  <a:pt x="1066800" y="766763"/>
                </a:lnTo>
                <a:lnTo>
                  <a:pt x="1066800" y="757238"/>
                </a:lnTo>
                <a:lnTo>
                  <a:pt x="1066800" y="747713"/>
                </a:lnTo>
                <a:lnTo>
                  <a:pt x="1066800" y="738188"/>
                </a:lnTo>
                <a:lnTo>
                  <a:pt x="1066800" y="728663"/>
                </a:lnTo>
                <a:lnTo>
                  <a:pt x="1066800" y="719138"/>
                </a:lnTo>
                <a:lnTo>
                  <a:pt x="1062038" y="714375"/>
                </a:lnTo>
                <a:close/>
              </a:path>
            </a:pathLst>
          </a:custGeom>
          <a:solidFill xmlns:a="http://schemas.openxmlformats.org/drawingml/2006/main">
            <a:srgbClr val="9BC28C"/>
          </a:solidFill>
          <a:ln xmlns:a="http://schemas.openxmlformats.org/drawingml/2006/main" w="0">
            <a:noFill/>
            <a:prstDash val="solid"/>
          </a:ln>
        </p:spPr>
      </p:sp>
      <p:sp>
        <p:nvSpPr>
          <p:cNvPr id="492" name="layout-green-81-1">
            <a:extLst xmlns:a="http://schemas.openxmlformats.org/drawingml/2006/main">
              <a:ext uri="{FF2B5EF4-FFF2-40B4-BE49-F238E27FC236}">
                <a16:creationId xmlns:a16="http://schemas.microsoft.com/office/drawing/2014/main" id="{8C8C5F1B-5588-4370-AC82-A787DC6739FC}"/>
              </a:ext>
            </a:extLst>
          </p:cNvPr>
          <p:cNvSpPr>
            <a:spLocks xmlns:a="http://schemas.openxmlformats.org/drawingml/2006/main" noGrp="1"/>
          </p:cNvSpPr>
          <p:nvPr/>
        </p:nvSpPr>
        <p:spPr>
          <a:xfrm xmlns:a="http://schemas.openxmlformats.org/drawingml/2006/main" rot="0">
            <a:off x="390525" y="3552825"/>
            <a:ext cx="171450" cy="85725"/>
          </a:xfrm>
          <a:custGeom xmlns:a="http://schemas.openxmlformats.org/drawingml/2006/main">
            <a:pathLst>
              <a:path w="171450" h="85725">
                <a:moveTo>
                  <a:pt x="152400" y="4763"/>
                </a:moveTo>
                <a:lnTo>
                  <a:pt x="157163" y="0"/>
                </a:lnTo>
                <a:lnTo>
                  <a:pt x="166688" y="0"/>
                </a:lnTo>
                <a:lnTo>
                  <a:pt x="171450" y="4763"/>
                </a:lnTo>
                <a:lnTo>
                  <a:pt x="171450" y="14288"/>
                </a:lnTo>
                <a:lnTo>
                  <a:pt x="171450" y="23813"/>
                </a:lnTo>
                <a:lnTo>
                  <a:pt x="166688" y="28575"/>
                </a:lnTo>
                <a:lnTo>
                  <a:pt x="161925" y="33338"/>
                </a:lnTo>
                <a:lnTo>
                  <a:pt x="161925" y="42863"/>
                </a:lnTo>
                <a:lnTo>
                  <a:pt x="166688" y="47625"/>
                </a:lnTo>
                <a:lnTo>
                  <a:pt x="171450" y="52388"/>
                </a:lnTo>
                <a:lnTo>
                  <a:pt x="171450" y="61913"/>
                </a:lnTo>
                <a:lnTo>
                  <a:pt x="171450" y="71438"/>
                </a:lnTo>
                <a:lnTo>
                  <a:pt x="171450" y="80963"/>
                </a:lnTo>
                <a:lnTo>
                  <a:pt x="166688" y="85725"/>
                </a:lnTo>
                <a:lnTo>
                  <a:pt x="157163" y="85725"/>
                </a:lnTo>
                <a:lnTo>
                  <a:pt x="147638" y="85725"/>
                </a:lnTo>
                <a:lnTo>
                  <a:pt x="138113" y="85725"/>
                </a:lnTo>
                <a:lnTo>
                  <a:pt x="128588" y="85725"/>
                </a:lnTo>
                <a:lnTo>
                  <a:pt x="119063" y="85725"/>
                </a:lnTo>
                <a:lnTo>
                  <a:pt x="109538" y="85725"/>
                </a:lnTo>
                <a:lnTo>
                  <a:pt x="100013" y="85725"/>
                </a:lnTo>
                <a:lnTo>
                  <a:pt x="90488" y="85725"/>
                </a:lnTo>
                <a:lnTo>
                  <a:pt x="85725" y="80963"/>
                </a:lnTo>
                <a:lnTo>
                  <a:pt x="80963" y="76200"/>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4763" y="57150"/>
                </a:lnTo>
                <a:lnTo>
                  <a:pt x="0" y="52388"/>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71438" y="19050"/>
                </a:lnTo>
                <a:lnTo>
                  <a:pt x="76200" y="14288"/>
                </a:lnTo>
                <a:lnTo>
                  <a:pt x="80963" y="9525"/>
                </a:lnTo>
                <a:lnTo>
                  <a:pt x="90488" y="9525"/>
                </a:lnTo>
                <a:lnTo>
                  <a:pt x="100013" y="9525"/>
                </a:lnTo>
                <a:lnTo>
                  <a:pt x="109538" y="9525"/>
                </a:lnTo>
                <a:lnTo>
                  <a:pt x="119063" y="9525"/>
                </a:lnTo>
                <a:lnTo>
                  <a:pt x="128588" y="9525"/>
                </a:lnTo>
                <a:lnTo>
                  <a:pt x="138113" y="9525"/>
                </a:lnTo>
                <a:lnTo>
                  <a:pt x="147638" y="9525"/>
                </a:lnTo>
                <a:lnTo>
                  <a:pt x="152400" y="4763"/>
                </a:lnTo>
                <a:close/>
              </a:path>
            </a:pathLst>
          </a:custGeom>
          <a:solidFill xmlns:a="http://schemas.openxmlformats.org/drawingml/2006/main">
            <a:srgbClr val="9BC28C"/>
          </a:solidFill>
          <a:ln xmlns:a="http://schemas.openxmlformats.org/drawingml/2006/main" w="0">
            <a:noFill/>
            <a:prstDash val="solid"/>
          </a:ln>
        </p:spPr>
      </p:sp>
      <p:sp>
        <p:nvSpPr>
          <p:cNvPr id="493" name="layout-green-82-0">
            <a:extLst xmlns:a="http://schemas.openxmlformats.org/drawingml/2006/main">
              <a:ext uri="{FF2B5EF4-FFF2-40B4-BE49-F238E27FC236}">
                <a16:creationId xmlns:a16="http://schemas.microsoft.com/office/drawing/2014/main" id="{AFDE742A-33C9-45F5-AE08-5613DE39DEFD}"/>
              </a:ext>
            </a:extLst>
          </p:cNvPr>
          <p:cNvSpPr>
            <a:spLocks xmlns:a="http://schemas.openxmlformats.org/drawingml/2006/main" noGrp="1"/>
          </p:cNvSpPr>
          <p:nvPr/>
        </p:nvSpPr>
        <p:spPr>
          <a:xfrm xmlns:a="http://schemas.openxmlformats.org/drawingml/2006/main" rot="0">
            <a:off x="123825" y="3371850"/>
            <a:ext cx="1076325" cy="876300"/>
          </a:xfrm>
          <a:custGeom xmlns:a="http://schemas.openxmlformats.org/drawingml/2006/main">
            <a:pathLst>
              <a:path w="1076325" h="87630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14288" y="228600"/>
                </a:lnTo>
                <a:lnTo>
                  <a:pt x="19050" y="223838"/>
                </a:lnTo>
                <a:lnTo>
                  <a:pt x="19050" y="214313"/>
                </a:lnTo>
                <a:lnTo>
                  <a:pt x="23813" y="209550"/>
                </a:lnTo>
                <a:lnTo>
                  <a:pt x="28575" y="204788"/>
                </a:lnTo>
                <a:lnTo>
                  <a:pt x="28575" y="195263"/>
                </a:lnTo>
                <a:lnTo>
                  <a:pt x="33338" y="190500"/>
                </a:lnTo>
                <a:lnTo>
                  <a:pt x="38100" y="185738"/>
                </a:lnTo>
                <a:lnTo>
                  <a:pt x="38100" y="176213"/>
                </a:lnTo>
                <a:lnTo>
                  <a:pt x="42863" y="171450"/>
                </a:lnTo>
                <a:lnTo>
                  <a:pt x="47625" y="166688"/>
                </a:lnTo>
                <a:lnTo>
                  <a:pt x="47625" y="157163"/>
                </a:lnTo>
                <a:lnTo>
                  <a:pt x="52388" y="152400"/>
                </a:lnTo>
                <a:lnTo>
                  <a:pt x="57150" y="147638"/>
                </a:lnTo>
                <a:lnTo>
                  <a:pt x="57150" y="138113"/>
                </a:lnTo>
                <a:lnTo>
                  <a:pt x="61913" y="133350"/>
                </a:lnTo>
                <a:lnTo>
                  <a:pt x="66675" y="128588"/>
                </a:lnTo>
                <a:lnTo>
                  <a:pt x="71438" y="123825"/>
                </a:lnTo>
                <a:lnTo>
                  <a:pt x="76200" y="119063"/>
                </a:lnTo>
                <a:lnTo>
                  <a:pt x="76200" y="109538"/>
                </a:lnTo>
                <a:lnTo>
                  <a:pt x="80963" y="104775"/>
                </a:lnTo>
                <a:lnTo>
                  <a:pt x="85725" y="100013"/>
                </a:lnTo>
                <a:lnTo>
                  <a:pt x="90488" y="95250"/>
                </a:lnTo>
                <a:lnTo>
                  <a:pt x="95250" y="90488"/>
                </a:lnTo>
                <a:lnTo>
                  <a:pt x="95250" y="80963"/>
                </a:lnTo>
                <a:lnTo>
                  <a:pt x="100013" y="76200"/>
                </a:lnTo>
                <a:lnTo>
                  <a:pt x="104775" y="71438"/>
                </a:lnTo>
                <a:lnTo>
                  <a:pt x="109538" y="66675"/>
                </a:lnTo>
                <a:lnTo>
                  <a:pt x="114300" y="61913"/>
                </a:lnTo>
                <a:lnTo>
                  <a:pt x="119063" y="57150"/>
                </a:lnTo>
                <a:lnTo>
                  <a:pt x="123825" y="52388"/>
                </a:lnTo>
                <a:lnTo>
                  <a:pt x="128588" y="47625"/>
                </a:lnTo>
                <a:lnTo>
                  <a:pt x="133350" y="42863"/>
                </a:lnTo>
                <a:lnTo>
                  <a:pt x="138113" y="38100"/>
                </a:lnTo>
                <a:lnTo>
                  <a:pt x="142875" y="33338"/>
                </a:lnTo>
                <a:lnTo>
                  <a:pt x="147638" y="28575"/>
                </a:lnTo>
                <a:lnTo>
                  <a:pt x="152400" y="23813"/>
                </a:lnTo>
                <a:lnTo>
                  <a:pt x="157163" y="19050"/>
                </a:lnTo>
                <a:lnTo>
                  <a:pt x="161925" y="14288"/>
                </a:lnTo>
                <a:lnTo>
                  <a:pt x="166688" y="9525"/>
                </a:lnTo>
                <a:lnTo>
                  <a:pt x="176213" y="9525"/>
                </a:lnTo>
                <a:lnTo>
                  <a:pt x="180975" y="4763"/>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38150" y="4763"/>
                </a:lnTo>
                <a:lnTo>
                  <a:pt x="438150" y="14288"/>
                </a:lnTo>
                <a:lnTo>
                  <a:pt x="438150" y="23813"/>
                </a:lnTo>
                <a:lnTo>
                  <a:pt x="438150" y="33338"/>
                </a:lnTo>
                <a:lnTo>
                  <a:pt x="438150" y="42863"/>
                </a:lnTo>
                <a:lnTo>
                  <a:pt x="438150" y="52388"/>
                </a:lnTo>
                <a:lnTo>
                  <a:pt x="438150" y="61913"/>
                </a:lnTo>
                <a:lnTo>
                  <a:pt x="438150" y="71438"/>
                </a:lnTo>
                <a:lnTo>
                  <a:pt x="438150" y="80963"/>
                </a:lnTo>
                <a:lnTo>
                  <a:pt x="438150" y="90488"/>
                </a:lnTo>
                <a:lnTo>
                  <a:pt x="438150" y="100013"/>
                </a:lnTo>
                <a:lnTo>
                  <a:pt x="438150" y="109538"/>
                </a:lnTo>
                <a:lnTo>
                  <a:pt x="438150" y="119063"/>
                </a:lnTo>
                <a:lnTo>
                  <a:pt x="438150" y="128588"/>
                </a:lnTo>
                <a:lnTo>
                  <a:pt x="438150" y="138113"/>
                </a:lnTo>
                <a:lnTo>
                  <a:pt x="438150" y="147638"/>
                </a:lnTo>
                <a:lnTo>
                  <a:pt x="438150" y="157163"/>
                </a:lnTo>
                <a:lnTo>
                  <a:pt x="433388" y="161925"/>
                </a:lnTo>
                <a:lnTo>
                  <a:pt x="423863" y="161925"/>
                </a:lnTo>
                <a:lnTo>
                  <a:pt x="419100" y="166688"/>
                </a:lnTo>
                <a:lnTo>
                  <a:pt x="414338" y="171450"/>
                </a:lnTo>
                <a:lnTo>
                  <a:pt x="404813" y="171450"/>
                </a:lnTo>
                <a:lnTo>
                  <a:pt x="395288" y="171450"/>
                </a:lnTo>
                <a:lnTo>
                  <a:pt x="385763" y="171450"/>
                </a:lnTo>
                <a:lnTo>
                  <a:pt x="376238" y="171450"/>
                </a:lnTo>
                <a:lnTo>
                  <a:pt x="366713" y="171450"/>
                </a:lnTo>
                <a:lnTo>
                  <a:pt x="357188" y="171450"/>
                </a:lnTo>
                <a:lnTo>
                  <a:pt x="347663" y="171450"/>
                </a:lnTo>
                <a:lnTo>
                  <a:pt x="342900" y="176213"/>
                </a:lnTo>
                <a:lnTo>
                  <a:pt x="338138" y="180975"/>
                </a:lnTo>
                <a:lnTo>
                  <a:pt x="328613" y="180975"/>
                </a:lnTo>
                <a:lnTo>
                  <a:pt x="319088" y="180975"/>
                </a:lnTo>
                <a:lnTo>
                  <a:pt x="309563" y="180975"/>
                </a:lnTo>
                <a:lnTo>
                  <a:pt x="300038" y="180975"/>
                </a:lnTo>
                <a:lnTo>
                  <a:pt x="295275" y="185738"/>
                </a:lnTo>
                <a:lnTo>
                  <a:pt x="290513" y="190500"/>
                </a:lnTo>
                <a:lnTo>
                  <a:pt x="280988" y="190500"/>
                </a:lnTo>
                <a:lnTo>
                  <a:pt x="276225" y="195263"/>
                </a:lnTo>
                <a:lnTo>
                  <a:pt x="271463" y="200025"/>
                </a:lnTo>
                <a:lnTo>
                  <a:pt x="261938" y="200025"/>
                </a:lnTo>
                <a:lnTo>
                  <a:pt x="257175" y="204788"/>
                </a:lnTo>
                <a:lnTo>
                  <a:pt x="252413" y="209550"/>
                </a:lnTo>
                <a:lnTo>
                  <a:pt x="247650" y="214313"/>
                </a:lnTo>
                <a:lnTo>
                  <a:pt x="247650" y="223838"/>
                </a:lnTo>
                <a:lnTo>
                  <a:pt x="247650" y="233363"/>
                </a:lnTo>
                <a:lnTo>
                  <a:pt x="247650" y="242888"/>
                </a:lnTo>
                <a:lnTo>
                  <a:pt x="252413" y="247650"/>
                </a:lnTo>
                <a:lnTo>
                  <a:pt x="257175" y="252413"/>
                </a:lnTo>
                <a:lnTo>
                  <a:pt x="261938" y="257175"/>
                </a:lnTo>
                <a:lnTo>
                  <a:pt x="271463" y="257175"/>
                </a:lnTo>
                <a:lnTo>
                  <a:pt x="276225" y="261938"/>
                </a:lnTo>
                <a:lnTo>
                  <a:pt x="280988" y="266700"/>
                </a:lnTo>
                <a:lnTo>
                  <a:pt x="290513" y="266700"/>
                </a:lnTo>
                <a:lnTo>
                  <a:pt x="300038" y="266700"/>
                </a:lnTo>
                <a:lnTo>
                  <a:pt x="304800" y="271463"/>
                </a:lnTo>
                <a:lnTo>
                  <a:pt x="309563" y="276225"/>
                </a:lnTo>
                <a:lnTo>
                  <a:pt x="319088" y="276225"/>
                </a:lnTo>
                <a:lnTo>
                  <a:pt x="328613" y="276225"/>
                </a:lnTo>
                <a:lnTo>
                  <a:pt x="338138" y="276225"/>
                </a:lnTo>
                <a:lnTo>
                  <a:pt x="342900" y="280988"/>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28625" y="290513"/>
                </a:lnTo>
                <a:lnTo>
                  <a:pt x="433388" y="295275"/>
                </a:lnTo>
                <a:lnTo>
                  <a:pt x="438150" y="300038"/>
                </a:lnTo>
                <a:lnTo>
                  <a:pt x="438150" y="309563"/>
                </a:lnTo>
                <a:lnTo>
                  <a:pt x="438150" y="319088"/>
                </a:lnTo>
                <a:lnTo>
                  <a:pt x="438150" y="328613"/>
                </a:lnTo>
                <a:lnTo>
                  <a:pt x="438150" y="338138"/>
                </a:lnTo>
                <a:lnTo>
                  <a:pt x="438150" y="347663"/>
                </a:lnTo>
                <a:lnTo>
                  <a:pt x="438150" y="357188"/>
                </a:lnTo>
                <a:lnTo>
                  <a:pt x="438150" y="366713"/>
                </a:lnTo>
                <a:lnTo>
                  <a:pt x="438150" y="376238"/>
                </a:lnTo>
                <a:lnTo>
                  <a:pt x="438150" y="385763"/>
                </a:lnTo>
                <a:lnTo>
                  <a:pt x="438150" y="395288"/>
                </a:lnTo>
                <a:lnTo>
                  <a:pt x="438150" y="404813"/>
                </a:lnTo>
                <a:lnTo>
                  <a:pt x="438150" y="414338"/>
                </a:lnTo>
                <a:lnTo>
                  <a:pt x="438150" y="423863"/>
                </a:lnTo>
                <a:lnTo>
                  <a:pt x="438150" y="433388"/>
                </a:lnTo>
                <a:lnTo>
                  <a:pt x="442913" y="438150"/>
                </a:lnTo>
                <a:lnTo>
                  <a:pt x="452438" y="438150"/>
                </a:lnTo>
                <a:lnTo>
                  <a:pt x="461963" y="438150"/>
                </a:lnTo>
                <a:lnTo>
                  <a:pt x="471488" y="438150"/>
                </a:lnTo>
                <a:lnTo>
                  <a:pt x="481013" y="438150"/>
                </a:lnTo>
                <a:lnTo>
                  <a:pt x="490538" y="438150"/>
                </a:lnTo>
                <a:lnTo>
                  <a:pt x="500063" y="438150"/>
                </a:lnTo>
                <a:lnTo>
                  <a:pt x="509588" y="438150"/>
                </a:lnTo>
                <a:lnTo>
                  <a:pt x="519113" y="438150"/>
                </a:lnTo>
                <a:lnTo>
                  <a:pt x="528638" y="438150"/>
                </a:lnTo>
                <a:lnTo>
                  <a:pt x="538163" y="438150"/>
                </a:lnTo>
                <a:lnTo>
                  <a:pt x="547688" y="438150"/>
                </a:lnTo>
                <a:lnTo>
                  <a:pt x="557213" y="438150"/>
                </a:lnTo>
                <a:lnTo>
                  <a:pt x="566738" y="438150"/>
                </a:lnTo>
                <a:lnTo>
                  <a:pt x="576263" y="438150"/>
                </a:lnTo>
                <a:lnTo>
                  <a:pt x="585788" y="438150"/>
                </a:lnTo>
                <a:lnTo>
                  <a:pt x="595313" y="438150"/>
                </a:lnTo>
                <a:lnTo>
                  <a:pt x="604838" y="438150"/>
                </a:lnTo>
                <a:lnTo>
                  <a:pt x="614363" y="438150"/>
                </a:lnTo>
                <a:lnTo>
                  <a:pt x="623888" y="438150"/>
                </a:lnTo>
                <a:lnTo>
                  <a:pt x="633413" y="438150"/>
                </a:lnTo>
                <a:lnTo>
                  <a:pt x="642938" y="438150"/>
                </a:lnTo>
                <a:lnTo>
                  <a:pt x="652463" y="438150"/>
                </a:lnTo>
                <a:lnTo>
                  <a:pt x="661988" y="438150"/>
                </a:lnTo>
                <a:lnTo>
                  <a:pt x="671513" y="438150"/>
                </a:lnTo>
                <a:lnTo>
                  <a:pt x="681038" y="438150"/>
                </a:lnTo>
                <a:lnTo>
                  <a:pt x="690563" y="438150"/>
                </a:lnTo>
                <a:lnTo>
                  <a:pt x="700088" y="438150"/>
                </a:lnTo>
                <a:lnTo>
                  <a:pt x="709613" y="438150"/>
                </a:lnTo>
                <a:lnTo>
                  <a:pt x="719138" y="438150"/>
                </a:lnTo>
                <a:lnTo>
                  <a:pt x="728663" y="438150"/>
                </a:lnTo>
                <a:lnTo>
                  <a:pt x="738188" y="438150"/>
                </a:lnTo>
                <a:lnTo>
                  <a:pt x="747713" y="438150"/>
                </a:lnTo>
                <a:lnTo>
                  <a:pt x="757238" y="438150"/>
                </a:lnTo>
                <a:lnTo>
                  <a:pt x="766763" y="438150"/>
                </a:lnTo>
                <a:lnTo>
                  <a:pt x="776288" y="438150"/>
                </a:lnTo>
                <a:lnTo>
                  <a:pt x="785813" y="438150"/>
                </a:lnTo>
                <a:lnTo>
                  <a:pt x="795338" y="438150"/>
                </a:lnTo>
                <a:lnTo>
                  <a:pt x="804863" y="438150"/>
                </a:lnTo>
                <a:lnTo>
                  <a:pt x="814388" y="438150"/>
                </a:lnTo>
                <a:lnTo>
                  <a:pt x="823913" y="438150"/>
                </a:lnTo>
                <a:lnTo>
                  <a:pt x="833438" y="438150"/>
                </a:lnTo>
                <a:lnTo>
                  <a:pt x="842963" y="438150"/>
                </a:lnTo>
                <a:lnTo>
                  <a:pt x="852488" y="438150"/>
                </a:lnTo>
                <a:lnTo>
                  <a:pt x="862013" y="438150"/>
                </a:lnTo>
                <a:lnTo>
                  <a:pt x="871538" y="438150"/>
                </a:lnTo>
                <a:lnTo>
                  <a:pt x="881063" y="438150"/>
                </a:lnTo>
                <a:lnTo>
                  <a:pt x="890588" y="438150"/>
                </a:lnTo>
                <a:lnTo>
                  <a:pt x="900113" y="438150"/>
                </a:lnTo>
                <a:lnTo>
                  <a:pt x="909638" y="438150"/>
                </a:lnTo>
                <a:lnTo>
                  <a:pt x="919163" y="438150"/>
                </a:lnTo>
                <a:lnTo>
                  <a:pt x="928688" y="438150"/>
                </a:lnTo>
                <a:lnTo>
                  <a:pt x="938213" y="438150"/>
                </a:lnTo>
                <a:lnTo>
                  <a:pt x="947738" y="438150"/>
                </a:lnTo>
                <a:lnTo>
                  <a:pt x="957263" y="438150"/>
                </a:lnTo>
                <a:lnTo>
                  <a:pt x="966788" y="438150"/>
                </a:lnTo>
                <a:lnTo>
                  <a:pt x="976313" y="438150"/>
                </a:lnTo>
                <a:lnTo>
                  <a:pt x="985838" y="438150"/>
                </a:lnTo>
                <a:lnTo>
                  <a:pt x="995363" y="438150"/>
                </a:lnTo>
                <a:lnTo>
                  <a:pt x="1004888" y="438150"/>
                </a:lnTo>
                <a:lnTo>
                  <a:pt x="1014413" y="438150"/>
                </a:lnTo>
                <a:lnTo>
                  <a:pt x="1023938" y="438150"/>
                </a:lnTo>
                <a:lnTo>
                  <a:pt x="1033463" y="438150"/>
                </a:lnTo>
                <a:lnTo>
                  <a:pt x="1042988" y="438150"/>
                </a:lnTo>
                <a:lnTo>
                  <a:pt x="1052513" y="438150"/>
                </a:lnTo>
                <a:lnTo>
                  <a:pt x="1062038" y="438150"/>
                </a:lnTo>
                <a:lnTo>
                  <a:pt x="1071563" y="438150"/>
                </a:lnTo>
                <a:lnTo>
                  <a:pt x="1076325" y="442913"/>
                </a:lnTo>
                <a:lnTo>
                  <a:pt x="1076325" y="452438"/>
                </a:lnTo>
                <a:lnTo>
                  <a:pt x="1076325" y="461963"/>
                </a:lnTo>
                <a:lnTo>
                  <a:pt x="1076325" y="471488"/>
                </a:lnTo>
                <a:lnTo>
                  <a:pt x="1076325" y="481013"/>
                </a:lnTo>
                <a:lnTo>
                  <a:pt x="1076325" y="490538"/>
                </a:lnTo>
                <a:lnTo>
                  <a:pt x="1076325" y="500063"/>
                </a:lnTo>
                <a:lnTo>
                  <a:pt x="1076325" y="509588"/>
                </a:lnTo>
                <a:lnTo>
                  <a:pt x="1076325" y="519113"/>
                </a:lnTo>
                <a:lnTo>
                  <a:pt x="1076325" y="528638"/>
                </a:lnTo>
                <a:lnTo>
                  <a:pt x="1076325" y="538163"/>
                </a:lnTo>
                <a:lnTo>
                  <a:pt x="1076325" y="547688"/>
                </a:lnTo>
                <a:lnTo>
                  <a:pt x="1076325" y="557213"/>
                </a:lnTo>
                <a:lnTo>
                  <a:pt x="1076325" y="566738"/>
                </a:lnTo>
                <a:lnTo>
                  <a:pt x="1076325" y="576263"/>
                </a:lnTo>
                <a:lnTo>
                  <a:pt x="1076325" y="585788"/>
                </a:lnTo>
                <a:lnTo>
                  <a:pt x="1076325" y="595313"/>
                </a:lnTo>
                <a:lnTo>
                  <a:pt x="1076325" y="604838"/>
                </a:lnTo>
                <a:lnTo>
                  <a:pt x="1076325" y="614363"/>
                </a:lnTo>
                <a:lnTo>
                  <a:pt x="1076325" y="623888"/>
                </a:lnTo>
                <a:lnTo>
                  <a:pt x="1076325" y="633413"/>
                </a:lnTo>
                <a:lnTo>
                  <a:pt x="1076325" y="642938"/>
                </a:lnTo>
                <a:lnTo>
                  <a:pt x="1076325" y="652463"/>
                </a:lnTo>
                <a:lnTo>
                  <a:pt x="1076325" y="661988"/>
                </a:lnTo>
                <a:lnTo>
                  <a:pt x="1076325" y="671513"/>
                </a:lnTo>
                <a:lnTo>
                  <a:pt x="1076325" y="681038"/>
                </a:lnTo>
                <a:lnTo>
                  <a:pt x="1076325" y="690563"/>
                </a:lnTo>
                <a:lnTo>
                  <a:pt x="1076325" y="700088"/>
                </a:lnTo>
                <a:lnTo>
                  <a:pt x="1076325" y="709613"/>
                </a:lnTo>
                <a:lnTo>
                  <a:pt x="1076325" y="719138"/>
                </a:lnTo>
                <a:lnTo>
                  <a:pt x="1076325" y="728663"/>
                </a:lnTo>
                <a:lnTo>
                  <a:pt x="1076325" y="738188"/>
                </a:lnTo>
                <a:lnTo>
                  <a:pt x="1076325" y="747713"/>
                </a:lnTo>
                <a:lnTo>
                  <a:pt x="1076325" y="757238"/>
                </a:lnTo>
                <a:lnTo>
                  <a:pt x="1076325" y="766763"/>
                </a:lnTo>
                <a:lnTo>
                  <a:pt x="1076325" y="776288"/>
                </a:lnTo>
                <a:lnTo>
                  <a:pt x="1071563" y="781050"/>
                </a:lnTo>
                <a:lnTo>
                  <a:pt x="1066800" y="776288"/>
                </a:lnTo>
                <a:lnTo>
                  <a:pt x="1066800" y="766763"/>
                </a:lnTo>
                <a:lnTo>
                  <a:pt x="1066800" y="757238"/>
                </a:lnTo>
                <a:lnTo>
                  <a:pt x="1066800" y="747713"/>
                </a:lnTo>
                <a:lnTo>
                  <a:pt x="1066800" y="738188"/>
                </a:lnTo>
                <a:lnTo>
                  <a:pt x="1066800" y="728663"/>
                </a:lnTo>
                <a:lnTo>
                  <a:pt x="1066800" y="719138"/>
                </a:lnTo>
                <a:lnTo>
                  <a:pt x="1066800" y="709613"/>
                </a:lnTo>
                <a:lnTo>
                  <a:pt x="1066800" y="700088"/>
                </a:lnTo>
                <a:lnTo>
                  <a:pt x="1066800" y="690563"/>
                </a:lnTo>
                <a:lnTo>
                  <a:pt x="1066800" y="681038"/>
                </a:lnTo>
                <a:lnTo>
                  <a:pt x="1066800" y="671513"/>
                </a:lnTo>
                <a:lnTo>
                  <a:pt x="1066800" y="661988"/>
                </a:lnTo>
                <a:lnTo>
                  <a:pt x="1062038" y="657225"/>
                </a:lnTo>
                <a:lnTo>
                  <a:pt x="1057275" y="661988"/>
                </a:lnTo>
                <a:lnTo>
                  <a:pt x="1057275" y="671513"/>
                </a:lnTo>
                <a:lnTo>
                  <a:pt x="1052513" y="676275"/>
                </a:lnTo>
                <a:lnTo>
                  <a:pt x="1047750" y="681038"/>
                </a:lnTo>
                <a:lnTo>
                  <a:pt x="1047750" y="690563"/>
                </a:lnTo>
                <a:lnTo>
                  <a:pt x="1042988" y="695325"/>
                </a:lnTo>
                <a:lnTo>
                  <a:pt x="1038225" y="700088"/>
                </a:lnTo>
                <a:lnTo>
                  <a:pt x="1038225" y="709613"/>
                </a:lnTo>
                <a:lnTo>
                  <a:pt x="1033463" y="714375"/>
                </a:lnTo>
                <a:lnTo>
                  <a:pt x="1028700" y="719138"/>
                </a:lnTo>
                <a:lnTo>
                  <a:pt x="1023938" y="723900"/>
                </a:lnTo>
                <a:lnTo>
                  <a:pt x="1019175" y="728663"/>
                </a:lnTo>
                <a:lnTo>
                  <a:pt x="1019175" y="738188"/>
                </a:lnTo>
                <a:lnTo>
                  <a:pt x="1019175" y="747713"/>
                </a:lnTo>
                <a:lnTo>
                  <a:pt x="1014413" y="752475"/>
                </a:lnTo>
                <a:lnTo>
                  <a:pt x="1004888" y="752475"/>
                </a:lnTo>
                <a:lnTo>
                  <a:pt x="1000125" y="757238"/>
                </a:lnTo>
                <a:lnTo>
                  <a:pt x="1000125" y="766763"/>
                </a:lnTo>
                <a:lnTo>
                  <a:pt x="995363" y="771525"/>
                </a:lnTo>
                <a:lnTo>
                  <a:pt x="990600" y="776288"/>
                </a:lnTo>
                <a:lnTo>
                  <a:pt x="985838" y="781050"/>
                </a:lnTo>
                <a:lnTo>
                  <a:pt x="981075" y="785813"/>
                </a:lnTo>
                <a:lnTo>
                  <a:pt x="981075" y="795338"/>
                </a:lnTo>
                <a:lnTo>
                  <a:pt x="976313" y="800100"/>
                </a:lnTo>
                <a:lnTo>
                  <a:pt x="971550" y="804863"/>
                </a:lnTo>
                <a:lnTo>
                  <a:pt x="966788" y="809625"/>
                </a:lnTo>
                <a:lnTo>
                  <a:pt x="962025" y="814388"/>
                </a:lnTo>
                <a:lnTo>
                  <a:pt x="957263" y="819150"/>
                </a:lnTo>
                <a:lnTo>
                  <a:pt x="952500" y="823913"/>
                </a:lnTo>
                <a:lnTo>
                  <a:pt x="952500" y="833438"/>
                </a:lnTo>
                <a:lnTo>
                  <a:pt x="947738" y="838200"/>
                </a:lnTo>
                <a:lnTo>
                  <a:pt x="938213" y="838200"/>
                </a:lnTo>
                <a:lnTo>
                  <a:pt x="933450" y="842963"/>
                </a:lnTo>
                <a:lnTo>
                  <a:pt x="928688" y="847725"/>
                </a:lnTo>
                <a:lnTo>
                  <a:pt x="923925" y="852488"/>
                </a:lnTo>
                <a:lnTo>
                  <a:pt x="919163" y="857250"/>
                </a:lnTo>
                <a:lnTo>
                  <a:pt x="914400" y="862013"/>
                </a:lnTo>
                <a:lnTo>
                  <a:pt x="919163" y="866775"/>
                </a:lnTo>
                <a:lnTo>
                  <a:pt x="928688" y="866775"/>
                </a:lnTo>
                <a:lnTo>
                  <a:pt x="938213" y="866775"/>
                </a:lnTo>
                <a:lnTo>
                  <a:pt x="947738" y="866775"/>
                </a:lnTo>
                <a:lnTo>
                  <a:pt x="957263" y="866775"/>
                </a:lnTo>
                <a:lnTo>
                  <a:pt x="966788" y="866775"/>
                </a:lnTo>
                <a:lnTo>
                  <a:pt x="976313" y="866775"/>
                </a:lnTo>
                <a:lnTo>
                  <a:pt x="985838" y="866775"/>
                </a:lnTo>
                <a:lnTo>
                  <a:pt x="995363" y="866775"/>
                </a:lnTo>
                <a:lnTo>
                  <a:pt x="1004888" y="866775"/>
                </a:lnTo>
                <a:lnTo>
                  <a:pt x="1014413" y="866775"/>
                </a:lnTo>
                <a:lnTo>
                  <a:pt x="1023938" y="866775"/>
                </a:lnTo>
                <a:lnTo>
                  <a:pt x="1033463" y="866775"/>
                </a:lnTo>
                <a:lnTo>
                  <a:pt x="1042988" y="866775"/>
                </a:lnTo>
                <a:lnTo>
                  <a:pt x="1052513" y="866775"/>
                </a:lnTo>
                <a:lnTo>
                  <a:pt x="1062038" y="866775"/>
                </a:lnTo>
                <a:lnTo>
                  <a:pt x="1066800" y="862013"/>
                </a:lnTo>
                <a:lnTo>
                  <a:pt x="1066800" y="852488"/>
                </a:lnTo>
                <a:lnTo>
                  <a:pt x="1066800" y="842963"/>
                </a:lnTo>
                <a:lnTo>
                  <a:pt x="1066800" y="833438"/>
                </a:lnTo>
                <a:lnTo>
                  <a:pt x="1066800" y="823913"/>
                </a:lnTo>
                <a:lnTo>
                  <a:pt x="1066800" y="814388"/>
                </a:lnTo>
                <a:lnTo>
                  <a:pt x="1066800" y="804863"/>
                </a:lnTo>
                <a:lnTo>
                  <a:pt x="1066800" y="795338"/>
                </a:lnTo>
                <a:lnTo>
                  <a:pt x="1071563" y="790575"/>
                </a:lnTo>
                <a:lnTo>
                  <a:pt x="1076325" y="795338"/>
                </a:lnTo>
                <a:lnTo>
                  <a:pt x="1076325" y="804863"/>
                </a:lnTo>
                <a:lnTo>
                  <a:pt x="1076325" y="814388"/>
                </a:lnTo>
                <a:lnTo>
                  <a:pt x="1076325" y="823913"/>
                </a:lnTo>
                <a:lnTo>
                  <a:pt x="1076325" y="833438"/>
                </a:lnTo>
                <a:lnTo>
                  <a:pt x="1076325" y="842963"/>
                </a:lnTo>
                <a:lnTo>
                  <a:pt x="1076325" y="852488"/>
                </a:lnTo>
                <a:lnTo>
                  <a:pt x="1076325" y="862013"/>
                </a:lnTo>
                <a:lnTo>
                  <a:pt x="1076325" y="871538"/>
                </a:lnTo>
                <a:lnTo>
                  <a:pt x="1071563" y="876300"/>
                </a:lnTo>
                <a:lnTo>
                  <a:pt x="1062038" y="876300"/>
                </a:lnTo>
                <a:lnTo>
                  <a:pt x="1052513" y="876300"/>
                </a:lnTo>
                <a:lnTo>
                  <a:pt x="1042988" y="876300"/>
                </a:lnTo>
                <a:lnTo>
                  <a:pt x="1033463" y="876300"/>
                </a:lnTo>
                <a:lnTo>
                  <a:pt x="1023938" y="876300"/>
                </a:lnTo>
                <a:lnTo>
                  <a:pt x="1014413" y="876300"/>
                </a:lnTo>
                <a:lnTo>
                  <a:pt x="1004888" y="876300"/>
                </a:lnTo>
                <a:lnTo>
                  <a:pt x="995363" y="876300"/>
                </a:lnTo>
                <a:lnTo>
                  <a:pt x="985838" y="876300"/>
                </a:lnTo>
                <a:lnTo>
                  <a:pt x="976313" y="876300"/>
                </a:lnTo>
                <a:lnTo>
                  <a:pt x="966788" y="876300"/>
                </a:lnTo>
                <a:lnTo>
                  <a:pt x="957263" y="876300"/>
                </a:lnTo>
                <a:lnTo>
                  <a:pt x="947738" y="876300"/>
                </a:lnTo>
                <a:lnTo>
                  <a:pt x="938213" y="876300"/>
                </a:lnTo>
                <a:lnTo>
                  <a:pt x="928688" y="876300"/>
                </a:lnTo>
                <a:lnTo>
                  <a:pt x="919163" y="876300"/>
                </a:lnTo>
                <a:lnTo>
                  <a:pt x="909638" y="876300"/>
                </a:lnTo>
                <a:lnTo>
                  <a:pt x="900113" y="876300"/>
                </a:lnTo>
                <a:lnTo>
                  <a:pt x="890588" y="876300"/>
                </a:lnTo>
                <a:lnTo>
                  <a:pt x="881063" y="876300"/>
                </a:lnTo>
                <a:lnTo>
                  <a:pt x="871538" y="876300"/>
                </a:lnTo>
                <a:lnTo>
                  <a:pt x="862013" y="876300"/>
                </a:lnTo>
                <a:lnTo>
                  <a:pt x="852488" y="876300"/>
                </a:lnTo>
                <a:lnTo>
                  <a:pt x="842963" y="876300"/>
                </a:lnTo>
                <a:lnTo>
                  <a:pt x="833438" y="876300"/>
                </a:lnTo>
                <a:lnTo>
                  <a:pt x="823913" y="876300"/>
                </a:lnTo>
                <a:lnTo>
                  <a:pt x="814388" y="876300"/>
                </a:lnTo>
                <a:lnTo>
                  <a:pt x="804863" y="876300"/>
                </a:lnTo>
                <a:lnTo>
                  <a:pt x="795338" y="876300"/>
                </a:lnTo>
                <a:lnTo>
                  <a:pt x="785813" y="876300"/>
                </a:lnTo>
                <a:lnTo>
                  <a:pt x="776288" y="876300"/>
                </a:lnTo>
                <a:lnTo>
                  <a:pt x="766763" y="876300"/>
                </a:lnTo>
                <a:lnTo>
                  <a:pt x="757238" y="876300"/>
                </a:lnTo>
                <a:lnTo>
                  <a:pt x="747713" y="876300"/>
                </a:lnTo>
                <a:lnTo>
                  <a:pt x="738188" y="876300"/>
                </a:lnTo>
                <a:lnTo>
                  <a:pt x="728663" y="876300"/>
                </a:lnTo>
                <a:lnTo>
                  <a:pt x="719138" y="876300"/>
                </a:lnTo>
                <a:lnTo>
                  <a:pt x="709613" y="876300"/>
                </a:lnTo>
                <a:lnTo>
                  <a:pt x="700088" y="876300"/>
                </a:lnTo>
                <a:lnTo>
                  <a:pt x="690563" y="876300"/>
                </a:lnTo>
                <a:lnTo>
                  <a:pt x="681038" y="876300"/>
                </a:lnTo>
                <a:lnTo>
                  <a:pt x="671513" y="876300"/>
                </a:lnTo>
                <a:lnTo>
                  <a:pt x="661988" y="876300"/>
                </a:lnTo>
                <a:lnTo>
                  <a:pt x="652463" y="876300"/>
                </a:lnTo>
                <a:lnTo>
                  <a:pt x="642938" y="876300"/>
                </a:lnTo>
                <a:lnTo>
                  <a:pt x="633413" y="876300"/>
                </a:lnTo>
                <a:lnTo>
                  <a:pt x="623888" y="876300"/>
                </a:lnTo>
                <a:lnTo>
                  <a:pt x="614363" y="876300"/>
                </a:lnTo>
                <a:lnTo>
                  <a:pt x="604838" y="876300"/>
                </a:lnTo>
                <a:lnTo>
                  <a:pt x="595313" y="876300"/>
                </a:lnTo>
                <a:lnTo>
                  <a:pt x="585788" y="876300"/>
                </a:lnTo>
                <a:lnTo>
                  <a:pt x="576263" y="876300"/>
                </a:lnTo>
                <a:lnTo>
                  <a:pt x="566738" y="876300"/>
                </a:lnTo>
                <a:lnTo>
                  <a:pt x="557213" y="876300"/>
                </a:lnTo>
                <a:lnTo>
                  <a:pt x="547688" y="876300"/>
                </a:lnTo>
                <a:lnTo>
                  <a:pt x="538163" y="876300"/>
                </a:lnTo>
                <a:lnTo>
                  <a:pt x="528638" y="876300"/>
                </a:lnTo>
                <a:lnTo>
                  <a:pt x="519113" y="876300"/>
                </a:lnTo>
                <a:lnTo>
                  <a:pt x="509588" y="876300"/>
                </a:lnTo>
                <a:lnTo>
                  <a:pt x="500063" y="876300"/>
                </a:lnTo>
                <a:lnTo>
                  <a:pt x="490538" y="876300"/>
                </a:lnTo>
                <a:lnTo>
                  <a:pt x="481013" y="876300"/>
                </a:lnTo>
                <a:lnTo>
                  <a:pt x="471488" y="876300"/>
                </a:lnTo>
                <a:lnTo>
                  <a:pt x="461963" y="876300"/>
                </a:lnTo>
                <a:lnTo>
                  <a:pt x="452438" y="876300"/>
                </a:lnTo>
                <a:lnTo>
                  <a:pt x="442913" y="876300"/>
                </a:lnTo>
                <a:lnTo>
                  <a:pt x="433388" y="876300"/>
                </a:lnTo>
                <a:lnTo>
                  <a:pt x="423863" y="876300"/>
                </a:lnTo>
                <a:lnTo>
                  <a:pt x="414338" y="876300"/>
                </a:lnTo>
                <a:lnTo>
                  <a:pt x="404813" y="876300"/>
                </a:lnTo>
                <a:lnTo>
                  <a:pt x="395288" y="876300"/>
                </a:lnTo>
                <a:lnTo>
                  <a:pt x="385763" y="876300"/>
                </a:lnTo>
                <a:lnTo>
                  <a:pt x="376238" y="876300"/>
                </a:lnTo>
                <a:lnTo>
                  <a:pt x="366713" y="876300"/>
                </a:lnTo>
                <a:lnTo>
                  <a:pt x="357188" y="876300"/>
                </a:lnTo>
                <a:lnTo>
                  <a:pt x="347663" y="876300"/>
                </a:lnTo>
                <a:lnTo>
                  <a:pt x="338138" y="876300"/>
                </a:lnTo>
                <a:lnTo>
                  <a:pt x="328613" y="876300"/>
                </a:lnTo>
                <a:lnTo>
                  <a:pt x="319088" y="876300"/>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14288" y="657225"/>
                </a:moveTo>
                <a:lnTo>
                  <a:pt x="9525" y="661988"/>
                </a:lnTo>
                <a:lnTo>
                  <a:pt x="9525" y="671513"/>
                </a:lnTo>
                <a:lnTo>
                  <a:pt x="9525" y="681038"/>
                </a:lnTo>
                <a:lnTo>
                  <a:pt x="9525" y="690563"/>
                </a:lnTo>
                <a:lnTo>
                  <a:pt x="9525" y="700088"/>
                </a:lnTo>
                <a:lnTo>
                  <a:pt x="9525" y="709613"/>
                </a:lnTo>
                <a:lnTo>
                  <a:pt x="9525" y="719138"/>
                </a:lnTo>
                <a:lnTo>
                  <a:pt x="9525" y="728663"/>
                </a:lnTo>
                <a:lnTo>
                  <a:pt x="9525" y="738188"/>
                </a:lnTo>
                <a:lnTo>
                  <a:pt x="9525" y="747713"/>
                </a:lnTo>
                <a:lnTo>
                  <a:pt x="9525" y="757238"/>
                </a:lnTo>
                <a:lnTo>
                  <a:pt x="9525" y="766763"/>
                </a:lnTo>
                <a:lnTo>
                  <a:pt x="9525" y="776288"/>
                </a:lnTo>
                <a:lnTo>
                  <a:pt x="9525" y="785813"/>
                </a:lnTo>
                <a:lnTo>
                  <a:pt x="9525" y="795338"/>
                </a:lnTo>
                <a:lnTo>
                  <a:pt x="9525" y="804863"/>
                </a:lnTo>
                <a:lnTo>
                  <a:pt x="9525" y="814388"/>
                </a:lnTo>
                <a:lnTo>
                  <a:pt x="9525" y="823913"/>
                </a:lnTo>
                <a:lnTo>
                  <a:pt x="9525" y="833438"/>
                </a:lnTo>
                <a:lnTo>
                  <a:pt x="9525" y="842963"/>
                </a:lnTo>
                <a:lnTo>
                  <a:pt x="9525" y="852488"/>
                </a:lnTo>
                <a:lnTo>
                  <a:pt x="9525" y="862013"/>
                </a:lnTo>
                <a:lnTo>
                  <a:pt x="14288" y="866775"/>
                </a:lnTo>
                <a:lnTo>
                  <a:pt x="23813" y="866775"/>
                </a:lnTo>
                <a:lnTo>
                  <a:pt x="33338" y="866775"/>
                </a:lnTo>
                <a:lnTo>
                  <a:pt x="42863" y="866775"/>
                </a:lnTo>
                <a:lnTo>
                  <a:pt x="52388" y="866775"/>
                </a:lnTo>
                <a:lnTo>
                  <a:pt x="61913" y="866775"/>
                </a:lnTo>
                <a:lnTo>
                  <a:pt x="71438" y="866775"/>
                </a:lnTo>
                <a:lnTo>
                  <a:pt x="80963" y="866775"/>
                </a:lnTo>
                <a:lnTo>
                  <a:pt x="90488" y="866775"/>
                </a:lnTo>
                <a:lnTo>
                  <a:pt x="100013" y="866775"/>
                </a:lnTo>
                <a:lnTo>
                  <a:pt x="109538" y="866775"/>
                </a:lnTo>
                <a:lnTo>
                  <a:pt x="119063" y="866775"/>
                </a:lnTo>
                <a:lnTo>
                  <a:pt x="128588" y="866775"/>
                </a:lnTo>
                <a:lnTo>
                  <a:pt x="138113" y="866775"/>
                </a:lnTo>
                <a:lnTo>
                  <a:pt x="147638" y="866775"/>
                </a:lnTo>
                <a:lnTo>
                  <a:pt x="157163" y="866775"/>
                </a:lnTo>
                <a:lnTo>
                  <a:pt x="166688" y="866775"/>
                </a:lnTo>
                <a:lnTo>
                  <a:pt x="171450" y="862013"/>
                </a:lnTo>
                <a:lnTo>
                  <a:pt x="166688" y="857250"/>
                </a:lnTo>
                <a:lnTo>
                  <a:pt x="157163" y="857250"/>
                </a:lnTo>
                <a:lnTo>
                  <a:pt x="152400" y="852488"/>
                </a:lnTo>
                <a:lnTo>
                  <a:pt x="147638" y="847725"/>
                </a:lnTo>
                <a:lnTo>
                  <a:pt x="142875" y="842963"/>
                </a:lnTo>
                <a:lnTo>
                  <a:pt x="138113" y="838200"/>
                </a:lnTo>
                <a:lnTo>
                  <a:pt x="133350" y="833438"/>
                </a:lnTo>
                <a:lnTo>
                  <a:pt x="128588" y="828675"/>
                </a:lnTo>
                <a:lnTo>
                  <a:pt x="123825" y="823913"/>
                </a:lnTo>
                <a:lnTo>
                  <a:pt x="119063" y="819150"/>
                </a:lnTo>
                <a:lnTo>
                  <a:pt x="114300" y="814388"/>
                </a:lnTo>
                <a:lnTo>
                  <a:pt x="109538" y="809625"/>
                </a:lnTo>
                <a:lnTo>
                  <a:pt x="104775" y="804863"/>
                </a:lnTo>
                <a:lnTo>
                  <a:pt x="104775" y="795338"/>
                </a:lnTo>
                <a:lnTo>
                  <a:pt x="100013" y="790575"/>
                </a:lnTo>
                <a:lnTo>
                  <a:pt x="95250" y="785813"/>
                </a:lnTo>
                <a:lnTo>
                  <a:pt x="90488" y="781050"/>
                </a:lnTo>
                <a:lnTo>
                  <a:pt x="85725" y="776288"/>
                </a:lnTo>
                <a:lnTo>
                  <a:pt x="80963" y="771525"/>
                </a:lnTo>
                <a:lnTo>
                  <a:pt x="76200" y="766763"/>
                </a:lnTo>
                <a:lnTo>
                  <a:pt x="76200" y="757238"/>
                </a:lnTo>
                <a:lnTo>
                  <a:pt x="71438" y="752475"/>
                </a:lnTo>
                <a:lnTo>
                  <a:pt x="66675" y="747713"/>
                </a:lnTo>
                <a:lnTo>
                  <a:pt x="61913" y="742950"/>
                </a:lnTo>
                <a:lnTo>
                  <a:pt x="57150" y="738188"/>
                </a:lnTo>
                <a:lnTo>
                  <a:pt x="57150" y="728663"/>
                </a:lnTo>
                <a:lnTo>
                  <a:pt x="52388" y="723900"/>
                </a:lnTo>
                <a:lnTo>
                  <a:pt x="47625" y="719138"/>
                </a:lnTo>
                <a:lnTo>
                  <a:pt x="42863" y="714375"/>
                </a:lnTo>
                <a:lnTo>
                  <a:pt x="38100" y="709613"/>
                </a:lnTo>
                <a:lnTo>
                  <a:pt x="38100" y="700088"/>
                </a:lnTo>
                <a:lnTo>
                  <a:pt x="33338" y="695325"/>
                </a:lnTo>
                <a:lnTo>
                  <a:pt x="28575" y="690563"/>
                </a:lnTo>
                <a:lnTo>
                  <a:pt x="28575" y="681038"/>
                </a:lnTo>
                <a:lnTo>
                  <a:pt x="23813" y="676275"/>
                </a:lnTo>
                <a:lnTo>
                  <a:pt x="19050" y="671513"/>
                </a:lnTo>
                <a:lnTo>
                  <a:pt x="19050" y="661988"/>
                </a:lnTo>
                <a:lnTo>
                  <a:pt x="14288" y="657225"/>
                </a:lnTo>
                <a:close/>
              </a:path>
            </a:pathLst>
          </a:custGeom>
          <a:solidFill xmlns:a="http://schemas.openxmlformats.org/drawingml/2006/main">
            <a:srgbClr val="9DC48E"/>
          </a:solidFill>
          <a:ln xmlns:a="http://schemas.openxmlformats.org/drawingml/2006/main" w="0">
            <a:noFill/>
            <a:prstDash val="solid"/>
          </a:ln>
        </p:spPr>
      </p:sp>
      <p:sp>
        <p:nvSpPr>
          <p:cNvPr id="494" name="layout-green-82-1">
            <a:extLst xmlns:a="http://schemas.openxmlformats.org/drawingml/2006/main">
              <a:ext uri="{FF2B5EF4-FFF2-40B4-BE49-F238E27FC236}">
                <a16:creationId xmlns:a16="http://schemas.microsoft.com/office/drawing/2014/main" id="{2AA13179-C845-45B3-A096-931BC9728020}"/>
              </a:ext>
            </a:extLst>
          </p:cNvPr>
          <p:cNvSpPr>
            <a:spLocks xmlns:a="http://schemas.openxmlformats.org/drawingml/2006/main" noGrp="1"/>
          </p:cNvSpPr>
          <p:nvPr/>
        </p:nvSpPr>
        <p:spPr>
          <a:xfrm xmlns:a="http://schemas.openxmlformats.org/drawingml/2006/main" rot="0">
            <a:off x="390525" y="3552825"/>
            <a:ext cx="171450" cy="85725"/>
          </a:xfrm>
          <a:custGeom xmlns:a="http://schemas.openxmlformats.org/drawingml/2006/main">
            <a:pathLst>
              <a:path w="171450" h="85725">
                <a:moveTo>
                  <a:pt x="152400" y="4763"/>
                </a:moveTo>
                <a:lnTo>
                  <a:pt x="157163" y="0"/>
                </a:lnTo>
                <a:lnTo>
                  <a:pt x="166688" y="0"/>
                </a:lnTo>
                <a:lnTo>
                  <a:pt x="171450" y="4763"/>
                </a:lnTo>
                <a:lnTo>
                  <a:pt x="171450" y="14288"/>
                </a:lnTo>
                <a:lnTo>
                  <a:pt x="171450" y="23813"/>
                </a:lnTo>
                <a:lnTo>
                  <a:pt x="166688" y="28575"/>
                </a:lnTo>
                <a:lnTo>
                  <a:pt x="161925" y="33338"/>
                </a:lnTo>
                <a:lnTo>
                  <a:pt x="161925" y="42863"/>
                </a:lnTo>
                <a:lnTo>
                  <a:pt x="166688" y="47625"/>
                </a:lnTo>
                <a:lnTo>
                  <a:pt x="171450" y="52388"/>
                </a:lnTo>
                <a:lnTo>
                  <a:pt x="171450" y="61913"/>
                </a:lnTo>
                <a:lnTo>
                  <a:pt x="171450" y="71438"/>
                </a:lnTo>
                <a:lnTo>
                  <a:pt x="171450" y="80963"/>
                </a:lnTo>
                <a:lnTo>
                  <a:pt x="166688" y="85725"/>
                </a:lnTo>
                <a:lnTo>
                  <a:pt x="157163" y="85725"/>
                </a:lnTo>
                <a:lnTo>
                  <a:pt x="147638" y="85725"/>
                </a:lnTo>
                <a:lnTo>
                  <a:pt x="138113" y="85725"/>
                </a:lnTo>
                <a:lnTo>
                  <a:pt x="128588" y="85725"/>
                </a:lnTo>
                <a:lnTo>
                  <a:pt x="119063" y="85725"/>
                </a:lnTo>
                <a:lnTo>
                  <a:pt x="109538" y="85725"/>
                </a:lnTo>
                <a:lnTo>
                  <a:pt x="100013" y="85725"/>
                </a:lnTo>
                <a:lnTo>
                  <a:pt x="90488" y="85725"/>
                </a:lnTo>
                <a:lnTo>
                  <a:pt x="85725" y="80963"/>
                </a:lnTo>
                <a:lnTo>
                  <a:pt x="80963" y="76200"/>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4763" y="57150"/>
                </a:lnTo>
                <a:lnTo>
                  <a:pt x="0" y="52388"/>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71438" y="19050"/>
                </a:lnTo>
                <a:lnTo>
                  <a:pt x="76200" y="14288"/>
                </a:lnTo>
                <a:lnTo>
                  <a:pt x="80963" y="9525"/>
                </a:lnTo>
                <a:lnTo>
                  <a:pt x="90488" y="9525"/>
                </a:lnTo>
                <a:lnTo>
                  <a:pt x="100013" y="9525"/>
                </a:lnTo>
                <a:lnTo>
                  <a:pt x="109538" y="9525"/>
                </a:lnTo>
                <a:lnTo>
                  <a:pt x="119063" y="9525"/>
                </a:lnTo>
                <a:lnTo>
                  <a:pt x="128588" y="9525"/>
                </a:lnTo>
                <a:lnTo>
                  <a:pt x="138113" y="9525"/>
                </a:lnTo>
                <a:lnTo>
                  <a:pt x="147638" y="9525"/>
                </a:lnTo>
                <a:lnTo>
                  <a:pt x="152400" y="4763"/>
                </a:lnTo>
                <a:close/>
              </a:path>
            </a:pathLst>
          </a:custGeom>
          <a:solidFill xmlns:a="http://schemas.openxmlformats.org/drawingml/2006/main">
            <a:srgbClr val="9DC48E"/>
          </a:solidFill>
          <a:ln xmlns:a="http://schemas.openxmlformats.org/drawingml/2006/main" w="0">
            <a:noFill/>
            <a:prstDash val="solid"/>
          </a:ln>
        </p:spPr>
      </p:sp>
      <p:sp>
        <p:nvSpPr>
          <p:cNvPr id="495" name="layout-green-83-0">
            <a:extLst xmlns:a="http://schemas.openxmlformats.org/drawingml/2006/main">
              <a:ext uri="{FF2B5EF4-FFF2-40B4-BE49-F238E27FC236}">
                <a16:creationId xmlns:a16="http://schemas.microsoft.com/office/drawing/2014/main" id="{6336D9BC-7EFB-48E6-82AE-E9C2C2D2B2F1}"/>
              </a:ext>
            </a:extLst>
          </p:cNvPr>
          <p:cNvSpPr>
            <a:spLocks xmlns:a="http://schemas.openxmlformats.org/drawingml/2006/main" noGrp="1"/>
          </p:cNvSpPr>
          <p:nvPr/>
        </p:nvSpPr>
        <p:spPr>
          <a:xfrm xmlns:a="http://schemas.openxmlformats.org/drawingml/2006/main" rot="0">
            <a:off x="123825" y="3371850"/>
            <a:ext cx="1076325" cy="876300"/>
          </a:xfrm>
          <a:custGeom xmlns:a="http://schemas.openxmlformats.org/drawingml/2006/main">
            <a:pathLst>
              <a:path w="1076325" h="87630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14288" y="304800"/>
                </a:lnTo>
                <a:lnTo>
                  <a:pt x="19050" y="300038"/>
                </a:lnTo>
                <a:lnTo>
                  <a:pt x="19050" y="290513"/>
                </a:lnTo>
                <a:lnTo>
                  <a:pt x="19050" y="280988"/>
                </a:lnTo>
                <a:lnTo>
                  <a:pt x="23813" y="276225"/>
                </a:lnTo>
                <a:lnTo>
                  <a:pt x="28575" y="271463"/>
                </a:lnTo>
                <a:lnTo>
                  <a:pt x="28575" y="261938"/>
                </a:lnTo>
                <a:lnTo>
                  <a:pt x="33338" y="257175"/>
                </a:lnTo>
                <a:lnTo>
                  <a:pt x="38100" y="252413"/>
                </a:lnTo>
                <a:lnTo>
                  <a:pt x="38100" y="242888"/>
                </a:lnTo>
                <a:lnTo>
                  <a:pt x="38100" y="233363"/>
                </a:lnTo>
                <a:lnTo>
                  <a:pt x="42863" y="228600"/>
                </a:lnTo>
                <a:lnTo>
                  <a:pt x="47625" y="223838"/>
                </a:lnTo>
                <a:lnTo>
                  <a:pt x="47625" y="214313"/>
                </a:lnTo>
                <a:lnTo>
                  <a:pt x="52388" y="209550"/>
                </a:lnTo>
                <a:lnTo>
                  <a:pt x="57150" y="204788"/>
                </a:lnTo>
                <a:lnTo>
                  <a:pt x="57150" y="195263"/>
                </a:lnTo>
                <a:lnTo>
                  <a:pt x="61913" y="190500"/>
                </a:lnTo>
                <a:lnTo>
                  <a:pt x="66675" y="185738"/>
                </a:lnTo>
                <a:lnTo>
                  <a:pt x="71438" y="180975"/>
                </a:lnTo>
                <a:lnTo>
                  <a:pt x="76200" y="176213"/>
                </a:lnTo>
                <a:lnTo>
                  <a:pt x="76200" y="166688"/>
                </a:lnTo>
                <a:lnTo>
                  <a:pt x="76200" y="157163"/>
                </a:lnTo>
                <a:lnTo>
                  <a:pt x="80963" y="152400"/>
                </a:lnTo>
                <a:lnTo>
                  <a:pt x="85725" y="147638"/>
                </a:lnTo>
                <a:lnTo>
                  <a:pt x="85725" y="138113"/>
                </a:lnTo>
                <a:lnTo>
                  <a:pt x="90488" y="133350"/>
                </a:lnTo>
                <a:lnTo>
                  <a:pt x="100013" y="133350"/>
                </a:lnTo>
                <a:lnTo>
                  <a:pt x="104775" y="128588"/>
                </a:lnTo>
                <a:lnTo>
                  <a:pt x="104775" y="119063"/>
                </a:lnTo>
                <a:lnTo>
                  <a:pt x="104775" y="109538"/>
                </a:lnTo>
                <a:lnTo>
                  <a:pt x="109538" y="104775"/>
                </a:lnTo>
                <a:lnTo>
                  <a:pt x="119063" y="104775"/>
                </a:lnTo>
                <a:lnTo>
                  <a:pt x="123825" y="100013"/>
                </a:lnTo>
                <a:lnTo>
                  <a:pt x="128588" y="95250"/>
                </a:lnTo>
                <a:lnTo>
                  <a:pt x="133350" y="90488"/>
                </a:lnTo>
                <a:lnTo>
                  <a:pt x="133350" y="80963"/>
                </a:lnTo>
                <a:lnTo>
                  <a:pt x="138113" y="76200"/>
                </a:lnTo>
                <a:lnTo>
                  <a:pt x="142875" y="71438"/>
                </a:lnTo>
                <a:lnTo>
                  <a:pt x="147638" y="66675"/>
                </a:lnTo>
                <a:lnTo>
                  <a:pt x="152400" y="61913"/>
                </a:lnTo>
                <a:lnTo>
                  <a:pt x="157163" y="57150"/>
                </a:lnTo>
                <a:lnTo>
                  <a:pt x="161925" y="52388"/>
                </a:lnTo>
                <a:lnTo>
                  <a:pt x="166688" y="47625"/>
                </a:lnTo>
                <a:lnTo>
                  <a:pt x="171450" y="42863"/>
                </a:lnTo>
                <a:lnTo>
                  <a:pt x="176213" y="38100"/>
                </a:lnTo>
                <a:lnTo>
                  <a:pt x="180975" y="33338"/>
                </a:lnTo>
                <a:lnTo>
                  <a:pt x="185738" y="28575"/>
                </a:lnTo>
                <a:lnTo>
                  <a:pt x="190500" y="23813"/>
                </a:lnTo>
                <a:lnTo>
                  <a:pt x="195263" y="19050"/>
                </a:lnTo>
                <a:lnTo>
                  <a:pt x="200025" y="14288"/>
                </a:lnTo>
                <a:lnTo>
                  <a:pt x="204788" y="9525"/>
                </a:lnTo>
                <a:lnTo>
                  <a:pt x="214313" y="9525"/>
                </a:lnTo>
                <a:lnTo>
                  <a:pt x="219075" y="4763"/>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38150" y="4763"/>
                </a:lnTo>
                <a:lnTo>
                  <a:pt x="438150" y="14288"/>
                </a:lnTo>
                <a:lnTo>
                  <a:pt x="438150" y="23813"/>
                </a:lnTo>
                <a:lnTo>
                  <a:pt x="438150" y="33338"/>
                </a:lnTo>
                <a:lnTo>
                  <a:pt x="438150" y="42863"/>
                </a:lnTo>
                <a:lnTo>
                  <a:pt x="438150" y="52388"/>
                </a:lnTo>
                <a:lnTo>
                  <a:pt x="438150" y="61913"/>
                </a:lnTo>
                <a:lnTo>
                  <a:pt x="438150" y="71438"/>
                </a:lnTo>
                <a:lnTo>
                  <a:pt x="438150" y="80963"/>
                </a:lnTo>
                <a:lnTo>
                  <a:pt x="438150" y="90488"/>
                </a:lnTo>
                <a:lnTo>
                  <a:pt x="438150" y="100013"/>
                </a:lnTo>
                <a:lnTo>
                  <a:pt x="438150" y="109538"/>
                </a:lnTo>
                <a:lnTo>
                  <a:pt x="438150" y="119063"/>
                </a:lnTo>
                <a:lnTo>
                  <a:pt x="438150" y="128588"/>
                </a:lnTo>
                <a:lnTo>
                  <a:pt x="438150" y="138113"/>
                </a:lnTo>
                <a:lnTo>
                  <a:pt x="438150" y="147638"/>
                </a:lnTo>
                <a:lnTo>
                  <a:pt x="438150" y="157163"/>
                </a:lnTo>
                <a:lnTo>
                  <a:pt x="433388" y="161925"/>
                </a:lnTo>
                <a:lnTo>
                  <a:pt x="423863" y="161925"/>
                </a:lnTo>
                <a:lnTo>
                  <a:pt x="419100" y="166688"/>
                </a:lnTo>
                <a:lnTo>
                  <a:pt x="414338" y="171450"/>
                </a:lnTo>
                <a:lnTo>
                  <a:pt x="404813" y="171450"/>
                </a:lnTo>
                <a:lnTo>
                  <a:pt x="395288" y="171450"/>
                </a:lnTo>
                <a:lnTo>
                  <a:pt x="385763" y="171450"/>
                </a:lnTo>
                <a:lnTo>
                  <a:pt x="376238" y="171450"/>
                </a:lnTo>
                <a:lnTo>
                  <a:pt x="366713" y="171450"/>
                </a:lnTo>
                <a:lnTo>
                  <a:pt x="357188" y="171450"/>
                </a:lnTo>
                <a:lnTo>
                  <a:pt x="347663" y="171450"/>
                </a:lnTo>
                <a:lnTo>
                  <a:pt x="342900" y="176213"/>
                </a:lnTo>
                <a:lnTo>
                  <a:pt x="338138" y="180975"/>
                </a:lnTo>
                <a:lnTo>
                  <a:pt x="328613" y="180975"/>
                </a:lnTo>
                <a:lnTo>
                  <a:pt x="319088" y="180975"/>
                </a:lnTo>
                <a:lnTo>
                  <a:pt x="309563" y="180975"/>
                </a:lnTo>
                <a:lnTo>
                  <a:pt x="300038" y="180975"/>
                </a:lnTo>
                <a:lnTo>
                  <a:pt x="295275" y="185738"/>
                </a:lnTo>
                <a:lnTo>
                  <a:pt x="290513" y="190500"/>
                </a:lnTo>
                <a:lnTo>
                  <a:pt x="280988" y="190500"/>
                </a:lnTo>
                <a:lnTo>
                  <a:pt x="276225" y="195263"/>
                </a:lnTo>
                <a:lnTo>
                  <a:pt x="271463" y="200025"/>
                </a:lnTo>
                <a:lnTo>
                  <a:pt x="261938" y="200025"/>
                </a:lnTo>
                <a:lnTo>
                  <a:pt x="257175" y="204788"/>
                </a:lnTo>
                <a:lnTo>
                  <a:pt x="252413" y="209550"/>
                </a:lnTo>
                <a:lnTo>
                  <a:pt x="247650" y="214313"/>
                </a:lnTo>
                <a:lnTo>
                  <a:pt x="247650" y="223838"/>
                </a:lnTo>
                <a:lnTo>
                  <a:pt x="247650" y="233363"/>
                </a:lnTo>
                <a:lnTo>
                  <a:pt x="247650" y="242888"/>
                </a:lnTo>
                <a:lnTo>
                  <a:pt x="252413" y="247650"/>
                </a:lnTo>
                <a:lnTo>
                  <a:pt x="257175" y="252413"/>
                </a:lnTo>
                <a:lnTo>
                  <a:pt x="261938" y="257175"/>
                </a:lnTo>
                <a:lnTo>
                  <a:pt x="271463" y="257175"/>
                </a:lnTo>
                <a:lnTo>
                  <a:pt x="276225" y="261938"/>
                </a:lnTo>
                <a:lnTo>
                  <a:pt x="280988" y="266700"/>
                </a:lnTo>
                <a:lnTo>
                  <a:pt x="290513" y="266700"/>
                </a:lnTo>
                <a:lnTo>
                  <a:pt x="300038" y="266700"/>
                </a:lnTo>
                <a:lnTo>
                  <a:pt x="304800" y="271463"/>
                </a:lnTo>
                <a:lnTo>
                  <a:pt x="309563" y="276225"/>
                </a:lnTo>
                <a:lnTo>
                  <a:pt x="319088" y="276225"/>
                </a:lnTo>
                <a:lnTo>
                  <a:pt x="328613" y="276225"/>
                </a:lnTo>
                <a:lnTo>
                  <a:pt x="338138" y="276225"/>
                </a:lnTo>
                <a:lnTo>
                  <a:pt x="342900" y="280988"/>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28625" y="290513"/>
                </a:lnTo>
                <a:lnTo>
                  <a:pt x="433388" y="295275"/>
                </a:lnTo>
                <a:lnTo>
                  <a:pt x="438150" y="300038"/>
                </a:lnTo>
                <a:lnTo>
                  <a:pt x="438150" y="309563"/>
                </a:lnTo>
                <a:lnTo>
                  <a:pt x="438150" y="319088"/>
                </a:lnTo>
                <a:lnTo>
                  <a:pt x="438150" y="328613"/>
                </a:lnTo>
                <a:lnTo>
                  <a:pt x="438150" y="338138"/>
                </a:lnTo>
                <a:lnTo>
                  <a:pt x="438150" y="347663"/>
                </a:lnTo>
                <a:lnTo>
                  <a:pt x="438150" y="357188"/>
                </a:lnTo>
                <a:lnTo>
                  <a:pt x="438150" y="366713"/>
                </a:lnTo>
                <a:lnTo>
                  <a:pt x="438150" y="376238"/>
                </a:lnTo>
                <a:lnTo>
                  <a:pt x="438150" y="385763"/>
                </a:lnTo>
                <a:lnTo>
                  <a:pt x="438150" y="395288"/>
                </a:lnTo>
                <a:lnTo>
                  <a:pt x="438150" y="404813"/>
                </a:lnTo>
                <a:lnTo>
                  <a:pt x="438150" y="414338"/>
                </a:lnTo>
                <a:lnTo>
                  <a:pt x="438150" y="423863"/>
                </a:lnTo>
                <a:lnTo>
                  <a:pt x="438150" y="433388"/>
                </a:lnTo>
                <a:lnTo>
                  <a:pt x="442913" y="438150"/>
                </a:lnTo>
                <a:lnTo>
                  <a:pt x="452438" y="438150"/>
                </a:lnTo>
                <a:lnTo>
                  <a:pt x="461963" y="438150"/>
                </a:lnTo>
                <a:lnTo>
                  <a:pt x="471488" y="438150"/>
                </a:lnTo>
                <a:lnTo>
                  <a:pt x="481013" y="438150"/>
                </a:lnTo>
                <a:lnTo>
                  <a:pt x="490538" y="438150"/>
                </a:lnTo>
                <a:lnTo>
                  <a:pt x="500063" y="438150"/>
                </a:lnTo>
                <a:lnTo>
                  <a:pt x="509588" y="438150"/>
                </a:lnTo>
                <a:lnTo>
                  <a:pt x="519113" y="438150"/>
                </a:lnTo>
                <a:lnTo>
                  <a:pt x="528638" y="438150"/>
                </a:lnTo>
                <a:lnTo>
                  <a:pt x="538163" y="438150"/>
                </a:lnTo>
                <a:lnTo>
                  <a:pt x="547688" y="438150"/>
                </a:lnTo>
                <a:lnTo>
                  <a:pt x="557213" y="438150"/>
                </a:lnTo>
                <a:lnTo>
                  <a:pt x="566738" y="438150"/>
                </a:lnTo>
                <a:lnTo>
                  <a:pt x="576263" y="438150"/>
                </a:lnTo>
                <a:lnTo>
                  <a:pt x="585788" y="438150"/>
                </a:lnTo>
                <a:lnTo>
                  <a:pt x="595313" y="438150"/>
                </a:lnTo>
                <a:lnTo>
                  <a:pt x="604838" y="438150"/>
                </a:lnTo>
                <a:lnTo>
                  <a:pt x="614363" y="438150"/>
                </a:lnTo>
                <a:lnTo>
                  <a:pt x="623888" y="438150"/>
                </a:lnTo>
                <a:lnTo>
                  <a:pt x="633413" y="438150"/>
                </a:lnTo>
                <a:lnTo>
                  <a:pt x="642938" y="438150"/>
                </a:lnTo>
                <a:lnTo>
                  <a:pt x="652463" y="438150"/>
                </a:lnTo>
                <a:lnTo>
                  <a:pt x="661988" y="438150"/>
                </a:lnTo>
                <a:lnTo>
                  <a:pt x="671513" y="438150"/>
                </a:lnTo>
                <a:lnTo>
                  <a:pt x="681038" y="438150"/>
                </a:lnTo>
                <a:lnTo>
                  <a:pt x="690563" y="438150"/>
                </a:lnTo>
                <a:lnTo>
                  <a:pt x="700088" y="438150"/>
                </a:lnTo>
                <a:lnTo>
                  <a:pt x="709613" y="438150"/>
                </a:lnTo>
                <a:lnTo>
                  <a:pt x="719138" y="438150"/>
                </a:lnTo>
                <a:lnTo>
                  <a:pt x="728663" y="438150"/>
                </a:lnTo>
                <a:lnTo>
                  <a:pt x="738188" y="438150"/>
                </a:lnTo>
                <a:lnTo>
                  <a:pt x="747713" y="438150"/>
                </a:lnTo>
                <a:lnTo>
                  <a:pt x="757238" y="438150"/>
                </a:lnTo>
                <a:lnTo>
                  <a:pt x="766763" y="438150"/>
                </a:lnTo>
                <a:lnTo>
                  <a:pt x="776288" y="438150"/>
                </a:lnTo>
                <a:lnTo>
                  <a:pt x="785813" y="438150"/>
                </a:lnTo>
                <a:lnTo>
                  <a:pt x="795338" y="438150"/>
                </a:lnTo>
                <a:lnTo>
                  <a:pt x="804863" y="438150"/>
                </a:lnTo>
                <a:lnTo>
                  <a:pt x="814388" y="438150"/>
                </a:lnTo>
                <a:lnTo>
                  <a:pt x="823913" y="438150"/>
                </a:lnTo>
                <a:lnTo>
                  <a:pt x="833438" y="438150"/>
                </a:lnTo>
                <a:lnTo>
                  <a:pt x="842963" y="438150"/>
                </a:lnTo>
                <a:lnTo>
                  <a:pt x="852488" y="438150"/>
                </a:lnTo>
                <a:lnTo>
                  <a:pt x="862013" y="438150"/>
                </a:lnTo>
                <a:lnTo>
                  <a:pt x="871538" y="438150"/>
                </a:lnTo>
                <a:lnTo>
                  <a:pt x="881063" y="438150"/>
                </a:lnTo>
                <a:lnTo>
                  <a:pt x="890588" y="438150"/>
                </a:lnTo>
                <a:lnTo>
                  <a:pt x="900113" y="438150"/>
                </a:lnTo>
                <a:lnTo>
                  <a:pt x="909638" y="438150"/>
                </a:lnTo>
                <a:lnTo>
                  <a:pt x="919163" y="438150"/>
                </a:lnTo>
                <a:lnTo>
                  <a:pt x="928688" y="438150"/>
                </a:lnTo>
                <a:lnTo>
                  <a:pt x="938213" y="438150"/>
                </a:lnTo>
                <a:lnTo>
                  <a:pt x="947738" y="438150"/>
                </a:lnTo>
                <a:lnTo>
                  <a:pt x="957263" y="438150"/>
                </a:lnTo>
                <a:lnTo>
                  <a:pt x="966788" y="438150"/>
                </a:lnTo>
                <a:lnTo>
                  <a:pt x="976313" y="438150"/>
                </a:lnTo>
                <a:lnTo>
                  <a:pt x="985838" y="438150"/>
                </a:lnTo>
                <a:lnTo>
                  <a:pt x="995363" y="438150"/>
                </a:lnTo>
                <a:lnTo>
                  <a:pt x="1004888" y="438150"/>
                </a:lnTo>
                <a:lnTo>
                  <a:pt x="1014413" y="438150"/>
                </a:lnTo>
                <a:lnTo>
                  <a:pt x="1023938" y="438150"/>
                </a:lnTo>
                <a:lnTo>
                  <a:pt x="1033463" y="438150"/>
                </a:lnTo>
                <a:lnTo>
                  <a:pt x="1042988" y="438150"/>
                </a:lnTo>
                <a:lnTo>
                  <a:pt x="1052513" y="438150"/>
                </a:lnTo>
                <a:lnTo>
                  <a:pt x="1062038" y="438150"/>
                </a:lnTo>
                <a:lnTo>
                  <a:pt x="1071563" y="438150"/>
                </a:lnTo>
                <a:lnTo>
                  <a:pt x="1076325" y="442913"/>
                </a:lnTo>
                <a:lnTo>
                  <a:pt x="1076325" y="452438"/>
                </a:lnTo>
                <a:lnTo>
                  <a:pt x="1076325" y="461963"/>
                </a:lnTo>
                <a:lnTo>
                  <a:pt x="1076325" y="471488"/>
                </a:lnTo>
                <a:lnTo>
                  <a:pt x="1076325" y="481013"/>
                </a:lnTo>
                <a:lnTo>
                  <a:pt x="1076325" y="490538"/>
                </a:lnTo>
                <a:lnTo>
                  <a:pt x="1076325" y="500063"/>
                </a:lnTo>
                <a:lnTo>
                  <a:pt x="1076325" y="509588"/>
                </a:lnTo>
                <a:lnTo>
                  <a:pt x="1076325" y="519113"/>
                </a:lnTo>
                <a:lnTo>
                  <a:pt x="1076325" y="528638"/>
                </a:lnTo>
                <a:lnTo>
                  <a:pt x="1076325" y="538163"/>
                </a:lnTo>
                <a:lnTo>
                  <a:pt x="1076325" y="547688"/>
                </a:lnTo>
                <a:lnTo>
                  <a:pt x="1076325" y="557213"/>
                </a:lnTo>
                <a:lnTo>
                  <a:pt x="1076325" y="566738"/>
                </a:lnTo>
                <a:lnTo>
                  <a:pt x="1076325" y="576263"/>
                </a:lnTo>
                <a:lnTo>
                  <a:pt x="1076325" y="585788"/>
                </a:lnTo>
                <a:lnTo>
                  <a:pt x="1076325" y="595313"/>
                </a:lnTo>
                <a:lnTo>
                  <a:pt x="1076325" y="604838"/>
                </a:lnTo>
                <a:lnTo>
                  <a:pt x="1076325" y="614363"/>
                </a:lnTo>
                <a:lnTo>
                  <a:pt x="1076325" y="623888"/>
                </a:lnTo>
                <a:lnTo>
                  <a:pt x="1076325" y="633413"/>
                </a:lnTo>
                <a:lnTo>
                  <a:pt x="1076325" y="642938"/>
                </a:lnTo>
                <a:lnTo>
                  <a:pt x="1076325" y="652463"/>
                </a:lnTo>
                <a:lnTo>
                  <a:pt x="1076325" y="661988"/>
                </a:lnTo>
                <a:lnTo>
                  <a:pt x="1076325" y="671513"/>
                </a:lnTo>
                <a:lnTo>
                  <a:pt x="1076325" y="681038"/>
                </a:lnTo>
                <a:lnTo>
                  <a:pt x="1076325" y="690563"/>
                </a:lnTo>
                <a:lnTo>
                  <a:pt x="1076325" y="700088"/>
                </a:lnTo>
                <a:lnTo>
                  <a:pt x="1076325" y="709613"/>
                </a:lnTo>
                <a:lnTo>
                  <a:pt x="1076325" y="719138"/>
                </a:lnTo>
                <a:lnTo>
                  <a:pt x="1076325" y="728663"/>
                </a:lnTo>
                <a:lnTo>
                  <a:pt x="1076325" y="738188"/>
                </a:lnTo>
                <a:lnTo>
                  <a:pt x="1076325" y="747713"/>
                </a:lnTo>
                <a:lnTo>
                  <a:pt x="1076325" y="757238"/>
                </a:lnTo>
                <a:lnTo>
                  <a:pt x="1076325" y="766763"/>
                </a:lnTo>
                <a:lnTo>
                  <a:pt x="1076325" y="776288"/>
                </a:lnTo>
                <a:lnTo>
                  <a:pt x="1071563" y="781050"/>
                </a:lnTo>
                <a:lnTo>
                  <a:pt x="1066800" y="776288"/>
                </a:lnTo>
                <a:lnTo>
                  <a:pt x="1066800" y="766763"/>
                </a:lnTo>
                <a:lnTo>
                  <a:pt x="1066800" y="757238"/>
                </a:lnTo>
                <a:lnTo>
                  <a:pt x="1066800" y="747713"/>
                </a:lnTo>
                <a:lnTo>
                  <a:pt x="1066800" y="738188"/>
                </a:lnTo>
                <a:lnTo>
                  <a:pt x="1066800" y="728663"/>
                </a:lnTo>
                <a:lnTo>
                  <a:pt x="1066800" y="719138"/>
                </a:lnTo>
                <a:lnTo>
                  <a:pt x="1066800" y="709613"/>
                </a:lnTo>
                <a:lnTo>
                  <a:pt x="1066800" y="700088"/>
                </a:lnTo>
                <a:lnTo>
                  <a:pt x="1066800" y="690563"/>
                </a:lnTo>
                <a:lnTo>
                  <a:pt x="1066800" y="681038"/>
                </a:lnTo>
                <a:lnTo>
                  <a:pt x="1066800" y="671513"/>
                </a:lnTo>
                <a:lnTo>
                  <a:pt x="1066800" y="661988"/>
                </a:lnTo>
                <a:lnTo>
                  <a:pt x="1066800" y="652463"/>
                </a:lnTo>
                <a:lnTo>
                  <a:pt x="1066800" y="642938"/>
                </a:lnTo>
                <a:lnTo>
                  <a:pt x="1066800" y="633413"/>
                </a:lnTo>
                <a:lnTo>
                  <a:pt x="1066800" y="623888"/>
                </a:lnTo>
                <a:lnTo>
                  <a:pt x="1066800" y="614363"/>
                </a:lnTo>
                <a:lnTo>
                  <a:pt x="1066800" y="604838"/>
                </a:lnTo>
                <a:lnTo>
                  <a:pt x="1066800" y="595313"/>
                </a:lnTo>
                <a:lnTo>
                  <a:pt x="1066800" y="585788"/>
                </a:lnTo>
                <a:lnTo>
                  <a:pt x="1066800" y="576263"/>
                </a:lnTo>
                <a:lnTo>
                  <a:pt x="1066800" y="566738"/>
                </a:lnTo>
                <a:lnTo>
                  <a:pt x="1062038" y="561975"/>
                </a:lnTo>
                <a:lnTo>
                  <a:pt x="1057275" y="566738"/>
                </a:lnTo>
                <a:lnTo>
                  <a:pt x="1057275" y="576263"/>
                </a:lnTo>
                <a:lnTo>
                  <a:pt x="1057275" y="585788"/>
                </a:lnTo>
                <a:lnTo>
                  <a:pt x="1057275" y="595313"/>
                </a:lnTo>
                <a:lnTo>
                  <a:pt x="1052513" y="600075"/>
                </a:lnTo>
                <a:lnTo>
                  <a:pt x="1047750" y="604838"/>
                </a:lnTo>
                <a:lnTo>
                  <a:pt x="1047750" y="614363"/>
                </a:lnTo>
                <a:lnTo>
                  <a:pt x="1042988" y="619125"/>
                </a:lnTo>
                <a:lnTo>
                  <a:pt x="1038225" y="623888"/>
                </a:lnTo>
                <a:lnTo>
                  <a:pt x="1042988" y="628650"/>
                </a:lnTo>
                <a:lnTo>
                  <a:pt x="1047750" y="633413"/>
                </a:lnTo>
                <a:lnTo>
                  <a:pt x="1042988" y="638175"/>
                </a:lnTo>
                <a:lnTo>
                  <a:pt x="1038225" y="642938"/>
                </a:lnTo>
                <a:lnTo>
                  <a:pt x="1033463" y="647700"/>
                </a:lnTo>
                <a:lnTo>
                  <a:pt x="1028700" y="652463"/>
                </a:lnTo>
                <a:lnTo>
                  <a:pt x="1028700" y="661988"/>
                </a:lnTo>
                <a:lnTo>
                  <a:pt x="1023938" y="666750"/>
                </a:lnTo>
                <a:lnTo>
                  <a:pt x="1019175" y="671513"/>
                </a:lnTo>
                <a:lnTo>
                  <a:pt x="1019175" y="681038"/>
                </a:lnTo>
                <a:lnTo>
                  <a:pt x="1019175" y="690563"/>
                </a:lnTo>
                <a:lnTo>
                  <a:pt x="1014413" y="695325"/>
                </a:lnTo>
                <a:lnTo>
                  <a:pt x="1009650" y="700088"/>
                </a:lnTo>
                <a:lnTo>
                  <a:pt x="1004888" y="704850"/>
                </a:lnTo>
                <a:lnTo>
                  <a:pt x="1000125" y="709613"/>
                </a:lnTo>
                <a:lnTo>
                  <a:pt x="1000125" y="719138"/>
                </a:lnTo>
                <a:lnTo>
                  <a:pt x="995363" y="723900"/>
                </a:lnTo>
                <a:lnTo>
                  <a:pt x="990600" y="728663"/>
                </a:lnTo>
                <a:lnTo>
                  <a:pt x="990600" y="738188"/>
                </a:lnTo>
                <a:lnTo>
                  <a:pt x="985838" y="742950"/>
                </a:lnTo>
                <a:lnTo>
                  <a:pt x="981075" y="747713"/>
                </a:lnTo>
                <a:lnTo>
                  <a:pt x="976313" y="752475"/>
                </a:lnTo>
                <a:lnTo>
                  <a:pt x="971550" y="757238"/>
                </a:lnTo>
                <a:lnTo>
                  <a:pt x="971550" y="766763"/>
                </a:lnTo>
                <a:lnTo>
                  <a:pt x="966788" y="771525"/>
                </a:lnTo>
                <a:lnTo>
                  <a:pt x="962025" y="776288"/>
                </a:lnTo>
                <a:lnTo>
                  <a:pt x="957263" y="781050"/>
                </a:lnTo>
                <a:lnTo>
                  <a:pt x="952500" y="785813"/>
                </a:lnTo>
                <a:lnTo>
                  <a:pt x="947738" y="790575"/>
                </a:lnTo>
                <a:lnTo>
                  <a:pt x="942975" y="795338"/>
                </a:lnTo>
                <a:lnTo>
                  <a:pt x="938213" y="800100"/>
                </a:lnTo>
                <a:lnTo>
                  <a:pt x="933450" y="804863"/>
                </a:lnTo>
                <a:lnTo>
                  <a:pt x="928688" y="809625"/>
                </a:lnTo>
                <a:lnTo>
                  <a:pt x="923925" y="814388"/>
                </a:lnTo>
                <a:lnTo>
                  <a:pt x="919163" y="819150"/>
                </a:lnTo>
                <a:lnTo>
                  <a:pt x="914400" y="823913"/>
                </a:lnTo>
                <a:lnTo>
                  <a:pt x="914400" y="833438"/>
                </a:lnTo>
                <a:lnTo>
                  <a:pt x="909638" y="838200"/>
                </a:lnTo>
                <a:lnTo>
                  <a:pt x="904875" y="842963"/>
                </a:lnTo>
                <a:lnTo>
                  <a:pt x="900113" y="847725"/>
                </a:lnTo>
                <a:lnTo>
                  <a:pt x="890588" y="847725"/>
                </a:lnTo>
                <a:lnTo>
                  <a:pt x="885825" y="852488"/>
                </a:lnTo>
                <a:lnTo>
                  <a:pt x="881063" y="857250"/>
                </a:lnTo>
                <a:lnTo>
                  <a:pt x="876300" y="862013"/>
                </a:lnTo>
                <a:lnTo>
                  <a:pt x="881063" y="866775"/>
                </a:lnTo>
                <a:lnTo>
                  <a:pt x="890588" y="866775"/>
                </a:lnTo>
                <a:lnTo>
                  <a:pt x="900113" y="866775"/>
                </a:lnTo>
                <a:lnTo>
                  <a:pt x="909638" y="866775"/>
                </a:lnTo>
                <a:lnTo>
                  <a:pt x="919163" y="866775"/>
                </a:lnTo>
                <a:lnTo>
                  <a:pt x="928688" y="866775"/>
                </a:lnTo>
                <a:lnTo>
                  <a:pt x="938213" y="866775"/>
                </a:lnTo>
                <a:lnTo>
                  <a:pt x="947738" y="866775"/>
                </a:lnTo>
                <a:lnTo>
                  <a:pt x="957263" y="866775"/>
                </a:lnTo>
                <a:lnTo>
                  <a:pt x="966788" y="866775"/>
                </a:lnTo>
                <a:lnTo>
                  <a:pt x="976313" y="866775"/>
                </a:lnTo>
                <a:lnTo>
                  <a:pt x="985838" y="866775"/>
                </a:lnTo>
                <a:lnTo>
                  <a:pt x="995363" y="866775"/>
                </a:lnTo>
                <a:lnTo>
                  <a:pt x="1004888" y="866775"/>
                </a:lnTo>
                <a:lnTo>
                  <a:pt x="1014413" y="866775"/>
                </a:lnTo>
                <a:lnTo>
                  <a:pt x="1023938" y="866775"/>
                </a:lnTo>
                <a:lnTo>
                  <a:pt x="1033463" y="866775"/>
                </a:lnTo>
                <a:lnTo>
                  <a:pt x="1042988" y="866775"/>
                </a:lnTo>
                <a:lnTo>
                  <a:pt x="1052513" y="866775"/>
                </a:lnTo>
                <a:lnTo>
                  <a:pt x="1062038" y="866775"/>
                </a:lnTo>
                <a:lnTo>
                  <a:pt x="1066800" y="862013"/>
                </a:lnTo>
                <a:lnTo>
                  <a:pt x="1066800" y="852488"/>
                </a:lnTo>
                <a:lnTo>
                  <a:pt x="1066800" y="842963"/>
                </a:lnTo>
                <a:lnTo>
                  <a:pt x="1066800" y="833438"/>
                </a:lnTo>
                <a:lnTo>
                  <a:pt x="1066800" y="823913"/>
                </a:lnTo>
                <a:lnTo>
                  <a:pt x="1066800" y="814388"/>
                </a:lnTo>
                <a:lnTo>
                  <a:pt x="1066800" y="804863"/>
                </a:lnTo>
                <a:lnTo>
                  <a:pt x="1066800" y="795338"/>
                </a:lnTo>
                <a:lnTo>
                  <a:pt x="1071563" y="790575"/>
                </a:lnTo>
                <a:lnTo>
                  <a:pt x="1076325" y="795338"/>
                </a:lnTo>
                <a:lnTo>
                  <a:pt x="1076325" y="804863"/>
                </a:lnTo>
                <a:lnTo>
                  <a:pt x="1076325" y="814388"/>
                </a:lnTo>
                <a:lnTo>
                  <a:pt x="1076325" y="823913"/>
                </a:lnTo>
                <a:lnTo>
                  <a:pt x="1076325" y="833438"/>
                </a:lnTo>
                <a:lnTo>
                  <a:pt x="1076325" y="842963"/>
                </a:lnTo>
                <a:lnTo>
                  <a:pt x="1076325" y="852488"/>
                </a:lnTo>
                <a:lnTo>
                  <a:pt x="1076325" y="862013"/>
                </a:lnTo>
                <a:lnTo>
                  <a:pt x="1076325" y="871538"/>
                </a:lnTo>
                <a:lnTo>
                  <a:pt x="1071563" y="876300"/>
                </a:lnTo>
                <a:lnTo>
                  <a:pt x="1062038" y="876300"/>
                </a:lnTo>
                <a:lnTo>
                  <a:pt x="1052513" y="876300"/>
                </a:lnTo>
                <a:lnTo>
                  <a:pt x="1042988" y="876300"/>
                </a:lnTo>
                <a:lnTo>
                  <a:pt x="1033463" y="876300"/>
                </a:lnTo>
                <a:lnTo>
                  <a:pt x="1023938" y="876300"/>
                </a:lnTo>
                <a:lnTo>
                  <a:pt x="1014413" y="876300"/>
                </a:lnTo>
                <a:lnTo>
                  <a:pt x="1004888" y="876300"/>
                </a:lnTo>
                <a:lnTo>
                  <a:pt x="995363" y="876300"/>
                </a:lnTo>
                <a:lnTo>
                  <a:pt x="985838" y="876300"/>
                </a:lnTo>
                <a:lnTo>
                  <a:pt x="976313" y="876300"/>
                </a:lnTo>
                <a:lnTo>
                  <a:pt x="966788" y="876300"/>
                </a:lnTo>
                <a:lnTo>
                  <a:pt x="957263" y="876300"/>
                </a:lnTo>
                <a:lnTo>
                  <a:pt x="947738" y="876300"/>
                </a:lnTo>
                <a:lnTo>
                  <a:pt x="938213" y="876300"/>
                </a:lnTo>
                <a:lnTo>
                  <a:pt x="928688" y="876300"/>
                </a:lnTo>
                <a:lnTo>
                  <a:pt x="919163" y="876300"/>
                </a:lnTo>
                <a:lnTo>
                  <a:pt x="909638" y="876300"/>
                </a:lnTo>
                <a:lnTo>
                  <a:pt x="900113" y="876300"/>
                </a:lnTo>
                <a:lnTo>
                  <a:pt x="890588" y="876300"/>
                </a:lnTo>
                <a:lnTo>
                  <a:pt x="881063" y="876300"/>
                </a:lnTo>
                <a:lnTo>
                  <a:pt x="871538" y="876300"/>
                </a:lnTo>
                <a:lnTo>
                  <a:pt x="862013" y="876300"/>
                </a:lnTo>
                <a:lnTo>
                  <a:pt x="852488" y="876300"/>
                </a:lnTo>
                <a:lnTo>
                  <a:pt x="842963" y="876300"/>
                </a:lnTo>
                <a:lnTo>
                  <a:pt x="833438" y="876300"/>
                </a:lnTo>
                <a:lnTo>
                  <a:pt x="823913" y="876300"/>
                </a:lnTo>
                <a:lnTo>
                  <a:pt x="814388" y="876300"/>
                </a:lnTo>
                <a:lnTo>
                  <a:pt x="804863" y="876300"/>
                </a:lnTo>
                <a:lnTo>
                  <a:pt x="795338" y="876300"/>
                </a:lnTo>
                <a:lnTo>
                  <a:pt x="785813" y="876300"/>
                </a:lnTo>
                <a:lnTo>
                  <a:pt x="776288" y="876300"/>
                </a:lnTo>
                <a:lnTo>
                  <a:pt x="766763" y="876300"/>
                </a:lnTo>
                <a:lnTo>
                  <a:pt x="757238" y="876300"/>
                </a:lnTo>
                <a:lnTo>
                  <a:pt x="747713" y="876300"/>
                </a:lnTo>
                <a:lnTo>
                  <a:pt x="738188" y="876300"/>
                </a:lnTo>
                <a:lnTo>
                  <a:pt x="728663" y="876300"/>
                </a:lnTo>
                <a:lnTo>
                  <a:pt x="719138" y="876300"/>
                </a:lnTo>
                <a:lnTo>
                  <a:pt x="709613" y="876300"/>
                </a:lnTo>
                <a:lnTo>
                  <a:pt x="700088" y="876300"/>
                </a:lnTo>
                <a:lnTo>
                  <a:pt x="690563" y="876300"/>
                </a:lnTo>
                <a:lnTo>
                  <a:pt x="681038" y="876300"/>
                </a:lnTo>
                <a:lnTo>
                  <a:pt x="671513" y="876300"/>
                </a:lnTo>
                <a:lnTo>
                  <a:pt x="661988" y="876300"/>
                </a:lnTo>
                <a:lnTo>
                  <a:pt x="652463" y="876300"/>
                </a:lnTo>
                <a:lnTo>
                  <a:pt x="642938" y="876300"/>
                </a:lnTo>
                <a:lnTo>
                  <a:pt x="633413" y="876300"/>
                </a:lnTo>
                <a:lnTo>
                  <a:pt x="623888" y="876300"/>
                </a:lnTo>
                <a:lnTo>
                  <a:pt x="614363" y="876300"/>
                </a:lnTo>
                <a:lnTo>
                  <a:pt x="604838" y="876300"/>
                </a:lnTo>
                <a:lnTo>
                  <a:pt x="595313" y="876300"/>
                </a:lnTo>
                <a:lnTo>
                  <a:pt x="585788" y="876300"/>
                </a:lnTo>
                <a:lnTo>
                  <a:pt x="576263" y="876300"/>
                </a:lnTo>
                <a:lnTo>
                  <a:pt x="566738" y="876300"/>
                </a:lnTo>
                <a:lnTo>
                  <a:pt x="557213" y="876300"/>
                </a:lnTo>
                <a:lnTo>
                  <a:pt x="547688" y="876300"/>
                </a:lnTo>
                <a:lnTo>
                  <a:pt x="538163" y="876300"/>
                </a:lnTo>
                <a:lnTo>
                  <a:pt x="528638" y="876300"/>
                </a:lnTo>
                <a:lnTo>
                  <a:pt x="519113" y="876300"/>
                </a:lnTo>
                <a:lnTo>
                  <a:pt x="509588" y="876300"/>
                </a:lnTo>
                <a:lnTo>
                  <a:pt x="500063" y="876300"/>
                </a:lnTo>
                <a:lnTo>
                  <a:pt x="490538" y="876300"/>
                </a:lnTo>
                <a:lnTo>
                  <a:pt x="481013" y="876300"/>
                </a:lnTo>
                <a:lnTo>
                  <a:pt x="471488" y="876300"/>
                </a:lnTo>
                <a:lnTo>
                  <a:pt x="461963" y="876300"/>
                </a:lnTo>
                <a:lnTo>
                  <a:pt x="452438" y="876300"/>
                </a:lnTo>
                <a:lnTo>
                  <a:pt x="442913" y="876300"/>
                </a:lnTo>
                <a:lnTo>
                  <a:pt x="433388" y="876300"/>
                </a:lnTo>
                <a:lnTo>
                  <a:pt x="423863" y="876300"/>
                </a:lnTo>
                <a:lnTo>
                  <a:pt x="414338" y="876300"/>
                </a:lnTo>
                <a:lnTo>
                  <a:pt x="404813" y="876300"/>
                </a:lnTo>
                <a:lnTo>
                  <a:pt x="395288" y="876300"/>
                </a:lnTo>
                <a:lnTo>
                  <a:pt x="385763" y="876300"/>
                </a:lnTo>
                <a:lnTo>
                  <a:pt x="376238" y="876300"/>
                </a:lnTo>
                <a:lnTo>
                  <a:pt x="366713" y="876300"/>
                </a:lnTo>
                <a:lnTo>
                  <a:pt x="357188" y="876300"/>
                </a:lnTo>
                <a:lnTo>
                  <a:pt x="347663" y="876300"/>
                </a:lnTo>
                <a:lnTo>
                  <a:pt x="338138" y="876300"/>
                </a:lnTo>
                <a:lnTo>
                  <a:pt x="328613" y="876300"/>
                </a:lnTo>
                <a:lnTo>
                  <a:pt x="319088" y="876300"/>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14288" y="561975"/>
                </a:moveTo>
                <a:lnTo>
                  <a:pt x="9525" y="566738"/>
                </a:lnTo>
                <a:lnTo>
                  <a:pt x="9525" y="576263"/>
                </a:lnTo>
                <a:lnTo>
                  <a:pt x="9525" y="585788"/>
                </a:lnTo>
                <a:lnTo>
                  <a:pt x="9525" y="595313"/>
                </a:lnTo>
                <a:lnTo>
                  <a:pt x="9525" y="604838"/>
                </a:lnTo>
                <a:lnTo>
                  <a:pt x="9525" y="614363"/>
                </a:lnTo>
                <a:lnTo>
                  <a:pt x="9525" y="623888"/>
                </a:lnTo>
                <a:lnTo>
                  <a:pt x="9525" y="633413"/>
                </a:lnTo>
                <a:lnTo>
                  <a:pt x="9525" y="642938"/>
                </a:lnTo>
                <a:lnTo>
                  <a:pt x="9525" y="652463"/>
                </a:lnTo>
                <a:lnTo>
                  <a:pt x="9525" y="661988"/>
                </a:lnTo>
                <a:lnTo>
                  <a:pt x="9525" y="671513"/>
                </a:lnTo>
                <a:lnTo>
                  <a:pt x="9525" y="681038"/>
                </a:lnTo>
                <a:lnTo>
                  <a:pt x="9525" y="690563"/>
                </a:lnTo>
                <a:lnTo>
                  <a:pt x="9525" y="700088"/>
                </a:lnTo>
                <a:lnTo>
                  <a:pt x="9525" y="709613"/>
                </a:lnTo>
                <a:lnTo>
                  <a:pt x="9525" y="719138"/>
                </a:lnTo>
                <a:lnTo>
                  <a:pt x="9525" y="728663"/>
                </a:lnTo>
                <a:lnTo>
                  <a:pt x="9525" y="738188"/>
                </a:lnTo>
                <a:lnTo>
                  <a:pt x="9525" y="747713"/>
                </a:lnTo>
                <a:lnTo>
                  <a:pt x="9525" y="757238"/>
                </a:lnTo>
                <a:lnTo>
                  <a:pt x="9525" y="766763"/>
                </a:lnTo>
                <a:lnTo>
                  <a:pt x="9525" y="776288"/>
                </a:lnTo>
                <a:lnTo>
                  <a:pt x="9525" y="785813"/>
                </a:lnTo>
                <a:lnTo>
                  <a:pt x="9525" y="795338"/>
                </a:lnTo>
                <a:lnTo>
                  <a:pt x="9525" y="804863"/>
                </a:lnTo>
                <a:lnTo>
                  <a:pt x="9525" y="814388"/>
                </a:lnTo>
                <a:lnTo>
                  <a:pt x="9525" y="823913"/>
                </a:lnTo>
                <a:lnTo>
                  <a:pt x="9525" y="833438"/>
                </a:lnTo>
                <a:lnTo>
                  <a:pt x="9525" y="842963"/>
                </a:lnTo>
                <a:lnTo>
                  <a:pt x="9525" y="852488"/>
                </a:lnTo>
                <a:lnTo>
                  <a:pt x="9525" y="862013"/>
                </a:lnTo>
                <a:lnTo>
                  <a:pt x="14288" y="866775"/>
                </a:lnTo>
                <a:lnTo>
                  <a:pt x="23813" y="866775"/>
                </a:lnTo>
                <a:lnTo>
                  <a:pt x="33338" y="866775"/>
                </a:lnTo>
                <a:lnTo>
                  <a:pt x="42863" y="866775"/>
                </a:lnTo>
                <a:lnTo>
                  <a:pt x="52388" y="866775"/>
                </a:lnTo>
                <a:lnTo>
                  <a:pt x="61913" y="866775"/>
                </a:lnTo>
                <a:lnTo>
                  <a:pt x="71438" y="866775"/>
                </a:lnTo>
                <a:lnTo>
                  <a:pt x="80963" y="866775"/>
                </a:lnTo>
                <a:lnTo>
                  <a:pt x="90488" y="866775"/>
                </a:lnTo>
                <a:lnTo>
                  <a:pt x="100013" y="866775"/>
                </a:lnTo>
                <a:lnTo>
                  <a:pt x="109538" y="866775"/>
                </a:lnTo>
                <a:lnTo>
                  <a:pt x="119063" y="866775"/>
                </a:lnTo>
                <a:lnTo>
                  <a:pt x="128588" y="866775"/>
                </a:lnTo>
                <a:lnTo>
                  <a:pt x="138113" y="866775"/>
                </a:lnTo>
                <a:lnTo>
                  <a:pt x="147638" y="866775"/>
                </a:lnTo>
                <a:lnTo>
                  <a:pt x="157163" y="866775"/>
                </a:lnTo>
                <a:lnTo>
                  <a:pt x="166688" y="866775"/>
                </a:lnTo>
                <a:lnTo>
                  <a:pt x="176213" y="866775"/>
                </a:lnTo>
                <a:lnTo>
                  <a:pt x="185738" y="866775"/>
                </a:lnTo>
                <a:lnTo>
                  <a:pt x="195263" y="866775"/>
                </a:lnTo>
                <a:lnTo>
                  <a:pt x="204788" y="866775"/>
                </a:lnTo>
                <a:lnTo>
                  <a:pt x="209550" y="862013"/>
                </a:lnTo>
                <a:lnTo>
                  <a:pt x="204788" y="857250"/>
                </a:lnTo>
                <a:lnTo>
                  <a:pt x="195263" y="857250"/>
                </a:lnTo>
                <a:lnTo>
                  <a:pt x="190500" y="852488"/>
                </a:lnTo>
                <a:lnTo>
                  <a:pt x="185738" y="847725"/>
                </a:lnTo>
                <a:lnTo>
                  <a:pt x="176213" y="847725"/>
                </a:lnTo>
                <a:lnTo>
                  <a:pt x="171450" y="842963"/>
                </a:lnTo>
                <a:lnTo>
                  <a:pt x="166688" y="838200"/>
                </a:lnTo>
                <a:lnTo>
                  <a:pt x="161925" y="833438"/>
                </a:lnTo>
                <a:lnTo>
                  <a:pt x="161925" y="823913"/>
                </a:lnTo>
                <a:lnTo>
                  <a:pt x="157163" y="819150"/>
                </a:lnTo>
                <a:lnTo>
                  <a:pt x="152400" y="814388"/>
                </a:lnTo>
                <a:lnTo>
                  <a:pt x="147638" y="809625"/>
                </a:lnTo>
                <a:lnTo>
                  <a:pt x="142875" y="804863"/>
                </a:lnTo>
                <a:lnTo>
                  <a:pt x="138113" y="800100"/>
                </a:lnTo>
                <a:lnTo>
                  <a:pt x="133350" y="795338"/>
                </a:lnTo>
                <a:lnTo>
                  <a:pt x="128588" y="790575"/>
                </a:lnTo>
                <a:lnTo>
                  <a:pt x="123825" y="785813"/>
                </a:lnTo>
                <a:lnTo>
                  <a:pt x="119063" y="781050"/>
                </a:lnTo>
                <a:lnTo>
                  <a:pt x="114300" y="776288"/>
                </a:lnTo>
                <a:lnTo>
                  <a:pt x="109538" y="771525"/>
                </a:lnTo>
                <a:lnTo>
                  <a:pt x="104775" y="766763"/>
                </a:lnTo>
                <a:lnTo>
                  <a:pt x="104775" y="757238"/>
                </a:lnTo>
                <a:lnTo>
                  <a:pt x="100013" y="752475"/>
                </a:lnTo>
                <a:lnTo>
                  <a:pt x="95250" y="747713"/>
                </a:lnTo>
                <a:lnTo>
                  <a:pt x="90488" y="742950"/>
                </a:lnTo>
                <a:lnTo>
                  <a:pt x="85725" y="738188"/>
                </a:lnTo>
                <a:lnTo>
                  <a:pt x="85725" y="728663"/>
                </a:lnTo>
                <a:lnTo>
                  <a:pt x="85725" y="719138"/>
                </a:lnTo>
                <a:lnTo>
                  <a:pt x="80963" y="714375"/>
                </a:lnTo>
                <a:lnTo>
                  <a:pt x="76200" y="709613"/>
                </a:lnTo>
                <a:lnTo>
                  <a:pt x="71438" y="704850"/>
                </a:lnTo>
                <a:lnTo>
                  <a:pt x="66675" y="700088"/>
                </a:lnTo>
                <a:lnTo>
                  <a:pt x="61913" y="695325"/>
                </a:lnTo>
                <a:lnTo>
                  <a:pt x="57150" y="690563"/>
                </a:lnTo>
                <a:lnTo>
                  <a:pt x="57150" y="681038"/>
                </a:lnTo>
                <a:lnTo>
                  <a:pt x="57150" y="671513"/>
                </a:lnTo>
                <a:lnTo>
                  <a:pt x="52388" y="666750"/>
                </a:lnTo>
                <a:lnTo>
                  <a:pt x="47625" y="661988"/>
                </a:lnTo>
                <a:lnTo>
                  <a:pt x="47625" y="652463"/>
                </a:lnTo>
                <a:lnTo>
                  <a:pt x="42863" y="647700"/>
                </a:lnTo>
                <a:lnTo>
                  <a:pt x="38100" y="642938"/>
                </a:lnTo>
                <a:lnTo>
                  <a:pt x="33338" y="638175"/>
                </a:lnTo>
                <a:lnTo>
                  <a:pt x="28575" y="633413"/>
                </a:lnTo>
                <a:lnTo>
                  <a:pt x="33338" y="628650"/>
                </a:lnTo>
                <a:lnTo>
                  <a:pt x="38100" y="623888"/>
                </a:lnTo>
                <a:lnTo>
                  <a:pt x="33338" y="619125"/>
                </a:lnTo>
                <a:lnTo>
                  <a:pt x="28575" y="614363"/>
                </a:lnTo>
                <a:lnTo>
                  <a:pt x="28575" y="604838"/>
                </a:lnTo>
                <a:lnTo>
                  <a:pt x="23813" y="600075"/>
                </a:lnTo>
                <a:lnTo>
                  <a:pt x="19050" y="595313"/>
                </a:lnTo>
                <a:lnTo>
                  <a:pt x="19050" y="585788"/>
                </a:lnTo>
                <a:lnTo>
                  <a:pt x="19050" y="576263"/>
                </a:lnTo>
                <a:lnTo>
                  <a:pt x="19050" y="566738"/>
                </a:lnTo>
                <a:lnTo>
                  <a:pt x="14288" y="561975"/>
                </a:lnTo>
                <a:close/>
              </a:path>
            </a:pathLst>
          </a:custGeom>
          <a:solidFill xmlns:a="http://schemas.openxmlformats.org/drawingml/2006/main">
            <a:srgbClr val="A0C591"/>
          </a:solidFill>
          <a:ln xmlns:a="http://schemas.openxmlformats.org/drawingml/2006/main" w="0">
            <a:noFill/>
            <a:prstDash val="solid"/>
          </a:ln>
        </p:spPr>
      </p:sp>
      <p:sp>
        <p:nvSpPr>
          <p:cNvPr id="496" name="layout-green-83-1">
            <a:extLst xmlns:a="http://schemas.openxmlformats.org/drawingml/2006/main">
              <a:ext uri="{FF2B5EF4-FFF2-40B4-BE49-F238E27FC236}">
                <a16:creationId xmlns:a16="http://schemas.microsoft.com/office/drawing/2014/main" id="{E772A1D8-E270-4420-8608-1BDE37E1E039}"/>
              </a:ext>
            </a:extLst>
          </p:cNvPr>
          <p:cNvSpPr>
            <a:spLocks xmlns:a="http://schemas.openxmlformats.org/drawingml/2006/main" noGrp="1"/>
          </p:cNvSpPr>
          <p:nvPr/>
        </p:nvSpPr>
        <p:spPr>
          <a:xfrm xmlns:a="http://schemas.openxmlformats.org/drawingml/2006/main" rot="0">
            <a:off x="390525" y="3552825"/>
            <a:ext cx="171450" cy="85725"/>
          </a:xfrm>
          <a:custGeom xmlns:a="http://schemas.openxmlformats.org/drawingml/2006/main">
            <a:pathLst>
              <a:path w="171450" h="85725">
                <a:moveTo>
                  <a:pt x="152400" y="4763"/>
                </a:moveTo>
                <a:lnTo>
                  <a:pt x="157163" y="0"/>
                </a:lnTo>
                <a:lnTo>
                  <a:pt x="166688" y="0"/>
                </a:lnTo>
                <a:lnTo>
                  <a:pt x="171450" y="4763"/>
                </a:lnTo>
                <a:lnTo>
                  <a:pt x="171450" y="14288"/>
                </a:lnTo>
                <a:lnTo>
                  <a:pt x="171450" y="23813"/>
                </a:lnTo>
                <a:lnTo>
                  <a:pt x="166688" y="28575"/>
                </a:lnTo>
                <a:lnTo>
                  <a:pt x="161925" y="33338"/>
                </a:lnTo>
                <a:lnTo>
                  <a:pt x="161925" y="42863"/>
                </a:lnTo>
                <a:lnTo>
                  <a:pt x="166688" y="47625"/>
                </a:lnTo>
                <a:lnTo>
                  <a:pt x="171450" y="52388"/>
                </a:lnTo>
                <a:lnTo>
                  <a:pt x="171450" y="61913"/>
                </a:lnTo>
                <a:lnTo>
                  <a:pt x="171450" y="71438"/>
                </a:lnTo>
                <a:lnTo>
                  <a:pt x="171450" y="80963"/>
                </a:lnTo>
                <a:lnTo>
                  <a:pt x="166688" y="85725"/>
                </a:lnTo>
                <a:lnTo>
                  <a:pt x="157163" y="85725"/>
                </a:lnTo>
                <a:lnTo>
                  <a:pt x="147638" y="85725"/>
                </a:lnTo>
                <a:lnTo>
                  <a:pt x="138113" y="85725"/>
                </a:lnTo>
                <a:lnTo>
                  <a:pt x="128588" y="85725"/>
                </a:lnTo>
                <a:lnTo>
                  <a:pt x="119063" y="85725"/>
                </a:lnTo>
                <a:lnTo>
                  <a:pt x="109538" y="85725"/>
                </a:lnTo>
                <a:lnTo>
                  <a:pt x="100013" y="85725"/>
                </a:lnTo>
                <a:lnTo>
                  <a:pt x="90488" y="85725"/>
                </a:lnTo>
                <a:lnTo>
                  <a:pt x="85725" y="80963"/>
                </a:lnTo>
                <a:lnTo>
                  <a:pt x="80963" y="76200"/>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4763" y="57150"/>
                </a:lnTo>
                <a:lnTo>
                  <a:pt x="0" y="52388"/>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71438" y="19050"/>
                </a:lnTo>
                <a:lnTo>
                  <a:pt x="76200" y="14288"/>
                </a:lnTo>
                <a:lnTo>
                  <a:pt x="80963" y="9525"/>
                </a:lnTo>
                <a:lnTo>
                  <a:pt x="90488" y="9525"/>
                </a:lnTo>
                <a:lnTo>
                  <a:pt x="100013" y="9525"/>
                </a:lnTo>
                <a:lnTo>
                  <a:pt x="109538" y="9525"/>
                </a:lnTo>
                <a:lnTo>
                  <a:pt x="119063" y="9525"/>
                </a:lnTo>
                <a:lnTo>
                  <a:pt x="128588" y="9525"/>
                </a:lnTo>
                <a:lnTo>
                  <a:pt x="138113" y="9525"/>
                </a:lnTo>
                <a:lnTo>
                  <a:pt x="147638" y="9525"/>
                </a:lnTo>
                <a:lnTo>
                  <a:pt x="152400" y="4763"/>
                </a:lnTo>
                <a:close/>
              </a:path>
            </a:pathLst>
          </a:custGeom>
          <a:solidFill xmlns:a="http://schemas.openxmlformats.org/drawingml/2006/main">
            <a:srgbClr val="A0C591"/>
          </a:solidFill>
          <a:ln xmlns:a="http://schemas.openxmlformats.org/drawingml/2006/main" w="0">
            <a:noFill/>
            <a:prstDash val="solid"/>
          </a:ln>
        </p:spPr>
      </p:sp>
      <p:sp>
        <p:nvSpPr>
          <p:cNvPr id="497" name="layout-green-84-0">
            <a:extLst xmlns:a="http://schemas.openxmlformats.org/drawingml/2006/main">
              <a:ext uri="{FF2B5EF4-FFF2-40B4-BE49-F238E27FC236}">
                <a16:creationId xmlns:a16="http://schemas.microsoft.com/office/drawing/2014/main" id="{CA1A1BD9-F2D4-4070-B2D4-C95AB017C415}"/>
              </a:ext>
            </a:extLst>
          </p:cNvPr>
          <p:cNvSpPr>
            <a:spLocks xmlns:a="http://schemas.openxmlformats.org/drawingml/2006/main" noGrp="1"/>
          </p:cNvSpPr>
          <p:nvPr/>
        </p:nvSpPr>
        <p:spPr>
          <a:xfrm xmlns:a="http://schemas.openxmlformats.org/drawingml/2006/main" rot="0">
            <a:off x="123825" y="3371850"/>
            <a:ext cx="1076325" cy="876300"/>
          </a:xfrm>
          <a:custGeom xmlns:a="http://schemas.openxmlformats.org/drawingml/2006/main">
            <a:pathLst>
              <a:path w="1076325" h="87630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9525" y="433388"/>
                </a:lnTo>
                <a:lnTo>
                  <a:pt x="9525" y="442913"/>
                </a:lnTo>
                <a:lnTo>
                  <a:pt x="9525" y="452438"/>
                </a:lnTo>
                <a:lnTo>
                  <a:pt x="9525" y="461963"/>
                </a:lnTo>
                <a:lnTo>
                  <a:pt x="9525" y="471488"/>
                </a:lnTo>
                <a:lnTo>
                  <a:pt x="9525" y="481013"/>
                </a:lnTo>
                <a:lnTo>
                  <a:pt x="9525" y="490538"/>
                </a:lnTo>
                <a:lnTo>
                  <a:pt x="9525" y="500063"/>
                </a:lnTo>
                <a:lnTo>
                  <a:pt x="9525" y="509588"/>
                </a:lnTo>
                <a:lnTo>
                  <a:pt x="9525" y="519113"/>
                </a:lnTo>
                <a:lnTo>
                  <a:pt x="9525" y="528638"/>
                </a:lnTo>
                <a:lnTo>
                  <a:pt x="9525" y="538163"/>
                </a:lnTo>
                <a:lnTo>
                  <a:pt x="9525" y="547688"/>
                </a:lnTo>
                <a:lnTo>
                  <a:pt x="9525" y="557213"/>
                </a:lnTo>
                <a:lnTo>
                  <a:pt x="9525" y="566738"/>
                </a:lnTo>
                <a:lnTo>
                  <a:pt x="9525" y="576263"/>
                </a:lnTo>
                <a:lnTo>
                  <a:pt x="9525" y="585788"/>
                </a:lnTo>
                <a:lnTo>
                  <a:pt x="9525" y="595313"/>
                </a:lnTo>
                <a:lnTo>
                  <a:pt x="9525" y="604838"/>
                </a:lnTo>
                <a:lnTo>
                  <a:pt x="9525" y="614363"/>
                </a:lnTo>
                <a:lnTo>
                  <a:pt x="9525" y="623888"/>
                </a:lnTo>
                <a:lnTo>
                  <a:pt x="9525" y="633413"/>
                </a:lnTo>
                <a:lnTo>
                  <a:pt x="9525" y="642938"/>
                </a:lnTo>
                <a:lnTo>
                  <a:pt x="9525" y="652463"/>
                </a:lnTo>
                <a:lnTo>
                  <a:pt x="9525" y="661988"/>
                </a:lnTo>
                <a:lnTo>
                  <a:pt x="9525" y="671513"/>
                </a:lnTo>
                <a:lnTo>
                  <a:pt x="9525" y="681038"/>
                </a:lnTo>
                <a:lnTo>
                  <a:pt x="9525" y="690563"/>
                </a:lnTo>
                <a:lnTo>
                  <a:pt x="9525" y="700088"/>
                </a:lnTo>
                <a:lnTo>
                  <a:pt x="9525" y="709613"/>
                </a:lnTo>
                <a:lnTo>
                  <a:pt x="9525" y="719138"/>
                </a:lnTo>
                <a:lnTo>
                  <a:pt x="9525" y="728663"/>
                </a:lnTo>
                <a:lnTo>
                  <a:pt x="9525" y="738188"/>
                </a:lnTo>
                <a:lnTo>
                  <a:pt x="9525" y="747713"/>
                </a:lnTo>
                <a:lnTo>
                  <a:pt x="9525" y="757238"/>
                </a:lnTo>
                <a:lnTo>
                  <a:pt x="9525" y="766763"/>
                </a:lnTo>
                <a:lnTo>
                  <a:pt x="9525" y="776288"/>
                </a:lnTo>
                <a:lnTo>
                  <a:pt x="9525" y="785813"/>
                </a:lnTo>
                <a:lnTo>
                  <a:pt x="9525" y="795338"/>
                </a:lnTo>
                <a:lnTo>
                  <a:pt x="9525" y="804863"/>
                </a:lnTo>
                <a:lnTo>
                  <a:pt x="9525" y="814388"/>
                </a:lnTo>
                <a:lnTo>
                  <a:pt x="9525" y="823913"/>
                </a:lnTo>
                <a:lnTo>
                  <a:pt x="9525" y="833438"/>
                </a:lnTo>
                <a:lnTo>
                  <a:pt x="9525" y="842963"/>
                </a:lnTo>
                <a:lnTo>
                  <a:pt x="9525" y="852488"/>
                </a:lnTo>
                <a:lnTo>
                  <a:pt x="9525" y="862013"/>
                </a:lnTo>
                <a:lnTo>
                  <a:pt x="14288" y="866775"/>
                </a:lnTo>
                <a:lnTo>
                  <a:pt x="23813" y="866775"/>
                </a:lnTo>
                <a:lnTo>
                  <a:pt x="33338" y="866775"/>
                </a:lnTo>
                <a:lnTo>
                  <a:pt x="42863" y="866775"/>
                </a:lnTo>
                <a:lnTo>
                  <a:pt x="52388" y="866775"/>
                </a:lnTo>
                <a:lnTo>
                  <a:pt x="61913" y="866775"/>
                </a:lnTo>
                <a:lnTo>
                  <a:pt x="71438" y="866775"/>
                </a:lnTo>
                <a:lnTo>
                  <a:pt x="80963" y="866775"/>
                </a:lnTo>
                <a:lnTo>
                  <a:pt x="90488" y="866775"/>
                </a:lnTo>
                <a:lnTo>
                  <a:pt x="100013" y="866775"/>
                </a:lnTo>
                <a:lnTo>
                  <a:pt x="109538" y="866775"/>
                </a:lnTo>
                <a:lnTo>
                  <a:pt x="119063" y="866775"/>
                </a:lnTo>
                <a:lnTo>
                  <a:pt x="128588" y="866775"/>
                </a:lnTo>
                <a:lnTo>
                  <a:pt x="138113" y="866775"/>
                </a:lnTo>
                <a:lnTo>
                  <a:pt x="147638" y="866775"/>
                </a:lnTo>
                <a:lnTo>
                  <a:pt x="157163" y="866775"/>
                </a:lnTo>
                <a:lnTo>
                  <a:pt x="166688" y="866775"/>
                </a:lnTo>
                <a:lnTo>
                  <a:pt x="176213" y="866775"/>
                </a:lnTo>
                <a:lnTo>
                  <a:pt x="185738" y="866775"/>
                </a:lnTo>
                <a:lnTo>
                  <a:pt x="195263" y="866775"/>
                </a:lnTo>
                <a:lnTo>
                  <a:pt x="204788" y="866775"/>
                </a:lnTo>
                <a:lnTo>
                  <a:pt x="214313" y="866775"/>
                </a:lnTo>
                <a:lnTo>
                  <a:pt x="223838" y="866775"/>
                </a:lnTo>
                <a:lnTo>
                  <a:pt x="233363" y="866775"/>
                </a:lnTo>
                <a:lnTo>
                  <a:pt x="238125" y="862013"/>
                </a:lnTo>
                <a:lnTo>
                  <a:pt x="233363" y="857250"/>
                </a:lnTo>
                <a:lnTo>
                  <a:pt x="223838" y="857250"/>
                </a:lnTo>
                <a:lnTo>
                  <a:pt x="219075" y="852488"/>
                </a:lnTo>
                <a:lnTo>
                  <a:pt x="214313" y="847725"/>
                </a:lnTo>
                <a:lnTo>
                  <a:pt x="209550" y="842963"/>
                </a:lnTo>
                <a:lnTo>
                  <a:pt x="204788" y="838200"/>
                </a:lnTo>
                <a:lnTo>
                  <a:pt x="200025" y="833438"/>
                </a:lnTo>
                <a:lnTo>
                  <a:pt x="195263" y="828675"/>
                </a:lnTo>
                <a:lnTo>
                  <a:pt x="190500" y="823913"/>
                </a:lnTo>
                <a:lnTo>
                  <a:pt x="185738" y="819150"/>
                </a:lnTo>
                <a:lnTo>
                  <a:pt x="180975" y="814388"/>
                </a:lnTo>
                <a:lnTo>
                  <a:pt x="176213" y="809625"/>
                </a:lnTo>
                <a:lnTo>
                  <a:pt x="171450" y="804863"/>
                </a:lnTo>
                <a:lnTo>
                  <a:pt x="166688" y="800100"/>
                </a:lnTo>
                <a:lnTo>
                  <a:pt x="161925" y="795338"/>
                </a:lnTo>
                <a:lnTo>
                  <a:pt x="157163" y="790575"/>
                </a:lnTo>
                <a:lnTo>
                  <a:pt x="152400" y="785813"/>
                </a:lnTo>
                <a:lnTo>
                  <a:pt x="147638" y="781050"/>
                </a:lnTo>
                <a:lnTo>
                  <a:pt x="142875" y="776288"/>
                </a:lnTo>
                <a:lnTo>
                  <a:pt x="138113" y="771525"/>
                </a:lnTo>
                <a:lnTo>
                  <a:pt x="133350" y="766763"/>
                </a:lnTo>
                <a:lnTo>
                  <a:pt x="128588" y="762000"/>
                </a:lnTo>
                <a:lnTo>
                  <a:pt x="123825" y="757238"/>
                </a:lnTo>
                <a:lnTo>
                  <a:pt x="119063" y="752475"/>
                </a:lnTo>
                <a:lnTo>
                  <a:pt x="114300" y="747713"/>
                </a:lnTo>
                <a:lnTo>
                  <a:pt x="109538" y="742950"/>
                </a:lnTo>
                <a:lnTo>
                  <a:pt x="104775" y="738188"/>
                </a:lnTo>
                <a:lnTo>
                  <a:pt x="104775" y="728663"/>
                </a:lnTo>
                <a:lnTo>
                  <a:pt x="104775" y="719138"/>
                </a:lnTo>
                <a:lnTo>
                  <a:pt x="100013" y="714375"/>
                </a:lnTo>
                <a:lnTo>
                  <a:pt x="95250" y="709613"/>
                </a:lnTo>
                <a:lnTo>
                  <a:pt x="90488" y="704850"/>
                </a:lnTo>
                <a:lnTo>
                  <a:pt x="85725" y="700088"/>
                </a:lnTo>
                <a:lnTo>
                  <a:pt x="80963" y="695325"/>
                </a:lnTo>
                <a:lnTo>
                  <a:pt x="76200" y="690563"/>
                </a:lnTo>
                <a:lnTo>
                  <a:pt x="76200" y="681038"/>
                </a:lnTo>
                <a:lnTo>
                  <a:pt x="71438" y="676275"/>
                </a:lnTo>
                <a:lnTo>
                  <a:pt x="66675" y="671513"/>
                </a:lnTo>
                <a:lnTo>
                  <a:pt x="66675" y="661988"/>
                </a:lnTo>
                <a:lnTo>
                  <a:pt x="61913" y="657225"/>
                </a:lnTo>
                <a:lnTo>
                  <a:pt x="57150" y="652463"/>
                </a:lnTo>
                <a:lnTo>
                  <a:pt x="57150" y="642938"/>
                </a:lnTo>
                <a:lnTo>
                  <a:pt x="52388" y="638175"/>
                </a:lnTo>
                <a:lnTo>
                  <a:pt x="47625" y="633413"/>
                </a:lnTo>
                <a:lnTo>
                  <a:pt x="47625" y="623888"/>
                </a:lnTo>
                <a:lnTo>
                  <a:pt x="47625" y="614363"/>
                </a:lnTo>
                <a:lnTo>
                  <a:pt x="47625" y="604838"/>
                </a:lnTo>
                <a:lnTo>
                  <a:pt x="42863" y="600075"/>
                </a:lnTo>
                <a:lnTo>
                  <a:pt x="38100" y="595313"/>
                </a:lnTo>
                <a:lnTo>
                  <a:pt x="38100" y="585788"/>
                </a:lnTo>
                <a:lnTo>
                  <a:pt x="33338" y="581025"/>
                </a:lnTo>
                <a:lnTo>
                  <a:pt x="28575" y="576263"/>
                </a:lnTo>
                <a:lnTo>
                  <a:pt x="33338" y="571500"/>
                </a:lnTo>
                <a:lnTo>
                  <a:pt x="38100" y="566738"/>
                </a:lnTo>
                <a:lnTo>
                  <a:pt x="33338" y="561975"/>
                </a:lnTo>
                <a:lnTo>
                  <a:pt x="28575" y="557213"/>
                </a:lnTo>
                <a:lnTo>
                  <a:pt x="28575" y="547688"/>
                </a:lnTo>
                <a:lnTo>
                  <a:pt x="23813" y="542925"/>
                </a:lnTo>
                <a:lnTo>
                  <a:pt x="19050" y="538163"/>
                </a:lnTo>
                <a:lnTo>
                  <a:pt x="23813" y="533400"/>
                </a:lnTo>
                <a:lnTo>
                  <a:pt x="28575" y="528638"/>
                </a:lnTo>
                <a:lnTo>
                  <a:pt x="23813" y="523875"/>
                </a:lnTo>
                <a:lnTo>
                  <a:pt x="19050" y="519113"/>
                </a:lnTo>
                <a:lnTo>
                  <a:pt x="19050" y="509588"/>
                </a:lnTo>
                <a:lnTo>
                  <a:pt x="23813" y="504825"/>
                </a:lnTo>
                <a:lnTo>
                  <a:pt x="28575" y="500063"/>
                </a:lnTo>
                <a:lnTo>
                  <a:pt x="23813" y="495300"/>
                </a:lnTo>
                <a:lnTo>
                  <a:pt x="19050" y="490538"/>
                </a:lnTo>
                <a:lnTo>
                  <a:pt x="19050" y="481013"/>
                </a:lnTo>
                <a:lnTo>
                  <a:pt x="19050" y="471488"/>
                </a:lnTo>
                <a:lnTo>
                  <a:pt x="19050" y="461963"/>
                </a:lnTo>
                <a:lnTo>
                  <a:pt x="19050" y="452438"/>
                </a:lnTo>
                <a:lnTo>
                  <a:pt x="19050" y="442913"/>
                </a:lnTo>
                <a:lnTo>
                  <a:pt x="19050" y="433388"/>
                </a:lnTo>
                <a:lnTo>
                  <a:pt x="19050" y="423863"/>
                </a:lnTo>
                <a:lnTo>
                  <a:pt x="19050" y="414338"/>
                </a:lnTo>
                <a:lnTo>
                  <a:pt x="19050" y="404813"/>
                </a:lnTo>
                <a:lnTo>
                  <a:pt x="19050" y="395288"/>
                </a:lnTo>
                <a:lnTo>
                  <a:pt x="19050" y="385763"/>
                </a:lnTo>
                <a:lnTo>
                  <a:pt x="19050" y="376238"/>
                </a:lnTo>
                <a:lnTo>
                  <a:pt x="19050" y="366713"/>
                </a:lnTo>
                <a:lnTo>
                  <a:pt x="19050" y="357188"/>
                </a:lnTo>
                <a:lnTo>
                  <a:pt x="23813" y="352425"/>
                </a:lnTo>
                <a:lnTo>
                  <a:pt x="28575" y="347663"/>
                </a:lnTo>
                <a:lnTo>
                  <a:pt x="28575" y="338138"/>
                </a:lnTo>
                <a:lnTo>
                  <a:pt x="28575" y="328613"/>
                </a:lnTo>
                <a:lnTo>
                  <a:pt x="28575" y="319088"/>
                </a:lnTo>
                <a:lnTo>
                  <a:pt x="28575" y="309563"/>
                </a:lnTo>
                <a:lnTo>
                  <a:pt x="33338" y="304800"/>
                </a:lnTo>
                <a:lnTo>
                  <a:pt x="38100" y="300038"/>
                </a:lnTo>
                <a:lnTo>
                  <a:pt x="38100" y="290513"/>
                </a:lnTo>
                <a:lnTo>
                  <a:pt x="38100" y="280988"/>
                </a:lnTo>
                <a:lnTo>
                  <a:pt x="42863" y="276225"/>
                </a:lnTo>
                <a:lnTo>
                  <a:pt x="47625" y="271463"/>
                </a:lnTo>
                <a:lnTo>
                  <a:pt x="47625" y="261938"/>
                </a:lnTo>
                <a:lnTo>
                  <a:pt x="52388" y="257175"/>
                </a:lnTo>
                <a:lnTo>
                  <a:pt x="57150" y="252413"/>
                </a:lnTo>
                <a:lnTo>
                  <a:pt x="57150" y="242888"/>
                </a:lnTo>
                <a:lnTo>
                  <a:pt x="57150" y="233363"/>
                </a:lnTo>
                <a:lnTo>
                  <a:pt x="61913" y="228600"/>
                </a:lnTo>
                <a:lnTo>
                  <a:pt x="66675" y="223838"/>
                </a:lnTo>
                <a:lnTo>
                  <a:pt x="66675" y="214313"/>
                </a:lnTo>
                <a:lnTo>
                  <a:pt x="71438" y="209550"/>
                </a:lnTo>
                <a:lnTo>
                  <a:pt x="76200" y="204788"/>
                </a:lnTo>
                <a:lnTo>
                  <a:pt x="76200" y="195263"/>
                </a:lnTo>
                <a:lnTo>
                  <a:pt x="80963" y="190500"/>
                </a:lnTo>
                <a:lnTo>
                  <a:pt x="85725" y="185738"/>
                </a:lnTo>
                <a:lnTo>
                  <a:pt x="90488" y="180975"/>
                </a:lnTo>
                <a:lnTo>
                  <a:pt x="95250" y="176213"/>
                </a:lnTo>
                <a:lnTo>
                  <a:pt x="95250" y="166688"/>
                </a:lnTo>
                <a:lnTo>
                  <a:pt x="95250" y="157163"/>
                </a:lnTo>
                <a:lnTo>
                  <a:pt x="100013" y="152400"/>
                </a:lnTo>
                <a:lnTo>
                  <a:pt x="104775" y="147638"/>
                </a:lnTo>
                <a:lnTo>
                  <a:pt x="104775" y="138113"/>
                </a:lnTo>
                <a:lnTo>
                  <a:pt x="109538" y="133350"/>
                </a:lnTo>
                <a:lnTo>
                  <a:pt x="114300" y="128588"/>
                </a:lnTo>
                <a:lnTo>
                  <a:pt x="119063" y="123825"/>
                </a:lnTo>
                <a:lnTo>
                  <a:pt x="123825" y="119063"/>
                </a:lnTo>
                <a:lnTo>
                  <a:pt x="128588" y="114300"/>
                </a:lnTo>
                <a:lnTo>
                  <a:pt x="133350" y="109538"/>
                </a:lnTo>
                <a:lnTo>
                  <a:pt x="138113" y="104775"/>
                </a:lnTo>
                <a:lnTo>
                  <a:pt x="142875" y="100013"/>
                </a:lnTo>
                <a:lnTo>
                  <a:pt x="147638" y="95250"/>
                </a:lnTo>
                <a:lnTo>
                  <a:pt x="152400" y="90488"/>
                </a:lnTo>
                <a:lnTo>
                  <a:pt x="157163" y="85725"/>
                </a:lnTo>
                <a:lnTo>
                  <a:pt x="161925" y="80963"/>
                </a:lnTo>
                <a:lnTo>
                  <a:pt x="166688" y="76200"/>
                </a:lnTo>
                <a:lnTo>
                  <a:pt x="171450" y="71438"/>
                </a:lnTo>
                <a:lnTo>
                  <a:pt x="176213" y="66675"/>
                </a:lnTo>
                <a:lnTo>
                  <a:pt x="180975" y="61913"/>
                </a:lnTo>
                <a:lnTo>
                  <a:pt x="180975" y="52388"/>
                </a:lnTo>
                <a:lnTo>
                  <a:pt x="185738" y="47625"/>
                </a:lnTo>
                <a:lnTo>
                  <a:pt x="195263" y="47625"/>
                </a:lnTo>
                <a:lnTo>
                  <a:pt x="200025" y="42863"/>
                </a:lnTo>
                <a:lnTo>
                  <a:pt x="204788" y="38100"/>
                </a:lnTo>
                <a:lnTo>
                  <a:pt x="209550" y="33338"/>
                </a:lnTo>
                <a:lnTo>
                  <a:pt x="214313" y="28575"/>
                </a:lnTo>
                <a:lnTo>
                  <a:pt x="219075" y="23813"/>
                </a:lnTo>
                <a:lnTo>
                  <a:pt x="223838" y="19050"/>
                </a:lnTo>
                <a:lnTo>
                  <a:pt x="228600" y="14288"/>
                </a:lnTo>
                <a:lnTo>
                  <a:pt x="233363" y="9525"/>
                </a:lnTo>
                <a:lnTo>
                  <a:pt x="242888" y="9525"/>
                </a:lnTo>
                <a:lnTo>
                  <a:pt x="247650" y="4763"/>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38150" y="4763"/>
                </a:lnTo>
                <a:lnTo>
                  <a:pt x="438150" y="14288"/>
                </a:lnTo>
                <a:lnTo>
                  <a:pt x="438150" y="23813"/>
                </a:lnTo>
                <a:lnTo>
                  <a:pt x="438150" y="33338"/>
                </a:lnTo>
                <a:lnTo>
                  <a:pt x="438150" y="42863"/>
                </a:lnTo>
                <a:lnTo>
                  <a:pt x="438150" y="52388"/>
                </a:lnTo>
                <a:lnTo>
                  <a:pt x="438150" y="61913"/>
                </a:lnTo>
                <a:lnTo>
                  <a:pt x="438150" y="71438"/>
                </a:lnTo>
                <a:lnTo>
                  <a:pt x="438150" y="80963"/>
                </a:lnTo>
                <a:lnTo>
                  <a:pt x="438150" y="90488"/>
                </a:lnTo>
                <a:lnTo>
                  <a:pt x="438150" y="100013"/>
                </a:lnTo>
                <a:lnTo>
                  <a:pt x="438150" y="109538"/>
                </a:lnTo>
                <a:lnTo>
                  <a:pt x="438150" y="119063"/>
                </a:lnTo>
                <a:lnTo>
                  <a:pt x="438150" y="128588"/>
                </a:lnTo>
                <a:lnTo>
                  <a:pt x="438150" y="138113"/>
                </a:lnTo>
                <a:lnTo>
                  <a:pt x="438150" y="147638"/>
                </a:lnTo>
                <a:lnTo>
                  <a:pt x="438150" y="157163"/>
                </a:lnTo>
                <a:lnTo>
                  <a:pt x="433388" y="161925"/>
                </a:lnTo>
                <a:lnTo>
                  <a:pt x="423863" y="161925"/>
                </a:lnTo>
                <a:lnTo>
                  <a:pt x="419100" y="166688"/>
                </a:lnTo>
                <a:lnTo>
                  <a:pt x="414338" y="171450"/>
                </a:lnTo>
                <a:lnTo>
                  <a:pt x="404813" y="171450"/>
                </a:lnTo>
                <a:lnTo>
                  <a:pt x="395288" y="171450"/>
                </a:lnTo>
                <a:lnTo>
                  <a:pt x="385763" y="171450"/>
                </a:lnTo>
                <a:lnTo>
                  <a:pt x="376238" y="171450"/>
                </a:lnTo>
                <a:lnTo>
                  <a:pt x="366713" y="171450"/>
                </a:lnTo>
                <a:lnTo>
                  <a:pt x="357188" y="171450"/>
                </a:lnTo>
                <a:lnTo>
                  <a:pt x="347663" y="171450"/>
                </a:lnTo>
                <a:lnTo>
                  <a:pt x="342900" y="176213"/>
                </a:lnTo>
                <a:lnTo>
                  <a:pt x="338138" y="180975"/>
                </a:lnTo>
                <a:lnTo>
                  <a:pt x="328613" y="180975"/>
                </a:lnTo>
                <a:lnTo>
                  <a:pt x="319088" y="180975"/>
                </a:lnTo>
                <a:lnTo>
                  <a:pt x="309563" y="180975"/>
                </a:lnTo>
                <a:lnTo>
                  <a:pt x="300038" y="180975"/>
                </a:lnTo>
                <a:lnTo>
                  <a:pt x="295275" y="185738"/>
                </a:lnTo>
                <a:lnTo>
                  <a:pt x="290513" y="190500"/>
                </a:lnTo>
                <a:lnTo>
                  <a:pt x="280988" y="190500"/>
                </a:lnTo>
                <a:lnTo>
                  <a:pt x="276225" y="195263"/>
                </a:lnTo>
                <a:lnTo>
                  <a:pt x="271463" y="200025"/>
                </a:lnTo>
                <a:lnTo>
                  <a:pt x="261938" y="200025"/>
                </a:lnTo>
                <a:lnTo>
                  <a:pt x="257175" y="204788"/>
                </a:lnTo>
                <a:lnTo>
                  <a:pt x="252413" y="209550"/>
                </a:lnTo>
                <a:lnTo>
                  <a:pt x="247650" y="214313"/>
                </a:lnTo>
                <a:lnTo>
                  <a:pt x="247650" y="223838"/>
                </a:lnTo>
                <a:lnTo>
                  <a:pt x="247650" y="233363"/>
                </a:lnTo>
                <a:lnTo>
                  <a:pt x="247650" y="242888"/>
                </a:lnTo>
                <a:lnTo>
                  <a:pt x="252413" y="247650"/>
                </a:lnTo>
                <a:lnTo>
                  <a:pt x="257175" y="252413"/>
                </a:lnTo>
                <a:lnTo>
                  <a:pt x="261938" y="257175"/>
                </a:lnTo>
                <a:lnTo>
                  <a:pt x="271463" y="257175"/>
                </a:lnTo>
                <a:lnTo>
                  <a:pt x="276225" y="261938"/>
                </a:lnTo>
                <a:lnTo>
                  <a:pt x="280988" y="266700"/>
                </a:lnTo>
                <a:lnTo>
                  <a:pt x="290513" y="266700"/>
                </a:lnTo>
                <a:lnTo>
                  <a:pt x="300038" y="266700"/>
                </a:lnTo>
                <a:lnTo>
                  <a:pt x="304800" y="271463"/>
                </a:lnTo>
                <a:lnTo>
                  <a:pt x="309563" y="276225"/>
                </a:lnTo>
                <a:lnTo>
                  <a:pt x="319088" y="276225"/>
                </a:lnTo>
                <a:lnTo>
                  <a:pt x="328613" y="276225"/>
                </a:lnTo>
                <a:lnTo>
                  <a:pt x="338138" y="276225"/>
                </a:lnTo>
                <a:lnTo>
                  <a:pt x="342900" y="280988"/>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28625" y="290513"/>
                </a:lnTo>
                <a:lnTo>
                  <a:pt x="433388" y="295275"/>
                </a:lnTo>
                <a:lnTo>
                  <a:pt x="438150" y="300038"/>
                </a:lnTo>
                <a:lnTo>
                  <a:pt x="438150" y="309563"/>
                </a:lnTo>
                <a:lnTo>
                  <a:pt x="438150" y="319088"/>
                </a:lnTo>
                <a:lnTo>
                  <a:pt x="438150" y="328613"/>
                </a:lnTo>
                <a:lnTo>
                  <a:pt x="438150" y="338138"/>
                </a:lnTo>
                <a:lnTo>
                  <a:pt x="438150" y="347663"/>
                </a:lnTo>
                <a:lnTo>
                  <a:pt x="438150" y="357188"/>
                </a:lnTo>
                <a:lnTo>
                  <a:pt x="438150" y="366713"/>
                </a:lnTo>
                <a:lnTo>
                  <a:pt x="438150" y="376238"/>
                </a:lnTo>
                <a:lnTo>
                  <a:pt x="438150" y="385763"/>
                </a:lnTo>
                <a:lnTo>
                  <a:pt x="438150" y="395288"/>
                </a:lnTo>
                <a:lnTo>
                  <a:pt x="438150" y="404813"/>
                </a:lnTo>
                <a:lnTo>
                  <a:pt x="438150" y="414338"/>
                </a:lnTo>
                <a:lnTo>
                  <a:pt x="438150" y="423863"/>
                </a:lnTo>
                <a:lnTo>
                  <a:pt x="438150" y="433388"/>
                </a:lnTo>
                <a:lnTo>
                  <a:pt x="442913" y="438150"/>
                </a:lnTo>
                <a:lnTo>
                  <a:pt x="452438" y="438150"/>
                </a:lnTo>
                <a:lnTo>
                  <a:pt x="461963" y="438150"/>
                </a:lnTo>
                <a:lnTo>
                  <a:pt x="471488" y="438150"/>
                </a:lnTo>
                <a:lnTo>
                  <a:pt x="481013" y="438150"/>
                </a:lnTo>
                <a:lnTo>
                  <a:pt x="490538" y="438150"/>
                </a:lnTo>
                <a:lnTo>
                  <a:pt x="500063" y="438150"/>
                </a:lnTo>
                <a:lnTo>
                  <a:pt x="509588" y="438150"/>
                </a:lnTo>
                <a:lnTo>
                  <a:pt x="519113" y="438150"/>
                </a:lnTo>
                <a:lnTo>
                  <a:pt x="528638" y="438150"/>
                </a:lnTo>
                <a:lnTo>
                  <a:pt x="538163" y="438150"/>
                </a:lnTo>
                <a:lnTo>
                  <a:pt x="547688" y="438150"/>
                </a:lnTo>
                <a:lnTo>
                  <a:pt x="557213" y="438150"/>
                </a:lnTo>
                <a:lnTo>
                  <a:pt x="566738" y="438150"/>
                </a:lnTo>
                <a:lnTo>
                  <a:pt x="576263" y="438150"/>
                </a:lnTo>
                <a:lnTo>
                  <a:pt x="585788" y="438150"/>
                </a:lnTo>
                <a:lnTo>
                  <a:pt x="595313" y="438150"/>
                </a:lnTo>
                <a:lnTo>
                  <a:pt x="604838" y="438150"/>
                </a:lnTo>
                <a:lnTo>
                  <a:pt x="614363" y="438150"/>
                </a:lnTo>
                <a:lnTo>
                  <a:pt x="623888" y="438150"/>
                </a:lnTo>
                <a:lnTo>
                  <a:pt x="633413" y="438150"/>
                </a:lnTo>
                <a:lnTo>
                  <a:pt x="642938" y="438150"/>
                </a:lnTo>
                <a:lnTo>
                  <a:pt x="652463" y="438150"/>
                </a:lnTo>
                <a:lnTo>
                  <a:pt x="661988" y="438150"/>
                </a:lnTo>
                <a:lnTo>
                  <a:pt x="671513" y="438150"/>
                </a:lnTo>
                <a:lnTo>
                  <a:pt x="681038" y="438150"/>
                </a:lnTo>
                <a:lnTo>
                  <a:pt x="690563" y="438150"/>
                </a:lnTo>
                <a:lnTo>
                  <a:pt x="700088" y="438150"/>
                </a:lnTo>
                <a:lnTo>
                  <a:pt x="709613" y="438150"/>
                </a:lnTo>
                <a:lnTo>
                  <a:pt x="719138" y="438150"/>
                </a:lnTo>
                <a:lnTo>
                  <a:pt x="728663" y="438150"/>
                </a:lnTo>
                <a:lnTo>
                  <a:pt x="738188" y="438150"/>
                </a:lnTo>
                <a:lnTo>
                  <a:pt x="747713" y="438150"/>
                </a:lnTo>
                <a:lnTo>
                  <a:pt x="757238" y="438150"/>
                </a:lnTo>
                <a:lnTo>
                  <a:pt x="766763" y="438150"/>
                </a:lnTo>
                <a:lnTo>
                  <a:pt x="776288" y="438150"/>
                </a:lnTo>
                <a:lnTo>
                  <a:pt x="785813" y="438150"/>
                </a:lnTo>
                <a:lnTo>
                  <a:pt x="795338" y="438150"/>
                </a:lnTo>
                <a:lnTo>
                  <a:pt x="804863" y="438150"/>
                </a:lnTo>
                <a:lnTo>
                  <a:pt x="814388" y="438150"/>
                </a:lnTo>
                <a:lnTo>
                  <a:pt x="823913" y="438150"/>
                </a:lnTo>
                <a:lnTo>
                  <a:pt x="833438" y="438150"/>
                </a:lnTo>
                <a:lnTo>
                  <a:pt x="842963" y="438150"/>
                </a:lnTo>
                <a:lnTo>
                  <a:pt x="852488" y="438150"/>
                </a:lnTo>
                <a:lnTo>
                  <a:pt x="862013" y="438150"/>
                </a:lnTo>
                <a:lnTo>
                  <a:pt x="871538" y="438150"/>
                </a:lnTo>
                <a:lnTo>
                  <a:pt x="881063" y="438150"/>
                </a:lnTo>
                <a:lnTo>
                  <a:pt x="890588" y="438150"/>
                </a:lnTo>
                <a:lnTo>
                  <a:pt x="900113" y="438150"/>
                </a:lnTo>
                <a:lnTo>
                  <a:pt x="909638" y="438150"/>
                </a:lnTo>
                <a:lnTo>
                  <a:pt x="919163" y="438150"/>
                </a:lnTo>
                <a:lnTo>
                  <a:pt x="928688" y="438150"/>
                </a:lnTo>
                <a:lnTo>
                  <a:pt x="938213" y="438150"/>
                </a:lnTo>
                <a:lnTo>
                  <a:pt x="947738" y="438150"/>
                </a:lnTo>
                <a:lnTo>
                  <a:pt x="957263" y="438150"/>
                </a:lnTo>
                <a:lnTo>
                  <a:pt x="966788" y="438150"/>
                </a:lnTo>
                <a:lnTo>
                  <a:pt x="976313" y="438150"/>
                </a:lnTo>
                <a:lnTo>
                  <a:pt x="985838" y="438150"/>
                </a:lnTo>
                <a:lnTo>
                  <a:pt x="995363" y="438150"/>
                </a:lnTo>
                <a:lnTo>
                  <a:pt x="1004888" y="438150"/>
                </a:lnTo>
                <a:lnTo>
                  <a:pt x="1014413" y="438150"/>
                </a:lnTo>
                <a:lnTo>
                  <a:pt x="1023938" y="438150"/>
                </a:lnTo>
                <a:lnTo>
                  <a:pt x="1033463" y="438150"/>
                </a:lnTo>
                <a:lnTo>
                  <a:pt x="1042988" y="438150"/>
                </a:lnTo>
                <a:lnTo>
                  <a:pt x="1052513" y="438150"/>
                </a:lnTo>
                <a:lnTo>
                  <a:pt x="1062038" y="438150"/>
                </a:lnTo>
                <a:lnTo>
                  <a:pt x="1071563" y="438150"/>
                </a:lnTo>
                <a:lnTo>
                  <a:pt x="1076325" y="442913"/>
                </a:lnTo>
                <a:lnTo>
                  <a:pt x="1076325" y="452438"/>
                </a:lnTo>
                <a:lnTo>
                  <a:pt x="1076325" y="461963"/>
                </a:lnTo>
                <a:lnTo>
                  <a:pt x="1076325" y="471488"/>
                </a:lnTo>
                <a:lnTo>
                  <a:pt x="1076325" y="481013"/>
                </a:lnTo>
                <a:lnTo>
                  <a:pt x="1076325" y="490538"/>
                </a:lnTo>
                <a:lnTo>
                  <a:pt x="1076325" y="500063"/>
                </a:lnTo>
                <a:lnTo>
                  <a:pt x="1076325" y="509588"/>
                </a:lnTo>
                <a:lnTo>
                  <a:pt x="1076325" y="519113"/>
                </a:lnTo>
                <a:lnTo>
                  <a:pt x="1076325" y="528638"/>
                </a:lnTo>
                <a:lnTo>
                  <a:pt x="1076325" y="538163"/>
                </a:lnTo>
                <a:lnTo>
                  <a:pt x="1076325" y="547688"/>
                </a:lnTo>
                <a:lnTo>
                  <a:pt x="1076325" y="557213"/>
                </a:lnTo>
                <a:lnTo>
                  <a:pt x="1076325" y="566738"/>
                </a:lnTo>
                <a:lnTo>
                  <a:pt x="1076325" y="576263"/>
                </a:lnTo>
                <a:lnTo>
                  <a:pt x="1076325" y="585788"/>
                </a:lnTo>
                <a:lnTo>
                  <a:pt x="1076325" y="595313"/>
                </a:lnTo>
                <a:lnTo>
                  <a:pt x="1076325" y="604838"/>
                </a:lnTo>
                <a:lnTo>
                  <a:pt x="1076325" y="614363"/>
                </a:lnTo>
                <a:lnTo>
                  <a:pt x="1076325" y="623888"/>
                </a:lnTo>
                <a:lnTo>
                  <a:pt x="1076325" y="633413"/>
                </a:lnTo>
                <a:lnTo>
                  <a:pt x="1076325" y="642938"/>
                </a:lnTo>
                <a:lnTo>
                  <a:pt x="1076325" y="652463"/>
                </a:lnTo>
                <a:lnTo>
                  <a:pt x="1076325" y="661988"/>
                </a:lnTo>
                <a:lnTo>
                  <a:pt x="1076325" y="671513"/>
                </a:lnTo>
                <a:lnTo>
                  <a:pt x="1076325" y="681038"/>
                </a:lnTo>
                <a:lnTo>
                  <a:pt x="1076325" y="690563"/>
                </a:lnTo>
                <a:lnTo>
                  <a:pt x="1076325" y="700088"/>
                </a:lnTo>
                <a:lnTo>
                  <a:pt x="1076325" y="709613"/>
                </a:lnTo>
                <a:lnTo>
                  <a:pt x="1076325" y="719138"/>
                </a:lnTo>
                <a:lnTo>
                  <a:pt x="1076325" y="728663"/>
                </a:lnTo>
                <a:lnTo>
                  <a:pt x="1076325" y="738188"/>
                </a:lnTo>
                <a:lnTo>
                  <a:pt x="1076325" y="747713"/>
                </a:lnTo>
                <a:lnTo>
                  <a:pt x="1076325" y="757238"/>
                </a:lnTo>
                <a:lnTo>
                  <a:pt x="1076325" y="766763"/>
                </a:lnTo>
                <a:lnTo>
                  <a:pt x="1076325" y="776288"/>
                </a:lnTo>
                <a:lnTo>
                  <a:pt x="1071563" y="781050"/>
                </a:lnTo>
                <a:lnTo>
                  <a:pt x="1066800" y="776288"/>
                </a:lnTo>
                <a:lnTo>
                  <a:pt x="1066800" y="766763"/>
                </a:lnTo>
                <a:lnTo>
                  <a:pt x="1066800" y="757238"/>
                </a:lnTo>
                <a:lnTo>
                  <a:pt x="1066800" y="747713"/>
                </a:lnTo>
                <a:lnTo>
                  <a:pt x="1066800" y="738188"/>
                </a:lnTo>
                <a:lnTo>
                  <a:pt x="1066800" y="728663"/>
                </a:lnTo>
                <a:lnTo>
                  <a:pt x="1066800" y="719138"/>
                </a:lnTo>
                <a:lnTo>
                  <a:pt x="1066800" y="709613"/>
                </a:lnTo>
                <a:lnTo>
                  <a:pt x="1066800" y="700088"/>
                </a:lnTo>
                <a:lnTo>
                  <a:pt x="1066800" y="690563"/>
                </a:lnTo>
                <a:lnTo>
                  <a:pt x="1066800" y="681038"/>
                </a:lnTo>
                <a:lnTo>
                  <a:pt x="1066800" y="671513"/>
                </a:lnTo>
                <a:lnTo>
                  <a:pt x="1066800" y="661988"/>
                </a:lnTo>
                <a:lnTo>
                  <a:pt x="1066800" y="652463"/>
                </a:lnTo>
                <a:lnTo>
                  <a:pt x="1066800" y="642938"/>
                </a:lnTo>
                <a:lnTo>
                  <a:pt x="1066800" y="633413"/>
                </a:lnTo>
                <a:lnTo>
                  <a:pt x="1066800" y="623888"/>
                </a:lnTo>
                <a:lnTo>
                  <a:pt x="1066800" y="614363"/>
                </a:lnTo>
                <a:lnTo>
                  <a:pt x="1066800" y="604838"/>
                </a:lnTo>
                <a:lnTo>
                  <a:pt x="1066800" y="595313"/>
                </a:lnTo>
                <a:lnTo>
                  <a:pt x="1066800" y="585788"/>
                </a:lnTo>
                <a:lnTo>
                  <a:pt x="1066800" y="576263"/>
                </a:lnTo>
                <a:lnTo>
                  <a:pt x="1066800" y="566738"/>
                </a:lnTo>
                <a:lnTo>
                  <a:pt x="1066800" y="557213"/>
                </a:lnTo>
                <a:lnTo>
                  <a:pt x="1066800" y="547688"/>
                </a:lnTo>
                <a:lnTo>
                  <a:pt x="1066800" y="538163"/>
                </a:lnTo>
                <a:lnTo>
                  <a:pt x="1066800" y="528638"/>
                </a:lnTo>
                <a:lnTo>
                  <a:pt x="1066800" y="519113"/>
                </a:lnTo>
                <a:lnTo>
                  <a:pt x="1066800" y="509588"/>
                </a:lnTo>
                <a:lnTo>
                  <a:pt x="1066800" y="500063"/>
                </a:lnTo>
                <a:lnTo>
                  <a:pt x="1066800" y="490538"/>
                </a:lnTo>
                <a:lnTo>
                  <a:pt x="1066800" y="481013"/>
                </a:lnTo>
                <a:lnTo>
                  <a:pt x="1066800" y="471488"/>
                </a:lnTo>
                <a:lnTo>
                  <a:pt x="1066800" y="461963"/>
                </a:lnTo>
                <a:lnTo>
                  <a:pt x="1066800" y="452438"/>
                </a:lnTo>
                <a:lnTo>
                  <a:pt x="1062038" y="447675"/>
                </a:lnTo>
                <a:lnTo>
                  <a:pt x="1057275" y="452438"/>
                </a:lnTo>
                <a:lnTo>
                  <a:pt x="1057275" y="461963"/>
                </a:lnTo>
                <a:lnTo>
                  <a:pt x="1057275" y="471488"/>
                </a:lnTo>
                <a:lnTo>
                  <a:pt x="1057275" y="481013"/>
                </a:lnTo>
                <a:lnTo>
                  <a:pt x="1057275" y="490538"/>
                </a:lnTo>
                <a:lnTo>
                  <a:pt x="1057275" y="500063"/>
                </a:lnTo>
                <a:lnTo>
                  <a:pt x="1057275" y="509588"/>
                </a:lnTo>
                <a:lnTo>
                  <a:pt x="1057275" y="519113"/>
                </a:lnTo>
                <a:lnTo>
                  <a:pt x="1057275" y="528638"/>
                </a:lnTo>
                <a:lnTo>
                  <a:pt x="1057275" y="538163"/>
                </a:lnTo>
                <a:lnTo>
                  <a:pt x="1052513" y="542925"/>
                </a:lnTo>
                <a:lnTo>
                  <a:pt x="1047750" y="547688"/>
                </a:lnTo>
                <a:lnTo>
                  <a:pt x="1047750" y="557213"/>
                </a:lnTo>
                <a:lnTo>
                  <a:pt x="1042988" y="561975"/>
                </a:lnTo>
                <a:lnTo>
                  <a:pt x="1038225" y="566738"/>
                </a:lnTo>
                <a:lnTo>
                  <a:pt x="1042988" y="571500"/>
                </a:lnTo>
                <a:lnTo>
                  <a:pt x="1047750" y="576263"/>
                </a:lnTo>
                <a:lnTo>
                  <a:pt x="1042988" y="581025"/>
                </a:lnTo>
                <a:lnTo>
                  <a:pt x="1038225" y="585788"/>
                </a:lnTo>
                <a:lnTo>
                  <a:pt x="1038225" y="595313"/>
                </a:lnTo>
                <a:lnTo>
                  <a:pt x="1033463" y="600075"/>
                </a:lnTo>
                <a:lnTo>
                  <a:pt x="1028700" y="604838"/>
                </a:lnTo>
                <a:lnTo>
                  <a:pt x="1028700" y="614363"/>
                </a:lnTo>
                <a:lnTo>
                  <a:pt x="1028700" y="623888"/>
                </a:lnTo>
                <a:lnTo>
                  <a:pt x="1028700" y="633413"/>
                </a:lnTo>
                <a:lnTo>
                  <a:pt x="1023938" y="638175"/>
                </a:lnTo>
                <a:lnTo>
                  <a:pt x="1019175" y="642938"/>
                </a:lnTo>
                <a:lnTo>
                  <a:pt x="1019175" y="652463"/>
                </a:lnTo>
                <a:lnTo>
                  <a:pt x="1014413" y="657225"/>
                </a:lnTo>
                <a:lnTo>
                  <a:pt x="1009650" y="661988"/>
                </a:lnTo>
                <a:lnTo>
                  <a:pt x="1009650" y="671513"/>
                </a:lnTo>
                <a:lnTo>
                  <a:pt x="1004888" y="676275"/>
                </a:lnTo>
                <a:lnTo>
                  <a:pt x="1000125" y="681038"/>
                </a:lnTo>
                <a:lnTo>
                  <a:pt x="1000125" y="690563"/>
                </a:lnTo>
                <a:lnTo>
                  <a:pt x="995363" y="695325"/>
                </a:lnTo>
                <a:lnTo>
                  <a:pt x="990600" y="700088"/>
                </a:lnTo>
                <a:lnTo>
                  <a:pt x="985838" y="704850"/>
                </a:lnTo>
                <a:lnTo>
                  <a:pt x="981075" y="709613"/>
                </a:lnTo>
                <a:lnTo>
                  <a:pt x="981075" y="719138"/>
                </a:lnTo>
                <a:lnTo>
                  <a:pt x="976313" y="723900"/>
                </a:lnTo>
                <a:lnTo>
                  <a:pt x="971550" y="728663"/>
                </a:lnTo>
                <a:lnTo>
                  <a:pt x="971550" y="738188"/>
                </a:lnTo>
                <a:lnTo>
                  <a:pt x="966788" y="742950"/>
                </a:lnTo>
                <a:lnTo>
                  <a:pt x="962025" y="747713"/>
                </a:lnTo>
                <a:lnTo>
                  <a:pt x="957263" y="752475"/>
                </a:lnTo>
                <a:lnTo>
                  <a:pt x="952500" y="757238"/>
                </a:lnTo>
                <a:lnTo>
                  <a:pt x="947738" y="762000"/>
                </a:lnTo>
                <a:lnTo>
                  <a:pt x="942975" y="766763"/>
                </a:lnTo>
                <a:lnTo>
                  <a:pt x="938213" y="771525"/>
                </a:lnTo>
                <a:lnTo>
                  <a:pt x="933450" y="776288"/>
                </a:lnTo>
                <a:lnTo>
                  <a:pt x="928688" y="781050"/>
                </a:lnTo>
                <a:lnTo>
                  <a:pt x="923925" y="785813"/>
                </a:lnTo>
                <a:lnTo>
                  <a:pt x="919163" y="790575"/>
                </a:lnTo>
                <a:lnTo>
                  <a:pt x="914400" y="795338"/>
                </a:lnTo>
                <a:lnTo>
                  <a:pt x="909638" y="800100"/>
                </a:lnTo>
                <a:lnTo>
                  <a:pt x="904875" y="804863"/>
                </a:lnTo>
                <a:lnTo>
                  <a:pt x="900113" y="809625"/>
                </a:lnTo>
                <a:lnTo>
                  <a:pt x="895350" y="814388"/>
                </a:lnTo>
                <a:lnTo>
                  <a:pt x="890588" y="819150"/>
                </a:lnTo>
                <a:lnTo>
                  <a:pt x="885825" y="823913"/>
                </a:lnTo>
                <a:lnTo>
                  <a:pt x="881063" y="828675"/>
                </a:lnTo>
                <a:lnTo>
                  <a:pt x="876300" y="833438"/>
                </a:lnTo>
                <a:lnTo>
                  <a:pt x="871538" y="838200"/>
                </a:lnTo>
                <a:lnTo>
                  <a:pt x="866775" y="842963"/>
                </a:lnTo>
                <a:lnTo>
                  <a:pt x="862013" y="847725"/>
                </a:lnTo>
                <a:lnTo>
                  <a:pt x="857250" y="852488"/>
                </a:lnTo>
                <a:lnTo>
                  <a:pt x="852488" y="857250"/>
                </a:lnTo>
                <a:lnTo>
                  <a:pt x="847725" y="862013"/>
                </a:lnTo>
                <a:lnTo>
                  <a:pt x="852488" y="866775"/>
                </a:lnTo>
                <a:lnTo>
                  <a:pt x="862013" y="866775"/>
                </a:lnTo>
                <a:lnTo>
                  <a:pt x="871538" y="866775"/>
                </a:lnTo>
                <a:lnTo>
                  <a:pt x="881063" y="866775"/>
                </a:lnTo>
                <a:lnTo>
                  <a:pt x="890588" y="866775"/>
                </a:lnTo>
                <a:lnTo>
                  <a:pt x="900113" y="866775"/>
                </a:lnTo>
                <a:lnTo>
                  <a:pt x="909638" y="866775"/>
                </a:lnTo>
                <a:lnTo>
                  <a:pt x="919163" y="866775"/>
                </a:lnTo>
                <a:lnTo>
                  <a:pt x="928688" y="866775"/>
                </a:lnTo>
                <a:lnTo>
                  <a:pt x="938213" y="866775"/>
                </a:lnTo>
                <a:lnTo>
                  <a:pt x="947738" y="866775"/>
                </a:lnTo>
                <a:lnTo>
                  <a:pt x="957263" y="866775"/>
                </a:lnTo>
                <a:lnTo>
                  <a:pt x="966788" y="866775"/>
                </a:lnTo>
                <a:lnTo>
                  <a:pt x="976313" y="866775"/>
                </a:lnTo>
                <a:lnTo>
                  <a:pt x="985838" y="866775"/>
                </a:lnTo>
                <a:lnTo>
                  <a:pt x="995363" y="866775"/>
                </a:lnTo>
                <a:lnTo>
                  <a:pt x="1004888" y="866775"/>
                </a:lnTo>
                <a:lnTo>
                  <a:pt x="1014413" y="866775"/>
                </a:lnTo>
                <a:lnTo>
                  <a:pt x="1023938" y="866775"/>
                </a:lnTo>
                <a:lnTo>
                  <a:pt x="1033463" y="866775"/>
                </a:lnTo>
                <a:lnTo>
                  <a:pt x="1042988" y="866775"/>
                </a:lnTo>
                <a:lnTo>
                  <a:pt x="1052513" y="866775"/>
                </a:lnTo>
                <a:lnTo>
                  <a:pt x="1062038" y="866775"/>
                </a:lnTo>
                <a:lnTo>
                  <a:pt x="1071563" y="866775"/>
                </a:lnTo>
                <a:lnTo>
                  <a:pt x="1076325" y="871538"/>
                </a:lnTo>
                <a:lnTo>
                  <a:pt x="1071563" y="876300"/>
                </a:lnTo>
                <a:lnTo>
                  <a:pt x="1062038" y="876300"/>
                </a:lnTo>
                <a:lnTo>
                  <a:pt x="1052513" y="876300"/>
                </a:lnTo>
                <a:lnTo>
                  <a:pt x="1042988" y="876300"/>
                </a:lnTo>
                <a:lnTo>
                  <a:pt x="1033463" y="876300"/>
                </a:lnTo>
                <a:lnTo>
                  <a:pt x="1023938" y="876300"/>
                </a:lnTo>
                <a:lnTo>
                  <a:pt x="1014413" y="876300"/>
                </a:lnTo>
                <a:lnTo>
                  <a:pt x="1004888" y="876300"/>
                </a:lnTo>
                <a:lnTo>
                  <a:pt x="995363" y="876300"/>
                </a:lnTo>
                <a:lnTo>
                  <a:pt x="985838" y="876300"/>
                </a:lnTo>
                <a:lnTo>
                  <a:pt x="976313" y="876300"/>
                </a:lnTo>
                <a:lnTo>
                  <a:pt x="966788" y="876300"/>
                </a:lnTo>
                <a:lnTo>
                  <a:pt x="957263" y="876300"/>
                </a:lnTo>
                <a:lnTo>
                  <a:pt x="947738" y="876300"/>
                </a:lnTo>
                <a:lnTo>
                  <a:pt x="938213" y="876300"/>
                </a:lnTo>
                <a:lnTo>
                  <a:pt x="928688" y="876300"/>
                </a:lnTo>
                <a:lnTo>
                  <a:pt x="919163" y="876300"/>
                </a:lnTo>
                <a:lnTo>
                  <a:pt x="909638" y="876300"/>
                </a:lnTo>
                <a:lnTo>
                  <a:pt x="900113" y="876300"/>
                </a:lnTo>
                <a:lnTo>
                  <a:pt x="890588" y="876300"/>
                </a:lnTo>
                <a:lnTo>
                  <a:pt x="881063" y="876300"/>
                </a:lnTo>
                <a:lnTo>
                  <a:pt x="871538" y="876300"/>
                </a:lnTo>
                <a:lnTo>
                  <a:pt x="862013" y="876300"/>
                </a:lnTo>
                <a:lnTo>
                  <a:pt x="852488" y="876300"/>
                </a:lnTo>
                <a:lnTo>
                  <a:pt x="842963" y="876300"/>
                </a:lnTo>
                <a:lnTo>
                  <a:pt x="833438" y="876300"/>
                </a:lnTo>
                <a:lnTo>
                  <a:pt x="823913" y="876300"/>
                </a:lnTo>
                <a:lnTo>
                  <a:pt x="814388" y="876300"/>
                </a:lnTo>
                <a:lnTo>
                  <a:pt x="804863" y="876300"/>
                </a:lnTo>
                <a:lnTo>
                  <a:pt x="795338" y="876300"/>
                </a:lnTo>
                <a:lnTo>
                  <a:pt x="785813" y="876300"/>
                </a:lnTo>
                <a:lnTo>
                  <a:pt x="776288" y="876300"/>
                </a:lnTo>
                <a:lnTo>
                  <a:pt x="766763" y="876300"/>
                </a:lnTo>
                <a:lnTo>
                  <a:pt x="757238" y="876300"/>
                </a:lnTo>
                <a:lnTo>
                  <a:pt x="747713" y="876300"/>
                </a:lnTo>
                <a:lnTo>
                  <a:pt x="738188" y="876300"/>
                </a:lnTo>
                <a:lnTo>
                  <a:pt x="728663" y="876300"/>
                </a:lnTo>
                <a:lnTo>
                  <a:pt x="719138" y="876300"/>
                </a:lnTo>
                <a:lnTo>
                  <a:pt x="709613" y="876300"/>
                </a:lnTo>
                <a:lnTo>
                  <a:pt x="700088" y="876300"/>
                </a:lnTo>
                <a:lnTo>
                  <a:pt x="690563" y="876300"/>
                </a:lnTo>
                <a:lnTo>
                  <a:pt x="681038" y="876300"/>
                </a:lnTo>
                <a:lnTo>
                  <a:pt x="671513" y="876300"/>
                </a:lnTo>
                <a:lnTo>
                  <a:pt x="661988" y="876300"/>
                </a:lnTo>
                <a:lnTo>
                  <a:pt x="652463" y="876300"/>
                </a:lnTo>
                <a:lnTo>
                  <a:pt x="642938" y="876300"/>
                </a:lnTo>
                <a:lnTo>
                  <a:pt x="633413" y="876300"/>
                </a:lnTo>
                <a:lnTo>
                  <a:pt x="623888" y="876300"/>
                </a:lnTo>
                <a:lnTo>
                  <a:pt x="614363" y="876300"/>
                </a:lnTo>
                <a:lnTo>
                  <a:pt x="604838" y="876300"/>
                </a:lnTo>
                <a:lnTo>
                  <a:pt x="595313" y="876300"/>
                </a:lnTo>
                <a:lnTo>
                  <a:pt x="585788" y="876300"/>
                </a:lnTo>
                <a:lnTo>
                  <a:pt x="576263" y="876300"/>
                </a:lnTo>
                <a:lnTo>
                  <a:pt x="566738" y="876300"/>
                </a:lnTo>
                <a:lnTo>
                  <a:pt x="557213" y="876300"/>
                </a:lnTo>
                <a:lnTo>
                  <a:pt x="547688" y="876300"/>
                </a:lnTo>
                <a:lnTo>
                  <a:pt x="538163" y="876300"/>
                </a:lnTo>
                <a:lnTo>
                  <a:pt x="528638" y="876300"/>
                </a:lnTo>
                <a:lnTo>
                  <a:pt x="519113" y="876300"/>
                </a:lnTo>
                <a:lnTo>
                  <a:pt x="509588" y="876300"/>
                </a:lnTo>
                <a:lnTo>
                  <a:pt x="500063" y="876300"/>
                </a:lnTo>
                <a:lnTo>
                  <a:pt x="490538" y="876300"/>
                </a:lnTo>
                <a:lnTo>
                  <a:pt x="481013" y="876300"/>
                </a:lnTo>
                <a:lnTo>
                  <a:pt x="471488" y="876300"/>
                </a:lnTo>
                <a:lnTo>
                  <a:pt x="461963" y="876300"/>
                </a:lnTo>
                <a:lnTo>
                  <a:pt x="452438" y="876300"/>
                </a:lnTo>
                <a:lnTo>
                  <a:pt x="442913" y="876300"/>
                </a:lnTo>
                <a:lnTo>
                  <a:pt x="433388" y="876300"/>
                </a:lnTo>
                <a:lnTo>
                  <a:pt x="423863" y="876300"/>
                </a:lnTo>
                <a:lnTo>
                  <a:pt x="414338" y="876300"/>
                </a:lnTo>
                <a:lnTo>
                  <a:pt x="404813" y="876300"/>
                </a:lnTo>
                <a:lnTo>
                  <a:pt x="395288" y="876300"/>
                </a:lnTo>
                <a:lnTo>
                  <a:pt x="385763" y="876300"/>
                </a:lnTo>
                <a:lnTo>
                  <a:pt x="376238" y="876300"/>
                </a:lnTo>
                <a:lnTo>
                  <a:pt x="366713" y="876300"/>
                </a:lnTo>
                <a:lnTo>
                  <a:pt x="357188" y="876300"/>
                </a:lnTo>
                <a:lnTo>
                  <a:pt x="347663" y="876300"/>
                </a:lnTo>
                <a:lnTo>
                  <a:pt x="338138" y="876300"/>
                </a:lnTo>
                <a:lnTo>
                  <a:pt x="328613" y="876300"/>
                </a:lnTo>
                <a:lnTo>
                  <a:pt x="319088" y="876300"/>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A2C692"/>
          </a:solidFill>
          <a:ln xmlns:a="http://schemas.openxmlformats.org/drawingml/2006/main" w="0">
            <a:noFill/>
            <a:prstDash val="solid"/>
          </a:ln>
        </p:spPr>
      </p:sp>
      <p:sp>
        <p:nvSpPr>
          <p:cNvPr id="498" name="layout-green-84-1">
            <a:extLst xmlns:a="http://schemas.openxmlformats.org/drawingml/2006/main">
              <a:ext uri="{FF2B5EF4-FFF2-40B4-BE49-F238E27FC236}">
                <a16:creationId xmlns:a16="http://schemas.microsoft.com/office/drawing/2014/main" id="{ECF2CCE0-70E1-4D88-8C57-214F0CB5A33D}"/>
              </a:ext>
            </a:extLst>
          </p:cNvPr>
          <p:cNvSpPr>
            <a:spLocks xmlns:a="http://schemas.openxmlformats.org/drawingml/2006/main" noGrp="1"/>
          </p:cNvSpPr>
          <p:nvPr/>
        </p:nvSpPr>
        <p:spPr>
          <a:xfrm xmlns:a="http://schemas.openxmlformats.org/drawingml/2006/main" rot="0">
            <a:off x="390525" y="3552825"/>
            <a:ext cx="171450" cy="85725"/>
          </a:xfrm>
          <a:custGeom xmlns:a="http://schemas.openxmlformats.org/drawingml/2006/main">
            <a:pathLst>
              <a:path w="171450" h="85725">
                <a:moveTo>
                  <a:pt x="152400" y="4763"/>
                </a:moveTo>
                <a:lnTo>
                  <a:pt x="157163" y="0"/>
                </a:lnTo>
                <a:lnTo>
                  <a:pt x="166688" y="0"/>
                </a:lnTo>
                <a:lnTo>
                  <a:pt x="171450" y="4763"/>
                </a:lnTo>
                <a:lnTo>
                  <a:pt x="171450" y="14288"/>
                </a:lnTo>
                <a:lnTo>
                  <a:pt x="171450" y="23813"/>
                </a:lnTo>
                <a:lnTo>
                  <a:pt x="166688" y="28575"/>
                </a:lnTo>
                <a:lnTo>
                  <a:pt x="161925" y="33338"/>
                </a:lnTo>
                <a:lnTo>
                  <a:pt x="161925" y="42863"/>
                </a:lnTo>
                <a:lnTo>
                  <a:pt x="166688" y="47625"/>
                </a:lnTo>
                <a:lnTo>
                  <a:pt x="171450" y="52388"/>
                </a:lnTo>
                <a:lnTo>
                  <a:pt x="171450" y="61913"/>
                </a:lnTo>
                <a:lnTo>
                  <a:pt x="171450" y="71438"/>
                </a:lnTo>
                <a:lnTo>
                  <a:pt x="171450" y="80963"/>
                </a:lnTo>
                <a:lnTo>
                  <a:pt x="166688" y="85725"/>
                </a:lnTo>
                <a:lnTo>
                  <a:pt x="157163" y="85725"/>
                </a:lnTo>
                <a:lnTo>
                  <a:pt x="147638" y="85725"/>
                </a:lnTo>
                <a:lnTo>
                  <a:pt x="138113" y="85725"/>
                </a:lnTo>
                <a:lnTo>
                  <a:pt x="128588" y="85725"/>
                </a:lnTo>
                <a:lnTo>
                  <a:pt x="119063" y="85725"/>
                </a:lnTo>
                <a:lnTo>
                  <a:pt x="109538" y="85725"/>
                </a:lnTo>
                <a:lnTo>
                  <a:pt x="100013" y="85725"/>
                </a:lnTo>
                <a:lnTo>
                  <a:pt x="90488" y="85725"/>
                </a:lnTo>
                <a:lnTo>
                  <a:pt x="85725" y="80963"/>
                </a:lnTo>
                <a:lnTo>
                  <a:pt x="80963" y="76200"/>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4763" y="57150"/>
                </a:lnTo>
                <a:lnTo>
                  <a:pt x="0" y="52388"/>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71438" y="19050"/>
                </a:lnTo>
                <a:lnTo>
                  <a:pt x="76200" y="14288"/>
                </a:lnTo>
                <a:lnTo>
                  <a:pt x="80963" y="9525"/>
                </a:lnTo>
                <a:lnTo>
                  <a:pt x="90488" y="9525"/>
                </a:lnTo>
                <a:lnTo>
                  <a:pt x="100013" y="9525"/>
                </a:lnTo>
                <a:lnTo>
                  <a:pt x="109538" y="9525"/>
                </a:lnTo>
                <a:lnTo>
                  <a:pt x="119063" y="9525"/>
                </a:lnTo>
                <a:lnTo>
                  <a:pt x="128588" y="9525"/>
                </a:lnTo>
                <a:lnTo>
                  <a:pt x="138113" y="9525"/>
                </a:lnTo>
                <a:lnTo>
                  <a:pt x="147638" y="9525"/>
                </a:lnTo>
                <a:lnTo>
                  <a:pt x="152400" y="4763"/>
                </a:lnTo>
                <a:close/>
              </a:path>
            </a:pathLst>
          </a:custGeom>
          <a:solidFill xmlns:a="http://schemas.openxmlformats.org/drawingml/2006/main">
            <a:srgbClr val="A2C692"/>
          </a:solidFill>
          <a:ln xmlns:a="http://schemas.openxmlformats.org/drawingml/2006/main" w="0">
            <a:noFill/>
            <a:prstDash val="solid"/>
          </a:ln>
        </p:spPr>
      </p:sp>
      <p:sp>
        <p:nvSpPr>
          <p:cNvPr id="499" name="layout-green-84-2">
            <a:extLst xmlns:a="http://schemas.openxmlformats.org/drawingml/2006/main">
              <a:ext uri="{FF2B5EF4-FFF2-40B4-BE49-F238E27FC236}">
                <a16:creationId xmlns:a16="http://schemas.microsoft.com/office/drawing/2014/main" id="{BB6FDF81-EB7F-414E-A949-213B96159991}"/>
              </a:ext>
            </a:extLst>
          </p:cNvPr>
          <p:cNvSpPr>
            <a:spLocks xmlns:a="http://schemas.openxmlformats.org/drawingml/2006/main" noGrp="1"/>
          </p:cNvSpPr>
          <p:nvPr/>
        </p:nvSpPr>
        <p:spPr>
          <a:xfrm xmlns:a="http://schemas.openxmlformats.org/drawingml/2006/main" rot="0">
            <a:off x="1190625" y="4162425"/>
            <a:ext cx="9525" cy="47625"/>
          </a:xfrm>
          <a:custGeom xmlns:a="http://schemas.openxmlformats.org/drawingml/2006/main">
            <a:pathLst>
              <a:path w="9525" h="47625">
                <a:moveTo>
                  <a:pt x="0" y="4763"/>
                </a:moveTo>
                <a:lnTo>
                  <a:pt x="4763" y="0"/>
                </a:lnTo>
                <a:lnTo>
                  <a:pt x="9525" y="4763"/>
                </a:lnTo>
                <a:lnTo>
                  <a:pt x="9525" y="14288"/>
                </a:lnTo>
                <a:lnTo>
                  <a:pt x="9525" y="23813"/>
                </a:lnTo>
                <a:lnTo>
                  <a:pt x="9525" y="33338"/>
                </a:lnTo>
                <a:lnTo>
                  <a:pt x="9525" y="42863"/>
                </a:lnTo>
                <a:lnTo>
                  <a:pt x="4763" y="47625"/>
                </a:lnTo>
                <a:lnTo>
                  <a:pt x="0" y="42863"/>
                </a:lnTo>
                <a:lnTo>
                  <a:pt x="0" y="33338"/>
                </a:lnTo>
                <a:lnTo>
                  <a:pt x="0" y="23813"/>
                </a:lnTo>
                <a:lnTo>
                  <a:pt x="0" y="14288"/>
                </a:lnTo>
                <a:lnTo>
                  <a:pt x="0" y="4763"/>
                </a:lnTo>
                <a:close/>
              </a:path>
            </a:pathLst>
          </a:custGeom>
          <a:solidFill xmlns:a="http://schemas.openxmlformats.org/drawingml/2006/main">
            <a:srgbClr val="A2C692"/>
          </a:solidFill>
          <a:ln xmlns:a="http://schemas.openxmlformats.org/drawingml/2006/main" w="0">
            <a:noFill/>
            <a:prstDash val="solid"/>
          </a:ln>
        </p:spPr>
      </p:sp>
      <p:sp>
        <p:nvSpPr>
          <p:cNvPr id="500" name="layout-green-85-0">
            <a:extLst xmlns:a="http://schemas.openxmlformats.org/drawingml/2006/main">
              <a:ext uri="{FF2B5EF4-FFF2-40B4-BE49-F238E27FC236}">
                <a16:creationId xmlns:a16="http://schemas.microsoft.com/office/drawing/2014/main" id="{5F0AD630-B8AB-48CC-BC7E-EB667444201D}"/>
              </a:ext>
            </a:extLst>
          </p:cNvPr>
          <p:cNvSpPr>
            <a:spLocks xmlns:a="http://schemas.openxmlformats.org/drawingml/2006/main" noGrp="1"/>
          </p:cNvSpPr>
          <p:nvPr/>
        </p:nvSpPr>
        <p:spPr>
          <a:xfrm xmlns:a="http://schemas.openxmlformats.org/drawingml/2006/main" rot="0">
            <a:off x="123825" y="3371850"/>
            <a:ext cx="9525" cy="781050"/>
          </a:xfrm>
          <a:custGeom xmlns:a="http://schemas.openxmlformats.org/drawingml/2006/main">
            <a:pathLst>
              <a:path w="9525" h="7810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9525" y="433388"/>
                </a:lnTo>
                <a:lnTo>
                  <a:pt x="9525" y="442913"/>
                </a:lnTo>
                <a:lnTo>
                  <a:pt x="9525" y="452438"/>
                </a:lnTo>
                <a:lnTo>
                  <a:pt x="9525" y="461963"/>
                </a:lnTo>
                <a:lnTo>
                  <a:pt x="9525" y="471488"/>
                </a:lnTo>
                <a:lnTo>
                  <a:pt x="9525" y="481013"/>
                </a:lnTo>
                <a:lnTo>
                  <a:pt x="9525" y="490538"/>
                </a:lnTo>
                <a:lnTo>
                  <a:pt x="9525" y="500063"/>
                </a:lnTo>
                <a:lnTo>
                  <a:pt x="9525" y="509588"/>
                </a:lnTo>
                <a:lnTo>
                  <a:pt x="9525" y="519113"/>
                </a:lnTo>
                <a:lnTo>
                  <a:pt x="9525" y="528638"/>
                </a:lnTo>
                <a:lnTo>
                  <a:pt x="9525" y="538163"/>
                </a:lnTo>
                <a:lnTo>
                  <a:pt x="9525" y="547688"/>
                </a:lnTo>
                <a:lnTo>
                  <a:pt x="9525" y="557213"/>
                </a:lnTo>
                <a:lnTo>
                  <a:pt x="9525" y="566738"/>
                </a:lnTo>
                <a:lnTo>
                  <a:pt x="9525" y="576263"/>
                </a:lnTo>
                <a:lnTo>
                  <a:pt x="9525" y="585788"/>
                </a:lnTo>
                <a:lnTo>
                  <a:pt x="9525" y="595313"/>
                </a:lnTo>
                <a:lnTo>
                  <a:pt x="9525" y="604838"/>
                </a:lnTo>
                <a:lnTo>
                  <a:pt x="9525" y="614363"/>
                </a:lnTo>
                <a:lnTo>
                  <a:pt x="9525" y="623888"/>
                </a:lnTo>
                <a:lnTo>
                  <a:pt x="9525" y="633413"/>
                </a:lnTo>
                <a:lnTo>
                  <a:pt x="9525" y="642938"/>
                </a:lnTo>
                <a:lnTo>
                  <a:pt x="9525" y="652463"/>
                </a:lnTo>
                <a:lnTo>
                  <a:pt x="9525" y="661988"/>
                </a:lnTo>
                <a:lnTo>
                  <a:pt x="9525" y="671513"/>
                </a:lnTo>
                <a:lnTo>
                  <a:pt x="9525" y="681038"/>
                </a:lnTo>
                <a:lnTo>
                  <a:pt x="9525" y="690563"/>
                </a:lnTo>
                <a:lnTo>
                  <a:pt x="9525" y="700088"/>
                </a:lnTo>
                <a:lnTo>
                  <a:pt x="9525" y="709613"/>
                </a:lnTo>
                <a:lnTo>
                  <a:pt x="9525" y="719138"/>
                </a:lnTo>
                <a:lnTo>
                  <a:pt x="9525" y="728663"/>
                </a:lnTo>
                <a:lnTo>
                  <a:pt x="9525" y="738188"/>
                </a:lnTo>
                <a:lnTo>
                  <a:pt x="9525" y="747713"/>
                </a:lnTo>
                <a:lnTo>
                  <a:pt x="9525" y="757238"/>
                </a:lnTo>
                <a:lnTo>
                  <a:pt x="9525" y="766763"/>
                </a:lnTo>
                <a:lnTo>
                  <a:pt x="9525" y="776288"/>
                </a:lnTo>
                <a:lnTo>
                  <a:pt x="4763" y="781050"/>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A4C895"/>
          </a:solidFill>
          <a:ln xmlns:a="http://schemas.openxmlformats.org/drawingml/2006/main" w="0">
            <a:noFill/>
            <a:prstDash val="solid"/>
          </a:ln>
        </p:spPr>
      </p:sp>
      <p:sp>
        <p:nvSpPr>
          <p:cNvPr id="501" name="layout-green-85-1">
            <a:extLst xmlns:a="http://schemas.openxmlformats.org/drawingml/2006/main">
              <a:ext uri="{FF2B5EF4-FFF2-40B4-BE49-F238E27FC236}">
                <a16:creationId xmlns:a16="http://schemas.microsoft.com/office/drawing/2014/main" id="{A0A83D61-B566-411E-829C-8A13C9EC9CFF}"/>
              </a:ext>
            </a:extLst>
          </p:cNvPr>
          <p:cNvSpPr>
            <a:spLocks xmlns:a="http://schemas.openxmlformats.org/drawingml/2006/main" noGrp="1"/>
          </p:cNvSpPr>
          <p:nvPr/>
        </p:nvSpPr>
        <p:spPr>
          <a:xfrm xmlns:a="http://schemas.openxmlformats.org/drawingml/2006/main" rot="0">
            <a:off x="123825" y="3371850"/>
            <a:ext cx="1076325" cy="876300"/>
          </a:xfrm>
          <a:custGeom xmlns:a="http://schemas.openxmlformats.org/drawingml/2006/main">
            <a:pathLst>
              <a:path w="1076325" h="876300">
                <a:moveTo>
                  <a:pt x="285750" y="4763"/>
                </a:move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38150" y="4763"/>
                </a:lnTo>
                <a:lnTo>
                  <a:pt x="438150" y="14288"/>
                </a:lnTo>
                <a:lnTo>
                  <a:pt x="438150" y="23813"/>
                </a:lnTo>
                <a:lnTo>
                  <a:pt x="438150" y="33338"/>
                </a:lnTo>
                <a:lnTo>
                  <a:pt x="438150" y="42863"/>
                </a:lnTo>
                <a:lnTo>
                  <a:pt x="438150" y="52388"/>
                </a:lnTo>
                <a:lnTo>
                  <a:pt x="438150" y="61913"/>
                </a:lnTo>
                <a:lnTo>
                  <a:pt x="438150" y="71438"/>
                </a:lnTo>
                <a:lnTo>
                  <a:pt x="438150" y="80963"/>
                </a:lnTo>
                <a:lnTo>
                  <a:pt x="438150" y="90488"/>
                </a:lnTo>
                <a:lnTo>
                  <a:pt x="438150" y="100013"/>
                </a:lnTo>
                <a:lnTo>
                  <a:pt x="438150" y="109538"/>
                </a:lnTo>
                <a:lnTo>
                  <a:pt x="438150" y="119063"/>
                </a:lnTo>
                <a:lnTo>
                  <a:pt x="438150" y="128588"/>
                </a:lnTo>
                <a:lnTo>
                  <a:pt x="438150" y="138113"/>
                </a:lnTo>
                <a:lnTo>
                  <a:pt x="438150" y="147638"/>
                </a:lnTo>
                <a:lnTo>
                  <a:pt x="438150" y="157163"/>
                </a:lnTo>
                <a:lnTo>
                  <a:pt x="433388" y="161925"/>
                </a:lnTo>
                <a:lnTo>
                  <a:pt x="423863" y="161925"/>
                </a:lnTo>
                <a:lnTo>
                  <a:pt x="419100" y="166688"/>
                </a:lnTo>
                <a:lnTo>
                  <a:pt x="414338" y="171450"/>
                </a:lnTo>
                <a:lnTo>
                  <a:pt x="404813" y="171450"/>
                </a:lnTo>
                <a:lnTo>
                  <a:pt x="395288" y="171450"/>
                </a:lnTo>
                <a:lnTo>
                  <a:pt x="385763" y="171450"/>
                </a:lnTo>
                <a:lnTo>
                  <a:pt x="376238" y="171450"/>
                </a:lnTo>
                <a:lnTo>
                  <a:pt x="366713" y="171450"/>
                </a:lnTo>
                <a:lnTo>
                  <a:pt x="357188" y="171450"/>
                </a:lnTo>
                <a:lnTo>
                  <a:pt x="347663" y="171450"/>
                </a:lnTo>
                <a:lnTo>
                  <a:pt x="342900" y="176213"/>
                </a:lnTo>
                <a:lnTo>
                  <a:pt x="338138" y="180975"/>
                </a:lnTo>
                <a:lnTo>
                  <a:pt x="328613" y="180975"/>
                </a:lnTo>
                <a:lnTo>
                  <a:pt x="319088" y="180975"/>
                </a:lnTo>
                <a:lnTo>
                  <a:pt x="309563" y="180975"/>
                </a:lnTo>
                <a:lnTo>
                  <a:pt x="300038" y="180975"/>
                </a:lnTo>
                <a:lnTo>
                  <a:pt x="295275" y="185738"/>
                </a:lnTo>
                <a:lnTo>
                  <a:pt x="290513" y="190500"/>
                </a:lnTo>
                <a:lnTo>
                  <a:pt x="280988" y="190500"/>
                </a:lnTo>
                <a:lnTo>
                  <a:pt x="276225" y="195263"/>
                </a:lnTo>
                <a:lnTo>
                  <a:pt x="271463" y="200025"/>
                </a:lnTo>
                <a:lnTo>
                  <a:pt x="261938" y="200025"/>
                </a:lnTo>
                <a:lnTo>
                  <a:pt x="257175" y="204788"/>
                </a:lnTo>
                <a:lnTo>
                  <a:pt x="252413" y="209550"/>
                </a:lnTo>
                <a:lnTo>
                  <a:pt x="247650" y="214313"/>
                </a:lnTo>
                <a:lnTo>
                  <a:pt x="247650" y="223838"/>
                </a:lnTo>
                <a:lnTo>
                  <a:pt x="247650" y="233363"/>
                </a:lnTo>
                <a:lnTo>
                  <a:pt x="247650" y="242888"/>
                </a:lnTo>
                <a:lnTo>
                  <a:pt x="252413" y="247650"/>
                </a:lnTo>
                <a:lnTo>
                  <a:pt x="257175" y="252413"/>
                </a:lnTo>
                <a:lnTo>
                  <a:pt x="261938" y="257175"/>
                </a:lnTo>
                <a:lnTo>
                  <a:pt x="271463" y="257175"/>
                </a:lnTo>
                <a:lnTo>
                  <a:pt x="276225" y="261938"/>
                </a:lnTo>
                <a:lnTo>
                  <a:pt x="280988" y="266700"/>
                </a:lnTo>
                <a:lnTo>
                  <a:pt x="290513" y="266700"/>
                </a:lnTo>
                <a:lnTo>
                  <a:pt x="300038" y="266700"/>
                </a:lnTo>
                <a:lnTo>
                  <a:pt x="304800" y="271463"/>
                </a:lnTo>
                <a:lnTo>
                  <a:pt x="309563" y="276225"/>
                </a:lnTo>
                <a:lnTo>
                  <a:pt x="319088" y="276225"/>
                </a:lnTo>
                <a:lnTo>
                  <a:pt x="328613" y="276225"/>
                </a:lnTo>
                <a:lnTo>
                  <a:pt x="338138" y="276225"/>
                </a:lnTo>
                <a:lnTo>
                  <a:pt x="342900" y="280988"/>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28625" y="290513"/>
                </a:lnTo>
                <a:lnTo>
                  <a:pt x="433388" y="295275"/>
                </a:lnTo>
                <a:lnTo>
                  <a:pt x="438150" y="300038"/>
                </a:lnTo>
                <a:lnTo>
                  <a:pt x="438150" y="309563"/>
                </a:lnTo>
                <a:lnTo>
                  <a:pt x="438150" y="319088"/>
                </a:lnTo>
                <a:lnTo>
                  <a:pt x="438150" y="328613"/>
                </a:lnTo>
                <a:lnTo>
                  <a:pt x="438150" y="338138"/>
                </a:lnTo>
                <a:lnTo>
                  <a:pt x="438150" y="347663"/>
                </a:lnTo>
                <a:lnTo>
                  <a:pt x="438150" y="357188"/>
                </a:lnTo>
                <a:lnTo>
                  <a:pt x="438150" y="366713"/>
                </a:lnTo>
                <a:lnTo>
                  <a:pt x="438150" y="376238"/>
                </a:lnTo>
                <a:lnTo>
                  <a:pt x="438150" y="385763"/>
                </a:lnTo>
                <a:lnTo>
                  <a:pt x="438150" y="395288"/>
                </a:lnTo>
                <a:lnTo>
                  <a:pt x="438150" y="404813"/>
                </a:lnTo>
                <a:lnTo>
                  <a:pt x="438150" y="414338"/>
                </a:lnTo>
                <a:lnTo>
                  <a:pt x="438150" y="423863"/>
                </a:lnTo>
                <a:lnTo>
                  <a:pt x="438150" y="433388"/>
                </a:lnTo>
                <a:lnTo>
                  <a:pt x="442913" y="438150"/>
                </a:lnTo>
                <a:lnTo>
                  <a:pt x="452438" y="438150"/>
                </a:lnTo>
                <a:lnTo>
                  <a:pt x="461963" y="438150"/>
                </a:lnTo>
                <a:lnTo>
                  <a:pt x="471488" y="438150"/>
                </a:lnTo>
                <a:lnTo>
                  <a:pt x="481013" y="438150"/>
                </a:lnTo>
                <a:lnTo>
                  <a:pt x="490538" y="438150"/>
                </a:lnTo>
                <a:lnTo>
                  <a:pt x="500063" y="438150"/>
                </a:lnTo>
                <a:lnTo>
                  <a:pt x="509588" y="438150"/>
                </a:lnTo>
                <a:lnTo>
                  <a:pt x="519113" y="438150"/>
                </a:lnTo>
                <a:lnTo>
                  <a:pt x="528638" y="438150"/>
                </a:lnTo>
                <a:lnTo>
                  <a:pt x="538163" y="438150"/>
                </a:lnTo>
                <a:lnTo>
                  <a:pt x="547688" y="438150"/>
                </a:lnTo>
                <a:lnTo>
                  <a:pt x="557213" y="438150"/>
                </a:lnTo>
                <a:lnTo>
                  <a:pt x="566738" y="438150"/>
                </a:lnTo>
                <a:lnTo>
                  <a:pt x="576263" y="438150"/>
                </a:lnTo>
                <a:lnTo>
                  <a:pt x="585788" y="438150"/>
                </a:lnTo>
                <a:lnTo>
                  <a:pt x="595313" y="438150"/>
                </a:lnTo>
                <a:lnTo>
                  <a:pt x="604838" y="438150"/>
                </a:lnTo>
                <a:lnTo>
                  <a:pt x="614363" y="438150"/>
                </a:lnTo>
                <a:lnTo>
                  <a:pt x="623888" y="438150"/>
                </a:lnTo>
                <a:lnTo>
                  <a:pt x="633413" y="438150"/>
                </a:lnTo>
                <a:lnTo>
                  <a:pt x="642938" y="438150"/>
                </a:lnTo>
                <a:lnTo>
                  <a:pt x="652463" y="438150"/>
                </a:lnTo>
                <a:lnTo>
                  <a:pt x="661988" y="438150"/>
                </a:lnTo>
                <a:lnTo>
                  <a:pt x="671513" y="438150"/>
                </a:lnTo>
                <a:lnTo>
                  <a:pt x="681038" y="438150"/>
                </a:lnTo>
                <a:lnTo>
                  <a:pt x="690563" y="438150"/>
                </a:lnTo>
                <a:lnTo>
                  <a:pt x="700088" y="438150"/>
                </a:lnTo>
                <a:lnTo>
                  <a:pt x="709613" y="438150"/>
                </a:lnTo>
                <a:lnTo>
                  <a:pt x="719138" y="438150"/>
                </a:lnTo>
                <a:lnTo>
                  <a:pt x="728663" y="438150"/>
                </a:lnTo>
                <a:lnTo>
                  <a:pt x="738188" y="438150"/>
                </a:lnTo>
                <a:lnTo>
                  <a:pt x="747713" y="438150"/>
                </a:lnTo>
                <a:lnTo>
                  <a:pt x="757238" y="438150"/>
                </a:lnTo>
                <a:lnTo>
                  <a:pt x="766763" y="438150"/>
                </a:lnTo>
                <a:lnTo>
                  <a:pt x="776288" y="438150"/>
                </a:lnTo>
                <a:lnTo>
                  <a:pt x="785813" y="438150"/>
                </a:lnTo>
                <a:lnTo>
                  <a:pt x="795338" y="438150"/>
                </a:lnTo>
                <a:lnTo>
                  <a:pt x="804863" y="438150"/>
                </a:lnTo>
                <a:lnTo>
                  <a:pt x="814388" y="438150"/>
                </a:lnTo>
                <a:lnTo>
                  <a:pt x="823913" y="438150"/>
                </a:lnTo>
                <a:lnTo>
                  <a:pt x="833438" y="438150"/>
                </a:lnTo>
                <a:lnTo>
                  <a:pt x="842963" y="438150"/>
                </a:lnTo>
                <a:lnTo>
                  <a:pt x="852488" y="438150"/>
                </a:lnTo>
                <a:lnTo>
                  <a:pt x="862013" y="438150"/>
                </a:lnTo>
                <a:lnTo>
                  <a:pt x="871538" y="438150"/>
                </a:lnTo>
                <a:lnTo>
                  <a:pt x="881063" y="438150"/>
                </a:lnTo>
                <a:lnTo>
                  <a:pt x="890588" y="438150"/>
                </a:lnTo>
                <a:lnTo>
                  <a:pt x="900113" y="438150"/>
                </a:lnTo>
                <a:lnTo>
                  <a:pt x="909638" y="438150"/>
                </a:lnTo>
                <a:lnTo>
                  <a:pt x="919163" y="438150"/>
                </a:lnTo>
                <a:lnTo>
                  <a:pt x="928688" y="438150"/>
                </a:lnTo>
                <a:lnTo>
                  <a:pt x="938213" y="438150"/>
                </a:lnTo>
                <a:lnTo>
                  <a:pt x="947738" y="438150"/>
                </a:lnTo>
                <a:lnTo>
                  <a:pt x="957263" y="438150"/>
                </a:lnTo>
                <a:lnTo>
                  <a:pt x="966788" y="438150"/>
                </a:lnTo>
                <a:lnTo>
                  <a:pt x="976313" y="438150"/>
                </a:lnTo>
                <a:lnTo>
                  <a:pt x="985838" y="438150"/>
                </a:lnTo>
                <a:lnTo>
                  <a:pt x="995363" y="438150"/>
                </a:lnTo>
                <a:lnTo>
                  <a:pt x="1004888" y="438150"/>
                </a:lnTo>
                <a:lnTo>
                  <a:pt x="1014413" y="438150"/>
                </a:lnTo>
                <a:lnTo>
                  <a:pt x="1023938" y="438150"/>
                </a:lnTo>
                <a:lnTo>
                  <a:pt x="1033463" y="438150"/>
                </a:lnTo>
                <a:lnTo>
                  <a:pt x="1042988" y="438150"/>
                </a:lnTo>
                <a:lnTo>
                  <a:pt x="1052513" y="438150"/>
                </a:lnTo>
                <a:lnTo>
                  <a:pt x="1062038" y="438150"/>
                </a:lnTo>
                <a:lnTo>
                  <a:pt x="1071563" y="438150"/>
                </a:lnTo>
                <a:lnTo>
                  <a:pt x="1076325" y="442913"/>
                </a:lnTo>
                <a:lnTo>
                  <a:pt x="1076325" y="452438"/>
                </a:lnTo>
                <a:lnTo>
                  <a:pt x="1076325" y="461963"/>
                </a:lnTo>
                <a:lnTo>
                  <a:pt x="1076325" y="471488"/>
                </a:lnTo>
                <a:lnTo>
                  <a:pt x="1076325" y="481013"/>
                </a:lnTo>
                <a:lnTo>
                  <a:pt x="1076325" y="490538"/>
                </a:lnTo>
                <a:lnTo>
                  <a:pt x="1076325" y="500063"/>
                </a:lnTo>
                <a:lnTo>
                  <a:pt x="1076325" y="509588"/>
                </a:lnTo>
                <a:lnTo>
                  <a:pt x="1076325" y="519113"/>
                </a:lnTo>
                <a:lnTo>
                  <a:pt x="1076325" y="528638"/>
                </a:lnTo>
                <a:lnTo>
                  <a:pt x="1076325" y="538163"/>
                </a:lnTo>
                <a:lnTo>
                  <a:pt x="1076325" y="547688"/>
                </a:lnTo>
                <a:lnTo>
                  <a:pt x="1076325" y="557213"/>
                </a:lnTo>
                <a:lnTo>
                  <a:pt x="1076325" y="566738"/>
                </a:lnTo>
                <a:lnTo>
                  <a:pt x="1076325" y="576263"/>
                </a:lnTo>
                <a:lnTo>
                  <a:pt x="1076325" y="585788"/>
                </a:lnTo>
                <a:lnTo>
                  <a:pt x="1076325" y="595313"/>
                </a:lnTo>
                <a:lnTo>
                  <a:pt x="1076325" y="604838"/>
                </a:lnTo>
                <a:lnTo>
                  <a:pt x="1076325" y="614363"/>
                </a:lnTo>
                <a:lnTo>
                  <a:pt x="1076325" y="623888"/>
                </a:lnTo>
                <a:lnTo>
                  <a:pt x="1076325" y="633413"/>
                </a:lnTo>
                <a:lnTo>
                  <a:pt x="1076325" y="642938"/>
                </a:lnTo>
                <a:lnTo>
                  <a:pt x="1076325" y="652463"/>
                </a:lnTo>
                <a:lnTo>
                  <a:pt x="1076325" y="661988"/>
                </a:lnTo>
                <a:lnTo>
                  <a:pt x="1076325" y="671513"/>
                </a:lnTo>
                <a:lnTo>
                  <a:pt x="1076325" y="681038"/>
                </a:lnTo>
                <a:lnTo>
                  <a:pt x="1076325" y="690563"/>
                </a:lnTo>
                <a:lnTo>
                  <a:pt x="1076325" y="700088"/>
                </a:lnTo>
                <a:lnTo>
                  <a:pt x="1076325" y="709613"/>
                </a:lnTo>
                <a:lnTo>
                  <a:pt x="1076325" y="719138"/>
                </a:lnTo>
                <a:lnTo>
                  <a:pt x="1076325" y="728663"/>
                </a:lnTo>
                <a:lnTo>
                  <a:pt x="1076325" y="738188"/>
                </a:lnTo>
                <a:lnTo>
                  <a:pt x="1076325" y="747713"/>
                </a:lnTo>
                <a:lnTo>
                  <a:pt x="1076325" y="757238"/>
                </a:lnTo>
                <a:lnTo>
                  <a:pt x="1076325" y="766763"/>
                </a:lnTo>
                <a:lnTo>
                  <a:pt x="1076325" y="776288"/>
                </a:lnTo>
                <a:lnTo>
                  <a:pt x="1071563" y="781050"/>
                </a:lnTo>
                <a:lnTo>
                  <a:pt x="1066800" y="776288"/>
                </a:lnTo>
                <a:lnTo>
                  <a:pt x="1066800" y="766763"/>
                </a:lnTo>
                <a:lnTo>
                  <a:pt x="1066800" y="757238"/>
                </a:lnTo>
                <a:lnTo>
                  <a:pt x="1066800" y="747713"/>
                </a:lnTo>
                <a:lnTo>
                  <a:pt x="1066800" y="738188"/>
                </a:lnTo>
                <a:lnTo>
                  <a:pt x="1066800" y="728663"/>
                </a:lnTo>
                <a:lnTo>
                  <a:pt x="1066800" y="719138"/>
                </a:lnTo>
                <a:lnTo>
                  <a:pt x="1066800" y="709613"/>
                </a:lnTo>
                <a:lnTo>
                  <a:pt x="1066800" y="700088"/>
                </a:lnTo>
                <a:lnTo>
                  <a:pt x="1066800" y="690563"/>
                </a:lnTo>
                <a:lnTo>
                  <a:pt x="1066800" y="681038"/>
                </a:lnTo>
                <a:lnTo>
                  <a:pt x="1066800" y="671513"/>
                </a:lnTo>
                <a:lnTo>
                  <a:pt x="1066800" y="661988"/>
                </a:lnTo>
                <a:lnTo>
                  <a:pt x="1066800" y="652463"/>
                </a:lnTo>
                <a:lnTo>
                  <a:pt x="1066800" y="642938"/>
                </a:lnTo>
                <a:lnTo>
                  <a:pt x="1066800" y="633413"/>
                </a:lnTo>
                <a:lnTo>
                  <a:pt x="1066800" y="623888"/>
                </a:lnTo>
                <a:lnTo>
                  <a:pt x="1066800" y="614363"/>
                </a:lnTo>
                <a:lnTo>
                  <a:pt x="1066800" y="604838"/>
                </a:lnTo>
                <a:lnTo>
                  <a:pt x="1066800" y="595313"/>
                </a:lnTo>
                <a:lnTo>
                  <a:pt x="1066800" y="585788"/>
                </a:lnTo>
                <a:lnTo>
                  <a:pt x="1066800" y="576263"/>
                </a:lnTo>
                <a:lnTo>
                  <a:pt x="1066800" y="566738"/>
                </a:lnTo>
                <a:lnTo>
                  <a:pt x="1066800" y="557213"/>
                </a:lnTo>
                <a:lnTo>
                  <a:pt x="1066800" y="547688"/>
                </a:lnTo>
                <a:lnTo>
                  <a:pt x="1066800" y="538163"/>
                </a:lnTo>
                <a:lnTo>
                  <a:pt x="1066800" y="528638"/>
                </a:lnTo>
                <a:lnTo>
                  <a:pt x="1066800" y="519113"/>
                </a:lnTo>
                <a:lnTo>
                  <a:pt x="1066800" y="509588"/>
                </a:lnTo>
                <a:lnTo>
                  <a:pt x="1066800" y="500063"/>
                </a:lnTo>
                <a:lnTo>
                  <a:pt x="1066800" y="490538"/>
                </a:lnTo>
                <a:lnTo>
                  <a:pt x="1066800" y="481013"/>
                </a:lnTo>
                <a:lnTo>
                  <a:pt x="1066800" y="471488"/>
                </a:lnTo>
                <a:lnTo>
                  <a:pt x="1066800" y="461963"/>
                </a:lnTo>
                <a:lnTo>
                  <a:pt x="1066800" y="452438"/>
                </a:lnTo>
                <a:lnTo>
                  <a:pt x="1062038" y="447675"/>
                </a:lnTo>
                <a:lnTo>
                  <a:pt x="1052513" y="447675"/>
                </a:lnTo>
                <a:lnTo>
                  <a:pt x="1042988" y="447675"/>
                </a:lnTo>
                <a:lnTo>
                  <a:pt x="1038225" y="452438"/>
                </a:lnTo>
                <a:lnTo>
                  <a:pt x="1038225" y="461963"/>
                </a:lnTo>
                <a:lnTo>
                  <a:pt x="1038225" y="471488"/>
                </a:lnTo>
                <a:lnTo>
                  <a:pt x="1038225" y="481013"/>
                </a:lnTo>
                <a:lnTo>
                  <a:pt x="1038225" y="490538"/>
                </a:lnTo>
                <a:lnTo>
                  <a:pt x="1038225" y="500063"/>
                </a:lnTo>
                <a:lnTo>
                  <a:pt x="1038225" y="509588"/>
                </a:lnTo>
                <a:lnTo>
                  <a:pt x="1038225" y="519113"/>
                </a:lnTo>
                <a:lnTo>
                  <a:pt x="1038225" y="528638"/>
                </a:lnTo>
                <a:lnTo>
                  <a:pt x="1033463" y="533400"/>
                </a:lnTo>
                <a:lnTo>
                  <a:pt x="1028700" y="538163"/>
                </a:lnTo>
                <a:lnTo>
                  <a:pt x="1028700" y="547688"/>
                </a:lnTo>
                <a:lnTo>
                  <a:pt x="1028700" y="557213"/>
                </a:lnTo>
                <a:lnTo>
                  <a:pt x="1023938" y="561975"/>
                </a:lnTo>
                <a:lnTo>
                  <a:pt x="1019175" y="566738"/>
                </a:lnTo>
                <a:lnTo>
                  <a:pt x="1023938" y="571500"/>
                </a:lnTo>
                <a:lnTo>
                  <a:pt x="1028700" y="576263"/>
                </a:lnTo>
                <a:lnTo>
                  <a:pt x="1023938" y="581025"/>
                </a:lnTo>
                <a:lnTo>
                  <a:pt x="1019175" y="585788"/>
                </a:lnTo>
                <a:lnTo>
                  <a:pt x="1019175" y="595313"/>
                </a:lnTo>
                <a:lnTo>
                  <a:pt x="1014413" y="600075"/>
                </a:lnTo>
                <a:lnTo>
                  <a:pt x="1009650" y="604838"/>
                </a:lnTo>
                <a:lnTo>
                  <a:pt x="1009650" y="614363"/>
                </a:lnTo>
                <a:lnTo>
                  <a:pt x="1004888" y="619125"/>
                </a:lnTo>
                <a:lnTo>
                  <a:pt x="1000125" y="623888"/>
                </a:lnTo>
                <a:lnTo>
                  <a:pt x="1000125" y="633413"/>
                </a:lnTo>
                <a:lnTo>
                  <a:pt x="1000125" y="642938"/>
                </a:lnTo>
                <a:lnTo>
                  <a:pt x="995363" y="647700"/>
                </a:lnTo>
                <a:lnTo>
                  <a:pt x="990600" y="652463"/>
                </a:lnTo>
                <a:lnTo>
                  <a:pt x="990600" y="661988"/>
                </a:lnTo>
                <a:lnTo>
                  <a:pt x="985838" y="666750"/>
                </a:lnTo>
                <a:lnTo>
                  <a:pt x="981075" y="671513"/>
                </a:lnTo>
                <a:lnTo>
                  <a:pt x="981075" y="681038"/>
                </a:lnTo>
                <a:lnTo>
                  <a:pt x="976313" y="685800"/>
                </a:lnTo>
                <a:lnTo>
                  <a:pt x="971550" y="690563"/>
                </a:lnTo>
                <a:lnTo>
                  <a:pt x="966788" y="695325"/>
                </a:lnTo>
                <a:lnTo>
                  <a:pt x="962025" y="700088"/>
                </a:lnTo>
                <a:lnTo>
                  <a:pt x="962025" y="709613"/>
                </a:lnTo>
                <a:lnTo>
                  <a:pt x="962025" y="719138"/>
                </a:lnTo>
                <a:lnTo>
                  <a:pt x="957263" y="723900"/>
                </a:lnTo>
                <a:lnTo>
                  <a:pt x="947738" y="723900"/>
                </a:lnTo>
                <a:lnTo>
                  <a:pt x="942975" y="728663"/>
                </a:lnTo>
                <a:lnTo>
                  <a:pt x="942975" y="738188"/>
                </a:lnTo>
                <a:lnTo>
                  <a:pt x="938213" y="742950"/>
                </a:lnTo>
                <a:lnTo>
                  <a:pt x="933450" y="747713"/>
                </a:lnTo>
                <a:lnTo>
                  <a:pt x="928688" y="752475"/>
                </a:lnTo>
                <a:lnTo>
                  <a:pt x="923925" y="757238"/>
                </a:lnTo>
                <a:lnTo>
                  <a:pt x="923925" y="766763"/>
                </a:lnTo>
                <a:lnTo>
                  <a:pt x="919163" y="771525"/>
                </a:lnTo>
                <a:lnTo>
                  <a:pt x="914400" y="776288"/>
                </a:lnTo>
                <a:lnTo>
                  <a:pt x="909638" y="781050"/>
                </a:lnTo>
                <a:lnTo>
                  <a:pt x="904875" y="785813"/>
                </a:lnTo>
                <a:lnTo>
                  <a:pt x="900113" y="790575"/>
                </a:lnTo>
                <a:lnTo>
                  <a:pt x="895350" y="795338"/>
                </a:lnTo>
                <a:lnTo>
                  <a:pt x="890588" y="800100"/>
                </a:lnTo>
                <a:lnTo>
                  <a:pt x="885825" y="804863"/>
                </a:lnTo>
                <a:lnTo>
                  <a:pt x="881063" y="809625"/>
                </a:lnTo>
                <a:lnTo>
                  <a:pt x="876300" y="814388"/>
                </a:lnTo>
                <a:lnTo>
                  <a:pt x="871538" y="819150"/>
                </a:lnTo>
                <a:lnTo>
                  <a:pt x="866775" y="823913"/>
                </a:lnTo>
                <a:lnTo>
                  <a:pt x="862013" y="828675"/>
                </a:lnTo>
                <a:lnTo>
                  <a:pt x="857250" y="833438"/>
                </a:lnTo>
                <a:lnTo>
                  <a:pt x="852488" y="838200"/>
                </a:lnTo>
                <a:lnTo>
                  <a:pt x="842963" y="838200"/>
                </a:lnTo>
                <a:lnTo>
                  <a:pt x="838200" y="842963"/>
                </a:lnTo>
                <a:lnTo>
                  <a:pt x="833438" y="847725"/>
                </a:lnTo>
                <a:lnTo>
                  <a:pt x="828675" y="852488"/>
                </a:lnTo>
                <a:lnTo>
                  <a:pt x="823913" y="857250"/>
                </a:lnTo>
                <a:lnTo>
                  <a:pt x="819150" y="862013"/>
                </a:lnTo>
                <a:lnTo>
                  <a:pt x="823913" y="866775"/>
                </a:lnTo>
                <a:lnTo>
                  <a:pt x="833438" y="866775"/>
                </a:lnTo>
                <a:lnTo>
                  <a:pt x="842963" y="866775"/>
                </a:lnTo>
                <a:lnTo>
                  <a:pt x="852488" y="866775"/>
                </a:lnTo>
                <a:lnTo>
                  <a:pt x="862013" y="866775"/>
                </a:lnTo>
                <a:lnTo>
                  <a:pt x="871538" y="866775"/>
                </a:lnTo>
                <a:lnTo>
                  <a:pt x="881063" y="866775"/>
                </a:lnTo>
                <a:lnTo>
                  <a:pt x="890588" y="866775"/>
                </a:lnTo>
                <a:lnTo>
                  <a:pt x="900113" y="866775"/>
                </a:lnTo>
                <a:lnTo>
                  <a:pt x="909638" y="866775"/>
                </a:lnTo>
                <a:lnTo>
                  <a:pt x="919163" y="866775"/>
                </a:lnTo>
                <a:lnTo>
                  <a:pt x="928688" y="866775"/>
                </a:lnTo>
                <a:lnTo>
                  <a:pt x="938213" y="866775"/>
                </a:lnTo>
                <a:lnTo>
                  <a:pt x="947738" y="866775"/>
                </a:lnTo>
                <a:lnTo>
                  <a:pt x="957263" y="866775"/>
                </a:lnTo>
                <a:lnTo>
                  <a:pt x="966788" y="866775"/>
                </a:lnTo>
                <a:lnTo>
                  <a:pt x="976313" y="866775"/>
                </a:lnTo>
                <a:lnTo>
                  <a:pt x="985838" y="866775"/>
                </a:lnTo>
                <a:lnTo>
                  <a:pt x="995363" y="866775"/>
                </a:lnTo>
                <a:lnTo>
                  <a:pt x="1004888" y="866775"/>
                </a:lnTo>
                <a:lnTo>
                  <a:pt x="1014413" y="866775"/>
                </a:lnTo>
                <a:lnTo>
                  <a:pt x="1023938" y="866775"/>
                </a:lnTo>
                <a:lnTo>
                  <a:pt x="1033463" y="866775"/>
                </a:lnTo>
                <a:lnTo>
                  <a:pt x="1042988" y="866775"/>
                </a:lnTo>
                <a:lnTo>
                  <a:pt x="1052513" y="866775"/>
                </a:lnTo>
                <a:lnTo>
                  <a:pt x="1062038" y="866775"/>
                </a:lnTo>
                <a:lnTo>
                  <a:pt x="1071563" y="866775"/>
                </a:lnTo>
                <a:lnTo>
                  <a:pt x="1076325" y="871538"/>
                </a:lnTo>
                <a:lnTo>
                  <a:pt x="1071563" y="876300"/>
                </a:lnTo>
                <a:lnTo>
                  <a:pt x="1062038" y="876300"/>
                </a:lnTo>
                <a:lnTo>
                  <a:pt x="1052513" y="876300"/>
                </a:lnTo>
                <a:lnTo>
                  <a:pt x="1042988" y="876300"/>
                </a:lnTo>
                <a:lnTo>
                  <a:pt x="1033463" y="876300"/>
                </a:lnTo>
                <a:lnTo>
                  <a:pt x="1023938" y="876300"/>
                </a:lnTo>
                <a:lnTo>
                  <a:pt x="1014413" y="876300"/>
                </a:lnTo>
                <a:lnTo>
                  <a:pt x="1004888" y="876300"/>
                </a:lnTo>
                <a:lnTo>
                  <a:pt x="995363" y="876300"/>
                </a:lnTo>
                <a:lnTo>
                  <a:pt x="985838" y="876300"/>
                </a:lnTo>
                <a:lnTo>
                  <a:pt x="976313" y="876300"/>
                </a:lnTo>
                <a:lnTo>
                  <a:pt x="966788" y="876300"/>
                </a:lnTo>
                <a:lnTo>
                  <a:pt x="957263" y="876300"/>
                </a:lnTo>
                <a:lnTo>
                  <a:pt x="947738" y="876300"/>
                </a:lnTo>
                <a:lnTo>
                  <a:pt x="938213" y="876300"/>
                </a:lnTo>
                <a:lnTo>
                  <a:pt x="928688" y="876300"/>
                </a:lnTo>
                <a:lnTo>
                  <a:pt x="919163" y="876300"/>
                </a:lnTo>
                <a:lnTo>
                  <a:pt x="909638" y="876300"/>
                </a:lnTo>
                <a:lnTo>
                  <a:pt x="900113" y="876300"/>
                </a:lnTo>
                <a:lnTo>
                  <a:pt x="890588" y="876300"/>
                </a:lnTo>
                <a:lnTo>
                  <a:pt x="881063" y="876300"/>
                </a:lnTo>
                <a:lnTo>
                  <a:pt x="871538" y="876300"/>
                </a:lnTo>
                <a:lnTo>
                  <a:pt x="862013" y="876300"/>
                </a:lnTo>
                <a:lnTo>
                  <a:pt x="852488" y="876300"/>
                </a:lnTo>
                <a:lnTo>
                  <a:pt x="842963" y="876300"/>
                </a:lnTo>
                <a:lnTo>
                  <a:pt x="833438" y="876300"/>
                </a:lnTo>
                <a:lnTo>
                  <a:pt x="823913" y="876300"/>
                </a:lnTo>
                <a:lnTo>
                  <a:pt x="814388" y="876300"/>
                </a:lnTo>
                <a:lnTo>
                  <a:pt x="804863" y="876300"/>
                </a:lnTo>
                <a:lnTo>
                  <a:pt x="795338" y="876300"/>
                </a:lnTo>
                <a:lnTo>
                  <a:pt x="785813" y="876300"/>
                </a:lnTo>
                <a:lnTo>
                  <a:pt x="776288" y="876300"/>
                </a:lnTo>
                <a:lnTo>
                  <a:pt x="766763" y="876300"/>
                </a:lnTo>
                <a:lnTo>
                  <a:pt x="757238" y="876300"/>
                </a:lnTo>
                <a:lnTo>
                  <a:pt x="747713" y="876300"/>
                </a:lnTo>
                <a:lnTo>
                  <a:pt x="738188" y="876300"/>
                </a:lnTo>
                <a:lnTo>
                  <a:pt x="728663" y="876300"/>
                </a:lnTo>
                <a:lnTo>
                  <a:pt x="719138" y="876300"/>
                </a:lnTo>
                <a:lnTo>
                  <a:pt x="709613" y="876300"/>
                </a:lnTo>
                <a:lnTo>
                  <a:pt x="700088" y="876300"/>
                </a:lnTo>
                <a:lnTo>
                  <a:pt x="690563" y="876300"/>
                </a:lnTo>
                <a:lnTo>
                  <a:pt x="681038" y="876300"/>
                </a:lnTo>
                <a:lnTo>
                  <a:pt x="671513" y="876300"/>
                </a:lnTo>
                <a:lnTo>
                  <a:pt x="661988" y="876300"/>
                </a:lnTo>
                <a:lnTo>
                  <a:pt x="652463" y="876300"/>
                </a:lnTo>
                <a:lnTo>
                  <a:pt x="642938" y="876300"/>
                </a:lnTo>
                <a:lnTo>
                  <a:pt x="633413" y="876300"/>
                </a:lnTo>
                <a:lnTo>
                  <a:pt x="623888" y="876300"/>
                </a:lnTo>
                <a:lnTo>
                  <a:pt x="614363" y="876300"/>
                </a:lnTo>
                <a:lnTo>
                  <a:pt x="604838" y="876300"/>
                </a:lnTo>
                <a:lnTo>
                  <a:pt x="595313" y="876300"/>
                </a:lnTo>
                <a:lnTo>
                  <a:pt x="585788" y="876300"/>
                </a:lnTo>
                <a:lnTo>
                  <a:pt x="576263" y="876300"/>
                </a:lnTo>
                <a:lnTo>
                  <a:pt x="566738" y="876300"/>
                </a:lnTo>
                <a:lnTo>
                  <a:pt x="557213" y="876300"/>
                </a:lnTo>
                <a:lnTo>
                  <a:pt x="547688" y="876300"/>
                </a:lnTo>
                <a:lnTo>
                  <a:pt x="538163" y="876300"/>
                </a:lnTo>
                <a:lnTo>
                  <a:pt x="528638" y="876300"/>
                </a:lnTo>
                <a:lnTo>
                  <a:pt x="519113" y="876300"/>
                </a:lnTo>
                <a:lnTo>
                  <a:pt x="509588" y="876300"/>
                </a:lnTo>
                <a:lnTo>
                  <a:pt x="500063" y="876300"/>
                </a:lnTo>
                <a:lnTo>
                  <a:pt x="490538" y="876300"/>
                </a:lnTo>
                <a:lnTo>
                  <a:pt x="481013" y="876300"/>
                </a:lnTo>
                <a:lnTo>
                  <a:pt x="471488" y="876300"/>
                </a:lnTo>
                <a:lnTo>
                  <a:pt x="461963" y="876300"/>
                </a:lnTo>
                <a:lnTo>
                  <a:pt x="452438" y="876300"/>
                </a:lnTo>
                <a:lnTo>
                  <a:pt x="442913" y="876300"/>
                </a:lnTo>
                <a:lnTo>
                  <a:pt x="433388" y="876300"/>
                </a:lnTo>
                <a:lnTo>
                  <a:pt x="423863" y="876300"/>
                </a:lnTo>
                <a:lnTo>
                  <a:pt x="414338" y="876300"/>
                </a:lnTo>
                <a:lnTo>
                  <a:pt x="404813" y="876300"/>
                </a:lnTo>
                <a:lnTo>
                  <a:pt x="395288" y="876300"/>
                </a:lnTo>
                <a:lnTo>
                  <a:pt x="385763" y="876300"/>
                </a:lnTo>
                <a:lnTo>
                  <a:pt x="376238" y="876300"/>
                </a:lnTo>
                <a:lnTo>
                  <a:pt x="366713" y="876300"/>
                </a:lnTo>
                <a:lnTo>
                  <a:pt x="357188" y="876300"/>
                </a:lnTo>
                <a:lnTo>
                  <a:pt x="347663" y="876300"/>
                </a:lnTo>
                <a:lnTo>
                  <a:pt x="338138" y="876300"/>
                </a:lnTo>
                <a:lnTo>
                  <a:pt x="328613" y="876300"/>
                </a:lnTo>
                <a:lnTo>
                  <a:pt x="319088" y="876300"/>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4763" y="790575"/>
                </a:lnTo>
                <a:lnTo>
                  <a:pt x="9525" y="795338"/>
                </a:lnTo>
                <a:lnTo>
                  <a:pt x="9525" y="804863"/>
                </a:lnTo>
                <a:lnTo>
                  <a:pt x="9525" y="814388"/>
                </a:lnTo>
                <a:lnTo>
                  <a:pt x="9525" y="823913"/>
                </a:lnTo>
                <a:lnTo>
                  <a:pt x="9525" y="833438"/>
                </a:lnTo>
                <a:lnTo>
                  <a:pt x="9525" y="842963"/>
                </a:lnTo>
                <a:lnTo>
                  <a:pt x="9525" y="852488"/>
                </a:lnTo>
                <a:lnTo>
                  <a:pt x="9525" y="862013"/>
                </a:lnTo>
                <a:lnTo>
                  <a:pt x="14288" y="866775"/>
                </a:lnTo>
                <a:lnTo>
                  <a:pt x="23813" y="866775"/>
                </a:lnTo>
                <a:lnTo>
                  <a:pt x="33338" y="866775"/>
                </a:lnTo>
                <a:lnTo>
                  <a:pt x="42863" y="866775"/>
                </a:lnTo>
                <a:lnTo>
                  <a:pt x="52388" y="866775"/>
                </a:lnTo>
                <a:lnTo>
                  <a:pt x="61913" y="866775"/>
                </a:lnTo>
                <a:lnTo>
                  <a:pt x="71438" y="866775"/>
                </a:lnTo>
                <a:lnTo>
                  <a:pt x="80963" y="866775"/>
                </a:lnTo>
                <a:lnTo>
                  <a:pt x="90488" y="866775"/>
                </a:lnTo>
                <a:lnTo>
                  <a:pt x="100013" y="866775"/>
                </a:lnTo>
                <a:lnTo>
                  <a:pt x="109538" y="866775"/>
                </a:lnTo>
                <a:lnTo>
                  <a:pt x="119063" y="866775"/>
                </a:lnTo>
                <a:lnTo>
                  <a:pt x="128588" y="866775"/>
                </a:lnTo>
                <a:lnTo>
                  <a:pt x="138113" y="866775"/>
                </a:lnTo>
                <a:lnTo>
                  <a:pt x="147638" y="866775"/>
                </a:lnTo>
                <a:lnTo>
                  <a:pt x="157163" y="866775"/>
                </a:lnTo>
                <a:lnTo>
                  <a:pt x="166688" y="866775"/>
                </a:lnTo>
                <a:lnTo>
                  <a:pt x="176213" y="866775"/>
                </a:lnTo>
                <a:lnTo>
                  <a:pt x="185738" y="866775"/>
                </a:lnTo>
                <a:lnTo>
                  <a:pt x="195263" y="866775"/>
                </a:lnTo>
                <a:lnTo>
                  <a:pt x="204788" y="866775"/>
                </a:lnTo>
                <a:lnTo>
                  <a:pt x="214313" y="866775"/>
                </a:lnTo>
                <a:lnTo>
                  <a:pt x="223838" y="866775"/>
                </a:lnTo>
                <a:lnTo>
                  <a:pt x="233363" y="866775"/>
                </a:lnTo>
                <a:lnTo>
                  <a:pt x="242888" y="866775"/>
                </a:lnTo>
                <a:lnTo>
                  <a:pt x="252413" y="866775"/>
                </a:lnTo>
                <a:lnTo>
                  <a:pt x="261938" y="866775"/>
                </a:lnTo>
                <a:lnTo>
                  <a:pt x="266700" y="862013"/>
                </a:lnTo>
                <a:lnTo>
                  <a:pt x="261938" y="857250"/>
                </a:lnTo>
                <a:lnTo>
                  <a:pt x="252413" y="857250"/>
                </a:lnTo>
                <a:lnTo>
                  <a:pt x="247650" y="852488"/>
                </a:lnTo>
                <a:lnTo>
                  <a:pt x="242888" y="847725"/>
                </a:lnTo>
                <a:lnTo>
                  <a:pt x="238125" y="842963"/>
                </a:lnTo>
                <a:lnTo>
                  <a:pt x="233363" y="838200"/>
                </a:lnTo>
                <a:lnTo>
                  <a:pt x="223838" y="838200"/>
                </a:lnTo>
                <a:lnTo>
                  <a:pt x="219075" y="833438"/>
                </a:lnTo>
                <a:lnTo>
                  <a:pt x="214313" y="828675"/>
                </a:lnTo>
                <a:lnTo>
                  <a:pt x="209550" y="823913"/>
                </a:lnTo>
                <a:lnTo>
                  <a:pt x="204788" y="819150"/>
                </a:lnTo>
                <a:lnTo>
                  <a:pt x="200025" y="814388"/>
                </a:lnTo>
                <a:lnTo>
                  <a:pt x="195263" y="809625"/>
                </a:lnTo>
                <a:lnTo>
                  <a:pt x="190500" y="804863"/>
                </a:lnTo>
                <a:lnTo>
                  <a:pt x="185738" y="800100"/>
                </a:lnTo>
                <a:lnTo>
                  <a:pt x="180975" y="795338"/>
                </a:lnTo>
                <a:lnTo>
                  <a:pt x="176213" y="790575"/>
                </a:lnTo>
                <a:lnTo>
                  <a:pt x="171450" y="785813"/>
                </a:lnTo>
                <a:lnTo>
                  <a:pt x="166688" y="781050"/>
                </a:lnTo>
                <a:lnTo>
                  <a:pt x="161925" y="776288"/>
                </a:lnTo>
                <a:lnTo>
                  <a:pt x="157163" y="771525"/>
                </a:lnTo>
                <a:lnTo>
                  <a:pt x="152400" y="766763"/>
                </a:lnTo>
                <a:lnTo>
                  <a:pt x="152400" y="757238"/>
                </a:lnTo>
                <a:lnTo>
                  <a:pt x="147638" y="752475"/>
                </a:lnTo>
                <a:lnTo>
                  <a:pt x="142875" y="747713"/>
                </a:lnTo>
                <a:lnTo>
                  <a:pt x="138113" y="742950"/>
                </a:lnTo>
                <a:lnTo>
                  <a:pt x="133350" y="738188"/>
                </a:lnTo>
                <a:lnTo>
                  <a:pt x="133350" y="728663"/>
                </a:lnTo>
                <a:lnTo>
                  <a:pt x="128588" y="723900"/>
                </a:lnTo>
                <a:lnTo>
                  <a:pt x="123825" y="719138"/>
                </a:lnTo>
                <a:lnTo>
                  <a:pt x="119063" y="714375"/>
                </a:lnTo>
                <a:lnTo>
                  <a:pt x="114300" y="709613"/>
                </a:lnTo>
                <a:lnTo>
                  <a:pt x="114300" y="700088"/>
                </a:lnTo>
                <a:lnTo>
                  <a:pt x="109538" y="695325"/>
                </a:lnTo>
                <a:lnTo>
                  <a:pt x="104775" y="690563"/>
                </a:lnTo>
                <a:lnTo>
                  <a:pt x="100013" y="685800"/>
                </a:lnTo>
                <a:lnTo>
                  <a:pt x="95250" y="681038"/>
                </a:lnTo>
                <a:lnTo>
                  <a:pt x="95250" y="671513"/>
                </a:lnTo>
                <a:lnTo>
                  <a:pt x="90488" y="666750"/>
                </a:lnTo>
                <a:lnTo>
                  <a:pt x="85725" y="661988"/>
                </a:lnTo>
                <a:lnTo>
                  <a:pt x="85725" y="652463"/>
                </a:lnTo>
                <a:lnTo>
                  <a:pt x="80963" y="647700"/>
                </a:lnTo>
                <a:lnTo>
                  <a:pt x="76200" y="642938"/>
                </a:lnTo>
                <a:lnTo>
                  <a:pt x="76200" y="633413"/>
                </a:lnTo>
                <a:lnTo>
                  <a:pt x="76200" y="623888"/>
                </a:lnTo>
                <a:lnTo>
                  <a:pt x="71438" y="619125"/>
                </a:lnTo>
                <a:lnTo>
                  <a:pt x="66675" y="614363"/>
                </a:lnTo>
                <a:lnTo>
                  <a:pt x="66675" y="604838"/>
                </a:lnTo>
                <a:lnTo>
                  <a:pt x="61913" y="600075"/>
                </a:lnTo>
                <a:lnTo>
                  <a:pt x="57150" y="595313"/>
                </a:lnTo>
                <a:lnTo>
                  <a:pt x="57150" y="585788"/>
                </a:lnTo>
                <a:lnTo>
                  <a:pt x="52388" y="581025"/>
                </a:lnTo>
                <a:lnTo>
                  <a:pt x="47625" y="576263"/>
                </a:lnTo>
                <a:lnTo>
                  <a:pt x="52388" y="571500"/>
                </a:lnTo>
                <a:lnTo>
                  <a:pt x="57150" y="566738"/>
                </a:lnTo>
                <a:lnTo>
                  <a:pt x="52388" y="561975"/>
                </a:lnTo>
                <a:lnTo>
                  <a:pt x="47625" y="557213"/>
                </a:lnTo>
                <a:lnTo>
                  <a:pt x="47625" y="547688"/>
                </a:lnTo>
                <a:lnTo>
                  <a:pt x="47625" y="538163"/>
                </a:lnTo>
                <a:lnTo>
                  <a:pt x="47625" y="528638"/>
                </a:lnTo>
                <a:lnTo>
                  <a:pt x="42863" y="523875"/>
                </a:lnTo>
                <a:lnTo>
                  <a:pt x="38100" y="519113"/>
                </a:lnTo>
                <a:lnTo>
                  <a:pt x="38100" y="509588"/>
                </a:lnTo>
                <a:lnTo>
                  <a:pt x="42863" y="504825"/>
                </a:lnTo>
                <a:lnTo>
                  <a:pt x="47625" y="500063"/>
                </a:lnTo>
                <a:lnTo>
                  <a:pt x="42863" y="495300"/>
                </a:lnTo>
                <a:lnTo>
                  <a:pt x="38100" y="490538"/>
                </a:lnTo>
                <a:lnTo>
                  <a:pt x="38100" y="481013"/>
                </a:lnTo>
                <a:lnTo>
                  <a:pt x="38100" y="471488"/>
                </a:lnTo>
                <a:lnTo>
                  <a:pt x="38100" y="461963"/>
                </a:lnTo>
                <a:lnTo>
                  <a:pt x="38100" y="452438"/>
                </a:lnTo>
                <a:lnTo>
                  <a:pt x="38100" y="442913"/>
                </a:lnTo>
                <a:lnTo>
                  <a:pt x="38100" y="433388"/>
                </a:lnTo>
                <a:lnTo>
                  <a:pt x="38100" y="423863"/>
                </a:lnTo>
                <a:lnTo>
                  <a:pt x="38100" y="414338"/>
                </a:lnTo>
                <a:lnTo>
                  <a:pt x="38100" y="404813"/>
                </a:lnTo>
                <a:lnTo>
                  <a:pt x="38100" y="395288"/>
                </a:lnTo>
                <a:lnTo>
                  <a:pt x="38100" y="385763"/>
                </a:lnTo>
                <a:lnTo>
                  <a:pt x="38100" y="376238"/>
                </a:lnTo>
                <a:lnTo>
                  <a:pt x="38100" y="366713"/>
                </a:lnTo>
                <a:lnTo>
                  <a:pt x="38100" y="357188"/>
                </a:lnTo>
                <a:lnTo>
                  <a:pt x="42863" y="352425"/>
                </a:lnTo>
                <a:lnTo>
                  <a:pt x="47625" y="347663"/>
                </a:lnTo>
                <a:lnTo>
                  <a:pt x="47625" y="338138"/>
                </a:lnTo>
                <a:lnTo>
                  <a:pt x="47625" y="328613"/>
                </a:lnTo>
                <a:lnTo>
                  <a:pt x="47625" y="319088"/>
                </a:lnTo>
                <a:lnTo>
                  <a:pt x="47625" y="309563"/>
                </a:lnTo>
                <a:lnTo>
                  <a:pt x="52388" y="304800"/>
                </a:lnTo>
                <a:lnTo>
                  <a:pt x="57150" y="300038"/>
                </a:lnTo>
                <a:lnTo>
                  <a:pt x="57150" y="290513"/>
                </a:lnTo>
                <a:lnTo>
                  <a:pt x="57150" y="280988"/>
                </a:lnTo>
                <a:lnTo>
                  <a:pt x="61913" y="276225"/>
                </a:lnTo>
                <a:lnTo>
                  <a:pt x="66675" y="271463"/>
                </a:lnTo>
                <a:lnTo>
                  <a:pt x="66675" y="261938"/>
                </a:lnTo>
                <a:lnTo>
                  <a:pt x="71438" y="257175"/>
                </a:lnTo>
                <a:lnTo>
                  <a:pt x="76200" y="252413"/>
                </a:lnTo>
                <a:lnTo>
                  <a:pt x="76200" y="242888"/>
                </a:lnTo>
                <a:lnTo>
                  <a:pt x="76200" y="233363"/>
                </a:lnTo>
                <a:lnTo>
                  <a:pt x="80963" y="228600"/>
                </a:lnTo>
                <a:lnTo>
                  <a:pt x="85725" y="223838"/>
                </a:lnTo>
                <a:lnTo>
                  <a:pt x="85725" y="214313"/>
                </a:lnTo>
                <a:lnTo>
                  <a:pt x="90488" y="209550"/>
                </a:lnTo>
                <a:lnTo>
                  <a:pt x="95250" y="204788"/>
                </a:lnTo>
                <a:lnTo>
                  <a:pt x="100013" y="200025"/>
                </a:lnTo>
                <a:lnTo>
                  <a:pt x="104775" y="195263"/>
                </a:lnTo>
                <a:lnTo>
                  <a:pt x="104775" y="185738"/>
                </a:lnTo>
                <a:lnTo>
                  <a:pt x="109538" y="180975"/>
                </a:lnTo>
                <a:lnTo>
                  <a:pt x="114300" y="176213"/>
                </a:lnTo>
                <a:lnTo>
                  <a:pt x="114300" y="166688"/>
                </a:lnTo>
                <a:lnTo>
                  <a:pt x="119063" y="161925"/>
                </a:lnTo>
                <a:lnTo>
                  <a:pt x="123825" y="157163"/>
                </a:lnTo>
                <a:lnTo>
                  <a:pt x="128588" y="152400"/>
                </a:lnTo>
                <a:lnTo>
                  <a:pt x="133350" y="147638"/>
                </a:lnTo>
                <a:lnTo>
                  <a:pt x="133350" y="138113"/>
                </a:lnTo>
                <a:lnTo>
                  <a:pt x="138113" y="133350"/>
                </a:lnTo>
                <a:lnTo>
                  <a:pt x="142875" y="128588"/>
                </a:lnTo>
                <a:lnTo>
                  <a:pt x="147638" y="123825"/>
                </a:lnTo>
                <a:lnTo>
                  <a:pt x="152400" y="119063"/>
                </a:lnTo>
                <a:lnTo>
                  <a:pt x="152400" y="109538"/>
                </a:lnTo>
                <a:lnTo>
                  <a:pt x="157163" y="104775"/>
                </a:lnTo>
                <a:lnTo>
                  <a:pt x="161925" y="100013"/>
                </a:lnTo>
                <a:lnTo>
                  <a:pt x="166688" y="95250"/>
                </a:lnTo>
                <a:lnTo>
                  <a:pt x="176213" y="95250"/>
                </a:lnTo>
                <a:lnTo>
                  <a:pt x="180975" y="90488"/>
                </a:lnTo>
                <a:lnTo>
                  <a:pt x="185738" y="85725"/>
                </a:lnTo>
                <a:lnTo>
                  <a:pt x="190500" y="80963"/>
                </a:lnTo>
                <a:lnTo>
                  <a:pt x="195263" y="76200"/>
                </a:lnTo>
                <a:lnTo>
                  <a:pt x="200025" y="71438"/>
                </a:lnTo>
                <a:lnTo>
                  <a:pt x="200025" y="61913"/>
                </a:lnTo>
                <a:lnTo>
                  <a:pt x="204788" y="57150"/>
                </a:lnTo>
                <a:lnTo>
                  <a:pt x="209550" y="52388"/>
                </a:lnTo>
                <a:lnTo>
                  <a:pt x="214313" y="47625"/>
                </a:lnTo>
                <a:lnTo>
                  <a:pt x="223838" y="47625"/>
                </a:lnTo>
                <a:lnTo>
                  <a:pt x="228600" y="42863"/>
                </a:lnTo>
                <a:lnTo>
                  <a:pt x="233363" y="38100"/>
                </a:lnTo>
                <a:lnTo>
                  <a:pt x="238125" y="33338"/>
                </a:lnTo>
                <a:lnTo>
                  <a:pt x="242888" y="28575"/>
                </a:lnTo>
                <a:lnTo>
                  <a:pt x="252413" y="28575"/>
                </a:lnTo>
                <a:lnTo>
                  <a:pt x="257175" y="23813"/>
                </a:lnTo>
                <a:lnTo>
                  <a:pt x="261938" y="19050"/>
                </a:lnTo>
                <a:lnTo>
                  <a:pt x="271463" y="19050"/>
                </a:lnTo>
                <a:lnTo>
                  <a:pt x="276225" y="14288"/>
                </a:lnTo>
                <a:lnTo>
                  <a:pt x="280988" y="9525"/>
                </a:lnTo>
                <a:lnTo>
                  <a:pt x="285750" y="4763"/>
                </a:lnTo>
                <a:close/>
              </a:path>
            </a:pathLst>
          </a:custGeom>
          <a:solidFill xmlns:a="http://schemas.openxmlformats.org/drawingml/2006/main">
            <a:srgbClr val="A4C895"/>
          </a:solidFill>
          <a:ln xmlns:a="http://schemas.openxmlformats.org/drawingml/2006/main" w="0">
            <a:noFill/>
            <a:prstDash val="solid"/>
          </a:ln>
        </p:spPr>
      </p:sp>
      <p:sp>
        <p:nvSpPr>
          <p:cNvPr id="502" name="layout-green-85-2">
            <a:extLst xmlns:a="http://schemas.openxmlformats.org/drawingml/2006/main">
              <a:ext uri="{FF2B5EF4-FFF2-40B4-BE49-F238E27FC236}">
                <a16:creationId xmlns:a16="http://schemas.microsoft.com/office/drawing/2014/main" id="{2387FD51-4ED3-426D-8066-64403702A855}"/>
              </a:ext>
            </a:extLst>
          </p:cNvPr>
          <p:cNvSpPr>
            <a:spLocks xmlns:a="http://schemas.openxmlformats.org/drawingml/2006/main" noGrp="1"/>
          </p:cNvSpPr>
          <p:nvPr/>
        </p:nvSpPr>
        <p:spPr>
          <a:xfrm xmlns:a="http://schemas.openxmlformats.org/drawingml/2006/main" rot="0">
            <a:off x="390525" y="3552825"/>
            <a:ext cx="171450" cy="85725"/>
          </a:xfrm>
          <a:custGeom xmlns:a="http://schemas.openxmlformats.org/drawingml/2006/main">
            <a:pathLst>
              <a:path w="171450" h="85725">
                <a:moveTo>
                  <a:pt x="152400" y="4763"/>
                </a:moveTo>
                <a:lnTo>
                  <a:pt x="157163" y="0"/>
                </a:lnTo>
                <a:lnTo>
                  <a:pt x="166688" y="0"/>
                </a:lnTo>
                <a:lnTo>
                  <a:pt x="171450" y="4763"/>
                </a:lnTo>
                <a:lnTo>
                  <a:pt x="171450" y="14288"/>
                </a:lnTo>
                <a:lnTo>
                  <a:pt x="171450" y="23813"/>
                </a:lnTo>
                <a:lnTo>
                  <a:pt x="166688" y="28575"/>
                </a:lnTo>
                <a:lnTo>
                  <a:pt x="161925" y="33338"/>
                </a:lnTo>
                <a:lnTo>
                  <a:pt x="161925" y="42863"/>
                </a:lnTo>
                <a:lnTo>
                  <a:pt x="166688" y="47625"/>
                </a:lnTo>
                <a:lnTo>
                  <a:pt x="171450" y="52388"/>
                </a:lnTo>
                <a:lnTo>
                  <a:pt x="171450" y="61913"/>
                </a:lnTo>
                <a:lnTo>
                  <a:pt x="171450" y="71438"/>
                </a:lnTo>
                <a:lnTo>
                  <a:pt x="171450" y="80963"/>
                </a:lnTo>
                <a:lnTo>
                  <a:pt x="166688" y="85725"/>
                </a:lnTo>
                <a:lnTo>
                  <a:pt x="157163" y="85725"/>
                </a:lnTo>
                <a:lnTo>
                  <a:pt x="147638" y="85725"/>
                </a:lnTo>
                <a:lnTo>
                  <a:pt x="138113" y="85725"/>
                </a:lnTo>
                <a:lnTo>
                  <a:pt x="128588" y="85725"/>
                </a:lnTo>
                <a:lnTo>
                  <a:pt x="119063" y="85725"/>
                </a:lnTo>
                <a:lnTo>
                  <a:pt x="109538" y="85725"/>
                </a:lnTo>
                <a:lnTo>
                  <a:pt x="100013" y="85725"/>
                </a:lnTo>
                <a:lnTo>
                  <a:pt x="90488" y="85725"/>
                </a:lnTo>
                <a:lnTo>
                  <a:pt x="85725" y="80963"/>
                </a:lnTo>
                <a:lnTo>
                  <a:pt x="80963" y="76200"/>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4763" y="57150"/>
                </a:lnTo>
                <a:lnTo>
                  <a:pt x="0" y="52388"/>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71438" y="19050"/>
                </a:lnTo>
                <a:lnTo>
                  <a:pt x="76200" y="14288"/>
                </a:lnTo>
                <a:lnTo>
                  <a:pt x="80963" y="9525"/>
                </a:lnTo>
                <a:lnTo>
                  <a:pt x="90488" y="9525"/>
                </a:lnTo>
                <a:lnTo>
                  <a:pt x="100013" y="9525"/>
                </a:lnTo>
                <a:lnTo>
                  <a:pt x="109538" y="9525"/>
                </a:lnTo>
                <a:lnTo>
                  <a:pt x="119063" y="9525"/>
                </a:lnTo>
                <a:lnTo>
                  <a:pt x="128588" y="9525"/>
                </a:lnTo>
                <a:lnTo>
                  <a:pt x="138113" y="9525"/>
                </a:lnTo>
                <a:lnTo>
                  <a:pt x="147638" y="9525"/>
                </a:lnTo>
                <a:lnTo>
                  <a:pt x="152400" y="4763"/>
                </a:lnTo>
                <a:close/>
              </a:path>
            </a:pathLst>
          </a:custGeom>
          <a:solidFill xmlns:a="http://schemas.openxmlformats.org/drawingml/2006/main">
            <a:srgbClr val="A4C895"/>
          </a:solidFill>
          <a:ln xmlns:a="http://schemas.openxmlformats.org/drawingml/2006/main" w="0">
            <a:noFill/>
            <a:prstDash val="solid"/>
          </a:ln>
        </p:spPr>
      </p:sp>
      <p:sp>
        <p:nvSpPr>
          <p:cNvPr id="503" name="layout-green-85-3">
            <a:extLst xmlns:a="http://schemas.openxmlformats.org/drawingml/2006/main">
              <a:ext uri="{FF2B5EF4-FFF2-40B4-BE49-F238E27FC236}">
                <a16:creationId xmlns:a16="http://schemas.microsoft.com/office/drawing/2014/main" id="{5E70A127-F8BC-4CEE-B01A-04350A61A5CA}"/>
              </a:ext>
            </a:extLst>
          </p:cNvPr>
          <p:cNvSpPr>
            <a:spLocks xmlns:a="http://schemas.openxmlformats.org/drawingml/2006/main" noGrp="1"/>
          </p:cNvSpPr>
          <p:nvPr/>
        </p:nvSpPr>
        <p:spPr>
          <a:xfrm xmlns:a="http://schemas.openxmlformats.org/drawingml/2006/main" rot="0">
            <a:off x="1190625" y="41624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A4C895"/>
          </a:solidFill>
          <a:ln xmlns:a="http://schemas.openxmlformats.org/drawingml/2006/main" w="0">
            <a:noFill/>
            <a:prstDash val="solid"/>
          </a:ln>
        </p:spPr>
      </p:sp>
      <p:sp>
        <p:nvSpPr>
          <p:cNvPr id="504" name="layout-green-86-0">
            <a:extLst xmlns:a="http://schemas.openxmlformats.org/drawingml/2006/main">
              <a:ext uri="{FF2B5EF4-FFF2-40B4-BE49-F238E27FC236}">
                <a16:creationId xmlns:a16="http://schemas.microsoft.com/office/drawing/2014/main" id="{249963C5-37ED-4CD2-B0A3-69FEB9146DD9}"/>
              </a:ext>
            </a:extLst>
          </p:cNvPr>
          <p:cNvSpPr>
            <a:spLocks xmlns:a="http://schemas.openxmlformats.org/drawingml/2006/main" noGrp="1"/>
          </p:cNvSpPr>
          <p:nvPr/>
        </p:nvSpPr>
        <p:spPr>
          <a:xfrm xmlns:a="http://schemas.openxmlformats.org/drawingml/2006/main" rot="0">
            <a:off x="123825" y="3371850"/>
            <a:ext cx="9525" cy="781050"/>
          </a:xfrm>
          <a:custGeom xmlns:a="http://schemas.openxmlformats.org/drawingml/2006/main">
            <a:pathLst>
              <a:path w="9525" h="7810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9525" y="433388"/>
                </a:lnTo>
                <a:lnTo>
                  <a:pt x="9525" y="442913"/>
                </a:lnTo>
                <a:lnTo>
                  <a:pt x="9525" y="452438"/>
                </a:lnTo>
                <a:lnTo>
                  <a:pt x="9525" y="461963"/>
                </a:lnTo>
                <a:lnTo>
                  <a:pt x="9525" y="471488"/>
                </a:lnTo>
                <a:lnTo>
                  <a:pt x="9525" y="481013"/>
                </a:lnTo>
                <a:lnTo>
                  <a:pt x="9525" y="490538"/>
                </a:lnTo>
                <a:lnTo>
                  <a:pt x="9525" y="500063"/>
                </a:lnTo>
                <a:lnTo>
                  <a:pt x="9525" y="509588"/>
                </a:lnTo>
                <a:lnTo>
                  <a:pt x="9525" y="519113"/>
                </a:lnTo>
                <a:lnTo>
                  <a:pt x="9525" y="528638"/>
                </a:lnTo>
                <a:lnTo>
                  <a:pt x="9525" y="538163"/>
                </a:lnTo>
                <a:lnTo>
                  <a:pt x="9525" y="547688"/>
                </a:lnTo>
                <a:lnTo>
                  <a:pt x="9525" y="557213"/>
                </a:lnTo>
                <a:lnTo>
                  <a:pt x="9525" y="566738"/>
                </a:lnTo>
                <a:lnTo>
                  <a:pt x="9525" y="576263"/>
                </a:lnTo>
                <a:lnTo>
                  <a:pt x="9525" y="585788"/>
                </a:lnTo>
                <a:lnTo>
                  <a:pt x="9525" y="595313"/>
                </a:lnTo>
                <a:lnTo>
                  <a:pt x="9525" y="604838"/>
                </a:lnTo>
                <a:lnTo>
                  <a:pt x="9525" y="614363"/>
                </a:lnTo>
                <a:lnTo>
                  <a:pt x="9525" y="623888"/>
                </a:lnTo>
                <a:lnTo>
                  <a:pt x="9525" y="633413"/>
                </a:lnTo>
                <a:lnTo>
                  <a:pt x="9525" y="642938"/>
                </a:lnTo>
                <a:lnTo>
                  <a:pt x="9525" y="652463"/>
                </a:lnTo>
                <a:lnTo>
                  <a:pt x="9525" y="661988"/>
                </a:lnTo>
                <a:lnTo>
                  <a:pt x="9525" y="671513"/>
                </a:lnTo>
                <a:lnTo>
                  <a:pt x="9525" y="681038"/>
                </a:lnTo>
                <a:lnTo>
                  <a:pt x="9525" y="690563"/>
                </a:lnTo>
                <a:lnTo>
                  <a:pt x="9525" y="700088"/>
                </a:lnTo>
                <a:lnTo>
                  <a:pt x="9525" y="709613"/>
                </a:lnTo>
                <a:lnTo>
                  <a:pt x="9525" y="719138"/>
                </a:lnTo>
                <a:lnTo>
                  <a:pt x="9525" y="728663"/>
                </a:lnTo>
                <a:lnTo>
                  <a:pt x="9525" y="738188"/>
                </a:lnTo>
                <a:lnTo>
                  <a:pt x="9525" y="747713"/>
                </a:lnTo>
                <a:lnTo>
                  <a:pt x="9525" y="757238"/>
                </a:lnTo>
                <a:lnTo>
                  <a:pt x="9525" y="766763"/>
                </a:lnTo>
                <a:lnTo>
                  <a:pt x="9525" y="776288"/>
                </a:lnTo>
                <a:lnTo>
                  <a:pt x="4763" y="781050"/>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A6C997"/>
          </a:solidFill>
          <a:ln xmlns:a="http://schemas.openxmlformats.org/drawingml/2006/main" w="0">
            <a:noFill/>
            <a:prstDash val="solid"/>
          </a:ln>
        </p:spPr>
      </p:sp>
      <p:sp>
        <p:nvSpPr>
          <p:cNvPr id="505" name="layout-green-86-1">
            <a:extLst xmlns:a="http://schemas.openxmlformats.org/drawingml/2006/main">
              <a:ext uri="{FF2B5EF4-FFF2-40B4-BE49-F238E27FC236}">
                <a16:creationId xmlns:a16="http://schemas.microsoft.com/office/drawing/2014/main" id="{58FB1AA8-F0B7-47E0-94D0-B86C893CF35E}"/>
              </a:ext>
            </a:extLst>
          </p:cNvPr>
          <p:cNvSpPr>
            <a:spLocks xmlns:a="http://schemas.openxmlformats.org/drawingml/2006/main" noGrp="1"/>
          </p:cNvSpPr>
          <p:nvPr/>
        </p:nvSpPr>
        <p:spPr>
          <a:xfrm xmlns:a="http://schemas.openxmlformats.org/drawingml/2006/main" rot="0">
            <a:off x="123825" y="3371850"/>
            <a:ext cx="1076325" cy="876300"/>
          </a:xfrm>
          <a:custGeom xmlns:a="http://schemas.openxmlformats.org/drawingml/2006/main">
            <a:pathLst>
              <a:path w="1076325" h="876300">
                <a:moveTo>
                  <a:pt x="314325" y="4763"/>
                </a:move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38150" y="4763"/>
                </a:lnTo>
                <a:lnTo>
                  <a:pt x="438150" y="14288"/>
                </a:lnTo>
                <a:lnTo>
                  <a:pt x="438150" y="23813"/>
                </a:lnTo>
                <a:lnTo>
                  <a:pt x="438150" y="33338"/>
                </a:lnTo>
                <a:lnTo>
                  <a:pt x="438150" y="42863"/>
                </a:lnTo>
                <a:lnTo>
                  <a:pt x="438150" y="52388"/>
                </a:lnTo>
                <a:lnTo>
                  <a:pt x="438150" y="61913"/>
                </a:lnTo>
                <a:lnTo>
                  <a:pt x="438150" y="71438"/>
                </a:lnTo>
                <a:lnTo>
                  <a:pt x="438150" y="80963"/>
                </a:lnTo>
                <a:lnTo>
                  <a:pt x="438150" y="90488"/>
                </a:lnTo>
                <a:lnTo>
                  <a:pt x="438150" y="100013"/>
                </a:lnTo>
                <a:lnTo>
                  <a:pt x="438150" y="109538"/>
                </a:lnTo>
                <a:lnTo>
                  <a:pt x="438150" y="119063"/>
                </a:lnTo>
                <a:lnTo>
                  <a:pt x="438150" y="128588"/>
                </a:lnTo>
                <a:lnTo>
                  <a:pt x="438150" y="138113"/>
                </a:lnTo>
                <a:lnTo>
                  <a:pt x="438150" y="147638"/>
                </a:lnTo>
                <a:lnTo>
                  <a:pt x="438150" y="157163"/>
                </a:lnTo>
                <a:lnTo>
                  <a:pt x="433388" y="161925"/>
                </a:lnTo>
                <a:lnTo>
                  <a:pt x="423863" y="161925"/>
                </a:lnTo>
                <a:lnTo>
                  <a:pt x="419100" y="166688"/>
                </a:lnTo>
                <a:lnTo>
                  <a:pt x="414338" y="171450"/>
                </a:lnTo>
                <a:lnTo>
                  <a:pt x="404813" y="171450"/>
                </a:lnTo>
                <a:lnTo>
                  <a:pt x="395288" y="171450"/>
                </a:lnTo>
                <a:lnTo>
                  <a:pt x="385763" y="171450"/>
                </a:lnTo>
                <a:lnTo>
                  <a:pt x="376238" y="171450"/>
                </a:lnTo>
                <a:lnTo>
                  <a:pt x="366713" y="171450"/>
                </a:lnTo>
                <a:lnTo>
                  <a:pt x="357188" y="171450"/>
                </a:lnTo>
                <a:lnTo>
                  <a:pt x="347663" y="171450"/>
                </a:lnTo>
                <a:lnTo>
                  <a:pt x="342900" y="176213"/>
                </a:lnTo>
                <a:lnTo>
                  <a:pt x="338138" y="180975"/>
                </a:lnTo>
                <a:lnTo>
                  <a:pt x="328613" y="180975"/>
                </a:lnTo>
                <a:lnTo>
                  <a:pt x="319088" y="180975"/>
                </a:lnTo>
                <a:lnTo>
                  <a:pt x="309563" y="180975"/>
                </a:lnTo>
                <a:lnTo>
                  <a:pt x="300038" y="180975"/>
                </a:lnTo>
                <a:lnTo>
                  <a:pt x="295275" y="185738"/>
                </a:lnTo>
                <a:lnTo>
                  <a:pt x="290513" y="190500"/>
                </a:lnTo>
                <a:lnTo>
                  <a:pt x="280988" y="190500"/>
                </a:lnTo>
                <a:lnTo>
                  <a:pt x="276225" y="195263"/>
                </a:lnTo>
                <a:lnTo>
                  <a:pt x="271463" y="200025"/>
                </a:lnTo>
                <a:lnTo>
                  <a:pt x="261938" y="200025"/>
                </a:lnTo>
                <a:lnTo>
                  <a:pt x="257175" y="204788"/>
                </a:lnTo>
                <a:lnTo>
                  <a:pt x="252413" y="209550"/>
                </a:lnTo>
                <a:lnTo>
                  <a:pt x="247650" y="214313"/>
                </a:lnTo>
                <a:lnTo>
                  <a:pt x="247650" y="223838"/>
                </a:lnTo>
                <a:lnTo>
                  <a:pt x="247650" y="233363"/>
                </a:lnTo>
                <a:lnTo>
                  <a:pt x="247650" y="242888"/>
                </a:lnTo>
                <a:lnTo>
                  <a:pt x="252413" y="247650"/>
                </a:lnTo>
                <a:lnTo>
                  <a:pt x="257175" y="252413"/>
                </a:lnTo>
                <a:lnTo>
                  <a:pt x="261938" y="257175"/>
                </a:lnTo>
                <a:lnTo>
                  <a:pt x="271463" y="257175"/>
                </a:lnTo>
                <a:lnTo>
                  <a:pt x="276225" y="261938"/>
                </a:lnTo>
                <a:lnTo>
                  <a:pt x="280988" y="266700"/>
                </a:lnTo>
                <a:lnTo>
                  <a:pt x="290513" y="266700"/>
                </a:lnTo>
                <a:lnTo>
                  <a:pt x="300038" y="266700"/>
                </a:lnTo>
                <a:lnTo>
                  <a:pt x="304800" y="271463"/>
                </a:lnTo>
                <a:lnTo>
                  <a:pt x="309563" y="276225"/>
                </a:lnTo>
                <a:lnTo>
                  <a:pt x="319088" y="276225"/>
                </a:lnTo>
                <a:lnTo>
                  <a:pt x="328613" y="276225"/>
                </a:lnTo>
                <a:lnTo>
                  <a:pt x="338138" y="276225"/>
                </a:lnTo>
                <a:lnTo>
                  <a:pt x="342900" y="280988"/>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28625" y="290513"/>
                </a:lnTo>
                <a:lnTo>
                  <a:pt x="433388" y="295275"/>
                </a:lnTo>
                <a:lnTo>
                  <a:pt x="438150" y="300038"/>
                </a:lnTo>
                <a:lnTo>
                  <a:pt x="438150" y="309563"/>
                </a:lnTo>
                <a:lnTo>
                  <a:pt x="438150" y="319088"/>
                </a:lnTo>
                <a:lnTo>
                  <a:pt x="438150" y="328613"/>
                </a:lnTo>
                <a:lnTo>
                  <a:pt x="438150" y="338138"/>
                </a:lnTo>
                <a:lnTo>
                  <a:pt x="438150" y="347663"/>
                </a:lnTo>
                <a:lnTo>
                  <a:pt x="438150" y="357188"/>
                </a:lnTo>
                <a:lnTo>
                  <a:pt x="438150" y="366713"/>
                </a:lnTo>
                <a:lnTo>
                  <a:pt x="438150" y="376238"/>
                </a:lnTo>
                <a:lnTo>
                  <a:pt x="438150" y="385763"/>
                </a:lnTo>
                <a:lnTo>
                  <a:pt x="438150" y="395288"/>
                </a:lnTo>
                <a:lnTo>
                  <a:pt x="438150" y="404813"/>
                </a:lnTo>
                <a:lnTo>
                  <a:pt x="438150" y="414338"/>
                </a:lnTo>
                <a:lnTo>
                  <a:pt x="438150" y="423863"/>
                </a:lnTo>
                <a:lnTo>
                  <a:pt x="438150" y="433388"/>
                </a:lnTo>
                <a:lnTo>
                  <a:pt x="442913" y="438150"/>
                </a:lnTo>
                <a:lnTo>
                  <a:pt x="452438" y="438150"/>
                </a:lnTo>
                <a:lnTo>
                  <a:pt x="461963" y="438150"/>
                </a:lnTo>
                <a:lnTo>
                  <a:pt x="471488" y="438150"/>
                </a:lnTo>
                <a:lnTo>
                  <a:pt x="481013" y="438150"/>
                </a:lnTo>
                <a:lnTo>
                  <a:pt x="490538" y="438150"/>
                </a:lnTo>
                <a:lnTo>
                  <a:pt x="500063" y="438150"/>
                </a:lnTo>
                <a:lnTo>
                  <a:pt x="509588" y="438150"/>
                </a:lnTo>
                <a:lnTo>
                  <a:pt x="519113" y="438150"/>
                </a:lnTo>
                <a:lnTo>
                  <a:pt x="528638" y="438150"/>
                </a:lnTo>
                <a:lnTo>
                  <a:pt x="538163" y="438150"/>
                </a:lnTo>
                <a:lnTo>
                  <a:pt x="547688" y="438150"/>
                </a:lnTo>
                <a:lnTo>
                  <a:pt x="557213" y="438150"/>
                </a:lnTo>
                <a:lnTo>
                  <a:pt x="566738" y="438150"/>
                </a:lnTo>
                <a:lnTo>
                  <a:pt x="576263" y="438150"/>
                </a:lnTo>
                <a:lnTo>
                  <a:pt x="585788" y="438150"/>
                </a:lnTo>
                <a:lnTo>
                  <a:pt x="595313" y="438150"/>
                </a:lnTo>
                <a:lnTo>
                  <a:pt x="604838" y="438150"/>
                </a:lnTo>
                <a:lnTo>
                  <a:pt x="614363" y="438150"/>
                </a:lnTo>
                <a:lnTo>
                  <a:pt x="623888" y="438150"/>
                </a:lnTo>
                <a:lnTo>
                  <a:pt x="633413" y="438150"/>
                </a:lnTo>
                <a:lnTo>
                  <a:pt x="642938" y="438150"/>
                </a:lnTo>
                <a:lnTo>
                  <a:pt x="652463" y="438150"/>
                </a:lnTo>
                <a:lnTo>
                  <a:pt x="661988" y="438150"/>
                </a:lnTo>
                <a:lnTo>
                  <a:pt x="671513" y="438150"/>
                </a:lnTo>
                <a:lnTo>
                  <a:pt x="681038" y="438150"/>
                </a:lnTo>
                <a:lnTo>
                  <a:pt x="690563" y="438150"/>
                </a:lnTo>
                <a:lnTo>
                  <a:pt x="700088" y="438150"/>
                </a:lnTo>
                <a:lnTo>
                  <a:pt x="709613" y="438150"/>
                </a:lnTo>
                <a:lnTo>
                  <a:pt x="719138" y="438150"/>
                </a:lnTo>
                <a:lnTo>
                  <a:pt x="728663" y="438150"/>
                </a:lnTo>
                <a:lnTo>
                  <a:pt x="738188" y="438150"/>
                </a:lnTo>
                <a:lnTo>
                  <a:pt x="747713" y="438150"/>
                </a:lnTo>
                <a:lnTo>
                  <a:pt x="757238" y="438150"/>
                </a:lnTo>
                <a:lnTo>
                  <a:pt x="766763" y="438150"/>
                </a:lnTo>
                <a:lnTo>
                  <a:pt x="776288" y="438150"/>
                </a:lnTo>
                <a:lnTo>
                  <a:pt x="785813" y="438150"/>
                </a:lnTo>
                <a:lnTo>
                  <a:pt x="795338" y="438150"/>
                </a:lnTo>
                <a:lnTo>
                  <a:pt x="804863" y="438150"/>
                </a:lnTo>
                <a:lnTo>
                  <a:pt x="814388" y="438150"/>
                </a:lnTo>
                <a:lnTo>
                  <a:pt x="823913" y="438150"/>
                </a:lnTo>
                <a:lnTo>
                  <a:pt x="833438" y="438150"/>
                </a:lnTo>
                <a:lnTo>
                  <a:pt x="842963" y="438150"/>
                </a:lnTo>
                <a:lnTo>
                  <a:pt x="852488" y="438150"/>
                </a:lnTo>
                <a:lnTo>
                  <a:pt x="862013" y="438150"/>
                </a:lnTo>
                <a:lnTo>
                  <a:pt x="871538" y="438150"/>
                </a:lnTo>
                <a:lnTo>
                  <a:pt x="881063" y="438150"/>
                </a:lnTo>
                <a:lnTo>
                  <a:pt x="890588" y="438150"/>
                </a:lnTo>
                <a:lnTo>
                  <a:pt x="900113" y="438150"/>
                </a:lnTo>
                <a:lnTo>
                  <a:pt x="909638" y="438150"/>
                </a:lnTo>
                <a:lnTo>
                  <a:pt x="919163" y="438150"/>
                </a:lnTo>
                <a:lnTo>
                  <a:pt x="928688" y="438150"/>
                </a:lnTo>
                <a:lnTo>
                  <a:pt x="938213" y="438150"/>
                </a:lnTo>
                <a:lnTo>
                  <a:pt x="947738" y="438150"/>
                </a:lnTo>
                <a:lnTo>
                  <a:pt x="957263" y="438150"/>
                </a:lnTo>
                <a:lnTo>
                  <a:pt x="966788" y="438150"/>
                </a:lnTo>
                <a:lnTo>
                  <a:pt x="976313" y="438150"/>
                </a:lnTo>
                <a:lnTo>
                  <a:pt x="985838" y="438150"/>
                </a:lnTo>
                <a:lnTo>
                  <a:pt x="995363" y="438150"/>
                </a:lnTo>
                <a:lnTo>
                  <a:pt x="1004888" y="438150"/>
                </a:lnTo>
                <a:lnTo>
                  <a:pt x="1014413" y="438150"/>
                </a:lnTo>
                <a:lnTo>
                  <a:pt x="1023938" y="438150"/>
                </a:lnTo>
                <a:lnTo>
                  <a:pt x="1033463" y="438150"/>
                </a:lnTo>
                <a:lnTo>
                  <a:pt x="1042988" y="438150"/>
                </a:lnTo>
                <a:lnTo>
                  <a:pt x="1052513" y="438150"/>
                </a:lnTo>
                <a:lnTo>
                  <a:pt x="1062038" y="438150"/>
                </a:lnTo>
                <a:lnTo>
                  <a:pt x="1071563" y="438150"/>
                </a:lnTo>
                <a:lnTo>
                  <a:pt x="1076325" y="442913"/>
                </a:lnTo>
                <a:lnTo>
                  <a:pt x="1076325" y="452438"/>
                </a:lnTo>
                <a:lnTo>
                  <a:pt x="1076325" y="461963"/>
                </a:lnTo>
                <a:lnTo>
                  <a:pt x="1076325" y="471488"/>
                </a:lnTo>
                <a:lnTo>
                  <a:pt x="1076325" y="481013"/>
                </a:lnTo>
                <a:lnTo>
                  <a:pt x="1076325" y="490538"/>
                </a:lnTo>
                <a:lnTo>
                  <a:pt x="1076325" y="500063"/>
                </a:lnTo>
                <a:lnTo>
                  <a:pt x="1076325" y="509588"/>
                </a:lnTo>
                <a:lnTo>
                  <a:pt x="1076325" y="519113"/>
                </a:lnTo>
                <a:lnTo>
                  <a:pt x="1076325" y="528638"/>
                </a:lnTo>
                <a:lnTo>
                  <a:pt x="1076325" y="538163"/>
                </a:lnTo>
                <a:lnTo>
                  <a:pt x="1076325" y="547688"/>
                </a:lnTo>
                <a:lnTo>
                  <a:pt x="1076325" y="557213"/>
                </a:lnTo>
                <a:lnTo>
                  <a:pt x="1076325" y="566738"/>
                </a:lnTo>
                <a:lnTo>
                  <a:pt x="1076325" y="576263"/>
                </a:lnTo>
                <a:lnTo>
                  <a:pt x="1076325" y="585788"/>
                </a:lnTo>
                <a:lnTo>
                  <a:pt x="1076325" y="595313"/>
                </a:lnTo>
                <a:lnTo>
                  <a:pt x="1076325" y="604838"/>
                </a:lnTo>
                <a:lnTo>
                  <a:pt x="1076325" y="614363"/>
                </a:lnTo>
                <a:lnTo>
                  <a:pt x="1076325" y="623888"/>
                </a:lnTo>
                <a:lnTo>
                  <a:pt x="1076325" y="633413"/>
                </a:lnTo>
                <a:lnTo>
                  <a:pt x="1076325" y="642938"/>
                </a:lnTo>
                <a:lnTo>
                  <a:pt x="1076325" y="652463"/>
                </a:lnTo>
                <a:lnTo>
                  <a:pt x="1076325" y="661988"/>
                </a:lnTo>
                <a:lnTo>
                  <a:pt x="1076325" y="671513"/>
                </a:lnTo>
                <a:lnTo>
                  <a:pt x="1076325" y="681038"/>
                </a:lnTo>
                <a:lnTo>
                  <a:pt x="1076325" y="690563"/>
                </a:lnTo>
                <a:lnTo>
                  <a:pt x="1076325" y="700088"/>
                </a:lnTo>
                <a:lnTo>
                  <a:pt x="1076325" y="709613"/>
                </a:lnTo>
                <a:lnTo>
                  <a:pt x="1076325" y="719138"/>
                </a:lnTo>
                <a:lnTo>
                  <a:pt x="1076325" y="728663"/>
                </a:lnTo>
                <a:lnTo>
                  <a:pt x="1076325" y="738188"/>
                </a:lnTo>
                <a:lnTo>
                  <a:pt x="1076325" y="747713"/>
                </a:lnTo>
                <a:lnTo>
                  <a:pt x="1076325" y="757238"/>
                </a:lnTo>
                <a:lnTo>
                  <a:pt x="1076325" y="766763"/>
                </a:lnTo>
                <a:lnTo>
                  <a:pt x="1076325" y="776288"/>
                </a:lnTo>
                <a:lnTo>
                  <a:pt x="1071563" y="781050"/>
                </a:lnTo>
                <a:lnTo>
                  <a:pt x="1066800" y="776288"/>
                </a:lnTo>
                <a:lnTo>
                  <a:pt x="1066800" y="766763"/>
                </a:lnTo>
                <a:lnTo>
                  <a:pt x="1066800" y="757238"/>
                </a:lnTo>
                <a:lnTo>
                  <a:pt x="1066800" y="747713"/>
                </a:lnTo>
                <a:lnTo>
                  <a:pt x="1066800" y="738188"/>
                </a:lnTo>
                <a:lnTo>
                  <a:pt x="1066800" y="728663"/>
                </a:lnTo>
                <a:lnTo>
                  <a:pt x="1066800" y="719138"/>
                </a:lnTo>
                <a:lnTo>
                  <a:pt x="1066800" y="709613"/>
                </a:lnTo>
                <a:lnTo>
                  <a:pt x="1066800" y="700088"/>
                </a:lnTo>
                <a:lnTo>
                  <a:pt x="1066800" y="690563"/>
                </a:lnTo>
                <a:lnTo>
                  <a:pt x="1066800" y="681038"/>
                </a:lnTo>
                <a:lnTo>
                  <a:pt x="1066800" y="671513"/>
                </a:lnTo>
                <a:lnTo>
                  <a:pt x="1066800" y="661988"/>
                </a:lnTo>
                <a:lnTo>
                  <a:pt x="1066800" y="652463"/>
                </a:lnTo>
                <a:lnTo>
                  <a:pt x="1066800" y="642938"/>
                </a:lnTo>
                <a:lnTo>
                  <a:pt x="1066800" y="633413"/>
                </a:lnTo>
                <a:lnTo>
                  <a:pt x="1066800" y="623888"/>
                </a:lnTo>
                <a:lnTo>
                  <a:pt x="1066800" y="614363"/>
                </a:lnTo>
                <a:lnTo>
                  <a:pt x="1066800" y="604838"/>
                </a:lnTo>
                <a:lnTo>
                  <a:pt x="1066800" y="595313"/>
                </a:lnTo>
                <a:lnTo>
                  <a:pt x="1066800" y="585788"/>
                </a:lnTo>
                <a:lnTo>
                  <a:pt x="1066800" y="576263"/>
                </a:lnTo>
                <a:lnTo>
                  <a:pt x="1066800" y="566738"/>
                </a:lnTo>
                <a:lnTo>
                  <a:pt x="1066800" y="557213"/>
                </a:lnTo>
                <a:lnTo>
                  <a:pt x="1066800" y="547688"/>
                </a:lnTo>
                <a:lnTo>
                  <a:pt x="1066800" y="538163"/>
                </a:lnTo>
                <a:lnTo>
                  <a:pt x="1066800" y="528638"/>
                </a:lnTo>
                <a:lnTo>
                  <a:pt x="1066800" y="519113"/>
                </a:lnTo>
                <a:lnTo>
                  <a:pt x="1066800" y="509588"/>
                </a:lnTo>
                <a:lnTo>
                  <a:pt x="1066800" y="500063"/>
                </a:lnTo>
                <a:lnTo>
                  <a:pt x="1066800" y="490538"/>
                </a:lnTo>
                <a:lnTo>
                  <a:pt x="1066800" y="481013"/>
                </a:lnTo>
                <a:lnTo>
                  <a:pt x="1066800" y="471488"/>
                </a:lnTo>
                <a:lnTo>
                  <a:pt x="1066800" y="461963"/>
                </a:lnTo>
                <a:lnTo>
                  <a:pt x="1066800" y="452438"/>
                </a:lnTo>
                <a:lnTo>
                  <a:pt x="1062038" y="447675"/>
                </a:lnTo>
                <a:lnTo>
                  <a:pt x="1052513" y="447675"/>
                </a:lnTo>
                <a:lnTo>
                  <a:pt x="1042988" y="447675"/>
                </a:lnTo>
                <a:lnTo>
                  <a:pt x="1033463" y="447675"/>
                </a:lnTo>
                <a:lnTo>
                  <a:pt x="1028700" y="452438"/>
                </a:lnTo>
                <a:lnTo>
                  <a:pt x="1028700" y="461963"/>
                </a:lnTo>
                <a:lnTo>
                  <a:pt x="1023938" y="466725"/>
                </a:lnTo>
                <a:lnTo>
                  <a:pt x="1019175" y="471488"/>
                </a:lnTo>
                <a:lnTo>
                  <a:pt x="1019175" y="481013"/>
                </a:lnTo>
                <a:lnTo>
                  <a:pt x="1019175" y="490538"/>
                </a:lnTo>
                <a:lnTo>
                  <a:pt x="1023938" y="495300"/>
                </a:lnTo>
                <a:lnTo>
                  <a:pt x="1028700" y="500063"/>
                </a:lnTo>
                <a:lnTo>
                  <a:pt x="1023938" y="504825"/>
                </a:lnTo>
                <a:lnTo>
                  <a:pt x="1019175" y="509588"/>
                </a:lnTo>
                <a:lnTo>
                  <a:pt x="1019175" y="519113"/>
                </a:lnTo>
                <a:lnTo>
                  <a:pt x="1019175" y="528638"/>
                </a:lnTo>
                <a:lnTo>
                  <a:pt x="1019175" y="538163"/>
                </a:lnTo>
                <a:lnTo>
                  <a:pt x="1014413" y="542925"/>
                </a:lnTo>
                <a:lnTo>
                  <a:pt x="1009650" y="547688"/>
                </a:lnTo>
                <a:lnTo>
                  <a:pt x="1009650" y="557213"/>
                </a:lnTo>
                <a:lnTo>
                  <a:pt x="1009650" y="566738"/>
                </a:lnTo>
                <a:lnTo>
                  <a:pt x="1009650" y="576263"/>
                </a:lnTo>
                <a:lnTo>
                  <a:pt x="1004888" y="581025"/>
                </a:lnTo>
                <a:lnTo>
                  <a:pt x="1000125" y="585788"/>
                </a:lnTo>
                <a:lnTo>
                  <a:pt x="1000125" y="595313"/>
                </a:lnTo>
                <a:lnTo>
                  <a:pt x="995363" y="600075"/>
                </a:lnTo>
                <a:lnTo>
                  <a:pt x="990600" y="604838"/>
                </a:lnTo>
                <a:lnTo>
                  <a:pt x="995363" y="609600"/>
                </a:lnTo>
                <a:lnTo>
                  <a:pt x="1000125" y="614363"/>
                </a:lnTo>
                <a:lnTo>
                  <a:pt x="995363" y="619125"/>
                </a:lnTo>
                <a:lnTo>
                  <a:pt x="990600" y="623888"/>
                </a:lnTo>
                <a:lnTo>
                  <a:pt x="985838" y="628650"/>
                </a:lnTo>
                <a:lnTo>
                  <a:pt x="981075" y="633413"/>
                </a:lnTo>
                <a:lnTo>
                  <a:pt x="981075" y="642938"/>
                </a:lnTo>
                <a:lnTo>
                  <a:pt x="976313" y="647700"/>
                </a:lnTo>
                <a:lnTo>
                  <a:pt x="971550" y="652463"/>
                </a:lnTo>
                <a:lnTo>
                  <a:pt x="971550" y="661988"/>
                </a:lnTo>
                <a:lnTo>
                  <a:pt x="971550" y="671513"/>
                </a:lnTo>
                <a:lnTo>
                  <a:pt x="966788" y="676275"/>
                </a:lnTo>
                <a:lnTo>
                  <a:pt x="962025" y="681038"/>
                </a:lnTo>
                <a:lnTo>
                  <a:pt x="962025" y="690563"/>
                </a:lnTo>
                <a:lnTo>
                  <a:pt x="957263" y="695325"/>
                </a:lnTo>
                <a:lnTo>
                  <a:pt x="947738" y="695325"/>
                </a:lnTo>
                <a:lnTo>
                  <a:pt x="942975" y="700088"/>
                </a:lnTo>
                <a:lnTo>
                  <a:pt x="942975" y="709613"/>
                </a:lnTo>
                <a:lnTo>
                  <a:pt x="938213" y="714375"/>
                </a:lnTo>
                <a:lnTo>
                  <a:pt x="933450" y="719138"/>
                </a:lnTo>
                <a:lnTo>
                  <a:pt x="928688" y="723900"/>
                </a:lnTo>
                <a:lnTo>
                  <a:pt x="923925" y="728663"/>
                </a:lnTo>
                <a:lnTo>
                  <a:pt x="923925" y="738188"/>
                </a:lnTo>
                <a:lnTo>
                  <a:pt x="919163" y="742950"/>
                </a:lnTo>
                <a:lnTo>
                  <a:pt x="914400" y="747713"/>
                </a:lnTo>
                <a:lnTo>
                  <a:pt x="909638" y="752475"/>
                </a:lnTo>
                <a:lnTo>
                  <a:pt x="904875" y="757238"/>
                </a:lnTo>
                <a:lnTo>
                  <a:pt x="904875" y="766763"/>
                </a:lnTo>
                <a:lnTo>
                  <a:pt x="900113" y="771525"/>
                </a:lnTo>
                <a:lnTo>
                  <a:pt x="890588" y="771525"/>
                </a:lnTo>
                <a:lnTo>
                  <a:pt x="885825" y="776288"/>
                </a:lnTo>
                <a:lnTo>
                  <a:pt x="881063" y="781050"/>
                </a:lnTo>
                <a:lnTo>
                  <a:pt x="871538" y="781050"/>
                </a:lnTo>
                <a:lnTo>
                  <a:pt x="866775" y="785813"/>
                </a:lnTo>
                <a:lnTo>
                  <a:pt x="862013" y="790575"/>
                </a:lnTo>
                <a:lnTo>
                  <a:pt x="857250" y="795338"/>
                </a:lnTo>
                <a:lnTo>
                  <a:pt x="852488" y="800100"/>
                </a:lnTo>
                <a:lnTo>
                  <a:pt x="847725" y="804863"/>
                </a:lnTo>
                <a:lnTo>
                  <a:pt x="842963" y="809625"/>
                </a:lnTo>
                <a:lnTo>
                  <a:pt x="838200" y="814388"/>
                </a:lnTo>
                <a:lnTo>
                  <a:pt x="833438" y="819150"/>
                </a:lnTo>
                <a:lnTo>
                  <a:pt x="828675" y="823913"/>
                </a:lnTo>
                <a:lnTo>
                  <a:pt x="823913" y="828675"/>
                </a:lnTo>
                <a:lnTo>
                  <a:pt x="814388" y="828675"/>
                </a:lnTo>
                <a:lnTo>
                  <a:pt x="809625" y="833438"/>
                </a:lnTo>
                <a:lnTo>
                  <a:pt x="804863" y="838200"/>
                </a:lnTo>
                <a:lnTo>
                  <a:pt x="800100" y="842963"/>
                </a:lnTo>
                <a:lnTo>
                  <a:pt x="795338" y="847725"/>
                </a:lnTo>
                <a:lnTo>
                  <a:pt x="785813" y="847725"/>
                </a:lnTo>
                <a:lnTo>
                  <a:pt x="781050" y="852488"/>
                </a:lnTo>
                <a:lnTo>
                  <a:pt x="776288" y="857250"/>
                </a:lnTo>
                <a:lnTo>
                  <a:pt x="771525" y="862013"/>
                </a:lnTo>
                <a:lnTo>
                  <a:pt x="776288" y="866775"/>
                </a:lnTo>
                <a:lnTo>
                  <a:pt x="785813" y="866775"/>
                </a:lnTo>
                <a:lnTo>
                  <a:pt x="795338" y="866775"/>
                </a:lnTo>
                <a:lnTo>
                  <a:pt x="804863" y="866775"/>
                </a:lnTo>
                <a:lnTo>
                  <a:pt x="814388" y="866775"/>
                </a:lnTo>
                <a:lnTo>
                  <a:pt x="823913" y="866775"/>
                </a:lnTo>
                <a:lnTo>
                  <a:pt x="833438" y="866775"/>
                </a:lnTo>
                <a:lnTo>
                  <a:pt x="842963" y="866775"/>
                </a:lnTo>
                <a:lnTo>
                  <a:pt x="852488" y="866775"/>
                </a:lnTo>
                <a:lnTo>
                  <a:pt x="862013" y="866775"/>
                </a:lnTo>
                <a:lnTo>
                  <a:pt x="871538" y="866775"/>
                </a:lnTo>
                <a:lnTo>
                  <a:pt x="881063" y="866775"/>
                </a:lnTo>
                <a:lnTo>
                  <a:pt x="890588" y="866775"/>
                </a:lnTo>
                <a:lnTo>
                  <a:pt x="900113" y="866775"/>
                </a:lnTo>
                <a:lnTo>
                  <a:pt x="909638" y="866775"/>
                </a:lnTo>
                <a:lnTo>
                  <a:pt x="919163" y="866775"/>
                </a:lnTo>
                <a:lnTo>
                  <a:pt x="928688" y="866775"/>
                </a:lnTo>
                <a:lnTo>
                  <a:pt x="938213" y="866775"/>
                </a:lnTo>
                <a:lnTo>
                  <a:pt x="947738" y="866775"/>
                </a:lnTo>
                <a:lnTo>
                  <a:pt x="957263" y="866775"/>
                </a:lnTo>
                <a:lnTo>
                  <a:pt x="966788" y="866775"/>
                </a:lnTo>
                <a:lnTo>
                  <a:pt x="976313" y="866775"/>
                </a:lnTo>
                <a:lnTo>
                  <a:pt x="985838" y="866775"/>
                </a:lnTo>
                <a:lnTo>
                  <a:pt x="995363" y="866775"/>
                </a:lnTo>
                <a:lnTo>
                  <a:pt x="1004888" y="866775"/>
                </a:lnTo>
                <a:lnTo>
                  <a:pt x="1014413" y="866775"/>
                </a:lnTo>
                <a:lnTo>
                  <a:pt x="1023938" y="866775"/>
                </a:lnTo>
                <a:lnTo>
                  <a:pt x="1033463" y="866775"/>
                </a:lnTo>
                <a:lnTo>
                  <a:pt x="1042988" y="866775"/>
                </a:lnTo>
                <a:lnTo>
                  <a:pt x="1052513" y="866775"/>
                </a:lnTo>
                <a:lnTo>
                  <a:pt x="1062038" y="866775"/>
                </a:lnTo>
                <a:lnTo>
                  <a:pt x="1071563" y="866775"/>
                </a:lnTo>
                <a:lnTo>
                  <a:pt x="1076325" y="871538"/>
                </a:lnTo>
                <a:lnTo>
                  <a:pt x="1071563" y="876300"/>
                </a:lnTo>
                <a:lnTo>
                  <a:pt x="1062038" y="876300"/>
                </a:lnTo>
                <a:lnTo>
                  <a:pt x="1052513" y="876300"/>
                </a:lnTo>
                <a:lnTo>
                  <a:pt x="1042988" y="876300"/>
                </a:lnTo>
                <a:lnTo>
                  <a:pt x="1033463" y="876300"/>
                </a:lnTo>
                <a:lnTo>
                  <a:pt x="1023938" y="876300"/>
                </a:lnTo>
                <a:lnTo>
                  <a:pt x="1014413" y="876300"/>
                </a:lnTo>
                <a:lnTo>
                  <a:pt x="1004888" y="876300"/>
                </a:lnTo>
                <a:lnTo>
                  <a:pt x="995363" y="876300"/>
                </a:lnTo>
                <a:lnTo>
                  <a:pt x="985838" y="876300"/>
                </a:lnTo>
                <a:lnTo>
                  <a:pt x="976313" y="876300"/>
                </a:lnTo>
                <a:lnTo>
                  <a:pt x="966788" y="876300"/>
                </a:lnTo>
                <a:lnTo>
                  <a:pt x="957263" y="876300"/>
                </a:lnTo>
                <a:lnTo>
                  <a:pt x="947738" y="876300"/>
                </a:lnTo>
                <a:lnTo>
                  <a:pt x="938213" y="876300"/>
                </a:lnTo>
                <a:lnTo>
                  <a:pt x="928688" y="876300"/>
                </a:lnTo>
                <a:lnTo>
                  <a:pt x="919163" y="876300"/>
                </a:lnTo>
                <a:lnTo>
                  <a:pt x="909638" y="876300"/>
                </a:lnTo>
                <a:lnTo>
                  <a:pt x="900113" y="876300"/>
                </a:lnTo>
                <a:lnTo>
                  <a:pt x="890588" y="876300"/>
                </a:lnTo>
                <a:lnTo>
                  <a:pt x="881063" y="876300"/>
                </a:lnTo>
                <a:lnTo>
                  <a:pt x="871538" y="876300"/>
                </a:lnTo>
                <a:lnTo>
                  <a:pt x="862013" y="876300"/>
                </a:lnTo>
                <a:lnTo>
                  <a:pt x="852488" y="876300"/>
                </a:lnTo>
                <a:lnTo>
                  <a:pt x="842963" y="876300"/>
                </a:lnTo>
                <a:lnTo>
                  <a:pt x="833438" y="876300"/>
                </a:lnTo>
                <a:lnTo>
                  <a:pt x="823913" y="876300"/>
                </a:lnTo>
                <a:lnTo>
                  <a:pt x="814388" y="876300"/>
                </a:lnTo>
                <a:lnTo>
                  <a:pt x="804863" y="876300"/>
                </a:lnTo>
                <a:lnTo>
                  <a:pt x="795338" y="876300"/>
                </a:lnTo>
                <a:lnTo>
                  <a:pt x="785813" y="876300"/>
                </a:lnTo>
                <a:lnTo>
                  <a:pt x="776288" y="876300"/>
                </a:lnTo>
                <a:lnTo>
                  <a:pt x="766763" y="876300"/>
                </a:lnTo>
                <a:lnTo>
                  <a:pt x="757238" y="876300"/>
                </a:lnTo>
                <a:lnTo>
                  <a:pt x="747713" y="876300"/>
                </a:lnTo>
                <a:lnTo>
                  <a:pt x="738188" y="876300"/>
                </a:lnTo>
                <a:lnTo>
                  <a:pt x="728663" y="876300"/>
                </a:lnTo>
                <a:lnTo>
                  <a:pt x="719138" y="876300"/>
                </a:lnTo>
                <a:lnTo>
                  <a:pt x="709613" y="876300"/>
                </a:lnTo>
                <a:lnTo>
                  <a:pt x="700088" y="876300"/>
                </a:lnTo>
                <a:lnTo>
                  <a:pt x="690563" y="876300"/>
                </a:lnTo>
                <a:lnTo>
                  <a:pt x="681038" y="876300"/>
                </a:lnTo>
                <a:lnTo>
                  <a:pt x="671513" y="876300"/>
                </a:lnTo>
                <a:lnTo>
                  <a:pt x="661988" y="876300"/>
                </a:lnTo>
                <a:lnTo>
                  <a:pt x="652463" y="876300"/>
                </a:lnTo>
                <a:lnTo>
                  <a:pt x="642938" y="876300"/>
                </a:lnTo>
                <a:lnTo>
                  <a:pt x="633413" y="876300"/>
                </a:lnTo>
                <a:lnTo>
                  <a:pt x="623888" y="876300"/>
                </a:lnTo>
                <a:lnTo>
                  <a:pt x="614363" y="876300"/>
                </a:lnTo>
                <a:lnTo>
                  <a:pt x="604838" y="876300"/>
                </a:lnTo>
                <a:lnTo>
                  <a:pt x="595313" y="876300"/>
                </a:lnTo>
                <a:lnTo>
                  <a:pt x="585788" y="876300"/>
                </a:lnTo>
                <a:lnTo>
                  <a:pt x="576263" y="876300"/>
                </a:lnTo>
                <a:lnTo>
                  <a:pt x="566738" y="876300"/>
                </a:lnTo>
                <a:lnTo>
                  <a:pt x="557213" y="876300"/>
                </a:lnTo>
                <a:lnTo>
                  <a:pt x="547688" y="876300"/>
                </a:lnTo>
                <a:lnTo>
                  <a:pt x="538163" y="876300"/>
                </a:lnTo>
                <a:lnTo>
                  <a:pt x="528638" y="876300"/>
                </a:lnTo>
                <a:lnTo>
                  <a:pt x="519113" y="876300"/>
                </a:lnTo>
                <a:lnTo>
                  <a:pt x="509588" y="876300"/>
                </a:lnTo>
                <a:lnTo>
                  <a:pt x="500063" y="876300"/>
                </a:lnTo>
                <a:lnTo>
                  <a:pt x="490538" y="876300"/>
                </a:lnTo>
                <a:lnTo>
                  <a:pt x="481013" y="876300"/>
                </a:lnTo>
                <a:lnTo>
                  <a:pt x="471488" y="876300"/>
                </a:lnTo>
                <a:lnTo>
                  <a:pt x="461963" y="876300"/>
                </a:lnTo>
                <a:lnTo>
                  <a:pt x="452438" y="876300"/>
                </a:lnTo>
                <a:lnTo>
                  <a:pt x="442913" y="876300"/>
                </a:lnTo>
                <a:lnTo>
                  <a:pt x="433388" y="876300"/>
                </a:lnTo>
                <a:lnTo>
                  <a:pt x="423863" y="876300"/>
                </a:lnTo>
                <a:lnTo>
                  <a:pt x="414338" y="876300"/>
                </a:lnTo>
                <a:lnTo>
                  <a:pt x="404813" y="876300"/>
                </a:lnTo>
                <a:lnTo>
                  <a:pt x="395288" y="876300"/>
                </a:lnTo>
                <a:lnTo>
                  <a:pt x="385763" y="876300"/>
                </a:lnTo>
                <a:lnTo>
                  <a:pt x="376238" y="876300"/>
                </a:lnTo>
                <a:lnTo>
                  <a:pt x="366713" y="876300"/>
                </a:lnTo>
                <a:lnTo>
                  <a:pt x="357188" y="876300"/>
                </a:lnTo>
                <a:lnTo>
                  <a:pt x="347663" y="876300"/>
                </a:lnTo>
                <a:lnTo>
                  <a:pt x="338138" y="876300"/>
                </a:lnTo>
                <a:lnTo>
                  <a:pt x="328613" y="876300"/>
                </a:lnTo>
                <a:lnTo>
                  <a:pt x="319088" y="876300"/>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4763" y="790575"/>
                </a:lnTo>
                <a:lnTo>
                  <a:pt x="9525" y="795338"/>
                </a:lnTo>
                <a:lnTo>
                  <a:pt x="9525" y="804863"/>
                </a:lnTo>
                <a:lnTo>
                  <a:pt x="9525" y="814388"/>
                </a:lnTo>
                <a:lnTo>
                  <a:pt x="9525" y="823913"/>
                </a:lnTo>
                <a:lnTo>
                  <a:pt x="9525" y="833438"/>
                </a:lnTo>
                <a:lnTo>
                  <a:pt x="9525" y="842963"/>
                </a:lnTo>
                <a:lnTo>
                  <a:pt x="9525" y="852488"/>
                </a:lnTo>
                <a:lnTo>
                  <a:pt x="9525" y="862013"/>
                </a:lnTo>
                <a:lnTo>
                  <a:pt x="14288" y="866775"/>
                </a:lnTo>
                <a:lnTo>
                  <a:pt x="23813" y="866775"/>
                </a:lnTo>
                <a:lnTo>
                  <a:pt x="33338" y="866775"/>
                </a:lnTo>
                <a:lnTo>
                  <a:pt x="42863" y="866775"/>
                </a:lnTo>
                <a:lnTo>
                  <a:pt x="52388" y="866775"/>
                </a:lnTo>
                <a:lnTo>
                  <a:pt x="61913" y="866775"/>
                </a:lnTo>
                <a:lnTo>
                  <a:pt x="71438" y="866775"/>
                </a:lnTo>
                <a:lnTo>
                  <a:pt x="80963" y="866775"/>
                </a:lnTo>
                <a:lnTo>
                  <a:pt x="90488" y="866775"/>
                </a:lnTo>
                <a:lnTo>
                  <a:pt x="100013" y="866775"/>
                </a:lnTo>
                <a:lnTo>
                  <a:pt x="109538" y="866775"/>
                </a:lnTo>
                <a:lnTo>
                  <a:pt x="119063" y="866775"/>
                </a:lnTo>
                <a:lnTo>
                  <a:pt x="128588" y="866775"/>
                </a:lnTo>
                <a:lnTo>
                  <a:pt x="138113" y="866775"/>
                </a:lnTo>
                <a:lnTo>
                  <a:pt x="147638" y="866775"/>
                </a:lnTo>
                <a:lnTo>
                  <a:pt x="157163" y="866775"/>
                </a:lnTo>
                <a:lnTo>
                  <a:pt x="166688" y="866775"/>
                </a:lnTo>
                <a:lnTo>
                  <a:pt x="176213" y="866775"/>
                </a:lnTo>
                <a:lnTo>
                  <a:pt x="185738" y="866775"/>
                </a:lnTo>
                <a:lnTo>
                  <a:pt x="195263" y="866775"/>
                </a:lnTo>
                <a:lnTo>
                  <a:pt x="204788" y="866775"/>
                </a:lnTo>
                <a:lnTo>
                  <a:pt x="214313" y="866775"/>
                </a:lnTo>
                <a:lnTo>
                  <a:pt x="223838" y="866775"/>
                </a:lnTo>
                <a:lnTo>
                  <a:pt x="233363" y="866775"/>
                </a:lnTo>
                <a:lnTo>
                  <a:pt x="242888" y="866775"/>
                </a:lnTo>
                <a:lnTo>
                  <a:pt x="252413" y="866775"/>
                </a:lnTo>
                <a:lnTo>
                  <a:pt x="261938" y="866775"/>
                </a:lnTo>
                <a:lnTo>
                  <a:pt x="271463" y="866775"/>
                </a:lnTo>
                <a:lnTo>
                  <a:pt x="280988" y="866775"/>
                </a:lnTo>
                <a:lnTo>
                  <a:pt x="290513" y="866775"/>
                </a:lnTo>
                <a:lnTo>
                  <a:pt x="300038" y="866775"/>
                </a:lnTo>
                <a:lnTo>
                  <a:pt x="309563" y="866775"/>
                </a:lnTo>
                <a:lnTo>
                  <a:pt x="314325" y="862013"/>
                </a:lnTo>
                <a:lnTo>
                  <a:pt x="309563" y="857250"/>
                </a:lnTo>
                <a:lnTo>
                  <a:pt x="300038" y="857250"/>
                </a:lnTo>
                <a:lnTo>
                  <a:pt x="295275" y="852488"/>
                </a:lnTo>
                <a:lnTo>
                  <a:pt x="290513" y="847725"/>
                </a:lnTo>
                <a:lnTo>
                  <a:pt x="280988" y="847725"/>
                </a:lnTo>
                <a:lnTo>
                  <a:pt x="276225" y="842963"/>
                </a:lnTo>
                <a:lnTo>
                  <a:pt x="271463" y="838200"/>
                </a:lnTo>
                <a:lnTo>
                  <a:pt x="266700" y="833438"/>
                </a:lnTo>
                <a:lnTo>
                  <a:pt x="261938" y="828675"/>
                </a:lnTo>
                <a:lnTo>
                  <a:pt x="257175" y="823913"/>
                </a:lnTo>
                <a:lnTo>
                  <a:pt x="252413" y="819150"/>
                </a:lnTo>
                <a:lnTo>
                  <a:pt x="242888" y="819150"/>
                </a:lnTo>
                <a:lnTo>
                  <a:pt x="238125" y="814388"/>
                </a:lnTo>
                <a:lnTo>
                  <a:pt x="233363" y="809625"/>
                </a:lnTo>
                <a:lnTo>
                  <a:pt x="228600" y="804863"/>
                </a:lnTo>
                <a:lnTo>
                  <a:pt x="223838" y="800100"/>
                </a:lnTo>
                <a:lnTo>
                  <a:pt x="219075" y="795338"/>
                </a:lnTo>
                <a:lnTo>
                  <a:pt x="214313" y="790575"/>
                </a:lnTo>
                <a:lnTo>
                  <a:pt x="209550" y="785813"/>
                </a:lnTo>
                <a:lnTo>
                  <a:pt x="204788" y="781050"/>
                </a:lnTo>
                <a:lnTo>
                  <a:pt x="195263" y="781050"/>
                </a:lnTo>
                <a:lnTo>
                  <a:pt x="190500" y="776288"/>
                </a:lnTo>
                <a:lnTo>
                  <a:pt x="185738" y="771525"/>
                </a:lnTo>
                <a:lnTo>
                  <a:pt x="176213" y="771525"/>
                </a:lnTo>
                <a:lnTo>
                  <a:pt x="171450" y="766763"/>
                </a:lnTo>
                <a:lnTo>
                  <a:pt x="171450" y="757238"/>
                </a:lnTo>
                <a:lnTo>
                  <a:pt x="166688" y="752475"/>
                </a:lnTo>
                <a:lnTo>
                  <a:pt x="161925" y="747713"/>
                </a:lnTo>
                <a:lnTo>
                  <a:pt x="157163" y="742950"/>
                </a:lnTo>
                <a:lnTo>
                  <a:pt x="152400" y="738188"/>
                </a:lnTo>
                <a:lnTo>
                  <a:pt x="152400" y="728663"/>
                </a:lnTo>
                <a:lnTo>
                  <a:pt x="147638" y="723900"/>
                </a:lnTo>
                <a:lnTo>
                  <a:pt x="142875" y="719138"/>
                </a:lnTo>
                <a:lnTo>
                  <a:pt x="138113" y="714375"/>
                </a:lnTo>
                <a:lnTo>
                  <a:pt x="133350" y="709613"/>
                </a:lnTo>
                <a:lnTo>
                  <a:pt x="133350" y="700088"/>
                </a:lnTo>
                <a:lnTo>
                  <a:pt x="128588" y="695325"/>
                </a:lnTo>
                <a:lnTo>
                  <a:pt x="119063" y="695325"/>
                </a:lnTo>
                <a:lnTo>
                  <a:pt x="114300" y="690563"/>
                </a:lnTo>
                <a:lnTo>
                  <a:pt x="114300" y="681038"/>
                </a:lnTo>
                <a:lnTo>
                  <a:pt x="114300" y="671513"/>
                </a:lnTo>
                <a:lnTo>
                  <a:pt x="109538" y="666750"/>
                </a:lnTo>
                <a:lnTo>
                  <a:pt x="104775" y="661988"/>
                </a:lnTo>
                <a:lnTo>
                  <a:pt x="104775" y="652463"/>
                </a:lnTo>
                <a:lnTo>
                  <a:pt x="100013" y="647700"/>
                </a:lnTo>
                <a:lnTo>
                  <a:pt x="95250" y="642938"/>
                </a:lnTo>
                <a:lnTo>
                  <a:pt x="95250" y="633413"/>
                </a:lnTo>
                <a:lnTo>
                  <a:pt x="90488" y="628650"/>
                </a:lnTo>
                <a:lnTo>
                  <a:pt x="85725" y="623888"/>
                </a:lnTo>
                <a:lnTo>
                  <a:pt x="80963" y="619125"/>
                </a:lnTo>
                <a:lnTo>
                  <a:pt x="76200" y="614363"/>
                </a:lnTo>
                <a:lnTo>
                  <a:pt x="80963" y="609600"/>
                </a:lnTo>
                <a:lnTo>
                  <a:pt x="85725" y="604838"/>
                </a:lnTo>
                <a:lnTo>
                  <a:pt x="80963" y="600075"/>
                </a:lnTo>
                <a:lnTo>
                  <a:pt x="76200" y="595313"/>
                </a:lnTo>
                <a:lnTo>
                  <a:pt x="76200" y="585788"/>
                </a:lnTo>
                <a:lnTo>
                  <a:pt x="71438" y="581025"/>
                </a:lnTo>
                <a:lnTo>
                  <a:pt x="66675" y="576263"/>
                </a:lnTo>
                <a:lnTo>
                  <a:pt x="66675" y="566738"/>
                </a:lnTo>
                <a:lnTo>
                  <a:pt x="66675" y="557213"/>
                </a:lnTo>
                <a:lnTo>
                  <a:pt x="66675" y="547688"/>
                </a:lnTo>
                <a:lnTo>
                  <a:pt x="61913" y="542925"/>
                </a:lnTo>
                <a:lnTo>
                  <a:pt x="57150" y="538163"/>
                </a:lnTo>
                <a:lnTo>
                  <a:pt x="61913" y="533400"/>
                </a:lnTo>
                <a:lnTo>
                  <a:pt x="66675" y="528638"/>
                </a:lnTo>
                <a:lnTo>
                  <a:pt x="61913" y="523875"/>
                </a:lnTo>
                <a:lnTo>
                  <a:pt x="57150" y="519113"/>
                </a:lnTo>
                <a:lnTo>
                  <a:pt x="57150" y="509588"/>
                </a:lnTo>
                <a:lnTo>
                  <a:pt x="57150" y="500063"/>
                </a:lnTo>
                <a:lnTo>
                  <a:pt x="57150" y="490538"/>
                </a:lnTo>
                <a:lnTo>
                  <a:pt x="57150" y="481013"/>
                </a:lnTo>
                <a:lnTo>
                  <a:pt x="57150" y="471488"/>
                </a:lnTo>
                <a:lnTo>
                  <a:pt x="57150" y="461963"/>
                </a:lnTo>
                <a:lnTo>
                  <a:pt x="57150" y="452438"/>
                </a:lnTo>
                <a:lnTo>
                  <a:pt x="52388" y="447675"/>
                </a:lnTo>
                <a:lnTo>
                  <a:pt x="47625" y="442913"/>
                </a:lnTo>
                <a:lnTo>
                  <a:pt x="52388" y="438150"/>
                </a:lnTo>
                <a:lnTo>
                  <a:pt x="57150" y="433388"/>
                </a:lnTo>
                <a:lnTo>
                  <a:pt x="52388" y="428625"/>
                </a:lnTo>
                <a:lnTo>
                  <a:pt x="47625" y="423863"/>
                </a:lnTo>
                <a:lnTo>
                  <a:pt x="52388" y="419100"/>
                </a:lnTo>
                <a:lnTo>
                  <a:pt x="57150" y="414338"/>
                </a:lnTo>
                <a:lnTo>
                  <a:pt x="57150" y="404813"/>
                </a:lnTo>
                <a:lnTo>
                  <a:pt x="57150" y="395288"/>
                </a:lnTo>
                <a:lnTo>
                  <a:pt x="57150" y="385763"/>
                </a:lnTo>
                <a:lnTo>
                  <a:pt x="57150" y="376238"/>
                </a:lnTo>
                <a:lnTo>
                  <a:pt x="57150" y="366713"/>
                </a:lnTo>
                <a:lnTo>
                  <a:pt x="57150" y="357188"/>
                </a:lnTo>
                <a:lnTo>
                  <a:pt x="57150" y="347663"/>
                </a:lnTo>
                <a:lnTo>
                  <a:pt x="61913" y="342900"/>
                </a:lnTo>
                <a:lnTo>
                  <a:pt x="66675" y="338138"/>
                </a:lnTo>
                <a:lnTo>
                  <a:pt x="66675" y="328613"/>
                </a:lnTo>
                <a:lnTo>
                  <a:pt x="66675" y="319088"/>
                </a:lnTo>
                <a:lnTo>
                  <a:pt x="66675" y="309563"/>
                </a:lnTo>
                <a:lnTo>
                  <a:pt x="71438" y="304800"/>
                </a:lnTo>
                <a:lnTo>
                  <a:pt x="76200" y="300038"/>
                </a:lnTo>
                <a:lnTo>
                  <a:pt x="76200" y="290513"/>
                </a:lnTo>
                <a:lnTo>
                  <a:pt x="76200" y="280988"/>
                </a:lnTo>
                <a:lnTo>
                  <a:pt x="80963" y="276225"/>
                </a:lnTo>
                <a:lnTo>
                  <a:pt x="85725" y="271463"/>
                </a:lnTo>
                <a:lnTo>
                  <a:pt x="85725" y="261938"/>
                </a:lnTo>
                <a:lnTo>
                  <a:pt x="90488" y="257175"/>
                </a:lnTo>
                <a:lnTo>
                  <a:pt x="95250" y="252413"/>
                </a:lnTo>
                <a:lnTo>
                  <a:pt x="95250" y="242888"/>
                </a:lnTo>
                <a:lnTo>
                  <a:pt x="95250" y="233363"/>
                </a:lnTo>
                <a:lnTo>
                  <a:pt x="100013" y="228600"/>
                </a:lnTo>
                <a:lnTo>
                  <a:pt x="104775" y="223838"/>
                </a:lnTo>
                <a:lnTo>
                  <a:pt x="104775" y="214313"/>
                </a:lnTo>
                <a:lnTo>
                  <a:pt x="109538" y="209550"/>
                </a:lnTo>
                <a:lnTo>
                  <a:pt x="114300" y="204788"/>
                </a:lnTo>
                <a:lnTo>
                  <a:pt x="119063" y="200025"/>
                </a:lnTo>
                <a:lnTo>
                  <a:pt x="123825" y="195263"/>
                </a:lnTo>
                <a:lnTo>
                  <a:pt x="123825" y="185738"/>
                </a:lnTo>
                <a:lnTo>
                  <a:pt x="128588" y="180975"/>
                </a:lnTo>
                <a:lnTo>
                  <a:pt x="133350" y="176213"/>
                </a:lnTo>
                <a:lnTo>
                  <a:pt x="133350" y="166688"/>
                </a:lnTo>
                <a:lnTo>
                  <a:pt x="138113" y="161925"/>
                </a:lnTo>
                <a:lnTo>
                  <a:pt x="142875" y="157163"/>
                </a:lnTo>
                <a:lnTo>
                  <a:pt x="147638" y="152400"/>
                </a:lnTo>
                <a:lnTo>
                  <a:pt x="152400" y="147638"/>
                </a:lnTo>
                <a:lnTo>
                  <a:pt x="152400" y="138113"/>
                </a:lnTo>
                <a:lnTo>
                  <a:pt x="157163" y="133350"/>
                </a:lnTo>
                <a:lnTo>
                  <a:pt x="161925" y="128588"/>
                </a:lnTo>
                <a:lnTo>
                  <a:pt x="166688" y="123825"/>
                </a:lnTo>
                <a:lnTo>
                  <a:pt x="171450" y="119063"/>
                </a:lnTo>
                <a:lnTo>
                  <a:pt x="176213" y="114300"/>
                </a:lnTo>
                <a:lnTo>
                  <a:pt x="180975" y="109538"/>
                </a:lnTo>
                <a:lnTo>
                  <a:pt x="185738" y="104775"/>
                </a:lnTo>
                <a:lnTo>
                  <a:pt x="190500" y="100013"/>
                </a:lnTo>
                <a:lnTo>
                  <a:pt x="195263" y="95250"/>
                </a:lnTo>
                <a:lnTo>
                  <a:pt x="200025" y="90488"/>
                </a:lnTo>
                <a:lnTo>
                  <a:pt x="204788" y="85725"/>
                </a:lnTo>
                <a:lnTo>
                  <a:pt x="209550" y="80963"/>
                </a:lnTo>
                <a:lnTo>
                  <a:pt x="214313" y="76200"/>
                </a:lnTo>
                <a:lnTo>
                  <a:pt x="219075" y="71438"/>
                </a:lnTo>
                <a:lnTo>
                  <a:pt x="223838" y="66675"/>
                </a:lnTo>
                <a:lnTo>
                  <a:pt x="228600" y="61913"/>
                </a:lnTo>
                <a:lnTo>
                  <a:pt x="233363" y="57150"/>
                </a:lnTo>
                <a:lnTo>
                  <a:pt x="238125" y="52388"/>
                </a:lnTo>
                <a:lnTo>
                  <a:pt x="242888" y="47625"/>
                </a:lnTo>
                <a:lnTo>
                  <a:pt x="252413" y="47625"/>
                </a:lnTo>
                <a:lnTo>
                  <a:pt x="257175" y="42863"/>
                </a:lnTo>
                <a:lnTo>
                  <a:pt x="261938" y="38100"/>
                </a:lnTo>
                <a:lnTo>
                  <a:pt x="266700" y="33338"/>
                </a:lnTo>
                <a:lnTo>
                  <a:pt x="271463" y="28575"/>
                </a:lnTo>
                <a:lnTo>
                  <a:pt x="280988" y="28575"/>
                </a:lnTo>
                <a:lnTo>
                  <a:pt x="285750" y="23813"/>
                </a:lnTo>
                <a:lnTo>
                  <a:pt x="290513" y="19050"/>
                </a:lnTo>
                <a:lnTo>
                  <a:pt x="300038" y="19050"/>
                </a:lnTo>
                <a:lnTo>
                  <a:pt x="304800" y="14288"/>
                </a:lnTo>
                <a:lnTo>
                  <a:pt x="309563" y="9525"/>
                </a:lnTo>
                <a:lnTo>
                  <a:pt x="314325" y="4763"/>
                </a:lnTo>
                <a:close/>
              </a:path>
            </a:pathLst>
          </a:custGeom>
          <a:solidFill xmlns:a="http://schemas.openxmlformats.org/drawingml/2006/main">
            <a:srgbClr val="A6C997"/>
          </a:solidFill>
          <a:ln xmlns:a="http://schemas.openxmlformats.org/drawingml/2006/main" w="0">
            <a:noFill/>
            <a:prstDash val="solid"/>
          </a:ln>
        </p:spPr>
      </p:sp>
      <p:sp>
        <p:nvSpPr>
          <p:cNvPr id="506" name="layout-green-86-2">
            <a:extLst xmlns:a="http://schemas.openxmlformats.org/drawingml/2006/main">
              <a:ext uri="{FF2B5EF4-FFF2-40B4-BE49-F238E27FC236}">
                <a16:creationId xmlns:a16="http://schemas.microsoft.com/office/drawing/2014/main" id="{6487BF5D-04C6-40C3-B766-537704CDF8FD}"/>
              </a:ext>
            </a:extLst>
          </p:cNvPr>
          <p:cNvSpPr>
            <a:spLocks xmlns:a="http://schemas.openxmlformats.org/drawingml/2006/main" noGrp="1"/>
          </p:cNvSpPr>
          <p:nvPr/>
        </p:nvSpPr>
        <p:spPr>
          <a:xfrm xmlns:a="http://schemas.openxmlformats.org/drawingml/2006/main" rot="0">
            <a:off x="390525" y="3552825"/>
            <a:ext cx="171450" cy="85725"/>
          </a:xfrm>
          <a:custGeom xmlns:a="http://schemas.openxmlformats.org/drawingml/2006/main">
            <a:pathLst>
              <a:path w="171450" h="85725">
                <a:moveTo>
                  <a:pt x="152400" y="4763"/>
                </a:moveTo>
                <a:lnTo>
                  <a:pt x="157163" y="0"/>
                </a:lnTo>
                <a:lnTo>
                  <a:pt x="166688" y="0"/>
                </a:lnTo>
                <a:lnTo>
                  <a:pt x="171450" y="4763"/>
                </a:lnTo>
                <a:lnTo>
                  <a:pt x="171450" y="14288"/>
                </a:lnTo>
                <a:lnTo>
                  <a:pt x="171450" y="23813"/>
                </a:lnTo>
                <a:lnTo>
                  <a:pt x="166688" y="28575"/>
                </a:lnTo>
                <a:lnTo>
                  <a:pt x="161925" y="33338"/>
                </a:lnTo>
                <a:lnTo>
                  <a:pt x="161925" y="42863"/>
                </a:lnTo>
                <a:lnTo>
                  <a:pt x="166688" y="47625"/>
                </a:lnTo>
                <a:lnTo>
                  <a:pt x="171450" y="52388"/>
                </a:lnTo>
                <a:lnTo>
                  <a:pt x="171450" y="61913"/>
                </a:lnTo>
                <a:lnTo>
                  <a:pt x="171450" y="71438"/>
                </a:lnTo>
                <a:lnTo>
                  <a:pt x="171450" y="80963"/>
                </a:lnTo>
                <a:lnTo>
                  <a:pt x="166688" y="85725"/>
                </a:lnTo>
                <a:lnTo>
                  <a:pt x="157163" y="85725"/>
                </a:lnTo>
                <a:lnTo>
                  <a:pt x="147638" y="85725"/>
                </a:lnTo>
                <a:lnTo>
                  <a:pt x="138113" y="85725"/>
                </a:lnTo>
                <a:lnTo>
                  <a:pt x="128588" y="85725"/>
                </a:lnTo>
                <a:lnTo>
                  <a:pt x="119063" y="85725"/>
                </a:lnTo>
                <a:lnTo>
                  <a:pt x="109538" y="85725"/>
                </a:lnTo>
                <a:lnTo>
                  <a:pt x="100013" y="85725"/>
                </a:lnTo>
                <a:lnTo>
                  <a:pt x="90488" y="85725"/>
                </a:lnTo>
                <a:lnTo>
                  <a:pt x="85725" y="80963"/>
                </a:lnTo>
                <a:lnTo>
                  <a:pt x="80963" y="76200"/>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4763" y="57150"/>
                </a:lnTo>
                <a:lnTo>
                  <a:pt x="0" y="52388"/>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71438" y="19050"/>
                </a:lnTo>
                <a:lnTo>
                  <a:pt x="76200" y="14288"/>
                </a:lnTo>
                <a:lnTo>
                  <a:pt x="80963" y="9525"/>
                </a:lnTo>
                <a:lnTo>
                  <a:pt x="90488" y="9525"/>
                </a:lnTo>
                <a:lnTo>
                  <a:pt x="100013" y="9525"/>
                </a:lnTo>
                <a:lnTo>
                  <a:pt x="109538" y="9525"/>
                </a:lnTo>
                <a:lnTo>
                  <a:pt x="119063" y="9525"/>
                </a:lnTo>
                <a:lnTo>
                  <a:pt x="128588" y="9525"/>
                </a:lnTo>
                <a:lnTo>
                  <a:pt x="138113" y="9525"/>
                </a:lnTo>
                <a:lnTo>
                  <a:pt x="147638" y="9525"/>
                </a:lnTo>
                <a:lnTo>
                  <a:pt x="152400" y="4763"/>
                </a:lnTo>
                <a:close/>
              </a:path>
            </a:pathLst>
          </a:custGeom>
          <a:solidFill xmlns:a="http://schemas.openxmlformats.org/drawingml/2006/main">
            <a:srgbClr val="A6C997"/>
          </a:solidFill>
          <a:ln xmlns:a="http://schemas.openxmlformats.org/drawingml/2006/main" w="0">
            <a:noFill/>
            <a:prstDash val="solid"/>
          </a:ln>
        </p:spPr>
      </p:sp>
      <p:sp>
        <p:nvSpPr>
          <p:cNvPr id="507" name="layout-green-87-0">
            <a:extLst xmlns:a="http://schemas.openxmlformats.org/drawingml/2006/main">
              <a:ext uri="{FF2B5EF4-FFF2-40B4-BE49-F238E27FC236}">
                <a16:creationId xmlns:a16="http://schemas.microsoft.com/office/drawing/2014/main" id="{78FA005B-74C3-46B1-83CD-7BDA0D8C0EFA}"/>
              </a:ext>
            </a:extLst>
          </p:cNvPr>
          <p:cNvSpPr>
            <a:spLocks xmlns:a="http://schemas.openxmlformats.org/drawingml/2006/main" noGrp="1"/>
          </p:cNvSpPr>
          <p:nvPr/>
        </p:nvSpPr>
        <p:spPr>
          <a:xfrm xmlns:a="http://schemas.openxmlformats.org/drawingml/2006/main" rot="0">
            <a:off x="123825" y="3371850"/>
            <a:ext cx="9525" cy="781050"/>
          </a:xfrm>
          <a:custGeom xmlns:a="http://schemas.openxmlformats.org/drawingml/2006/main">
            <a:pathLst>
              <a:path w="9525" h="7810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9525" y="433388"/>
                </a:lnTo>
                <a:lnTo>
                  <a:pt x="9525" y="442913"/>
                </a:lnTo>
                <a:lnTo>
                  <a:pt x="9525" y="452438"/>
                </a:lnTo>
                <a:lnTo>
                  <a:pt x="9525" y="461963"/>
                </a:lnTo>
                <a:lnTo>
                  <a:pt x="9525" y="471488"/>
                </a:lnTo>
                <a:lnTo>
                  <a:pt x="9525" y="481013"/>
                </a:lnTo>
                <a:lnTo>
                  <a:pt x="9525" y="490538"/>
                </a:lnTo>
                <a:lnTo>
                  <a:pt x="9525" y="500063"/>
                </a:lnTo>
                <a:lnTo>
                  <a:pt x="9525" y="509588"/>
                </a:lnTo>
                <a:lnTo>
                  <a:pt x="9525" y="519113"/>
                </a:lnTo>
                <a:lnTo>
                  <a:pt x="9525" y="528638"/>
                </a:lnTo>
                <a:lnTo>
                  <a:pt x="9525" y="538163"/>
                </a:lnTo>
                <a:lnTo>
                  <a:pt x="9525" y="547688"/>
                </a:lnTo>
                <a:lnTo>
                  <a:pt x="9525" y="557213"/>
                </a:lnTo>
                <a:lnTo>
                  <a:pt x="9525" y="566738"/>
                </a:lnTo>
                <a:lnTo>
                  <a:pt x="9525" y="576263"/>
                </a:lnTo>
                <a:lnTo>
                  <a:pt x="9525" y="585788"/>
                </a:lnTo>
                <a:lnTo>
                  <a:pt x="9525" y="595313"/>
                </a:lnTo>
                <a:lnTo>
                  <a:pt x="9525" y="604838"/>
                </a:lnTo>
                <a:lnTo>
                  <a:pt x="9525" y="614363"/>
                </a:lnTo>
                <a:lnTo>
                  <a:pt x="9525" y="623888"/>
                </a:lnTo>
                <a:lnTo>
                  <a:pt x="9525" y="633413"/>
                </a:lnTo>
                <a:lnTo>
                  <a:pt x="9525" y="642938"/>
                </a:lnTo>
                <a:lnTo>
                  <a:pt x="9525" y="652463"/>
                </a:lnTo>
                <a:lnTo>
                  <a:pt x="9525" y="661988"/>
                </a:lnTo>
                <a:lnTo>
                  <a:pt x="9525" y="671513"/>
                </a:lnTo>
                <a:lnTo>
                  <a:pt x="9525" y="681038"/>
                </a:lnTo>
                <a:lnTo>
                  <a:pt x="9525" y="690563"/>
                </a:lnTo>
                <a:lnTo>
                  <a:pt x="9525" y="700088"/>
                </a:lnTo>
                <a:lnTo>
                  <a:pt x="9525" y="709613"/>
                </a:lnTo>
                <a:lnTo>
                  <a:pt x="9525" y="719138"/>
                </a:lnTo>
                <a:lnTo>
                  <a:pt x="9525" y="728663"/>
                </a:lnTo>
                <a:lnTo>
                  <a:pt x="9525" y="738188"/>
                </a:lnTo>
                <a:lnTo>
                  <a:pt x="9525" y="747713"/>
                </a:lnTo>
                <a:lnTo>
                  <a:pt x="9525" y="757238"/>
                </a:lnTo>
                <a:lnTo>
                  <a:pt x="9525" y="766763"/>
                </a:lnTo>
                <a:lnTo>
                  <a:pt x="9525" y="776288"/>
                </a:lnTo>
                <a:lnTo>
                  <a:pt x="4763" y="781050"/>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A7CB9A"/>
          </a:solidFill>
          <a:ln xmlns:a="http://schemas.openxmlformats.org/drawingml/2006/main" w="0">
            <a:noFill/>
            <a:prstDash val="solid"/>
          </a:ln>
        </p:spPr>
      </p:sp>
      <p:sp>
        <p:nvSpPr>
          <p:cNvPr id="508" name="layout-green-87-1">
            <a:extLst xmlns:a="http://schemas.openxmlformats.org/drawingml/2006/main">
              <a:ext uri="{FF2B5EF4-FFF2-40B4-BE49-F238E27FC236}">
                <a16:creationId xmlns:a16="http://schemas.microsoft.com/office/drawing/2014/main" id="{F54751A1-218B-471B-B1F6-78631874FA01}"/>
              </a:ext>
            </a:extLst>
          </p:cNvPr>
          <p:cNvSpPr>
            <a:spLocks xmlns:a="http://schemas.openxmlformats.org/drawingml/2006/main" noGrp="1"/>
          </p:cNvSpPr>
          <p:nvPr/>
        </p:nvSpPr>
        <p:spPr>
          <a:xfrm xmlns:a="http://schemas.openxmlformats.org/drawingml/2006/main" rot="0">
            <a:off x="123825" y="3371850"/>
            <a:ext cx="1076325" cy="876300"/>
          </a:xfrm>
          <a:custGeom xmlns:a="http://schemas.openxmlformats.org/drawingml/2006/main">
            <a:pathLst>
              <a:path w="1076325" h="876300">
                <a:moveTo>
                  <a:pt x="352425" y="4763"/>
                </a:moveTo>
                <a:lnTo>
                  <a:pt x="357188" y="0"/>
                </a:lnTo>
                <a:lnTo>
                  <a:pt x="366713" y="0"/>
                </a:lnTo>
                <a:lnTo>
                  <a:pt x="376238" y="0"/>
                </a:lnTo>
                <a:lnTo>
                  <a:pt x="385763" y="0"/>
                </a:lnTo>
                <a:lnTo>
                  <a:pt x="395288" y="0"/>
                </a:lnTo>
                <a:lnTo>
                  <a:pt x="404813" y="0"/>
                </a:lnTo>
                <a:lnTo>
                  <a:pt x="414338" y="0"/>
                </a:lnTo>
                <a:lnTo>
                  <a:pt x="423863" y="0"/>
                </a:lnTo>
                <a:lnTo>
                  <a:pt x="433388" y="0"/>
                </a:lnTo>
                <a:lnTo>
                  <a:pt x="438150" y="4763"/>
                </a:lnTo>
                <a:lnTo>
                  <a:pt x="438150" y="14288"/>
                </a:lnTo>
                <a:lnTo>
                  <a:pt x="438150" y="23813"/>
                </a:lnTo>
                <a:lnTo>
                  <a:pt x="438150" y="33338"/>
                </a:lnTo>
                <a:lnTo>
                  <a:pt x="438150" y="42863"/>
                </a:lnTo>
                <a:lnTo>
                  <a:pt x="438150" y="52388"/>
                </a:lnTo>
                <a:lnTo>
                  <a:pt x="438150" y="61913"/>
                </a:lnTo>
                <a:lnTo>
                  <a:pt x="438150" y="71438"/>
                </a:lnTo>
                <a:lnTo>
                  <a:pt x="438150" y="80963"/>
                </a:lnTo>
                <a:lnTo>
                  <a:pt x="438150" y="90488"/>
                </a:lnTo>
                <a:lnTo>
                  <a:pt x="438150" y="100013"/>
                </a:lnTo>
                <a:lnTo>
                  <a:pt x="438150" y="109538"/>
                </a:lnTo>
                <a:lnTo>
                  <a:pt x="438150" y="119063"/>
                </a:lnTo>
                <a:lnTo>
                  <a:pt x="438150" y="128588"/>
                </a:lnTo>
                <a:lnTo>
                  <a:pt x="438150" y="138113"/>
                </a:lnTo>
                <a:lnTo>
                  <a:pt x="438150" y="147638"/>
                </a:lnTo>
                <a:lnTo>
                  <a:pt x="438150" y="157163"/>
                </a:lnTo>
                <a:lnTo>
                  <a:pt x="433388" y="161925"/>
                </a:lnTo>
                <a:lnTo>
                  <a:pt x="423863" y="161925"/>
                </a:lnTo>
                <a:lnTo>
                  <a:pt x="419100" y="166688"/>
                </a:lnTo>
                <a:lnTo>
                  <a:pt x="414338" y="171450"/>
                </a:lnTo>
                <a:lnTo>
                  <a:pt x="404813" y="171450"/>
                </a:lnTo>
                <a:lnTo>
                  <a:pt x="395288" y="171450"/>
                </a:lnTo>
                <a:lnTo>
                  <a:pt x="385763" y="171450"/>
                </a:lnTo>
                <a:lnTo>
                  <a:pt x="376238" y="171450"/>
                </a:lnTo>
                <a:lnTo>
                  <a:pt x="366713" y="171450"/>
                </a:lnTo>
                <a:lnTo>
                  <a:pt x="357188" y="171450"/>
                </a:lnTo>
                <a:lnTo>
                  <a:pt x="347663" y="171450"/>
                </a:lnTo>
                <a:lnTo>
                  <a:pt x="342900" y="176213"/>
                </a:lnTo>
                <a:lnTo>
                  <a:pt x="338138" y="180975"/>
                </a:lnTo>
                <a:lnTo>
                  <a:pt x="328613" y="180975"/>
                </a:lnTo>
                <a:lnTo>
                  <a:pt x="319088" y="180975"/>
                </a:lnTo>
                <a:lnTo>
                  <a:pt x="309563" y="180975"/>
                </a:lnTo>
                <a:lnTo>
                  <a:pt x="300038" y="180975"/>
                </a:lnTo>
                <a:lnTo>
                  <a:pt x="295275" y="185738"/>
                </a:lnTo>
                <a:lnTo>
                  <a:pt x="290513" y="190500"/>
                </a:lnTo>
                <a:lnTo>
                  <a:pt x="280988" y="190500"/>
                </a:lnTo>
                <a:lnTo>
                  <a:pt x="276225" y="195263"/>
                </a:lnTo>
                <a:lnTo>
                  <a:pt x="271463" y="200025"/>
                </a:lnTo>
                <a:lnTo>
                  <a:pt x="261938" y="200025"/>
                </a:lnTo>
                <a:lnTo>
                  <a:pt x="257175" y="204788"/>
                </a:lnTo>
                <a:lnTo>
                  <a:pt x="252413" y="209550"/>
                </a:lnTo>
                <a:lnTo>
                  <a:pt x="247650" y="214313"/>
                </a:lnTo>
                <a:lnTo>
                  <a:pt x="247650" y="223838"/>
                </a:lnTo>
                <a:lnTo>
                  <a:pt x="247650" y="233363"/>
                </a:lnTo>
                <a:lnTo>
                  <a:pt x="247650" y="242888"/>
                </a:lnTo>
                <a:lnTo>
                  <a:pt x="252413" y="247650"/>
                </a:lnTo>
                <a:lnTo>
                  <a:pt x="257175" y="252413"/>
                </a:lnTo>
                <a:lnTo>
                  <a:pt x="261938" y="257175"/>
                </a:lnTo>
                <a:lnTo>
                  <a:pt x="271463" y="257175"/>
                </a:lnTo>
                <a:lnTo>
                  <a:pt x="276225" y="261938"/>
                </a:lnTo>
                <a:lnTo>
                  <a:pt x="280988" y="266700"/>
                </a:lnTo>
                <a:lnTo>
                  <a:pt x="290513" y="266700"/>
                </a:lnTo>
                <a:lnTo>
                  <a:pt x="300038" y="266700"/>
                </a:lnTo>
                <a:lnTo>
                  <a:pt x="304800" y="271463"/>
                </a:lnTo>
                <a:lnTo>
                  <a:pt x="309563" y="276225"/>
                </a:lnTo>
                <a:lnTo>
                  <a:pt x="319088" y="276225"/>
                </a:lnTo>
                <a:lnTo>
                  <a:pt x="328613" y="276225"/>
                </a:lnTo>
                <a:lnTo>
                  <a:pt x="338138" y="276225"/>
                </a:lnTo>
                <a:lnTo>
                  <a:pt x="342900" y="280988"/>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28625" y="290513"/>
                </a:lnTo>
                <a:lnTo>
                  <a:pt x="433388" y="295275"/>
                </a:lnTo>
                <a:lnTo>
                  <a:pt x="438150" y="300038"/>
                </a:lnTo>
                <a:lnTo>
                  <a:pt x="438150" y="309563"/>
                </a:lnTo>
                <a:lnTo>
                  <a:pt x="438150" y="319088"/>
                </a:lnTo>
                <a:lnTo>
                  <a:pt x="438150" y="328613"/>
                </a:lnTo>
                <a:lnTo>
                  <a:pt x="438150" y="338138"/>
                </a:lnTo>
                <a:lnTo>
                  <a:pt x="438150" y="347663"/>
                </a:lnTo>
                <a:lnTo>
                  <a:pt x="438150" y="357188"/>
                </a:lnTo>
                <a:lnTo>
                  <a:pt x="438150" y="366713"/>
                </a:lnTo>
                <a:lnTo>
                  <a:pt x="438150" y="376238"/>
                </a:lnTo>
                <a:lnTo>
                  <a:pt x="438150" y="385763"/>
                </a:lnTo>
                <a:lnTo>
                  <a:pt x="438150" y="395288"/>
                </a:lnTo>
                <a:lnTo>
                  <a:pt x="438150" y="404813"/>
                </a:lnTo>
                <a:lnTo>
                  <a:pt x="438150" y="414338"/>
                </a:lnTo>
                <a:lnTo>
                  <a:pt x="438150" y="423863"/>
                </a:lnTo>
                <a:lnTo>
                  <a:pt x="438150" y="433388"/>
                </a:lnTo>
                <a:lnTo>
                  <a:pt x="442913" y="438150"/>
                </a:lnTo>
                <a:lnTo>
                  <a:pt x="452438" y="438150"/>
                </a:lnTo>
                <a:lnTo>
                  <a:pt x="461963" y="438150"/>
                </a:lnTo>
                <a:lnTo>
                  <a:pt x="471488" y="438150"/>
                </a:lnTo>
                <a:lnTo>
                  <a:pt x="481013" y="438150"/>
                </a:lnTo>
                <a:lnTo>
                  <a:pt x="490538" y="438150"/>
                </a:lnTo>
                <a:lnTo>
                  <a:pt x="500063" y="438150"/>
                </a:lnTo>
                <a:lnTo>
                  <a:pt x="509588" y="438150"/>
                </a:lnTo>
                <a:lnTo>
                  <a:pt x="519113" y="438150"/>
                </a:lnTo>
                <a:lnTo>
                  <a:pt x="528638" y="438150"/>
                </a:lnTo>
                <a:lnTo>
                  <a:pt x="538163" y="438150"/>
                </a:lnTo>
                <a:lnTo>
                  <a:pt x="547688" y="438150"/>
                </a:lnTo>
                <a:lnTo>
                  <a:pt x="557213" y="438150"/>
                </a:lnTo>
                <a:lnTo>
                  <a:pt x="566738" y="438150"/>
                </a:lnTo>
                <a:lnTo>
                  <a:pt x="576263" y="438150"/>
                </a:lnTo>
                <a:lnTo>
                  <a:pt x="585788" y="438150"/>
                </a:lnTo>
                <a:lnTo>
                  <a:pt x="595313" y="438150"/>
                </a:lnTo>
                <a:lnTo>
                  <a:pt x="604838" y="438150"/>
                </a:lnTo>
                <a:lnTo>
                  <a:pt x="614363" y="438150"/>
                </a:lnTo>
                <a:lnTo>
                  <a:pt x="623888" y="438150"/>
                </a:lnTo>
                <a:lnTo>
                  <a:pt x="633413" y="438150"/>
                </a:lnTo>
                <a:lnTo>
                  <a:pt x="642938" y="438150"/>
                </a:lnTo>
                <a:lnTo>
                  <a:pt x="652463" y="438150"/>
                </a:lnTo>
                <a:lnTo>
                  <a:pt x="661988" y="438150"/>
                </a:lnTo>
                <a:lnTo>
                  <a:pt x="671513" y="438150"/>
                </a:lnTo>
                <a:lnTo>
                  <a:pt x="681038" y="438150"/>
                </a:lnTo>
                <a:lnTo>
                  <a:pt x="690563" y="438150"/>
                </a:lnTo>
                <a:lnTo>
                  <a:pt x="700088" y="438150"/>
                </a:lnTo>
                <a:lnTo>
                  <a:pt x="709613" y="438150"/>
                </a:lnTo>
                <a:lnTo>
                  <a:pt x="719138" y="438150"/>
                </a:lnTo>
                <a:lnTo>
                  <a:pt x="728663" y="438150"/>
                </a:lnTo>
                <a:lnTo>
                  <a:pt x="738188" y="438150"/>
                </a:lnTo>
                <a:lnTo>
                  <a:pt x="747713" y="438150"/>
                </a:lnTo>
                <a:lnTo>
                  <a:pt x="757238" y="438150"/>
                </a:lnTo>
                <a:lnTo>
                  <a:pt x="766763" y="438150"/>
                </a:lnTo>
                <a:lnTo>
                  <a:pt x="776288" y="438150"/>
                </a:lnTo>
                <a:lnTo>
                  <a:pt x="785813" y="438150"/>
                </a:lnTo>
                <a:lnTo>
                  <a:pt x="795338" y="438150"/>
                </a:lnTo>
                <a:lnTo>
                  <a:pt x="804863" y="438150"/>
                </a:lnTo>
                <a:lnTo>
                  <a:pt x="814388" y="438150"/>
                </a:lnTo>
                <a:lnTo>
                  <a:pt x="823913" y="438150"/>
                </a:lnTo>
                <a:lnTo>
                  <a:pt x="833438" y="438150"/>
                </a:lnTo>
                <a:lnTo>
                  <a:pt x="842963" y="438150"/>
                </a:lnTo>
                <a:lnTo>
                  <a:pt x="852488" y="438150"/>
                </a:lnTo>
                <a:lnTo>
                  <a:pt x="862013" y="438150"/>
                </a:lnTo>
                <a:lnTo>
                  <a:pt x="871538" y="438150"/>
                </a:lnTo>
                <a:lnTo>
                  <a:pt x="881063" y="438150"/>
                </a:lnTo>
                <a:lnTo>
                  <a:pt x="890588" y="438150"/>
                </a:lnTo>
                <a:lnTo>
                  <a:pt x="900113" y="438150"/>
                </a:lnTo>
                <a:lnTo>
                  <a:pt x="909638" y="438150"/>
                </a:lnTo>
                <a:lnTo>
                  <a:pt x="919163" y="438150"/>
                </a:lnTo>
                <a:lnTo>
                  <a:pt x="928688" y="438150"/>
                </a:lnTo>
                <a:lnTo>
                  <a:pt x="938213" y="438150"/>
                </a:lnTo>
                <a:lnTo>
                  <a:pt x="947738" y="438150"/>
                </a:lnTo>
                <a:lnTo>
                  <a:pt x="957263" y="438150"/>
                </a:lnTo>
                <a:lnTo>
                  <a:pt x="966788" y="438150"/>
                </a:lnTo>
                <a:lnTo>
                  <a:pt x="976313" y="438150"/>
                </a:lnTo>
                <a:lnTo>
                  <a:pt x="985838" y="438150"/>
                </a:lnTo>
                <a:lnTo>
                  <a:pt x="995363" y="438150"/>
                </a:lnTo>
                <a:lnTo>
                  <a:pt x="1004888" y="438150"/>
                </a:lnTo>
                <a:lnTo>
                  <a:pt x="1014413" y="438150"/>
                </a:lnTo>
                <a:lnTo>
                  <a:pt x="1023938" y="438150"/>
                </a:lnTo>
                <a:lnTo>
                  <a:pt x="1033463" y="438150"/>
                </a:lnTo>
                <a:lnTo>
                  <a:pt x="1042988" y="438150"/>
                </a:lnTo>
                <a:lnTo>
                  <a:pt x="1052513" y="438150"/>
                </a:lnTo>
                <a:lnTo>
                  <a:pt x="1062038" y="438150"/>
                </a:lnTo>
                <a:lnTo>
                  <a:pt x="1071563" y="438150"/>
                </a:lnTo>
                <a:lnTo>
                  <a:pt x="1076325" y="442913"/>
                </a:lnTo>
                <a:lnTo>
                  <a:pt x="1076325" y="452438"/>
                </a:lnTo>
                <a:lnTo>
                  <a:pt x="1076325" y="461963"/>
                </a:lnTo>
                <a:lnTo>
                  <a:pt x="1076325" y="471488"/>
                </a:lnTo>
                <a:lnTo>
                  <a:pt x="1076325" y="481013"/>
                </a:lnTo>
                <a:lnTo>
                  <a:pt x="1076325" y="490538"/>
                </a:lnTo>
                <a:lnTo>
                  <a:pt x="1076325" y="500063"/>
                </a:lnTo>
                <a:lnTo>
                  <a:pt x="1076325" y="509588"/>
                </a:lnTo>
                <a:lnTo>
                  <a:pt x="1076325" y="519113"/>
                </a:lnTo>
                <a:lnTo>
                  <a:pt x="1076325" y="528638"/>
                </a:lnTo>
                <a:lnTo>
                  <a:pt x="1076325" y="538163"/>
                </a:lnTo>
                <a:lnTo>
                  <a:pt x="1076325" y="547688"/>
                </a:lnTo>
                <a:lnTo>
                  <a:pt x="1076325" y="557213"/>
                </a:lnTo>
                <a:lnTo>
                  <a:pt x="1076325" y="566738"/>
                </a:lnTo>
                <a:lnTo>
                  <a:pt x="1076325" y="576263"/>
                </a:lnTo>
                <a:lnTo>
                  <a:pt x="1076325" y="585788"/>
                </a:lnTo>
                <a:lnTo>
                  <a:pt x="1076325" y="595313"/>
                </a:lnTo>
                <a:lnTo>
                  <a:pt x="1076325" y="604838"/>
                </a:lnTo>
                <a:lnTo>
                  <a:pt x="1076325" y="614363"/>
                </a:lnTo>
                <a:lnTo>
                  <a:pt x="1076325" y="623888"/>
                </a:lnTo>
                <a:lnTo>
                  <a:pt x="1076325" y="633413"/>
                </a:lnTo>
                <a:lnTo>
                  <a:pt x="1076325" y="642938"/>
                </a:lnTo>
                <a:lnTo>
                  <a:pt x="1076325" y="652463"/>
                </a:lnTo>
                <a:lnTo>
                  <a:pt x="1076325" y="661988"/>
                </a:lnTo>
                <a:lnTo>
                  <a:pt x="1076325" y="671513"/>
                </a:lnTo>
                <a:lnTo>
                  <a:pt x="1076325" y="681038"/>
                </a:lnTo>
                <a:lnTo>
                  <a:pt x="1076325" y="690563"/>
                </a:lnTo>
                <a:lnTo>
                  <a:pt x="1076325" y="700088"/>
                </a:lnTo>
                <a:lnTo>
                  <a:pt x="1076325" y="709613"/>
                </a:lnTo>
                <a:lnTo>
                  <a:pt x="1076325" y="719138"/>
                </a:lnTo>
                <a:lnTo>
                  <a:pt x="1076325" y="728663"/>
                </a:lnTo>
                <a:lnTo>
                  <a:pt x="1076325" y="738188"/>
                </a:lnTo>
                <a:lnTo>
                  <a:pt x="1076325" y="747713"/>
                </a:lnTo>
                <a:lnTo>
                  <a:pt x="1076325" y="757238"/>
                </a:lnTo>
                <a:lnTo>
                  <a:pt x="1076325" y="766763"/>
                </a:lnTo>
                <a:lnTo>
                  <a:pt x="1076325" y="776288"/>
                </a:lnTo>
                <a:lnTo>
                  <a:pt x="1071563" y="781050"/>
                </a:lnTo>
                <a:lnTo>
                  <a:pt x="1066800" y="776288"/>
                </a:lnTo>
                <a:lnTo>
                  <a:pt x="1066800" y="766763"/>
                </a:lnTo>
                <a:lnTo>
                  <a:pt x="1066800" y="757238"/>
                </a:lnTo>
                <a:lnTo>
                  <a:pt x="1066800" y="747713"/>
                </a:lnTo>
                <a:lnTo>
                  <a:pt x="1066800" y="738188"/>
                </a:lnTo>
                <a:lnTo>
                  <a:pt x="1066800" y="728663"/>
                </a:lnTo>
                <a:lnTo>
                  <a:pt x="1066800" y="719138"/>
                </a:lnTo>
                <a:lnTo>
                  <a:pt x="1066800" y="709613"/>
                </a:lnTo>
                <a:lnTo>
                  <a:pt x="1066800" y="700088"/>
                </a:lnTo>
                <a:lnTo>
                  <a:pt x="1066800" y="690563"/>
                </a:lnTo>
                <a:lnTo>
                  <a:pt x="1066800" y="681038"/>
                </a:lnTo>
                <a:lnTo>
                  <a:pt x="1066800" y="671513"/>
                </a:lnTo>
                <a:lnTo>
                  <a:pt x="1066800" y="661988"/>
                </a:lnTo>
                <a:lnTo>
                  <a:pt x="1066800" y="652463"/>
                </a:lnTo>
                <a:lnTo>
                  <a:pt x="1066800" y="642938"/>
                </a:lnTo>
                <a:lnTo>
                  <a:pt x="1066800" y="633413"/>
                </a:lnTo>
                <a:lnTo>
                  <a:pt x="1066800" y="623888"/>
                </a:lnTo>
                <a:lnTo>
                  <a:pt x="1066800" y="614363"/>
                </a:lnTo>
                <a:lnTo>
                  <a:pt x="1066800" y="604838"/>
                </a:lnTo>
                <a:lnTo>
                  <a:pt x="1066800" y="595313"/>
                </a:lnTo>
                <a:lnTo>
                  <a:pt x="1066800" y="585788"/>
                </a:lnTo>
                <a:lnTo>
                  <a:pt x="1066800" y="576263"/>
                </a:lnTo>
                <a:lnTo>
                  <a:pt x="1066800" y="566738"/>
                </a:lnTo>
                <a:lnTo>
                  <a:pt x="1066800" y="557213"/>
                </a:lnTo>
                <a:lnTo>
                  <a:pt x="1066800" y="547688"/>
                </a:lnTo>
                <a:lnTo>
                  <a:pt x="1066800" y="538163"/>
                </a:lnTo>
                <a:lnTo>
                  <a:pt x="1066800" y="528638"/>
                </a:lnTo>
                <a:lnTo>
                  <a:pt x="1066800" y="519113"/>
                </a:lnTo>
                <a:lnTo>
                  <a:pt x="1066800" y="509588"/>
                </a:lnTo>
                <a:lnTo>
                  <a:pt x="1066800" y="500063"/>
                </a:lnTo>
                <a:lnTo>
                  <a:pt x="1066800" y="490538"/>
                </a:lnTo>
                <a:lnTo>
                  <a:pt x="1066800" y="481013"/>
                </a:lnTo>
                <a:lnTo>
                  <a:pt x="1066800" y="471488"/>
                </a:lnTo>
                <a:lnTo>
                  <a:pt x="1066800" y="461963"/>
                </a:lnTo>
                <a:lnTo>
                  <a:pt x="1066800" y="452438"/>
                </a:lnTo>
                <a:lnTo>
                  <a:pt x="1062038" y="447675"/>
                </a:lnTo>
                <a:lnTo>
                  <a:pt x="1052513" y="447675"/>
                </a:lnTo>
                <a:lnTo>
                  <a:pt x="1042988" y="447675"/>
                </a:lnTo>
                <a:lnTo>
                  <a:pt x="1033463" y="447675"/>
                </a:lnTo>
                <a:lnTo>
                  <a:pt x="1023938" y="447675"/>
                </a:lnTo>
                <a:lnTo>
                  <a:pt x="1014413" y="447675"/>
                </a:lnTo>
                <a:lnTo>
                  <a:pt x="1009650" y="452438"/>
                </a:lnTo>
                <a:lnTo>
                  <a:pt x="1009650" y="461963"/>
                </a:lnTo>
                <a:lnTo>
                  <a:pt x="1009650" y="471488"/>
                </a:lnTo>
                <a:lnTo>
                  <a:pt x="1009650" y="481013"/>
                </a:lnTo>
                <a:lnTo>
                  <a:pt x="1009650" y="490538"/>
                </a:lnTo>
                <a:lnTo>
                  <a:pt x="1009650" y="500063"/>
                </a:lnTo>
                <a:lnTo>
                  <a:pt x="1004888" y="504825"/>
                </a:lnTo>
                <a:lnTo>
                  <a:pt x="1000125" y="509588"/>
                </a:lnTo>
                <a:lnTo>
                  <a:pt x="1000125" y="519113"/>
                </a:lnTo>
                <a:lnTo>
                  <a:pt x="1000125" y="528638"/>
                </a:lnTo>
                <a:lnTo>
                  <a:pt x="1000125" y="538163"/>
                </a:lnTo>
                <a:lnTo>
                  <a:pt x="995363" y="542925"/>
                </a:lnTo>
                <a:lnTo>
                  <a:pt x="990600" y="547688"/>
                </a:lnTo>
                <a:lnTo>
                  <a:pt x="995363" y="552450"/>
                </a:lnTo>
                <a:lnTo>
                  <a:pt x="1000125" y="557213"/>
                </a:lnTo>
                <a:lnTo>
                  <a:pt x="995363" y="561975"/>
                </a:lnTo>
                <a:lnTo>
                  <a:pt x="990600" y="566738"/>
                </a:lnTo>
                <a:lnTo>
                  <a:pt x="990600" y="576263"/>
                </a:lnTo>
                <a:lnTo>
                  <a:pt x="985838" y="581025"/>
                </a:lnTo>
                <a:lnTo>
                  <a:pt x="981075" y="585788"/>
                </a:lnTo>
                <a:lnTo>
                  <a:pt x="985838" y="590550"/>
                </a:lnTo>
                <a:lnTo>
                  <a:pt x="990600" y="595313"/>
                </a:lnTo>
                <a:lnTo>
                  <a:pt x="985838" y="600075"/>
                </a:lnTo>
                <a:lnTo>
                  <a:pt x="981075" y="604838"/>
                </a:lnTo>
                <a:lnTo>
                  <a:pt x="981075" y="614363"/>
                </a:lnTo>
                <a:lnTo>
                  <a:pt x="976313" y="619125"/>
                </a:lnTo>
                <a:lnTo>
                  <a:pt x="971550" y="623888"/>
                </a:lnTo>
                <a:lnTo>
                  <a:pt x="966788" y="628650"/>
                </a:lnTo>
                <a:lnTo>
                  <a:pt x="962025" y="633413"/>
                </a:lnTo>
                <a:lnTo>
                  <a:pt x="962025" y="642938"/>
                </a:lnTo>
                <a:lnTo>
                  <a:pt x="957263" y="647700"/>
                </a:lnTo>
                <a:lnTo>
                  <a:pt x="952500" y="652463"/>
                </a:lnTo>
                <a:lnTo>
                  <a:pt x="952500" y="661988"/>
                </a:lnTo>
                <a:lnTo>
                  <a:pt x="952500" y="671513"/>
                </a:lnTo>
                <a:lnTo>
                  <a:pt x="947738" y="676275"/>
                </a:lnTo>
                <a:lnTo>
                  <a:pt x="942975" y="681038"/>
                </a:lnTo>
                <a:lnTo>
                  <a:pt x="938213" y="685800"/>
                </a:lnTo>
                <a:lnTo>
                  <a:pt x="933450" y="690563"/>
                </a:lnTo>
                <a:lnTo>
                  <a:pt x="928688" y="695325"/>
                </a:lnTo>
                <a:lnTo>
                  <a:pt x="923925" y="700088"/>
                </a:lnTo>
                <a:lnTo>
                  <a:pt x="923925" y="709613"/>
                </a:lnTo>
                <a:lnTo>
                  <a:pt x="919163" y="714375"/>
                </a:lnTo>
                <a:lnTo>
                  <a:pt x="914400" y="719138"/>
                </a:lnTo>
                <a:lnTo>
                  <a:pt x="909638" y="723900"/>
                </a:lnTo>
                <a:lnTo>
                  <a:pt x="904875" y="728663"/>
                </a:lnTo>
                <a:lnTo>
                  <a:pt x="904875" y="738188"/>
                </a:lnTo>
                <a:lnTo>
                  <a:pt x="900113" y="742950"/>
                </a:lnTo>
                <a:lnTo>
                  <a:pt x="895350" y="747713"/>
                </a:lnTo>
                <a:lnTo>
                  <a:pt x="890588" y="752475"/>
                </a:lnTo>
                <a:lnTo>
                  <a:pt x="885825" y="757238"/>
                </a:lnTo>
                <a:lnTo>
                  <a:pt x="881063" y="762000"/>
                </a:lnTo>
                <a:lnTo>
                  <a:pt x="876300" y="766763"/>
                </a:lnTo>
                <a:lnTo>
                  <a:pt x="871538" y="771525"/>
                </a:lnTo>
                <a:lnTo>
                  <a:pt x="866775" y="776288"/>
                </a:lnTo>
                <a:lnTo>
                  <a:pt x="862013" y="781050"/>
                </a:lnTo>
                <a:lnTo>
                  <a:pt x="852488" y="781050"/>
                </a:lnTo>
                <a:lnTo>
                  <a:pt x="847725" y="785813"/>
                </a:lnTo>
                <a:lnTo>
                  <a:pt x="842963" y="790575"/>
                </a:lnTo>
                <a:lnTo>
                  <a:pt x="838200" y="795338"/>
                </a:lnTo>
                <a:lnTo>
                  <a:pt x="833438" y="800100"/>
                </a:lnTo>
                <a:lnTo>
                  <a:pt x="828675" y="804863"/>
                </a:lnTo>
                <a:lnTo>
                  <a:pt x="823913" y="809625"/>
                </a:lnTo>
                <a:lnTo>
                  <a:pt x="819150" y="814388"/>
                </a:lnTo>
                <a:lnTo>
                  <a:pt x="814388" y="819150"/>
                </a:lnTo>
                <a:lnTo>
                  <a:pt x="809625" y="823913"/>
                </a:lnTo>
                <a:lnTo>
                  <a:pt x="804863" y="828675"/>
                </a:lnTo>
                <a:lnTo>
                  <a:pt x="795338" y="828675"/>
                </a:lnTo>
                <a:lnTo>
                  <a:pt x="790575" y="833438"/>
                </a:lnTo>
                <a:lnTo>
                  <a:pt x="785813" y="838200"/>
                </a:lnTo>
                <a:lnTo>
                  <a:pt x="776288" y="838200"/>
                </a:lnTo>
                <a:lnTo>
                  <a:pt x="771525" y="842963"/>
                </a:lnTo>
                <a:lnTo>
                  <a:pt x="766763" y="847725"/>
                </a:lnTo>
                <a:lnTo>
                  <a:pt x="762000" y="852488"/>
                </a:lnTo>
                <a:lnTo>
                  <a:pt x="757238" y="857250"/>
                </a:lnTo>
                <a:lnTo>
                  <a:pt x="747713" y="857250"/>
                </a:lnTo>
                <a:lnTo>
                  <a:pt x="738188" y="857250"/>
                </a:lnTo>
                <a:lnTo>
                  <a:pt x="733425" y="862013"/>
                </a:lnTo>
                <a:lnTo>
                  <a:pt x="738188" y="866775"/>
                </a:lnTo>
                <a:lnTo>
                  <a:pt x="747713" y="866775"/>
                </a:lnTo>
                <a:lnTo>
                  <a:pt x="757238" y="866775"/>
                </a:lnTo>
                <a:lnTo>
                  <a:pt x="766763" y="866775"/>
                </a:lnTo>
                <a:lnTo>
                  <a:pt x="776288" y="866775"/>
                </a:lnTo>
                <a:lnTo>
                  <a:pt x="785813" y="866775"/>
                </a:lnTo>
                <a:lnTo>
                  <a:pt x="795338" y="866775"/>
                </a:lnTo>
                <a:lnTo>
                  <a:pt x="804863" y="866775"/>
                </a:lnTo>
                <a:lnTo>
                  <a:pt x="814388" y="866775"/>
                </a:lnTo>
                <a:lnTo>
                  <a:pt x="823913" y="866775"/>
                </a:lnTo>
                <a:lnTo>
                  <a:pt x="833438" y="866775"/>
                </a:lnTo>
                <a:lnTo>
                  <a:pt x="842963" y="866775"/>
                </a:lnTo>
                <a:lnTo>
                  <a:pt x="852488" y="866775"/>
                </a:lnTo>
                <a:lnTo>
                  <a:pt x="862013" y="866775"/>
                </a:lnTo>
                <a:lnTo>
                  <a:pt x="871538" y="866775"/>
                </a:lnTo>
                <a:lnTo>
                  <a:pt x="881063" y="866775"/>
                </a:lnTo>
                <a:lnTo>
                  <a:pt x="890588" y="866775"/>
                </a:lnTo>
                <a:lnTo>
                  <a:pt x="900113" y="866775"/>
                </a:lnTo>
                <a:lnTo>
                  <a:pt x="909638" y="866775"/>
                </a:lnTo>
                <a:lnTo>
                  <a:pt x="919163" y="866775"/>
                </a:lnTo>
                <a:lnTo>
                  <a:pt x="928688" y="866775"/>
                </a:lnTo>
                <a:lnTo>
                  <a:pt x="938213" y="866775"/>
                </a:lnTo>
                <a:lnTo>
                  <a:pt x="947738" y="866775"/>
                </a:lnTo>
                <a:lnTo>
                  <a:pt x="957263" y="866775"/>
                </a:lnTo>
                <a:lnTo>
                  <a:pt x="966788" y="866775"/>
                </a:lnTo>
                <a:lnTo>
                  <a:pt x="976313" y="866775"/>
                </a:lnTo>
                <a:lnTo>
                  <a:pt x="985838" y="866775"/>
                </a:lnTo>
                <a:lnTo>
                  <a:pt x="995363" y="866775"/>
                </a:lnTo>
                <a:lnTo>
                  <a:pt x="1004888" y="866775"/>
                </a:lnTo>
                <a:lnTo>
                  <a:pt x="1014413" y="866775"/>
                </a:lnTo>
                <a:lnTo>
                  <a:pt x="1023938" y="866775"/>
                </a:lnTo>
                <a:lnTo>
                  <a:pt x="1033463" y="866775"/>
                </a:lnTo>
                <a:lnTo>
                  <a:pt x="1042988" y="866775"/>
                </a:lnTo>
                <a:lnTo>
                  <a:pt x="1052513" y="866775"/>
                </a:lnTo>
                <a:lnTo>
                  <a:pt x="1062038" y="866775"/>
                </a:lnTo>
                <a:lnTo>
                  <a:pt x="1071563" y="866775"/>
                </a:lnTo>
                <a:lnTo>
                  <a:pt x="1076325" y="871538"/>
                </a:lnTo>
                <a:lnTo>
                  <a:pt x="1071563" y="876300"/>
                </a:lnTo>
                <a:lnTo>
                  <a:pt x="1062038" y="876300"/>
                </a:lnTo>
                <a:lnTo>
                  <a:pt x="1052513" y="876300"/>
                </a:lnTo>
                <a:lnTo>
                  <a:pt x="1042988" y="876300"/>
                </a:lnTo>
                <a:lnTo>
                  <a:pt x="1033463" y="876300"/>
                </a:lnTo>
                <a:lnTo>
                  <a:pt x="1023938" y="876300"/>
                </a:lnTo>
                <a:lnTo>
                  <a:pt x="1014413" y="876300"/>
                </a:lnTo>
                <a:lnTo>
                  <a:pt x="1004888" y="876300"/>
                </a:lnTo>
                <a:lnTo>
                  <a:pt x="995363" y="876300"/>
                </a:lnTo>
                <a:lnTo>
                  <a:pt x="985838" y="876300"/>
                </a:lnTo>
                <a:lnTo>
                  <a:pt x="976313" y="876300"/>
                </a:lnTo>
                <a:lnTo>
                  <a:pt x="966788" y="876300"/>
                </a:lnTo>
                <a:lnTo>
                  <a:pt x="957263" y="876300"/>
                </a:lnTo>
                <a:lnTo>
                  <a:pt x="947738" y="876300"/>
                </a:lnTo>
                <a:lnTo>
                  <a:pt x="938213" y="876300"/>
                </a:lnTo>
                <a:lnTo>
                  <a:pt x="928688" y="876300"/>
                </a:lnTo>
                <a:lnTo>
                  <a:pt x="919163" y="876300"/>
                </a:lnTo>
                <a:lnTo>
                  <a:pt x="909638" y="876300"/>
                </a:lnTo>
                <a:lnTo>
                  <a:pt x="900113" y="876300"/>
                </a:lnTo>
                <a:lnTo>
                  <a:pt x="890588" y="876300"/>
                </a:lnTo>
                <a:lnTo>
                  <a:pt x="881063" y="876300"/>
                </a:lnTo>
                <a:lnTo>
                  <a:pt x="871538" y="876300"/>
                </a:lnTo>
                <a:lnTo>
                  <a:pt x="862013" y="876300"/>
                </a:lnTo>
                <a:lnTo>
                  <a:pt x="852488" y="876300"/>
                </a:lnTo>
                <a:lnTo>
                  <a:pt x="842963" y="876300"/>
                </a:lnTo>
                <a:lnTo>
                  <a:pt x="833438" y="876300"/>
                </a:lnTo>
                <a:lnTo>
                  <a:pt x="823913" y="876300"/>
                </a:lnTo>
                <a:lnTo>
                  <a:pt x="814388" y="876300"/>
                </a:lnTo>
                <a:lnTo>
                  <a:pt x="804863" y="876300"/>
                </a:lnTo>
                <a:lnTo>
                  <a:pt x="795338" y="876300"/>
                </a:lnTo>
                <a:lnTo>
                  <a:pt x="785813" y="876300"/>
                </a:lnTo>
                <a:lnTo>
                  <a:pt x="776288" y="876300"/>
                </a:lnTo>
                <a:lnTo>
                  <a:pt x="766763" y="876300"/>
                </a:lnTo>
                <a:lnTo>
                  <a:pt x="757238" y="876300"/>
                </a:lnTo>
                <a:lnTo>
                  <a:pt x="747713" y="876300"/>
                </a:lnTo>
                <a:lnTo>
                  <a:pt x="738188" y="876300"/>
                </a:lnTo>
                <a:lnTo>
                  <a:pt x="728663" y="876300"/>
                </a:lnTo>
                <a:lnTo>
                  <a:pt x="719138" y="876300"/>
                </a:lnTo>
                <a:lnTo>
                  <a:pt x="709613" y="876300"/>
                </a:lnTo>
                <a:lnTo>
                  <a:pt x="700088" y="876300"/>
                </a:lnTo>
                <a:lnTo>
                  <a:pt x="690563" y="876300"/>
                </a:lnTo>
                <a:lnTo>
                  <a:pt x="681038" y="876300"/>
                </a:lnTo>
                <a:lnTo>
                  <a:pt x="671513" y="876300"/>
                </a:lnTo>
                <a:lnTo>
                  <a:pt x="661988" y="876300"/>
                </a:lnTo>
                <a:lnTo>
                  <a:pt x="652463" y="876300"/>
                </a:lnTo>
                <a:lnTo>
                  <a:pt x="642938" y="876300"/>
                </a:lnTo>
                <a:lnTo>
                  <a:pt x="633413" y="876300"/>
                </a:lnTo>
                <a:lnTo>
                  <a:pt x="623888" y="876300"/>
                </a:lnTo>
                <a:lnTo>
                  <a:pt x="614363" y="876300"/>
                </a:lnTo>
                <a:lnTo>
                  <a:pt x="604838" y="876300"/>
                </a:lnTo>
                <a:lnTo>
                  <a:pt x="595313" y="876300"/>
                </a:lnTo>
                <a:lnTo>
                  <a:pt x="585788" y="876300"/>
                </a:lnTo>
                <a:lnTo>
                  <a:pt x="576263" y="876300"/>
                </a:lnTo>
                <a:lnTo>
                  <a:pt x="566738" y="876300"/>
                </a:lnTo>
                <a:lnTo>
                  <a:pt x="557213" y="876300"/>
                </a:lnTo>
                <a:lnTo>
                  <a:pt x="547688" y="876300"/>
                </a:lnTo>
                <a:lnTo>
                  <a:pt x="538163" y="876300"/>
                </a:lnTo>
                <a:lnTo>
                  <a:pt x="528638" y="876300"/>
                </a:lnTo>
                <a:lnTo>
                  <a:pt x="519113" y="876300"/>
                </a:lnTo>
                <a:lnTo>
                  <a:pt x="509588" y="876300"/>
                </a:lnTo>
                <a:lnTo>
                  <a:pt x="500063" y="876300"/>
                </a:lnTo>
                <a:lnTo>
                  <a:pt x="490538" y="876300"/>
                </a:lnTo>
                <a:lnTo>
                  <a:pt x="481013" y="876300"/>
                </a:lnTo>
                <a:lnTo>
                  <a:pt x="471488" y="876300"/>
                </a:lnTo>
                <a:lnTo>
                  <a:pt x="461963" y="876300"/>
                </a:lnTo>
                <a:lnTo>
                  <a:pt x="452438" y="876300"/>
                </a:lnTo>
                <a:lnTo>
                  <a:pt x="442913" y="876300"/>
                </a:lnTo>
                <a:lnTo>
                  <a:pt x="433388" y="876300"/>
                </a:lnTo>
                <a:lnTo>
                  <a:pt x="423863" y="876300"/>
                </a:lnTo>
                <a:lnTo>
                  <a:pt x="414338" y="876300"/>
                </a:lnTo>
                <a:lnTo>
                  <a:pt x="404813" y="876300"/>
                </a:lnTo>
                <a:lnTo>
                  <a:pt x="395288" y="876300"/>
                </a:lnTo>
                <a:lnTo>
                  <a:pt x="385763" y="876300"/>
                </a:lnTo>
                <a:lnTo>
                  <a:pt x="376238" y="876300"/>
                </a:lnTo>
                <a:lnTo>
                  <a:pt x="366713" y="876300"/>
                </a:lnTo>
                <a:lnTo>
                  <a:pt x="357188" y="876300"/>
                </a:lnTo>
                <a:lnTo>
                  <a:pt x="347663" y="876300"/>
                </a:lnTo>
                <a:lnTo>
                  <a:pt x="338138" y="876300"/>
                </a:lnTo>
                <a:lnTo>
                  <a:pt x="328613" y="876300"/>
                </a:lnTo>
                <a:lnTo>
                  <a:pt x="319088" y="876300"/>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4763" y="790575"/>
                </a:lnTo>
                <a:lnTo>
                  <a:pt x="9525" y="795338"/>
                </a:lnTo>
                <a:lnTo>
                  <a:pt x="9525" y="804863"/>
                </a:lnTo>
                <a:lnTo>
                  <a:pt x="9525" y="814388"/>
                </a:lnTo>
                <a:lnTo>
                  <a:pt x="9525" y="823913"/>
                </a:lnTo>
                <a:lnTo>
                  <a:pt x="9525" y="833438"/>
                </a:lnTo>
                <a:lnTo>
                  <a:pt x="9525" y="842963"/>
                </a:lnTo>
                <a:lnTo>
                  <a:pt x="9525" y="852488"/>
                </a:lnTo>
                <a:lnTo>
                  <a:pt x="9525" y="862013"/>
                </a:lnTo>
                <a:lnTo>
                  <a:pt x="14288" y="866775"/>
                </a:lnTo>
                <a:lnTo>
                  <a:pt x="23813" y="866775"/>
                </a:lnTo>
                <a:lnTo>
                  <a:pt x="33338" y="866775"/>
                </a:lnTo>
                <a:lnTo>
                  <a:pt x="42863" y="866775"/>
                </a:lnTo>
                <a:lnTo>
                  <a:pt x="52388" y="866775"/>
                </a:lnTo>
                <a:lnTo>
                  <a:pt x="61913" y="866775"/>
                </a:lnTo>
                <a:lnTo>
                  <a:pt x="71438" y="866775"/>
                </a:lnTo>
                <a:lnTo>
                  <a:pt x="80963" y="866775"/>
                </a:lnTo>
                <a:lnTo>
                  <a:pt x="90488" y="866775"/>
                </a:lnTo>
                <a:lnTo>
                  <a:pt x="100013" y="866775"/>
                </a:lnTo>
                <a:lnTo>
                  <a:pt x="109538" y="866775"/>
                </a:lnTo>
                <a:lnTo>
                  <a:pt x="119063" y="866775"/>
                </a:lnTo>
                <a:lnTo>
                  <a:pt x="128588" y="866775"/>
                </a:lnTo>
                <a:lnTo>
                  <a:pt x="138113" y="866775"/>
                </a:lnTo>
                <a:lnTo>
                  <a:pt x="147638" y="866775"/>
                </a:lnTo>
                <a:lnTo>
                  <a:pt x="157163" y="866775"/>
                </a:lnTo>
                <a:lnTo>
                  <a:pt x="166688" y="866775"/>
                </a:lnTo>
                <a:lnTo>
                  <a:pt x="176213" y="866775"/>
                </a:lnTo>
                <a:lnTo>
                  <a:pt x="185738" y="866775"/>
                </a:lnTo>
                <a:lnTo>
                  <a:pt x="195263" y="866775"/>
                </a:lnTo>
                <a:lnTo>
                  <a:pt x="204788" y="866775"/>
                </a:lnTo>
                <a:lnTo>
                  <a:pt x="214313" y="866775"/>
                </a:lnTo>
                <a:lnTo>
                  <a:pt x="223838" y="866775"/>
                </a:lnTo>
                <a:lnTo>
                  <a:pt x="233363" y="866775"/>
                </a:lnTo>
                <a:lnTo>
                  <a:pt x="242888" y="866775"/>
                </a:lnTo>
                <a:lnTo>
                  <a:pt x="252413" y="866775"/>
                </a:lnTo>
                <a:lnTo>
                  <a:pt x="261938" y="866775"/>
                </a:lnTo>
                <a:lnTo>
                  <a:pt x="271463" y="866775"/>
                </a:lnTo>
                <a:lnTo>
                  <a:pt x="280988" y="866775"/>
                </a:lnTo>
                <a:lnTo>
                  <a:pt x="290513" y="866775"/>
                </a:lnTo>
                <a:lnTo>
                  <a:pt x="300038" y="866775"/>
                </a:lnTo>
                <a:lnTo>
                  <a:pt x="309563" y="866775"/>
                </a:lnTo>
                <a:lnTo>
                  <a:pt x="319088" y="866775"/>
                </a:lnTo>
                <a:lnTo>
                  <a:pt x="328613" y="866775"/>
                </a:lnTo>
                <a:lnTo>
                  <a:pt x="338138" y="866775"/>
                </a:lnTo>
                <a:lnTo>
                  <a:pt x="342900" y="862013"/>
                </a:lnTo>
                <a:lnTo>
                  <a:pt x="338138" y="857250"/>
                </a:lnTo>
                <a:lnTo>
                  <a:pt x="328613" y="857250"/>
                </a:lnTo>
                <a:lnTo>
                  <a:pt x="319088" y="857250"/>
                </a:lnTo>
                <a:lnTo>
                  <a:pt x="314325" y="852488"/>
                </a:lnTo>
                <a:lnTo>
                  <a:pt x="309563" y="847725"/>
                </a:lnTo>
                <a:lnTo>
                  <a:pt x="304800" y="842963"/>
                </a:lnTo>
                <a:lnTo>
                  <a:pt x="300038" y="838200"/>
                </a:lnTo>
                <a:lnTo>
                  <a:pt x="290513" y="838200"/>
                </a:lnTo>
                <a:lnTo>
                  <a:pt x="285750" y="833438"/>
                </a:lnTo>
                <a:lnTo>
                  <a:pt x="280988" y="828675"/>
                </a:lnTo>
                <a:lnTo>
                  <a:pt x="276225" y="823913"/>
                </a:lnTo>
                <a:lnTo>
                  <a:pt x="271463" y="819150"/>
                </a:lnTo>
                <a:lnTo>
                  <a:pt x="261938" y="819150"/>
                </a:lnTo>
                <a:lnTo>
                  <a:pt x="257175" y="814388"/>
                </a:lnTo>
                <a:lnTo>
                  <a:pt x="252413" y="809625"/>
                </a:lnTo>
                <a:lnTo>
                  <a:pt x="247650" y="804863"/>
                </a:lnTo>
                <a:lnTo>
                  <a:pt x="242888" y="800100"/>
                </a:lnTo>
                <a:lnTo>
                  <a:pt x="238125" y="795338"/>
                </a:lnTo>
                <a:lnTo>
                  <a:pt x="233363" y="790575"/>
                </a:lnTo>
                <a:lnTo>
                  <a:pt x="228600" y="785813"/>
                </a:lnTo>
                <a:lnTo>
                  <a:pt x="223838" y="781050"/>
                </a:lnTo>
                <a:lnTo>
                  <a:pt x="214313" y="781050"/>
                </a:lnTo>
                <a:lnTo>
                  <a:pt x="209550" y="776288"/>
                </a:lnTo>
                <a:lnTo>
                  <a:pt x="204788" y="771525"/>
                </a:lnTo>
                <a:lnTo>
                  <a:pt x="200025" y="766763"/>
                </a:lnTo>
                <a:lnTo>
                  <a:pt x="195263" y="762000"/>
                </a:lnTo>
                <a:lnTo>
                  <a:pt x="190500" y="757238"/>
                </a:lnTo>
                <a:lnTo>
                  <a:pt x="190500" y="747713"/>
                </a:lnTo>
                <a:lnTo>
                  <a:pt x="185738" y="742950"/>
                </a:lnTo>
                <a:lnTo>
                  <a:pt x="176213" y="742950"/>
                </a:lnTo>
                <a:lnTo>
                  <a:pt x="171450" y="738188"/>
                </a:lnTo>
                <a:lnTo>
                  <a:pt x="171450" y="728663"/>
                </a:lnTo>
                <a:lnTo>
                  <a:pt x="166688" y="723900"/>
                </a:lnTo>
                <a:lnTo>
                  <a:pt x="161925" y="719138"/>
                </a:lnTo>
                <a:lnTo>
                  <a:pt x="157163" y="714375"/>
                </a:lnTo>
                <a:lnTo>
                  <a:pt x="152400" y="709613"/>
                </a:lnTo>
                <a:lnTo>
                  <a:pt x="152400" y="700088"/>
                </a:lnTo>
                <a:lnTo>
                  <a:pt x="147638" y="695325"/>
                </a:lnTo>
                <a:lnTo>
                  <a:pt x="142875" y="690563"/>
                </a:lnTo>
                <a:lnTo>
                  <a:pt x="138113" y="685800"/>
                </a:lnTo>
                <a:lnTo>
                  <a:pt x="133350" y="681038"/>
                </a:lnTo>
                <a:lnTo>
                  <a:pt x="133350" y="671513"/>
                </a:lnTo>
                <a:lnTo>
                  <a:pt x="128588" y="666750"/>
                </a:lnTo>
                <a:lnTo>
                  <a:pt x="123825" y="661988"/>
                </a:lnTo>
                <a:lnTo>
                  <a:pt x="123825" y="652463"/>
                </a:lnTo>
                <a:lnTo>
                  <a:pt x="119063" y="647700"/>
                </a:lnTo>
                <a:lnTo>
                  <a:pt x="114300" y="642938"/>
                </a:lnTo>
                <a:lnTo>
                  <a:pt x="114300" y="633413"/>
                </a:lnTo>
                <a:lnTo>
                  <a:pt x="109538" y="628650"/>
                </a:lnTo>
                <a:lnTo>
                  <a:pt x="104775" y="623888"/>
                </a:lnTo>
                <a:lnTo>
                  <a:pt x="100013" y="619125"/>
                </a:lnTo>
                <a:lnTo>
                  <a:pt x="95250" y="614363"/>
                </a:lnTo>
                <a:lnTo>
                  <a:pt x="95250" y="604838"/>
                </a:lnTo>
                <a:lnTo>
                  <a:pt x="95250" y="595313"/>
                </a:lnTo>
                <a:lnTo>
                  <a:pt x="95250" y="585788"/>
                </a:lnTo>
                <a:lnTo>
                  <a:pt x="90488" y="581025"/>
                </a:lnTo>
                <a:lnTo>
                  <a:pt x="85725" y="576263"/>
                </a:lnTo>
                <a:lnTo>
                  <a:pt x="85725" y="566738"/>
                </a:lnTo>
                <a:lnTo>
                  <a:pt x="85725" y="557213"/>
                </a:lnTo>
                <a:lnTo>
                  <a:pt x="85725" y="547688"/>
                </a:lnTo>
                <a:lnTo>
                  <a:pt x="80963" y="542925"/>
                </a:lnTo>
                <a:lnTo>
                  <a:pt x="76200" y="538163"/>
                </a:lnTo>
                <a:lnTo>
                  <a:pt x="76200" y="528638"/>
                </a:lnTo>
                <a:lnTo>
                  <a:pt x="76200" y="519113"/>
                </a:lnTo>
                <a:lnTo>
                  <a:pt x="76200" y="509588"/>
                </a:lnTo>
                <a:lnTo>
                  <a:pt x="76200" y="500063"/>
                </a:lnTo>
                <a:lnTo>
                  <a:pt x="71438" y="495300"/>
                </a:lnTo>
                <a:lnTo>
                  <a:pt x="66675" y="490538"/>
                </a:lnTo>
                <a:lnTo>
                  <a:pt x="66675" y="481013"/>
                </a:lnTo>
                <a:lnTo>
                  <a:pt x="66675" y="471488"/>
                </a:lnTo>
                <a:lnTo>
                  <a:pt x="66675" y="461963"/>
                </a:lnTo>
                <a:lnTo>
                  <a:pt x="71438" y="457200"/>
                </a:lnTo>
                <a:lnTo>
                  <a:pt x="76200" y="452438"/>
                </a:lnTo>
                <a:lnTo>
                  <a:pt x="71438" y="447675"/>
                </a:lnTo>
                <a:lnTo>
                  <a:pt x="66675" y="442913"/>
                </a:lnTo>
                <a:lnTo>
                  <a:pt x="66675" y="433388"/>
                </a:lnTo>
                <a:lnTo>
                  <a:pt x="66675" y="423863"/>
                </a:lnTo>
                <a:lnTo>
                  <a:pt x="71438" y="419100"/>
                </a:lnTo>
                <a:lnTo>
                  <a:pt x="76200" y="414338"/>
                </a:lnTo>
                <a:lnTo>
                  <a:pt x="76200" y="404813"/>
                </a:lnTo>
                <a:lnTo>
                  <a:pt x="71438" y="400050"/>
                </a:lnTo>
                <a:lnTo>
                  <a:pt x="66675" y="395288"/>
                </a:lnTo>
                <a:lnTo>
                  <a:pt x="66675" y="385763"/>
                </a:lnTo>
                <a:lnTo>
                  <a:pt x="66675" y="376238"/>
                </a:lnTo>
                <a:lnTo>
                  <a:pt x="71438" y="371475"/>
                </a:lnTo>
                <a:lnTo>
                  <a:pt x="76200" y="366713"/>
                </a:lnTo>
                <a:lnTo>
                  <a:pt x="76200" y="357188"/>
                </a:lnTo>
                <a:lnTo>
                  <a:pt x="76200" y="347663"/>
                </a:lnTo>
                <a:lnTo>
                  <a:pt x="80963" y="342900"/>
                </a:lnTo>
                <a:lnTo>
                  <a:pt x="85725" y="338138"/>
                </a:lnTo>
                <a:lnTo>
                  <a:pt x="85725" y="328613"/>
                </a:lnTo>
                <a:lnTo>
                  <a:pt x="85725" y="319088"/>
                </a:lnTo>
                <a:lnTo>
                  <a:pt x="85725" y="309563"/>
                </a:lnTo>
                <a:lnTo>
                  <a:pt x="90488" y="304800"/>
                </a:lnTo>
                <a:lnTo>
                  <a:pt x="95250" y="300038"/>
                </a:lnTo>
                <a:lnTo>
                  <a:pt x="95250" y="290513"/>
                </a:lnTo>
                <a:lnTo>
                  <a:pt x="95250" y="280988"/>
                </a:lnTo>
                <a:lnTo>
                  <a:pt x="100013" y="276225"/>
                </a:lnTo>
                <a:lnTo>
                  <a:pt x="104775" y="271463"/>
                </a:lnTo>
                <a:lnTo>
                  <a:pt x="104775" y="261938"/>
                </a:lnTo>
                <a:lnTo>
                  <a:pt x="109538" y="257175"/>
                </a:lnTo>
                <a:lnTo>
                  <a:pt x="114300" y="252413"/>
                </a:lnTo>
                <a:lnTo>
                  <a:pt x="114300" y="242888"/>
                </a:lnTo>
                <a:lnTo>
                  <a:pt x="114300" y="233363"/>
                </a:lnTo>
                <a:lnTo>
                  <a:pt x="119063" y="228600"/>
                </a:lnTo>
                <a:lnTo>
                  <a:pt x="123825" y="223838"/>
                </a:lnTo>
                <a:lnTo>
                  <a:pt x="123825" y="214313"/>
                </a:lnTo>
                <a:lnTo>
                  <a:pt x="128588" y="209550"/>
                </a:lnTo>
                <a:lnTo>
                  <a:pt x="133350" y="204788"/>
                </a:lnTo>
                <a:lnTo>
                  <a:pt x="133350" y="195263"/>
                </a:lnTo>
                <a:lnTo>
                  <a:pt x="138113" y="190500"/>
                </a:lnTo>
                <a:lnTo>
                  <a:pt x="142875" y="185738"/>
                </a:lnTo>
                <a:lnTo>
                  <a:pt x="147638" y="180975"/>
                </a:lnTo>
                <a:lnTo>
                  <a:pt x="152400" y="176213"/>
                </a:lnTo>
                <a:lnTo>
                  <a:pt x="152400" y="166688"/>
                </a:lnTo>
                <a:lnTo>
                  <a:pt x="157163" y="161925"/>
                </a:lnTo>
                <a:lnTo>
                  <a:pt x="161925" y="157163"/>
                </a:lnTo>
                <a:lnTo>
                  <a:pt x="166688" y="152400"/>
                </a:lnTo>
                <a:lnTo>
                  <a:pt x="171450" y="147638"/>
                </a:lnTo>
                <a:lnTo>
                  <a:pt x="176213" y="142875"/>
                </a:lnTo>
                <a:lnTo>
                  <a:pt x="180975" y="138113"/>
                </a:lnTo>
                <a:lnTo>
                  <a:pt x="180975" y="128588"/>
                </a:lnTo>
                <a:lnTo>
                  <a:pt x="185738" y="123825"/>
                </a:lnTo>
                <a:lnTo>
                  <a:pt x="190500" y="119063"/>
                </a:lnTo>
                <a:lnTo>
                  <a:pt x="195263" y="114300"/>
                </a:lnTo>
                <a:lnTo>
                  <a:pt x="200025" y="109538"/>
                </a:lnTo>
                <a:lnTo>
                  <a:pt x="204788" y="104775"/>
                </a:lnTo>
                <a:lnTo>
                  <a:pt x="214313" y="104775"/>
                </a:lnTo>
                <a:lnTo>
                  <a:pt x="219075" y="100013"/>
                </a:lnTo>
                <a:lnTo>
                  <a:pt x="223838" y="95250"/>
                </a:lnTo>
                <a:lnTo>
                  <a:pt x="228600" y="90488"/>
                </a:lnTo>
                <a:lnTo>
                  <a:pt x="233363" y="85725"/>
                </a:lnTo>
                <a:lnTo>
                  <a:pt x="238125" y="80963"/>
                </a:lnTo>
                <a:lnTo>
                  <a:pt x="242888" y="76200"/>
                </a:lnTo>
                <a:lnTo>
                  <a:pt x="247650" y="71438"/>
                </a:lnTo>
                <a:lnTo>
                  <a:pt x="252413" y="66675"/>
                </a:lnTo>
                <a:lnTo>
                  <a:pt x="257175" y="61913"/>
                </a:lnTo>
                <a:lnTo>
                  <a:pt x="261938" y="57150"/>
                </a:lnTo>
                <a:lnTo>
                  <a:pt x="266700" y="52388"/>
                </a:lnTo>
                <a:lnTo>
                  <a:pt x="271463" y="47625"/>
                </a:lnTo>
                <a:lnTo>
                  <a:pt x="280988" y="47625"/>
                </a:lnTo>
                <a:lnTo>
                  <a:pt x="285750" y="42863"/>
                </a:lnTo>
                <a:lnTo>
                  <a:pt x="290513" y="38100"/>
                </a:lnTo>
                <a:lnTo>
                  <a:pt x="300038" y="38100"/>
                </a:lnTo>
                <a:lnTo>
                  <a:pt x="304800" y="33338"/>
                </a:lnTo>
                <a:lnTo>
                  <a:pt x="309563" y="28575"/>
                </a:lnTo>
                <a:lnTo>
                  <a:pt x="314325" y="23813"/>
                </a:lnTo>
                <a:lnTo>
                  <a:pt x="319088" y="19050"/>
                </a:lnTo>
                <a:lnTo>
                  <a:pt x="328613" y="19050"/>
                </a:lnTo>
                <a:lnTo>
                  <a:pt x="333375" y="14288"/>
                </a:lnTo>
                <a:lnTo>
                  <a:pt x="338138" y="9525"/>
                </a:lnTo>
                <a:lnTo>
                  <a:pt x="347663" y="9525"/>
                </a:lnTo>
                <a:lnTo>
                  <a:pt x="352425" y="4763"/>
                </a:lnTo>
                <a:close/>
              </a:path>
            </a:pathLst>
          </a:custGeom>
          <a:solidFill xmlns:a="http://schemas.openxmlformats.org/drawingml/2006/main">
            <a:srgbClr val="A7CB9A"/>
          </a:solidFill>
          <a:ln xmlns:a="http://schemas.openxmlformats.org/drawingml/2006/main" w="0">
            <a:noFill/>
            <a:prstDash val="solid"/>
          </a:ln>
        </p:spPr>
      </p:sp>
      <p:sp>
        <p:nvSpPr>
          <p:cNvPr id="509" name="layout-green-87-2">
            <a:extLst xmlns:a="http://schemas.openxmlformats.org/drawingml/2006/main">
              <a:ext uri="{FF2B5EF4-FFF2-40B4-BE49-F238E27FC236}">
                <a16:creationId xmlns:a16="http://schemas.microsoft.com/office/drawing/2014/main" id="{F678F93C-3D82-4121-BA23-C2795C4C829C}"/>
              </a:ext>
            </a:extLst>
          </p:cNvPr>
          <p:cNvSpPr>
            <a:spLocks xmlns:a="http://schemas.openxmlformats.org/drawingml/2006/main" noGrp="1"/>
          </p:cNvSpPr>
          <p:nvPr/>
        </p:nvSpPr>
        <p:spPr>
          <a:xfrm xmlns:a="http://schemas.openxmlformats.org/drawingml/2006/main" rot="0">
            <a:off x="390525" y="3552825"/>
            <a:ext cx="171450" cy="85725"/>
          </a:xfrm>
          <a:custGeom xmlns:a="http://schemas.openxmlformats.org/drawingml/2006/main">
            <a:pathLst>
              <a:path w="171450" h="85725">
                <a:moveTo>
                  <a:pt x="152400" y="4763"/>
                </a:moveTo>
                <a:lnTo>
                  <a:pt x="157163" y="0"/>
                </a:lnTo>
                <a:lnTo>
                  <a:pt x="166688" y="0"/>
                </a:lnTo>
                <a:lnTo>
                  <a:pt x="171450" y="4763"/>
                </a:lnTo>
                <a:lnTo>
                  <a:pt x="171450" y="14288"/>
                </a:lnTo>
                <a:lnTo>
                  <a:pt x="171450" y="23813"/>
                </a:lnTo>
                <a:lnTo>
                  <a:pt x="166688" y="28575"/>
                </a:lnTo>
                <a:lnTo>
                  <a:pt x="161925" y="33338"/>
                </a:lnTo>
                <a:lnTo>
                  <a:pt x="161925" y="42863"/>
                </a:lnTo>
                <a:lnTo>
                  <a:pt x="166688" y="47625"/>
                </a:lnTo>
                <a:lnTo>
                  <a:pt x="171450" y="52388"/>
                </a:lnTo>
                <a:lnTo>
                  <a:pt x="171450" y="61913"/>
                </a:lnTo>
                <a:lnTo>
                  <a:pt x="171450" y="71438"/>
                </a:lnTo>
                <a:lnTo>
                  <a:pt x="171450" y="80963"/>
                </a:lnTo>
                <a:lnTo>
                  <a:pt x="166688" y="85725"/>
                </a:lnTo>
                <a:lnTo>
                  <a:pt x="157163" y="85725"/>
                </a:lnTo>
                <a:lnTo>
                  <a:pt x="147638" y="85725"/>
                </a:lnTo>
                <a:lnTo>
                  <a:pt x="138113" y="85725"/>
                </a:lnTo>
                <a:lnTo>
                  <a:pt x="128588" y="85725"/>
                </a:lnTo>
                <a:lnTo>
                  <a:pt x="119063" y="85725"/>
                </a:lnTo>
                <a:lnTo>
                  <a:pt x="109538" y="85725"/>
                </a:lnTo>
                <a:lnTo>
                  <a:pt x="100013" y="85725"/>
                </a:lnTo>
                <a:lnTo>
                  <a:pt x="90488" y="85725"/>
                </a:lnTo>
                <a:lnTo>
                  <a:pt x="85725" y="80963"/>
                </a:lnTo>
                <a:lnTo>
                  <a:pt x="80963" y="76200"/>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4763" y="57150"/>
                </a:lnTo>
                <a:lnTo>
                  <a:pt x="0" y="52388"/>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71438" y="19050"/>
                </a:lnTo>
                <a:lnTo>
                  <a:pt x="76200" y="14288"/>
                </a:lnTo>
                <a:lnTo>
                  <a:pt x="80963" y="9525"/>
                </a:lnTo>
                <a:lnTo>
                  <a:pt x="90488" y="9525"/>
                </a:lnTo>
                <a:lnTo>
                  <a:pt x="100013" y="9525"/>
                </a:lnTo>
                <a:lnTo>
                  <a:pt x="109538" y="9525"/>
                </a:lnTo>
                <a:lnTo>
                  <a:pt x="119063" y="9525"/>
                </a:lnTo>
                <a:lnTo>
                  <a:pt x="128588" y="9525"/>
                </a:lnTo>
                <a:lnTo>
                  <a:pt x="138113" y="9525"/>
                </a:lnTo>
                <a:lnTo>
                  <a:pt x="147638" y="9525"/>
                </a:lnTo>
                <a:lnTo>
                  <a:pt x="152400" y="4763"/>
                </a:lnTo>
                <a:close/>
              </a:path>
            </a:pathLst>
          </a:custGeom>
          <a:solidFill xmlns:a="http://schemas.openxmlformats.org/drawingml/2006/main">
            <a:srgbClr val="A7CB9A"/>
          </a:solidFill>
          <a:ln xmlns:a="http://schemas.openxmlformats.org/drawingml/2006/main" w="0">
            <a:noFill/>
            <a:prstDash val="solid"/>
          </a:ln>
        </p:spPr>
      </p:sp>
      <p:sp>
        <p:nvSpPr>
          <p:cNvPr id="510" name="layout-green-88-0">
            <a:extLst xmlns:a="http://schemas.openxmlformats.org/drawingml/2006/main">
              <a:ext uri="{FF2B5EF4-FFF2-40B4-BE49-F238E27FC236}">
                <a16:creationId xmlns:a16="http://schemas.microsoft.com/office/drawing/2014/main" id="{91FD3E2B-6FCE-4C39-80A5-E52DAEECEF99}"/>
              </a:ext>
            </a:extLst>
          </p:cNvPr>
          <p:cNvSpPr>
            <a:spLocks xmlns:a="http://schemas.openxmlformats.org/drawingml/2006/main" noGrp="1"/>
          </p:cNvSpPr>
          <p:nvPr/>
        </p:nvSpPr>
        <p:spPr>
          <a:xfrm xmlns:a="http://schemas.openxmlformats.org/drawingml/2006/main" rot="0">
            <a:off x="123825" y="3371850"/>
            <a:ext cx="9525" cy="781050"/>
          </a:xfrm>
          <a:custGeom xmlns:a="http://schemas.openxmlformats.org/drawingml/2006/main">
            <a:pathLst>
              <a:path w="9525" h="7810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9525" y="433388"/>
                </a:lnTo>
                <a:lnTo>
                  <a:pt x="9525" y="442913"/>
                </a:lnTo>
                <a:lnTo>
                  <a:pt x="9525" y="452438"/>
                </a:lnTo>
                <a:lnTo>
                  <a:pt x="9525" y="461963"/>
                </a:lnTo>
                <a:lnTo>
                  <a:pt x="9525" y="471488"/>
                </a:lnTo>
                <a:lnTo>
                  <a:pt x="9525" y="481013"/>
                </a:lnTo>
                <a:lnTo>
                  <a:pt x="9525" y="490538"/>
                </a:lnTo>
                <a:lnTo>
                  <a:pt x="9525" y="500063"/>
                </a:lnTo>
                <a:lnTo>
                  <a:pt x="9525" y="509588"/>
                </a:lnTo>
                <a:lnTo>
                  <a:pt x="9525" y="519113"/>
                </a:lnTo>
                <a:lnTo>
                  <a:pt x="9525" y="528638"/>
                </a:lnTo>
                <a:lnTo>
                  <a:pt x="9525" y="538163"/>
                </a:lnTo>
                <a:lnTo>
                  <a:pt x="9525" y="547688"/>
                </a:lnTo>
                <a:lnTo>
                  <a:pt x="9525" y="557213"/>
                </a:lnTo>
                <a:lnTo>
                  <a:pt x="9525" y="566738"/>
                </a:lnTo>
                <a:lnTo>
                  <a:pt x="9525" y="576263"/>
                </a:lnTo>
                <a:lnTo>
                  <a:pt x="9525" y="585788"/>
                </a:lnTo>
                <a:lnTo>
                  <a:pt x="9525" y="595313"/>
                </a:lnTo>
                <a:lnTo>
                  <a:pt x="9525" y="604838"/>
                </a:lnTo>
                <a:lnTo>
                  <a:pt x="9525" y="614363"/>
                </a:lnTo>
                <a:lnTo>
                  <a:pt x="9525" y="623888"/>
                </a:lnTo>
                <a:lnTo>
                  <a:pt x="9525" y="633413"/>
                </a:lnTo>
                <a:lnTo>
                  <a:pt x="9525" y="642938"/>
                </a:lnTo>
                <a:lnTo>
                  <a:pt x="9525" y="652463"/>
                </a:lnTo>
                <a:lnTo>
                  <a:pt x="9525" y="661988"/>
                </a:lnTo>
                <a:lnTo>
                  <a:pt x="9525" y="671513"/>
                </a:lnTo>
                <a:lnTo>
                  <a:pt x="9525" y="681038"/>
                </a:lnTo>
                <a:lnTo>
                  <a:pt x="9525" y="690563"/>
                </a:lnTo>
                <a:lnTo>
                  <a:pt x="9525" y="700088"/>
                </a:lnTo>
                <a:lnTo>
                  <a:pt x="9525" y="709613"/>
                </a:lnTo>
                <a:lnTo>
                  <a:pt x="9525" y="719138"/>
                </a:lnTo>
                <a:lnTo>
                  <a:pt x="9525" y="728663"/>
                </a:lnTo>
                <a:lnTo>
                  <a:pt x="9525" y="738188"/>
                </a:lnTo>
                <a:lnTo>
                  <a:pt x="9525" y="747713"/>
                </a:lnTo>
                <a:lnTo>
                  <a:pt x="9525" y="757238"/>
                </a:lnTo>
                <a:lnTo>
                  <a:pt x="9525" y="766763"/>
                </a:lnTo>
                <a:lnTo>
                  <a:pt x="9525" y="776288"/>
                </a:lnTo>
                <a:lnTo>
                  <a:pt x="4763" y="781050"/>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AACD9C"/>
          </a:solidFill>
          <a:ln xmlns:a="http://schemas.openxmlformats.org/drawingml/2006/main" w="0">
            <a:noFill/>
            <a:prstDash val="solid"/>
          </a:ln>
        </p:spPr>
      </p:sp>
      <p:sp>
        <p:nvSpPr>
          <p:cNvPr id="511" name="layout-green-88-1">
            <a:extLst xmlns:a="http://schemas.openxmlformats.org/drawingml/2006/main">
              <a:ext uri="{FF2B5EF4-FFF2-40B4-BE49-F238E27FC236}">
                <a16:creationId xmlns:a16="http://schemas.microsoft.com/office/drawing/2014/main" id="{22713519-2DBC-4A96-8077-3763F1D02B7F}"/>
              </a:ext>
            </a:extLst>
          </p:cNvPr>
          <p:cNvSpPr>
            <a:spLocks xmlns:a="http://schemas.openxmlformats.org/drawingml/2006/main" noGrp="1"/>
          </p:cNvSpPr>
          <p:nvPr/>
        </p:nvSpPr>
        <p:spPr>
          <a:xfrm xmlns:a="http://schemas.openxmlformats.org/drawingml/2006/main" rot="0">
            <a:off x="123825" y="3371850"/>
            <a:ext cx="1076325" cy="876300"/>
          </a:xfrm>
          <a:custGeom xmlns:a="http://schemas.openxmlformats.org/drawingml/2006/main">
            <a:pathLst>
              <a:path w="1076325" h="876300">
                <a:moveTo>
                  <a:pt x="428625" y="4763"/>
                </a:moveTo>
                <a:lnTo>
                  <a:pt x="433388" y="0"/>
                </a:lnTo>
                <a:lnTo>
                  <a:pt x="438150" y="4763"/>
                </a:lnTo>
                <a:lnTo>
                  <a:pt x="438150" y="14288"/>
                </a:lnTo>
                <a:lnTo>
                  <a:pt x="438150" y="23813"/>
                </a:lnTo>
                <a:lnTo>
                  <a:pt x="438150" y="33338"/>
                </a:lnTo>
                <a:lnTo>
                  <a:pt x="438150" y="42863"/>
                </a:lnTo>
                <a:lnTo>
                  <a:pt x="438150" y="52388"/>
                </a:lnTo>
                <a:lnTo>
                  <a:pt x="438150" y="61913"/>
                </a:lnTo>
                <a:lnTo>
                  <a:pt x="438150" y="71438"/>
                </a:lnTo>
                <a:lnTo>
                  <a:pt x="438150" y="80963"/>
                </a:lnTo>
                <a:lnTo>
                  <a:pt x="438150" y="90488"/>
                </a:lnTo>
                <a:lnTo>
                  <a:pt x="438150" y="100013"/>
                </a:lnTo>
                <a:lnTo>
                  <a:pt x="438150" y="109538"/>
                </a:lnTo>
                <a:lnTo>
                  <a:pt x="438150" y="119063"/>
                </a:lnTo>
                <a:lnTo>
                  <a:pt x="438150" y="128588"/>
                </a:lnTo>
                <a:lnTo>
                  <a:pt x="438150" y="138113"/>
                </a:lnTo>
                <a:lnTo>
                  <a:pt x="438150" y="147638"/>
                </a:lnTo>
                <a:lnTo>
                  <a:pt x="438150" y="157163"/>
                </a:lnTo>
                <a:lnTo>
                  <a:pt x="433388" y="161925"/>
                </a:lnTo>
                <a:lnTo>
                  <a:pt x="423863" y="161925"/>
                </a:lnTo>
                <a:lnTo>
                  <a:pt x="419100" y="166688"/>
                </a:lnTo>
                <a:lnTo>
                  <a:pt x="414338" y="171450"/>
                </a:lnTo>
                <a:lnTo>
                  <a:pt x="404813" y="171450"/>
                </a:lnTo>
                <a:lnTo>
                  <a:pt x="395288" y="171450"/>
                </a:lnTo>
                <a:lnTo>
                  <a:pt x="385763" y="171450"/>
                </a:lnTo>
                <a:lnTo>
                  <a:pt x="376238" y="171450"/>
                </a:lnTo>
                <a:lnTo>
                  <a:pt x="366713" y="171450"/>
                </a:lnTo>
                <a:lnTo>
                  <a:pt x="357188" y="171450"/>
                </a:lnTo>
                <a:lnTo>
                  <a:pt x="347663" y="171450"/>
                </a:lnTo>
                <a:lnTo>
                  <a:pt x="342900" y="176213"/>
                </a:lnTo>
                <a:lnTo>
                  <a:pt x="338138" y="180975"/>
                </a:lnTo>
                <a:lnTo>
                  <a:pt x="328613" y="180975"/>
                </a:lnTo>
                <a:lnTo>
                  <a:pt x="319088" y="180975"/>
                </a:lnTo>
                <a:lnTo>
                  <a:pt x="309563" y="180975"/>
                </a:lnTo>
                <a:lnTo>
                  <a:pt x="300038" y="180975"/>
                </a:lnTo>
                <a:lnTo>
                  <a:pt x="295275" y="185738"/>
                </a:lnTo>
                <a:lnTo>
                  <a:pt x="290513" y="190500"/>
                </a:lnTo>
                <a:lnTo>
                  <a:pt x="280988" y="190500"/>
                </a:lnTo>
                <a:lnTo>
                  <a:pt x="276225" y="195263"/>
                </a:lnTo>
                <a:lnTo>
                  <a:pt x="271463" y="200025"/>
                </a:lnTo>
                <a:lnTo>
                  <a:pt x="261938" y="200025"/>
                </a:lnTo>
                <a:lnTo>
                  <a:pt x="257175" y="204788"/>
                </a:lnTo>
                <a:lnTo>
                  <a:pt x="252413" y="209550"/>
                </a:lnTo>
                <a:lnTo>
                  <a:pt x="247650" y="214313"/>
                </a:lnTo>
                <a:lnTo>
                  <a:pt x="247650" y="223838"/>
                </a:lnTo>
                <a:lnTo>
                  <a:pt x="247650" y="233363"/>
                </a:lnTo>
                <a:lnTo>
                  <a:pt x="247650" y="242888"/>
                </a:lnTo>
                <a:lnTo>
                  <a:pt x="252413" y="247650"/>
                </a:lnTo>
                <a:lnTo>
                  <a:pt x="257175" y="252413"/>
                </a:lnTo>
                <a:lnTo>
                  <a:pt x="261938" y="257175"/>
                </a:lnTo>
                <a:lnTo>
                  <a:pt x="271463" y="257175"/>
                </a:lnTo>
                <a:lnTo>
                  <a:pt x="276225" y="261938"/>
                </a:lnTo>
                <a:lnTo>
                  <a:pt x="280988" y="266700"/>
                </a:lnTo>
                <a:lnTo>
                  <a:pt x="290513" y="266700"/>
                </a:lnTo>
                <a:lnTo>
                  <a:pt x="300038" y="266700"/>
                </a:lnTo>
                <a:lnTo>
                  <a:pt x="304800" y="271463"/>
                </a:lnTo>
                <a:lnTo>
                  <a:pt x="309563" y="276225"/>
                </a:lnTo>
                <a:lnTo>
                  <a:pt x="319088" y="276225"/>
                </a:lnTo>
                <a:lnTo>
                  <a:pt x="328613" y="276225"/>
                </a:lnTo>
                <a:lnTo>
                  <a:pt x="338138" y="276225"/>
                </a:lnTo>
                <a:lnTo>
                  <a:pt x="342900" y="280988"/>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28625" y="290513"/>
                </a:lnTo>
                <a:lnTo>
                  <a:pt x="433388" y="295275"/>
                </a:lnTo>
                <a:lnTo>
                  <a:pt x="438150" y="300038"/>
                </a:lnTo>
                <a:lnTo>
                  <a:pt x="438150" y="309563"/>
                </a:lnTo>
                <a:lnTo>
                  <a:pt x="438150" y="319088"/>
                </a:lnTo>
                <a:lnTo>
                  <a:pt x="438150" y="328613"/>
                </a:lnTo>
                <a:lnTo>
                  <a:pt x="438150" y="338138"/>
                </a:lnTo>
                <a:lnTo>
                  <a:pt x="438150" y="347663"/>
                </a:lnTo>
                <a:lnTo>
                  <a:pt x="438150" y="357188"/>
                </a:lnTo>
                <a:lnTo>
                  <a:pt x="438150" y="366713"/>
                </a:lnTo>
                <a:lnTo>
                  <a:pt x="438150" y="376238"/>
                </a:lnTo>
                <a:lnTo>
                  <a:pt x="438150" y="385763"/>
                </a:lnTo>
                <a:lnTo>
                  <a:pt x="438150" y="395288"/>
                </a:lnTo>
                <a:lnTo>
                  <a:pt x="438150" y="404813"/>
                </a:lnTo>
                <a:lnTo>
                  <a:pt x="438150" y="414338"/>
                </a:lnTo>
                <a:lnTo>
                  <a:pt x="438150" y="423863"/>
                </a:lnTo>
                <a:lnTo>
                  <a:pt x="438150" y="433388"/>
                </a:lnTo>
                <a:lnTo>
                  <a:pt x="442913" y="438150"/>
                </a:lnTo>
                <a:lnTo>
                  <a:pt x="452438" y="438150"/>
                </a:lnTo>
                <a:lnTo>
                  <a:pt x="461963" y="438150"/>
                </a:lnTo>
                <a:lnTo>
                  <a:pt x="471488" y="438150"/>
                </a:lnTo>
                <a:lnTo>
                  <a:pt x="481013" y="438150"/>
                </a:lnTo>
                <a:lnTo>
                  <a:pt x="490538" y="438150"/>
                </a:lnTo>
                <a:lnTo>
                  <a:pt x="500063" y="438150"/>
                </a:lnTo>
                <a:lnTo>
                  <a:pt x="509588" y="438150"/>
                </a:lnTo>
                <a:lnTo>
                  <a:pt x="519113" y="438150"/>
                </a:lnTo>
                <a:lnTo>
                  <a:pt x="528638" y="438150"/>
                </a:lnTo>
                <a:lnTo>
                  <a:pt x="538163" y="438150"/>
                </a:lnTo>
                <a:lnTo>
                  <a:pt x="547688" y="438150"/>
                </a:lnTo>
                <a:lnTo>
                  <a:pt x="557213" y="438150"/>
                </a:lnTo>
                <a:lnTo>
                  <a:pt x="566738" y="438150"/>
                </a:lnTo>
                <a:lnTo>
                  <a:pt x="576263" y="438150"/>
                </a:lnTo>
                <a:lnTo>
                  <a:pt x="585788" y="438150"/>
                </a:lnTo>
                <a:lnTo>
                  <a:pt x="595313" y="438150"/>
                </a:lnTo>
                <a:lnTo>
                  <a:pt x="604838" y="438150"/>
                </a:lnTo>
                <a:lnTo>
                  <a:pt x="614363" y="438150"/>
                </a:lnTo>
                <a:lnTo>
                  <a:pt x="623888" y="438150"/>
                </a:lnTo>
                <a:lnTo>
                  <a:pt x="633413" y="438150"/>
                </a:lnTo>
                <a:lnTo>
                  <a:pt x="642938" y="438150"/>
                </a:lnTo>
                <a:lnTo>
                  <a:pt x="652463" y="438150"/>
                </a:lnTo>
                <a:lnTo>
                  <a:pt x="661988" y="438150"/>
                </a:lnTo>
                <a:lnTo>
                  <a:pt x="671513" y="438150"/>
                </a:lnTo>
                <a:lnTo>
                  <a:pt x="681038" y="438150"/>
                </a:lnTo>
                <a:lnTo>
                  <a:pt x="690563" y="438150"/>
                </a:lnTo>
                <a:lnTo>
                  <a:pt x="700088" y="438150"/>
                </a:lnTo>
                <a:lnTo>
                  <a:pt x="709613" y="438150"/>
                </a:lnTo>
                <a:lnTo>
                  <a:pt x="719138" y="438150"/>
                </a:lnTo>
                <a:lnTo>
                  <a:pt x="728663" y="438150"/>
                </a:lnTo>
                <a:lnTo>
                  <a:pt x="738188" y="438150"/>
                </a:lnTo>
                <a:lnTo>
                  <a:pt x="747713" y="438150"/>
                </a:lnTo>
                <a:lnTo>
                  <a:pt x="757238" y="438150"/>
                </a:lnTo>
                <a:lnTo>
                  <a:pt x="766763" y="438150"/>
                </a:lnTo>
                <a:lnTo>
                  <a:pt x="776288" y="438150"/>
                </a:lnTo>
                <a:lnTo>
                  <a:pt x="785813" y="438150"/>
                </a:lnTo>
                <a:lnTo>
                  <a:pt x="795338" y="438150"/>
                </a:lnTo>
                <a:lnTo>
                  <a:pt x="804863" y="438150"/>
                </a:lnTo>
                <a:lnTo>
                  <a:pt x="814388" y="438150"/>
                </a:lnTo>
                <a:lnTo>
                  <a:pt x="823913" y="438150"/>
                </a:lnTo>
                <a:lnTo>
                  <a:pt x="833438" y="438150"/>
                </a:lnTo>
                <a:lnTo>
                  <a:pt x="842963" y="438150"/>
                </a:lnTo>
                <a:lnTo>
                  <a:pt x="852488" y="438150"/>
                </a:lnTo>
                <a:lnTo>
                  <a:pt x="862013" y="438150"/>
                </a:lnTo>
                <a:lnTo>
                  <a:pt x="871538" y="438150"/>
                </a:lnTo>
                <a:lnTo>
                  <a:pt x="881063" y="438150"/>
                </a:lnTo>
                <a:lnTo>
                  <a:pt x="890588" y="438150"/>
                </a:lnTo>
                <a:lnTo>
                  <a:pt x="900113" y="438150"/>
                </a:lnTo>
                <a:lnTo>
                  <a:pt x="909638" y="438150"/>
                </a:lnTo>
                <a:lnTo>
                  <a:pt x="919163" y="438150"/>
                </a:lnTo>
                <a:lnTo>
                  <a:pt x="928688" y="438150"/>
                </a:lnTo>
                <a:lnTo>
                  <a:pt x="938213" y="438150"/>
                </a:lnTo>
                <a:lnTo>
                  <a:pt x="947738" y="438150"/>
                </a:lnTo>
                <a:lnTo>
                  <a:pt x="957263" y="438150"/>
                </a:lnTo>
                <a:lnTo>
                  <a:pt x="966788" y="438150"/>
                </a:lnTo>
                <a:lnTo>
                  <a:pt x="976313" y="438150"/>
                </a:lnTo>
                <a:lnTo>
                  <a:pt x="985838" y="438150"/>
                </a:lnTo>
                <a:lnTo>
                  <a:pt x="995363" y="438150"/>
                </a:lnTo>
                <a:lnTo>
                  <a:pt x="1004888" y="438150"/>
                </a:lnTo>
                <a:lnTo>
                  <a:pt x="1014413" y="438150"/>
                </a:lnTo>
                <a:lnTo>
                  <a:pt x="1023938" y="438150"/>
                </a:lnTo>
                <a:lnTo>
                  <a:pt x="1033463" y="438150"/>
                </a:lnTo>
                <a:lnTo>
                  <a:pt x="1042988" y="438150"/>
                </a:lnTo>
                <a:lnTo>
                  <a:pt x="1052513" y="438150"/>
                </a:lnTo>
                <a:lnTo>
                  <a:pt x="1062038" y="438150"/>
                </a:lnTo>
                <a:lnTo>
                  <a:pt x="1071563" y="438150"/>
                </a:lnTo>
                <a:lnTo>
                  <a:pt x="1076325" y="442913"/>
                </a:lnTo>
                <a:lnTo>
                  <a:pt x="1076325" y="452438"/>
                </a:lnTo>
                <a:lnTo>
                  <a:pt x="1076325" y="461963"/>
                </a:lnTo>
                <a:lnTo>
                  <a:pt x="1076325" y="471488"/>
                </a:lnTo>
                <a:lnTo>
                  <a:pt x="1076325" y="481013"/>
                </a:lnTo>
                <a:lnTo>
                  <a:pt x="1076325" y="490538"/>
                </a:lnTo>
                <a:lnTo>
                  <a:pt x="1076325" y="500063"/>
                </a:lnTo>
                <a:lnTo>
                  <a:pt x="1076325" y="509588"/>
                </a:lnTo>
                <a:lnTo>
                  <a:pt x="1076325" y="519113"/>
                </a:lnTo>
                <a:lnTo>
                  <a:pt x="1076325" y="528638"/>
                </a:lnTo>
                <a:lnTo>
                  <a:pt x="1076325" y="538163"/>
                </a:lnTo>
                <a:lnTo>
                  <a:pt x="1076325" y="547688"/>
                </a:lnTo>
                <a:lnTo>
                  <a:pt x="1076325" y="557213"/>
                </a:lnTo>
                <a:lnTo>
                  <a:pt x="1076325" y="566738"/>
                </a:lnTo>
                <a:lnTo>
                  <a:pt x="1076325" y="576263"/>
                </a:lnTo>
                <a:lnTo>
                  <a:pt x="1076325" y="585788"/>
                </a:lnTo>
                <a:lnTo>
                  <a:pt x="1076325" y="595313"/>
                </a:lnTo>
                <a:lnTo>
                  <a:pt x="1076325" y="604838"/>
                </a:lnTo>
                <a:lnTo>
                  <a:pt x="1076325" y="614363"/>
                </a:lnTo>
                <a:lnTo>
                  <a:pt x="1076325" y="623888"/>
                </a:lnTo>
                <a:lnTo>
                  <a:pt x="1076325" y="633413"/>
                </a:lnTo>
                <a:lnTo>
                  <a:pt x="1076325" y="642938"/>
                </a:lnTo>
                <a:lnTo>
                  <a:pt x="1076325" y="652463"/>
                </a:lnTo>
                <a:lnTo>
                  <a:pt x="1076325" y="661988"/>
                </a:lnTo>
                <a:lnTo>
                  <a:pt x="1076325" y="671513"/>
                </a:lnTo>
                <a:lnTo>
                  <a:pt x="1076325" y="681038"/>
                </a:lnTo>
                <a:lnTo>
                  <a:pt x="1076325" y="690563"/>
                </a:lnTo>
                <a:lnTo>
                  <a:pt x="1076325" y="700088"/>
                </a:lnTo>
                <a:lnTo>
                  <a:pt x="1076325" y="709613"/>
                </a:lnTo>
                <a:lnTo>
                  <a:pt x="1076325" y="719138"/>
                </a:lnTo>
                <a:lnTo>
                  <a:pt x="1076325" y="728663"/>
                </a:lnTo>
                <a:lnTo>
                  <a:pt x="1076325" y="738188"/>
                </a:lnTo>
                <a:lnTo>
                  <a:pt x="1076325" y="747713"/>
                </a:lnTo>
                <a:lnTo>
                  <a:pt x="1076325" y="757238"/>
                </a:lnTo>
                <a:lnTo>
                  <a:pt x="1076325" y="766763"/>
                </a:lnTo>
                <a:lnTo>
                  <a:pt x="1076325" y="776288"/>
                </a:lnTo>
                <a:lnTo>
                  <a:pt x="1071563" y="781050"/>
                </a:lnTo>
                <a:lnTo>
                  <a:pt x="1066800" y="776288"/>
                </a:lnTo>
                <a:lnTo>
                  <a:pt x="1066800" y="766763"/>
                </a:lnTo>
                <a:lnTo>
                  <a:pt x="1066800" y="757238"/>
                </a:lnTo>
                <a:lnTo>
                  <a:pt x="1066800" y="747713"/>
                </a:lnTo>
                <a:lnTo>
                  <a:pt x="1066800" y="738188"/>
                </a:lnTo>
                <a:lnTo>
                  <a:pt x="1066800" y="728663"/>
                </a:lnTo>
                <a:lnTo>
                  <a:pt x="1066800" y="719138"/>
                </a:lnTo>
                <a:lnTo>
                  <a:pt x="1066800" y="709613"/>
                </a:lnTo>
                <a:lnTo>
                  <a:pt x="1066800" y="700088"/>
                </a:lnTo>
                <a:lnTo>
                  <a:pt x="1066800" y="690563"/>
                </a:lnTo>
                <a:lnTo>
                  <a:pt x="1066800" y="681038"/>
                </a:lnTo>
                <a:lnTo>
                  <a:pt x="1066800" y="671513"/>
                </a:lnTo>
                <a:lnTo>
                  <a:pt x="1066800" y="661988"/>
                </a:lnTo>
                <a:lnTo>
                  <a:pt x="1066800" y="652463"/>
                </a:lnTo>
                <a:lnTo>
                  <a:pt x="1066800" y="642938"/>
                </a:lnTo>
                <a:lnTo>
                  <a:pt x="1066800" y="633413"/>
                </a:lnTo>
                <a:lnTo>
                  <a:pt x="1066800" y="623888"/>
                </a:lnTo>
                <a:lnTo>
                  <a:pt x="1066800" y="614363"/>
                </a:lnTo>
                <a:lnTo>
                  <a:pt x="1066800" y="604838"/>
                </a:lnTo>
                <a:lnTo>
                  <a:pt x="1066800" y="595313"/>
                </a:lnTo>
                <a:lnTo>
                  <a:pt x="1066800" y="585788"/>
                </a:lnTo>
                <a:lnTo>
                  <a:pt x="1066800" y="576263"/>
                </a:lnTo>
                <a:lnTo>
                  <a:pt x="1066800" y="566738"/>
                </a:lnTo>
                <a:lnTo>
                  <a:pt x="1066800" y="557213"/>
                </a:lnTo>
                <a:lnTo>
                  <a:pt x="1066800" y="547688"/>
                </a:lnTo>
                <a:lnTo>
                  <a:pt x="1066800" y="538163"/>
                </a:lnTo>
                <a:lnTo>
                  <a:pt x="1066800" y="528638"/>
                </a:lnTo>
                <a:lnTo>
                  <a:pt x="1066800" y="519113"/>
                </a:lnTo>
                <a:lnTo>
                  <a:pt x="1066800" y="509588"/>
                </a:lnTo>
                <a:lnTo>
                  <a:pt x="1066800" y="500063"/>
                </a:lnTo>
                <a:lnTo>
                  <a:pt x="1066800" y="490538"/>
                </a:lnTo>
                <a:lnTo>
                  <a:pt x="1066800" y="481013"/>
                </a:lnTo>
                <a:lnTo>
                  <a:pt x="1066800" y="471488"/>
                </a:lnTo>
                <a:lnTo>
                  <a:pt x="1066800" y="461963"/>
                </a:lnTo>
                <a:lnTo>
                  <a:pt x="1066800" y="452438"/>
                </a:lnTo>
                <a:lnTo>
                  <a:pt x="1062038" y="447675"/>
                </a:lnTo>
                <a:lnTo>
                  <a:pt x="1052513" y="447675"/>
                </a:lnTo>
                <a:lnTo>
                  <a:pt x="1042988" y="447675"/>
                </a:lnTo>
                <a:lnTo>
                  <a:pt x="1033463" y="447675"/>
                </a:lnTo>
                <a:lnTo>
                  <a:pt x="1023938" y="447675"/>
                </a:lnTo>
                <a:lnTo>
                  <a:pt x="1014413" y="447675"/>
                </a:lnTo>
                <a:lnTo>
                  <a:pt x="1004888" y="447675"/>
                </a:lnTo>
                <a:lnTo>
                  <a:pt x="995363" y="447675"/>
                </a:lnTo>
                <a:lnTo>
                  <a:pt x="990600" y="452438"/>
                </a:lnTo>
                <a:lnTo>
                  <a:pt x="990600" y="461963"/>
                </a:lnTo>
                <a:lnTo>
                  <a:pt x="985838" y="466725"/>
                </a:lnTo>
                <a:lnTo>
                  <a:pt x="981075" y="471488"/>
                </a:lnTo>
                <a:lnTo>
                  <a:pt x="981075" y="481013"/>
                </a:lnTo>
                <a:lnTo>
                  <a:pt x="981075" y="490538"/>
                </a:lnTo>
                <a:lnTo>
                  <a:pt x="985838" y="495300"/>
                </a:lnTo>
                <a:lnTo>
                  <a:pt x="990600" y="500063"/>
                </a:lnTo>
                <a:lnTo>
                  <a:pt x="985838" y="504825"/>
                </a:lnTo>
                <a:lnTo>
                  <a:pt x="981075" y="509588"/>
                </a:lnTo>
                <a:lnTo>
                  <a:pt x="981075" y="519113"/>
                </a:lnTo>
                <a:lnTo>
                  <a:pt x="981075" y="528638"/>
                </a:lnTo>
                <a:lnTo>
                  <a:pt x="981075" y="538163"/>
                </a:lnTo>
                <a:lnTo>
                  <a:pt x="976313" y="542925"/>
                </a:lnTo>
                <a:lnTo>
                  <a:pt x="971550" y="547688"/>
                </a:lnTo>
                <a:lnTo>
                  <a:pt x="971550" y="557213"/>
                </a:lnTo>
                <a:lnTo>
                  <a:pt x="966788" y="561975"/>
                </a:lnTo>
                <a:lnTo>
                  <a:pt x="962025" y="566738"/>
                </a:lnTo>
                <a:lnTo>
                  <a:pt x="962025" y="576263"/>
                </a:lnTo>
                <a:lnTo>
                  <a:pt x="962025" y="585788"/>
                </a:lnTo>
                <a:lnTo>
                  <a:pt x="962025" y="595313"/>
                </a:lnTo>
                <a:lnTo>
                  <a:pt x="957263" y="600075"/>
                </a:lnTo>
                <a:lnTo>
                  <a:pt x="952500" y="604838"/>
                </a:lnTo>
                <a:lnTo>
                  <a:pt x="952500" y="614363"/>
                </a:lnTo>
                <a:lnTo>
                  <a:pt x="947738" y="619125"/>
                </a:lnTo>
                <a:lnTo>
                  <a:pt x="942975" y="623888"/>
                </a:lnTo>
                <a:lnTo>
                  <a:pt x="942975" y="633413"/>
                </a:lnTo>
                <a:lnTo>
                  <a:pt x="938213" y="638175"/>
                </a:lnTo>
                <a:lnTo>
                  <a:pt x="933450" y="642938"/>
                </a:lnTo>
                <a:lnTo>
                  <a:pt x="933450" y="652463"/>
                </a:lnTo>
                <a:lnTo>
                  <a:pt x="928688" y="657225"/>
                </a:lnTo>
                <a:lnTo>
                  <a:pt x="923925" y="661988"/>
                </a:lnTo>
                <a:lnTo>
                  <a:pt x="923925" y="671513"/>
                </a:lnTo>
                <a:lnTo>
                  <a:pt x="919163" y="676275"/>
                </a:lnTo>
                <a:lnTo>
                  <a:pt x="914400" y="681038"/>
                </a:lnTo>
                <a:lnTo>
                  <a:pt x="914400" y="690563"/>
                </a:lnTo>
                <a:lnTo>
                  <a:pt x="909638" y="695325"/>
                </a:lnTo>
                <a:lnTo>
                  <a:pt x="900113" y="695325"/>
                </a:lnTo>
                <a:lnTo>
                  <a:pt x="895350" y="700088"/>
                </a:lnTo>
                <a:lnTo>
                  <a:pt x="895350" y="709613"/>
                </a:lnTo>
                <a:lnTo>
                  <a:pt x="890588" y="714375"/>
                </a:lnTo>
                <a:lnTo>
                  <a:pt x="885825" y="719138"/>
                </a:lnTo>
                <a:lnTo>
                  <a:pt x="885825" y="728663"/>
                </a:lnTo>
                <a:lnTo>
                  <a:pt x="881063" y="733425"/>
                </a:lnTo>
                <a:lnTo>
                  <a:pt x="876300" y="738188"/>
                </a:lnTo>
                <a:lnTo>
                  <a:pt x="871538" y="742950"/>
                </a:lnTo>
                <a:lnTo>
                  <a:pt x="866775" y="747713"/>
                </a:lnTo>
                <a:lnTo>
                  <a:pt x="862013" y="752475"/>
                </a:lnTo>
                <a:lnTo>
                  <a:pt x="857250" y="757238"/>
                </a:lnTo>
                <a:lnTo>
                  <a:pt x="852488" y="762000"/>
                </a:lnTo>
                <a:lnTo>
                  <a:pt x="847725" y="766763"/>
                </a:lnTo>
                <a:lnTo>
                  <a:pt x="842963" y="771525"/>
                </a:lnTo>
                <a:lnTo>
                  <a:pt x="833438" y="771525"/>
                </a:lnTo>
                <a:lnTo>
                  <a:pt x="828675" y="776288"/>
                </a:lnTo>
                <a:lnTo>
                  <a:pt x="828675" y="785813"/>
                </a:lnTo>
                <a:lnTo>
                  <a:pt x="823913" y="790575"/>
                </a:lnTo>
                <a:lnTo>
                  <a:pt x="814388" y="790575"/>
                </a:lnTo>
                <a:lnTo>
                  <a:pt x="809625" y="795338"/>
                </a:lnTo>
                <a:lnTo>
                  <a:pt x="804863" y="800100"/>
                </a:lnTo>
                <a:lnTo>
                  <a:pt x="800100" y="804863"/>
                </a:lnTo>
                <a:lnTo>
                  <a:pt x="795338" y="809625"/>
                </a:lnTo>
                <a:lnTo>
                  <a:pt x="790575" y="814388"/>
                </a:lnTo>
                <a:lnTo>
                  <a:pt x="785813" y="819150"/>
                </a:lnTo>
                <a:lnTo>
                  <a:pt x="776288" y="819150"/>
                </a:lnTo>
                <a:lnTo>
                  <a:pt x="771525" y="823913"/>
                </a:lnTo>
                <a:lnTo>
                  <a:pt x="766763" y="828675"/>
                </a:lnTo>
                <a:lnTo>
                  <a:pt x="762000" y="833438"/>
                </a:lnTo>
                <a:lnTo>
                  <a:pt x="757238" y="838200"/>
                </a:lnTo>
                <a:lnTo>
                  <a:pt x="747713" y="838200"/>
                </a:lnTo>
                <a:lnTo>
                  <a:pt x="742950" y="842963"/>
                </a:lnTo>
                <a:lnTo>
                  <a:pt x="738188" y="847725"/>
                </a:lnTo>
                <a:lnTo>
                  <a:pt x="728663" y="847725"/>
                </a:lnTo>
                <a:lnTo>
                  <a:pt x="723900" y="852488"/>
                </a:lnTo>
                <a:lnTo>
                  <a:pt x="719138" y="857250"/>
                </a:lnTo>
                <a:lnTo>
                  <a:pt x="709613" y="857250"/>
                </a:lnTo>
                <a:lnTo>
                  <a:pt x="700088" y="857250"/>
                </a:lnTo>
                <a:lnTo>
                  <a:pt x="695325" y="862013"/>
                </a:lnTo>
                <a:lnTo>
                  <a:pt x="700088" y="866775"/>
                </a:lnTo>
                <a:lnTo>
                  <a:pt x="709613" y="866775"/>
                </a:lnTo>
                <a:lnTo>
                  <a:pt x="719138" y="866775"/>
                </a:lnTo>
                <a:lnTo>
                  <a:pt x="728663" y="866775"/>
                </a:lnTo>
                <a:lnTo>
                  <a:pt x="738188" y="866775"/>
                </a:lnTo>
                <a:lnTo>
                  <a:pt x="747713" y="866775"/>
                </a:lnTo>
                <a:lnTo>
                  <a:pt x="757238" y="866775"/>
                </a:lnTo>
                <a:lnTo>
                  <a:pt x="766763" y="866775"/>
                </a:lnTo>
                <a:lnTo>
                  <a:pt x="776288" y="866775"/>
                </a:lnTo>
                <a:lnTo>
                  <a:pt x="785813" y="866775"/>
                </a:lnTo>
                <a:lnTo>
                  <a:pt x="795338" y="866775"/>
                </a:lnTo>
                <a:lnTo>
                  <a:pt x="804863" y="866775"/>
                </a:lnTo>
                <a:lnTo>
                  <a:pt x="814388" y="866775"/>
                </a:lnTo>
                <a:lnTo>
                  <a:pt x="823913" y="866775"/>
                </a:lnTo>
                <a:lnTo>
                  <a:pt x="833438" y="866775"/>
                </a:lnTo>
                <a:lnTo>
                  <a:pt x="842963" y="866775"/>
                </a:lnTo>
                <a:lnTo>
                  <a:pt x="852488" y="866775"/>
                </a:lnTo>
                <a:lnTo>
                  <a:pt x="862013" y="866775"/>
                </a:lnTo>
                <a:lnTo>
                  <a:pt x="871538" y="866775"/>
                </a:lnTo>
                <a:lnTo>
                  <a:pt x="881063" y="866775"/>
                </a:lnTo>
                <a:lnTo>
                  <a:pt x="890588" y="866775"/>
                </a:lnTo>
                <a:lnTo>
                  <a:pt x="900113" y="866775"/>
                </a:lnTo>
                <a:lnTo>
                  <a:pt x="909638" y="866775"/>
                </a:lnTo>
                <a:lnTo>
                  <a:pt x="919163" y="866775"/>
                </a:lnTo>
                <a:lnTo>
                  <a:pt x="928688" y="866775"/>
                </a:lnTo>
                <a:lnTo>
                  <a:pt x="938213" y="866775"/>
                </a:lnTo>
                <a:lnTo>
                  <a:pt x="947738" y="866775"/>
                </a:lnTo>
                <a:lnTo>
                  <a:pt x="957263" y="866775"/>
                </a:lnTo>
                <a:lnTo>
                  <a:pt x="966788" y="866775"/>
                </a:lnTo>
                <a:lnTo>
                  <a:pt x="976313" y="866775"/>
                </a:lnTo>
                <a:lnTo>
                  <a:pt x="985838" y="866775"/>
                </a:lnTo>
                <a:lnTo>
                  <a:pt x="995363" y="866775"/>
                </a:lnTo>
                <a:lnTo>
                  <a:pt x="1004888" y="866775"/>
                </a:lnTo>
                <a:lnTo>
                  <a:pt x="1014413" y="866775"/>
                </a:lnTo>
                <a:lnTo>
                  <a:pt x="1023938" y="866775"/>
                </a:lnTo>
                <a:lnTo>
                  <a:pt x="1033463" y="866775"/>
                </a:lnTo>
                <a:lnTo>
                  <a:pt x="1042988" y="866775"/>
                </a:lnTo>
                <a:lnTo>
                  <a:pt x="1052513" y="866775"/>
                </a:lnTo>
                <a:lnTo>
                  <a:pt x="1062038" y="866775"/>
                </a:lnTo>
                <a:lnTo>
                  <a:pt x="1071563" y="866775"/>
                </a:lnTo>
                <a:lnTo>
                  <a:pt x="1076325" y="871538"/>
                </a:lnTo>
                <a:lnTo>
                  <a:pt x="1071563" y="876300"/>
                </a:lnTo>
                <a:lnTo>
                  <a:pt x="1062038" y="876300"/>
                </a:lnTo>
                <a:lnTo>
                  <a:pt x="1052513" y="876300"/>
                </a:lnTo>
                <a:lnTo>
                  <a:pt x="1042988" y="876300"/>
                </a:lnTo>
                <a:lnTo>
                  <a:pt x="1033463" y="876300"/>
                </a:lnTo>
                <a:lnTo>
                  <a:pt x="1023938" y="876300"/>
                </a:lnTo>
                <a:lnTo>
                  <a:pt x="1014413" y="876300"/>
                </a:lnTo>
                <a:lnTo>
                  <a:pt x="1004888" y="876300"/>
                </a:lnTo>
                <a:lnTo>
                  <a:pt x="995363" y="876300"/>
                </a:lnTo>
                <a:lnTo>
                  <a:pt x="985838" y="876300"/>
                </a:lnTo>
                <a:lnTo>
                  <a:pt x="976313" y="876300"/>
                </a:lnTo>
                <a:lnTo>
                  <a:pt x="966788" y="876300"/>
                </a:lnTo>
                <a:lnTo>
                  <a:pt x="957263" y="876300"/>
                </a:lnTo>
                <a:lnTo>
                  <a:pt x="947738" y="876300"/>
                </a:lnTo>
                <a:lnTo>
                  <a:pt x="938213" y="876300"/>
                </a:lnTo>
                <a:lnTo>
                  <a:pt x="928688" y="876300"/>
                </a:lnTo>
                <a:lnTo>
                  <a:pt x="919163" y="876300"/>
                </a:lnTo>
                <a:lnTo>
                  <a:pt x="909638" y="876300"/>
                </a:lnTo>
                <a:lnTo>
                  <a:pt x="900113" y="876300"/>
                </a:lnTo>
                <a:lnTo>
                  <a:pt x="890588" y="876300"/>
                </a:lnTo>
                <a:lnTo>
                  <a:pt x="881063" y="876300"/>
                </a:lnTo>
                <a:lnTo>
                  <a:pt x="871538" y="876300"/>
                </a:lnTo>
                <a:lnTo>
                  <a:pt x="862013" y="876300"/>
                </a:lnTo>
                <a:lnTo>
                  <a:pt x="852488" y="876300"/>
                </a:lnTo>
                <a:lnTo>
                  <a:pt x="842963" y="876300"/>
                </a:lnTo>
                <a:lnTo>
                  <a:pt x="833438" y="876300"/>
                </a:lnTo>
                <a:lnTo>
                  <a:pt x="823913" y="876300"/>
                </a:lnTo>
                <a:lnTo>
                  <a:pt x="814388" y="876300"/>
                </a:lnTo>
                <a:lnTo>
                  <a:pt x="804863" y="876300"/>
                </a:lnTo>
                <a:lnTo>
                  <a:pt x="795338" y="876300"/>
                </a:lnTo>
                <a:lnTo>
                  <a:pt x="785813" y="876300"/>
                </a:lnTo>
                <a:lnTo>
                  <a:pt x="776288" y="876300"/>
                </a:lnTo>
                <a:lnTo>
                  <a:pt x="766763" y="876300"/>
                </a:lnTo>
                <a:lnTo>
                  <a:pt x="757238" y="876300"/>
                </a:lnTo>
                <a:lnTo>
                  <a:pt x="747713" y="876300"/>
                </a:lnTo>
                <a:lnTo>
                  <a:pt x="738188" y="876300"/>
                </a:lnTo>
                <a:lnTo>
                  <a:pt x="728663" y="876300"/>
                </a:lnTo>
                <a:lnTo>
                  <a:pt x="719138" y="876300"/>
                </a:lnTo>
                <a:lnTo>
                  <a:pt x="709613" y="876300"/>
                </a:lnTo>
                <a:lnTo>
                  <a:pt x="700088" y="876300"/>
                </a:lnTo>
                <a:lnTo>
                  <a:pt x="690563" y="876300"/>
                </a:lnTo>
                <a:lnTo>
                  <a:pt x="681038" y="876300"/>
                </a:lnTo>
                <a:lnTo>
                  <a:pt x="671513" y="876300"/>
                </a:lnTo>
                <a:lnTo>
                  <a:pt x="661988" y="876300"/>
                </a:lnTo>
                <a:lnTo>
                  <a:pt x="652463" y="876300"/>
                </a:lnTo>
                <a:lnTo>
                  <a:pt x="642938" y="876300"/>
                </a:lnTo>
                <a:lnTo>
                  <a:pt x="633413" y="876300"/>
                </a:lnTo>
                <a:lnTo>
                  <a:pt x="623888" y="876300"/>
                </a:lnTo>
                <a:lnTo>
                  <a:pt x="614363" y="876300"/>
                </a:lnTo>
                <a:lnTo>
                  <a:pt x="604838" y="876300"/>
                </a:lnTo>
                <a:lnTo>
                  <a:pt x="595313" y="876300"/>
                </a:lnTo>
                <a:lnTo>
                  <a:pt x="585788" y="876300"/>
                </a:lnTo>
                <a:lnTo>
                  <a:pt x="576263" y="876300"/>
                </a:lnTo>
                <a:lnTo>
                  <a:pt x="566738" y="876300"/>
                </a:lnTo>
                <a:lnTo>
                  <a:pt x="557213" y="876300"/>
                </a:lnTo>
                <a:lnTo>
                  <a:pt x="547688" y="876300"/>
                </a:lnTo>
                <a:lnTo>
                  <a:pt x="538163" y="876300"/>
                </a:lnTo>
                <a:lnTo>
                  <a:pt x="528638" y="876300"/>
                </a:lnTo>
                <a:lnTo>
                  <a:pt x="519113" y="876300"/>
                </a:lnTo>
                <a:lnTo>
                  <a:pt x="509588" y="876300"/>
                </a:lnTo>
                <a:lnTo>
                  <a:pt x="500063" y="876300"/>
                </a:lnTo>
                <a:lnTo>
                  <a:pt x="490538" y="876300"/>
                </a:lnTo>
                <a:lnTo>
                  <a:pt x="481013" y="876300"/>
                </a:lnTo>
                <a:lnTo>
                  <a:pt x="471488" y="876300"/>
                </a:lnTo>
                <a:lnTo>
                  <a:pt x="461963" y="876300"/>
                </a:lnTo>
                <a:lnTo>
                  <a:pt x="452438" y="876300"/>
                </a:lnTo>
                <a:lnTo>
                  <a:pt x="442913" y="876300"/>
                </a:lnTo>
                <a:lnTo>
                  <a:pt x="433388" y="876300"/>
                </a:lnTo>
                <a:lnTo>
                  <a:pt x="423863" y="876300"/>
                </a:lnTo>
                <a:lnTo>
                  <a:pt x="414338" y="876300"/>
                </a:lnTo>
                <a:lnTo>
                  <a:pt x="404813" y="876300"/>
                </a:lnTo>
                <a:lnTo>
                  <a:pt x="395288" y="876300"/>
                </a:lnTo>
                <a:lnTo>
                  <a:pt x="385763" y="876300"/>
                </a:lnTo>
                <a:lnTo>
                  <a:pt x="376238" y="876300"/>
                </a:lnTo>
                <a:lnTo>
                  <a:pt x="366713" y="876300"/>
                </a:lnTo>
                <a:lnTo>
                  <a:pt x="357188" y="876300"/>
                </a:lnTo>
                <a:lnTo>
                  <a:pt x="347663" y="876300"/>
                </a:lnTo>
                <a:lnTo>
                  <a:pt x="338138" y="876300"/>
                </a:lnTo>
                <a:lnTo>
                  <a:pt x="328613" y="876300"/>
                </a:lnTo>
                <a:lnTo>
                  <a:pt x="319088" y="876300"/>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4763" y="790575"/>
                </a:lnTo>
                <a:lnTo>
                  <a:pt x="9525" y="795338"/>
                </a:lnTo>
                <a:lnTo>
                  <a:pt x="9525" y="804863"/>
                </a:lnTo>
                <a:lnTo>
                  <a:pt x="9525" y="814388"/>
                </a:lnTo>
                <a:lnTo>
                  <a:pt x="9525" y="823913"/>
                </a:lnTo>
                <a:lnTo>
                  <a:pt x="9525" y="833438"/>
                </a:lnTo>
                <a:lnTo>
                  <a:pt x="9525" y="842963"/>
                </a:lnTo>
                <a:lnTo>
                  <a:pt x="9525" y="852488"/>
                </a:lnTo>
                <a:lnTo>
                  <a:pt x="9525" y="862013"/>
                </a:lnTo>
                <a:lnTo>
                  <a:pt x="14288" y="866775"/>
                </a:lnTo>
                <a:lnTo>
                  <a:pt x="23813" y="866775"/>
                </a:lnTo>
                <a:lnTo>
                  <a:pt x="33338" y="866775"/>
                </a:lnTo>
                <a:lnTo>
                  <a:pt x="42863" y="866775"/>
                </a:lnTo>
                <a:lnTo>
                  <a:pt x="52388" y="866775"/>
                </a:lnTo>
                <a:lnTo>
                  <a:pt x="61913" y="866775"/>
                </a:lnTo>
                <a:lnTo>
                  <a:pt x="71438" y="866775"/>
                </a:lnTo>
                <a:lnTo>
                  <a:pt x="80963" y="866775"/>
                </a:lnTo>
                <a:lnTo>
                  <a:pt x="90488" y="866775"/>
                </a:lnTo>
                <a:lnTo>
                  <a:pt x="100013" y="866775"/>
                </a:lnTo>
                <a:lnTo>
                  <a:pt x="109538" y="866775"/>
                </a:lnTo>
                <a:lnTo>
                  <a:pt x="119063" y="866775"/>
                </a:lnTo>
                <a:lnTo>
                  <a:pt x="128588" y="866775"/>
                </a:lnTo>
                <a:lnTo>
                  <a:pt x="138113" y="866775"/>
                </a:lnTo>
                <a:lnTo>
                  <a:pt x="147638" y="866775"/>
                </a:lnTo>
                <a:lnTo>
                  <a:pt x="157163" y="866775"/>
                </a:lnTo>
                <a:lnTo>
                  <a:pt x="166688" y="866775"/>
                </a:lnTo>
                <a:lnTo>
                  <a:pt x="176213" y="866775"/>
                </a:lnTo>
                <a:lnTo>
                  <a:pt x="185738" y="866775"/>
                </a:lnTo>
                <a:lnTo>
                  <a:pt x="195263" y="866775"/>
                </a:lnTo>
                <a:lnTo>
                  <a:pt x="204788" y="866775"/>
                </a:lnTo>
                <a:lnTo>
                  <a:pt x="214313" y="866775"/>
                </a:lnTo>
                <a:lnTo>
                  <a:pt x="223838" y="866775"/>
                </a:lnTo>
                <a:lnTo>
                  <a:pt x="233363" y="866775"/>
                </a:lnTo>
                <a:lnTo>
                  <a:pt x="242888" y="866775"/>
                </a:lnTo>
                <a:lnTo>
                  <a:pt x="252413" y="866775"/>
                </a:lnTo>
                <a:lnTo>
                  <a:pt x="261938" y="866775"/>
                </a:lnTo>
                <a:lnTo>
                  <a:pt x="271463" y="866775"/>
                </a:lnTo>
                <a:lnTo>
                  <a:pt x="280988" y="866775"/>
                </a:lnTo>
                <a:lnTo>
                  <a:pt x="290513" y="866775"/>
                </a:lnTo>
                <a:lnTo>
                  <a:pt x="300038" y="866775"/>
                </a:lnTo>
                <a:lnTo>
                  <a:pt x="309563" y="866775"/>
                </a:lnTo>
                <a:lnTo>
                  <a:pt x="319088" y="866775"/>
                </a:lnTo>
                <a:lnTo>
                  <a:pt x="328613" y="866775"/>
                </a:lnTo>
                <a:lnTo>
                  <a:pt x="338138" y="866775"/>
                </a:lnTo>
                <a:lnTo>
                  <a:pt x="347663" y="866775"/>
                </a:lnTo>
                <a:lnTo>
                  <a:pt x="357188" y="866775"/>
                </a:lnTo>
                <a:lnTo>
                  <a:pt x="366713" y="866775"/>
                </a:lnTo>
                <a:lnTo>
                  <a:pt x="376238" y="866775"/>
                </a:lnTo>
                <a:lnTo>
                  <a:pt x="381000" y="862013"/>
                </a:lnTo>
                <a:lnTo>
                  <a:pt x="376238" y="857250"/>
                </a:lnTo>
                <a:lnTo>
                  <a:pt x="366713" y="857250"/>
                </a:lnTo>
                <a:lnTo>
                  <a:pt x="357188" y="857250"/>
                </a:lnTo>
                <a:lnTo>
                  <a:pt x="352425" y="852488"/>
                </a:lnTo>
                <a:lnTo>
                  <a:pt x="347663" y="847725"/>
                </a:lnTo>
                <a:lnTo>
                  <a:pt x="338138" y="847725"/>
                </a:lnTo>
                <a:lnTo>
                  <a:pt x="333375" y="842963"/>
                </a:lnTo>
                <a:lnTo>
                  <a:pt x="328613" y="838200"/>
                </a:lnTo>
                <a:lnTo>
                  <a:pt x="319088" y="838200"/>
                </a:lnTo>
                <a:lnTo>
                  <a:pt x="314325" y="833438"/>
                </a:lnTo>
                <a:lnTo>
                  <a:pt x="309563" y="828675"/>
                </a:lnTo>
                <a:lnTo>
                  <a:pt x="304800" y="823913"/>
                </a:lnTo>
                <a:lnTo>
                  <a:pt x="300038" y="819150"/>
                </a:lnTo>
                <a:lnTo>
                  <a:pt x="290513" y="819150"/>
                </a:lnTo>
                <a:lnTo>
                  <a:pt x="285750" y="814388"/>
                </a:lnTo>
                <a:lnTo>
                  <a:pt x="280988" y="809625"/>
                </a:lnTo>
                <a:lnTo>
                  <a:pt x="276225" y="804863"/>
                </a:lnTo>
                <a:lnTo>
                  <a:pt x="271463" y="800100"/>
                </a:lnTo>
                <a:lnTo>
                  <a:pt x="266700" y="795338"/>
                </a:lnTo>
                <a:lnTo>
                  <a:pt x="261938" y="790575"/>
                </a:lnTo>
                <a:lnTo>
                  <a:pt x="257175" y="785813"/>
                </a:lnTo>
                <a:lnTo>
                  <a:pt x="252413" y="781050"/>
                </a:lnTo>
                <a:lnTo>
                  <a:pt x="247650" y="776288"/>
                </a:lnTo>
                <a:lnTo>
                  <a:pt x="242888" y="771525"/>
                </a:lnTo>
                <a:lnTo>
                  <a:pt x="238125" y="766763"/>
                </a:lnTo>
                <a:lnTo>
                  <a:pt x="233363" y="762000"/>
                </a:lnTo>
                <a:lnTo>
                  <a:pt x="228600" y="757238"/>
                </a:lnTo>
                <a:lnTo>
                  <a:pt x="223838" y="752475"/>
                </a:lnTo>
                <a:lnTo>
                  <a:pt x="219075" y="747713"/>
                </a:lnTo>
                <a:lnTo>
                  <a:pt x="214313" y="742950"/>
                </a:lnTo>
                <a:lnTo>
                  <a:pt x="209550" y="738188"/>
                </a:lnTo>
                <a:lnTo>
                  <a:pt x="204788" y="733425"/>
                </a:lnTo>
                <a:lnTo>
                  <a:pt x="200025" y="728663"/>
                </a:lnTo>
                <a:lnTo>
                  <a:pt x="195263" y="723900"/>
                </a:lnTo>
                <a:lnTo>
                  <a:pt x="190500" y="719138"/>
                </a:lnTo>
                <a:lnTo>
                  <a:pt x="185738" y="714375"/>
                </a:lnTo>
                <a:lnTo>
                  <a:pt x="180975" y="709613"/>
                </a:lnTo>
                <a:lnTo>
                  <a:pt x="180975" y="700088"/>
                </a:lnTo>
                <a:lnTo>
                  <a:pt x="176213" y="695325"/>
                </a:lnTo>
                <a:lnTo>
                  <a:pt x="166688" y="695325"/>
                </a:lnTo>
                <a:lnTo>
                  <a:pt x="161925" y="690563"/>
                </a:lnTo>
                <a:lnTo>
                  <a:pt x="161925" y="681038"/>
                </a:lnTo>
                <a:lnTo>
                  <a:pt x="161925" y="671513"/>
                </a:lnTo>
                <a:lnTo>
                  <a:pt x="157163" y="666750"/>
                </a:lnTo>
                <a:lnTo>
                  <a:pt x="152400" y="661988"/>
                </a:lnTo>
                <a:lnTo>
                  <a:pt x="147638" y="657225"/>
                </a:lnTo>
                <a:lnTo>
                  <a:pt x="142875" y="652463"/>
                </a:lnTo>
                <a:lnTo>
                  <a:pt x="142875" y="642938"/>
                </a:lnTo>
                <a:lnTo>
                  <a:pt x="138113" y="638175"/>
                </a:lnTo>
                <a:lnTo>
                  <a:pt x="133350" y="633413"/>
                </a:lnTo>
                <a:lnTo>
                  <a:pt x="133350" y="623888"/>
                </a:lnTo>
                <a:lnTo>
                  <a:pt x="128588" y="619125"/>
                </a:lnTo>
                <a:lnTo>
                  <a:pt x="123825" y="614363"/>
                </a:lnTo>
                <a:lnTo>
                  <a:pt x="123825" y="604838"/>
                </a:lnTo>
                <a:lnTo>
                  <a:pt x="123825" y="595313"/>
                </a:lnTo>
                <a:lnTo>
                  <a:pt x="119063" y="590550"/>
                </a:lnTo>
                <a:lnTo>
                  <a:pt x="114300" y="585788"/>
                </a:lnTo>
                <a:lnTo>
                  <a:pt x="114300" y="576263"/>
                </a:lnTo>
                <a:lnTo>
                  <a:pt x="114300" y="566738"/>
                </a:lnTo>
                <a:lnTo>
                  <a:pt x="109538" y="561975"/>
                </a:lnTo>
                <a:lnTo>
                  <a:pt x="104775" y="557213"/>
                </a:lnTo>
                <a:lnTo>
                  <a:pt x="104775" y="547688"/>
                </a:lnTo>
                <a:lnTo>
                  <a:pt x="100013" y="542925"/>
                </a:lnTo>
                <a:lnTo>
                  <a:pt x="95250" y="538163"/>
                </a:lnTo>
                <a:lnTo>
                  <a:pt x="100013" y="533400"/>
                </a:lnTo>
                <a:lnTo>
                  <a:pt x="104775" y="528638"/>
                </a:lnTo>
                <a:lnTo>
                  <a:pt x="100013" y="523875"/>
                </a:lnTo>
                <a:lnTo>
                  <a:pt x="95250" y="519113"/>
                </a:lnTo>
                <a:lnTo>
                  <a:pt x="95250" y="509588"/>
                </a:lnTo>
                <a:lnTo>
                  <a:pt x="95250" y="500063"/>
                </a:lnTo>
                <a:lnTo>
                  <a:pt x="95250" y="490538"/>
                </a:lnTo>
                <a:lnTo>
                  <a:pt x="95250" y="481013"/>
                </a:lnTo>
                <a:lnTo>
                  <a:pt x="95250" y="471488"/>
                </a:lnTo>
                <a:lnTo>
                  <a:pt x="95250" y="461963"/>
                </a:lnTo>
                <a:lnTo>
                  <a:pt x="95250" y="452438"/>
                </a:lnTo>
                <a:lnTo>
                  <a:pt x="90488" y="447675"/>
                </a:lnTo>
                <a:lnTo>
                  <a:pt x="85725" y="442913"/>
                </a:lnTo>
                <a:lnTo>
                  <a:pt x="90488" y="438150"/>
                </a:lnTo>
                <a:lnTo>
                  <a:pt x="95250" y="433388"/>
                </a:lnTo>
                <a:lnTo>
                  <a:pt x="90488" y="428625"/>
                </a:lnTo>
                <a:lnTo>
                  <a:pt x="85725" y="423863"/>
                </a:lnTo>
                <a:lnTo>
                  <a:pt x="90488" y="419100"/>
                </a:lnTo>
                <a:lnTo>
                  <a:pt x="95250" y="414338"/>
                </a:lnTo>
                <a:lnTo>
                  <a:pt x="95250" y="404813"/>
                </a:lnTo>
                <a:lnTo>
                  <a:pt x="95250" y="395288"/>
                </a:lnTo>
                <a:lnTo>
                  <a:pt x="95250" y="385763"/>
                </a:lnTo>
                <a:lnTo>
                  <a:pt x="95250" y="376238"/>
                </a:lnTo>
                <a:lnTo>
                  <a:pt x="95250" y="366713"/>
                </a:lnTo>
                <a:lnTo>
                  <a:pt x="95250" y="357188"/>
                </a:lnTo>
                <a:lnTo>
                  <a:pt x="100013" y="352425"/>
                </a:lnTo>
                <a:lnTo>
                  <a:pt x="104775" y="347663"/>
                </a:lnTo>
                <a:lnTo>
                  <a:pt x="104775" y="338138"/>
                </a:lnTo>
                <a:lnTo>
                  <a:pt x="104775" y="328613"/>
                </a:lnTo>
                <a:lnTo>
                  <a:pt x="104775" y="319088"/>
                </a:lnTo>
                <a:lnTo>
                  <a:pt x="104775" y="309563"/>
                </a:lnTo>
                <a:lnTo>
                  <a:pt x="109538" y="304800"/>
                </a:lnTo>
                <a:lnTo>
                  <a:pt x="114300" y="300038"/>
                </a:lnTo>
                <a:lnTo>
                  <a:pt x="114300" y="290513"/>
                </a:lnTo>
                <a:lnTo>
                  <a:pt x="114300" y="280988"/>
                </a:lnTo>
                <a:lnTo>
                  <a:pt x="119063" y="276225"/>
                </a:lnTo>
                <a:lnTo>
                  <a:pt x="123825" y="271463"/>
                </a:lnTo>
                <a:lnTo>
                  <a:pt x="123825" y="261938"/>
                </a:lnTo>
                <a:lnTo>
                  <a:pt x="128588" y="257175"/>
                </a:lnTo>
                <a:lnTo>
                  <a:pt x="133350" y="252413"/>
                </a:lnTo>
                <a:lnTo>
                  <a:pt x="133350" y="242888"/>
                </a:lnTo>
                <a:lnTo>
                  <a:pt x="138113" y="238125"/>
                </a:lnTo>
                <a:lnTo>
                  <a:pt x="142875" y="233363"/>
                </a:lnTo>
                <a:lnTo>
                  <a:pt x="147638" y="228600"/>
                </a:lnTo>
                <a:lnTo>
                  <a:pt x="152400" y="223838"/>
                </a:lnTo>
                <a:lnTo>
                  <a:pt x="152400" y="214313"/>
                </a:lnTo>
                <a:lnTo>
                  <a:pt x="152400" y="204788"/>
                </a:lnTo>
                <a:lnTo>
                  <a:pt x="157163" y="200025"/>
                </a:lnTo>
                <a:lnTo>
                  <a:pt x="161925" y="195263"/>
                </a:lnTo>
                <a:lnTo>
                  <a:pt x="166688" y="190500"/>
                </a:lnTo>
                <a:lnTo>
                  <a:pt x="171450" y="185738"/>
                </a:lnTo>
                <a:lnTo>
                  <a:pt x="176213" y="180975"/>
                </a:lnTo>
                <a:lnTo>
                  <a:pt x="180975" y="176213"/>
                </a:lnTo>
                <a:lnTo>
                  <a:pt x="180975" y="166688"/>
                </a:lnTo>
                <a:lnTo>
                  <a:pt x="185738" y="161925"/>
                </a:lnTo>
                <a:lnTo>
                  <a:pt x="190500" y="157163"/>
                </a:lnTo>
                <a:lnTo>
                  <a:pt x="195263" y="152400"/>
                </a:lnTo>
                <a:lnTo>
                  <a:pt x="200025" y="147638"/>
                </a:lnTo>
                <a:lnTo>
                  <a:pt x="204788" y="142875"/>
                </a:lnTo>
                <a:lnTo>
                  <a:pt x="209550" y="138113"/>
                </a:lnTo>
                <a:lnTo>
                  <a:pt x="209550" y="128588"/>
                </a:lnTo>
                <a:lnTo>
                  <a:pt x="214313" y="123825"/>
                </a:lnTo>
                <a:lnTo>
                  <a:pt x="223838" y="123825"/>
                </a:lnTo>
                <a:lnTo>
                  <a:pt x="228600" y="119063"/>
                </a:lnTo>
                <a:lnTo>
                  <a:pt x="233363" y="114300"/>
                </a:lnTo>
                <a:lnTo>
                  <a:pt x="238125" y="109538"/>
                </a:lnTo>
                <a:lnTo>
                  <a:pt x="242888" y="104775"/>
                </a:lnTo>
                <a:lnTo>
                  <a:pt x="247650" y="100013"/>
                </a:lnTo>
                <a:lnTo>
                  <a:pt x="252413" y="95250"/>
                </a:lnTo>
                <a:lnTo>
                  <a:pt x="257175" y="90488"/>
                </a:lnTo>
                <a:lnTo>
                  <a:pt x="261938" y="85725"/>
                </a:lnTo>
                <a:lnTo>
                  <a:pt x="266700" y="80963"/>
                </a:lnTo>
                <a:lnTo>
                  <a:pt x="271463" y="76200"/>
                </a:lnTo>
                <a:lnTo>
                  <a:pt x="276225" y="71438"/>
                </a:lnTo>
                <a:lnTo>
                  <a:pt x="280988" y="66675"/>
                </a:lnTo>
                <a:lnTo>
                  <a:pt x="290513" y="66675"/>
                </a:lnTo>
                <a:lnTo>
                  <a:pt x="295275" y="61913"/>
                </a:lnTo>
                <a:lnTo>
                  <a:pt x="300038" y="57150"/>
                </a:lnTo>
                <a:lnTo>
                  <a:pt x="309563" y="57150"/>
                </a:lnTo>
                <a:lnTo>
                  <a:pt x="314325" y="52388"/>
                </a:lnTo>
                <a:lnTo>
                  <a:pt x="319088" y="47625"/>
                </a:lnTo>
                <a:lnTo>
                  <a:pt x="323850" y="42863"/>
                </a:lnTo>
                <a:lnTo>
                  <a:pt x="328613" y="38100"/>
                </a:lnTo>
                <a:lnTo>
                  <a:pt x="338138" y="38100"/>
                </a:lnTo>
                <a:lnTo>
                  <a:pt x="347663" y="38100"/>
                </a:lnTo>
                <a:lnTo>
                  <a:pt x="352425" y="33338"/>
                </a:lnTo>
                <a:lnTo>
                  <a:pt x="357188" y="28575"/>
                </a:lnTo>
                <a:lnTo>
                  <a:pt x="361950" y="23813"/>
                </a:lnTo>
                <a:lnTo>
                  <a:pt x="366713" y="19050"/>
                </a:lnTo>
                <a:lnTo>
                  <a:pt x="376238" y="19050"/>
                </a:lnTo>
                <a:lnTo>
                  <a:pt x="385763" y="19050"/>
                </a:lnTo>
                <a:lnTo>
                  <a:pt x="390525" y="14288"/>
                </a:lnTo>
                <a:lnTo>
                  <a:pt x="395288" y="9525"/>
                </a:lnTo>
                <a:lnTo>
                  <a:pt x="404813" y="9525"/>
                </a:lnTo>
                <a:lnTo>
                  <a:pt x="414338" y="9525"/>
                </a:lnTo>
                <a:lnTo>
                  <a:pt x="423863" y="9525"/>
                </a:lnTo>
                <a:lnTo>
                  <a:pt x="428625" y="4763"/>
                </a:lnTo>
                <a:close/>
              </a:path>
            </a:pathLst>
          </a:custGeom>
          <a:solidFill xmlns:a="http://schemas.openxmlformats.org/drawingml/2006/main">
            <a:srgbClr val="AACD9C"/>
          </a:solidFill>
          <a:ln xmlns:a="http://schemas.openxmlformats.org/drawingml/2006/main" w="0">
            <a:noFill/>
            <a:prstDash val="solid"/>
          </a:ln>
        </p:spPr>
      </p:sp>
      <p:sp>
        <p:nvSpPr>
          <p:cNvPr id="512" name="layout-green-88-2">
            <a:extLst xmlns:a="http://schemas.openxmlformats.org/drawingml/2006/main">
              <a:ext uri="{FF2B5EF4-FFF2-40B4-BE49-F238E27FC236}">
                <a16:creationId xmlns:a16="http://schemas.microsoft.com/office/drawing/2014/main" id="{0CF3A7BE-29C4-40F5-83AD-493A9C488F34}"/>
              </a:ext>
            </a:extLst>
          </p:cNvPr>
          <p:cNvSpPr>
            <a:spLocks xmlns:a="http://schemas.openxmlformats.org/drawingml/2006/main" noGrp="1"/>
          </p:cNvSpPr>
          <p:nvPr/>
        </p:nvSpPr>
        <p:spPr>
          <a:xfrm xmlns:a="http://schemas.openxmlformats.org/drawingml/2006/main" rot="0">
            <a:off x="390525" y="3552825"/>
            <a:ext cx="171450" cy="85725"/>
          </a:xfrm>
          <a:custGeom xmlns:a="http://schemas.openxmlformats.org/drawingml/2006/main">
            <a:pathLst>
              <a:path w="171450" h="85725">
                <a:moveTo>
                  <a:pt x="152400" y="4763"/>
                </a:moveTo>
                <a:lnTo>
                  <a:pt x="157163" y="0"/>
                </a:lnTo>
                <a:lnTo>
                  <a:pt x="166688" y="0"/>
                </a:lnTo>
                <a:lnTo>
                  <a:pt x="171450" y="4763"/>
                </a:lnTo>
                <a:lnTo>
                  <a:pt x="171450" y="14288"/>
                </a:lnTo>
                <a:lnTo>
                  <a:pt x="171450" y="23813"/>
                </a:lnTo>
                <a:lnTo>
                  <a:pt x="166688" y="28575"/>
                </a:lnTo>
                <a:lnTo>
                  <a:pt x="161925" y="33338"/>
                </a:lnTo>
                <a:lnTo>
                  <a:pt x="161925" y="42863"/>
                </a:lnTo>
                <a:lnTo>
                  <a:pt x="166688" y="47625"/>
                </a:lnTo>
                <a:lnTo>
                  <a:pt x="171450" y="52388"/>
                </a:lnTo>
                <a:lnTo>
                  <a:pt x="171450" y="61913"/>
                </a:lnTo>
                <a:lnTo>
                  <a:pt x="171450" y="71438"/>
                </a:lnTo>
                <a:lnTo>
                  <a:pt x="171450" y="80963"/>
                </a:lnTo>
                <a:lnTo>
                  <a:pt x="166688" y="85725"/>
                </a:lnTo>
                <a:lnTo>
                  <a:pt x="157163" y="85725"/>
                </a:lnTo>
                <a:lnTo>
                  <a:pt x="147638" y="85725"/>
                </a:lnTo>
                <a:lnTo>
                  <a:pt x="138113" y="85725"/>
                </a:lnTo>
                <a:lnTo>
                  <a:pt x="128588" y="85725"/>
                </a:lnTo>
                <a:lnTo>
                  <a:pt x="119063" y="85725"/>
                </a:lnTo>
                <a:lnTo>
                  <a:pt x="109538" y="85725"/>
                </a:lnTo>
                <a:lnTo>
                  <a:pt x="100013" y="85725"/>
                </a:lnTo>
                <a:lnTo>
                  <a:pt x="90488" y="85725"/>
                </a:lnTo>
                <a:lnTo>
                  <a:pt x="85725" y="80963"/>
                </a:lnTo>
                <a:lnTo>
                  <a:pt x="80963" y="76200"/>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4763" y="57150"/>
                </a:lnTo>
                <a:lnTo>
                  <a:pt x="0" y="52388"/>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71438" y="19050"/>
                </a:lnTo>
                <a:lnTo>
                  <a:pt x="76200" y="14288"/>
                </a:lnTo>
                <a:lnTo>
                  <a:pt x="80963" y="9525"/>
                </a:lnTo>
                <a:lnTo>
                  <a:pt x="90488" y="9525"/>
                </a:lnTo>
                <a:lnTo>
                  <a:pt x="100013" y="9525"/>
                </a:lnTo>
                <a:lnTo>
                  <a:pt x="109538" y="9525"/>
                </a:lnTo>
                <a:lnTo>
                  <a:pt x="119063" y="9525"/>
                </a:lnTo>
                <a:lnTo>
                  <a:pt x="128588" y="9525"/>
                </a:lnTo>
                <a:lnTo>
                  <a:pt x="138113" y="9525"/>
                </a:lnTo>
                <a:lnTo>
                  <a:pt x="147638" y="9525"/>
                </a:lnTo>
                <a:lnTo>
                  <a:pt x="152400" y="4763"/>
                </a:lnTo>
                <a:close/>
              </a:path>
            </a:pathLst>
          </a:custGeom>
          <a:solidFill xmlns:a="http://schemas.openxmlformats.org/drawingml/2006/main">
            <a:srgbClr val="AACD9C"/>
          </a:solidFill>
          <a:ln xmlns:a="http://schemas.openxmlformats.org/drawingml/2006/main" w="0">
            <a:noFill/>
            <a:prstDash val="solid"/>
          </a:ln>
        </p:spPr>
      </p:sp>
      <p:sp>
        <p:nvSpPr>
          <p:cNvPr id="513" name="layout-green-89-0">
            <a:extLst xmlns:a="http://schemas.openxmlformats.org/drawingml/2006/main">
              <a:ext uri="{FF2B5EF4-FFF2-40B4-BE49-F238E27FC236}">
                <a16:creationId xmlns:a16="http://schemas.microsoft.com/office/drawing/2014/main" id="{9FD27EB2-1F45-480C-A447-13AE571E7448}"/>
              </a:ext>
            </a:extLst>
          </p:cNvPr>
          <p:cNvSpPr>
            <a:spLocks xmlns:a="http://schemas.openxmlformats.org/drawingml/2006/main" noGrp="1"/>
          </p:cNvSpPr>
          <p:nvPr/>
        </p:nvSpPr>
        <p:spPr>
          <a:xfrm xmlns:a="http://schemas.openxmlformats.org/drawingml/2006/main" rot="0">
            <a:off x="123825" y="3371850"/>
            <a:ext cx="9525" cy="781050"/>
          </a:xfrm>
          <a:custGeom xmlns:a="http://schemas.openxmlformats.org/drawingml/2006/main">
            <a:pathLst>
              <a:path w="9525" h="7810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9525" y="433388"/>
                </a:lnTo>
                <a:lnTo>
                  <a:pt x="9525" y="442913"/>
                </a:lnTo>
                <a:lnTo>
                  <a:pt x="9525" y="452438"/>
                </a:lnTo>
                <a:lnTo>
                  <a:pt x="9525" y="461963"/>
                </a:lnTo>
                <a:lnTo>
                  <a:pt x="9525" y="471488"/>
                </a:lnTo>
                <a:lnTo>
                  <a:pt x="9525" y="481013"/>
                </a:lnTo>
                <a:lnTo>
                  <a:pt x="9525" y="490538"/>
                </a:lnTo>
                <a:lnTo>
                  <a:pt x="9525" y="500063"/>
                </a:lnTo>
                <a:lnTo>
                  <a:pt x="9525" y="509588"/>
                </a:lnTo>
                <a:lnTo>
                  <a:pt x="9525" y="519113"/>
                </a:lnTo>
                <a:lnTo>
                  <a:pt x="9525" y="528638"/>
                </a:lnTo>
                <a:lnTo>
                  <a:pt x="9525" y="538163"/>
                </a:lnTo>
                <a:lnTo>
                  <a:pt x="9525" y="547688"/>
                </a:lnTo>
                <a:lnTo>
                  <a:pt x="9525" y="557213"/>
                </a:lnTo>
                <a:lnTo>
                  <a:pt x="9525" y="566738"/>
                </a:lnTo>
                <a:lnTo>
                  <a:pt x="9525" y="576263"/>
                </a:lnTo>
                <a:lnTo>
                  <a:pt x="9525" y="585788"/>
                </a:lnTo>
                <a:lnTo>
                  <a:pt x="9525" y="595313"/>
                </a:lnTo>
                <a:lnTo>
                  <a:pt x="9525" y="604838"/>
                </a:lnTo>
                <a:lnTo>
                  <a:pt x="9525" y="614363"/>
                </a:lnTo>
                <a:lnTo>
                  <a:pt x="9525" y="623888"/>
                </a:lnTo>
                <a:lnTo>
                  <a:pt x="9525" y="633413"/>
                </a:lnTo>
                <a:lnTo>
                  <a:pt x="9525" y="642938"/>
                </a:lnTo>
                <a:lnTo>
                  <a:pt x="9525" y="652463"/>
                </a:lnTo>
                <a:lnTo>
                  <a:pt x="9525" y="661988"/>
                </a:lnTo>
                <a:lnTo>
                  <a:pt x="9525" y="671513"/>
                </a:lnTo>
                <a:lnTo>
                  <a:pt x="9525" y="681038"/>
                </a:lnTo>
                <a:lnTo>
                  <a:pt x="9525" y="690563"/>
                </a:lnTo>
                <a:lnTo>
                  <a:pt x="9525" y="700088"/>
                </a:lnTo>
                <a:lnTo>
                  <a:pt x="9525" y="709613"/>
                </a:lnTo>
                <a:lnTo>
                  <a:pt x="9525" y="719138"/>
                </a:lnTo>
                <a:lnTo>
                  <a:pt x="9525" y="728663"/>
                </a:lnTo>
                <a:lnTo>
                  <a:pt x="9525" y="738188"/>
                </a:lnTo>
                <a:lnTo>
                  <a:pt x="9525" y="747713"/>
                </a:lnTo>
                <a:lnTo>
                  <a:pt x="9525" y="757238"/>
                </a:lnTo>
                <a:lnTo>
                  <a:pt x="9525" y="766763"/>
                </a:lnTo>
                <a:lnTo>
                  <a:pt x="9525" y="776288"/>
                </a:lnTo>
                <a:lnTo>
                  <a:pt x="4763" y="781050"/>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ACCE9F"/>
          </a:solidFill>
          <a:ln xmlns:a="http://schemas.openxmlformats.org/drawingml/2006/main" w="0">
            <a:noFill/>
            <a:prstDash val="solid"/>
          </a:ln>
        </p:spPr>
      </p:sp>
      <p:sp>
        <p:nvSpPr>
          <p:cNvPr id="514" name="layout-green-89-1">
            <a:extLst xmlns:a="http://schemas.openxmlformats.org/drawingml/2006/main">
              <a:ext uri="{FF2B5EF4-FFF2-40B4-BE49-F238E27FC236}">
                <a16:creationId xmlns:a16="http://schemas.microsoft.com/office/drawing/2014/main" id="{A718F12C-D515-439D-9BA7-780ECB5477EA}"/>
              </a:ext>
            </a:extLst>
          </p:cNvPr>
          <p:cNvSpPr>
            <a:spLocks xmlns:a="http://schemas.openxmlformats.org/drawingml/2006/main" noGrp="1"/>
          </p:cNvSpPr>
          <p:nvPr/>
        </p:nvSpPr>
        <p:spPr>
          <a:xfrm xmlns:a="http://schemas.openxmlformats.org/drawingml/2006/main" rot="0">
            <a:off x="123825" y="3371850"/>
            <a:ext cx="1076325" cy="876300"/>
          </a:xfrm>
          <a:custGeom xmlns:a="http://schemas.openxmlformats.org/drawingml/2006/main">
            <a:pathLst>
              <a:path w="1076325" h="876300">
                <a:moveTo>
                  <a:pt x="428625" y="4763"/>
                </a:moveTo>
                <a:lnTo>
                  <a:pt x="433388" y="0"/>
                </a:lnTo>
                <a:lnTo>
                  <a:pt x="438150" y="4763"/>
                </a:lnTo>
                <a:lnTo>
                  <a:pt x="438150" y="14288"/>
                </a:lnTo>
                <a:lnTo>
                  <a:pt x="438150" y="23813"/>
                </a:lnTo>
                <a:lnTo>
                  <a:pt x="438150" y="33338"/>
                </a:lnTo>
                <a:lnTo>
                  <a:pt x="438150" y="42863"/>
                </a:lnTo>
                <a:lnTo>
                  <a:pt x="438150" y="52388"/>
                </a:lnTo>
                <a:lnTo>
                  <a:pt x="438150" y="61913"/>
                </a:lnTo>
                <a:lnTo>
                  <a:pt x="438150" y="71438"/>
                </a:lnTo>
                <a:lnTo>
                  <a:pt x="438150" y="80963"/>
                </a:lnTo>
                <a:lnTo>
                  <a:pt x="438150" y="90488"/>
                </a:lnTo>
                <a:lnTo>
                  <a:pt x="438150" y="100013"/>
                </a:lnTo>
                <a:lnTo>
                  <a:pt x="438150" y="109538"/>
                </a:lnTo>
                <a:lnTo>
                  <a:pt x="438150" y="119063"/>
                </a:lnTo>
                <a:lnTo>
                  <a:pt x="438150" y="128588"/>
                </a:lnTo>
                <a:lnTo>
                  <a:pt x="438150" y="138113"/>
                </a:lnTo>
                <a:lnTo>
                  <a:pt x="438150" y="147638"/>
                </a:lnTo>
                <a:lnTo>
                  <a:pt x="438150" y="157163"/>
                </a:lnTo>
                <a:lnTo>
                  <a:pt x="433388" y="161925"/>
                </a:lnTo>
                <a:lnTo>
                  <a:pt x="423863" y="161925"/>
                </a:lnTo>
                <a:lnTo>
                  <a:pt x="419100" y="166688"/>
                </a:lnTo>
                <a:lnTo>
                  <a:pt x="414338" y="171450"/>
                </a:lnTo>
                <a:lnTo>
                  <a:pt x="404813" y="171450"/>
                </a:lnTo>
                <a:lnTo>
                  <a:pt x="395288" y="171450"/>
                </a:lnTo>
                <a:lnTo>
                  <a:pt x="385763" y="171450"/>
                </a:lnTo>
                <a:lnTo>
                  <a:pt x="376238" y="171450"/>
                </a:lnTo>
                <a:lnTo>
                  <a:pt x="366713" y="171450"/>
                </a:lnTo>
                <a:lnTo>
                  <a:pt x="357188" y="171450"/>
                </a:lnTo>
                <a:lnTo>
                  <a:pt x="347663" y="171450"/>
                </a:lnTo>
                <a:lnTo>
                  <a:pt x="342900" y="176213"/>
                </a:lnTo>
                <a:lnTo>
                  <a:pt x="338138" y="180975"/>
                </a:lnTo>
                <a:lnTo>
                  <a:pt x="328613" y="180975"/>
                </a:lnTo>
                <a:lnTo>
                  <a:pt x="319088" y="180975"/>
                </a:lnTo>
                <a:lnTo>
                  <a:pt x="309563" y="180975"/>
                </a:lnTo>
                <a:lnTo>
                  <a:pt x="300038" y="180975"/>
                </a:lnTo>
                <a:lnTo>
                  <a:pt x="295275" y="185738"/>
                </a:lnTo>
                <a:lnTo>
                  <a:pt x="290513" y="190500"/>
                </a:lnTo>
                <a:lnTo>
                  <a:pt x="280988" y="190500"/>
                </a:lnTo>
                <a:lnTo>
                  <a:pt x="276225" y="195263"/>
                </a:lnTo>
                <a:lnTo>
                  <a:pt x="271463" y="200025"/>
                </a:lnTo>
                <a:lnTo>
                  <a:pt x="261938" y="200025"/>
                </a:lnTo>
                <a:lnTo>
                  <a:pt x="257175" y="204788"/>
                </a:lnTo>
                <a:lnTo>
                  <a:pt x="252413" y="209550"/>
                </a:lnTo>
                <a:lnTo>
                  <a:pt x="247650" y="214313"/>
                </a:lnTo>
                <a:lnTo>
                  <a:pt x="247650" y="223838"/>
                </a:lnTo>
                <a:lnTo>
                  <a:pt x="247650" y="233363"/>
                </a:lnTo>
                <a:lnTo>
                  <a:pt x="247650" y="242888"/>
                </a:lnTo>
                <a:lnTo>
                  <a:pt x="252413" y="247650"/>
                </a:lnTo>
                <a:lnTo>
                  <a:pt x="257175" y="252413"/>
                </a:lnTo>
                <a:lnTo>
                  <a:pt x="261938" y="257175"/>
                </a:lnTo>
                <a:lnTo>
                  <a:pt x="271463" y="257175"/>
                </a:lnTo>
                <a:lnTo>
                  <a:pt x="276225" y="261938"/>
                </a:lnTo>
                <a:lnTo>
                  <a:pt x="280988" y="266700"/>
                </a:lnTo>
                <a:lnTo>
                  <a:pt x="290513" y="266700"/>
                </a:lnTo>
                <a:lnTo>
                  <a:pt x="300038" y="266700"/>
                </a:lnTo>
                <a:lnTo>
                  <a:pt x="304800" y="271463"/>
                </a:lnTo>
                <a:lnTo>
                  <a:pt x="309563" y="276225"/>
                </a:lnTo>
                <a:lnTo>
                  <a:pt x="319088" y="276225"/>
                </a:lnTo>
                <a:lnTo>
                  <a:pt x="328613" y="276225"/>
                </a:lnTo>
                <a:lnTo>
                  <a:pt x="338138" y="276225"/>
                </a:lnTo>
                <a:lnTo>
                  <a:pt x="342900" y="280988"/>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28625" y="290513"/>
                </a:lnTo>
                <a:lnTo>
                  <a:pt x="433388" y="295275"/>
                </a:lnTo>
                <a:lnTo>
                  <a:pt x="438150" y="300038"/>
                </a:lnTo>
                <a:lnTo>
                  <a:pt x="438150" y="309563"/>
                </a:lnTo>
                <a:lnTo>
                  <a:pt x="438150" y="319088"/>
                </a:lnTo>
                <a:lnTo>
                  <a:pt x="438150" y="328613"/>
                </a:lnTo>
                <a:lnTo>
                  <a:pt x="438150" y="338138"/>
                </a:lnTo>
                <a:lnTo>
                  <a:pt x="438150" y="347663"/>
                </a:lnTo>
                <a:lnTo>
                  <a:pt x="438150" y="357188"/>
                </a:lnTo>
                <a:lnTo>
                  <a:pt x="438150" y="366713"/>
                </a:lnTo>
                <a:lnTo>
                  <a:pt x="438150" y="376238"/>
                </a:lnTo>
                <a:lnTo>
                  <a:pt x="438150" y="385763"/>
                </a:lnTo>
                <a:lnTo>
                  <a:pt x="438150" y="395288"/>
                </a:lnTo>
                <a:lnTo>
                  <a:pt x="438150" y="404813"/>
                </a:lnTo>
                <a:lnTo>
                  <a:pt x="438150" y="414338"/>
                </a:lnTo>
                <a:lnTo>
                  <a:pt x="438150" y="423863"/>
                </a:lnTo>
                <a:lnTo>
                  <a:pt x="438150" y="433388"/>
                </a:lnTo>
                <a:lnTo>
                  <a:pt x="442913" y="438150"/>
                </a:lnTo>
                <a:lnTo>
                  <a:pt x="452438" y="438150"/>
                </a:lnTo>
                <a:lnTo>
                  <a:pt x="461963" y="438150"/>
                </a:lnTo>
                <a:lnTo>
                  <a:pt x="471488" y="438150"/>
                </a:lnTo>
                <a:lnTo>
                  <a:pt x="481013" y="438150"/>
                </a:lnTo>
                <a:lnTo>
                  <a:pt x="490538" y="438150"/>
                </a:lnTo>
                <a:lnTo>
                  <a:pt x="500063" y="438150"/>
                </a:lnTo>
                <a:lnTo>
                  <a:pt x="509588" y="438150"/>
                </a:lnTo>
                <a:lnTo>
                  <a:pt x="519113" y="438150"/>
                </a:lnTo>
                <a:lnTo>
                  <a:pt x="528638" y="438150"/>
                </a:lnTo>
                <a:lnTo>
                  <a:pt x="538163" y="438150"/>
                </a:lnTo>
                <a:lnTo>
                  <a:pt x="547688" y="438150"/>
                </a:lnTo>
                <a:lnTo>
                  <a:pt x="557213" y="438150"/>
                </a:lnTo>
                <a:lnTo>
                  <a:pt x="566738" y="438150"/>
                </a:lnTo>
                <a:lnTo>
                  <a:pt x="576263" y="438150"/>
                </a:lnTo>
                <a:lnTo>
                  <a:pt x="585788" y="438150"/>
                </a:lnTo>
                <a:lnTo>
                  <a:pt x="595313" y="438150"/>
                </a:lnTo>
                <a:lnTo>
                  <a:pt x="604838" y="438150"/>
                </a:lnTo>
                <a:lnTo>
                  <a:pt x="614363" y="438150"/>
                </a:lnTo>
                <a:lnTo>
                  <a:pt x="623888" y="438150"/>
                </a:lnTo>
                <a:lnTo>
                  <a:pt x="633413" y="438150"/>
                </a:lnTo>
                <a:lnTo>
                  <a:pt x="642938" y="438150"/>
                </a:lnTo>
                <a:lnTo>
                  <a:pt x="652463" y="438150"/>
                </a:lnTo>
                <a:lnTo>
                  <a:pt x="661988" y="438150"/>
                </a:lnTo>
                <a:lnTo>
                  <a:pt x="671513" y="438150"/>
                </a:lnTo>
                <a:lnTo>
                  <a:pt x="681038" y="438150"/>
                </a:lnTo>
                <a:lnTo>
                  <a:pt x="690563" y="438150"/>
                </a:lnTo>
                <a:lnTo>
                  <a:pt x="700088" y="438150"/>
                </a:lnTo>
                <a:lnTo>
                  <a:pt x="709613" y="438150"/>
                </a:lnTo>
                <a:lnTo>
                  <a:pt x="719138" y="438150"/>
                </a:lnTo>
                <a:lnTo>
                  <a:pt x="728663" y="438150"/>
                </a:lnTo>
                <a:lnTo>
                  <a:pt x="738188" y="438150"/>
                </a:lnTo>
                <a:lnTo>
                  <a:pt x="747713" y="438150"/>
                </a:lnTo>
                <a:lnTo>
                  <a:pt x="757238" y="438150"/>
                </a:lnTo>
                <a:lnTo>
                  <a:pt x="766763" y="438150"/>
                </a:lnTo>
                <a:lnTo>
                  <a:pt x="776288" y="438150"/>
                </a:lnTo>
                <a:lnTo>
                  <a:pt x="785813" y="438150"/>
                </a:lnTo>
                <a:lnTo>
                  <a:pt x="795338" y="438150"/>
                </a:lnTo>
                <a:lnTo>
                  <a:pt x="804863" y="438150"/>
                </a:lnTo>
                <a:lnTo>
                  <a:pt x="814388" y="438150"/>
                </a:lnTo>
                <a:lnTo>
                  <a:pt x="823913" y="438150"/>
                </a:lnTo>
                <a:lnTo>
                  <a:pt x="833438" y="438150"/>
                </a:lnTo>
                <a:lnTo>
                  <a:pt x="842963" y="438150"/>
                </a:lnTo>
                <a:lnTo>
                  <a:pt x="852488" y="438150"/>
                </a:lnTo>
                <a:lnTo>
                  <a:pt x="862013" y="438150"/>
                </a:lnTo>
                <a:lnTo>
                  <a:pt x="871538" y="438150"/>
                </a:lnTo>
                <a:lnTo>
                  <a:pt x="881063" y="438150"/>
                </a:lnTo>
                <a:lnTo>
                  <a:pt x="890588" y="438150"/>
                </a:lnTo>
                <a:lnTo>
                  <a:pt x="900113" y="438150"/>
                </a:lnTo>
                <a:lnTo>
                  <a:pt x="909638" y="438150"/>
                </a:lnTo>
                <a:lnTo>
                  <a:pt x="919163" y="438150"/>
                </a:lnTo>
                <a:lnTo>
                  <a:pt x="928688" y="438150"/>
                </a:lnTo>
                <a:lnTo>
                  <a:pt x="938213" y="438150"/>
                </a:lnTo>
                <a:lnTo>
                  <a:pt x="947738" y="438150"/>
                </a:lnTo>
                <a:lnTo>
                  <a:pt x="957263" y="438150"/>
                </a:lnTo>
                <a:lnTo>
                  <a:pt x="966788" y="438150"/>
                </a:lnTo>
                <a:lnTo>
                  <a:pt x="976313" y="438150"/>
                </a:lnTo>
                <a:lnTo>
                  <a:pt x="985838" y="438150"/>
                </a:lnTo>
                <a:lnTo>
                  <a:pt x="995363" y="438150"/>
                </a:lnTo>
                <a:lnTo>
                  <a:pt x="1004888" y="438150"/>
                </a:lnTo>
                <a:lnTo>
                  <a:pt x="1014413" y="438150"/>
                </a:lnTo>
                <a:lnTo>
                  <a:pt x="1023938" y="438150"/>
                </a:lnTo>
                <a:lnTo>
                  <a:pt x="1033463" y="438150"/>
                </a:lnTo>
                <a:lnTo>
                  <a:pt x="1042988" y="438150"/>
                </a:lnTo>
                <a:lnTo>
                  <a:pt x="1052513" y="438150"/>
                </a:lnTo>
                <a:lnTo>
                  <a:pt x="1062038" y="438150"/>
                </a:lnTo>
                <a:lnTo>
                  <a:pt x="1071563" y="438150"/>
                </a:lnTo>
                <a:lnTo>
                  <a:pt x="1076325" y="442913"/>
                </a:lnTo>
                <a:lnTo>
                  <a:pt x="1076325" y="452438"/>
                </a:lnTo>
                <a:lnTo>
                  <a:pt x="1076325" y="461963"/>
                </a:lnTo>
                <a:lnTo>
                  <a:pt x="1076325" y="471488"/>
                </a:lnTo>
                <a:lnTo>
                  <a:pt x="1076325" y="481013"/>
                </a:lnTo>
                <a:lnTo>
                  <a:pt x="1076325" y="490538"/>
                </a:lnTo>
                <a:lnTo>
                  <a:pt x="1076325" y="500063"/>
                </a:lnTo>
                <a:lnTo>
                  <a:pt x="1076325" y="509588"/>
                </a:lnTo>
                <a:lnTo>
                  <a:pt x="1076325" y="519113"/>
                </a:lnTo>
                <a:lnTo>
                  <a:pt x="1076325" y="528638"/>
                </a:lnTo>
                <a:lnTo>
                  <a:pt x="1076325" y="538163"/>
                </a:lnTo>
                <a:lnTo>
                  <a:pt x="1076325" y="547688"/>
                </a:lnTo>
                <a:lnTo>
                  <a:pt x="1076325" y="557213"/>
                </a:lnTo>
                <a:lnTo>
                  <a:pt x="1076325" y="566738"/>
                </a:lnTo>
                <a:lnTo>
                  <a:pt x="1076325" y="576263"/>
                </a:lnTo>
                <a:lnTo>
                  <a:pt x="1076325" y="585788"/>
                </a:lnTo>
                <a:lnTo>
                  <a:pt x="1076325" y="595313"/>
                </a:lnTo>
                <a:lnTo>
                  <a:pt x="1076325" y="604838"/>
                </a:lnTo>
                <a:lnTo>
                  <a:pt x="1076325" y="614363"/>
                </a:lnTo>
                <a:lnTo>
                  <a:pt x="1076325" y="623888"/>
                </a:lnTo>
                <a:lnTo>
                  <a:pt x="1076325" y="633413"/>
                </a:lnTo>
                <a:lnTo>
                  <a:pt x="1076325" y="642938"/>
                </a:lnTo>
                <a:lnTo>
                  <a:pt x="1076325" y="652463"/>
                </a:lnTo>
                <a:lnTo>
                  <a:pt x="1076325" y="661988"/>
                </a:lnTo>
                <a:lnTo>
                  <a:pt x="1076325" y="671513"/>
                </a:lnTo>
                <a:lnTo>
                  <a:pt x="1076325" y="681038"/>
                </a:lnTo>
                <a:lnTo>
                  <a:pt x="1076325" y="690563"/>
                </a:lnTo>
                <a:lnTo>
                  <a:pt x="1076325" y="700088"/>
                </a:lnTo>
                <a:lnTo>
                  <a:pt x="1076325" y="709613"/>
                </a:lnTo>
                <a:lnTo>
                  <a:pt x="1076325" y="719138"/>
                </a:lnTo>
                <a:lnTo>
                  <a:pt x="1076325" y="728663"/>
                </a:lnTo>
                <a:lnTo>
                  <a:pt x="1076325" y="738188"/>
                </a:lnTo>
                <a:lnTo>
                  <a:pt x="1076325" y="747713"/>
                </a:lnTo>
                <a:lnTo>
                  <a:pt x="1076325" y="757238"/>
                </a:lnTo>
                <a:lnTo>
                  <a:pt x="1076325" y="766763"/>
                </a:lnTo>
                <a:lnTo>
                  <a:pt x="1076325" y="776288"/>
                </a:lnTo>
                <a:lnTo>
                  <a:pt x="1071563" y="781050"/>
                </a:lnTo>
                <a:lnTo>
                  <a:pt x="1066800" y="776288"/>
                </a:lnTo>
                <a:lnTo>
                  <a:pt x="1066800" y="766763"/>
                </a:lnTo>
                <a:lnTo>
                  <a:pt x="1066800" y="757238"/>
                </a:lnTo>
                <a:lnTo>
                  <a:pt x="1066800" y="747713"/>
                </a:lnTo>
                <a:lnTo>
                  <a:pt x="1066800" y="738188"/>
                </a:lnTo>
                <a:lnTo>
                  <a:pt x="1066800" y="728663"/>
                </a:lnTo>
                <a:lnTo>
                  <a:pt x="1066800" y="719138"/>
                </a:lnTo>
                <a:lnTo>
                  <a:pt x="1066800" y="709613"/>
                </a:lnTo>
                <a:lnTo>
                  <a:pt x="1066800" y="700088"/>
                </a:lnTo>
                <a:lnTo>
                  <a:pt x="1066800" y="690563"/>
                </a:lnTo>
                <a:lnTo>
                  <a:pt x="1066800" y="681038"/>
                </a:lnTo>
                <a:lnTo>
                  <a:pt x="1066800" y="671513"/>
                </a:lnTo>
                <a:lnTo>
                  <a:pt x="1066800" y="661988"/>
                </a:lnTo>
                <a:lnTo>
                  <a:pt x="1066800" y="652463"/>
                </a:lnTo>
                <a:lnTo>
                  <a:pt x="1066800" y="642938"/>
                </a:lnTo>
                <a:lnTo>
                  <a:pt x="1066800" y="633413"/>
                </a:lnTo>
                <a:lnTo>
                  <a:pt x="1066800" y="623888"/>
                </a:lnTo>
                <a:lnTo>
                  <a:pt x="1066800" y="614363"/>
                </a:lnTo>
                <a:lnTo>
                  <a:pt x="1066800" y="604838"/>
                </a:lnTo>
                <a:lnTo>
                  <a:pt x="1066800" y="595313"/>
                </a:lnTo>
                <a:lnTo>
                  <a:pt x="1066800" y="585788"/>
                </a:lnTo>
                <a:lnTo>
                  <a:pt x="1066800" y="576263"/>
                </a:lnTo>
                <a:lnTo>
                  <a:pt x="1066800" y="566738"/>
                </a:lnTo>
                <a:lnTo>
                  <a:pt x="1066800" y="557213"/>
                </a:lnTo>
                <a:lnTo>
                  <a:pt x="1066800" y="547688"/>
                </a:lnTo>
                <a:lnTo>
                  <a:pt x="1066800" y="538163"/>
                </a:lnTo>
                <a:lnTo>
                  <a:pt x="1066800" y="528638"/>
                </a:lnTo>
                <a:lnTo>
                  <a:pt x="1066800" y="519113"/>
                </a:lnTo>
                <a:lnTo>
                  <a:pt x="1066800" y="509588"/>
                </a:lnTo>
                <a:lnTo>
                  <a:pt x="1066800" y="500063"/>
                </a:lnTo>
                <a:lnTo>
                  <a:pt x="1066800" y="490538"/>
                </a:lnTo>
                <a:lnTo>
                  <a:pt x="1066800" y="481013"/>
                </a:lnTo>
                <a:lnTo>
                  <a:pt x="1066800" y="471488"/>
                </a:lnTo>
                <a:lnTo>
                  <a:pt x="1066800" y="461963"/>
                </a:lnTo>
                <a:lnTo>
                  <a:pt x="1066800" y="452438"/>
                </a:lnTo>
                <a:lnTo>
                  <a:pt x="1062038" y="447675"/>
                </a:lnTo>
                <a:lnTo>
                  <a:pt x="1052513" y="447675"/>
                </a:lnTo>
                <a:lnTo>
                  <a:pt x="1042988" y="447675"/>
                </a:lnTo>
                <a:lnTo>
                  <a:pt x="1033463" y="447675"/>
                </a:lnTo>
                <a:lnTo>
                  <a:pt x="1023938" y="447675"/>
                </a:lnTo>
                <a:lnTo>
                  <a:pt x="1014413" y="447675"/>
                </a:lnTo>
                <a:lnTo>
                  <a:pt x="1004888" y="447675"/>
                </a:lnTo>
                <a:lnTo>
                  <a:pt x="995363" y="447675"/>
                </a:lnTo>
                <a:lnTo>
                  <a:pt x="985838" y="447675"/>
                </a:lnTo>
                <a:lnTo>
                  <a:pt x="976313" y="447675"/>
                </a:lnTo>
                <a:lnTo>
                  <a:pt x="971550" y="452438"/>
                </a:lnTo>
                <a:lnTo>
                  <a:pt x="971550" y="461963"/>
                </a:lnTo>
                <a:lnTo>
                  <a:pt x="971550" y="471488"/>
                </a:lnTo>
                <a:lnTo>
                  <a:pt x="971550" y="481013"/>
                </a:lnTo>
                <a:lnTo>
                  <a:pt x="971550" y="490538"/>
                </a:lnTo>
                <a:lnTo>
                  <a:pt x="971550" y="500063"/>
                </a:lnTo>
                <a:lnTo>
                  <a:pt x="966788" y="504825"/>
                </a:lnTo>
                <a:lnTo>
                  <a:pt x="962025" y="509588"/>
                </a:lnTo>
                <a:lnTo>
                  <a:pt x="962025" y="519113"/>
                </a:lnTo>
                <a:lnTo>
                  <a:pt x="962025" y="528638"/>
                </a:lnTo>
                <a:lnTo>
                  <a:pt x="962025" y="538163"/>
                </a:lnTo>
                <a:lnTo>
                  <a:pt x="957263" y="542925"/>
                </a:lnTo>
                <a:lnTo>
                  <a:pt x="952500" y="547688"/>
                </a:lnTo>
                <a:lnTo>
                  <a:pt x="952500" y="557213"/>
                </a:lnTo>
                <a:lnTo>
                  <a:pt x="952500" y="566738"/>
                </a:lnTo>
                <a:lnTo>
                  <a:pt x="947738" y="571500"/>
                </a:lnTo>
                <a:lnTo>
                  <a:pt x="942975" y="576263"/>
                </a:lnTo>
                <a:lnTo>
                  <a:pt x="942975" y="585788"/>
                </a:lnTo>
                <a:lnTo>
                  <a:pt x="942975" y="595313"/>
                </a:lnTo>
                <a:lnTo>
                  <a:pt x="938213" y="600075"/>
                </a:lnTo>
                <a:lnTo>
                  <a:pt x="933450" y="604838"/>
                </a:lnTo>
                <a:lnTo>
                  <a:pt x="933450" y="614363"/>
                </a:lnTo>
                <a:lnTo>
                  <a:pt x="928688" y="619125"/>
                </a:lnTo>
                <a:lnTo>
                  <a:pt x="923925" y="623888"/>
                </a:lnTo>
                <a:lnTo>
                  <a:pt x="923925" y="633413"/>
                </a:lnTo>
                <a:lnTo>
                  <a:pt x="923925" y="642938"/>
                </a:lnTo>
                <a:lnTo>
                  <a:pt x="919163" y="647700"/>
                </a:lnTo>
                <a:lnTo>
                  <a:pt x="914400" y="652463"/>
                </a:lnTo>
                <a:lnTo>
                  <a:pt x="909638" y="657225"/>
                </a:lnTo>
                <a:lnTo>
                  <a:pt x="904875" y="661988"/>
                </a:lnTo>
                <a:lnTo>
                  <a:pt x="904875" y="671513"/>
                </a:lnTo>
                <a:lnTo>
                  <a:pt x="900113" y="676275"/>
                </a:lnTo>
                <a:lnTo>
                  <a:pt x="895350" y="681038"/>
                </a:lnTo>
                <a:lnTo>
                  <a:pt x="890588" y="685800"/>
                </a:lnTo>
                <a:lnTo>
                  <a:pt x="885825" y="690563"/>
                </a:lnTo>
                <a:lnTo>
                  <a:pt x="881063" y="695325"/>
                </a:lnTo>
                <a:lnTo>
                  <a:pt x="876300" y="700088"/>
                </a:lnTo>
                <a:lnTo>
                  <a:pt x="876300" y="709613"/>
                </a:lnTo>
                <a:lnTo>
                  <a:pt x="871538" y="714375"/>
                </a:lnTo>
                <a:lnTo>
                  <a:pt x="866775" y="719138"/>
                </a:lnTo>
                <a:lnTo>
                  <a:pt x="866775" y="728663"/>
                </a:lnTo>
                <a:lnTo>
                  <a:pt x="862013" y="733425"/>
                </a:lnTo>
                <a:lnTo>
                  <a:pt x="857250" y="738188"/>
                </a:lnTo>
                <a:lnTo>
                  <a:pt x="852488" y="742950"/>
                </a:lnTo>
                <a:lnTo>
                  <a:pt x="847725" y="747713"/>
                </a:lnTo>
                <a:lnTo>
                  <a:pt x="842963" y="752475"/>
                </a:lnTo>
                <a:lnTo>
                  <a:pt x="838200" y="757238"/>
                </a:lnTo>
                <a:lnTo>
                  <a:pt x="833438" y="762000"/>
                </a:lnTo>
                <a:lnTo>
                  <a:pt x="823913" y="762000"/>
                </a:lnTo>
                <a:lnTo>
                  <a:pt x="819150" y="766763"/>
                </a:lnTo>
                <a:lnTo>
                  <a:pt x="814388" y="771525"/>
                </a:lnTo>
                <a:lnTo>
                  <a:pt x="809625" y="776288"/>
                </a:lnTo>
                <a:lnTo>
                  <a:pt x="804863" y="781050"/>
                </a:lnTo>
                <a:lnTo>
                  <a:pt x="800100" y="785813"/>
                </a:lnTo>
                <a:lnTo>
                  <a:pt x="795338" y="790575"/>
                </a:lnTo>
                <a:lnTo>
                  <a:pt x="785813" y="790575"/>
                </a:lnTo>
                <a:lnTo>
                  <a:pt x="781050" y="795338"/>
                </a:lnTo>
                <a:lnTo>
                  <a:pt x="776288" y="800100"/>
                </a:lnTo>
                <a:lnTo>
                  <a:pt x="771525" y="804863"/>
                </a:lnTo>
                <a:lnTo>
                  <a:pt x="766763" y="809625"/>
                </a:lnTo>
                <a:lnTo>
                  <a:pt x="757238" y="809625"/>
                </a:lnTo>
                <a:lnTo>
                  <a:pt x="752475" y="814388"/>
                </a:lnTo>
                <a:lnTo>
                  <a:pt x="747713" y="819150"/>
                </a:lnTo>
                <a:lnTo>
                  <a:pt x="738188" y="819150"/>
                </a:lnTo>
                <a:lnTo>
                  <a:pt x="733425" y="823913"/>
                </a:lnTo>
                <a:lnTo>
                  <a:pt x="728663" y="828675"/>
                </a:lnTo>
                <a:lnTo>
                  <a:pt x="719138" y="828675"/>
                </a:lnTo>
                <a:lnTo>
                  <a:pt x="714375" y="833438"/>
                </a:lnTo>
                <a:lnTo>
                  <a:pt x="709613" y="838200"/>
                </a:lnTo>
                <a:lnTo>
                  <a:pt x="700088" y="838200"/>
                </a:lnTo>
                <a:lnTo>
                  <a:pt x="695325" y="842963"/>
                </a:lnTo>
                <a:lnTo>
                  <a:pt x="690563" y="847725"/>
                </a:lnTo>
                <a:lnTo>
                  <a:pt x="681038" y="847725"/>
                </a:lnTo>
                <a:lnTo>
                  <a:pt x="671513" y="847725"/>
                </a:lnTo>
                <a:lnTo>
                  <a:pt x="661988" y="847725"/>
                </a:lnTo>
                <a:lnTo>
                  <a:pt x="657225" y="852488"/>
                </a:lnTo>
                <a:lnTo>
                  <a:pt x="652463" y="857250"/>
                </a:lnTo>
                <a:lnTo>
                  <a:pt x="642938" y="857250"/>
                </a:lnTo>
                <a:lnTo>
                  <a:pt x="633413" y="857250"/>
                </a:lnTo>
                <a:lnTo>
                  <a:pt x="623888" y="857250"/>
                </a:lnTo>
                <a:lnTo>
                  <a:pt x="619125" y="862013"/>
                </a:lnTo>
                <a:lnTo>
                  <a:pt x="623888" y="866775"/>
                </a:lnTo>
                <a:lnTo>
                  <a:pt x="633413" y="866775"/>
                </a:lnTo>
                <a:lnTo>
                  <a:pt x="642938" y="866775"/>
                </a:lnTo>
                <a:lnTo>
                  <a:pt x="652463" y="866775"/>
                </a:lnTo>
                <a:lnTo>
                  <a:pt x="661988" y="866775"/>
                </a:lnTo>
                <a:lnTo>
                  <a:pt x="671513" y="866775"/>
                </a:lnTo>
                <a:lnTo>
                  <a:pt x="681038" y="866775"/>
                </a:lnTo>
                <a:lnTo>
                  <a:pt x="690563" y="866775"/>
                </a:lnTo>
                <a:lnTo>
                  <a:pt x="700088" y="866775"/>
                </a:lnTo>
                <a:lnTo>
                  <a:pt x="709613" y="866775"/>
                </a:lnTo>
                <a:lnTo>
                  <a:pt x="719138" y="866775"/>
                </a:lnTo>
                <a:lnTo>
                  <a:pt x="728663" y="866775"/>
                </a:lnTo>
                <a:lnTo>
                  <a:pt x="738188" y="866775"/>
                </a:lnTo>
                <a:lnTo>
                  <a:pt x="747713" y="866775"/>
                </a:lnTo>
                <a:lnTo>
                  <a:pt x="757238" y="866775"/>
                </a:lnTo>
                <a:lnTo>
                  <a:pt x="766763" y="866775"/>
                </a:lnTo>
                <a:lnTo>
                  <a:pt x="776288" y="866775"/>
                </a:lnTo>
                <a:lnTo>
                  <a:pt x="785813" y="866775"/>
                </a:lnTo>
                <a:lnTo>
                  <a:pt x="795338" y="866775"/>
                </a:lnTo>
                <a:lnTo>
                  <a:pt x="804863" y="866775"/>
                </a:lnTo>
                <a:lnTo>
                  <a:pt x="814388" y="866775"/>
                </a:lnTo>
                <a:lnTo>
                  <a:pt x="823913" y="866775"/>
                </a:lnTo>
                <a:lnTo>
                  <a:pt x="833438" y="866775"/>
                </a:lnTo>
                <a:lnTo>
                  <a:pt x="842963" y="866775"/>
                </a:lnTo>
                <a:lnTo>
                  <a:pt x="852488" y="866775"/>
                </a:lnTo>
                <a:lnTo>
                  <a:pt x="862013" y="866775"/>
                </a:lnTo>
                <a:lnTo>
                  <a:pt x="871538" y="866775"/>
                </a:lnTo>
                <a:lnTo>
                  <a:pt x="881063" y="866775"/>
                </a:lnTo>
                <a:lnTo>
                  <a:pt x="890588" y="866775"/>
                </a:lnTo>
                <a:lnTo>
                  <a:pt x="900113" y="866775"/>
                </a:lnTo>
                <a:lnTo>
                  <a:pt x="909638" y="866775"/>
                </a:lnTo>
                <a:lnTo>
                  <a:pt x="919163" y="866775"/>
                </a:lnTo>
                <a:lnTo>
                  <a:pt x="928688" y="866775"/>
                </a:lnTo>
                <a:lnTo>
                  <a:pt x="938213" y="866775"/>
                </a:lnTo>
                <a:lnTo>
                  <a:pt x="947738" y="866775"/>
                </a:lnTo>
                <a:lnTo>
                  <a:pt x="957263" y="866775"/>
                </a:lnTo>
                <a:lnTo>
                  <a:pt x="966788" y="866775"/>
                </a:lnTo>
                <a:lnTo>
                  <a:pt x="976313" y="866775"/>
                </a:lnTo>
                <a:lnTo>
                  <a:pt x="985838" y="866775"/>
                </a:lnTo>
                <a:lnTo>
                  <a:pt x="995363" y="866775"/>
                </a:lnTo>
                <a:lnTo>
                  <a:pt x="1004888" y="866775"/>
                </a:lnTo>
                <a:lnTo>
                  <a:pt x="1014413" y="866775"/>
                </a:lnTo>
                <a:lnTo>
                  <a:pt x="1023938" y="866775"/>
                </a:lnTo>
                <a:lnTo>
                  <a:pt x="1033463" y="866775"/>
                </a:lnTo>
                <a:lnTo>
                  <a:pt x="1042988" y="866775"/>
                </a:lnTo>
                <a:lnTo>
                  <a:pt x="1052513" y="866775"/>
                </a:lnTo>
                <a:lnTo>
                  <a:pt x="1062038" y="866775"/>
                </a:lnTo>
                <a:lnTo>
                  <a:pt x="1071563" y="866775"/>
                </a:lnTo>
                <a:lnTo>
                  <a:pt x="1076325" y="871538"/>
                </a:lnTo>
                <a:lnTo>
                  <a:pt x="1071563" y="876300"/>
                </a:lnTo>
                <a:lnTo>
                  <a:pt x="1062038" y="876300"/>
                </a:lnTo>
                <a:lnTo>
                  <a:pt x="1052513" y="876300"/>
                </a:lnTo>
                <a:lnTo>
                  <a:pt x="1042988" y="876300"/>
                </a:lnTo>
                <a:lnTo>
                  <a:pt x="1033463" y="876300"/>
                </a:lnTo>
                <a:lnTo>
                  <a:pt x="1023938" y="876300"/>
                </a:lnTo>
                <a:lnTo>
                  <a:pt x="1014413" y="876300"/>
                </a:lnTo>
                <a:lnTo>
                  <a:pt x="1004888" y="876300"/>
                </a:lnTo>
                <a:lnTo>
                  <a:pt x="995363" y="876300"/>
                </a:lnTo>
                <a:lnTo>
                  <a:pt x="985838" y="876300"/>
                </a:lnTo>
                <a:lnTo>
                  <a:pt x="976313" y="876300"/>
                </a:lnTo>
                <a:lnTo>
                  <a:pt x="966788" y="876300"/>
                </a:lnTo>
                <a:lnTo>
                  <a:pt x="957263" y="876300"/>
                </a:lnTo>
                <a:lnTo>
                  <a:pt x="947738" y="876300"/>
                </a:lnTo>
                <a:lnTo>
                  <a:pt x="938213" y="876300"/>
                </a:lnTo>
                <a:lnTo>
                  <a:pt x="928688" y="876300"/>
                </a:lnTo>
                <a:lnTo>
                  <a:pt x="919163" y="876300"/>
                </a:lnTo>
                <a:lnTo>
                  <a:pt x="909638" y="876300"/>
                </a:lnTo>
                <a:lnTo>
                  <a:pt x="900113" y="876300"/>
                </a:lnTo>
                <a:lnTo>
                  <a:pt x="890588" y="876300"/>
                </a:lnTo>
                <a:lnTo>
                  <a:pt x="881063" y="876300"/>
                </a:lnTo>
                <a:lnTo>
                  <a:pt x="871538" y="876300"/>
                </a:lnTo>
                <a:lnTo>
                  <a:pt x="862013" y="876300"/>
                </a:lnTo>
                <a:lnTo>
                  <a:pt x="852488" y="876300"/>
                </a:lnTo>
                <a:lnTo>
                  <a:pt x="842963" y="876300"/>
                </a:lnTo>
                <a:lnTo>
                  <a:pt x="833438" y="876300"/>
                </a:lnTo>
                <a:lnTo>
                  <a:pt x="823913" y="876300"/>
                </a:lnTo>
                <a:lnTo>
                  <a:pt x="814388" y="876300"/>
                </a:lnTo>
                <a:lnTo>
                  <a:pt x="804863" y="876300"/>
                </a:lnTo>
                <a:lnTo>
                  <a:pt x="795338" y="876300"/>
                </a:lnTo>
                <a:lnTo>
                  <a:pt x="785813" y="876300"/>
                </a:lnTo>
                <a:lnTo>
                  <a:pt x="776288" y="876300"/>
                </a:lnTo>
                <a:lnTo>
                  <a:pt x="766763" y="876300"/>
                </a:lnTo>
                <a:lnTo>
                  <a:pt x="757238" y="876300"/>
                </a:lnTo>
                <a:lnTo>
                  <a:pt x="747713" y="876300"/>
                </a:lnTo>
                <a:lnTo>
                  <a:pt x="738188" y="876300"/>
                </a:lnTo>
                <a:lnTo>
                  <a:pt x="728663" y="876300"/>
                </a:lnTo>
                <a:lnTo>
                  <a:pt x="719138" y="876300"/>
                </a:lnTo>
                <a:lnTo>
                  <a:pt x="709613" y="876300"/>
                </a:lnTo>
                <a:lnTo>
                  <a:pt x="700088" y="876300"/>
                </a:lnTo>
                <a:lnTo>
                  <a:pt x="690563" y="876300"/>
                </a:lnTo>
                <a:lnTo>
                  <a:pt x="681038" y="876300"/>
                </a:lnTo>
                <a:lnTo>
                  <a:pt x="671513" y="876300"/>
                </a:lnTo>
                <a:lnTo>
                  <a:pt x="661988" y="876300"/>
                </a:lnTo>
                <a:lnTo>
                  <a:pt x="652463" y="876300"/>
                </a:lnTo>
                <a:lnTo>
                  <a:pt x="642938" y="876300"/>
                </a:lnTo>
                <a:lnTo>
                  <a:pt x="633413" y="876300"/>
                </a:lnTo>
                <a:lnTo>
                  <a:pt x="623888" y="876300"/>
                </a:lnTo>
                <a:lnTo>
                  <a:pt x="614363" y="876300"/>
                </a:lnTo>
                <a:lnTo>
                  <a:pt x="604838" y="876300"/>
                </a:lnTo>
                <a:lnTo>
                  <a:pt x="595313" y="876300"/>
                </a:lnTo>
                <a:lnTo>
                  <a:pt x="585788" y="876300"/>
                </a:lnTo>
                <a:lnTo>
                  <a:pt x="576263" y="876300"/>
                </a:lnTo>
                <a:lnTo>
                  <a:pt x="566738" y="876300"/>
                </a:lnTo>
                <a:lnTo>
                  <a:pt x="557213" y="876300"/>
                </a:lnTo>
                <a:lnTo>
                  <a:pt x="547688" y="876300"/>
                </a:lnTo>
                <a:lnTo>
                  <a:pt x="538163" y="876300"/>
                </a:lnTo>
                <a:lnTo>
                  <a:pt x="528638" y="876300"/>
                </a:lnTo>
                <a:lnTo>
                  <a:pt x="519113" y="876300"/>
                </a:lnTo>
                <a:lnTo>
                  <a:pt x="509588" y="876300"/>
                </a:lnTo>
                <a:lnTo>
                  <a:pt x="500063" y="876300"/>
                </a:lnTo>
                <a:lnTo>
                  <a:pt x="490538" y="876300"/>
                </a:lnTo>
                <a:lnTo>
                  <a:pt x="481013" y="876300"/>
                </a:lnTo>
                <a:lnTo>
                  <a:pt x="471488" y="876300"/>
                </a:lnTo>
                <a:lnTo>
                  <a:pt x="461963" y="876300"/>
                </a:lnTo>
                <a:lnTo>
                  <a:pt x="452438" y="876300"/>
                </a:lnTo>
                <a:lnTo>
                  <a:pt x="442913" y="876300"/>
                </a:lnTo>
                <a:lnTo>
                  <a:pt x="433388" y="876300"/>
                </a:lnTo>
                <a:lnTo>
                  <a:pt x="423863" y="876300"/>
                </a:lnTo>
                <a:lnTo>
                  <a:pt x="414338" y="876300"/>
                </a:lnTo>
                <a:lnTo>
                  <a:pt x="404813" y="876300"/>
                </a:lnTo>
                <a:lnTo>
                  <a:pt x="395288" y="876300"/>
                </a:lnTo>
                <a:lnTo>
                  <a:pt x="385763" y="876300"/>
                </a:lnTo>
                <a:lnTo>
                  <a:pt x="376238" y="876300"/>
                </a:lnTo>
                <a:lnTo>
                  <a:pt x="366713" y="876300"/>
                </a:lnTo>
                <a:lnTo>
                  <a:pt x="357188" y="876300"/>
                </a:lnTo>
                <a:lnTo>
                  <a:pt x="347663" y="876300"/>
                </a:lnTo>
                <a:lnTo>
                  <a:pt x="338138" y="876300"/>
                </a:lnTo>
                <a:lnTo>
                  <a:pt x="328613" y="876300"/>
                </a:lnTo>
                <a:lnTo>
                  <a:pt x="319088" y="876300"/>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4763" y="790575"/>
                </a:lnTo>
                <a:lnTo>
                  <a:pt x="9525" y="795338"/>
                </a:lnTo>
                <a:lnTo>
                  <a:pt x="9525" y="804863"/>
                </a:lnTo>
                <a:lnTo>
                  <a:pt x="9525" y="814388"/>
                </a:lnTo>
                <a:lnTo>
                  <a:pt x="9525" y="823913"/>
                </a:lnTo>
                <a:lnTo>
                  <a:pt x="9525" y="833438"/>
                </a:lnTo>
                <a:lnTo>
                  <a:pt x="9525" y="842963"/>
                </a:lnTo>
                <a:lnTo>
                  <a:pt x="9525" y="852488"/>
                </a:lnTo>
                <a:lnTo>
                  <a:pt x="9525" y="862013"/>
                </a:lnTo>
                <a:lnTo>
                  <a:pt x="14288" y="866775"/>
                </a:lnTo>
                <a:lnTo>
                  <a:pt x="23813" y="866775"/>
                </a:lnTo>
                <a:lnTo>
                  <a:pt x="33338" y="866775"/>
                </a:lnTo>
                <a:lnTo>
                  <a:pt x="42863" y="866775"/>
                </a:lnTo>
                <a:lnTo>
                  <a:pt x="52388" y="866775"/>
                </a:lnTo>
                <a:lnTo>
                  <a:pt x="61913" y="866775"/>
                </a:lnTo>
                <a:lnTo>
                  <a:pt x="71438" y="866775"/>
                </a:lnTo>
                <a:lnTo>
                  <a:pt x="80963" y="866775"/>
                </a:lnTo>
                <a:lnTo>
                  <a:pt x="90488" y="866775"/>
                </a:lnTo>
                <a:lnTo>
                  <a:pt x="100013" y="866775"/>
                </a:lnTo>
                <a:lnTo>
                  <a:pt x="109538" y="866775"/>
                </a:lnTo>
                <a:lnTo>
                  <a:pt x="119063" y="866775"/>
                </a:lnTo>
                <a:lnTo>
                  <a:pt x="128588" y="866775"/>
                </a:lnTo>
                <a:lnTo>
                  <a:pt x="138113" y="866775"/>
                </a:lnTo>
                <a:lnTo>
                  <a:pt x="147638" y="866775"/>
                </a:lnTo>
                <a:lnTo>
                  <a:pt x="157163" y="866775"/>
                </a:lnTo>
                <a:lnTo>
                  <a:pt x="166688" y="866775"/>
                </a:lnTo>
                <a:lnTo>
                  <a:pt x="176213" y="866775"/>
                </a:lnTo>
                <a:lnTo>
                  <a:pt x="185738" y="866775"/>
                </a:lnTo>
                <a:lnTo>
                  <a:pt x="195263" y="866775"/>
                </a:lnTo>
                <a:lnTo>
                  <a:pt x="204788" y="866775"/>
                </a:lnTo>
                <a:lnTo>
                  <a:pt x="214313" y="866775"/>
                </a:lnTo>
                <a:lnTo>
                  <a:pt x="223838" y="866775"/>
                </a:lnTo>
                <a:lnTo>
                  <a:pt x="233363" y="866775"/>
                </a:lnTo>
                <a:lnTo>
                  <a:pt x="242888" y="866775"/>
                </a:lnTo>
                <a:lnTo>
                  <a:pt x="252413" y="866775"/>
                </a:lnTo>
                <a:lnTo>
                  <a:pt x="261938" y="866775"/>
                </a:lnTo>
                <a:lnTo>
                  <a:pt x="271463" y="866775"/>
                </a:lnTo>
                <a:lnTo>
                  <a:pt x="280988" y="866775"/>
                </a:lnTo>
                <a:lnTo>
                  <a:pt x="290513" y="866775"/>
                </a:lnTo>
                <a:lnTo>
                  <a:pt x="300038" y="866775"/>
                </a:lnTo>
                <a:lnTo>
                  <a:pt x="309563" y="866775"/>
                </a:lnTo>
                <a:lnTo>
                  <a:pt x="319088" y="866775"/>
                </a:lnTo>
                <a:lnTo>
                  <a:pt x="328613" y="866775"/>
                </a:lnTo>
                <a:lnTo>
                  <a:pt x="338138" y="866775"/>
                </a:lnTo>
                <a:lnTo>
                  <a:pt x="347663" y="866775"/>
                </a:lnTo>
                <a:lnTo>
                  <a:pt x="357188" y="866775"/>
                </a:lnTo>
                <a:lnTo>
                  <a:pt x="366713" y="866775"/>
                </a:lnTo>
                <a:lnTo>
                  <a:pt x="376238" y="866775"/>
                </a:lnTo>
                <a:lnTo>
                  <a:pt x="385763" y="866775"/>
                </a:lnTo>
                <a:lnTo>
                  <a:pt x="395288" y="866775"/>
                </a:lnTo>
                <a:lnTo>
                  <a:pt x="404813" y="866775"/>
                </a:lnTo>
                <a:lnTo>
                  <a:pt x="414338" y="866775"/>
                </a:lnTo>
                <a:lnTo>
                  <a:pt x="423863" y="866775"/>
                </a:lnTo>
                <a:lnTo>
                  <a:pt x="433388" y="866775"/>
                </a:lnTo>
                <a:lnTo>
                  <a:pt x="442913" y="866775"/>
                </a:lnTo>
                <a:lnTo>
                  <a:pt x="452438" y="866775"/>
                </a:lnTo>
                <a:lnTo>
                  <a:pt x="457200" y="862013"/>
                </a:lnTo>
                <a:lnTo>
                  <a:pt x="452438" y="857250"/>
                </a:lnTo>
                <a:lnTo>
                  <a:pt x="442913" y="857250"/>
                </a:lnTo>
                <a:lnTo>
                  <a:pt x="433388" y="857250"/>
                </a:lnTo>
                <a:lnTo>
                  <a:pt x="423863" y="857250"/>
                </a:lnTo>
                <a:lnTo>
                  <a:pt x="419100" y="852488"/>
                </a:lnTo>
                <a:lnTo>
                  <a:pt x="414338" y="847725"/>
                </a:lnTo>
                <a:lnTo>
                  <a:pt x="404813" y="847725"/>
                </a:lnTo>
                <a:lnTo>
                  <a:pt x="395288" y="847725"/>
                </a:lnTo>
                <a:lnTo>
                  <a:pt x="390525" y="842963"/>
                </a:lnTo>
                <a:lnTo>
                  <a:pt x="385763" y="838200"/>
                </a:lnTo>
                <a:lnTo>
                  <a:pt x="376238" y="838200"/>
                </a:lnTo>
                <a:lnTo>
                  <a:pt x="366713" y="838200"/>
                </a:lnTo>
                <a:lnTo>
                  <a:pt x="361950" y="833438"/>
                </a:lnTo>
                <a:lnTo>
                  <a:pt x="357188" y="828675"/>
                </a:lnTo>
                <a:lnTo>
                  <a:pt x="347663" y="828675"/>
                </a:lnTo>
                <a:lnTo>
                  <a:pt x="342900" y="823913"/>
                </a:lnTo>
                <a:lnTo>
                  <a:pt x="338138" y="819150"/>
                </a:lnTo>
                <a:lnTo>
                  <a:pt x="328613" y="819150"/>
                </a:lnTo>
                <a:lnTo>
                  <a:pt x="323850" y="814388"/>
                </a:lnTo>
                <a:lnTo>
                  <a:pt x="319088" y="809625"/>
                </a:lnTo>
                <a:lnTo>
                  <a:pt x="309563" y="809625"/>
                </a:lnTo>
                <a:lnTo>
                  <a:pt x="304800" y="804863"/>
                </a:lnTo>
                <a:lnTo>
                  <a:pt x="300038" y="800100"/>
                </a:lnTo>
                <a:lnTo>
                  <a:pt x="295275" y="795338"/>
                </a:lnTo>
                <a:lnTo>
                  <a:pt x="290513" y="790575"/>
                </a:lnTo>
                <a:lnTo>
                  <a:pt x="285750" y="785813"/>
                </a:lnTo>
                <a:lnTo>
                  <a:pt x="280988" y="781050"/>
                </a:lnTo>
                <a:lnTo>
                  <a:pt x="271463" y="781050"/>
                </a:lnTo>
                <a:lnTo>
                  <a:pt x="266700" y="776288"/>
                </a:lnTo>
                <a:lnTo>
                  <a:pt x="261938" y="771525"/>
                </a:lnTo>
                <a:lnTo>
                  <a:pt x="257175" y="766763"/>
                </a:lnTo>
                <a:lnTo>
                  <a:pt x="252413" y="762000"/>
                </a:lnTo>
                <a:lnTo>
                  <a:pt x="247650" y="757238"/>
                </a:lnTo>
                <a:lnTo>
                  <a:pt x="242888" y="752475"/>
                </a:lnTo>
                <a:lnTo>
                  <a:pt x="238125" y="747713"/>
                </a:lnTo>
                <a:lnTo>
                  <a:pt x="233363" y="742950"/>
                </a:lnTo>
                <a:lnTo>
                  <a:pt x="228600" y="738188"/>
                </a:lnTo>
                <a:lnTo>
                  <a:pt x="223838" y="733425"/>
                </a:lnTo>
                <a:lnTo>
                  <a:pt x="219075" y="728663"/>
                </a:lnTo>
                <a:lnTo>
                  <a:pt x="214313" y="723900"/>
                </a:lnTo>
                <a:lnTo>
                  <a:pt x="209550" y="719138"/>
                </a:lnTo>
                <a:lnTo>
                  <a:pt x="204788" y="714375"/>
                </a:lnTo>
                <a:lnTo>
                  <a:pt x="200025" y="709613"/>
                </a:lnTo>
                <a:lnTo>
                  <a:pt x="200025" y="700088"/>
                </a:lnTo>
                <a:lnTo>
                  <a:pt x="195263" y="695325"/>
                </a:lnTo>
                <a:lnTo>
                  <a:pt x="190500" y="690563"/>
                </a:lnTo>
                <a:lnTo>
                  <a:pt x="185738" y="685800"/>
                </a:lnTo>
                <a:lnTo>
                  <a:pt x="180975" y="681038"/>
                </a:lnTo>
                <a:lnTo>
                  <a:pt x="180975" y="671513"/>
                </a:lnTo>
                <a:lnTo>
                  <a:pt x="176213" y="666750"/>
                </a:lnTo>
                <a:lnTo>
                  <a:pt x="171450" y="661988"/>
                </a:lnTo>
                <a:lnTo>
                  <a:pt x="166688" y="657225"/>
                </a:lnTo>
                <a:lnTo>
                  <a:pt x="161925" y="652463"/>
                </a:lnTo>
                <a:lnTo>
                  <a:pt x="157163" y="647700"/>
                </a:lnTo>
                <a:lnTo>
                  <a:pt x="152400" y="642938"/>
                </a:lnTo>
                <a:lnTo>
                  <a:pt x="152400" y="633413"/>
                </a:lnTo>
                <a:lnTo>
                  <a:pt x="152400" y="623888"/>
                </a:lnTo>
                <a:lnTo>
                  <a:pt x="147638" y="619125"/>
                </a:lnTo>
                <a:lnTo>
                  <a:pt x="142875" y="614363"/>
                </a:lnTo>
                <a:lnTo>
                  <a:pt x="142875" y="604838"/>
                </a:lnTo>
                <a:lnTo>
                  <a:pt x="142875" y="595313"/>
                </a:lnTo>
                <a:lnTo>
                  <a:pt x="138113" y="590550"/>
                </a:lnTo>
                <a:lnTo>
                  <a:pt x="133350" y="585788"/>
                </a:lnTo>
                <a:lnTo>
                  <a:pt x="133350" y="576263"/>
                </a:lnTo>
                <a:lnTo>
                  <a:pt x="128588" y="571500"/>
                </a:lnTo>
                <a:lnTo>
                  <a:pt x="123825" y="566738"/>
                </a:lnTo>
                <a:lnTo>
                  <a:pt x="123825" y="557213"/>
                </a:lnTo>
                <a:lnTo>
                  <a:pt x="123825" y="547688"/>
                </a:lnTo>
                <a:lnTo>
                  <a:pt x="119063" y="542925"/>
                </a:lnTo>
                <a:lnTo>
                  <a:pt x="114300" y="538163"/>
                </a:lnTo>
                <a:lnTo>
                  <a:pt x="119063" y="533400"/>
                </a:lnTo>
                <a:lnTo>
                  <a:pt x="123825" y="528638"/>
                </a:lnTo>
                <a:lnTo>
                  <a:pt x="119063" y="523875"/>
                </a:lnTo>
                <a:lnTo>
                  <a:pt x="114300" y="519113"/>
                </a:lnTo>
                <a:lnTo>
                  <a:pt x="114300" y="509588"/>
                </a:lnTo>
                <a:lnTo>
                  <a:pt x="114300" y="500063"/>
                </a:lnTo>
                <a:lnTo>
                  <a:pt x="109538" y="495300"/>
                </a:lnTo>
                <a:lnTo>
                  <a:pt x="104775" y="490538"/>
                </a:lnTo>
                <a:lnTo>
                  <a:pt x="104775" y="481013"/>
                </a:lnTo>
                <a:lnTo>
                  <a:pt x="104775" y="471488"/>
                </a:lnTo>
                <a:lnTo>
                  <a:pt x="109538" y="466725"/>
                </a:lnTo>
                <a:lnTo>
                  <a:pt x="114300" y="461963"/>
                </a:lnTo>
                <a:lnTo>
                  <a:pt x="114300" y="452438"/>
                </a:lnTo>
                <a:lnTo>
                  <a:pt x="109538" y="447675"/>
                </a:lnTo>
                <a:lnTo>
                  <a:pt x="104775" y="442913"/>
                </a:lnTo>
                <a:lnTo>
                  <a:pt x="104775" y="433388"/>
                </a:lnTo>
                <a:lnTo>
                  <a:pt x="104775" y="423863"/>
                </a:lnTo>
                <a:lnTo>
                  <a:pt x="109538" y="419100"/>
                </a:lnTo>
                <a:lnTo>
                  <a:pt x="114300" y="414338"/>
                </a:lnTo>
                <a:lnTo>
                  <a:pt x="114300" y="404813"/>
                </a:lnTo>
                <a:lnTo>
                  <a:pt x="114300" y="395288"/>
                </a:lnTo>
                <a:lnTo>
                  <a:pt x="109538" y="390525"/>
                </a:lnTo>
                <a:lnTo>
                  <a:pt x="104775" y="385763"/>
                </a:lnTo>
                <a:lnTo>
                  <a:pt x="109538" y="381000"/>
                </a:lnTo>
                <a:lnTo>
                  <a:pt x="114300" y="376238"/>
                </a:lnTo>
                <a:lnTo>
                  <a:pt x="114300" y="366713"/>
                </a:lnTo>
                <a:lnTo>
                  <a:pt x="114300" y="357188"/>
                </a:lnTo>
                <a:lnTo>
                  <a:pt x="114300" y="347663"/>
                </a:lnTo>
                <a:lnTo>
                  <a:pt x="119063" y="342900"/>
                </a:lnTo>
                <a:lnTo>
                  <a:pt x="123825" y="338138"/>
                </a:lnTo>
                <a:lnTo>
                  <a:pt x="123825" y="328613"/>
                </a:lnTo>
                <a:lnTo>
                  <a:pt x="123825" y="319088"/>
                </a:lnTo>
                <a:lnTo>
                  <a:pt x="123825" y="309563"/>
                </a:lnTo>
                <a:lnTo>
                  <a:pt x="128588" y="304800"/>
                </a:lnTo>
                <a:lnTo>
                  <a:pt x="133350" y="300038"/>
                </a:lnTo>
                <a:lnTo>
                  <a:pt x="133350" y="290513"/>
                </a:lnTo>
                <a:lnTo>
                  <a:pt x="133350" y="280988"/>
                </a:lnTo>
                <a:lnTo>
                  <a:pt x="138113" y="276225"/>
                </a:lnTo>
                <a:lnTo>
                  <a:pt x="142875" y="271463"/>
                </a:lnTo>
                <a:lnTo>
                  <a:pt x="142875" y="261938"/>
                </a:lnTo>
                <a:lnTo>
                  <a:pt x="147638" y="257175"/>
                </a:lnTo>
                <a:lnTo>
                  <a:pt x="152400" y="252413"/>
                </a:lnTo>
                <a:lnTo>
                  <a:pt x="152400" y="242888"/>
                </a:lnTo>
                <a:lnTo>
                  <a:pt x="157163" y="238125"/>
                </a:lnTo>
                <a:lnTo>
                  <a:pt x="161925" y="233363"/>
                </a:lnTo>
                <a:lnTo>
                  <a:pt x="166688" y="228600"/>
                </a:lnTo>
                <a:lnTo>
                  <a:pt x="171450" y="223838"/>
                </a:lnTo>
                <a:lnTo>
                  <a:pt x="171450" y="214313"/>
                </a:lnTo>
                <a:lnTo>
                  <a:pt x="171450" y="204788"/>
                </a:lnTo>
                <a:lnTo>
                  <a:pt x="176213" y="200025"/>
                </a:lnTo>
                <a:lnTo>
                  <a:pt x="180975" y="195263"/>
                </a:lnTo>
                <a:lnTo>
                  <a:pt x="185738" y="190500"/>
                </a:lnTo>
                <a:lnTo>
                  <a:pt x="190500" y="185738"/>
                </a:lnTo>
                <a:lnTo>
                  <a:pt x="195263" y="180975"/>
                </a:lnTo>
                <a:lnTo>
                  <a:pt x="200025" y="176213"/>
                </a:lnTo>
                <a:lnTo>
                  <a:pt x="200025" y="166688"/>
                </a:lnTo>
                <a:lnTo>
                  <a:pt x="204788" y="161925"/>
                </a:lnTo>
                <a:lnTo>
                  <a:pt x="209550" y="157163"/>
                </a:lnTo>
                <a:lnTo>
                  <a:pt x="214313" y="152400"/>
                </a:lnTo>
                <a:lnTo>
                  <a:pt x="219075" y="147638"/>
                </a:lnTo>
                <a:lnTo>
                  <a:pt x="223838" y="142875"/>
                </a:lnTo>
                <a:lnTo>
                  <a:pt x="228600" y="138113"/>
                </a:lnTo>
                <a:lnTo>
                  <a:pt x="233363" y="133350"/>
                </a:lnTo>
                <a:lnTo>
                  <a:pt x="238125" y="128588"/>
                </a:lnTo>
                <a:lnTo>
                  <a:pt x="242888" y="123825"/>
                </a:lnTo>
                <a:lnTo>
                  <a:pt x="247650" y="119063"/>
                </a:lnTo>
                <a:lnTo>
                  <a:pt x="252413" y="114300"/>
                </a:lnTo>
                <a:lnTo>
                  <a:pt x="257175" y="109538"/>
                </a:lnTo>
                <a:lnTo>
                  <a:pt x="261938" y="104775"/>
                </a:lnTo>
                <a:lnTo>
                  <a:pt x="266700" y="100013"/>
                </a:lnTo>
                <a:lnTo>
                  <a:pt x="271463" y="95250"/>
                </a:lnTo>
                <a:lnTo>
                  <a:pt x="280988" y="95250"/>
                </a:lnTo>
                <a:lnTo>
                  <a:pt x="285750" y="90488"/>
                </a:lnTo>
                <a:lnTo>
                  <a:pt x="290513" y="85725"/>
                </a:lnTo>
                <a:lnTo>
                  <a:pt x="295275" y="80963"/>
                </a:lnTo>
                <a:lnTo>
                  <a:pt x="300038" y="76200"/>
                </a:lnTo>
                <a:lnTo>
                  <a:pt x="304800" y="71438"/>
                </a:lnTo>
                <a:lnTo>
                  <a:pt x="309563" y="66675"/>
                </a:lnTo>
                <a:lnTo>
                  <a:pt x="319088" y="66675"/>
                </a:lnTo>
                <a:lnTo>
                  <a:pt x="323850" y="61913"/>
                </a:lnTo>
                <a:lnTo>
                  <a:pt x="328613" y="57150"/>
                </a:lnTo>
                <a:lnTo>
                  <a:pt x="338138" y="57150"/>
                </a:lnTo>
                <a:lnTo>
                  <a:pt x="342900" y="52388"/>
                </a:lnTo>
                <a:lnTo>
                  <a:pt x="347663" y="47625"/>
                </a:lnTo>
                <a:lnTo>
                  <a:pt x="357188" y="47625"/>
                </a:lnTo>
                <a:lnTo>
                  <a:pt x="361950" y="42863"/>
                </a:lnTo>
                <a:lnTo>
                  <a:pt x="366713" y="38100"/>
                </a:lnTo>
                <a:lnTo>
                  <a:pt x="376238" y="38100"/>
                </a:lnTo>
                <a:lnTo>
                  <a:pt x="385763" y="38100"/>
                </a:lnTo>
                <a:lnTo>
                  <a:pt x="390525" y="33338"/>
                </a:lnTo>
                <a:lnTo>
                  <a:pt x="395288" y="28575"/>
                </a:lnTo>
                <a:lnTo>
                  <a:pt x="404813" y="28575"/>
                </a:lnTo>
                <a:lnTo>
                  <a:pt x="414338" y="28575"/>
                </a:lnTo>
                <a:lnTo>
                  <a:pt x="419100" y="23813"/>
                </a:lnTo>
                <a:lnTo>
                  <a:pt x="423863" y="19050"/>
                </a:lnTo>
                <a:lnTo>
                  <a:pt x="428625" y="14288"/>
                </a:lnTo>
                <a:lnTo>
                  <a:pt x="428625" y="4763"/>
                </a:lnTo>
                <a:close/>
              </a:path>
            </a:pathLst>
          </a:custGeom>
          <a:solidFill xmlns:a="http://schemas.openxmlformats.org/drawingml/2006/main">
            <a:srgbClr val="ACCE9F"/>
          </a:solidFill>
          <a:ln xmlns:a="http://schemas.openxmlformats.org/drawingml/2006/main" w="0">
            <a:noFill/>
            <a:prstDash val="solid"/>
          </a:ln>
        </p:spPr>
      </p:sp>
      <p:sp>
        <p:nvSpPr>
          <p:cNvPr id="515" name="layout-green-89-2">
            <a:extLst xmlns:a="http://schemas.openxmlformats.org/drawingml/2006/main">
              <a:ext uri="{FF2B5EF4-FFF2-40B4-BE49-F238E27FC236}">
                <a16:creationId xmlns:a16="http://schemas.microsoft.com/office/drawing/2014/main" id="{695F7F67-A7E5-48B0-B9E9-0CA5EFCEE102}"/>
              </a:ext>
            </a:extLst>
          </p:cNvPr>
          <p:cNvSpPr>
            <a:spLocks xmlns:a="http://schemas.openxmlformats.org/drawingml/2006/main" noGrp="1"/>
          </p:cNvSpPr>
          <p:nvPr/>
        </p:nvSpPr>
        <p:spPr>
          <a:xfrm xmlns:a="http://schemas.openxmlformats.org/drawingml/2006/main" rot="0">
            <a:off x="390525" y="3552825"/>
            <a:ext cx="171450" cy="85725"/>
          </a:xfrm>
          <a:custGeom xmlns:a="http://schemas.openxmlformats.org/drawingml/2006/main">
            <a:pathLst>
              <a:path w="171450" h="85725">
                <a:moveTo>
                  <a:pt x="152400" y="4763"/>
                </a:moveTo>
                <a:lnTo>
                  <a:pt x="157163" y="0"/>
                </a:lnTo>
                <a:lnTo>
                  <a:pt x="166688" y="0"/>
                </a:lnTo>
                <a:lnTo>
                  <a:pt x="171450" y="4763"/>
                </a:lnTo>
                <a:lnTo>
                  <a:pt x="171450" y="14288"/>
                </a:lnTo>
                <a:lnTo>
                  <a:pt x="171450" y="23813"/>
                </a:lnTo>
                <a:lnTo>
                  <a:pt x="166688" y="28575"/>
                </a:lnTo>
                <a:lnTo>
                  <a:pt x="161925" y="33338"/>
                </a:lnTo>
                <a:lnTo>
                  <a:pt x="161925" y="42863"/>
                </a:lnTo>
                <a:lnTo>
                  <a:pt x="166688" y="47625"/>
                </a:lnTo>
                <a:lnTo>
                  <a:pt x="171450" y="52388"/>
                </a:lnTo>
                <a:lnTo>
                  <a:pt x="171450" y="61913"/>
                </a:lnTo>
                <a:lnTo>
                  <a:pt x="171450" y="71438"/>
                </a:lnTo>
                <a:lnTo>
                  <a:pt x="171450" y="80963"/>
                </a:lnTo>
                <a:lnTo>
                  <a:pt x="166688" y="85725"/>
                </a:lnTo>
                <a:lnTo>
                  <a:pt x="157163" y="85725"/>
                </a:lnTo>
                <a:lnTo>
                  <a:pt x="147638" y="85725"/>
                </a:lnTo>
                <a:lnTo>
                  <a:pt x="138113" y="85725"/>
                </a:lnTo>
                <a:lnTo>
                  <a:pt x="128588" y="85725"/>
                </a:lnTo>
                <a:lnTo>
                  <a:pt x="119063" y="85725"/>
                </a:lnTo>
                <a:lnTo>
                  <a:pt x="109538" y="85725"/>
                </a:lnTo>
                <a:lnTo>
                  <a:pt x="100013" y="85725"/>
                </a:lnTo>
                <a:lnTo>
                  <a:pt x="90488" y="85725"/>
                </a:lnTo>
                <a:lnTo>
                  <a:pt x="85725" y="80963"/>
                </a:lnTo>
                <a:lnTo>
                  <a:pt x="80963" y="76200"/>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4763" y="57150"/>
                </a:lnTo>
                <a:lnTo>
                  <a:pt x="0" y="52388"/>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71438" y="19050"/>
                </a:lnTo>
                <a:lnTo>
                  <a:pt x="76200" y="14288"/>
                </a:lnTo>
                <a:lnTo>
                  <a:pt x="80963" y="9525"/>
                </a:lnTo>
                <a:lnTo>
                  <a:pt x="90488" y="9525"/>
                </a:lnTo>
                <a:lnTo>
                  <a:pt x="100013" y="9525"/>
                </a:lnTo>
                <a:lnTo>
                  <a:pt x="109538" y="9525"/>
                </a:lnTo>
                <a:lnTo>
                  <a:pt x="119063" y="9525"/>
                </a:lnTo>
                <a:lnTo>
                  <a:pt x="128588" y="9525"/>
                </a:lnTo>
                <a:lnTo>
                  <a:pt x="138113" y="9525"/>
                </a:lnTo>
                <a:lnTo>
                  <a:pt x="147638" y="9525"/>
                </a:lnTo>
                <a:lnTo>
                  <a:pt x="152400" y="4763"/>
                </a:lnTo>
                <a:close/>
              </a:path>
            </a:pathLst>
          </a:custGeom>
          <a:solidFill xmlns:a="http://schemas.openxmlformats.org/drawingml/2006/main">
            <a:srgbClr val="ACCE9F"/>
          </a:solidFill>
          <a:ln xmlns:a="http://schemas.openxmlformats.org/drawingml/2006/main" w="0">
            <a:noFill/>
            <a:prstDash val="solid"/>
          </a:ln>
        </p:spPr>
      </p:sp>
      <p:sp>
        <p:nvSpPr>
          <p:cNvPr id="516" name="layout-green-90-0">
            <a:extLst xmlns:a="http://schemas.openxmlformats.org/drawingml/2006/main">
              <a:ext uri="{FF2B5EF4-FFF2-40B4-BE49-F238E27FC236}">
                <a16:creationId xmlns:a16="http://schemas.microsoft.com/office/drawing/2014/main" id="{89ADDCC8-0052-409A-8334-44B42A37C10C}"/>
              </a:ext>
            </a:extLst>
          </p:cNvPr>
          <p:cNvSpPr>
            <a:spLocks xmlns:a="http://schemas.openxmlformats.org/drawingml/2006/main" noGrp="1"/>
          </p:cNvSpPr>
          <p:nvPr/>
        </p:nvSpPr>
        <p:spPr>
          <a:xfrm xmlns:a="http://schemas.openxmlformats.org/drawingml/2006/main" rot="0">
            <a:off x="123825" y="3371850"/>
            <a:ext cx="9525" cy="781050"/>
          </a:xfrm>
          <a:custGeom xmlns:a="http://schemas.openxmlformats.org/drawingml/2006/main">
            <a:pathLst>
              <a:path w="9525" h="7810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9525" y="433388"/>
                </a:lnTo>
                <a:lnTo>
                  <a:pt x="9525" y="442913"/>
                </a:lnTo>
                <a:lnTo>
                  <a:pt x="9525" y="452438"/>
                </a:lnTo>
                <a:lnTo>
                  <a:pt x="9525" y="461963"/>
                </a:lnTo>
                <a:lnTo>
                  <a:pt x="9525" y="471488"/>
                </a:lnTo>
                <a:lnTo>
                  <a:pt x="9525" y="481013"/>
                </a:lnTo>
                <a:lnTo>
                  <a:pt x="9525" y="490538"/>
                </a:lnTo>
                <a:lnTo>
                  <a:pt x="9525" y="500063"/>
                </a:lnTo>
                <a:lnTo>
                  <a:pt x="9525" y="509588"/>
                </a:lnTo>
                <a:lnTo>
                  <a:pt x="9525" y="519113"/>
                </a:lnTo>
                <a:lnTo>
                  <a:pt x="9525" y="528638"/>
                </a:lnTo>
                <a:lnTo>
                  <a:pt x="9525" y="538163"/>
                </a:lnTo>
                <a:lnTo>
                  <a:pt x="9525" y="547688"/>
                </a:lnTo>
                <a:lnTo>
                  <a:pt x="9525" y="557213"/>
                </a:lnTo>
                <a:lnTo>
                  <a:pt x="9525" y="566738"/>
                </a:lnTo>
                <a:lnTo>
                  <a:pt x="9525" y="576263"/>
                </a:lnTo>
                <a:lnTo>
                  <a:pt x="9525" y="585788"/>
                </a:lnTo>
                <a:lnTo>
                  <a:pt x="9525" y="595313"/>
                </a:lnTo>
                <a:lnTo>
                  <a:pt x="9525" y="604838"/>
                </a:lnTo>
                <a:lnTo>
                  <a:pt x="9525" y="614363"/>
                </a:lnTo>
                <a:lnTo>
                  <a:pt x="9525" y="623888"/>
                </a:lnTo>
                <a:lnTo>
                  <a:pt x="9525" y="633413"/>
                </a:lnTo>
                <a:lnTo>
                  <a:pt x="9525" y="642938"/>
                </a:lnTo>
                <a:lnTo>
                  <a:pt x="9525" y="652463"/>
                </a:lnTo>
                <a:lnTo>
                  <a:pt x="9525" y="661988"/>
                </a:lnTo>
                <a:lnTo>
                  <a:pt x="9525" y="671513"/>
                </a:lnTo>
                <a:lnTo>
                  <a:pt x="9525" y="681038"/>
                </a:lnTo>
                <a:lnTo>
                  <a:pt x="9525" y="690563"/>
                </a:lnTo>
                <a:lnTo>
                  <a:pt x="9525" y="700088"/>
                </a:lnTo>
                <a:lnTo>
                  <a:pt x="9525" y="709613"/>
                </a:lnTo>
                <a:lnTo>
                  <a:pt x="9525" y="719138"/>
                </a:lnTo>
                <a:lnTo>
                  <a:pt x="9525" y="728663"/>
                </a:lnTo>
                <a:lnTo>
                  <a:pt x="9525" y="738188"/>
                </a:lnTo>
                <a:lnTo>
                  <a:pt x="9525" y="747713"/>
                </a:lnTo>
                <a:lnTo>
                  <a:pt x="9525" y="757238"/>
                </a:lnTo>
                <a:lnTo>
                  <a:pt x="9525" y="766763"/>
                </a:lnTo>
                <a:lnTo>
                  <a:pt x="9525" y="776288"/>
                </a:lnTo>
                <a:lnTo>
                  <a:pt x="4763" y="781050"/>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AED0A1"/>
          </a:solidFill>
          <a:ln xmlns:a="http://schemas.openxmlformats.org/drawingml/2006/main" w="0">
            <a:noFill/>
            <a:prstDash val="solid"/>
          </a:ln>
        </p:spPr>
      </p:sp>
      <p:sp>
        <p:nvSpPr>
          <p:cNvPr id="517" name="layout-green-90-1">
            <a:extLst xmlns:a="http://schemas.openxmlformats.org/drawingml/2006/main">
              <a:ext uri="{FF2B5EF4-FFF2-40B4-BE49-F238E27FC236}">
                <a16:creationId xmlns:a16="http://schemas.microsoft.com/office/drawing/2014/main" id="{31481869-4FFE-4CCE-9047-A041E83D0532}"/>
              </a:ext>
            </a:extLst>
          </p:cNvPr>
          <p:cNvSpPr>
            <a:spLocks xmlns:a="http://schemas.openxmlformats.org/drawingml/2006/main" noGrp="1"/>
          </p:cNvSpPr>
          <p:nvPr/>
        </p:nvSpPr>
        <p:spPr>
          <a:xfrm xmlns:a="http://schemas.openxmlformats.org/drawingml/2006/main" rot="0">
            <a:off x="247650" y="3371850"/>
            <a:ext cx="952500" cy="857250"/>
          </a:xfrm>
          <a:custGeom xmlns:a="http://schemas.openxmlformats.org/drawingml/2006/main">
            <a:pathLst>
              <a:path w="952500" h="857250">
                <a:moveTo>
                  <a:pt x="304800" y="4763"/>
                </a:moveTo>
                <a:lnTo>
                  <a:pt x="309563" y="0"/>
                </a:lnTo>
                <a:lnTo>
                  <a:pt x="314325" y="4763"/>
                </a:lnTo>
                <a:lnTo>
                  <a:pt x="314325" y="14288"/>
                </a:lnTo>
                <a:lnTo>
                  <a:pt x="314325" y="23813"/>
                </a:lnTo>
                <a:lnTo>
                  <a:pt x="314325" y="33338"/>
                </a:lnTo>
                <a:lnTo>
                  <a:pt x="314325" y="42863"/>
                </a:lnTo>
                <a:lnTo>
                  <a:pt x="314325" y="52388"/>
                </a:lnTo>
                <a:lnTo>
                  <a:pt x="314325" y="61913"/>
                </a:lnTo>
                <a:lnTo>
                  <a:pt x="314325" y="71438"/>
                </a:lnTo>
                <a:lnTo>
                  <a:pt x="314325" y="80963"/>
                </a:lnTo>
                <a:lnTo>
                  <a:pt x="314325" y="90488"/>
                </a:lnTo>
                <a:lnTo>
                  <a:pt x="314325" y="100013"/>
                </a:lnTo>
                <a:lnTo>
                  <a:pt x="314325" y="109538"/>
                </a:lnTo>
                <a:lnTo>
                  <a:pt x="314325" y="119063"/>
                </a:lnTo>
                <a:lnTo>
                  <a:pt x="314325" y="128588"/>
                </a:lnTo>
                <a:lnTo>
                  <a:pt x="314325" y="138113"/>
                </a:lnTo>
                <a:lnTo>
                  <a:pt x="314325" y="147638"/>
                </a:lnTo>
                <a:lnTo>
                  <a:pt x="314325" y="157163"/>
                </a:lnTo>
                <a:lnTo>
                  <a:pt x="309563" y="161925"/>
                </a:lnTo>
                <a:lnTo>
                  <a:pt x="300038" y="161925"/>
                </a:lnTo>
                <a:lnTo>
                  <a:pt x="295275" y="166688"/>
                </a:lnTo>
                <a:lnTo>
                  <a:pt x="290513" y="171450"/>
                </a:lnTo>
                <a:lnTo>
                  <a:pt x="280988" y="171450"/>
                </a:lnTo>
                <a:lnTo>
                  <a:pt x="271463" y="171450"/>
                </a:lnTo>
                <a:lnTo>
                  <a:pt x="261938" y="171450"/>
                </a:lnTo>
                <a:lnTo>
                  <a:pt x="252413" y="171450"/>
                </a:lnTo>
                <a:lnTo>
                  <a:pt x="242888" y="171450"/>
                </a:lnTo>
                <a:lnTo>
                  <a:pt x="233363" y="171450"/>
                </a:lnTo>
                <a:lnTo>
                  <a:pt x="223838" y="171450"/>
                </a:lnTo>
                <a:lnTo>
                  <a:pt x="219075" y="176213"/>
                </a:lnTo>
                <a:lnTo>
                  <a:pt x="214313" y="180975"/>
                </a:lnTo>
                <a:lnTo>
                  <a:pt x="204788" y="180975"/>
                </a:lnTo>
                <a:lnTo>
                  <a:pt x="195263" y="180975"/>
                </a:lnTo>
                <a:lnTo>
                  <a:pt x="185738" y="180975"/>
                </a:lnTo>
                <a:lnTo>
                  <a:pt x="176213" y="180975"/>
                </a:lnTo>
                <a:lnTo>
                  <a:pt x="171450" y="185738"/>
                </a:lnTo>
                <a:lnTo>
                  <a:pt x="166688" y="190500"/>
                </a:lnTo>
                <a:lnTo>
                  <a:pt x="157163" y="190500"/>
                </a:lnTo>
                <a:lnTo>
                  <a:pt x="152400" y="195263"/>
                </a:lnTo>
                <a:lnTo>
                  <a:pt x="147638" y="200025"/>
                </a:lnTo>
                <a:lnTo>
                  <a:pt x="138113" y="200025"/>
                </a:lnTo>
                <a:lnTo>
                  <a:pt x="133350" y="204788"/>
                </a:lnTo>
                <a:lnTo>
                  <a:pt x="128588" y="209550"/>
                </a:lnTo>
                <a:lnTo>
                  <a:pt x="123825" y="214313"/>
                </a:lnTo>
                <a:lnTo>
                  <a:pt x="123825" y="223838"/>
                </a:lnTo>
                <a:lnTo>
                  <a:pt x="123825" y="233363"/>
                </a:lnTo>
                <a:lnTo>
                  <a:pt x="123825" y="242888"/>
                </a:lnTo>
                <a:lnTo>
                  <a:pt x="128588" y="247650"/>
                </a:lnTo>
                <a:lnTo>
                  <a:pt x="133350" y="252413"/>
                </a:lnTo>
                <a:lnTo>
                  <a:pt x="138113" y="257175"/>
                </a:lnTo>
                <a:lnTo>
                  <a:pt x="147638" y="257175"/>
                </a:lnTo>
                <a:lnTo>
                  <a:pt x="152400" y="261938"/>
                </a:lnTo>
                <a:lnTo>
                  <a:pt x="157163" y="266700"/>
                </a:lnTo>
                <a:lnTo>
                  <a:pt x="166688" y="266700"/>
                </a:lnTo>
                <a:lnTo>
                  <a:pt x="176213" y="266700"/>
                </a:lnTo>
                <a:lnTo>
                  <a:pt x="180975" y="271463"/>
                </a:lnTo>
                <a:lnTo>
                  <a:pt x="185738" y="276225"/>
                </a:lnTo>
                <a:lnTo>
                  <a:pt x="195263" y="276225"/>
                </a:lnTo>
                <a:lnTo>
                  <a:pt x="204788" y="276225"/>
                </a:lnTo>
                <a:lnTo>
                  <a:pt x="214313" y="276225"/>
                </a:lnTo>
                <a:lnTo>
                  <a:pt x="219075" y="280988"/>
                </a:lnTo>
                <a:lnTo>
                  <a:pt x="223838" y="285750"/>
                </a:lnTo>
                <a:lnTo>
                  <a:pt x="233363" y="285750"/>
                </a:lnTo>
                <a:lnTo>
                  <a:pt x="242888" y="285750"/>
                </a:lnTo>
                <a:lnTo>
                  <a:pt x="252413" y="285750"/>
                </a:lnTo>
                <a:lnTo>
                  <a:pt x="261938" y="285750"/>
                </a:lnTo>
                <a:lnTo>
                  <a:pt x="271463" y="285750"/>
                </a:lnTo>
                <a:lnTo>
                  <a:pt x="280988" y="285750"/>
                </a:lnTo>
                <a:lnTo>
                  <a:pt x="290513" y="285750"/>
                </a:lnTo>
                <a:lnTo>
                  <a:pt x="300038" y="285750"/>
                </a:lnTo>
                <a:lnTo>
                  <a:pt x="304800" y="290513"/>
                </a:lnTo>
                <a:lnTo>
                  <a:pt x="309563" y="295275"/>
                </a:lnTo>
                <a:lnTo>
                  <a:pt x="314325" y="300038"/>
                </a:lnTo>
                <a:lnTo>
                  <a:pt x="314325" y="309563"/>
                </a:lnTo>
                <a:lnTo>
                  <a:pt x="314325" y="319088"/>
                </a:lnTo>
                <a:lnTo>
                  <a:pt x="314325" y="328613"/>
                </a:lnTo>
                <a:lnTo>
                  <a:pt x="314325" y="338138"/>
                </a:lnTo>
                <a:lnTo>
                  <a:pt x="314325" y="347663"/>
                </a:lnTo>
                <a:lnTo>
                  <a:pt x="314325" y="357188"/>
                </a:lnTo>
                <a:lnTo>
                  <a:pt x="314325" y="366713"/>
                </a:lnTo>
                <a:lnTo>
                  <a:pt x="314325" y="376238"/>
                </a:lnTo>
                <a:lnTo>
                  <a:pt x="314325" y="385763"/>
                </a:lnTo>
                <a:lnTo>
                  <a:pt x="314325" y="395288"/>
                </a:lnTo>
                <a:lnTo>
                  <a:pt x="314325" y="404813"/>
                </a:lnTo>
                <a:lnTo>
                  <a:pt x="314325" y="414338"/>
                </a:lnTo>
                <a:lnTo>
                  <a:pt x="314325" y="423863"/>
                </a:lnTo>
                <a:lnTo>
                  <a:pt x="314325" y="433388"/>
                </a:lnTo>
                <a:lnTo>
                  <a:pt x="319088" y="438150"/>
                </a:lnTo>
                <a:lnTo>
                  <a:pt x="328613" y="438150"/>
                </a:lnTo>
                <a:lnTo>
                  <a:pt x="338138" y="438150"/>
                </a:lnTo>
                <a:lnTo>
                  <a:pt x="347663" y="438150"/>
                </a:lnTo>
                <a:lnTo>
                  <a:pt x="357188" y="438150"/>
                </a:lnTo>
                <a:lnTo>
                  <a:pt x="366713" y="438150"/>
                </a:lnTo>
                <a:lnTo>
                  <a:pt x="376238" y="438150"/>
                </a:lnTo>
                <a:lnTo>
                  <a:pt x="385763" y="438150"/>
                </a:lnTo>
                <a:lnTo>
                  <a:pt x="395288" y="438150"/>
                </a:lnTo>
                <a:lnTo>
                  <a:pt x="404813" y="438150"/>
                </a:lnTo>
                <a:lnTo>
                  <a:pt x="414338" y="438150"/>
                </a:lnTo>
                <a:lnTo>
                  <a:pt x="423863" y="438150"/>
                </a:lnTo>
                <a:lnTo>
                  <a:pt x="433388" y="438150"/>
                </a:lnTo>
                <a:lnTo>
                  <a:pt x="442913" y="438150"/>
                </a:lnTo>
                <a:lnTo>
                  <a:pt x="452438" y="438150"/>
                </a:lnTo>
                <a:lnTo>
                  <a:pt x="461963" y="438150"/>
                </a:lnTo>
                <a:lnTo>
                  <a:pt x="471488" y="438150"/>
                </a:lnTo>
                <a:lnTo>
                  <a:pt x="481013" y="438150"/>
                </a:lnTo>
                <a:lnTo>
                  <a:pt x="490538" y="438150"/>
                </a:lnTo>
                <a:lnTo>
                  <a:pt x="500063" y="438150"/>
                </a:lnTo>
                <a:lnTo>
                  <a:pt x="509588" y="438150"/>
                </a:lnTo>
                <a:lnTo>
                  <a:pt x="519113" y="438150"/>
                </a:lnTo>
                <a:lnTo>
                  <a:pt x="528638" y="438150"/>
                </a:lnTo>
                <a:lnTo>
                  <a:pt x="538163" y="438150"/>
                </a:lnTo>
                <a:lnTo>
                  <a:pt x="547688" y="438150"/>
                </a:lnTo>
                <a:lnTo>
                  <a:pt x="557213" y="438150"/>
                </a:lnTo>
                <a:lnTo>
                  <a:pt x="566738" y="438150"/>
                </a:lnTo>
                <a:lnTo>
                  <a:pt x="576263" y="438150"/>
                </a:lnTo>
                <a:lnTo>
                  <a:pt x="585788" y="438150"/>
                </a:lnTo>
                <a:lnTo>
                  <a:pt x="595313" y="438150"/>
                </a:lnTo>
                <a:lnTo>
                  <a:pt x="604838" y="438150"/>
                </a:lnTo>
                <a:lnTo>
                  <a:pt x="614363" y="438150"/>
                </a:lnTo>
                <a:lnTo>
                  <a:pt x="623888" y="438150"/>
                </a:lnTo>
                <a:lnTo>
                  <a:pt x="633413" y="438150"/>
                </a:lnTo>
                <a:lnTo>
                  <a:pt x="642938" y="438150"/>
                </a:lnTo>
                <a:lnTo>
                  <a:pt x="652463" y="438150"/>
                </a:lnTo>
                <a:lnTo>
                  <a:pt x="661988" y="438150"/>
                </a:lnTo>
                <a:lnTo>
                  <a:pt x="671513" y="438150"/>
                </a:lnTo>
                <a:lnTo>
                  <a:pt x="681038" y="438150"/>
                </a:lnTo>
                <a:lnTo>
                  <a:pt x="690563" y="438150"/>
                </a:lnTo>
                <a:lnTo>
                  <a:pt x="700088" y="438150"/>
                </a:lnTo>
                <a:lnTo>
                  <a:pt x="709613" y="438150"/>
                </a:lnTo>
                <a:lnTo>
                  <a:pt x="719138" y="438150"/>
                </a:lnTo>
                <a:lnTo>
                  <a:pt x="728663" y="438150"/>
                </a:lnTo>
                <a:lnTo>
                  <a:pt x="738188" y="438150"/>
                </a:lnTo>
                <a:lnTo>
                  <a:pt x="747713" y="438150"/>
                </a:lnTo>
                <a:lnTo>
                  <a:pt x="757238" y="438150"/>
                </a:lnTo>
                <a:lnTo>
                  <a:pt x="766763" y="438150"/>
                </a:lnTo>
                <a:lnTo>
                  <a:pt x="776288" y="438150"/>
                </a:lnTo>
                <a:lnTo>
                  <a:pt x="785813" y="438150"/>
                </a:lnTo>
                <a:lnTo>
                  <a:pt x="795338" y="438150"/>
                </a:lnTo>
                <a:lnTo>
                  <a:pt x="804863" y="438150"/>
                </a:lnTo>
                <a:lnTo>
                  <a:pt x="814388" y="438150"/>
                </a:lnTo>
                <a:lnTo>
                  <a:pt x="823913" y="438150"/>
                </a:lnTo>
                <a:lnTo>
                  <a:pt x="833438" y="438150"/>
                </a:lnTo>
                <a:lnTo>
                  <a:pt x="842963" y="438150"/>
                </a:lnTo>
                <a:lnTo>
                  <a:pt x="852488" y="438150"/>
                </a:lnTo>
                <a:lnTo>
                  <a:pt x="862013" y="438150"/>
                </a:lnTo>
                <a:lnTo>
                  <a:pt x="871538" y="438150"/>
                </a:lnTo>
                <a:lnTo>
                  <a:pt x="881063" y="438150"/>
                </a:lnTo>
                <a:lnTo>
                  <a:pt x="890588" y="438150"/>
                </a:lnTo>
                <a:lnTo>
                  <a:pt x="900113" y="438150"/>
                </a:lnTo>
                <a:lnTo>
                  <a:pt x="909638" y="438150"/>
                </a:lnTo>
                <a:lnTo>
                  <a:pt x="919163" y="438150"/>
                </a:lnTo>
                <a:lnTo>
                  <a:pt x="928688" y="438150"/>
                </a:lnTo>
                <a:lnTo>
                  <a:pt x="938213" y="438150"/>
                </a:lnTo>
                <a:lnTo>
                  <a:pt x="947738" y="438150"/>
                </a:lnTo>
                <a:lnTo>
                  <a:pt x="952500" y="442913"/>
                </a:lnTo>
                <a:lnTo>
                  <a:pt x="952500" y="452438"/>
                </a:lnTo>
                <a:lnTo>
                  <a:pt x="952500" y="461963"/>
                </a:lnTo>
                <a:lnTo>
                  <a:pt x="952500" y="471488"/>
                </a:lnTo>
                <a:lnTo>
                  <a:pt x="952500" y="481013"/>
                </a:lnTo>
                <a:lnTo>
                  <a:pt x="952500" y="490538"/>
                </a:lnTo>
                <a:lnTo>
                  <a:pt x="952500" y="500063"/>
                </a:lnTo>
                <a:lnTo>
                  <a:pt x="952500" y="509588"/>
                </a:lnTo>
                <a:lnTo>
                  <a:pt x="952500" y="519113"/>
                </a:lnTo>
                <a:lnTo>
                  <a:pt x="952500" y="528638"/>
                </a:lnTo>
                <a:lnTo>
                  <a:pt x="952500" y="538163"/>
                </a:lnTo>
                <a:lnTo>
                  <a:pt x="952500" y="547688"/>
                </a:lnTo>
                <a:lnTo>
                  <a:pt x="952500" y="557213"/>
                </a:lnTo>
                <a:lnTo>
                  <a:pt x="952500" y="566738"/>
                </a:lnTo>
                <a:lnTo>
                  <a:pt x="952500" y="576263"/>
                </a:lnTo>
                <a:lnTo>
                  <a:pt x="952500" y="585788"/>
                </a:lnTo>
                <a:lnTo>
                  <a:pt x="952500" y="595313"/>
                </a:lnTo>
                <a:lnTo>
                  <a:pt x="952500" y="604838"/>
                </a:lnTo>
                <a:lnTo>
                  <a:pt x="952500" y="614363"/>
                </a:lnTo>
                <a:lnTo>
                  <a:pt x="952500" y="623888"/>
                </a:lnTo>
                <a:lnTo>
                  <a:pt x="952500" y="633413"/>
                </a:lnTo>
                <a:lnTo>
                  <a:pt x="952500" y="642938"/>
                </a:lnTo>
                <a:lnTo>
                  <a:pt x="952500" y="652463"/>
                </a:lnTo>
                <a:lnTo>
                  <a:pt x="952500" y="661988"/>
                </a:lnTo>
                <a:lnTo>
                  <a:pt x="952500" y="671513"/>
                </a:lnTo>
                <a:lnTo>
                  <a:pt x="952500" y="681038"/>
                </a:lnTo>
                <a:lnTo>
                  <a:pt x="952500" y="690563"/>
                </a:lnTo>
                <a:lnTo>
                  <a:pt x="952500" y="700088"/>
                </a:lnTo>
                <a:lnTo>
                  <a:pt x="952500" y="709613"/>
                </a:lnTo>
                <a:lnTo>
                  <a:pt x="952500" y="719138"/>
                </a:lnTo>
                <a:lnTo>
                  <a:pt x="952500" y="728663"/>
                </a:lnTo>
                <a:lnTo>
                  <a:pt x="952500" y="738188"/>
                </a:lnTo>
                <a:lnTo>
                  <a:pt x="952500" y="747713"/>
                </a:lnTo>
                <a:lnTo>
                  <a:pt x="952500" y="757238"/>
                </a:lnTo>
                <a:lnTo>
                  <a:pt x="952500" y="766763"/>
                </a:lnTo>
                <a:lnTo>
                  <a:pt x="952500" y="776288"/>
                </a:lnTo>
                <a:lnTo>
                  <a:pt x="947738" y="781050"/>
                </a:lnTo>
                <a:lnTo>
                  <a:pt x="942975" y="776288"/>
                </a:lnTo>
                <a:lnTo>
                  <a:pt x="942975" y="766763"/>
                </a:lnTo>
                <a:lnTo>
                  <a:pt x="942975" y="757238"/>
                </a:lnTo>
                <a:lnTo>
                  <a:pt x="942975" y="747713"/>
                </a:lnTo>
                <a:lnTo>
                  <a:pt x="942975" y="738188"/>
                </a:lnTo>
                <a:lnTo>
                  <a:pt x="942975" y="728663"/>
                </a:lnTo>
                <a:lnTo>
                  <a:pt x="942975" y="719138"/>
                </a:lnTo>
                <a:lnTo>
                  <a:pt x="942975" y="709613"/>
                </a:lnTo>
                <a:lnTo>
                  <a:pt x="942975" y="700088"/>
                </a:lnTo>
                <a:lnTo>
                  <a:pt x="942975" y="690563"/>
                </a:lnTo>
                <a:lnTo>
                  <a:pt x="942975" y="681038"/>
                </a:lnTo>
                <a:lnTo>
                  <a:pt x="942975" y="671513"/>
                </a:lnTo>
                <a:lnTo>
                  <a:pt x="942975" y="661988"/>
                </a:lnTo>
                <a:lnTo>
                  <a:pt x="942975" y="652463"/>
                </a:lnTo>
                <a:lnTo>
                  <a:pt x="942975" y="642938"/>
                </a:lnTo>
                <a:lnTo>
                  <a:pt x="942975" y="633413"/>
                </a:lnTo>
                <a:lnTo>
                  <a:pt x="942975" y="623888"/>
                </a:lnTo>
                <a:lnTo>
                  <a:pt x="942975" y="614363"/>
                </a:lnTo>
                <a:lnTo>
                  <a:pt x="942975" y="604838"/>
                </a:lnTo>
                <a:lnTo>
                  <a:pt x="942975" y="595313"/>
                </a:lnTo>
                <a:lnTo>
                  <a:pt x="942975" y="585788"/>
                </a:lnTo>
                <a:lnTo>
                  <a:pt x="942975" y="576263"/>
                </a:lnTo>
                <a:lnTo>
                  <a:pt x="942975" y="566738"/>
                </a:lnTo>
                <a:lnTo>
                  <a:pt x="942975" y="557213"/>
                </a:lnTo>
                <a:lnTo>
                  <a:pt x="942975" y="547688"/>
                </a:lnTo>
                <a:lnTo>
                  <a:pt x="942975" y="538163"/>
                </a:lnTo>
                <a:lnTo>
                  <a:pt x="942975" y="528638"/>
                </a:lnTo>
                <a:lnTo>
                  <a:pt x="942975" y="519113"/>
                </a:lnTo>
                <a:lnTo>
                  <a:pt x="942975" y="509588"/>
                </a:lnTo>
                <a:lnTo>
                  <a:pt x="942975" y="500063"/>
                </a:lnTo>
                <a:lnTo>
                  <a:pt x="942975" y="490538"/>
                </a:lnTo>
                <a:lnTo>
                  <a:pt x="942975" y="481013"/>
                </a:lnTo>
                <a:lnTo>
                  <a:pt x="942975" y="471488"/>
                </a:lnTo>
                <a:lnTo>
                  <a:pt x="942975" y="461963"/>
                </a:lnTo>
                <a:lnTo>
                  <a:pt x="942975" y="452438"/>
                </a:lnTo>
                <a:lnTo>
                  <a:pt x="938213" y="447675"/>
                </a:lnTo>
                <a:lnTo>
                  <a:pt x="928688" y="447675"/>
                </a:lnTo>
                <a:lnTo>
                  <a:pt x="919163" y="447675"/>
                </a:lnTo>
                <a:lnTo>
                  <a:pt x="909638" y="447675"/>
                </a:lnTo>
                <a:lnTo>
                  <a:pt x="900113" y="447675"/>
                </a:lnTo>
                <a:lnTo>
                  <a:pt x="890588" y="447675"/>
                </a:lnTo>
                <a:lnTo>
                  <a:pt x="881063" y="447675"/>
                </a:lnTo>
                <a:lnTo>
                  <a:pt x="871538" y="447675"/>
                </a:lnTo>
                <a:lnTo>
                  <a:pt x="862013" y="447675"/>
                </a:lnTo>
                <a:lnTo>
                  <a:pt x="852488" y="447675"/>
                </a:lnTo>
                <a:lnTo>
                  <a:pt x="842963" y="447675"/>
                </a:lnTo>
                <a:lnTo>
                  <a:pt x="833438" y="447675"/>
                </a:lnTo>
                <a:lnTo>
                  <a:pt x="828675" y="452438"/>
                </a:lnTo>
                <a:lnTo>
                  <a:pt x="833438" y="457200"/>
                </a:lnTo>
                <a:lnTo>
                  <a:pt x="838200" y="461963"/>
                </a:lnTo>
                <a:lnTo>
                  <a:pt x="833438" y="466725"/>
                </a:lnTo>
                <a:lnTo>
                  <a:pt x="828675" y="471488"/>
                </a:lnTo>
                <a:lnTo>
                  <a:pt x="828675" y="481013"/>
                </a:lnTo>
                <a:lnTo>
                  <a:pt x="828675" y="490538"/>
                </a:lnTo>
                <a:lnTo>
                  <a:pt x="828675" y="500063"/>
                </a:lnTo>
                <a:lnTo>
                  <a:pt x="828675" y="509588"/>
                </a:lnTo>
                <a:lnTo>
                  <a:pt x="828675" y="519113"/>
                </a:lnTo>
                <a:lnTo>
                  <a:pt x="828675" y="528638"/>
                </a:lnTo>
                <a:lnTo>
                  <a:pt x="823913" y="533400"/>
                </a:lnTo>
                <a:lnTo>
                  <a:pt x="819150" y="538163"/>
                </a:lnTo>
                <a:lnTo>
                  <a:pt x="819150" y="547688"/>
                </a:lnTo>
                <a:lnTo>
                  <a:pt x="819150" y="557213"/>
                </a:lnTo>
                <a:lnTo>
                  <a:pt x="814388" y="561975"/>
                </a:lnTo>
                <a:lnTo>
                  <a:pt x="809625" y="566738"/>
                </a:lnTo>
                <a:lnTo>
                  <a:pt x="809625" y="576263"/>
                </a:lnTo>
                <a:lnTo>
                  <a:pt x="809625" y="585788"/>
                </a:lnTo>
                <a:lnTo>
                  <a:pt x="809625" y="595313"/>
                </a:lnTo>
                <a:lnTo>
                  <a:pt x="804863" y="600075"/>
                </a:lnTo>
                <a:lnTo>
                  <a:pt x="800100" y="604838"/>
                </a:lnTo>
                <a:lnTo>
                  <a:pt x="795338" y="609600"/>
                </a:lnTo>
                <a:lnTo>
                  <a:pt x="790575" y="614363"/>
                </a:lnTo>
                <a:lnTo>
                  <a:pt x="790575" y="623888"/>
                </a:lnTo>
                <a:lnTo>
                  <a:pt x="785813" y="628650"/>
                </a:lnTo>
                <a:lnTo>
                  <a:pt x="781050" y="633413"/>
                </a:lnTo>
                <a:lnTo>
                  <a:pt x="781050" y="642938"/>
                </a:lnTo>
                <a:lnTo>
                  <a:pt x="776288" y="647700"/>
                </a:lnTo>
                <a:lnTo>
                  <a:pt x="771525" y="652463"/>
                </a:lnTo>
                <a:lnTo>
                  <a:pt x="771525" y="661988"/>
                </a:lnTo>
                <a:lnTo>
                  <a:pt x="766763" y="666750"/>
                </a:lnTo>
                <a:lnTo>
                  <a:pt x="762000" y="671513"/>
                </a:lnTo>
                <a:lnTo>
                  <a:pt x="762000" y="681038"/>
                </a:lnTo>
                <a:lnTo>
                  <a:pt x="757238" y="685800"/>
                </a:lnTo>
                <a:lnTo>
                  <a:pt x="752475" y="690563"/>
                </a:lnTo>
                <a:lnTo>
                  <a:pt x="747713" y="695325"/>
                </a:lnTo>
                <a:lnTo>
                  <a:pt x="742950" y="700088"/>
                </a:lnTo>
                <a:lnTo>
                  <a:pt x="738188" y="704850"/>
                </a:lnTo>
                <a:lnTo>
                  <a:pt x="733425" y="709613"/>
                </a:lnTo>
                <a:lnTo>
                  <a:pt x="728663" y="714375"/>
                </a:lnTo>
                <a:lnTo>
                  <a:pt x="723900" y="719138"/>
                </a:lnTo>
                <a:lnTo>
                  <a:pt x="723900" y="728663"/>
                </a:lnTo>
                <a:lnTo>
                  <a:pt x="719138" y="733425"/>
                </a:lnTo>
                <a:lnTo>
                  <a:pt x="714375" y="738188"/>
                </a:lnTo>
                <a:lnTo>
                  <a:pt x="709613" y="742950"/>
                </a:lnTo>
                <a:lnTo>
                  <a:pt x="704850" y="747713"/>
                </a:lnTo>
                <a:lnTo>
                  <a:pt x="700088" y="752475"/>
                </a:lnTo>
                <a:lnTo>
                  <a:pt x="690563" y="752475"/>
                </a:lnTo>
                <a:lnTo>
                  <a:pt x="685800" y="757238"/>
                </a:lnTo>
                <a:lnTo>
                  <a:pt x="681038" y="762000"/>
                </a:lnTo>
                <a:lnTo>
                  <a:pt x="676275" y="766763"/>
                </a:lnTo>
                <a:lnTo>
                  <a:pt x="671513" y="771525"/>
                </a:lnTo>
                <a:lnTo>
                  <a:pt x="666750" y="776288"/>
                </a:lnTo>
                <a:lnTo>
                  <a:pt x="661988" y="781050"/>
                </a:lnTo>
                <a:lnTo>
                  <a:pt x="652463" y="781050"/>
                </a:lnTo>
                <a:lnTo>
                  <a:pt x="647700" y="785813"/>
                </a:lnTo>
                <a:lnTo>
                  <a:pt x="642938" y="790575"/>
                </a:lnTo>
                <a:lnTo>
                  <a:pt x="633413" y="790575"/>
                </a:lnTo>
                <a:lnTo>
                  <a:pt x="628650" y="795338"/>
                </a:lnTo>
                <a:lnTo>
                  <a:pt x="623888" y="800100"/>
                </a:lnTo>
                <a:lnTo>
                  <a:pt x="614363" y="800100"/>
                </a:lnTo>
                <a:lnTo>
                  <a:pt x="609600" y="804863"/>
                </a:lnTo>
                <a:lnTo>
                  <a:pt x="604838" y="809625"/>
                </a:lnTo>
                <a:lnTo>
                  <a:pt x="595313" y="809625"/>
                </a:lnTo>
                <a:lnTo>
                  <a:pt x="590550" y="814388"/>
                </a:lnTo>
                <a:lnTo>
                  <a:pt x="585788" y="819150"/>
                </a:lnTo>
                <a:lnTo>
                  <a:pt x="576263" y="819150"/>
                </a:lnTo>
                <a:lnTo>
                  <a:pt x="571500" y="823913"/>
                </a:lnTo>
                <a:lnTo>
                  <a:pt x="566738" y="828675"/>
                </a:lnTo>
                <a:lnTo>
                  <a:pt x="557213" y="828675"/>
                </a:lnTo>
                <a:lnTo>
                  <a:pt x="547688" y="828675"/>
                </a:lnTo>
                <a:lnTo>
                  <a:pt x="542925" y="833438"/>
                </a:lnTo>
                <a:lnTo>
                  <a:pt x="538163" y="838200"/>
                </a:lnTo>
                <a:lnTo>
                  <a:pt x="528638" y="838200"/>
                </a:lnTo>
                <a:lnTo>
                  <a:pt x="519113" y="838200"/>
                </a:lnTo>
                <a:lnTo>
                  <a:pt x="514350" y="842963"/>
                </a:lnTo>
                <a:lnTo>
                  <a:pt x="509588" y="847725"/>
                </a:lnTo>
                <a:lnTo>
                  <a:pt x="500063" y="847725"/>
                </a:lnTo>
                <a:lnTo>
                  <a:pt x="490538" y="847725"/>
                </a:lnTo>
                <a:lnTo>
                  <a:pt x="481013" y="847725"/>
                </a:lnTo>
                <a:lnTo>
                  <a:pt x="471488" y="847725"/>
                </a:lnTo>
                <a:lnTo>
                  <a:pt x="461963" y="847725"/>
                </a:lnTo>
                <a:lnTo>
                  <a:pt x="457200" y="852488"/>
                </a:lnTo>
                <a:lnTo>
                  <a:pt x="452438" y="857250"/>
                </a:lnTo>
                <a:lnTo>
                  <a:pt x="442913" y="857250"/>
                </a:lnTo>
                <a:lnTo>
                  <a:pt x="433388" y="857250"/>
                </a:lnTo>
                <a:lnTo>
                  <a:pt x="423863" y="857250"/>
                </a:lnTo>
                <a:lnTo>
                  <a:pt x="414338" y="857250"/>
                </a:lnTo>
                <a:lnTo>
                  <a:pt x="404813" y="857250"/>
                </a:lnTo>
                <a:lnTo>
                  <a:pt x="395288" y="857250"/>
                </a:lnTo>
                <a:lnTo>
                  <a:pt x="385763" y="857250"/>
                </a:lnTo>
                <a:lnTo>
                  <a:pt x="376238" y="857250"/>
                </a:lnTo>
                <a:lnTo>
                  <a:pt x="371475" y="852488"/>
                </a:lnTo>
                <a:lnTo>
                  <a:pt x="366713" y="847725"/>
                </a:lnTo>
                <a:lnTo>
                  <a:pt x="357188" y="847725"/>
                </a:lnTo>
                <a:lnTo>
                  <a:pt x="347663" y="847725"/>
                </a:lnTo>
                <a:lnTo>
                  <a:pt x="338138" y="847725"/>
                </a:lnTo>
                <a:lnTo>
                  <a:pt x="328613" y="847725"/>
                </a:lnTo>
                <a:lnTo>
                  <a:pt x="319088" y="847725"/>
                </a:lnTo>
                <a:lnTo>
                  <a:pt x="314325" y="842963"/>
                </a:lnTo>
                <a:lnTo>
                  <a:pt x="309563" y="838200"/>
                </a:lnTo>
                <a:lnTo>
                  <a:pt x="300038" y="838200"/>
                </a:lnTo>
                <a:lnTo>
                  <a:pt x="290513" y="838200"/>
                </a:lnTo>
                <a:lnTo>
                  <a:pt x="285750" y="833438"/>
                </a:lnTo>
                <a:lnTo>
                  <a:pt x="280988" y="828675"/>
                </a:lnTo>
                <a:lnTo>
                  <a:pt x="271463" y="828675"/>
                </a:lnTo>
                <a:lnTo>
                  <a:pt x="261938" y="828675"/>
                </a:lnTo>
                <a:lnTo>
                  <a:pt x="257175" y="823913"/>
                </a:lnTo>
                <a:lnTo>
                  <a:pt x="252413" y="819150"/>
                </a:lnTo>
                <a:lnTo>
                  <a:pt x="242888" y="819150"/>
                </a:lnTo>
                <a:lnTo>
                  <a:pt x="238125" y="814388"/>
                </a:lnTo>
                <a:lnTo>
                  <a:pt x="233363" y="809625"/>
                </a:lnTo>
                <a:lnTo>
                  <a:pt x="223838" y="809625"/>
                </a:lnTo>
                <a:lnTo>
                  <a:pt x="219075" y="804863"/>
                </a:lnTo>
                <a:lnTo>
                  <a:pt x="214313" y="800100"/>
                </a:lnTo>
                <a:lnTo>
                  <a:pt x="204788" y="800100"/>
                </a:lnTo>
                <a:lnTo>
                  <a:pt x="200025" y="795338"/>
                </a:lnTo>
                <a:lnTo>
                  <a:pt x="195263" y="790575"/>
                </a:lnTo>
                <a:lnTo>
                  <a:pt x="190500" y="785813"/>
                </a:lnTo>
                <a:lnTo>
                  <a:pt x="185738" y="781050"/>
                </a:lnTo>
                <a:lnTo>
                  <a:pt x="176213" y="781050"/>
                </a:lnTo>
                <a:lnTo>
                  <a:pt x="166688" y="781050"/>
                </a:lnTo>
                <a:lnTo>
                  <a:pt x="161925" y="776288"/>
                </a:lnTo>
                <a:lnTo>
                  <a:pt x="157163" y="771525"/>
                </a:lnTo>
                <a:lnTo>
                  <a:pt x="152400" y="766763"/>
                </a:lnTo>
                <a:lnTo>
                  <a:pt x="147638" y="762000"/>
                </a:lnTo>
                <a:lnTo>
                  <a:pt x="142875" y="757238"/>
                </a:lnTo>
                <a:lnTo>
                  <a:pt x="138113" y="752475"/>
                </a:lnTo>
                <a:lnTo>
                  <a:pt x="133350" y="747713"/>
                </a:lnTo>
                <a:lnTo>
                  <a:pt x="128588" y="742950"/>
                </a:lnTo>
                <a:lnTo>
                  <a:pt x="123825" y="738188"/>
                </a:lnTo>
                <a:lnTo>
                  <a:pt x="119063" y="733425"/>
                </a:lnTo>
                <a:lnTo>
                  <a:pt x="114300" y="728663"/>
                </a:lnTo>
                <a:lnTo>
                  <a:pt x="109538" y="723900"/>
                </a:lnTo>
                <a:lnTo>
                  <a:pt x="104775" y="719138"/>
                </a:lnTo>
                <a:lnTo>
                  <a:pt x="100013" y="714375"/>
                </a:lnTo>
                <a:lnTo>
                  <a:pt x="95250" y="709613"/>
                </a:lnTo>
                <a:lnTo>
                  <a:pt x="90488" y="704850"/>
                </a:lnTo>
                <a:lnTo>
                  <a:pt x="85725" y="700088"/>
                </a:lnTo>
                <a:lnTo>
                  <a:pt x="80963" y="695325"/>
                </a:lnTo>
                <a:lnTo>
                  <a:pt x="76200" y="690563"/>
                </a:lnTo>
                <a:lnTo>
                  <a:pt x="71438" y="685800"/>
                </a:lnTo>
                <a:lnTo>
                  <a:pt x="66675" y="681038"/>
                </a:lnTo>
                <a:lnTo>
                  <a:pt x="66675" y="671513"/>
                </a:lnTo>
                <a:lnTo>
                  <a:pt x="61913" y="666750"/>
                </a:lnTo>
                <a:lnTo>
                  <a:pt x="57150" y="661988"/>
                </a:lnTo>
                <a:lnTo>
                  <a:pt x="57150" y="652463"/>
                </a:lnTo>
                <a:lnTo>
                  <a:pt x="52388" y="647700"/>
                </a:lnTo>
                <a:lnTo>
                  <a:pt x="47625" y="642938"/>
                </a:lnTo>
                <a:lnTo>
                  <a:pt x="47625" y="633413"/>
                </a:lnTo>
                <a:lnTo>
                  <a:pt x="42863" y="628650"/>
                </a:lnTo>
                <a:lnTo>
                  <a:pt x="38100" y="623888"/>
                </a:lnTo>
                <a:lnTo>
                  <a:pt x="38100" y="614363"/>
                </a:lnTo>
                <a:lnTo>
                  <a:pt x="33338" y="609600"/>
                </a:lnTo>
                <a:lnTo>
                  <a:pt x="28575" y="604838"/>
                </a:lnTo>
                <a:lnTo>
                  <a:pt x="28575" y="595313"/>
                </a:lnTo>
                <a:lnTo>
                  <a:pt x="23813" y="590550"/>
                </a:lnTo>
                <a:lnTo>
                  <a:pt x="19050" y="585788"/>
                </a:lnTo>
                <a:lnTo>
                  <a:pt x="19050" y="576263"/>
                </a:lnTo>
                <a:lnTo>
                  <a:pt x="19050" y="566738"/>
                </a:lnTo>
                <a:lnTo>
                  <a:pt x="14288" y="561975"/>
                </a:lnTo>
                <a:lnTo>
                  <a:pt x="9525" y="557213"/>
                </a:lnTo>
                <a:lnTo>
                  <a:pt x="9525" y="547688"/>
                </a:lnTo>
                <a:lnTo>
                  <a:pt x="9525" y="538163"/>
                </a:lnTo>
                <a:lnTo>
                  <a:pt x="9525" y="528638"/>
                </a:lnTo>
                <a:lnTo>
                  <a:pt x="4763" y="523875"/>
                </a:lnTo>
                <a:lnTo>
                  <a:pt x="0" y="519113"/>
                </a:lnTo>
                <a:lnTo>
                  <a:pt x="0" y="509588"/>
                </a:lnTo>
                <a:lnTo>
                  <a:pt x="4763" y="504825"/>
                </a:lnTo>
                <a:lnTo>
                  <a:pt x="9525" y="500063"/>
                </a:lnTo>
                <a:lnTo>
                  <a:pt x="4763" y="495300"/>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4763" y="371475"/>
                </a:lnTo>
                <a:lnTo>
                  <a:pt x="9525" y="366713"/>
                </a:lnTo>
                <a:lnTo>
                  <a:pt x="4763" y="361950"/>
                </a:lnTo>
                <a:lnTo>
                  <a:pt x="0" y="357188"/>
                </a:lnTo>
                <a:lnTo>
                  <a:pt x="4763" y="352425"/>
                </a:lnTo>
                <a:lnTo>
                  <a:pt x="9525" y="347663"/>
                </a:lnTo>
                <a:lnTo>
                  <a:pt x="9525" y="338138"/>
                </a:lnTo>
                <a:lnTo>
                  <a:pt x="14288" y="333375"/>
                </a:lnTo>
                <a:lnTo>
                  <a:pt x="19050" y="328613"/>
                </a:lnTo>
                <a:lnTo>
                  <a:pt x="19050" y="319088"/>
                </a:lnTo>
                <a:lnTo>
                  <a:pt x="19050" y="309563"/>
                </a:lnTo>
                <a:lnTo>
                  <a:pt x="19050" y="300038"/>
                </a:lnTo>
                <a:lnTo>
                  <a:pt x="23813" y="295275"/>
                </a:lnTo>
                <a:lnTo>
                  <a:pt x="28575" y="290513"/>
                </a:lnTo>
                <a:lnTo>
                  <a:pt x="28575" y="280988"/>
                </a:lnTo>
                <a:lnTo>
                  <a:pt x="33338" y="276225"/>
                </a:lnTo>
                <a:lnTo>
                  <a:pt x="38100" y="271463"/>
                </a:lnTo>
                <a:lnTo>
                  <a:pt x="38100" y="261938"/>
                </a:lnTo>
                <a:lnTo>
                  <a:pt x="38100" y="252413"/>
                </a:lnTo>
                <a:lnTo>
                  <a:pt x="42863" y="247650"/>
                </a:lnTo>
                <a:lnTo>
                  <a:pt x="47625" y="242888"/>
                </a:lnTo>
                <a:lnTo>
                  <a:pt x="47625" y="233363"/>
                </a:lnTo>
                <a:lnTo>
                  <a:pt x="52388" y="228600"/>
                </a:lnTo>
                <a:lnTo>
                  <a:pt x="57150" y="223838"/>
                </a:lnTo>
                <a:lnTo>
                  <a:pt x="57150" y="214313"/>
                </a:lnTo>
                <a:lnTo>
                  <a:pt x="61913" y="209550"/>
                </a:lnTo>
                <a:lnTo>
                  <a:pt x="66675" y="204788"/>
                </a:lnTo>
                <a:lnTo>
                  <a:pt x="71438" y="200025"/>
                </a:lnTo>
                <a:lnTo>
                  <a:pt x="76200" y="195263"/>
                </a:lnTo>
                <a:lnTo>
                  <a:pt x="80963" y="190500"/>
                </a:lnTo>
                <a:lnTo>
                  <a:pt x="85725" y="185738"/>
                </a:lnTo>
                <a:lnTo>
                  <a:pt x="90488" y="180975"/>
                </a:lnTo>
                <a:lnTo>
                  <a:pt x="95250" y="176213"/>
                </a:lnTo>
                <a:lnTo>
                  <a:pt x="95250" y="166688"/>
                </a:lnTo>
                <a:lnTo>
                  <a:pt x="100013" y="161925"/>
                </a:lnTo>
                <a:lnTo>
                  <a:pt x="104775" y="157163"/>
                </a:lnTo>
                <a:lnTo>
                  <a:pt x="109538" y="152400"/>
                </a:lnTo>
                <a:lnTo>
                  <a:pt x="114300" y="147638"/>
                </a:lnTo>
                <a:lnTo>
                  <a:pt x="119063" y="142875"/>
                </a:lnTo>
                <a:lnTo>
                  <a:pt x="123825" y="138113"/>
                </a:lnTo>
                <a:lnTo>
                  <a:pt x="128588" y="133350"/>
                </a:lnTo>
                <a:lnTo>
                  <a:pt x="133350" y="128588"/>
                </a:lnTo>
                <a:lnTo>
                  <a:pt x="138113" y="123825"/>
                </a:lnTo>
                <a:lnTo>
                  <a:pt x="147638" y="123825"/>
                </a:lnTo>
                <a:lnTo>
                  <a:pt x="152400" y="119063"/>
                </a:lnTo>
                <a:lnTo>
                  <a:pt x="157163" y="114300"/>
                </a:lnTo>
                <a:lnTo>
                  <a:pt x="161925" y="109538"/>
                </a:lnTo>
                <a:lnTo>
                  <a:pt x="166688" y="104775"/>
                </a:lnTo>
                <a:lnTo>
                  <a:pt x="171450" y="100013"/>
                </a:lnTo>
                <a:lnTo>
                  <a:pt x="176213" y="95250"/>
                </a:lnTo>
                <a:lnTo>
                  <a:pt x="180975" y="90488"/>
                </a:lnTo>
                <a:lnTo>
                  <a:pt x="185738" y="85725"/>
                </a:lnTo>
                <a:lnTo>
                  <a:pt x="195263" y="85725"/>
                </a:lnTo>
                <a:lnTo>
                  <a:pt x="200025" y="80963"/>
                </a:lnTo>
                <a:lnTo>
                  <a:pt x="204788" y="76200"/>
                </a:lnTo>
                <a:lnTo>
                  <a:pt x="214313" y="76200"/>
                </a:lnTo>
                <a:lnTo>
                  <a:pt x="219075" y="71438"/>
                </a:lnTo>
                <a:lnTo>
                  <a:pt x="223838" y="66675"/>
                </a:lnTo>
                <a:lnTo>
                  <a:pt x="228600" y="61913"/>
                </a:lnTo>
                <a:lnTo>
                  <a:pt x="233363" y="57150"/>
                </a:lnTo>
                <a:lnTo>
                  <a:pt x="242888" y="57150"/>
                </a:lnTo>
                <a:lnTo>
                  <a:pt x="247650" y="52388"/>
                </a:lnTo>
                <a:lnTo>
                  <a:pt x="252413" y="47625"/>
                </a:lnTo>
                <a:lnTo>
                  <a:pt x="261938" y="47625"/>
                </a:lnTo>
                <a:lnTo>
                  <a:pt x="271463" y="47625"/>
                </a:lnTo>
                <a:lnTo>
                  <a:pt x="276225" y="42863"/>
                </a:lnTo>
                <a:lnTo>
                  <a:pt x="280988" y="38100"/>
                </a:lnTo>
                <a:lnTo>
                  <a:pt x="290513" y="38100"/>
                </a:lnTo>
                <a:lnTo>
                  <a:pt x="300038" y="38100"/>
                </a:lnTo>
                <a:lnTo>
                  <a:pt x="304800" y="33338"/>
                </a:lnTo>
                <a:lnTo>
                  <a:pt x="304800" y="23813"/>
                </a:lnTo>
                <a:lnTo>
                  <a:pt x="304800" y="14288"/>
                </a:lnTo>
                <a:lnTo>
                  <a:pt x="304800" y="4763"/>
                </a:lnTo>
                <a:close/>
              </a:path>
            </a:pathLst>
          </a:custGeom>
          <a:solidFill xmlns:a="http://schemas.openxmlformats.org/drawingml/2006/main">
            <a:srgbClr val="AED0A1"/>
          </a:solidFill>
          <a:ln xmlns:a="http://schemas.openxmlformats.org/drawingml/2006/main" w="0">
            <a:noFill/>
            <a:prstDash val="solid"/>
          </a:ln>
        </p:spPr>
      </p:sp>
      <p:sp>
        <p:nvSpPr>
          <p:cNvPr id="518" name="layout-green-90-2">
            <a:extLst xmlns:a="http://schemas.openxmlformats.org/drawingml/2006/main">
              <a:ext uri="{FF2B5EF4-FFF2-40B4-BE49-F238E27FC236}">
                <a16:creationId xmlns:a16="http://schemas.microsoft.com/office/drawing/2014/main" id="{DBEAB206-5C3F-4D59-A176-FD06506E4585}"/>
              </a:ext>
            </a:extLst>
          </p:cNvPr>
          <p:cNvSpPr>
            <a:spLocks xmlns:a="http://schemas.openxmlformats.org/drawingml/2006/main" noGrp="1"/>
          </p:cNvSpPr>
          <p:nvPr/>
        </p:nvSpPr>
        <p:spPr>
          <a:xfrm xmlns:a="http://schemas.openxmlformats.org/drawingml/2006/main" rot="0">
            <a:off x="390525" y="3552825"/>
            <a:ext cx="171450" cy="85725"/>
          </a:xfrm>
          <a:custGeom xmlns:a="http://schemas.openxmlformats.org/drawingml/2006/main">
            <a:pathLst>
              <a:path w="171450" h="85725">
                <a:moveTo>
                  <a:pt x="152400" y="4763"/>
                </a:moveTo>
                <a:lnTo>
                  <a:pt x="157163" y="0"/>
                </a:lnTo>
                <a:lnTo>
                  <a:pt x="166688" y="0"/>
                </a:lnTo>
                <a:lnTo>
                  <a:pt x="171450" y="4763"/>
                </a:lnTo>
                <a:lnTo>
                  <a:pt x="171450" y="14288"/>
                </a:lnTo>
                <a:lnTo>
                  <a:pt x="171450" y="23813"/>
                </a:lnTo>
                <a:lnTo>
                  <a:pt x="166688" y="28575"/>
                </a:lnTo>
                <a:lnTo>
                  <a:pt x="161925" y="33338"/>
                </a:lnTo>
                <a:lnTo>
                  <a:pt x="161925" y="42863"/>
                </a:lnTo>
                <a:lnTo>
                  <a:pt x="166688" y="47625"/>
                </a:lnTo>
                <a:lnTo>
                  <a:pt x="171450" y="52388"/>
                </a:lnTo>
                <a:lnTo>
                  <a:pt x="171450" y="61913"/>
                </a:lnTo>
                <a:lnTo>
                  <a:pt x="171450" y="71438"/>
                </a:lnTo>
                <a:lnTo>
                  <a:pt x="171450" y="80963"/>
                </a:lnTo>
                <a:lnTo>
                  <a:pt x="166688" y="85725"/>
                </a:lnTo>
                <a:lnTo>
                  <a:pt x="157163" y="85725"/>
                </a:lnTo>
                <a:lnTo>
                  <a:pt x="147638" y="85725"/>
                </a:lnTo>
                <a:lnTo>
                  <a:pt x="138113" y="85725"/>
                </a:lnTo>
                <a:lnTo>
                  <a:pt x="128588" y="85725"/>
                </a:lnTo>
                <a:lnTo>
                  <a:pt x="119063" y="85725"/>
                </a:lnTo>
                <a:lnTo>
                  <a:pt x="109538" y="85725"/>
                </a:lnTo>
                <a:lnTo>
                  <a:pt x="100013" y="85725"/>
                </a:lnTo>
                <a:lnTo>
                  <a:pt x="90488" y="85725"/>
                </a:lnTo>
                <a:lnTo>
                  <a:pt x="85725" y="80963"/>
                </a:lnTo>
                <a:lnTo>
                  <a:pt x="80963" y="76200"/>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4763" y="57150"/>
                </a:lnTo>
                <a:lnTo>
                  <a:pt x="0" y="52388"/>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71438" y="19050"/>
                </a:lnTo>
                <a:lnTo>
                  <a:pt x="76200" y="14288"/>
                </a:lnTo>
                <a:lnTo>
                  <a:pt x="80963" y="9525"/>
                </a:lnTo>
                <a:lnTo>
                  <a:pt x="90488" y="9525"/>
                </a:lnTo>
                <a:lnTo>
                  <a:pt x="100013" y="9525"/>
                </a:lnTo>
                <a:lnTo>
                  <a:pt x="109538" y="9525"/>
                </a:lnTo>
                <a:lnTo>
                  <a:pt x="119063" y="9525"/>
                </a:lnTo>
                <a:lnTo>
                  <a:pt x="128588" y="9525"/>
                </a:lnTo>
                <a:lnTo>
                  <a:pt x="138113" y="9525"/>
                </a:lnTo>
                <a:lnTo>
                  <a:pt x="147638" y="9525"/>
                </a:lnTo>
                <a:lnTo>
                  <a:pt x="152400" y="4763"/>
                </a:lnTo>
                <a:close/>
              </a:path>
            </a:pathLst>
          </a:custGeom>
          <a:solidFill xmlns:a="http://schemas.openxmlformats.org/drawingml/2006/main">
            <a:srgbClr val="AED0A1"/>
          </a:solidFill>
          <a:ln xmlns:a="http://schemas.openxmlformats.org/drawingml/2006/main" w="0">
            <a:noFill/>
            <a:prstDash val="solid"/>
          </a:ln>
        </p:spPr>
      </p:sp>
      <p:sp>
        <p:nvSpPr>
          <p:cNvPr id="519" name="layout-green-90-3">
            <a:extLst xmlns:a="http://schemas.openxmlformats.org/drawingml/2006/main">
              <a:ext uri="{FF2B5EF4-FFF2-40B4-BE49-F238E27FC236}">
                <a16:creationId xmlns:a16="http://schemas.microsoft.com/office/drawing/2014/main" id="{6EDCF948-1B61-4EC0-94BF-EFC718664550}"/>
              </a:ext>
            </a:extLst>
          </p:cNvPr>
          <p:cNvSpPr>
            <a:spLocks xmlns:a="http://schemas.openxmlformats.org/drawingml/2006/main" noGrp="1"/>
          </p:cNvSpPr>
          <p:nvPr/>
        </p:nvSpPr>
        <p:spPr>
          <a:xfrm xmlns:a="http://schemas.openxmlformats.org/drawingml/2006/main" rot="0">
            <a:off x="123825" y="4162425"/>
            <a:ext cx="9525" cy="19050"/>
          </a:xfrm>
          <a:custGeom xmlns:a="http://schemas.openxmlformats.org/drawingml/2006/main">
            <a:pathLst>
              <a:path w="9525" h="19050">
                <a:moveTo>
                  <a:pt x="0" y="4763"/>
                </a:moveTo>
                <a:lnTo>
                  <a:pt x="4763" y="0"/>
                </a:lnTo>
                <a:lnTo>
                  <a:pt x="9525" y="4763"/>
                </a:lnTo>
                <a:lnTo>
                  <a:pt x="9525" y="14288"/>
                </a:lnTo>
                <a:lnTo>
                  <a:pt x="4763" y="19050"/>
                </a:lnTo>
                <a:lnTo>
                  <a:pt x="0" y="14288"/>
                </a:lnTo>
                <a:lnTo>
                  <a:pt x="0" y="4763"/>
                </a:lnTo>
                <a:close/>
              </a:path>
            </a:pathLst>
          </a:custGeom>
          <a:solidFill xmlns:a="http://schemas.openxmlformats.org/drawingml/2006/main">
            <a:srgbClr val="AED0A1"/>
          </a:solidFill>
          <a:ln xmlns:a="http://schemas.openxmlformats.org/drawingml/2006/main" w="0">
            <a:noFill/>
            <a:prstDash val="solid"/>
          </a:ln>
        </p:spPr>
      </p:sp>
      <p:sp>
        <p:nvSpPr>
          <p:cNvPr id="520" name="layout-green-90-4">
            <a:extLst xmlns:a="http://schemas.openxmlformats.org/drawingml/2006/main">
              <a:ext uri="{FF2B5EF4-FFF2-40B4-BE49-F238E27FC236}">
                <a16:creationId xmlns:a16="http://schemas.microsoft.com/office/drawing/2014/main" id="{F6D41793-521C-42FC-BF80-D69EF5BDF027}"/>
              </a:ext>
            </a:extLst>
          </p:cNvPr>
          <p:cNvSpPr>
            <a:spLocks xmlns:a="http://schemas.openxmlformats.org/drawingml/2006/main" noGrp="1"/>
          </p:cNvSpPr>
          <p:nvPr/>
        </p:nvSpPr>
        <p:spPr>
          <a:xfrm xmlns:a="http://schemas.openxmlformats.org/drawingml/2006/main" rot="0">
            <a:off x="123825" y="4238625"/>
            <a:ext cx="1076325" cy="9525"/>
          </a:xfrm>
          <a:custGeom xmlns:a="http://schemas.openxmlformats.org/drawingml/2006/main">
            <a:pathLst>
              <a:path w="107632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42988" y="0"/>
                </a:lnTo>
                <a:lnTo>
                  <a:pt x="1052513" y="0"/>
                </a:lnTo>
                <a:lnTo>
                  <a:pt x="1062038" y="0"/>
                </a:lnTo>
                <a:lnTo>
                  <a:pt x="1071563" y="0"/>
                </a:lnTo>
                <a:lnTo>
                  <a:pt x="1076325" y="4763"/>
                </a:lnTo>
                <a:lnTo>
                  <a:pt x="1071563" y="9525"/>
                </a:lnTo>
                <a:lnTo>
                  <a:pt x="1062038" y="9525"/>
                </a:lnTo>
                <a:lnTo>
                  <a:pt x="1052513" y="9525"/>
                </a:lnTo>
                <a:lnTo>
                  <a:pt x="1042988" y="9525"/>
                </a:lnTo>
                <a:lnTo>
                  <a:pt x="1033463" y="9525"/>
                </a:lnTo>
                <a:lnTo>
                  <a:pt x="1023938" y="9525"/>
                </a:lnTo>
                <a:lnTo>
                  <a:pt x="1014413" y="9525"/>
                </a:lnTo>
                <a:lnTo>
                  <a:pt x="1004888" y="9525"/>
                </a:lnTo>
                <a:lnTo>
                  <a:pt x="995363" y="9525"/>
                </a:lnTo>
                <a:lnTo>
                  <a:pt x="985838" y="9525"/>
                </a:lnTo>
                <a:lnTo>
                  <a:pt x="976313" y="9525"/>
                </a:lnTo>
                <a:lnTo>
                  <a:pt x="966788" y="9525"/>
                </a:lnTo>
                <a:lnTo>
                  <a:pt x="957263" y="9525"/>
                </a:lnTo>
                <a:lnTo>
                  <a:pt x="947738" y="9525"/>
                </a:lnTo>
                <a:lnTo>
                  <a:pt x="938213" y="9525"/>
                </a:lnTo>
                <a:lnTo>
                  <a:pt x="928688" y="9525"/>
                </a:lnTo>
                <a:lnTo>
                  <a:pt x="919163" y="9525"/>
                </a:lnTo>
                <a:lnTo>
                  <a:pt x="909638" y="9525"/>
                </a:lnTo>
                <a:lnTo>
                  <a:pt x="900113" y="9525"/>
                </a:lnTo>
                <a:lnTo>
                  <a:pt x="890588" y="9525"/>
                </a:lnTo>
                <a:lnTo>
                  <a:pt x="881063" y="9525"/>
                </a:lnTo>
                <a:lnTo>
                  <a:pt x="871538" y="9525"/>
                </a:lnTo>
                <a:lnTo>
                  <a:pt x="862013" y="9525"/>
                </a:lnTo>
                <a:lnTo>
                  <a:pt x="852488" y="9525"/>
                </a:lnTo>
                <a:lnTo>
                  <a:pt x="842963" y="9525"/>
                </a:lnTo>
                <a:lnTo>
                  <a:pt x="833438" y="9525"/>
                </a:lnTo>
                <a:lnTo>
                  <a:pt x="823913" y="9525"/>
                </a:lnTo>
                <a:lnTo>
                  <a:pt x="814388" y="9525"/>
                </a:lnTo>
                <a:lnTo>
                  <a:pt x="804863" y="9525"/>
                </a:lnTo>
                <a:lnTo>
                  <a:pt x="795338" y="9525"/>
                </a:lnTo>
                <a:lnTo>
                  <a:pt x="785813" y="9525"/>
                </a:lnTo>
                <a:lnTo>
                  <a:pt x="776288" y="9525"/>
                </a:lnTo>
                <a:lnTo>
                  <a:pt x="766763" y="9525"/>
                </a:lnTo>
                <a:lnTo>
                  <a:pt x="757238" y="9525"/>
                </a:lnTo>
                <a:lnTo>
                  <a:pt x="747713" y="9525"/>
                </a:lnTo>
                <a:lnTo>
                  <a:pt x="738188" y="9525"/>
                </a:lnTo>
                <a:lnTo>
                  <a:pt x="728663" y="9525"/>
                </a:lnTo>
                <a:lnTo>
                  <a:pt x="719138" y="9525"/>
                </a:lnTo>
                <a:lnTo>
                  <a:pt x="709613" y="9525"/>
                </a:lnTo>
                <a:lnTo>
                  <a:pt x="700088" y="9525"/>
                </a:lnTo>
                <a:lnTo>
                  <a:pt x="690563" y="9525"/>
                </a:lnTo>
                <a:lnTo>
                  <a:pt x="681038" y="9525"/>
                </a:lnTo>
                <a:lnTo>
                  <a:pt x="671513" y="9525"/>
                </a:lnTo>
                <a:lnTo>
                  <a:pt x="661988" y="9525"/>
                </a:lnTo>
                <a:lnTo>
                  <a:pt x="652463" y="9525"/>
                </a:lnTo>
                <a:lnTo>
                  <a:pt x="642938" y="9525"/>
                </a:lnTo>
                <a:lnTo>
                  <a:pt x="633413" y="9525"/>
                </a:lnTo>
                <a:lnTo>
                  <a:pt x="623888" y="9525"/>
                </a:lnTo>
                <a:lnTo>
                  <a:pt x="614363" y="9525"/>
                </a:lnTo>
                <a:lnTo>
                  <a:pt x="604838" y="9525"/>
                </a:lnTo>
                <a:lnTo>
                  <a:pt x="595313" y="9525"/>
                </a:lnTo>
                <a:lnTo>
                  <a:pt x="585788" y="9525"/>
                </a:lnTo>
                <a:lnTo>
                  <a:pt x="576263" y="9525"/>
                </a:lnTo>
                <a:lnTo>
                  <a:pt x="566738" y="9525"/>
                </a:lnTo>
                <a:lnTo>
                  <a:pt x="557213" y="9525"/>
                </a:lnTo>
                <a:lnTo>
                  <a:pt x="547688" y="9525"/>
                </a:lnTo>
                <a:lnTo>
                  <a:pt x="538163" y="9525"/>
                </a:lnTo>
                <a:lnTo>
                  <a:pt x="528638" y="9525"/>
                </a:lnTo>
                <a:lnTo>
                  <a:pt x="519113" y="9525"/>
                </a:lnTo>
                <a:lnTo>
                  <a:pt x="509588" y="9525"/>
                </a:lnTo>
                <a:lnTo>
                  <a:pt x="500063" y="9525"/>
                </a:lnTo>
                <a:lnTo>
                  <a:pt x="490538" y="9525"/>
                </a:lnTo>
                <a:lnTo>
                  <a:pt x="481013" y="9525"/>
                </a:lnTo>
                <a:lnTo>
                  <a:pt x="471488" y="9525"/>
                </a:lnTo>
                <a:lnTo>
                  <a:pt x="461963" y="9525"/>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AED0A1"/>
          </a:solidFill>
          <a:ln xmlns:a="http://schemas.openxmlformats.org/drawingml/2006/main" w="0">
            <a:noFill/>
            <a:prstDash val="solid"/>
          </a:ln>
        </p:spPr>
      </p:sp>
      <p:sp>
        <p:nvSpPr>
          <p:cNvPr id="521" name="layout-green-91-0">
            <a:extLst xmlns:a="http://schemas.openxmlformats.org/drawingml/2006/main">
              <a:ext uri="{FF2B5EF4-FFF2-40B4-BE49-F238E27FC236}">
                <a16:creationId xmlns:a16="http://schemas.microsoft.com/office/drawing/2014/main" id="{A01F3CEE-DE3D-4E20-83FE-F2BA922C95C6}"/>
              </a:ext>
            </a:extLst>
          </p:cNvPr>
          <p:cNvSpPr>
            <a:spLocks xmlns:a="http://schemas.openxmlformats.org/drawingml/2006/main" noGrp="1"/>
          </p:cNvSpPr>
          <p:nvPr/>
        </p:nvSpPr>
        <p:spPr>
          <a:xfrm xmlns:a="http://schemas.openxmlformats.org/drawingml/2006/main" rot="0">
            <a:off x="123825" y="3371850"/>
            <a:ext cx="9525" cy="781050"/>
          </a:xfrm>
          <a:custGeom xmlns:a="http://schemas.openxmlformats.org/drawingml/2006/main">
            <a:pathLst>
              <a:path w="9525" h="7810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9525" y="433388"/>
                </a:lnTo>
                <a:lnTo>
                  <a:pt x="9525" y="442913"/>
                </a:lnTo>
                <a:lnTo>
                  <a:pt x="9525" y="452438"/>
                </a:lnTo>
                <a:lnTo>
                  <a:pt x="9525" y="461963"/>
                </a:lnTo>
                <a:lnTo>
                  <a:pt x="9525" y="471488"/>
                </a:lnTo>
                <a:lnTo>
                  <a:pt x="9525" y="481013"/>
                </a:lnTo>
                <a:lnTo>
                  <a:pt x="9525" y="490538"/>
                </a:lnTo>
                <a:lnTo>
                  <a:pt x="9525" y="500063"/>
                </a:lnTo>
                <a:lnTo>
                  <a:pt x="9525" y="509588"/>
                </a:lnTo>
                <a:lnTo>
                  <a:pt x="9525" y="519113"/>
                </a:lnTo>
                <a:lnTo>
                  <a:pt x="9525" y="528638"/>
                </a:lnTo>
                <a:lnTo>
                  <a:pt x="9525" y="538163"/>
                </a:lnTo>
                <a:lnTo>
                  <a:pt x="9525" y="547688"/>
                </a:lnTo>
                <a:lnTo>
                  <a:pt x="9525" y="557213"/>
                </a:lnTo>
                <a:lnTo>
                  <a:pt x="9525" y="566738"/>
                </a:lnTo>
                <a:lnTo>
                  <a:pt x="9525" y="576263"/>
                </a:lnTo>
                <a:lnTo>
                  <a:pt x="9525" y="585788"/>
                </a:lnTo>
                <a:lnTo>
                  <a:pt x="9525" y="595313"/>
                </a:lnTo>
                <a:lnTo>
                  <a:pt x="9525" y="604838"/>
                </a:lnTo>
                <a:lnTo>
                  <a:pt x="9525" y="614363"/>
                </a:lnTo>
                <a:lnTo>
                  <a:pt x="9525" y="623888"/>
                </a:lnTo>
                <a:lnTo>
                  <a:pt x="9525" y="633413"/>
                </a:lnTo>
                <a:lnTo>
                  <a:pt x="9525" y="642938"/>
                </a:lnTo>
                <a:lnTo>
                  <a:pt x="9525" y="652463"/>
                </a:lnTo>
                <a:lnTo>
                  <a:pt x="9525" y="661988"/>
                </a:lnTo>
                <a:lnTo>
                  <a:pt x="9525" y="671513"/>
                </a:lnTo>
                <a:lnTo>
                  <a:pt x="9525" y="681038"/>
                </a:lnTo>
                <a:lnTo>
                  <a:pt x="9525" y="690563"/>
                </a:lnTo>
                <a:lnTo>
                  <a:pt x="9525" y="700088"/>
                </a:lnTo>
                <a:lnTo>
                  <a:pt x="9525" y="709613"/>
                </a:lnTo>
                <a:lnTo>
                  <a:pt x="9525" y="719138"/>
                </a:lnTo>
                <a:lnTo>
                  <a:pt x="9525" y="728663"/>
                </a:lnTo>
                <a:lnTo>
                  <a:pt x="9525" y="738188"/>
                </a:lnTo>
                <a:lnTo>
                  <a:pt x="9525" y="747713"/>
                </a:lnTo>
                <a:lnTo>
                  <a:pt x="9525" y="757238"/>
                </a:lnTo>
                <a:lnTo>
                  <a:pt x="9525" y="766763"/>
                </a:lnTo>
                <a:lnTo>
                  <a:pt x="9525" y="776288"/>
                </a:lnTo>
                <a:lnTo>
                  <a:pt x="4763" y="781050"/>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B0D0A3"/>
          </a:solidFill>
          <a:ln xmlns:a="http://schemas.openxmlformats.org/drawingml/2006/main" w="0">
            <a:noFill/>
            <a:prstDash val="solid"/>
          </a:ln>
        </p:spPr>
      </p:sp>
      <p:sp>
        <p:nvSpPr>
          <p:cNvPr id="522" name="layout-green-91-1">
            <a:extLst xmlns:a="http://schemas.openxmlformats.org/drawingml/2006/main">
              <a:ext uri="{FF2B5EF4-FFF2-40B4-BE49-F238E27FC236}">
                <a16:creationId xmlns:a16="http://schemas.microsoft.com/office/drawing/2014/main" id="{7275BD74-550E-4739-87A1-A6E2679DD1C0}"/>
              </a:ext>
            </a:extLst>
          </p:cNvPr>
          <p:cNvSpPr>
            <a:spLocks xmlns:a="http://schemas.openxmlformats.org/drawingml/2006/main" noGrp="1"/>
          </p:cNvSpPr>
          <p:nvPr/>
        </p:nvSpPr>
        <p:spPr>
          <a:xfrm xmlns:a="http://schemas.openxmlformats.org/drawingml/2006/main" rot="0">
            <a:off x="266700" y="3371850"/>
            <a:ext cx="933450" cy="828675"/>
          </a:xfrm>
          <a:custGeom xmlns:a="http://schemas.openxmlformats.org/drawingml/2006/main">
            <a:pathLst>
              <a:path w="933450" h="828675">
                <a:moveTo>
                  <a:pt x="285750" y="4763"/>
                </a:moveTo>
                <a:lnTo>
                  <a:pt x="290513" y="0"/>
                </a:lnTo>
                <a:lnTo>
                  <a:pt x="295275" y="4763"/>
                </a:lnTo>
                <a:lnTo>
                  <a:pt x="295275" y="14288"/>
                </a:lnTo>
                <a:lnTo>
                  <a:pt x="295275" y="23813"/>
                </a:lnTo>
                <a:lnTo>
                  <a:pt x="295275" y="33338"/>
                </a:lnTo>
                <a:lnTo>
                  <a:pt x="295275" y="42863"/>
                </a:lnTo>
                <a:lnTo>
                  <a:pt x="295275" y="52388"/>
                </a:lnTo>
                <a:lnTo>
                  <a:pt x="295275" y="61913"/>
                </a:lnTo>
                <a:lnTo>
                  <a:pt x="295275" y="71438"/>
                </a:lnTo>
                <a:lnTo>
                  <a:pt x="295275" y="80963"/>
                </a:lnTo>
                <a:lnTo>
                  <a:pt x="295275" y="90488"/>
                </a:lnTo>
                <a:lnTo>
                  <a:pt x="295275" y="100013"/>
                </a:lnTo>
                <a:lnTo>
                  <a:pt x="295275" y="109538"/>
                </a:lnTo>
                <a:lnTo>
                  <a:pt x="295275" y="119063"/>
                </a:lnTo>
                <a:lnTo>
                  <a:pt x="295275" y="128588"/>
                </a:lnTo>
                <a:lnTo>
                  <a:pt x="295275" y="138113"/>
                </a:lnTo>
                <a:lnTo>
                  <a:pt x="295275" y="147638"/>
                </a:lnTo>
                <a:lnTo>
                  <a:pt x="295275" y="157163"/>
                </a:lnTo>
                <a:lnTo>
                  <a:pt x="290513" y="161925"/>
                </a:lnTo>
                <a:lnTo>
                  <a:pt x="280988" y="161925"/>
                </a:lnTo>
                <a:lnTo>
                  <a:pt x="276225" y="166688"/>
                </a:lnTo>
                <a:lnTo>
                  <a:pt x="271463" y="171450"/>
                </a:lnTo>
                <a:lnTo>
                  <a:pt x="261938" y="171450"/>
                </a:lnTo>
                <a:lnTo>
                  <a:pt x="252413" y="171450"/>
                </a:lnTo>
                <a:lnTo>
                  <a:pt x="242888" y="171450"/>
                </a:lnTo>
                <a:lnTo>
                  <a:pt x="233363" y="171450"/>
                </a:lnTo>
                <a:lnTo>
                  <a:pt x="223838" y="171450"/>
                </a:lnTo>
                <a:lnTo>
                  <a:pt x="214313" y="171450"/>
                </a:lnTo>
                <a:lnTo>
                  <a:pt x="204788" y="171450"/>
                </a:lnTo>
                <a:lnTo>
                  <a:pt x="200025" y="176213"/>
                </a:lnTo>
                <a:lnTo>
                  <a:pt x="195263" y="180975"/>
                </a:lnTo>
                <a:lnTo>
                  <a:pt x="185738" y="180975"/>
                </a:lnTo>
                <a:lnTo>
                  <a:pt x="176213" y="180975"/>
                </a:lnTo>
                <a:lnTo>
                  <a:pt x="166688" y="180975"/>
                </a:lnTo>
                <a:lnTo>
                  <a:pt x="157163" y="180975"/>
                </a:lnTo>
                <a:lnTo>
                  <a:pt x="152400" y="185738"/>
                </a:lnTo>
                <a:lnTo>
                  <a:pt x="147638" y="190500"/>
                </a:lnTo>
                <a:lnTo>
                  <a:pt x="138113" y="190500"/>
                </a:lnTo>
                <a:lnTo>
                  <a:pt x="133350" y="195263"/>
                </a:lnTo>
                <a:lnTo>
                  <a:pt x="128588" y="200025"/>
                </a:lnTo>
                <a:lnTo>
                  <a:pt x="119063" y="200025"/>
                </a:lnTo>
                <a:lnTo>
                  <a:pt x="114300" y="204788"/>
                </a:lnTo>
                <a:lnTo>
                  <a:pt x="109538" y="209550"/>
                </a:lnTo>
                <a:lnTo>
                  <a:pt x="104775" y="214313"/>
                </a:lnTo>
                <a:lnTo>
                  <a:pt x="104775" y="223838"/>
                </a:lnTo>
                <a:lnTo>
                  <a:pt x="104775" y="233363"/>
                </a:lnTo>
                <a:lnTo>
                  <a:pt x="104775" y="242888"/>
                </a:lnTo>
                <a:lnTo>
                  <a:pt x="109538" y="247650"/>
                </a:lnTo>
                <a:lnTo>
                  <a:pt x="114300" y="252413"/>
                </a:lnTo>
                <a:lnTo>
                  <a:pt x="119063" y="257175"/>
                </a:lnTo>
                <a:lnTo>
                  <a:pt x="128588" y="257175"/>
                </a:lnTo>
                <a:lnTo>
                  <a:pt x="133350" y="261938"/>
                </a:lnTo>
                <a:lnTo>
                  <a:pt x="138113" y="266700"/>
                </a:lnTo>
                <a:lnTo>
                  <a:pt x="147638" y="266700"/>
                </a:lnTo>
                <a:lnTo>
                  <a:pt x="157163" y="266700"/>
                </a:lnTo>
                <a:lnTo>
                  <a:pt x="161925" y="271463"/>
                </a:lnTo>
                <a:lnTo>
                  <a:pt x="166688" y="276225"/>
                </a:lnTo>
                <a:lnTo>
                  <a:pt x="176213" y="276225"/>
                </a:lnTo>
                <a:lnTo>
                  <a:pt x="185738" y="276225"/>
                </a:lnTo>
                <a:lnTo>
                  <a:pt x="195263" y="276225"/>
                </a:lnTo>
                <a:lnTo>
                  <a:pt x="200025" y="280988"/>
                </a:lnTo>
                <a:lnTo>
                  <a:pt x="204788" y="285750"/>
                </a:lnTo>
                <a:lnTo>
                  <a:pt x="214313" y="285750"/>
                </a:lnTo>
                <a:lnTo>
                  <a:pt x="223838" y="285750"/>
                </a:lnTo>
                <a:lnTo>
                  <a:pt x="233363" y="285750"/>
                </a:lnTo>
                <a:lnTo>
                  <a:pt x="242888" y="285750"/>
                </a:lnTo>
                <a:lnTo>
                  <a:pt x="252413" y="285750"/>
                </a:lnTo>
                <a:lnTo>
                  <a:pt x="261938" y="285750"/>
                </a:lnTo>
                <a:lnTo>
                  <a:pt x="271463" y="285750"/>
                </a:lnTo>
                <a:lnTo>
                  <a:pt x="280988" y="285750"/>
                </a:lnTo>
                <a:lnTo>
                  <a:pt x="285750" y="290513"/>
                </a:lnTo>
                <a:lnTo>
                  <a:pt x="290513" y="295275"/>
                </a:lnTo>
                <a:lnTo>
                  <a:pt x="295275" y="300038"/>
                </a:lnTo>
                <a:lnTo>
                  <a:pt x="295275" y="309563"/>
                </a:lnTo>
                <a:lnTo>
                  <a:pt x="295275" y="319088"/>
                </a:lnTo>
                <a:lnTo>
                  <a:pt x="295275" y="328613"/>
                </a:lnTo>
                <a:lnTo>
                  <a:pt x="295275" y="338138"/>
                </a:lnTo>
                <a:lnTo>
                  <a:pt x="295275" y="347663"/>
                </a:lnTo>
                <a:lnTo>
                  <a:pt x="295275" y="357188"/>
                </a:lnTo>
                <a:lnTo>
                  <a:pt x="295275" y="366713"/>
                </a:lnTo>
                <a:lnTo>
                  <a:pt x="295275" y="376238"/>
                </a:lnTo>
                <a:lnTo>
                  <a:pt x="295275" y="385763"/>
                </a:lnTo>
                <a:lnTo>
                  <a:pt x="295275" y="395288"/>
                </a:lnTo>
                <a:lnTo>
                  <a:pt x="295275" y="404813"/>
                </a:lnTo>
                <a:lnTo>
                  <a:pt x="295275" y="414338"/>
                </a:lnTo>
                <a:lnTo>
                  <a:pt x="295275" y="423863"/>
                </a:lnTo>
                <a:lnTo>
                  <a:pt x="295275" y="433388"/>
                </a:lnTo>
                <a:lnTo>
                  <a:pt x="300038" y="438150"/>
                </a:lnTo>
                <a:lnTo>
                  <a:pt x="309563" y="438150"/>
                </a:lnTo>
                <a:lnTo>
                  <a:pt x="319088" y="438150"/>
                </a:lnTo>
                <a:lnTo>
                  <a:pt x="328613" y="438150"/>
                </a:lnTo>
                <a:lnTo>
                  <a:pt x="338138" y="438150"/>
                </a:lnTo>
                <a:lnTo>
                  <a:pt x="347663" y="438150"/>
                </a:lnTo>
                <a:lnTo>
                  <a:pt x="357188" y="438150"/>
                </a:lnTo>
                <a:lnTo>
                  <a:pt x="366713" y="438150"/>
                </a:lnTo>
                <a:lnTo>
                  <a:pt x="376238" y="438150"/>
                </a:lnTo>
                <a:lnTo>
                  <a:pt x="385763" y="438150"/>
                </a:lnTo>
                <a:lnTo>
                  <a:pt x="395288" y="438150"/>
                </a:lnTo>
                <a:lnTo>
                  <a:pt x="404813" y="438150"/>
                </a:lnTo>
                <a:lnTo>
                  <a:pt x="414338" y="438150"/>
                </a:lnTo>
                <a:lnTo>
                  <a:pt x="423863" y="438150"/>
                </a:lnTo>
                <a:lnTo>
                  <a:pt x="433388" y="438150"/>
                </a:lnTo>
                <a:lnTo>
                  <a:pt x="442913" y="438150"/>
                </a:lnTo>
                <a:lnTo>
                  <a:pt x="452438" y="438150"/>
                </a:lnTo>
                <a:lnTo>
                  <a:pt x="461963" y="438150"/>
                </a:lnTo>
                <a:lnTo>
                  <a:pt x="471488" y="438150"/>
                </a:lnTo>
                <a:lnTo>
                  <a:pt x="481013" y="438150"/>
                </a:lnTo>
                <a:lnTo>
                  <a:pt x="490538" y="438150"/>
                </a:lnTo>
                <a:lnTo>
                  <a:pt x="500063" y="438150"/>
                </a:lnTo>
                <a:lnTo>
                  <a:pt x="509588" y="438150"/>
                </a:lnTo>
                <a:lnTo>
                  <a:pt x="519113" y="438150"/>
                </a:lnTo>
                <a:lnTo>
                  <a:pt x="528638" y="438150"/>
                </a:lnTo>
                <a:lnTo>
                  <a:pt x="538163" y="438150"/>
                </a:lnTo>
                <a:lnTo>
                  <a:pt x="547688" y="438150"/>
                </a:lnTo>
                <a:lnTo>
                  <a:pt x="557213" y="438150"/>
                </a:lnTo>
                <a:lnTo>
                  <a:pt x="566738" y="438150"/>
                </a:lnTo>
                <a:lnTo>
                  <a:pt x="576263" y="438150"/>
                </a:lnTo>
                <a:lnTo>
                  <a:pt x="585788" y="438150"/>
                </a:lnTo>
                <a:lnTo>
                  <a:pt x="595313" y="438150"/>
                </a:lnTo>
                <a:lnTo>
                  <a:pt x="604838" y="438150"/>
                </a:lnTo>
                <a:lnTo>
                  <a:pt x="614363" y="438150"/>
                </a:lnTo>
                <a:lnTo>
                  <a:pt x="623888" y="438150"/>
                </a:lnTo>
                <a:lnTo>
                  <a:pt x="633413" y="438150"/>
                </a:lnTo>
                <a:lnTo>
                  <a:pt x="642938" y="438150"/>
                </a:lnTo>
                <a:lnTo>
                  <a:pt x="652463" y="438150"/>
                </a:lnTo>
                <a:lnTo>
                  <a:pt x="661988" y="438150"/>
                </a:lnTo>
                <a:lnTo>
                  <a:pt x="671513" y="438150"/>
                </a:lnTo>
                <a:lnTo>
                  <a:pt x="681038" y="438150"/>
                </a:lnTo>
                <a:lnTo>
                  <a:pt x="690563" y="438150"/>
                </a:lnTo>
                <a:lnTo>
                  <a:pt x="700088" y="438150"/>
                </a:lnTo>
                <a:lnTo>
                  <a:pt x="709613" y="438150"/>
                </a:lnTo>
                <a:lnTo>
                  <a:pt x="719138" y="438150"/>
                </a:lnTo>
                <a:lnTo>
                  <a:pt x="728663" y="438150"/>
                </a:lnTo>
                <a:lnTo>
                  <a:pt x="738188" y="438150"/>
                </a:lnTo>
                <a:lnTo>
                  <a:pt x="747713" y="438150"/>
                </a:lnTo>
                <a:lnTo>
                  <a:pt x="757238" y="438150"/>
                </a:lnTo>
                <a:lnTo>
                  <a:pt x="766763" y="438150"/>
                </a:lnTo>
                <a:lnTo>
                  <a:pt x="776288" y="438150"/>
                </a:lnTo>
                <a:lnTo>
                  <a:pt x="785813" y="438150"/>
                </a:lnTo>
                <a:lnTo>
                  <a:pt x="795338" y="438150"/>
                </a:lnTo>
                <a:lnTo>
                  <a:pt x="804863" y="438150"/>
                </a:lnTo>
                <a:lnTo>
                  <a:pt x="814388" y="438150"/>
                </a:lnTo>
                <a:lnTo>
                  <a:pt x="823913" y="438150"/>
                </a:lnTo>
                <a:lnTo>
                  <a:pt x="833438" y="438150"/>
                </a:lnTo>
                <a:lnTo>
                  <a:pt x="842963" y="438150"/>
                </a:lnTo>
                <a:lnTo>
                  <a:pt x="852488" y="438150"/>
                </a:lnTo>
                <a:lnTo>
                  <a:pt x="862013" y="438150"/>
                </a:lnTo>
                <a:lnTo>
                  <a:pt x="871538" y="438150"/>
                </a:lnTo>
                <a:lnTo>
                  <a:pt x="881063" y="438150"/>
                </a:lnTo>
                <a:lnTo>
                  <a:pt x="890588" y="438150"/>
                </a:lnTo>
                <a:lnTo>
                  <a:pt x="900113" y="438150"/>
                </a:lnTo>
                <a:lnTo>
                  <a:pt x="909638" y="438150"/>
                </a:lnTo>
                <a:lnTo>
                  <a:pt x="919163" y="438150"/>
                </a:lnTo>
                <a:lnTo>
                  <a:pt x="928688" y="438150"/>
                </a:lnTo>
                <a:lnTo>
                  <a:pt x="933450" y="442913"/>
                </a:lnTo>
                <a:lnTo>
                  <a:pt x="933450" y="452438"/>
                </a:lnTo>
                <a:lnTo>
                  <a:pt x="933450" y="461963"/>
                </a:lnTo>
                <a:lnTo>
                  <a:pt x="933450" y="471488"/>
                </a:lnTo>
                <a:lnTo>
                  <a:pt x="933450" y="481013"/>
                </a:lnTo>
                <a:lnTo>
                  <a:pt x="933450" y="490538"/>
                </a:lnTo>
                <a:lnTo>
                  <a:pt x="933450" y="500063"/>
                </a:lnTo>
                <a:lnTo>
                  <a:pt x="933450" y="509588"/>
                </a:lnTo>
                <a:lnTo>
                  <a:pt x="933450" y="519113"/>
                </a:lnTo>
                <a:lnTo>
                  <a:pt x="933450" y="528638"/>
                </a:lnTo>
                <a:lnTo>
                  <a:pt x="933450" y="538163"/>
                </a:lnTo>
                <a:lnTo>
                  <a:pt x="933450" y="547688"/>
                </a:lnTo>
                <a:lnTo>
                  <a:pt x="933450" y="557213"/>
                </a:lnTo>
                <a:lnTo>
                  <a:pt x="933450" y="566738"/>
                </a:lnTo>
                <a:lnTo>
                  <a:pt x="933450" y="576263"/>
                </a:lnTo>
                <a:lnTo>
                  <a:pt x="933450" y="585788"/>
                </a:lnTo>
                <a:lnTo>
                  <a:pt x="933450" y="595313"/>
                </a:lnTo>
                <a:lnTo>
                  <a:pt x="933450" y="604838"/>
                </a:lnTo>
                <a:lnTo>
                  <a:pt x="933450" y="614363"/>
                </a:lnTo>
                <a:lnTo>
                  <a:pt x="933450" y="623888"/>
                </a:lnTo>
                <a:lnTo>
                  <a:pt x="933450" y="633413"/>
                </a:lnTo>
                <a:lnTo>
                  <a:pt x="933450" y="642938"/>
                </a:lnTo>
                <a:lnTo>
                  <a:pt x="933450" y="652463"/>
                </a:lnTo>
                <a:lnTo>
                  <a:pt x="933450" y="661988"/>
                </a:lnTo>
                <a:lnTo>
                  <a:pt x="933450" y="671513"/>
                </a:lnTo>
                <a:lnTo>
                  <a:pt x="933450" y="681038"/>
                </a:lnTo>
                <a:lnTo>
                  <a:pt x="933450" y="690563"/>
                </a:lnTo>
                <a:lnTo>
                  <a:pt x="933450" y="700088"/>
                </a:lnTo>
                <a:lnTo>
                  <a:pt x="933450" y="709613"/>
                </a:lnTo>
                <a:lnTo>
                  <a:pt x="933450" y="719138"/>
                </a:lnTo>
                <a:lnTo>
                  <a:pt x="933450" y="728663"/>
                </a:lnTo>
                <a:lnTo>
                  <a:pt x="933450" y="738188"/>
                </a:lnTo>
                <a:lnTo>
                  <a:pt x="933450" y="747713"/>
                </a:lnTo>
                <a:lnTo>
                  <a:pt x="933450" y="757238"/>
                </a:lnTo>
                <a:lnTo>
                  <a:pt x="933450" y="766763"/>
                </a:lnTo>
                <a:lnTo>
                  <a:pt x="933450" y="776288"/>
                </a:lnTo>
                <a:lnTo>
                  <a:pt x="928688" y="781050"/>
                </a:lnTo>
                <a:lnTo>
                  <a:pt x="923925" y="776288"/>
                </a:lnTo>
                <a:lnTo>
                  <a:pt x="923925" y="766763"/>
                </a:lnTo>
                <a:lnTo>
                  <a:pt x="923925" y="757238"/>
                </a:lnTo>
                <a:lnTo>
                  <a:pt x="923925" y="747713"/>
                </a:lnTo>
                <a:lnTo>
                  <a:pt x="923925" y="738188"/>
                </a:lnTo>
                <a:lnTo>
                  <a:pt x="923925" y="728663"/>
                </a:lnTo>
                <a:lnTo>
                  <a:pt x="923925" y="719138"/>
                </a:lnTo>
                <a:lnTo>
                  <a:pt x="923925" y="709613"/>
                </a:lnTo>
                <a:lnTo>
                  <a:pt x="923925" y="700088"/>
                </a:lnTo>
                <a:lnTo>
                  <a:pt x="923925" y="690563"/>
                </a:lnTo>
                <a:lnTo>
                  <a:pt x="923925" y="681038"/>
                </a:lnTo>
                <a:lnTo>
                  <a:pt x="923925" y="671513"/>
                </a:lnTo>
                <a:lnTo>
                  <a:pt x="923925" y="661988"/>
                </a:lnTo>
                <a:lnTo>
                  <a:pt x="923925" y="652463"/>
                </a:lnTo>
                <a:lnTo>
                  <a:pt x="923925" y="642938"/>
                </a:lnTo>
                <a:lnTo>
                  <a:pt x="923925" y="633413"/>
                </a:lnTo>
                <a:lnTo>
                  <a:pt x="923925" y="623888"/>
                </a:lnTo>
                <a:lnTo>
                  <a:pt x="923925" y="614363"/>
                </a:lnTo>
                <a:lnTo>
                  <a:pt x="923925" y="604838"/>
                </a:lnTo>
                <a:lnTo>
                  <a:pt x="923925" y="595313"/>
                </a:lnTo>
                <a:lnTo>
                  <a:pt x="923925" y="585788"/>
                </a:lnTo>
                <a:lnTo>
                  <a:pt x="923925" y="576263"/>
                </a:lnTo>
                <a:lnTo>
                  <a:pt x="923925" y="566738"/>
                </a:lnTo>
                <a:lnTo>
                  <a:pt x="923925" y="557213"/>
                </a:lnTo>
                <a:lnTo>
                  <a:pt x="923925" y="547688"/>
                </a:lnTo>
                <a:lnTo>
                  <a:pt x="923925" y="538163"/>
                </a:lnTo>
                <a:lnTo>
                  <a:pt x="923925" y="528638"/>
                </a:lnTo>
                <a:lnTo>
                  <a:pt x="923925" y="519113"/>
                </a:lnTo>
                <a:lnTo>
                  <a:pt x="923925" y="509588"/>
                </a:lnTo>
                <a:lnTo>
                  <a:pt x="923925" y="500063"/>
                </a:lnTo>
                <a:lnTo>
                  <a:pt x="923925" y="490538"/>
                </a:lnTo>
                <a:lnTo>
                  <a:pt x="923925" y="481013"/>
                </a:lnTo>
                <a:lnTo>
                  <a:pt x="923925" y="471488"/>
                </a:lnTo>
                <a:lnTo>
                  <a:pt x="923925" y="461963"/>
                </a:lnTo>
                <a:lnTo>
                  <a:pt x="923925" y="452438"/>
                </a:lnTo>
                <a:lnTo>
                  <a:pt x="919163" y="447675"/>
                </a:lnTo>
                <a:lnTo>
                  <a:pt x="909638" y="447675"/>
                </a:lnTo>
                <a:lnTo>
                  <a:pt x="900113" y="447675"/>
                </a:lnTo>
                <a:lnTo>
                  <a:pt x="890588" y="447675"/>
                </a:lnTo>
                <a:lnTo>
                  <a:pt x="881063" y="447675"/>
                </a:lnTo>
                <a:lnTo>
                  <a:pt x="871538" y="447675"/>
                </a:lnTo>
                <a:lnTo>
                  <a:pt x="862013" y="447675"/>
                </a:lnTo>
                <a:lnTo>
                  <a:pt x="852488" y="447675"/>
                </a:lnTo>
                <a:lnTo>
                  <a:pt x="842963" y="447675"/>
                </a:lnTo>
                <a:lnTo>
                  <a:pt x="833438" y="447675"/>
                </a:lnTo>
                <a:lnTo>
                  <a:pt x="823913" y="447675"/>
                </a:lnTo>
                <a:lnTo>
                  <a:pt x="814388" y="447675"/>
                </a:lnTo>
                <a:lnTo>
                  <a:pt x="804863" y="447675"/>
                </a:lnTo>
                <a:lnTo>
                  <a:pt x="795338" y="447675"/>
                </a:lnTo>
                <a:lnTo>
                  <a:pt x="790575" y="452438"/>
                </a:lnTo>
                <a:lnTo>
                  <a:pt x="790575" y="461963"/>
                </a:lnTo>
                <a:lnTo>
                  <a:pt x="790575" y="471488"/>
                </a:lnTo>
                <a:lnTo>
                  <a:pt x="790575" y="481013"/>
                </a:lnTo>
                <a:lnTo>
                  <a:pt x="785813" y="485775"/>
                </a:lnTo>
                <a:lnTo>
                  <a:pt x="781050" y="490538"/>
                </a:lnTo>
                <a:lnTo>
                  <a:pt x="785813" y="495300"/>
                </a:lnTo>
                <a:lnTo>
                  <a:pt x="790575" y="500063"/>
                </a:lnTo>
                <a:lnTo>
                  <a:pt x="785813" y="504825"/>
                </a:lnTo>
                <a:lnTo>
                  <a:pt x="781050" y="509588"/>
                </a:lnTo>
                <a:lnTo>
                  <a:pt x="781050" y="519113"/>
                </a:lnTo>
                <a:lnTo>
                  <a:pt x="781050" y="528638"/>
                </a:lnTo>
                <a:lnTo>
                  <a:pt x="781050" y="538163"/>
                </a:lnTo>
                <a:lnTo>
                  <a:pt x="776288" y="542925"/>
                </a:lnTo>
                <a:lnTo>
                  <a:pt x="771525" y="547688"/>
                </a:lnTo>
                <a:lnTo>
                  <a:pt x="771525" y="557213"/>
                </a:lnTo>
                <a:lnTo>
                  <a:pt x="771525" y="566738"/>
                </a:lnTo>
                <a:lnTo>
                  <a:pt x="766763" y="571500"/>
                </a:lnTo>
                <a:lnTo>
                  <a:pt x="762000" y="576263"/>
                </a:lnTo>
                <a:lnTo>
                  <a:pt x="762000" y="585788"/>
                </a:lnTo>
                <a:lnTo>
                  <a:pt x="762000" y="595313"/>
                </a:lnTo>
                <a:lnTo>
                  <a:pt x="757238" y="600075"/>
                </a:lnTo>
                <a:lnTo>
                  <a:pt x="752475" y="604838"/>
                </a:lnTo>
                <a:lnTo>
                  <a:pt x="752475" y="614363"/>
                </a:lnTo>
                <a:lnTo>
                  <a:pt x="747713" y="619125"/>
                </a:lnTo>
                <a:lnTo>
                  <a:pt x="742950" y="623888"/>
                </a:lnTo>
                <a:lnTo>
                  <a:pt x="738188" y="628650"/>
                </a:lnTo>
                <a:lnTo>
                  <a:pt x="733425" y="633413"/>
                </a:lnTo>
                <a:lnTo>
                  <a:pt x="733425" y="642938"/>
                </a:lnTo>
                <a:lnTo>
                  <a:pt x="728663" y="647700"/>
                </a:lnTo>
                <a:lnTo>
                  <a:pt x="723900" y="652463"/>
                </a:lnTo>
                <a:lnTo>
                  <a:pt x="723900" y="661988"/>
                </a:lnTo>
                <a:lnTo>
                  <a:pt x="719138" y="666750"/>
                </a:lnTo>
                <a:lnTo>
                  <a:pt x="714375" y="671513"/>
                </a:lnTo>
                <a:lnTo>
                  <a:pt x="709613" y="676275"/>
                </a:lnTo>
                <a:lnTo>
                  <a:pt x="704850" y="681038"/>
                </a:lnTo>
                <a:lnTo>
                  <a:pt x="700088" y="685800"/>
                </a:lnTo>
                <a:lnTo>
                  <a:pt x="695325" y="690563"/>
                </a:lnTo>
                <a:lnTo>
                  <a:pt x="690563" y="695325"/>
                </a:lnTo>
                <a:lnTo>
                  <a:pt x="685800" y="700088"/>
                </a:lnTo>
                <a:lnTo>
                  <a:pt x="681038" y="704850"/>
                </a:lnTo>
                <a:lnTo>
                  <a:pt x="676275" y="709613"/>
                </a:lnTo>
                <a:lnTo>
                  <a:pt x="671513" y="714375"/>
                </a:lnTo>
                <a:lnTo>
                  <a:pt x="666750" y="719138"/>
                </a:lnTo>
                <a:lnTo>
                  <a:pt x="666750" y="728663"/>
                </a:lnTo>
                <a:lnTo>
                  <a:pt x="661988" y="733425"/>
                </a:lnTo>
                <a:lnTo>
                  <a:pt x="657225" y="738188"/>
                </a:lnTo>
                <a:lnTo>
                  <a:pt x="652463" y="742950"/>
                </a:lnTo>
                <a:lnTo>
                  <a:pt x="647700" y="747713"/>
                </a:lnTo>
                <a:lnTo>
                  <a:pt x="642938" y="752475"/>
                </a:lnTo>
                <a:lnTo>
                  <a:pt x="633413" y="752475"/>
                </a:lnTo>
                <a:lnTo>
                  <a:pt x="628650" y="757238"/>
                </a:lnTo>
                <a:lnTo>
                  <a:pt x="623888" y="762000"/>
                </a:lnTo>
                <a:lnTo>
                  <a:pt x="614363" y="762000"/>
                </a:lnTo>
                <a:lnTo>
                  <a:pt x="609600" y="766763"/>
                </a:lnTo>
                <a:lnTo>
                  <a:pt x="604838" y="771525"/>
                </a:lnTo>
                <a:lnTo>
                  <a:pt x="600075" y="776288"/>
                </a:lnTo>
                <a:lnTo>
                  <a:pt x="595313" y="781050"/>
                </a:lnTo>
                <a:lnTo>
                  <a:pt x="585788" y="781050"/>
                </a:lnTo>
                <a:lnTo>
                  <a:pt x="581025" y="785813"/>
                </a:lnTo>
                <a:lnTo>
                  <a:pt x="576263" y="790575"/>
                </a:lnTo>
                <a:lnTo>
                  <a:pt x="566738" y="790575"/>
                </a:lnTo>
                <a:lnTo>
                  <a:pt x="561975" y="795338"/>
                </a:lnTo>
                <a:lnTo>
                  <a:pt x="557213" y="800100"/>
                </a:lnTo>
                <a:lnTo>
                  <a:pt x="547688" y="800100"/>
                </a:lnTo>
                <a:lnTo>
                  <a:pt x="542925" y="804863"/>
                </a:lnTo>
                <a:lnTo>
                  <a:pt x="538163" y="809625"/>
                </a:lnTo>
                <a:lnTo>
                  <a:pt x="528638" y="809625"/>
                </a:lnTo>
                <a:lnTo>
                  <a:pt x="519113" y="809625"/>
                </a:lnTo>
                <a:lnTo>
                  <a:pt x="514350" y="814388"/>
                </a:lnTo>
                <a:lnTo>
                  <a:pt x="509588" y="819150"/>
                </a:lnTo>
                <a:lnTo>
                  <a:pt x="500063" y="819150"/>
                </a:lnTo>
                <a:lnTo>
                  <a:pt x="490538" y="819150"/>
                </a:lnTo>
                <a:lnTo>
                  <a:pt x="485775" y="823913"/>
                </a:lnTo>
                <a:lnTo>
                  <a:pt x="481013" y="828675"/>
                </a:lnTo>
                <a:lnTo>
                  <a:pt x="471488" y="828675"/>
                </a:lnTo>
                <a:lnTo>
                  <a:pt x="461963" y="828675"/>
                </a:lnTo>
                <a:lnTo>
                  <a:pt x="452438" y="828675"/>
                </a:lnTo>
                <a:lnTo>
                  <a:pt x="442913" y="828675"/>
                </a:lnTo>
                <a:lnTo>
                  <a:pt x="433388" y="828675"/>
                </a:lnTo>
                <a:lnTo>
                  <a:pt x="423863" y="828675"/>
                </a:lnTo>
                <a:lnTo>
                  <a:pt x="414338" y="828675"/>
                </a:lnTo>
                <a:lnTo>
                  <a:pt x="404813" y="828675"/>
                </a:lnTo>
                <a:lnTo>
                  <a:pt x="395288" y="828675"/>
                </a:lnTo>
                <a:lnTo>
                  <a:pt x="385763" y="828675"/>
                </a:lnTo>
                <a:lnTo>
                  <a:pt x="376238" y="828675"/>
                </a:lnTo>
                <a:lnTo>
                  <a:pt x="366713" y="828675"/>
                </a:lnTo>
                <a:lnTo>
                  <a:pt x="357188" y="828675"/>
                </a:lnTo>
                <a:lnTo>
                  <a:pt x="347663" y="828675"/>
                </a:lnTo>
                <a:lnTo>
                  <a:pt x="338138" y="828675"/>
                </a:lnTo>
                <a:lnTo>
                  <a:pt x="328613" y="828675"/>
                </a:lnTo>
                <a:lnTo>
                  <a:pt x="319088" y="828675"/>
                </a:lnTo>
                <a:lnTo>
                  <a:pt x="314325" y="823913"/>
                </a:lnTo>
                <a:lnTo>
                  <a:pt x="309563" y="819150"/>
                </a:lnTo>
                <a:lnTo>
                  <a:pt x="300038" y="819150"/>
                </a:lnTo>
                <a:lnTo>
                  <a:pt x="290513" y="819150"/>
                </a:lnTo>
                <a:lnTo>
                  <a:pt x="280988" y="819150"/>
                </a:lnTo>
                <a:lnTo>
                  <a:pt x="276225" y="814388"/>
                </a:lnTo>
                <a:lnTo>
                  <a:pt x="271463" y="809625"/>
                </a:lnTo>
                <a:lnTo>
                  <a:pt x="261938" y="809625"/>
                </a:lnTo>
                <a:lnTo>
                  <a:pt x="252413" y="809625"/>
                </a:lnTo>
                <a:lnTo>
                  <a:pt x="247650" y="804863"/>
                </a:lnTo>
                <a:lnTo>
                  <a:pt x="242888" y="800100"/>
                </a:lnTo>
                <a:lnTo>
                  <a:pt x="233363" y="800100"/>
                </a:lnTo>
                <a:lnTo>
                  <a:pt x="228600" y="795338"/>
                </a:lnTo>
                <a:lnTo>
                  <a:pt x="223838" y="790575"/>
                </a:lnTo>
                <a:lnTo>
                  <a:pt x="214313" y="790575"/>
                </a:lnTo>
                <a:lnTo>
                  <a:pt x="209550" y="785813"/>
                </a:lnTo>
                <a:lnTo>
                  <a:pt x="204788" y="781050"/>
                </a:lnTo>
                <a:lnTo>
                  <a:pt x="195263" y="781050"/>
                </a:lnTo>
                <a:lnTo>
                  <a:pt x="190500" y="776288"/>
                </a:lnTo>
                <a:lnTo>
                  <a:pt x="185738" y="771525"/>
                </a:lnTo>
                <a:lnTo>
                  <a:pt x="180975" y="766763"/>
                </a:lnTo>
                <a:lnTo>
                  <a:pt x="176213" y="762000"/>
                </a:lnTo>
                <a:lnTo>
                  <a:pt x="166688" y="762000"/>
                </a:lnTo>
                <a:lnTo>
                  <a:pt x="161925" y="757238"/>
                </a:lnTo>
                <a:lnTo>
                  <a:pt x="157163" y="752475"/>
                </a:lnTo>
                <a:lnTo>
                  <a:pt x="152400" y="747713"/>
                </a:lnTo>
                <a:lnTo>
                  <a:pt x="147638" y="742950"/>
                </a:lnTo>
                <a:lnTo>
                  <a:pt x="138113" y="742950"/>
                </a:lnTo>
                <a:lnTo>
                  <a:pt x="133350" y="738188"/>
                </a:lnTo>
                <a:lnTo>
                  <a:pt x="128588" y="733425"/>
                </a:lnTo>
                <a:lnTo>
                  <a:pt x="123825" y="728663"/>
                </a:lnTo>
                <a:lnTo>
                  <a:pt x="123825" y="719138"/>
                </a:lnTo>
                <a:lnTo>
                  <a:pt x="119063" y="714375"/>
                </a:lnTo>
                <a:lnTo>
                  <a:pt x="114300" y="709613"/>
                </a:lnTo>
                <a:lnTo>
                  <a:pt x="109538" y="704850"/>
                </a:lnTo>
                <a:lnTo>
                  <a:pt x="104775" y="700088"/>
                </a:lnTo>
                <a:lnTo>
                  <a:pt x="100013" y="695325"/>
                </a:lnTo>
                <a:lnTo>
                  <a:pt x="95250" y="690563"/>
                </a:lnTo>
                <a:lnTo>
                  <a:pt x="90488" y="685800"/>
                </a:lnTo>
                <a:lnTo>
                  <a:pt x="85725" y="681038"/>
                </a:lnTo>
                <a:lnTo>
                  <a:pt x="85725" y="671513"/>
                </a:lnTo>
                <a:lnTo>
                  <a:pt x="80963" y="666750"/>
                </a:lnTo>
                <a:lnTo>
                  <a:pt x="71438" y="666750"/>
                </a:lnTo>
                <a:lnTo>
                  <a:pt x="66675" y="661988"/>
                </a:lnTo>
                <a:lnTo>
                  <a:pt x="66675" y="652463"/>
                </a:lnTo>
                <a:lnTo>
                  <a:pt x="61913" y="647700"/>
                </a:lnTo>
                <a:lnTo>
                  <a:pt x="57150" y="642938"/>
                </a:lnTo>
                <a:lnTo>
                  <a:pt x="57150" y="633413"/>
                </a:lnTo>
                <a:lnTo>
                  <a:pt x="52388" y="628650"/>
                </a:lnTo>
                <a:lnTo>
                  <a:pt x="47625" y="623888"/>
                </a:lnTo>
                <a:lnTo>
                  <a:pt x="42863" y="619125"/>
                </a:lnTo>
                <a:lnTo>
                  <a:pt x="38100" y="614363"/>
                </a:lnTo>
                <a:lnTo>
                  <a:pt x="38100" y="604838"/>
                </a:lnTo>
                <a:lnTo>
                  <a:pt x="38100" y="595313"/>
                </a:lnTo>
                <a:lnTo>
                  <a:pt x="33338" y="590550"/>
                </a:lnTo>
                <a:lnTo>
                  <a:pt x="28575" y="585788"/>
                </a:lnTo>
                <a:lnTo>
                  <a:pt x="28575" y="576263"/>
                </a:lnTo>
                <a:lnTo>
                  <a:pt x="23813" y="571500"/>
                </a:lnTo>
                <a:lnTo>
                  <a:pt x="19050" y="566738"/>
                </a:lnTo>
                <a:lnTo>
                  <a:pt x="19050" y="557213"/>
                </a:lnTo>
                <a:lnTo>
                  <a:pt x="19050" y="547688"/>
                </a:lnTo>
                <a:lnTo>
                  <a:pt x="14288" y="542925"/>
                </a:lnTo>
                <a:lnTo>
                  <a:pt x="9525" y="538163"/>
                </a:lnTo>
                <a:lnTo>
                  <a:pt x="14288" y="533400"/>
                </a:lnTo>
                <a:lnTo>
                  <a:pt x="19050" y="528638"/>
                </a:lnTo>
                <a:lnTo>
                  <a:pt x="14288" y="523875"/>
                </a:lnTo>
                <a:lnTo>
                  <a:pt x="9525" y="519113"/>
                </a:lnTo>
                <a:lnTo>
                  <a:pt x="9525" y="509588"/>
                </a:lnTo>
                <a:lnTo>
                  <a:pt x="9525" y="500063"/>
                </a:lnTo>
                <a:lnTo>
                  <a:pt x="9525" y="490538"/>
                </a:lnTo>
                <a:lnTo>
                  <a:pt x="4763" y="485775"/>
                </a:lnTo>
                <a:lnTo>
                  <a:pt x="0" y="481013"/>
                </a:lnTo>
                <a:lnTo>
                  <a:pt x="0" y="471488"/>
                </a:lnTo>
                <a:lnTo>
                  <a:pt x="4763" y="466725"/>
                </a:lnTo>
                <a:lnTo>
                  <a:pt x="9525" y="461963"/>
                </a:lnTo>
                <a:lnTo>
                  <a:pt x="9525" y="452438"/>
                </a:lnTo>
                <a:lnTo>
                  <a:pt x="4763" y="447675"/>
                </a:lnTo>
                <a:lnTo>
                  <a:pt x="0" y="442913"/>
                </a:lnTo>
                <a:lnTo>
                  <a:pt x="0" y="433388"/>
                </a:lnTo>
                <a:lnTo>
                  <a:pt x="0" y="423863"/>
                </a:lnTo>
                <a:lnTo>
                  <a:pt x="4763" y="419100"/>
                </a:lnTo>
                <a:lnTo>
                  <a:pt x="9525" y="414338"/>
                </a:lnTo>
                <a:lnTo>
                  <a:pt x="9525" y="404813"/>
                </a:lnTo>
                <a:lnTo>
                  <a:pt x="9525" y="395288"/>
                </a:lnTo>
                <a:lnTo>
                  <a:pt x="4763" y="390525"/>
                </a:lnTo>
                <a:lnTo>
                  <a:pt x="0" y="385763"/>
                </a:lnTo>
                <a:lnTo>
                  <a:pt x="4763" y="381000"/>
                </a:lnTo>
                <a:lnTo>
                  <a:pt x="9525" y="376238"/>
                </a:lnTo>
                <a:lnTo>
                  <a:pt x="9525" y="366713"/>
                </a:lnTo>
                <a:lnTo>
                  <a:pt x="9525" y="357188"/>
                </a:lnTo>
                <a:lnTo>
                  <a:pt x="14288" y="352425"/>
                </a:lnTo>
                <a:lnTo>
                  <a:pt x="19050" y="347663"/>
                </a:lnTo>
                <a:lnTo>
                  <a:pt x="19050" y="338138"/>
                </a:lnTo>
                <a:lnTo>
                  <a:pt x="19050" y="328613"/>
                </a:lnTo>
                <a:lnTo>
                  <a:pt x="19050" y="319088"/>
                </a:lnTo>
                <a:lnTo>
                  <a:pt x="19050" y="309563"/>
                </a:lnTo>
                <a:lnTo>
                  <a:pt x="23813" y="304800"/>
                </a:lnTo>
                <a:lnTo>
                  <a:pt x="28575" y="300038"/>
                </a:lnTo>
                <a:lnTo>
                  <a:pt x="28575" y="290513"/>
                </a:lnTo>
                <a:lnTo>
                  <a:pt x="33338" y="285750"/>
                </a:lnTo>
                <a:lnTo>
                  <a:pt x="38100" y="280988"/>
                </a:lnTo>
                <a:lnTo>
                  <a:pt x="38100" y="271463"/>
                </a:lnTo>
                <a:lnTo>
                  <a:pt x="42863" y="266700"/>
                </a:lnTo>
                <a:lnTo>
                  <a:pt x="47625" y="261938"/>
                </a:lnTo>
                <a:lnTo>
                  <a:pt x="47625" y="252413"/>
                </a:lnTo>
                <a:lnTo>
                  <a:pt x="52388" y="247650"/>
                </a:lnTo>
                <a:lnTo>
                  <a:pt x="57150" y="242888"/>
                </a:lnTo>
                <a:lnTo>
                  <a:pt x="57150" y="233363"/>
                </a:lnTo>
                <a:lnTo>
                  <a:pt x="61913" y="228600"/>
                </a:lnTo>
                <a:lnTo>
                  <a:pt x="66675" y="223838"/>
                </a:lnTo>
                <a:lnTo>
                  <a:pt x="71438" y="219075"/>
                </a:lnTo>
                <a:lnTo>
                  <a:pt x="76200" y="214313"/>
                </a:lnTo>
                <a:lnTo>
                  <a:pt x="80963" y="209550"/>
                </a:lnTo>
                <a:lnTo>
                  <a:pt x="85725" y="204788"/>
                </a:lnTo>
                <a:lnTo>
                  <a:pt x="85725" y="195263"/>
                </a:lnTo>
                <a:lnTo>
                  <a:pt x="90488" y="190500"/>
                </a:lnTo>
                <a:lnTo>
                  <a:pt x="95250" y="185738"/>
                </a:lnTo>
                <a:lnTo>
                  <a:pt x="100013" y="180975"/>
                </a:lnTo>
                <a:lnTo>
                  <a:pt x="104775" y="176213"/>
                </a:lnTo>
                <a:lnTo>
                  <a:pt x="109538" y="171450"/>
                </a:lnTo>
                <a:lnTo>
                  <a:pt x="114300" y="166688"/>
                </a:lnTo>
                <a:lnTo>
                  <a:pt x="119063" y="161925"/>
                </a:lnTo>
                <a:lnTo>
                  <a:pt x="123825" y="157163"/>
                </a:lnTo>
                <a:lnTo>
                  <a:pt x="123825" y="147638"/>
                </a:lnTo>
                <a:lnTo>
                  <a:pt x="128588" y="142875"/>
                </a:lnTo>
                <a:lnTo>
                  <a:pt x="138113" y="142875"/>
                </a:lnTo>
                <a:lnTo>
                  <a:pt x="142875" y="138113"/>
                </a:lnTo>
                <a:lnTo>
                  <a:pt x="147638" y="133350"/>
                </a:lnTo>
                <a:lnTo>
                  <a:pt x="152400" y="128588"/>
                </a:lnTo>
                <a:lnTo>
                  <a:pt x="157163" y="123825"/>
                </a:lnTo>
                <a:lnTo>
                  <a:pt x="166688" y="123825"/>
                </a:lnTo>
                <a:lnTo>
                  <a:pt x="171450" y="119063"/>
                </a:lnTo>
                <a:lnTo>
                  <a:pt x="176213" y="114300"/>
                </a:lnTo>
                <a:lnTo>
                  <a:pt x="180975" y="109538"/>
                </a:lnTo>
                <a:lnTo>
                  <a:pt x="185738" y="104775"/>
                </a:lnTo>
                <a:lnTo>
                  <a:pt x="190500" y="100013"/>
                </a:lnTo>
                <a:lnTo>
                  <a:pt x="195263" y="95250"/>
                </a:lnTo>
                <a:lnTo>
                  <a:pt x="204788" y="95250"/>
                </a:lnTo>
                <a:lnTo>
                  <a:pt x="209550" y="90488"/>
                </a:lnTo>
                <a:lnTo>
                  <a:pt x="214313" y="85725"/>
                </a:lnTo>
                <a:lnTo>
                  <a:pt x="223838" y="85725"/>
                </a:lnTo>
                <a:lnTo>
                  <a:pt x="228600" y="80963"/>
                </a:lnTo>
                <a:lnTo>
                  <a:pt x="233363" y="76200"/>
                </a:lnTo>
                <a:lnTo>
                  <a:pt x="242888" y="76200"/>
                </a:lnTo>
                <a:lnTo>
                  <a:pt x="247650" y="71438"/>
                </a:lnTo>
                <a:lnTo>
                  <a:pt x="252413" y="66675"/>
                </a:lnTo>
                <a:lnTo>
                  <a:pt x="261938" y="66675"/>
                </a:lnTo>
                <a:lnTo>
                  <a:pt x="271463" y="66675"/>
                </a:lnTo>
                <a:lnTo>
                  <a:pt x="280988" y="66675"/>
                </a:lnTo>
                <a:lnTo>
                  <a:pt x="285750" y="61913"/>
                </a:lnTo>
                <a:lnTo>
                  <a:pt x="285750" y="52388"/>
                </a:lnTo>
                <a:lnTo>
                  <a:pt x="285750" y="42863"/>
                </a:lnTo>
                <a:lnTo>
                  <a:pt x="285750" y="33338"/>
                </a:lnTo>
                <a:lnTo>
                  <a:pt x="285750" y="23813"/>
                </a:lnTo>
                <a:lnTo>
                  <a:pt x="285750" y="14288"/>
                </a:lnTo>
                <a:lnTo>
                  <a:pt x="285750" y="4763"/>
                </a:lnTo>
                <a:close/>
              </a:path>
            </a:pathLst>
          </a:custGeom>
          <a:solidFill xmlns:a="http://schemas.openxmlformats.org/drawingml/2006/main">
            <a:srgbClr val="B0D0A3"/>
          </a:solidFill>
          <a:ln xmlns:a="http://schemas.openxmlformats.org/drawingml/2006/main" w="0">
            <a:noFill/>
            <a:prstDash val="solid"/>
          </a:ln>
        </p:spPr>
      </p:sp>
      <p:sp>
        <p:nvSpPr>
          <p:cNvPr id="523" name="layout-green-91-2">
            <a:extLst xmlns:a="http://schemas.openxmlformats.org/drawingml/2006/main">
              <a:ext uri="{FF2B5EF4-FFF2-40B4-BE49-F238E27FC236}">
                <a16:creationId xmlns:a16="http://schemas.microsoft.com/office/drawing/2014/main" id="{10294E59-4ACE-4A65-AB2D-2FB03C9A2E4B}"/>
              </a:ext>
            </a:extLst>
          </p:cNvPr>
          <p:cNvSpPr>
            <a:spLocks xmlns:a="http://schemas.openxmlformats.org/drawingml/2006/main" noGrp="1"/>
          </p:cNvSpPr>
          <p:nvPr/>
        </p:nvSpPr>
        <p:spPr>
          <a:xfrm xmlns:a="http://schemas.openxmlformats.org/drawingml/2006/main" rot="0">
            <a:off x="390525" y="3552825"/>
            <a:ext cx="171450" cy="85725"/>
          </a:xfrm>
          <a:custGeom xmlns:a="http://schemas.openxmlformats.org/drawingml/2006/main">
            <a:pathLst>
              <a:path w="171450" h="85725">
                <a:moveTo>
                  <a:pt x="152400" y="4763"/>
                </a:moveTo>
                <a:lnTo>
                  <a:pt x="157163" y="0"/>
                </a:lnTo>
                <a:lnTo>
                  <a:pt x="166688" y="0"/>
                </a:lnTo>
                <a:lnTo>
                  <a:pt x="171450" y="4763"/>
                </a:lnTo>
                <a:lnTo>
                  <a:pt x="171450" y="14288"/>
                </a:lnTo>
                <a:lnTo>
                  <a:pt x="171450" y="23813"/>
                </a:lnTo>
                <a:lnTo>
                  <a:pt x="166688" y="28575"/>
                </a:lnTo>
                <a:lnTo>
                  <a:pt x="161925" y="33338"/>
                </a:lnTo>
                <a:lnTo>
                  <a:pt x="161925" y="42863"/>
                </a:lnTo>
                <a:lnTo>
                  <a:pt x="166688" y="47625"/>
                </a:lnTo>
                <a:lnTo>
                  <a:pt x="171450" y="52388"/>
                </a:lnTo>
                <a:lnTo>
                  <a:pt x="171450" y="61913"/>
                </a:lnTo>
                <a:lnTo>
                  <a:pt x="171450" y="71438"/>
                </a:lnTo>
                <a:lnTo>
                  <a:pt x="171450" y="80963"/>
                </a:lnTo>
                <a:lnTo>
                  <a:pt x="166688" y="85725"/>
                </a:lnTo>
                <a:lnTo>
                  <a:pt x="157163" y="85725"/>
                </a:lnTo>
                <a:lnTo>
                  <a:pt x="147638" y="85725"/>
                </a:lnTo>
                <a:lnTo>
                  <a:pt x="138113" y="85725"/>
                </a:lnTo>
                <a:lnTo>
                  <a:pt x="128588" y="85725"/>
                </a:lnTo>
                <a:lnTo>
                  <a:pt x="119063" y="85725"/>
                </a:lnTo>
                <a:lnTo>
                  <a:pt x="109538" y="85725"/>
                </a:lnTo>
                <a:lnTo>
                  <a:pt x="100013" y="85725"/>
                </a:lnTo>
                <a:lnTo>
                  <a:pt x="90488" y="85725"/>
                </a:lnTo>
                <a:lnTo>
                  <a:pt x="85725" y="80963"/>
                </a:lnTo>
                <a:lnTo>
                  <a:pt x="80963" y="76200"/>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4763" y="57150"/>
                </a:lnTo>
                <a:lnTo>
                  <a:pt x="0" y="52388"/>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71438" y="19050"/>
                </a:lnTo>
                <a:lnTo>
                  <a:pt x="76200" y="14288"/>
                </a:lnTo>
                <a:lnTo>
                  <a:pt x="80963" y="9525"/>
                </a:lnTo>
                <a:lnTo>
                  <a:pt x="90488" y="9525"/>
                </a:lnTo>
                <a:lnTo>
                  <a:pt x="100013" y="9525"/>
                </a:lnTo>
                <a:lnTo>
                  <a:pt x="109538" y="9525"/>
                </a:lnTo>
                <a:lnTo>
                  <a:pt x="119063" y="9525"/>
                </a:lnTo>
                <a:lnTo>
                  <a:pt x="128588" y="9525"/>
                </a:lnTo>
                <a:lnTo>
                  <a:pt x="138113" y="9525"/>
                </a:lnTo>
                <a:lnTo>
                  <a:pt x="147638" y="9525"/>
                </a:lnTo>
                <a:lnTo>
                  <a:pt x="152400" y="4763"/>
                </a:lnTo>
                <a:close/>
              </a:path>
            </a:pathLst>
          </a:custGeom>
          <a:solidFill xmlns:a="http://schemas.openxmlformats.org/drawingml/2006/main">
            <a:srgbClr val="B0D0A3"/>
          </a:solidFill>
          <a:ln xmlns:a="http://schemas.openxmlformats.org/drawingml/2006/main" w="0">
            <a:noFill/>
            <a:prstDash val="solid"/>
          </a:ln>
        </p:spPr>
      </p:sp>
      <p:sp>
        <p:nvSpPr>
          <p:cNvPr id="524" name="layout-green-91-3">
            <a:extLst xmlns:a="http://schemas.openxmlformats.org/drawingml/2006/main">
              <a:ext uri="{FF2B5EF4-FFF2-40B4-BE49-F238E27FC236}">
                <a16:creationId xmlns:a16="http://schemas.microsoft.com/office/drawing/2014/main" id="{E237428E-5E28-4D36-873A-6B5A6728854F}"/>
              </a:ext>
            </a:extLst>
          </p:cNvPr>
          <p:cNvSpPr>
            <a:spLocks xmlns:a="http://schemas.openxmlformats.org/drawingml/2006/main" noGrp="1"/>
          </p:cNvSpPr>
          <p:nvPr/>
        </p:nvSpPr>
        <p:spPr>
          <a:xfrm xmlns:a="http://schemas.openxmlformats.org/drawingml/2006/main" rot="0">
            <a:off x="123825" y="4238625"/>
            <a:ext cx="1076325" cy="9525"/>
          </a:xfrm>
          <a:custGeom xmlns:a="http://schemas.openxmlformats.org/drawingml/2006/main">
            <a:pathLst>
              <a:path w="107632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42988" y="0"/>
                </a:lnTo>
                <a:lnTo>
                  <a:pt x="1052513" y="0"/>
                </a:lnTo>
                <a:lnTo>
                  <a:pt x="1062038" y="0"/>
                </a:lnTo>
                <a:lnTo>
                  <a:pt x="1071563" y="0"/>
                </a:lnTo>
                <a:lnTo>
                  <a:pt x="1076325" y="4763"/>
                </a:lnTo>
                <a:lnTo>
                  <a:pt x="1071563" y="9525"/>
                </a:lnTo>
                <a:lnTo>
                  <a:pt x="1062038" y="9525"/>
                </a:lnTo>
                <a:lnTo>
                  <a:pt x="1052513" y="9525"/>
                </a:lnTo>
                <a:lnTo>
                  <a:pt x="1042988" y="9525"/>
                </a:lnTo>
                <a:lnTo>
                  <a:pt x="1033463" y="9525"/>
                </a:lnTo>
                <a:lnTo>
                  <a:pt x="1023938" y="9525"/>
                </a:lnTo>
                <a:lnTo>
                  <a:pt x="1014413" y="9525"/>
                </a:lnTo>
                <a:lnTo>
                  <a:pt x="1004888" y="9525"/>
                </a:lnTo>
                <a:lnTo>
                  <a:pt x="995363" y="9525"/>
                </a:lnTo>
                <a:lnTo>
                  <a:pt x="985838" y="9525"/>
                </a:lnTo>
                <a:lnTo>
                  <a:pt x="976313" y="9525"/>
                </a:lnTo>
                <a:lnTo>
                  <a:pt x="966788" y="9525"/>
                </a:lnTo>
                <a:lnTo>
                  <a:pt x="957263" y="9525"/>
                </a:lnTo>
                <a:lnTo>
                  <a:pt x="947738" y="9525"/>
                </a:lnTo>
                <a:lnTo>
                  <a:pt x="938213" y="9525"/>
                </a:lnTo>
                <a:lnTo>
                  <a:pt x="928688" y="9525"/>
                </a:lnTo>
                <a:lnTo>
                  <a:pt x="919163" y="9525"/>
                </a:lnTo>
                <a:lnTo>
                  <a:pt x="909638" y="9525"/>
                </a:lnTo>
                <a:lnTo>
                  <a:pt x="900113" y="9525"/>
                </a:lnTo>
                <a:lnTo>
                  <a:pt x="890588" y="9525"/>
                </a:lnTo>
                <a:lnTo>
                  <a:pt x="881063" y="9525"/>
                </a:lnTo>
                <a:lnTo>
                  <a:pt x="871538" y="9525"/>
                </a:lnTo>
                <a:lnTo>
                  <a:pt x="862013" y="9525"/>
                </a:lnTo>
                <a:lnTo>
                  <a:pt x="852488" y="9525"/>
                </a:lnTo>
                <a:lnTo>
                  <a:pt x="842963" y="9525"/>
                </a:lnTo>
                <a:lnTo>
                  <a:pt x="833438" y="9525"/>
                </a:lnTo>
                <a:lnTo>
                  <a:pt x="823913" y="9525"/>
                </a:lnTo>
                <a:lnTo>
                  <a:pt x="814388" y="9525"/>
                </a:lnTo>
                <a:lnTo>
                  <a:pt x="804863" y="9525"/>
                </a:lnTo>
                <a:lnTo>
                  <a:pt x="795338" y="9525"/>
                </a:lnTo>
                <a:lnTo>
                  <a:pt x="785813" y="9525"/>
                </a:lnTo>
                <a:lnTo>
                  <a:pt x="776288" y="9525"/>
                </a:lnTo>
                <a:lnTo>
                  <a:pt x="766763" y="9525"/>
                </a:lnTo>
                <a:lnTo>
                  <a:pt x="757238" y="9525"/>
                </a:lnTo>
                <a:lnTo>
                  <a:pt x="747713" y="9525"/>
                </a:lnTo>
                <a:lnTo>
                  <a:pt x="738188" y="9525"/>
                </a:lnTo>
                <a:lnTo>
                  <a:pt x="728663" y="9525"/>
                </a:lnTo>
                <a:lnTo>
                  <a:pt x="719138" y="9525"/>
                </a:lnTo>
                <a:lnTo>
                  <a:pt x="709613" y="9525"/>
                </a:lnTo>
                <a:lnTo>
                  <a:pt x="700088" y="9525"/>
                </a:lnTo>
                <a:lnTo>
                  <a:pt x="690563" y="9525"/>
                </a:lnTo>
                <a:lnTo>
                  <a:pt x="681038" y="9525"/>
                </a:lnTo>
                <a:lnTo>
                  <a:pt x="671513" y="9525"/>
                </a:lnTo>
                <a:lnTo>
                  <a:pt x="661988" y="9525"/>
                </a:lnTo>
                <a:lnTo>
                  <a:pt x="652463" y="9525"/>
                </a:lnTo>
                <a:lnTo>
                  <a:pt x="642938" y="9525"/>
                </a:lnTo>
                <a:lnTo>
                  <a:pt x="633413" y="9525"/>
                </a:lnTo>
                <a:lnTo>
                  <a:pt x="623888" y="9525"/>
                </a:lnTo>
                <a:lnTo>
                  <a:pt x="614363" y="9525"/>
                </a:lnTo>
                <a:lnTo>
                  <a:pt x="604838" y="9525"/>
                </a:lnTo>
                <a:lnTo>
                  <a:pt x="595313" y="9525"/>
                </a:lnTo>
                <a:lnTo>
                  <a:pt x="585788" y="9525"/>
                </a:lnTo>
                <a:lnTo>
                  <a:pt x="576263" y="9525"/>
                </a:lnTo>
                <a:lnTo>
                  <a:pt x="566738" y="9525"/>
                </a:lnTo>
                <a:lnTo>
                  <a:pt x="557213" y="9525"/>
                </a:lnTo>
                <a:lnTo>
                  <a:pt x="547688" y="9525"/>
                </a:lnTo>
                <a:lnTo>
                  <a:pt x="538163" y="9525"/>
                </a:lnTo>
                <a:lnTo>
                  <a:pt x="528638" y="9525"/>
                </a:lnTo>
                <a:lnTo>
                  <a:pt x="519113" y="9525"/>
                </a:lnTo>
                <a:lnTo>
                  <a:pt x="509588" y="9525"/>
                </a:lnTo>
                <a:lnTo>
                  <a:pt x="500063" y="9525"/>
                </a:lnTo>
                <a:lnTo>
                  <a:pt x="490538" y="9525"/>
                </a:lnTo>
                <a:lnTo>
                  <a:pt x="481013" y="9525"/>
                </a:lnTo>
                <a:lnTo>
                  <a:pt x="471488" y="9525"/>
                </a:lnTo>
                <a:lnTo>
                  <a:pt x="461963" y="9525"/>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B0D0A3"/>
          </a:solidFill>
          <a:ln xmlns:a="http://schemas.openxmlformats.org/drawingml/2006/main" w="0">
            <a:noFill/>
            <a:prstDash val="solid"/>
          </a:ln>
        </p:spPr>
      </p:sp>
      <p:sp>
        <p:nvSpPr>
          <p:cNvPr id="525" name="layout-green-92-0">
            <a:extLst xmlns:a="http://schemas.openxmlformats.org/drawingml/2006/main">
              <a:ext uri="{FF2B5EF4-FFF2-40B4-BE49-F238E27FC236}">
                <a16:creationId xmlns:a16="http://schemas.microsoft.com/office/drawing/2014/main" id="{88AAD95C-77D3-4D9B-AE03-38EB051994C0}"/>
              </a:ext>
            </a:extLst>
          </p:cNvPr>
          <p:cNvSpPr>
            <a:spLocks xmlns:a="http://schemas.openxmlformats.org/drawingml/2006/main" noGrp="1"/>
          </p:cNvSpPr>
          <p:nvPr/>
        </p:nvSpPr>
        <p:spPr>
          <a:xfrm xmlns:a="http://schemas.openxmlformats.org/drawingml/2006/main" rot="0">
            <a:off x="123825" y="3371850"/>
            <a:ext cx="9525" cy="781050"/>
          </a:xfrm>
          <a:custGeom xmlns:a="http://schemas.openxmlformats.org/drawingml/2006/main">
            <a:pathLst>
              <a:path w="9525" h="7810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9525" y="433388"/>
                </a:lnTo>
                <a:lnTo>
                  <a:pt x="9525" y="442913"/>
                </a:lnTo>
                <a:lnTo>
                  <a:pt x="9525" y="452438"/>
                </a:lnTo>
                <a:lnTo>
                  <a:pt x="9525" y="461963"/>
                </a:lnTo>
                <a:lnTo>
                  <a:pt x="9525" y="471488"/>
                </a:lnTo>
                <a:lnTo>
                  <a:pt x="9525" y="481013"/>
                </a:lnTo>
                <a:lnTo>
                  <a:pt x="9525" y="490538"/>
                </a:lnTo>
                <a:lnTo>
                  <a:pt x="9525" y="500063"/>
                </a:lnTo>
                <a:lnTo>
                  <a:pt x="9525" y="509588"/>
                </a:lnTo>
                <a:lnTo>
                  <a:pt x="9525" y="519113"/>
                </a:lnTo>
                <a:lnTo>
                  <a:pt x="9525" y="528638"/>
                </a:lnTo>
                <a:lnTo>
                  <a:pt x="9525" y="538163"/>
                </a:lnTo>
                <a:lnTo>
                  <a:pt x="9525" y="547688"/>
                </a:lnTo>
                <a:lnTo>
                  <a:pt x="9525" y="557213"/>
                </a:lnTo>
                <a:lnTo>
                  <a:pt x="9525" y="566738"/>
                </a:lnTo>
                <a:lnTo>
                  <a:pt x="9525" y="576263"/>
                </a:lnTo>
                <a:lnTo>
                  <a:pt x="9525" y="585788"/>
                </a:lnTo>
                <a:lnTo>
                  <a:pt x="9525" y="595313"/>
                </a:lnTo>
                <a:lnTo>
                  <a:pt x="9525" y="604838"/>
                </a:lnTo>
                <a:lnTo>
                  <a:pt x="9525" y="614363"/>
                </a:lnTo>
                <a:lnTo>
                  <a:pt x="9525" y="623888"/>
                </a:lnTo>
                <a:lnTo>
                  <a:pt x="9525" y="633413"/>
                </a:lnTo>
                <a:lnTo>
                  <a:pt x="9525" y="642938"/>
                </a:lnTo>
                <a:lnTo>
                  <a:pt x="9525" y="652463"/>
                </a:lnTo>
                <a:lnTo>
                  <a:pt x="9525" y="661988"/>
                </a:lnTo>
                <a:lnTo>
                  <a:pt x="9525" y="671513"/>
                </a:lnTo>
                <a:lnTo>
                  <a:pt x="9525" y="681038"/>
                </a:lnTo>
                <a:lnTo>
                  <a:pt x="9525" y="690563"/>
                </a:lnTo>
                <a:lnTo>
                  <a:pt x="9525" y="700088"/>
                </a:lnTo>
                <a:lnTo>
                  <a:pt x="9525" y="709613"/>
                </a:lnTo>
                <a:lnTo>
                  <a:pt x="9525" y="719138"/>
                </a:lnTo>
                <a:lnTo>
                  <a:pt x="9525" y="728663"/>
                </a:lnTo>
                <a:lnTo>
                  <a:pt x="9525" y="738188"/>
                </a:lnTo>
                <a:lnTo>
                  <a:pt x="9525" y="747713"/>
                </a:lnTo>
                <a:lnTo>
                  <a:pt x="9525" y="757238"/>
                </a:lnTo>
                <a:lnTo>
                  <a:pt x="9525" y="766763"/>
                </a:lnTo>
                <a:lnTo>
                  <a:pt x="9525" y="776288"/>
                </a:lnTo>
                <a:lnTo>
                  <a:pt x="4763" y="781050"/>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B3D2A6"/>
          </a:solidFill>
          <a:ln xmlns:a="http://schemas.openxmlformats.org/drawingml/2006/main" w="0">
            <a:noFill/>
            <a:prstDash val="solid"/>
          </a:ln>
        </p:spPr>
      </p:sp>
      <p:sp>
        <p:nvSpPr>
          <p:cNvPr id="526" name="layout-green-92-1">
            <a:extLst xmlns:a="http://schemas.openxmlformats.org/drawingml/2006/main">
              <a:ext uri="{FF2B5EF4-FFF2-40B4-BE49-F238E27FC236}">
                <a16:creationId xmlns:a16="http://schemas.microsoft.com/office/drawing/2014/main" id="{0AF87938-7EA3-439C-AB69-BFA345D1EAB5}"/>
              </a:ext>
            </a:extLst>
          </p:cNvPr>
          <p:cNvSpPr>
            <a:spLocks xmlns:a="http://schemas.openxmlformats.org/drawingml/2006/main" noGrp="1"/>
          </p:cNvSpPr>
          <p:nvPr/>
        </p:nvSpPr>
        <p:spPr>
          <a:xfrm xmlns:a="http://schemas.openxmlformats.org/drawingml/2006/main" rot="0">
            <a:off x="390525" y="3371850"/>
            <a:ext cx="171450" cy="190500"/>
          </a:xfrm>
          <a:custGeom xmlns:a="http://schemas.openxmlformats.org/drawingml/2006/main">
            <a:pathLst>
              <a:path w="171450" h="190500">
                <a:moveTo>
                  <a:pt x="161925" y="4763"/>
                </a:moveTo>
                <a:lnTo>
                  <a:pt x="166688" y="0"/>
                </a:lnTo>
                <a:lnTo>
                  <a:pt x="171450" y="4763"/>
                </a:lnTo>
                <a:lnTo>
                  <a:pt x="171450" y="14288"/>
                </a:lnTo>
                <a:lnTo>
                  <a:pt x="171450" y="23813"/>
                </a:lnTo>
                <a:lnTo>
                  <a:pt x="171450" y="33338"/>
                </a:lnTo>
                <a:lnTo>
                  <a:pt x="171450" y="42863"/>
                </a:lnTo>
                <a:lnTo>
                  <a:pt x="171450" y="52388"/>
                </a:lnTo>
                <a:lnTo>
                  <a:pt x="171450" y="61913"/>
                </a:lnTo>
                <a:lnTo>
                  <a:pt x="171450" y="71438"/>
                </a:lnTo>
                <a:lnTo>
                  <a:pt x="171450" y="80963"/>
                </a:lnTo>
                <a:lnTo>
                  <a:pt x="171450" y="90488"/>
                </a:lnTo>
                <a:lnTo>
                  <a:pt x="171450" y="100013"/>
                </a:lnTo>
                <a:lnTo>
                  <a:pt x="171450" y="109538"/>
                </a:lnTo>
                <a:lnTo>
                  <a:pt x="171450" y="119063"/>
                </a:lnTo>
                <a:lnTo>
                  <a:pt x="171450" y="128588"/>
                </a:lnTo>
                <a:lnTo>
                  <a:pt x="171450" y="138113"/>
                </a:lnTo>
                <a:lnTo>
                  <a:pt x="171450" y="147638"/>
                </a:lnTo>
                <a:lnTo>
                  <a:pt x="171450" y="157163"/>
                </a:lnTo>
                <a:lnTo>
                  <a:pt x="166688" y="161925"/>
                </a:lnTo>
                <a:lnTo>
                  <a:pt x="157163" y="161925"/>
                </a:lnTo>
                <a:lnTo>
                  <a:pt x="152400" y="166688"/>
                </a:lnTo>
                <a:lnTo>
                  <a:pt x="147638" y="171450"/>
                </a:lnTo>
                <a:lnTo>
                  <a:pt x="138113" y="171450"/>
                </a:lnTo>
                <a:lnTo>
                  <a:pt x="128588" y="171450"/>
                </a:lnTo>
                <a:lnTo>
                  <a:pt x="119063" y="171450"/>
                </a:lnTo>
                <a:lnTo>
                  <a:pt x="109538" y="171450"/>
                </a:lnTo>
                <a:lnTo>
                  <a:pt x="100013" y="171450"/>
                </a:lnTo>
                <a:lnTo>
                  <a:pt x="90488" y="171450"/>
                </a:lnTo>
                <a:lnTo>
                  <a:pt x="80963" y="171450"/>
                </a:lnTo>
                <a:lnTo>
                  <a:pt x="76200" y="176213"/>
                </a:lnTo>
                <a:lnTo>
                  <a:pt x="71438" y="180975"/>
                </a:lnTo>
                <a:lnTo>
                  <a:pt x="61913" y="180975"/>
                </a:lnTo>
                <a:lnTo>
                  <a:pt x="52388" y="180975"/>
                </a:lnTo>
                <a:lnTo>
                  <a:pt x="42863" y="180975"/>
                </a:lnTo>
                <a:lnTo>
                  <a:pt x="33338" y="180975"/>
                </a:lnTo>
                <a:lnTo>
                  <a:pt x="28575" y="185738"/>
                </a:lnTo>
                <a:lnTo>
                  <a:pt x="23813" y="190500"/>
                </a:lnTo>
                <a:lnTo>
                  <a:pt x="14288" y="190500"/>
                </a:lnTo>
                <a:lnTo>
                  <a:pt x="4763" y="190500"/>
                </a:lnTo>
                <a:lnTo>
                  <a:pt x="0" y="185738"/>
                </a:lnTo>
                <a:lnTo>
                  <a:pt x="4763" y="180975"/>
                </a:lnTo>
                <a:lnTo>
                  <a:pt x="9525" y="176213"/>
                </a:lnTo>
                <a:lnTo>
                  <a:pt x="14288" y="171450"/>
                </a:lnTo>
                <a:lnTo>
                  <a:pt x="19050" y="166688"/>
                </a:lnTo>
                <a:lnTo>
                  <a:pt x="23813" y="161925"/>
                </a:lnTo>
                <a:lnTo>
                  <a:pt x="33338" y="161925"/>
                </a:lnTo>
                <a:lnTo>
                  <a:pt x="38100" y="157163"/>
                </a:lnTo>
                <a:lnTo>
                  <a:pt x="42863" y="152400"/>
                </a:lnTo>
                <a:lnTo>
                  <a:pt x="47625" y="147638"/>
                </a:lnTo>
                <a:lnTo>
                  <a:pt x="52388" y="142875"/>
                </a:lnTo>
                <a:lnTo>
                  <a:pt x="57150" y="138113"/>
                </a:lnTo>
                <a:lnTo>
                  <a:pt x="61913" y="133350"/>
                </a:lnTo>
                <a:lnTo>
                  <a:pt x="71438" y="133350"/>
                </a:lnTo>
                <a:lnTo>
                  <a:pt x="76200" y="128588"/>
                </a:lnTo>
                <a:lnTo>
                  <a:pt x="80963" y="123825"/>
                </a:lnTo>
                <a:lnTo>
                  <a:pt x="85725" y="119063"/>
                </a:lnTo>
                <a:lnTo>
                  <a:pt x="90488" y="114300"/>
                </a:lnTo>
                <a:lnTo>
                  <a:pt x="100013" y="114300"/>
                </a:lnTo>
                <a:lnTo>
                  <a:pt x="104775" y="109538"/>
                </a:lnTo>
                <a:lnTo>
                  <a:pt x="109538" y="104775"/>
                </a:lnTo>
                <a:lnTo>
                  <a:pt x="119063" y="104775"/>
                </a:lnTo>
                <a:lnTo>
                  <a:pt x="123825" y="100013"/>
                </a:lnTo>
                <a:lnTo>
                  <a:pt x="128588" y="95250"/>
                </a:lnTo>
                <a:lnTo>
                  <a:pt x="138113" y="95250"/>
                </a:lnTo>
                <a:lnTo>
                  <a:pt x="147638" y="95250"/>
                </a:lnTo>
                <a:lnTo>
                  <a:pt x="152400" y="90488"/>
                </a:lnTo>
                <a:lnTo>
                  <a:pt x="157163" y="85725"/>
                </a:lnTo>
                <a:lnTo>
                  <a:pt x="161925" y="80963"/>
                </a:lnTo>
                <a:lnTo>
                  <a:pt x="161925" y="71438"/>
                </a:lnTo>
                <a:lnTo>
                  <a:pt x="161925" y="61913"/>
                </a:lnTo>
                <a:lnTo>
                  <a:pt x="161925" y="52388"/>
                </a:lnTo>
                <a:lnTo>
                  <a:pt x="161925" y="42863"/>
                </a:lnTo>
                <a:lnTo>
                  <a:pt x="161925" y="33338"/>
                </a:lnTo>
                <a:lnTo>
                  <a:pt x="161925" y="23813"/>
                </a:lnTo>
                <a:lnTo>
                  <a:pt x="161925" y="14288"/>
                </a:lnTo>
                <a:lnTo>
                  <a:pt x="161925" y="4763"/>
                </a:lnTo>
                <a:close/>
              </a:path>
            </a:pathLst>
          </a:custGeom>
          <a:solidFill xmlns:a="http://schemas.openxmlformats.org/drawingml/2006/main">
            <a:srgbClr val="B3D2A6"/>
          </a:solidFill>
          <a:ln xmlns:a="http://schemas.openxmlformats.org/drawingml/2006/main" w="0">
            <a:noFill/>
            <a:prstDash val="solid"/>
          </a:ln>
        </p:spPr>
      </p:sp>
      <p:sp>
        <p:nvSpPr>
          <p:cNvPr id="527" name="layout-green-92-2">
            <a:extLst xmlns:a="http://schemas.openxmlformats.org/drawingml/2006/main">
              <a:ext uri="{FF2B5EF4-FFF2-40B4-BE49-F238E27FC236}">
                <a16:creationId xmlns:a16="http://schemas.microsoft.com/office/drawing/2014/main" id="{4EE7051B-48E4-4A6D-996B-F0214DF734DC}"/>
              </a:ext>
            </a:extLst>
          </p:cNvPr>
          <p:cNvSpPr>
            <a:spLocks xmlns:a="http://schemas.openxmlformats.org/drawingml/2006/main" noGrp="1"/>
          </p:cNvSpPr>
          <p:nvPr/>
        </p:nvSpPr>
        <p:spPr>
          <a:xfrm xmlns:a="http://schemas.openxmlformats.org/drawingml/2006/main" rot="0">
            <a:off x="390525" y="3552825"/>
            <a:ext cx="171450" cy="85725"/>
          </a:xfrm>
          <a:custGeom xmlns:a="http://schemas.openxmlformats.org/drawingml/2006/main">
            <a:pathLst>
              <a:path w="171450" h="85725">
                <a:moveTo>
                  <a:pt x="152400" y="4763"/>
                </a:moveTo>
                <a:lnTo>
                  <a:pt x="157163" y="0"/>
                </a:lnTo>
                <a:lnTo>
                  <a:pt x="166688" y="0"/>
                </a:lnTo>
                <a:lnTo>
                  <a:pt x="171450" y="4763"/>
                </a:lnTo>
                <a:lnTo>
                  <a:pt x="171450" y="14288"/>
                </a:lnTo>
                <a:lnTo>
                  <a:pt x="171450" y="23813"/>
                </a:lnTo>
                <a:lnTo>
                  <a:pt x="166688" y="28575"/>
                </a:lnTo>
                <a:lnTo>
                  <a:pt x="161925" y="33338"/>
                </a:lnTo>
                <a:lnTo>
                  <a:pt x="161925" y="42863"/>
                </a:lnTo>
                <a:lnTo>
                  <a:pt x="166688" y="47625"/>
                </a:lnTo>
                <a:lnTo>
                  <a:pt x="171450" y="52388"/>
                </a:lnTo>
                <a:lnTo>
                  <a:pt x="171450" y="61913"/>
                </a:lnTo>
                <a:lnTo>
                  <a:pt x="171450" y="71438"/>
                </a:lnTo>
                <a:lnTo>
                  <a:pt x="171450" y="80963"/>
                </a:lnTo>
                <a:lnTo>
                  <a:pt x="166688" y="85725"/>
                </a:lnTo>
                <a:lnTo>
                  <a:pt x="157163" y="85725"/>
                </a:lnTo>
                <a:lnTo>
                  <a:pt x="147638" y="85725"/>
                </a:lnTo>
                <a:lnTo>
                  <a:pt x="138113" y="85725"/>
                </a:lnTo>
                <a:lnTo>
                  <a:pt x="128588" y="85725"/>
                </a:lnTo>
                <a:lnTo>
                  <a:pt x="119063" y="85725"/>
                </a:lnTo>
                <a:lnTo>
                  <a:pt x="109538" y="85725"/>
                </a:lnTo>
                <a:lnTo>
                  <a:pt x="100013" y="85725"/>
                </a:lnTo>
                <a:lnTo>
                  <a:pt x="90488" y="85725"/>
                </a:lnTo>
                <a:lnTo>
                  <a:pt x="85725" y="80963"/>
                </a:lnTo>
                <a:lnTo>
                  <a:pt x="80963" y="76200"/>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4763" y="57150"/>
                </a:lnTo>
                <a:lnTo>
                  <a:pt x="0" y="52388"/>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71438" y="19050"/>
                </a:lnTo>
                <a:lnTo>
                  <a:pt x="76200" y="14288"/>
                </a:lnTo>
                <a:lnTo>
                  <a:pt x="80963" y="9525"/>
                </a:lnTo>
                <a:lnTo>
                  <a:pt x="90488" y="9525"/>
                </a:lnTo>
                <a:lnTo>
                  <a:pt x="100013" y="9525"/>
                </a:lnTo>
                <a:lnTo>
                  <a:pt x="109538" y="9525"/>
                </a:lnTo>
                <a:lnTo>
                  <a:pt x="119063" y="9525"/>
                </a:lnTo>
                <a:lnTo>
                  <a:pt x="128588" y="9525"/>
                </a:lnTo>
                <a:lnTo>
                  <a:pt x="138113" y="9525"/>
                </a:lnTo>
                <a:lnTo>
                  <a:pt x="147638" y="9525"/>
                </a:lnTo>
                <a:lnTo>
                  <a:pt x="152400" y="4763"/>
                </a:lnTo>
                <a:close/>
              </a:path>
            </a:pathLst>
          </a:custGeom>
          <a:solidFill xmlns:a="http://schemas.openxmlformats.org/drawingml/2006/main">
            <a:srgbClr val="B3D2A6"/>
          </a:solidFill>
          <a:ln xmlns:a="http://schemas.openxmlformats.org/drawingml/2006/main" w="0">
            <a:noFill/>
            <a:prstDash val="solid"/>
          </a:ln>
        </p:spPr>
      </p:sp>
      <p:sp>
        <p:nvSpPr>
          <p:cNvPr id="528" name="layout-green-92-3">
            <a:extLst xmlns:a="http://schemas.openxmlformats.org/drawingml/2006/main">
              <a:ext uri="{FF2B5EF4-FFF2-40B4-BE49-F238E27FC236}">
                <a16:creationId xmlns:a16="http://schemas.microsoft.com/office/drawing/2014/main" id="{294E2ACE-A4ED-40CB-91D4-8C449D3C0572}"/>
              </a:ext>
            </a:extLst>
          </p:cNvPr>
          <p:cNvSpPr>
            <a:spLocks xmlns:a="http://schemas.openxmlformats.org/drawingml/2006/main" noGrp="1"/>
          </p:cNvSpPr>
          <p:nvPr/>
        </p:nvSpPr>
        <p:spPr>
          <a:xfrm xmlns:a="http://schemas.openxmlformats.org/drawingml/2006/main" rot="0">
            <a:off x="381000" y="35623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3D2A6"/>
          </a:solidFill>
          <a:ln xmlns:a="http://schemas.openxmlformats.org/drawingml/2006/main" w="0">
            <a:noFill/>
            <a:prstDash val="solid"/>
          </a:ln>
        </p:spPr>
      </p:sp>
      <p:sp>
        <p:nvSpPr>
          <p:cNvPr id="529" name="layout-green-92-4">
            <a:extLst xmlns:a="http://schemas.openxmlformats.org/drawingml/2006/main">
              <a:ext uri="{FF2B5EF4-FFF2-40B4-BE49-F238E27FC236}">
                <a16:creationId xmlns:a16="http://schemas.microsoft.com/office/drawing/2014/main" id="{E1A745B8-92FF-47E1-B49F-2FB3AD98E939}"/>
              </a:ext>
            </a:extLst>
          </p:cNvPr>
          <p:cNvSpPr>
            <a:spLocks xmlns:a="http://schemas.openxmlformats.org/drawingml/2006/main" noGrp="1"/>
          </p:cNvSpPr>
          <p:nvPr/>
        </p:nvSpPr>
        <p:spPr>
          <a:xfrm xmlns:a="http://schemas.openxmlformats.org/drawingml/2006/main" rot="0">
            <a:off x="295275" y="3590925"/>
            <a:ext cx="885825" cy="590550"/>
          </a:xfrm>
          <a:custGeom xmlns:a="http://schemas.openxmlformats.org/drawingml/2006/main">
            <a:pathLst>
              <a:path w="885825" h="590550">
                <a:moveTo>
                  <a:pt x="66675" y="4763"/>
                </a:moveTo>
                <a:lnTo>
                  <a:pt x="71438" y="0"/>
                </a:lnTo>
                <a:lnTo>
                  <a:pt x="76200" y="4763"/>
                </a:lnTo>
                <a:lnTo>
                  <a:pt x="76200" y="14288"/>
                </a:lnTo>
                <a:lnTo>
                  <a:pt x="76200" y="23813"/>
                </a:lnTo>
                <a:lnTo>
                  <a:pt x="80963" y="28575"/>
                </a:lnTo>
                <a:lnTo>
                  <a:pt x="85725" y="33338"/>
                </a:lnTo>
                <a:lnTo>
                  <a:pt x="90488" y="38100"/>
                </a:lnTo>
                <a:lnTo>
                  <a:pt x="100013" y="38100"/>
                </a:lnTo>
                <a:lnTo>
                  <a:pt x="104775" y="42863"/>
                </a:lnTo>
                <a:lnTo>
                  <a:pt x="109538" y="47625"/>
                </a:lnTo>
                <a:lnTo>
                  <a:pt x="119063" y="47625"/>
                </a:lnTo>
                <a:lnTo>
                  <a:pt x="128588" y="47625"/>
                </a:lnTo>
                <a:lnTo>
                  <a:pt x="133350" y="52388"/>
                </a:lnTo>
                <a:lnTo>
                  <a:pt x="138113" y="57150"/>
                </a:lnTo>
                <a:lnTo>
                  <a:pt x="147638" y="57150"/>
                </a:lnTo>
                <a:lnTo>
                  <a:pt x="157163" y="57150"/>
                </a:lnTo>
                <a:lnTo>
                  <a:pt x="166688" y="57150"/>
                </a:lnTo>
                <a:lnTo>
                  <a:pt x="171450" y="61913"/>
                </a:lnTo>
                <a:lnTo>
                  <a:pt x="176213" y="66675"/>
                </a:lnTo>
                <a:lnTo>
                  <a:pt x="185738" y="66675"/>
                </a:lnTo>
                <a:lnTo>
                  <a:pt x="195263" y="66675"/>
                </a:lnTo>
                <a:lnTo>
                  <a:pt x="204788" y="66675"/>
                </a:lnTo>
                <a:lnTo>
                  <a:pt x="214313" y="66675"/>
                </a:lnTo>
                <a:lnTo>
                  <a:pt x="223838" y="66675"/>
                </a:lnTo>
                <a:lnTo>
                  <a:pt x="233363" y="66675"/>
                </a:lnTo>
                <a:lnTo>
                  <a:pt x="242888" y="66675"/>
                </a:lnTo>
                <a:lnTo>
                  <a:pt x="252413" y="66675"/>
                </a:lnTo>
                <a:lnTo>
                  <a:pt x="257175" y="71438"/>
                </a:lnTo>
                <a:lnTo>
                  <a:pt x="261938" y="76200"/>
                </a:lnTo>
                <a:lnTo>
                  <a:pt x="266700" y="80963"/>
                </a:lnTo>
                <a:lnTo>
                  <a:pt x="266700" y="90488"/>
                </a:lnTo>
                <a:lnTo>
                  <a:pt x="266700" y="100013"/>
                </a:lnTo>
                <a:lnTo>
                  <a:pt x="266700" y="109538"/>
                </a:lnTo>
                <a:lnTo>
                  <a:pt x="266700" y="119063"/>
                </a:lnTo>
                <a:lnTo>
                  <a:pt x="266700" y="128588"/>
                </a:lnTo>
                <a:lnTo>
                  <a:pt x="266700" y="138113"/>
                </a:lnTo>
                <a:lnTo>
                  <a:pt x="266700" y="147638"/>
                </a:lnTo>
                <a:lnTo>
                  <a:pt x="266700" y="157163"/>
                </a:lnTo>
                <a:lnTo>
                  <a:pt x="266700" y="166688"/>
                </a:lnTo>
                <a:lnTo>
                  <a:pt x="266700" y="176213"/>
                </a:lnTo>
                <a:lnTo>
                  <a:pt x="266700" y="185738"/>
                </a:lnTo>
                <a:lnTo>
                  <a:pt x="266700" y="195263"/>
                </a:lnTo>
                <a:lnTo>
                  <a:pt x="266700" y="204788"/>
                </a:lnTo>
                <a:lnTo>
                  <a:pt x="266700" y="214313"/>
                </a:lnTo>
                <a:lnTo>
                  <a:pt x="271463" y="219075"/>
                </a:lnTo>
                <a:lnTo>
                  <a:pt x="280988" y="219075"/>
                </a:lnTo>
                <a:lnTo>
                  <a:pt x="290513" y="219075"/>
                </a:lnTo>
                <a:lnTo>
                  <a:pt x="300038" y="219075"/>
                </a:lnTo>
                <a:lnTo>
                  <a:pt x="309563" y="219075"/>
                </a:lnTo>
                <a:lnTo>
                  <a:pt x="319088" y="219075"/>
                </a:lnTo>
                <a:lnTo>
                  <a:pt x="328613" y="219075"/>
                </a:lnTo>
                <a:lnTo>
                  <a:pt x="338138" y="219075"/>
                </a:lnTo>
                <a:lnTo>
                  <a:pt x="347663" y="219075"/>
                </a:lnTo>
                <a:lnTo>
                  <a:pt x="357188" y="219075"/>
                </a:lnTo>
                <a:lnTo>
                  <a:pt x="366713" y="219075"/>
                </a:lnTo>
                <a:lnTo>
                  <a:pt x="376238" y="219075"/>
                </a:lnTo>
                <a:lnTo>
                  <a:pt x="385763" y="219075"/>
                </a:lnTo>
                <a:lnTo>
                  <a:pt x="395288" y="219075"/>
                </a:lnTo>
                <a:lnTo>
                  <a:pt x="404813" y="219075"/>
                </a:lnTo>
                <a:lnTo>
                  <a:pt x="414338" y="219075"/>
                </a:lnTo>
                <a:lnTo>
                  <a:pt x="423863" y="219075"/>
                </a:lnTo>
                <a:lnTo>
                  <a:pt x="433388" y="219075"/>
                </a:lnTo>
                <a:lnTo>
                  <a:pt x="442913" y="219075"/>
                </a:lnTo>
                <a:lnTo>
                  <a:pt x="452438" y="219075"/>
                </a:lnTo>
                <a:lnTo>
                  <a:pt x="461963" y="219075"/>
                </a:lnTo>
                <a:lnTo>
                  <a:pt x="471488" y="219075"/>
                </a:lnTo>
                <a:lnTo>
                  <a:pt x="481013" y="219075"/>
                </a:lnTo>
                <a:lnTo>
                  <a:pt x="490538" y="219075"/>
                </a:lnTo>
                <a:lnTo>
                  <a:pt x="500063" y="219075"/>
                </a:lnTo>
                <a:lnTo>
                  <a:pt x="509588" y="219075"/>
                </a:lnTo>
                <a:lnTo>
                  <a:pt x="519113" y="219075"/>
                </a:lnTo>
                <a:lnTo>
                  <a:pt x="528638" y="219075"/>
                </a:lnTo>
                <a:lnTo>
                  <a:pt x="538163" y="219075"/>
                </a:lnTo>
                <a:lnTo>
                  <a:pt x="547688" y="219075"/>
                </a:lnTo>
                <a:lnTo>
                  <a:pt x="557213" y="219075"/>
                </a:lnTo>
                <a:lnTo>
                  <a:pt x="566738" y="219075"/>
                </a:lnTo>
                <a:lnTo>
                  <a:pt x="576263" y="219075"/>
                </a:lnTo>
                <a:lnTo>
                  <a:pt x="585788" y="219075"/>
                </a:lnTo>
                <a:lnTo>
                  <a:pt x="595313" y="219075"/>
                </a:lnTo>
                <a:lnTo>
                  <a:pt x="604838" y="219075"/>
                </a:lnTo>
                <a:lnTo>
                  <a:pt x="614363" y="219075"/>
                </a:lnTo>
                <a:lnTo>
                  <a:pt x="623888" y="219075"/>
                </a:lnTo>
                <a:lnTo>
                  <a:pt x="633413" y="219075"/>
                </a:lnTo>
                <a:lnTo>
                  <a:pt x="642938" y="219075"/>
                </a:lnTo>
                <a:lnTo>
                  <a:pt x="652463" y="219075"/>
                </a:lnTo>
                <a:lnTo>
                  <a:pt x="661988" y="219075"/>
                </a:lnTo>
                <a:lnTo>
                  <a:pt x="671513" y="219075"/>
                </a:lnTo>
                <a:lnTo>
                  <a:pt x="681038" y="219075"/>
                </a:lnTo>
                <a:lnTo>
                  <a:pt x="690563" y="219075"/>
                </a:lnTo>
                <a:lnTo>
                  <a:pt x="700088" y="219075"/>
                </a:lnTo>
                <a:lnTo>
                  <a:pt x="709613" y="219075"/>
                </a:lnTo>
                <a:lnTo>
                  <a:pt x="719138" y="219075"/>
                </a:lnTo>
                <a:lnTo>
                  <a:pt x="728663" y="219075"/>
                </a:lnTo>
                <a:lnTo>
                  <a:pt x="738188" y="219075"/>
                </a:lnTo>
                <a:lnTo>
                  <a:pt x="747713" y="219075"/>
                </a:lnTo>
                <a:lnTo>
                  <a:pt x="757238" y="219075"/>
                </a:lnTo>
                <a:lnTo>
                  <a:pt x="766763" y="219075"/>
                </a:lnTo>
                <a:lnTo>
                  <a:pt x="776288" y="219075"/>
                </a:lnTo>
                <a:lnTo>
                  <a:pt x="785813" y="219075"/>
                </a:lnTo>
                <a:lnTo>
                  <a:pt x="795338" y="219075"/>
                </a:lnTo>
                <a:lnTo>
                  <a:pt x="804863" y="219075"/>
                </a:lnTo>
                <a:lnTo>
                  <a:pt x="814388" y="219075"/>
                </a:lnTo>
                <a:lnTo>
                  <a:pt x="823913" y="219075"/>
                </a:lnTo>
                <a:lnTo>
                  <a:pt x="833438" y="219075"/>
                </a:lnTo>
                <a:lnTo>
                  <a:pt x="842963" y="219075"/>
                </a:lnTo>
                <a:lnTo>
                  <a:pt x="852488" y="219075"/>
                </a:lnTo>
                <a:lnTo>
                  <a:pt x="862013" y="219075"/>
                </a:lnTo>
                <a:lnTo>
                  <a:pt x="871538" y="219075"/>
                </a:lnTo>
                <a:lnTo>
                  <a:pt x="881063" y="219075"/>
                </a:lnTo>
                <a:lnTo>
                  <a:pt x="885825" y="223838"/>
                </a:lnTo>
                <a:lnTo>
                  <a:pt x="881063" y="228600"/>
                </a:lnTo>
                <a:lnTo>
                  <a:pt x="871538" y="228600"/>
                </a:lnTo>
                <a:lnTo>
                  <a:pt x="862013" y="228600"/>
                </a:lnTo>
                <a:lnTo>
                  <a:pt x="852488" y="228600"/>
                </a:lnTo>
                <a:lnTo>
                  <a:pt x="842963" y="228600"/>
                </a:lnTo>
                <a:lnTo>
                  <a:pt x="833438" y="228600"/>
                </a:lnTo>
                <a:lnTo>
                  <a:pt x="823913" y="228600"/>
                </a:lnTo>
                <a:lnTo>
                  <a:pt x="814388" y="228600"/>
                </a:lnTo>
                <a:lnTo>
                  <a:pt x="804863" y="228600"/>
                </a:lnTo>
                <a:lnTo>
                  <a:pt x="795338" y="228600"/>
                </a:lnTo>
                <a:lnTo>
                  <a:pt x="785813" y="228600"/>
                </a:lnTo>
                <a:lnTo>
                  <a:pt x="776288" y="228600"/>
                </a:lnTo>
                <a:lnTo>
                  <a:pt x="766763" y="228600"/>
                </a:lnTo>
                <a:lnTo>
                  <a:pt x="757238" y="228600"/>
                </a:lnTo>
                <a:lnTo>
                  <a:pt x="747713" y="228600"/>
                </a:lnTo>
                <a:lnTo>
                  <a:pt x="738188" y="228600"/>
                </a:lnTo>
                <a:lnTo>
                  <a:pt x="733425" y="233363"/>
                </a:lnTo>
                <a:lnTo>
                  <a:pt x="738188" y="238125"/>
                </a:lnTo>
                <a:lnTo>
                  <a:pt x="742950" y="242888"/>
                </a:lnTo>
                <a:lnTo>
                  <a:pt x="738188" y="247650"/>
                </a:lnTo>
                <a:lnTo>
                  <a:pt x="733425" y="252413"/>
                </a:lnTo>
                <a:lnTo>
                  <a:pt x="733425" y="261938"/>
                </a:lnTo>
                <a:lnTo>
                  <a:pt x="733425" y="271463"/>
                </a:lnTo>
                <a:lnTo>
                  <a:pt x="733425" y="280988"/>
                </a:lnTo>
                <a:lnTo>
                  <a:pt x="733425" y="290513"/>
                </a:lnTo>
                <a:lnTo>
                  <a:pt x="728663" y="295275"/>
                </a:lnTo>
                <a:lnTo>
                  <a:pt x="723900" y="300038"/>
                </a:lnTo>
                <a:lnTo>
                  <a:pt x="723900" y="309563"/>
                </a:lnTo>
                <a:lnTo>
                  <a:pt x="723900" y="319088"/>
                </a:lnTo>
                <a:lnTo>
                  <a:pt x="723900" y="328613"/>
                </a:lnTo>
                <a:lnTo>
                  <a:pt x="719138" y="333375"/>
                </a:lnTo>
                <a:lnTo>
                  <a:pt x="714375" y="338138"/>
                </a:lnTo>
                <a:lnTo>
                  <a:pt x="714375" y="347663"/>
                </a:lnTo>
                <a:lnTo>
                  <a:pt x="709613" y="352425"/>
                </a:lnTo>
                <a:lnTo>
                  <a:pt x="704850" y="357188"/>
                </a:lnTo>
                <a:lnTo>
                  <a:pt x="704850" y="366713"/>
                </a:lnTo>
                <a:lnTo>
                  <a:pt x="704850" y="376238"/>
                </a:lnTo>
                <a:lnTo>
                  <a:pt x="700088" y="381000"/>
                </a:lnTo>
                <a:lnTo>
                  <a:pt x="695325" y="385763"/>
                </a:lnTo>
                <a:lnTo>
                  <a:pt x="695325" y="395288"/>
                </a:lnTo>
                <a:lnTo>
                  <a:pt x="690563" y="400050"/>
                </a:lnTo>
                <a:lnTo>
                  <a:pt x="685800" y="404813"/>
                </a:lnTo>
                <a:lnTo>
                  <a:pt x="681038" y="409575"/>
                </a:lnTo>
                <a:lnTo>
                  <a:pt x="676275" y="414338"/>
                </a:lnTo>
                <a:lnTo>
                  <a:pt x="676275" y="423863"/>
                </a:lnTo>
                <a:lnTo>
                  <a:pt x="671513" y="428625"/>
                </a:lnTo>
                <a:lnTo>
                  <a:pt x="666750" y="433388"/>
                </a:lnTo>
                <a:lnTo>
                  <a:pt x="661988" y="438150"/>
                </a:lnTo>
                <a:lnTo>
                  <a:pt x="657225" y="442913"/>
                </a:lnTo>
                <a:lnTo>
                  <a:pt x="652463" y="447675"/>
                </a:lnTo>
                <a:lnTo>
                  <a:pt x="647700" y="452438"/>
                </a:lnTo>
                <a:lnTo>
                  <a:pt x="647700" y="461963"/>
                </a:lnTo>
                <a:lnTo>
                  <a:pt x="642938" y="466725"/>
                </a:lnTo>
                <a:lnTo>
                  <a:pt x="638175" y="471488"/>
                </a:lnTo>
                <a:lnTo>
                  <a:pt x="633413" y="476250"/>
                </a:lnTo>
                <a:lnTo>
                  <a:pt x="628650" y="481013"/>
                </a:lnTo>
                <a:lnTo>
                  <a:pt x="623888" y="485775"/>
                </a:lnTo>
                <a:lnTo>
                  <a:pt x="619125" y="490538"/>
                </a:lnTo>
                <a:lnTo>
                  <a:pt x="614363" y="495300"/>
                </a:lnTo>
                <a:lnTo>
                  <a:pt x="609600" y="500063"/>
                </a:lnTo>
                <a:lnTo>
                  <a:pt x="604838" y="504825"/>
                </a:lnTo>
                <a:lnTo>
                  <a:pt x="600075" y="509588"/>
                </a:lnTo>
                <a:lnTo>
                  <a:pt x="595313" y="514350"/>
                </a:lnTo>
                <a:lnTo>
                  <a:pt x="585788" y="514350"/>
                </a:lnTo>
                <a:lnTo>
                  <a:pt x="581025" y="519113"/>
                </a:lnTo>
                <a:lnTo>
                  <a:pt x="576263" y="523875"/>
                </a:lnTo>
                <a:lnTo>
                  <a:pt x="571500" y="528638"/>
                </a:lnTo>
                <a:lnTo>
                  <a:pt x="566738" y="533400"/>
                </a:lnTo>
                <a:lnTo>
                  <a:pt x="557213" y="533400"/>
                </a:lnTo>
                <a:lnTo>
                  <a:pt x="552450" y="538163"/>
                </a:lnTo>
                <a:lnTo>
                  <a:pt x="547688" y="542925"/>
                </a:lnTo>
                <a:lnTo>
                  <a:pt x="538163" y="542925"/>
                </a:lnTo>
                <a:lnTo>
                  <a:pt x="533400" y="547688"/>
                </a:lnTo>
                <a:lnTo>
                  <a:pt x="528638" y="552450"/>
                </a:lnTo>
                <a:lnTo>
                  <a:pt x="519113" y="552450"/>
                </a:lnTo>
                <a:lnTo>
                  <a:pt x="514350" y="557213"/>
                </a:lnTo>
                <a:lnTo>
                  <a:pt x="509588" y="561975"/>
                </a:lnTo>
                <a:lnTo>
                  <a:pt x="500063" y="561975"/>
                </a:lnTo>
                <a:lnTo>
                  <a:pt x="495300" y="566738"/>
                </a:lnTo>
                <a:lnTo>
                  <a:pt x="490538" y="571500"/>
                </a:lnTo>
                <a:lnTo>
                  <a:pt x="481013" y="571500"/>
                </a:lnTo>
                <a:lnTo>
                  <a:pt x="471488" y="571500"/>
                </a:lnTo>
                <a:lnTo>
                  <a:pt x="466725" y="576263"/>
                </a:lnTo>
                <a:lnTo>
                  <a:pt x="461963" y="581025"/>
                </a:lnTo>
                <a:lnTo>
                  <a:pt x="452438" y="581025"/>
                </a:lnTo>
                <a:lnTo>
                  <a:pt x="442913" y="581025"/>
                </a:lnTo>
                <a:lnTo>
                  <a:pt x="433388" y="581025"/>
                </a:lnTo>
                <a:lnTo>
                  <a:pt x="423863" y="581025"/>
                </a:lnTo>
                <a:lnTo>
                  <a:pt x="419100" y="585788"/>
                </a:lnTo>
                <a:lnTo>
                  <a:pt x="414338" y="590550"/>
                </a:lnTo>
                <a:lnTo>
                  <a:pt x="404813" y="590550"/>
                </a:lnTo>
                <a:lnTo>
                  <a:pt x="395288" y="590550"/>
                </a:lnTo>
                <a:lnTo>
                  <a:pt x="385763" y="590550"/>
                </a:lnTo>
                <a:lnTo>
                  <a:pt x="376238" y="590550"/>
                </a:lnTo>
                <a:lnTo>
                  <a:pt x="366713" y="590550"/>
                </a:lnTo>
                <a:lnTo>
                  <a:pt x="357188" y="590550"/>
                </a:lnTo>
                <a:lnTo>
                  <a:pt x="347663" y="590550"/>
                </a:lnTo>
                <a:lnTo>
                  <a:pt x="338138" y="590550"/>
                </a:lnTo>
                <a:lnTo>
                  <a:pt x="328613" y="590550"/>
                </a:lnTo>
                <a:lnTo>
                  <a:pt x="323850" y="585788"/>
                </a:lnTo>
                <a:lnTo>
                  <a:pt x="319088" y="581025"/>
                </a:lnTo>
                <a:lnTo>
                  <a:pt x="309563" y="581025"/>
                </a:lnTo>
                <a:lnTo>
                  <a:pt x="300038" y="581025"/>
                </a:lnTo>
                <a:lnTo>
                  <a:pt x="290513" y="581025"/>
                </a:lnTo>
                <a:lnTo>
                  <a:pt x="280988" y="581025"/>
                </a:lnTo>
                <a:lnTo>
                  <a:pt x="271463" y="581025"/>
                </a:lnTo>
                <a:lnTo>
                  <a:pt x="266700" y="576263"/>
                </a:lnTo>
                <a:lnTo>
                  <a:pt x="261938" y="571500"/>
                </a:lnTo>
                <a:lnTo>
                  <a:pt x="252413" y="571500"/>
                </a:lnTo>
                <a:lnTo>
                  <a:pt x="242888" y="571500"/>
                </a:lnTo>
                <a:lnTo>
                  <a:pt x="238125" y="566738"/>
                </a:lnTo>
                <a:lnTo>
                  <a:pt x="233363" y="561975"/>
                </a:lnTo>
                <a:lnTo>
                  <a:pt x="223838" y="561975"/>
                </a:lnTo>
                <a:lnTo>
                  <a:pt x="219075" y="557213"/>
                </a:lnTo>
                <a:lnTo>
                  <a:pt x="214313" y="552450"/>
                </a:lnTo>
                <a:lnTo>
                  <a:pt x="204788" y="552450"/>
                </a:lnTo>
                <a:lnTo>
                  <a:pt x="200025" y="547688"/>
                </a:lnTo>
                <a:lnTo>
                  <a:pt x="195263" y="542925"/>
                </a:lnTo>
                <a:lnTo>
                  <a:pt x="185738" y="542925"/>
                </a:lnTo>
                <a:lnTo>
                  <a:pt x="180975" y="538163"/>
                </a:lnTo>
                <a:lnTo>
                  <a:pt x="176213" y="533400"/>
                </a:lnTo>
                <a:lnTo>
                  <a:pt x="166688" y="533400"/>
                </a:lnTo>
                <a:lnTo>
                  <a:pt x="161925" y="528638"/>
                </a:lnTo>
                <a:lnTo>
                  <a:pt x="157163" y="523875"/>
                </a:lnTo>
                <a:lnTo>
                  <a:pt x="152400" y="519113"/>
                </a:lnTo>
                <a:lnTo>
                  <a:pt x="147638" y="514350"/>
                </a:lnTo>
                <a:lnTo>
                  <a:pt x="138113" y="514350"/>
                </a:lnTo>
                <a:lnTo>
                  <a:pt x="133350" y="509588"/>
                </a:lnTo>
                <a:lnTo>
                  <a:pt x="128588" y="504825"/>
                </a:lnTo>
                <a:lnTo>
                  <a:pt x="123825" y="500063"/>
                </a:lnTo>
                <a:lnTo>
                  <a:pt x="119063" y="495300"/>
                </a:lnTo>
                <a:lnTo>
                  <a:pt x="114300" y="490538"/>
                </a:lnTo>
                <a:lnTo>
                  <a:pt x="109538" y="485775"/>
                </a:lnTo>
                <a:lnTo>
                  <a:pt x="104775" y="481013"/>
                </a:lnTo>
                <a:lnTo>
                  <a:pt x="100013" y="476250"/>
                </a:lnTo>
                <a:lnTo>
                  <a:pt x="95250" y="471488"/>
                </a:lnTo>
                <a:lnTo>
                  <a:pt x="90488" y="466725"/>
                </a:lnTo>
                <a:lnTo>
                  <a:pt x="85725" y="461963"/>
                </a:lnTo>
                <a:lnTo>
                  <a:pt x="85725" y="452438"/>
                </a:lnTo>
                <a:lnTo>
                  <a:pt x="80963" y="447675"/>
                </a:lnTo>
                <a:lnTo>
                  <a:pt x="76200" y="442913"/>
                </a:lnTo>
                <a:lnTo>
                  <a:pt x="71438" y="438150"/>
                </a:lnTo>
                <a:lnTo>
                  <a:pt x="66675" y="433388"/>
                </a:lnTo>
                <a:lnTo>
                  <a:pt x="61913" y="428625"/>
                </a:lnTo>
                <a:lnTo>
                  <a:pt x="57150" y="423863"/>
                </a:lnTo>
                <a:lnTo>
                  <a:pt x="57150" y="414338"/>
                </a:lnTo>
                <a:lnTo>
                  <a:pt x="52388" y="409575"/>
                </a:lnTo>
                <a:lnTo>
                  <a:pt x="47625" y="404813"/>
                </a:lnTo>
                <a:lnTo>
                  <a:pt x="42863" y="400050"/>
                </a:lnTo>
                <a:lnTo>
                  <a:pt x="38100" y="395288"/>
                </a:lnTo>
                <a:lnTo>
                  <a:pt x="38100" y="385763"/>
                </a:lnTo>
                <a:lnTo>
                  <a:pt x="38100" y="376238"/>
                </a:lnTo>
                <a:lnTo>
                  <a:pt x="33338" y="371475"/>
                </a:lnTo>
                <a:lnTo>
                  <a:pt x="28575" y="366713"/>
                </a:lnTo>
                <a:lnTo>
                  <a:pt x="28575" y="357188"/>
                </a:lnTo>
                <a:lnTo>
                  <a:pt x="23813" y="352425"/>
                </a:lnTo>
                <a:lnTo>
                  <a:pt x="19050" y="347663"/>
                </a:lnTo>
                <a:lnTo>
                  <a:pt x="19050" y="338138"/>
                </a:lnTo>
                <a:lnTo>
                  <a:pt x="19050" y="328613"/>
                </a:lnTo>
                <a:lnTo>
                  <a:pt x="14288" y="323850"/>
                </a:lnTo>
                <a:lnTo>
                  <a:pt x="9525" y="319088"/>
                </a:lnTo>
                <a:lnTo>
                  <a:pt x="9525" y="309563"/>
                </a:lnTo>
                <a:lnTo>
                  <a:pt x="9525" y="300038"/>
                </a:lnTo>
                <a:lnTo>
                  <a:pt x="4763" y="295275"/>
                </a:lnTo>
                <a:lnTo>
                  <a:pt x="0" y="290513"/>
                </a:lnTo>
                <a:lnTo>
                  <a:pt x="4763" y="285750"/>
                </a:lnTo>
                <a:lnTo>
                  <a:pt x="9525" y="280988"/>
                </a:lnTo>
                <a:lnTo>
                  <a:pt x="4763" y="276225"/>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4763" y="152400"/>
                </a:lnTo>
                <a:lnTo>
                  <a:pt x="9525" y="147638"/>
                </a:lnTo>
                <a:lnTo>
                  <a:pt x="9525" y="138113"/>
                </a:lnTo>
                <a:lnTo>
                  <a:pt x="9525" y="128588"/>
                </a:lnTo>
                <a:lnTo>
                  <a:pt x="9525" y="119063"/>
                </a:lnTo>
                <a:lnTo>
                  <a:pt x="14288" y="114300"/>
                </a:lnTo>
                <a:lnTo>
                  <a:pt x="19050" y="109538"/>
                </a:lnTo>
                <a:lnTo>
                  <a:pt x="19050" y="100013"/>
                </a:lnTo>
                <a:lnTo>
                  <a:pt x="19050" y="90488"/>
                </a:lnTo>
                <a:lnTo>
                  <a:pt x="23813" y="85725"/>
                </a:lnTo>
                <a:lnTo>
                  <a:pt x="28575" y="80963"/>
                </a:lnTo>
                <a:lnTo>
                  <a:pt x="28575" y="71438"/>
                </a:lnTo>
                <a:lnTo>
                  <a:pt x="33338" y="66675"/>
                </a:lnTo>
                <a:lnTo>
                  <a:pt x="38100" y="61913"/>
                </a:lnTo>
                <a:lnTo>
                  <a:pt x="38100" y="52388"/>
                </a:lnTo>
                <a:lnTo>
                  <a:pt x="42863" y="47625"/>
                </a:lnTo>
                <a:lnTo>
                  <a:pt x="47625" y="42863"/>
                </a:lnTo>
                <a:lnTo>
                  <a:pt x="52388" y="38100"/>
                </a:lnTo>
                <a:lnTo>
                  <a:pt x="57150" y="33338"/>
                </a:lnTo>
                <a:lnTo>
                  <a:pt x="57150" y="23813"/>
                </a:lnTo>
                <a:lnTo>
                  <a:pt x="57150" y="14288"/>
                </a:lnTo>
                <a:lnTo>
                  <a:pt x="61913" y="9525"/>
                </a:lnTo>
                <a:lnTo>
                  <a:pt x="66675" y="4763"/>
                </a:lnTo>
                <a:close/>
              </a:path>
            </a:pathLst>
          </a:custGeom>
          <a:solidFill xmlns:a="http://schemas.openxmlformats.org/drawingml/2006/main">
            <a:srgbClr val="B3D2A6"/>
          </a:solidFill>
          <a:ln xmlns:a="http://schemas.openxmlformats.org/drawingml/2006/main" w="0">
            <a:noFill/>
            <a:prstDash val="solid"/>
          </a:ln>
        </p:spPr>
      </p:sp>
      <p:sp>
        <p:nvSpPr>
          <p:cNvPr id="530" name="layout-green-92-5">
            <a:extLst xmlns:a="http://schemas.openxmlformats.org/drawingml/2006/main">
              <a:ext uri="{FF2B5EF4-FFF2-40B4-BE49-F238E27FC236}">
                <a16:creationId xmlns:a16="http://schemas.microsoft.com/office/drawing/2014/main" id="{F780DEEA-6D74-4001-9CFE-F3E174A4F0F2}"/>
              </a:ext>
            </a:extLst>
          </p:cNvPr>
          <p:cNvSpPr>
            <a:spLocks xmlns:a="http://schemas.openxmlformats.org/drawingml/2006/main" noGrp="1"/>
          </p:cNvSpPr>
          <p:nvPr/>
        </p:nvSpPr>
        <p:spPr>
          <a:xfrm xmlns:a="http://schemas.openxmlformats.org/drawingml/2006/main" rot="0">
            <a:off x="1190625" y="3810000"/>
            <a:ext cx="9525" cy="342900"/>
          </a:xfrm>
          <a:custGeom xmlns:a="http://schemas.openxmlformats.org/drawingml/2006/main">
            <a:pathLst>
              <a:path w="9525" h="34290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4763" y="342900"/>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B3D2A6"/>
          </a:solidFill>
          <a:ln xmlns:a="http://schemas.openxmlformats.org/drawingml/2006/main" w="0">
            <a:noFill/>
            <a:prstDash val="solid"/>
          </a:ln>
        </p:spPr>
      </p:sp>
      <p:sp>
        <p:nvSpPr>
          <p:cNvPr id="531" name="layout-green-92-6">
            <a:extLst xmlns:a="http://schemas.openxmlformats.org/drawingml/2006/main">
              <a:ext uri="{FF2B5EF4-FFF2-40B4-BE49-F238E27FC236}">
                <a16:creationId xmlns:a16="http://schemas.microsoft.com/office/drawing/2014/main" id="{6C7677A6-1C73-4353-965E-D90F99CA40B4}"/>
              </a:ext>
            </a:extLst>
          </p:cNvPr>
          <p:cNvSpPr>
            <a:spLocks xmlns:a="http://schemas.openxmlformats.org/drawingml/2006/main" noGrp="1"/>
          </p:cNvSpPr>
          <p:nvPr/>
        </p:nvSpPr>
        <p:spPr>
          <a:xfrm xmlns:a="http://schemas.openxmlformats.org/drawingml/2006/main" rot="0">
            <a:off x="123825" y="4238625"/>
            <a:ext cx="1076325" cy="9525"/>
          </a:xfrm>
          <a:custGeom xmlns:a="http://schemas.openxmlformats.org/drawingml/2006/main">
            <a:pathLst>
              <a:path w="107632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42988" y="0"/>
                </a:lnTo>
                <a:lnTo>
                  <a:pt x="1052513" y="0"/>
                </a:lnTo>
                <a:lnTo>
                  <a:pt x="1062038" y="0"/>
                </a:lnTo>
                <a:lnTo>
                  <a:pt x="1071563" y="0"/>
                </a:lnTo>
                <a:lnTo>
                  <a:pt x="1076325" y="4763"/>
                </a:lnTo>
                <a:lnTo>
                  <a:pt x="1071563" y="9525"/>
                </a:lnTo>
                <a:lnTo>
                  <a:pt x="1062038" y="9525"/>
                </a:lnTo>
                <a:lnTo>
                  <a:pt x="1052513" y="9525"/>
                </a:lnTo>
                <a:lnTo>
                  <a:pt x="1042988" y="9525"/>
                </a:lnTo>
                <a:lnTo>
                  <a:pt x="1033463" y="9525"/>
                </a:lnTo>
                <a:lnTo>
                  <a:pt x="1023938" y="9525"/>
                </a:lnTo>
                <a:lnTo>
                  <a:pt x="1014413" y="9525"/>
                </a:lnTo>
                <a:lnTo>
                  <a:pt x="1004888" y="9525"/>
                </a:lnTo>
                <a:lnTo>
                  <a:pt x="995363" y="9525"/>
                </a:lnTo>
                <a:lnTo>
                  <a:pt x="985838" y="9525"/>
                </a:lnTo>
                <a:lnTo>
                  <a:pt x="976313" y="9525"/>
                </a:lnTo>
                <a:lnTo>
                  <a:pt x="966788" y="9525"/>
                </a:lnTo>
                <a:lnTo>
                  <a:pt x="957263" y="9525"/>
                </a:lnTo>
                <a:lnTo>
                  <a:pt x="947738" y="9525"/>
                </a:lnTo>
                <a:lnTo>
                  <a:pt x="938213" y="9525"/>
                </a:lnTo>
                <a:lnTo>
                  <a:pt x="928688" y="9525"/>
                </a:lnTo>
                <a:lnTo>
                  <a:pt x="919163" y="9525"/>
                </a:lnTo>
                <a:lnTo>
                  <a:pt x="909638" y="9525"/>
                </a:lnTo>
                <a:lnTo>
                  <a:pt x="900113" y="9525"/>
                </a:lnTo>
                <a:lnTo>
                  <a:pt x="890588" y="9525"/>
                </a:lnTo>
                <a:lnTo>
                  <a:pt x="881063" y="9525"/>
                </a:lnTo>
                <a:lnTo>
                  <a:pt x="871538" y="9525"/>
                </a:lnTo>
                <a:lnTo>
                  <a:pt x="862013" y="9525"/>
                </a:lnTo>
                <a:lnTo>
                  <a:pt x="852488" y="9525"/>
                </a:lnTo>
                <a:lnTo>
                  <a:pt x="842963" y="9525"/>
                </a:lnTo>
                <a:lnTo>
                  <a:pt x="833438" y="9525"/>
                </a:lnTo>
                <a:lnTo>
                  <a:pt x="823913" y="9525"/>
                </a:lnTo>
                <a:lnTo>
                  <a:pt x="814388" y="9525"/>
                </a:lnTo>
                <a:lnTo>
                  <a:pt x="804863" y="9525"/>
                </a:lnTo>
                <a:lnTo>
                  <a:pt x="795338" y="9525"/>
                </a:lnTo>
                <a:lnTo>
                  <a:pt x="785813" y="9525"/>
                </a:lnTo>
                <a:lnTo>
                  <a:pt x="776288" y="9525"/>
                </a:lnTo>
                <a:lnTo>
                  <a:pt x="766763" y="9525"/>
                </a:lnTo>
                <a:lnTo>
                  <a:pt x="757238" y="9525"/>
                </a:lnTo>
                <a:lnTo>
                  <a:pt x="747713" y="9525"/>
                </a:lnTo>
                <a:lnTo>
                  <a:pt x="738188" y="9525"/>
                </a:lnTo>
                <a:lnTo>
                  <a:pt x="728663" y="9525"/>
                </a:lnTo>
                <a:lnTo>
                  <a:pt x="719138" y="9525"/>
                </a:lnTo>
                <a:lnTo>
                  <a:pt x="709613" y="9525"/>
                </a:lnTo>
                <a:lnTo>
                  <a:pt x="700088" y="9525"/>
                </a:lnTo>
                <a:lnTo>
                  <a:pt x="690563" y="9525"/>
                </a:lnTo>
                <a:lnTo>
                  <a:pt x="681038" y="9525"/>
                </a:lnTo>
                <a:lnTo>
                  <a:pt x="671513" y="9525"/>
                </a:lnTo>
                <a:lnTo>
                  <a:pt x="661988" y="9525"/>
                </a:lnTo>
                <a:lnTo>
                  <a:pt x="652463" y="9525"/>
                </a:lnTo>
                <a:lnTo>
                  <a:pt x="642938" y="9525"/>
                </a:lnTo>
                <a:lnTo>
                  <a:pt x="633413" y="9525"/>
                </a:lnTo>
                <a:lnTo>
                  <a:pt x="623888" y="9525"/>
                </a:lnTo>
                <a:lnTo>
                  <a:pt x="614363" y="9525"/>
                </a:lnTo>
                <a:lnTo>
                  <a:pt x="604838" y="9525"/>
                </a:lnTo>
                <a:lnTo>
                  <a:pt x="595313" y="9525"/>
                </a:lnTo>
                <a:lnTo>
                  <a:pt x="585788" y="9525"/>
                </a:lnTo>
                <a:lnTo>
                  <a:pt x="576263" y="9525"/>
                </a:lnTo>
                <a:lnTo>
                  <a:pt x="566738" y="9525"/>
                </a:lnTo>
                <a:lnTo>
                  <a:pt x="557213" y="9525"/>
                </a:lnTo>
                <a:lnTo>
                  <a:pt x="547688" y="9525"/>
                </a:lnTo>
                <a:lnTo>
                  <a:pt x="538163" y="9525"/>
                </a:lnTo>
                <a:lnTo>
                  <a:pt x="528638" y="9525"/>
                </a:lnTo>
                <a:lnTo>
                  <a:pt x="519113" y="9525"/>
                </a:lnTo>
                <a:lnTo>
                  <a:pt x="509588" y="9525"/>
                </a:lnTo>
                <a:lnTo>
                  <a:pt x="500063" y="9525"/>
                </a:lnTo>
                <a:lnTo>
                  <a:pt x="490538" y="9525"/>
                </a:lnTo>
                <a:lnTo>
                  <a:pt x="481013" y="9525"/>
                </a:lnTo>
                <a:lnTo>
                  <a:pt x="471488" y="9525"/>
                </a:lnTo>
                <a:lnTo>
                  <a:pt x="461963" y="9525"/>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B3D2A6"/>
          </a:solidFill>
          <a:ln xmlns:a="http://schemas.openxmlformats.org/drawingml/2006/main" w="0">
            <a:noFill/>
            <a:prstDash val="solid"/>
          </a:ln>
        </p:spPr>
      </p:sp>
      <p:sp>
        <p:nvSpPr>
          <p:cNvPr id="532" name="layout-green-93-0">
            <a:extLst xmlns:a="http://schemas.openxmlformats.org/drawingml/2006/main">
              <a:ext uri="{FF2B5EF4-FFF2-40B4-BE49-F238E27FC236}">
                <a16:creationId xmlns:a16="http://schemas.microsoft.com/office/drawing/2014/main" id="{A89586AC-3EDA-495F-A0A9-E43F4B1A2FE9}"/>
              </a:ext>
            </a:extLst>
          </p:cNvPr>
          <p:cNvSpPr>
            <a:spLocks xmlns:a="http://schemas.openxmlformats.org/drawingml/2006/main" noGrp="1"/>
          </p:cNvSpPr>
          <p:nvPr/>
        </p:nvSpPr>
        <p:spPr>
          <a:xfrm xmlns:a="http://schemas.openxmlformats.org/drawingml/2006/main" rot="0">
            <a:off x="123825" y="3371850"/>
            <a:ext cx="9525" cy="781050"/>
          </a:xfrm>
          <a:custGeom xmlns:a="http://schemas.openxmlformats.org/drawingml/2006/main">
            <a:pathLst>
              <a:path w="9525" h="7810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9525" y="433388"/>
                </a:lnTo>
                <a:lnTo>
                  <a:pt x="9525" y="442913"/>
                </a:lnTo>
                <a:lnTo>
                  <a:pt x="9525" y="452438"/>
                </a:lnTo>
                <a:lnTo>
                  <a:pt x="9525" y="461963"/>
                </a:lnTo>
                <a:lnTo>
                  <a:pt x="9525" y="471488"/>
                </a:lnTo>
                <a:lnTo>
                  <a:pt x="9525" y="481013"/>
                </a:lnTo>
                <a:lnTo>
                  <a:pt x="9525" y="490538"/>
                </a:lnTo>
                <a:lnTo>
                  <a:pt x="9525" y="500063"/>
                </a:lnTo>
                <a:lnTo>
                  <a:pt x="9525" y="509588"/>
                </a:lnTo>
                <a:lnTo>
                  <a:pt x="9525" y="519113"/>
                </a:lnTo>
                <a:lnTo>
                  <a:pt x="9525" y="528638"/>
                </a:lnTo>
                <a:lnTo>
                  <a:pt x="9525" y="538163"/>
                </a:lnTo>
                <a:lnTo>
                  <a:pt x="9525" y="547688"/>
                </a:lnTo>
                <a:lnTo>
                  <a:pt x="9525" y="557213"/>
                </a:lnTo>
                <a:lnTo>
                  <a:pt x="9525" y="566738"/>
                </a:lnTo>
                <a:lnTo>
                  <a:pt x="9525" y="576263"/>
                </a:lnTo>
                <a:lnTo>
                  <a:pt x="9525" y="585788"/>
                </a:lnTo>
                <a:lnTo>
                  <a:pt x="9525" y="595313"/>
                </a:lnTo>
                <a:lnTo>
                  <a:pt x="9525" y="604838"/>
                </a:lnTo>
                <a:lnTo>
                  <a:pt x="9525" y="614363"/>
                </a:lnTo>
                <a:lnTo>
                  <a:pt x="9525" y="623888"/>
                </a:lnTo>
                <a:lnTo>
                  <a:pt x="9525" y="633413"/>
                </a:lnTo>
                <a:lnTo>
                  <a:pt x="9525" y="642938"/>
                </a:lnTo>
                <a:lnTo>
                  <a:pt x="9525" y="652463"/>
                </a:lnTo>
                <a:lnTo>
                  <a:pt x="9525" y="661988"/>
                </a:lnTo>
                <a:lnTo>
                  <a:pt x="9525" y="671513"/>
                </a:lnTo>
                <a:lnTo>
                  <a:pt x="9525" y="681038"/>
                </a:lnTo>
                <a:lnTo>
                  <a:pt x="9525" y="690563"/>
                </a:lnTo>
                <a:lnTo>
                  <a:pt x="9525" y="700088"/>
                </a:lnTo>
                <a:lnTo>
                  <a:pt x="9525" y="709613"/>
                </a:lnTo>
                <a:lnTo>
                  <a:pt x="9525" y="719138"/>
                </a:lnTo>
                <a:lnTo>
                  <a:pt x="9525" y="728663"/>
                </a:lnTo>
                <a:lnTo>
                  <a:pt x="9525" y="738188"/>
                </a:lnTo>
                <a:lnTo>
                  <a:pt x="9525" y="747713"/>
                </a:lnTo>
                <a:lnTo>
                  <a:pt x="9525" y="757238"/>
                </a:lnTo>
                <a:lnTo>
                  <a:pt x="9525" y="766763"/>
                </a:lnTo>
                <a:lnTo>
                  <a:pt x="9525" y="776288"/>
                </a:lnTo>
                <a:lnTo>
                  <a:pt x="4763" y="781050"/>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B5D3A9"/>
          </a:solidFill>
          <a:ln xmlns:a="http://schemas.openxmlformats.org/drawingml/2006/main" w="0">
            <a:noFill/>
            <a:prstDash val="solid"/>
          </a:ln>
        </p:spPr>
      </p:sp>
      <p:sp>
        <p:nvSpPr>
          <p:cNvPr id="533" name="layout-green-93-1">
            <a:extLst xmlns:a="http://schemas.openxmlformats.org/drawingml/2006/main">
              <a:ext uri="{FF2B5EF4-FFF2-40B4-BE49-F238E27FC236}">
                <a16:creationId xmlns:a16="http://schemas.microsoft.com/office/drawing/2014/main" id="{582F3FDA-8453-4068-BAEA-558574011BAB}"/>
              </a:ext>
            </a:extLst>
          </p:cNvPr>
          <p:cNvSpPr>
            <a:spLocks xmlns:a="http://schemas.openxmlformats.org/drawingml/2006/main" noGrp="1"/>
          </p:cNvSpPr>
          <p:nvPr/>
        </p:nvSpPr>
        <p:spPr>
          <a:xfrm xmlns:a="http://schemas.openxmlformats.org/drawingml/2006/main" rot="0">
            <a:off x="438150" y="3371850"/>
            <a:ext cx="123825" cy="180975"/>
          </a:xfrm>
          <a:custGeom xmlns:a="http://schemas.openxmlformats.org/drawingml/2006/main">
            <a:pathLst>
              <a:path w="123825" h="180975">
                <a:moveTo>
                  <a:pt x="114300" y="4763"/>
                </a:moveTo>
                <a:lnTo>
                  <a:pt x="119063" y="0"/>
                </a:lnTo>
                <a:lnTo>
                  <a:pt x="123825" y="4763"/>
                </a:lnTo>
                <a:lnTo>
                  <a:pt x="123825" y="14288"/>
                </a:lnTo>
                <a:lnTo>
                  <a:pt x="123825" y="23813"/>
                </a:lnTo>
                <a:lnTo>
                  <a:pt x="123825" y="33338"/>
                </a:lnTo>
                <a:lnTo>
                  <a:pt x="123825" y="42863"/>
                </a:lnTo>
                <a:lnTo>
                  <a:pt x="123825" y="52388"/>
                </a:lnTo>
                <a:lnTo>
                  <a:pt x="123825" y="61913"/>
                </a:lnTo>
                <a:lnTo>
                  <a:pt x="123825" y="71438"/>
                </a:lnTo>
                <a:lnTo>
                  <a:pt x="123825" y="80963"/>
                </a:lnTo>
                <a:lnTo>
                  <a:pt x="123825" y="90488"/>
                </a:lnTo>
                <a:lnTo>
                  <a:pt x="123825" y="100013"/>
                </a:lnTo>
                <a:lnTo>
                  <a:pt x="123825" y="109538"/>
                </a:lnTo>
                <a:lnTo>
                  <a:pt x="123825" y="119063"/>
                </a:lnTo>
                <a:lnTo>
                  <a:pt x="123825" y="128588"/>
                </a:lnTo>
                <a:lnTo>
                  <a:pt x="123825" y="138113"/>
                </a:lnTo>
                <a:lnTo>
                  <a:pt x="123825" y="147638"/>
                </a:lnTo>
                <a:lnTo>
                  <a:pt x="123825" y="157163"/>
                </a:lnTo>
                <a:lnTo>
                  <a:pt x="119063" y="161925"/>
                </a:lnTo>
                <a:lnTo>
                  <a:pt x="109538" y="161925"/>
                </a:lnTo>
                <a:lnTo>
                  <a:pt x="104775" y="166688"/>
                </a:lnTo>
                <a:lnTo>
                  <a:pt x="100013" y="171450"/>
                </a:lnTo>
                <a:lnTo>
                  <a:pt x="90488" y="171450"/>
                </a:lnTo>
                <a:lnTo>
                  <a:pt x="80963" y="171450"/>
                </a:lnTo>
                <a:lnTo>
                  <a:pt x="71438" y="171450"/>
                </a:lnTo>
                <a:lnTo>
                  <a:pt x="61913" y="171450"/>
                </a:lnTo>
                <a:lnTo>
                  <a:pt x="52388" y="171450"/>
                </a:lnTo>
                <a:lnTo>
                  <a:pt x="42863" y="171450"/>
                </a:lnTo>
                <a:lnTo>
                  <a:pt x="33338" y="171450"/>
                </a:lnTo>
                <a:lnTo>
                  <a:pt x="23813" y="171450"/>
                </a:lnTo>
                <a:lnTo>
                  <a:pt x="19050" y="176213"/>
                </a:lnTo>
                <a:lnTo>
                  <a:pt x="14288" y="180975"/>
                </a:lnTo>
                <a:lnTo>
                  <a:pt x="4763" y="180975"/>
                </a:lnTo>
                <a:lnTo>
                  <a:pt x="0" y="176213"/>
                </a:lnTo>
                <a:lnTo>
                  <a:pt x="4763" y="171450"/>
                </a:lnTo>
                <a:lnTo>
                  <a:pt x="9525" y="166688"/>
                </a:lnTo>
                <a:lnTo>
                  <a:pt x="14288" y="161925"/>
                </a:lnTo>
                <a:lnTo>
                  <a:pt x="19050" y="157163"/>
                </a:lnTo>
                <a:lnTo>
                  <a:pt x="23813" y="152400"/>
                </a:lnTo>
                <a:lnTo>
                  <a:pt x="33338" y="152400"/>
                </a:lnTo>
                <a:lnTo>
                  <a:pt x="38100" y="147638"/>
                </a:lnTo>
                <a:lnTo>
                  <a:pt x="42863" y="142875"/>
                </a:lnTo>
                <a:lnTo>
                  <a:pt x="47625" y="138113"/>
                </a:lnTo>
                <a:lnTo>
                  <a:pt x="52388" y="133350"/>
                </a:lnTo>
                <a:lnTo>
                  <a:pt x="61913" y="133350"/>
                </a:lnTo>
                <a:lnTo>
                  <a:pt x="66675" y="128588"/>
                </a:lnTo>
                <a:lnTo>
                  <a:pt x="71438" y="123825"/>
                </a:lnTo>
                <a:lnTo>
                  <a:pt x="80963" y="123825"/>
                </a:lnTo>
                <a:lnTo>
                  <a:pt x="85725" y="119063"/>
                </a:lnTo>
                <a:lnTo>
                  <a:pt x="90488" y="114300"/>
                </a:lnTo>
                <a:lnTo>
                  <a:pt x="100013" y="114300"/>
                </a:lnTo>
                <a:lnTo>
                  <a:pt x="109538" y="114300"/>
                </a:lnTo>
                <a:lnTo>
                  <a:pt x="114300" y="109538"/>
                </a:lnTo>
                <a:lnTo>
                  <a:pt x="114300" y="100013"/>
                </a:lnTo>
                <a:lnTo>
                  <a:pt x="114300" y="90488"/>
                </a:lnTo>
                <a:lnTo>
                  <a:pt x="114300" y="80963"/>
                </a:lnTo>
                <a:lnTo>
                  <a:pt x="114300" y="71438"/>
                </a:lnTo>
                <a:lnTo>
                  <a:pt x="114300" y="61913"/>
                </a:lnTo>
                <a:lnTo>
                  <a:pt x="114300" y="52388"/>
                </a:lnTo>
                <a:lnTo>
                  <a:pt x="114300" y="42863"/>
                </a:lnTo>
                <a:lnTo>
                  <a:pt x="114300" y="33338"/>
                </a:lnTo>
                <a:lnTo>
                  <a:pt x="114300" y="23813"/>
                </a:lnTo>
                <a:lnTo>
                  <a:pt x="114300" y="14288"/>
                </a:lnTo>
                <a:lnTo>
                  <a:pt x="114300" y="4763"/>
                </a:lnTo>
                <a:close/>
              </a:path>
            </a:pathLst>
          </a:custGeom>
          <a:solidFill xmlns:a="http://schemas.openxmlformats.org/drawingml/2006/main">
            <a:srgbClr val="B5D3A9"/>
          </a:solidFill>
          <a:ln xmlns:a="http://schemas.openxmlformats.org/drawingml/2006/main" w="0">
            <a:noFill/>
            <a:prstDash val="solid"/>
          </a:ln>
        </p:spPr>
      </p:sp>
      <p:sp>
        <p:nvSpPr>
          <p:cNvPr id="534" name="layout-green-93-2">
            <a:extLst xmlns:a="http://schemas.openxmlformats.org/drawingml/2006/main">
              <a:ext uri="{FF2B5EF4-FFF2-40B4-BE49-F238E27FC236}">
                <a16:creationId xmlns:a16="http://schemas.microsoft.com/office/drawing/2014/main" id="{673C0278-2AC0-4966-88D2-C67754C410E1}"/>
              </a:ext>
            </a:extLst>
          </p:cNvPr>
          <p:cNvSpPr>
            <a:spLocks xmlns:a="http://schemas.openxmlformats.org/drawingml/2006/main" noGrp="1"/>
          </p:cNvSpPr>
          <p:nvPr/>
        </p:nvSpPr>
        <p:spPr>
          <a:xfrm xmlns:a="http://schemas.openxmlformats.org/drawingml/2006/main" rot="0">
            <a:off x="390525" y="3552825"/>
            <a:ext cx="171450" cy="85725"/>
          </a:xfrm>
          <a:custGeom xmlns:a="http://schemas.openxmlformats.org/drawingml/2006/main">
            <a:pathLst>
              <a:path w="171450" h="85725">
                <a:moveTo>
                  <a:pt x="152400" y="4763"/>
                </a:moveTo>
                <a:lnTo>
                  <a:pt x="157163" y="0"/>
                </a:lnTo>
                <a:lnTo>
                  <a:pt x="166688" y="0"/>
                </a:lnTo>
                <a:lnTo>
                  <a:pt x="171450" y="4763"/>
                </a:lnTo>
                <a:lnTo>
                  <a:pt x="171450" y="14288"/>
                </a:lnTo>
                <a:lnTo>
                  <a:pt x="171450" y="23813"/>
                </a:lnTo>
                <a:lnTo>
                  <a:pt x="166688" y="28575"/>
                </a:lnTo>
                <a:lnTo>
                  <a:pt x="161925" y="33338"/>
                </a:lnTo>
                <a:lnTo>
                  <a:pt x="161925" y="42863"/>
                </a:lnTo>
                <a:lnTo>
                  <a:pt x="166688" y="47625"/>
                </a:lnTo>
                <a:lnTo>
                  <a:pt x="171450" y="52388"/>
                </a:lnTo>
                <a:lnTo>
                  <a:pt x="171450" y="61913"/>
                </a:lnTo>
                <a:lnTo>
                  <a:pt x="171450" y="71438"/>
                </a:lnTo>
                <a:lnTo>
                  <a:pt x="171450" y="80963"/>
                </a:lnTo>
                <a:lnTo>
                  <a:pt x="166688" y="85725"/>
                </a:lnTo>
                <a:lnTo>
                  <a:pt x="157163" y="85725"/>
                </a:lnTo>
                <a:lnTo>
                  <a:pt x="147638" y="85725"/>
                </a:lnTo>
                <a:lnTo>
                  <a:pt x="138113" y="85725"/>
                </a:lnTo>
                <a:lnTo>
                  <a:pt x="128588" y="85725"/>
                </a:lnTo>
                <a:lnTo>
                  <a:pt x="119063" y="85725"/>
                </a:lnTo>
                <a:lnTo>
                  <a:pt x="109538" y="85725"/>
                </a:lnTo>
                <a:lnTo>
                  <a:pt x="100013" y="85725"/>
                </a:lnTo>
                <a:lnTo>
                  <a:pt x="90488" y="85725"/>
                </a:lnTo>
                <a:lnTo>
                  <a:pt x="85725" y="80963"/>
                </a:lnTo>
                <a:lnTo>
                  <a:pt x="80963" y="76200"/>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4763" y="57150"/>
                </a:lnTo>
                <a:lnTo>
                  <a:pt x="0" y="52388"/>
                </a:lnTo>
                <a:lnTo>
                  <a:pt x="0" y="42863"/>
                </a:lnTo>
                <a:lnTo>
                  <a:pt x="4763" y="38100"/>
                </a:lnTo>
                <a:lnTo>
                  <a:pt x="14288" y="38100"/>
                </a:lnTo>
                <a:lnTo>
                  <a:pt x="19050" y="33338"/>
                </a:lnTo>
                <a:lnTo>
                  <a:pt x="23813" y="28575"/>
                </a:lnTo>
                <a:lnTo>
                  <a:pt x="33338" y="28575"/>
                </a:lnTo>
                <a:lnTo>
                  <a:pt x="38100" y="23813"/>
                </a:lnTo>
                <a:lnTo>
                  <a:pt x="42863" y="19050"/>
                </a:lnTo>
                <a:lnTo>
                  <a:pt x="52388" y="19050"/>
                </a:lnTo>
                <a:lnTo>
                  <a:pt x="61913" y="19050"/>
                </a:lnTo>
                <a:lnTo>
                  <a:pt x="71438" y="19050"/>
                </a:lnTo>
                <a:lnTo>
                  <a:pt x="76200" y="14288"/>
                </a:lnTo>
                <a:lnTo>
                  <a:pt x="80963" y="9525"/>
                </a:lnTo>
                <a:lnTo>
                  <a:pt x="90488" y="9525"/>
                </a:lnTo>
                <a:lnTo>
                  <a:pt x="100013" y="9525"/>
                </a:lnTo>
                <a:lnTo>
                  <a:pt x="109538" y="9525"/>
                </a:lnTo>
                <a:lnTo>
                  <a:pt x="119063" y="9525"/>
                </a:lnTo>
                <a:lnTo>
                  <a:pt x="128588" y="9525"/>
                </a:lnTo>
                <a:lnTo>
                  <a:pt x="138113" y="9525"/>
                </a:lnTo>
                <a:lnTo>
                  <a:pt x="147638" y="9525"/>
                </a:lnTo>
                <a:lnTo>
                  <a:pt x="152400" y="4763"/>
                </a:lnTo>
                <a:close/>
              </a:path>
            </a:pathLst>
          </a:custGeom>
          <a:solidFill xmlns:a="http://schemas.openxmlformats.org/drawingml/2006/main">
            <a:srgbClr val="B5D3A9"/>
          </a:solidFill>
          <a:ln xmlns:a="http://schemas.openxmlformats.org/drawingml/2006/main" w="0">
            <a:noFill/>
            <a:prstDash val="solid"/>
          </a:ln>
        </p:spPr>
      </p:sp>
      <p:sp>
        <p:nvSpPr>
          <p:cNvPr id="535" name="layout-green-93-3">
            <a:extLst xmlns:a="http://schemas.openxmlformats.org/drawingml/2006/main">
              <a:ext uri="{FF2B5EF4-FFF2-40B4-BE49-F238E27FC236}">
                <a16:creationId xmlns:a16="http://schemas.microsoft.com/office/drawing/2014/main" id="{9FA4ADD2-EDB2-45D6-8D1A-FE58A2170D5F}"/>
              </a:ext>
            </a:extLst>
          </p:cNvPr>
          <p:cNvSpPr>
            <a:spLocks xmlns:a="http://schemas.openxmlformats.org/drawingml/2006/main" noGrp="1"/>
          </p:cNvSpPr>
          <p:nvPr/>
        </p:nvSpPr>
        <p:spPr>
          <a:xfrm xmlns:a="http://schemas.openxmlformats.org/drawingml/2006/main" rot="0">
            <a:off x="314325" y="3619500"/>
            <a:ext cx="847725" cy="542925"/>
          </a:xfrm>
          <a:custGeom xmlns:a="http://schemas.openxmlformats.org/drawingml/2006/main">
            <a:pathLst>
              <a:path w="847725" h="542925">
                <a:moveTo>
                  <a:pt x="57150" y="4763"/>
                </a:moveTo>
                <a:lnTo>
                  <a:pt x="61913" y="0"/>
                </a:lnTo>
                <a:lnTo>
                  <a:pt x="66675" y="4763"/>
                </a:lnTo>
                <a:lnTo>
                  <a:pt x="71438" y="9525"/>
                </a:lnTo>
                <a:lnTo>
                  <a:pt x="80963" y="9525"/>
                </a:lnTo>
                <a:lnTo>
                  <a:pt x="85725" y="14288"/>
                </a:lnTo>
                <a:lnTo>
                  <a:pt x="90488" y="19050"/>
                </a:lnTo>
                <a:lnTo>
                  <a:pt x="100013" y="19050"/>
                </a:lnTo>
                <a:lnTo>
                  <a:pt x="109538" y="19050"/>
                </a:lnTo>
                <a:lnTo>
                  <a:pt x="114300" y="23813"/>
                </a:lnTo>
                <a:lnTo>
                  <a:pt x="119063" y="28575"/>
                </a:lnTo>
                <a:lnTo>
                  <a:pt x="128588" y="28575"/>
                </a:lnTo>
                <a:lnTo>
                  <a:pt x="138113" y="28575"/>
                </a:lnTo>
                <a:lnTo>
                  <a:pt x="147638" y="28575"/>
                </a:lnTo>
                <a:lnTo>
                  <a:pt x="152400" y="33338"/>
                </a:lnTo>
                <a:lnTo>
                  <a:pt x="157163" y="38100"/>
                </a:lnTo>
                <a:lnTo>
                  <a:pt x="166688" y="38100"/>
                </a:lnTo>
                <a:lnTo>
                  <a:pt x="176213" y="38100"/>
                </a:lnTo>
                <a:lnTo>
                  <a:pt x="185738" y="38100"/>
                </a:lnTo>
                <a:lnTo>
                  <a:pt x="195263" y="38100"/>
                </a:lnTo>
                <a:lnTo>
                  <a:pt x="204788" y="38100"/>
                </a:lnTo>
                <a:lnTo>
                  <a:pt x="214313" y="38100"/>
                </a:lnTo>
                <a:lnTo>
                  <a:pt x="223838" y="38100"/>
                </a:lnTo>
                <a:lnTo>
                  <a:pt x="233363" y="38100"/>
                </a:lnTo>
                <a:lnTo>
                  <a:pt x="238125" y="42863"/>
                </a:lnTo>
                <a:lnTo>
                  <a:pt x="242888" y="47625"/>
                </a:lnTo>
                <a:lnTo>
                  <a:pt x="247650" y="52388"/>
                </a:lnTo>
                <a:lnTo>
                  <a:pt x="247650" y="61913"/>
                </a:lnTo>
                <a:lnTo>
                  <a:pt x="247650" y="71438"/>
                </a:lnTo>
                <a:lnTo>
                  <a:pt x="247650" y="80963"/>
                </a:lnTo>
                <a:lnTo>
                  <a:pt x="247650" y="90488"/>
                </a:lnTo>
                <a:lnTo>
                  <a:pt x="247650" y="100013"/>
                </a:lnTo>
                <a:lnTo>
                  <a:pt x="247650" y="109538"/>
                </a:lnTo>
                <a:lnTo>
                  <a:pt x="247650" y="119063"/>
                </a:lnTo>
                <a:lnTo>
                  <a:pt x="247650" y="128588"/>
                </a:lnTo>
                <a:lnTo>
                  <a:pt x="247650" y="138113"/>
                </a:lnTo>
                <a:lnTo>
                  <a:pt x="247650" y="147638"/>
                </a:lnTo>
                <a:lnTo>
                  <a:pt x="247650" y="157163"/>
                </a:lnTo>
                <a:lnTo>
                  <a:pt x="247650" y="166688"/>
                </a:lnTo>
                <a:lnTo>
                  <a:pt x="247650" y="176213"/>
                </a:lnTo>
                <a:lnTo>
                  <a:pt x="247650" y="185738"/>
                </a:lnTo>
                <a:lnTo>
                  <a:pt x="252413" y="190500"/>
                </a:lnTo>
                <a:lnTo>
                  <a:pt x="261938" y="190500"/>
                </a:lnTo>
                <a:lnTo>
                  <a:pt x="271463" y="190500"/>
                </a:lnTo>
                <a:lnTo>
                  <a:pt x="280988" y="190500"/>
                </a:lnTo>
                <a:lnTo>
                  <a:pt x="290513" y="190500"/>
                </a:lnTo>
                <a:lnTo>
                  <a:pt x="300038" y="190500"/>
                </a:lnTo>
                <a:lnTo>
                  <a:pt x="309563" y="190500"/>
                </a:lnTo>
                <a:lnTo>
                  <a:pt x="319088" y="190500"/>
                </a:lnTo>
                <a:lnTo>
                  <a:pt x="328613" y="190500"/>
                </a:lnTo>
                <a:lnTo>
                  <a:pt x="338138" y="190500"/>
                </a:lnTo>
                <a:lnTo>
                  <a:pt x="347663" y="190500"/>
                </a:lnTo>
                <a:lnTo>
                  <a:pt x="357188" y="190500"/>
                </a:lnTo>
                <a:lnTo>
                  <a:pt x="366713" y="190500"/>
                </a:lnTo>
                <a:lnTo>
                  <a:pt x="376238" y="190500"/>
                </a:lnTo>
                <a:lnTo>
                  <a:pt x="385763" y="190500"/>
                </a:lnTo>
                <a:lnTo>
                  <a:pt x="395288" y="190500"/>
                </a:lnTo>
                <a:lnTo>
                  <a:pt x="404813" y="190500"/>
                </a:lnTo>
                <a:lnTo>
                  <a:pt x="414338" y="190500"/>
                </a:lnTo>
                <a:lnTo>
                  <a:pt x="423863" y="190500"/>
                </a:lnTo>
                <a:lnTo>
                  <a:pt x="433388" y="190500"/>
                </a:lnTo>
                <a:lnTo>
                  <a:pt x="442913" y="190500"/>
                </a:lnTo>
                <a:lnTo>
                  <a:pt x="452438" y="190500"/>
                </a:lnTo>
                <a:lnTo>
                  <a:pt x="461963" y="190500"/>
                </a:lnTo>
                <a:lnTo>
                  <a:pt x="471488" y="190500"/>
                </a:lnTo>
                <a:lnTo>
                  <a:pt x="481013" y="190500"/>
                </a:lnTo>
                <a:lnTo>
                  <a:pt x="490538" y="190500"/>
                </a:lnTo>
                <a:lnTo>
                  <a:pt x="500063" y="190500"/>
                </a:lnTo>
                <a:lnTo>
                  <a:pt x="509588" y="190500"/>
                </a:lnTo>
                <a:lnTo>
                  <a:pt x="519113" y="190500"/>
                </a:lnTo>
                <a:lnTo>
                  <a:pt x="528638" y="190500"/>
                </a:lnTo>
                <a:lnTo>
                  <a:pt x="538163" y="190500"/>
                </a:lnTo>
                <a:lnTo>
                  <a:pt x="547688" y="190500"/>
                </a:lnTo>
                <a:lnTo>
                  <a:pt x="557213" y="190500"/>
                </a:lnTo>
                <a:lnTo>
                  <a:pt x="566738" y="190500"/>
                </a:lnTo>
                <a:lnTo>
                  <a:pt x="576263" y="190500"/>
                </a:lnTo>
                <a:lnTo>
                  <a:pt x="585788" y="190500"/>
                </a:lnTo>
                <a:lnTo>
                  <a:pt x="595313" y="190500"/>
                </a:lnTo>
                <a:lnTo>
                  <a:pt x="604838" y="190500"/>
                </a:lnTo>
                <a:lnTo>
                  <a:pt x="614363" y="190500"/>
                </a:lnTo>
                <a:lnTo>
                  <a:pt x="623888" y="190500"/>
                </a:lnTo>
                <a:lnTo>
                  <a:pt x="633413" y="190500"/>
                </a:lnTo>
                <a:lnTo>
                  <a:pt x="642938" y="190500"/>
                </a:lnTo>
                <a:lnTo>
                  <a:pt x="652463" y="190500"/>
                </a:lnTo>
                <a:lnTo>
                  <a:pt x="661988" y="190500"/>
                </a:lnTo>
                <a:lnTo>
                  <a:pt x="671513" y="190500"/>
                </a:lnTo>
                <a:lnTo>
                  <a:pt x="681038" y="190500"/>
                </a:lnTo>
                <a:lnTo>
                  <a:pt x="690563" y="190500"/>
                </a:lnTo>
                <a:lnTo>
                  <a:pt x="700088" y="190500"/>
                </a:lnTo>
                <a:lnTo>
                  <a:pt x="709613" y="190500"/>
                </a:lnTo>
                <a:lnTo>
                  <a:pt x="719138" y="190500"/>
                </a:lnTo>
                <a:lnTo>
                  <a:pt x="728663" y="190500"/>
                </a:lnTo>
                <a:lnTo>
                  <a:pt x="738188" y="190500"/>
                </a:lnTo>
                <a:lnTo>
                  <a:pt x="747713" y="190500"/>
                </a:lnTo>
                <a:lnTo>
                  <a:pt x="757238" y="190500"/>
                </a:lnTo>
                <a:lnTo>
                  <a:pt x="766763" y="190500"/>
                </a:lnTo>
                <a:lnTo>
                  <a:pt x="776288" y="190500"/>
                </a:lnTo>
                <a:lnTo>
                  <a:pt x="785813" y="190500"/>
                </a:lnTo>
                <a:lnTo>
                  <a:pt x="795338" y="190500"/>
                </a:lnTo>
                <a:lnTo>
                  <a:pt x="804863" y="190500"/>
                </a:lnTo>
                <a:lnTo>
                  <a:pt x="814388" y="190500"/>
                </a:lnTo>
                <a:lnTo>
                  <a:pt x="823913" y="190500"/>
                </a:lnTo>
                <a:lnTo>
                  <a:pt x="833438" y="190500"/>
                </a:lnTo>
                <a:lnTo>
                  <a:pt x="842963" y="190500"/>
                </a:lnTo>
                <a:lnTo>
                  <a:pt x="847725" y="195263"/>
                </a:lnTo>
                <a:lnTo>
                  <a:pt x="842963" y="200025"/>
                </a:lnTo>
                <a:lnTo>
                  <a:pt x="833438" y="200025"/>
                </a:lnTo>
                <a:lnTo>
                  <a:pt x="823913" y="200025"/>
                </a:lnTo>
                <a:lnTo>
                  <a:pt x="814388" y="200025"/>
                </a:lnTo>
                <a:lnTo>
                  <a:pt x="804863" y="200025"/>
                </a:lnTo>
                <a:lnTo>
                  <a:pt x="795338" y="200025"/>
                </a:lnTo>
                <a:lnTo>
                  <a:pt x="785813" y="200025"/>
                </a:lnTo>
                <a:lnTo>
                  <a:pt x="776288" y="200025"/>
                </a:lnTo>
                <a:lnTo>
                  <a:pt x="766763" y="200025"/>
                </a:lnTo>
                <a:lnTo>
                  <a:pt x="757238" y="200025"/>
                </a:lnTo>
                <a:lnTo>
                  <a:pt x="747713" y="200025"/>
                </a:lnTo>
                <a:lnTo>
                  <a:pt x="738188" y="200025"/>
                </a:lnTo>
                <a:lnTo>
                  <a:pt x="728663" y="200025"/>
                </a:lnTo>
                <a:lnTo>
                  <a:pt x="719138" y="200025"/>
                </a:lnTo>
                <a:lnTo>
                  <a:pt x="709613" y="200025"/>
                </a:lnTo>
                <a:lnTo>
                  <a:pt x="700088" y="200025"/>
                </a:lnTo>
                <a:lnTo>
                  <a:pt x="695325" y="204788"/>
                </a:lnTo>
                <a:lnTo>
                  <a:pt x="695325" y="214313"/>
                </a:lnTo>
                <a:lnTo>
                  <a:pt x="695325" y="223838"/>
                </a:lnTo>
                <a:lnTo>
                  <a:pt x="695325" y="233363"/>
                </a:lnTo>
                <a:lnTo>
                  <a:pt x="695325" y="242888"/>
                </a:lnTo>
                <a:lnTo>
                  <a:pt x="695325" y="252413"/>
                </a:lnTo>
                <a:lnTo>
                  <a:pt x="690563" y="257175"/>
                </a:lnTo>
                <a:lnTo>
                  <a:pt x="685800" y="261938"/>
                </a:lnTo>
                <a:lnTo>
                  <a:pt x="685800" y="271463"/>
                </a:lnTo>
                <a:lnTo>
                  <a:pt x="685800" y="280988"/>
                </a:lnTo>
                <a:lnTo>
                  <a:pt x="685800" y="290513"/>
                </a:lnTo>
                <a:lnTo>
                  <a:pt x="681038" y="295275"/>
                </a:lnTo>
                <a:lnTo>
                  <a:pt x="676275" y="300038"/>
                </a:lnTo>
                <a:lnTo>
                  <a:pt x="676275" y="309563"/>
                </a:lnTo>
                <a:lnTo>
                  <a:pt x="676275" y="319088"/>
                </a:lnTo>
                <a:lnTo>
                  <a:pt x="671513" y="323850"/>
                </a:lnTo>
                <a:lnTo>
                  <a:pt x="666750" y="328613"/>
                </a:lnTo>
                <a:lnTo>
                  <a:pt x="666750" y="338138"/>
                </a:lnTo>
                <a:lnTo>
                  <a:pt x="661988" y="342900"/>
                </a:lnTo>
                <a:lnTo>
                  <a:pt x="657225" y="347663"/>
                </a:lnTo>
                <a:lnTo>
                  <a:pt x="652463" y="352425"/>
                </a:lnTo>
                <a:lnTo>
                  <a:pt x="647700" y="357188"/>
                </a:lnTo>
                <a:lnTo>
                  <a:pt x="647700" y="366713"/>
                </a:lnTo>
                <a:lnTo>
                  <a:pt x="647700" y="376238"/>
                </a:lnTo>
                <a:lnTo>
                  <a:pt x="642938" y="381000"/>
                </a:lnTo>
                <a:lnTo>
                  <a:pt x="638175" y="385763"/>
                </a:lnTo>
                <a:lnTo>
                  <a:pt x="638175" y="395288"/>
                </a:lnTo>
                <a:lnTo>
                  <a:pt x="633413" y="400050"/>
                </a:lnTo>
                <a:lnTo>
                  <a:pt x="628650" y="404813"/>
                </a:lnTo>
                <a:lnTo>
                  <a:pt x="623888" y="409575"/>
                </a:lnTo>
                <a:lnTo>
                  <a:pt x="619125" y="414338"/>
                </a:lnTo>
                <a:lnTo>
                  <a:pt x="614363" y="419100"/>
                </a:lnTo>
                <a:lnTo>
                  <a:pt x="609600" y="423863"/>
                </a:lnTo>
                <a:lnTo>
                  <a:pt x="604838" y="428625"/>
                </a:lnTo>
                <a:lnTo>
                  <a:pt x="600075" y="433388"/>
                </a:lnTo>
                <a:lnTo>
                  <a:pt x="595313" y="438150"/>
                </a:lnTo>
                <a:lnTo>
                  <a:pt x="590550" y="442913"/>
                </a:lnTo>
                <a:lnTo>
                  <a:pt x="585788" y="447675"/>
                </a:lnTo>
                <a:lnTo>
                  <a:pt x="581025" y="452438"/>
                </a:lnTo>
                <a:lnTo>
                  <a:pt x="576263" y="457200"/>
                </a:lnTo>
                <a:lnTo>
                  <a:pt x="571500" y="461963"/>
                </a:lnTo>
                <a:lnTo>
                  <a:pt x="566738" y="466725"/>
                </a:lnTo>
                <a:lnTo>
                  <a:pt x="557213" y="466725"/>
                </a:lnTo>
                <a:lnTo>
                  <a:pt x="552450" y="471488"/>
                </a:lnTo>
                <a:lnTo>
                  <a:pt x="547688" y="476250"/>
                </a:lnTo>
                <a:lnTo>
                  <a:pt x="542925" y="481013"/>
                </a:lnTo>
                <a:lnTo>
                  <a:pt x="538163" y="485775"/>
                </a:lnTo>
                <a:lnTo>
                  <a:pt x="528638" y="485775"/>
                </a:lnTo>
                <a:lnTo>
                  <a:pt x="523875" y="490538"/>
                </a:lnTo>
                <a:lnTo>
                  <a:pt x="519113" y="495300"/>
                </a:lnTo>
                <a:lnTo>
                  <a:pt x="509588" y="495300"/>
                </a:lnTo>
                <a:lnTo>
                  <a:pt x="504825" y="500063"/>
                </a:lnTo>
                <a:lnTo>
                  <a:pt x="500063" y="504825"/>
                </a:lnTo>
                <a:lnTo>
                  <a:pt x="490538" y="504825"/>
                </a:lnTo>
                <a:lnTo>
                  <a:pt x="485775" y="509588"/>
                </a:lnTo>
                <a:lnTo>
                  <a:pt x="481013" y="514350"/>
                </a:lnTo>
                <a:lnTo>
                  <a:pt x="471488" y="514350"/>
                </a:lnTo>
                <a:lnTo>
                  <a:pt x="461963" y="514350"/>
                </a:lnTo>
                <a:lnTo>
                  <a:pt x="457200" y="519113"/>
                </a:lnTo>
                <a:lnTo>
                  <a:pt x="452438" y="523875"/>
                </a:lnTo>
                <a:lnTo>
                  <a:pt x="442913" y="523875"/>
                </a:lnTo>
                <a:lnTo>
                  <a:pt x="433388" y="523875"/>
                </a:lnTo>
                <a:lnTo>
                  <a:pt x="428625" y="528638"/>
                </a:lnTo>
                <a:lnTo>
                  <a:pt x="423863" y="533400"/>
                </a:lnTo>
                <a:lnTo>
                  <a:pt x="414338" y="533400"/>
                </a:lnTo>
                <a:lnTo>
                  <a:pt x="409575" y="538163"/>
                </a:lnTo>
                <a:lnTo>
                  <a:pt x="404813" y="542925"/>
                </a:lnTo>
                <a:lnTo>
                  <a:pt x="395288" y="542925"/>
                </a:lnTo>
                <a:lnTo>
                  <a:pt x="385763" y="542925"/>
                </a:lnTo>
                <a:lnTo>
                  <a:pt x="376238" y="542925"/>
                </a:lnTo>
                <a:lnTo>
                  <a:pt x="366713" y="542925"/>
                </a:lnTo>
                <a:lnTo>
                  <a:pt x="357188" y="542925"/>
                </a:lnTo>
                <a:lnTo>
                  <a:pt x="347663" y="542925"/>
                </a:lnTo>
                <a:lnTo>
                  <a:pt x="338138" y="542925"/>
                </a:lnTo>
                <a:lnTo>
                  <a:pt x="328613" y="542925"/>
                </a:lnTo>
                <a:lnTo>
                  <a:pt x="319088" y="542925"/>
                </a:lnTo>
                <a:lnTo>
                  <a:pt x="309563" y="542925"/>
                </a:lnTo>
                <a:lnTo>
                  <a:pt x="300038" y="542925"/>
                </a:lnTo>
                <a:lnTo>
                  <a:pt x="290513" y="542925"/>
                </a:lnTo>
                <a:lnTo>
                  <a:pt x="285750" y="538163"/>
                </a:lnTo>
                <a:lnTo>
                  <a:pt x="280988" y="533400"/>
                </a:lnTo>
                <a:lnTo>
                  <a:pt x="271463" y="533400"/>
                </a:lnTo>
                <a:lnTo>
                  <a:pt x="266700" y="528638"/>
                </a:lnTo>
                <a:lnTo>
                  <a:pt x="261938" y="523875"/>
                </a:lnTo>
                <a:lnTo>
                  <a:pt x="252413" y="523875"/>
                </a:lnTo>
                <a:lnTo>
                  <a:pt x="242888" y="523875"/>
                </a:lnTo>
                <a:lnTo>
                  <a:pt x="238125" y="519113"/>
                </a:lnTo>
                <a:lnTo>
                  <a:pt x="233363" y="514350"/>
                </a:lnTo>
                <a:lnTo>
                  <a:pt x="223838" y="514350"/>
                </a:lnTo>
                <a:lnTo>
                  <a:pt x="214313" y="514350"/>
                </a:lnTo>
                <a:lnTo>
                  <a:pt x="209550" y="509588"/>
                </a:lnTo>
                <a:lnTo>
                  <a:pt x="204788" y="504825"/>
                </a:lnTo>
                <a:lnTo>
                  <a:pt x="195263" y="504825"/>
                </a:lnTo>
                <a:lnTo>
                  <a:pt x="190500" y="500063"/>
                </a:lnTo>
                <a:lnTo>
                  <a:pt x="185738" y="495300"/>
                </a:lnTo>
                <a:lnTo>
                  <a:pt x="176213" y="495300"/>
                </a:lnTo>
                <a:lnTo>
                  <a:pt x="171450" y="490538"/>
                </a:lnTo>
                <a:lnTo>
                  <a:pt x="166688" y="485775"/>
                </a:lnTo>
                <a:lnTo>
                  <a:pt x="157163" y="485775"/>
                </a:lnTo>
                <a:lnTo>
                  <a:pt x="152400" y="481013"/>
                </a:lnTo>
                <a:lnTo>
                  <a:pt x="147638" y="476250"/>
                </a:lnTo>
                <a:lnTo>
                  <a:pt x="142875" y="471488"/>
                </a:lnTo>
                <a:lnTo>
                  <a:pt x="138113" y="466725"/>
                </a:lnTo>
                <a:lnTo>
                  <a:pt x="133350" y="461963"/>
                </a:lnTo>
                <a:lnTo>
                  <a:pt x="128588" y="457200"/>
                </a:lnTo>
                <a:lnTo>
                  <a:pt x="119063" y="457200"/>
                </a:lnTo>
                <a:lnTo>
                  <a:pt x="114300" y="452438"/>
                </a:lnTo>
                <a:lnTo>
                  <a:pt x="109538" y="447675"/>
                </a:lnTo>
                <a:lnTo>
                  <a:pt x="104775" y="442913"/>
                </a:lnTo>
                <a:lnTo>
                  <a:pt x="100013" y="438150"/>
                </a:lnTo>
                <a:lnTo>
                  <a:pt x="95250" y="433388"/>
                </a:lnTo>
                <a:lnTo>
                  <a:pt x="90488" y="428625"/>
                </a:lnTo>
                <a:lnTo>
                  <a:pt x="85725" y="423863"/>
                </a:lnTo>
                <a:lnTo>
                  <a:pt x="80963" y="419100"/>
                </a:lnTo>
                <a:lnTo>
                  <a:pt x="76200" y="414338"/>
                </a:lnTo>
                <a:lnTo>
                  <a:pt x="71438" y="409575"/>
                </a:lnTo>
                <a:lnTo>
                  <a:pt x="66675" y="404813"/>
                </a:lnTo>
                <a:lnTo>
                  <a:pt x="66675" y="395288"/>
                </a:lnTo>
                <a:lnTo>
                  <a:pt x="61913" y="390525"/>
                </a:lnTo>
                <a:lnTo>
                  <a:pt x="57150" y="385763"/>
                </a:lnTo>
                <a:lnTo>
                  <a:pt x="57150" y="376238"/>
                </a:lnTo>
                <a:lnTo>
                  <a:pt x="52388" y="371475"/>
                </a:lnTo>
                <a:lnTo>
                  <a:pt x="47625" y="366713"/>
                </a:lnTo>
                <a:lnTo>
                  <a:pt x="47625" y="357188"/>
                </a:lnTo>
                <a:lnTo>
                  <a:pt x="42863" y="352425"/>
                </a:lnTo>
                <a:lnTo>
                  <a:pt x="38100" y="347663"/>
                </a:lnTo>
                <a:lnTo>
                  <a:pt x="33338" y="342900"/>
                </a:lnTo>
                <a:lnTo>
                  <a:pt x="28575" y="338138"/>
                </a:lnTo>
                <a:lnTo>
                  <a:pt x="28575" y="328613"/>
                </a:lnTo>
                <a:lnTo>
                  <a:pt x="23813" y="323850"/>
                </a:lnTo>
                <a:lnTo>
                  <a:pt x="19050" y="319088"/>
                </a:lnTo>
                <a:lnTo>
                  <a:pt x="19050" y="309563"/>
                </a:lnTo>
                <a:lnTo>
                  <a:pt x="19050" y="300038"/>
                </a:lnTo>
                <a:lnTo>
                  <a:pt x="14288" y="295275"/>
                </a:lnTo>
                <a:lnTo>
                  <a:pt x="9525" y="290513"/>
                </a:lnTo>
                <a:lnTo>
                  <a:pt x="14288" y="285750"/>
                </a:lnTo>
                <a:lnTo>
                  <a:pt x="19050" y="280988"/>
                </a:lnTo>
                <a:lnTo>
                  <a:pt x="14288" y="276225"/>
                </a:lnTo>
                <a:lnTo>
                  <a:pt x="9525" y="271463"/>
                </a:lnTo>
                <a:lnTo>
                  <a:pt x="9525" y="261938"/>
                </a:lnTo>
                <a:lnTo>
                  <a:pt x="9525" y="252413"/>
                </a:lnTo>
                <a:lnTo>
                  <a:pt x="4763" y="247650"/>
                </a:lnTo>
                <a:lnTo>
                  <a:pt x="0" y="242888"/>
                </a:lnTo>
                <a:lnTo>
                  <a:pt x="0" y="233363"/>
                </a:lnTo>
                <a:lnTo>
                  <a:pt x="0" y="223838"/>
                </a:lnTo>
                <a:lnTo>
                  <a:pt x="0" y="214313"/>
                </a:lnTo>
                <a:lnTo>
                  <a:pt x="4763" y="209550"/>
                </a:lnTo>
                <a:lnTo>
                  <a:pt x="9525" y="204788"/>
                </a:lnTo>
                <a:lnTo>
                  <a:pt x="4763" y="200025"/>
                </a:lnTo>
                <a:lnTo>
                  <a:pt x="0" y="195263"/>
                </a:lnTo>
                <a:lnTo>
                  <a:pt x="0" y="185738"/>
                </a:lnTo>
                <a:lnTo>
                  <a:pt x="0" y="176213"/>
                </a:lnTo>
                <a:lnTo>
                  <a:pt x="4763" y="171450"/>
                </a:lnTo>
                <a:lnTo>
                  <a:pt x="9525" y="166688"/>
                </a:lnTo>
                <a:lnTo>
                  <a:pt x="4763" y="161925"/>
                </a:lnTo>
                <a:lnTo>
                  <a:pt x="0" y="157163"/>
                </a:lnTo>
                <a:lnTo>
                  <a:pt x="4763" y="152400"/>
                </a:lnTo>
                <a:lnTo>
                  <a:pt x="9525" y="147638"/>
                </a:lnTo>
                <a:lnTo>
                  <a:pt x="4763" y="142875"/>
                </a:lnTo>
                <a:lnTo>
                  <a:pt x="0" y="138113"/>
                </a:lnTo>
                <a:lnTo>
                  <a:pt x="4763" y="133350"/>
                </a:lnTo>
                <a:lnTo>
                  <a:pt x="9525" y="128588"/>
                </a:lnTo>
                <a:lnTo>
                  <a:pt x="9525" y="119063"/>
                </a:lnTo>
                <a:lnTo>
                  <a:pt x="9525" y="109538"/>
                </a:lnTo>
                <a:lnTo>
                  <a:pt x="14288" y="104775"/>
                </a:lnTo>
                <a:lnTo>
                  <a:pt x="19050" y="100013"/>
                </a:lnTo>
                <a:lnTo>
                  <a:pt x="19050" y="90488"/>
                </a:lnTo>
                <a:lnTo>
                  <a:pt x="19050" y="80963"/>
                </a:lnTo>
                <a:lnTo>
                  <a:pt x="23813" y="76200"/>
                </a:lnTo>
                <a:lnTo>
                  <a:pt x="28575" y="71438"/>
                </a:lnTo>
                <a:lnTo>
                  <a:pt x="28575" y="61913"/>
                </a:lnTo>
                <a:lnTo>
                  <a:pt x="28575" y="52388"/>
                </a:lnTo>
                <a:lnTo>
                  <a:pt x="33338" y="47625"/>
                </a:lnTo>
                <a:lnTo>
                  <a:pt x="38100" y="42863"/>
                </a:lnTo>
                <a:lnTo>
                  <a:pt x="38100" y="33338"/>
                </a:lnTo>
                <a:lnTo>
                  <a:pt x="42863" y="28575"/>
                </a:lnTo>
                <a:lnTo>
                  <a:pt x="47625" y="23813"/>
                </a:lnTo>
                <a:lnTo>
                  <a:pt x="47625" y="14288"/>
                </a:lnTo>
                <a:lnTo>
                  <a:pt x="52388" y="9525"/>
                </a:lnTo>
                <a:lnTo>
                  <a:pt x="57150" y="4763"/>
                </a:lnTo>
                <a:close/>
              </a:path>
            </a:pathLst>
          </a:custGeom>
          <a:solidFill xmlns:a="http://schemas.openxmlformats.org/drawingml/2006/main">
            <a:srgbClr val="B5D3A9"/>
          </a:solidFill>
          <a:ln xmlns:a="http://schemas.openxmlformats.org/drawingml/2006/main" w="0">
            <a:noFill/>
            <a:prstDash val="solid"/>
          </a:ln>
        </p:spPr>
      </p:sp>
      <p:sp>
        <p:nvSpPr>
          <p:cNvPr id="536" name="layout-green-93-4">
            <a:extLst xmlns:a="http://schemas.openxmlformats.org/drawingml/2006/main">
              <a:ext uri="{FF2B5EF4-FFF2-40B4-BE49-F238E27FC236}">
                <a16:creationId xmlns:a16="http://schemas.microsoft.com/office/drawing/2014/main" id="{85FA2CD6-48AC-48B2-B6A4-2A2EA667CE49}"/>
              </a:ext>
            </a:extLst>
          </p:cNvPr>
          <p:cNvSpPr>
            <a:spLocks xmlns:a="http://schemas.openxmlformats.org/drawingml/2006/main" noGrp="1"/>
          </p:cNvSpPr>
          <p:nvPr/>
        </p:nvSpPr>
        <p:spPr>
          <a:xfrm xmlns:a="http://schemas.openxmlformats.org/drawingml/2006/main" rot="0">
            <a:off x="1190625" y="3810000"/>
            <a:ext cx="9525" cy="342900"/>
          </a:xfrm>
          <a:custGeom xmlns:a="http://schemas.openxmlformats.org/drawingml/2006/main">
            <a:pathLst>
              <a:path w="9525" h="34290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4763" y="342900"/>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B5D3A9"/>
          </a:solidFill>
          <a:ln xmlns:a="http://schemas.openxmlformats.org/drawingml/2006/main" w="0">
            <a:noFill/>
            <a:prstDash val="solid"/>
          </a:ln>
        </p:spPr>
      </p:sp>
      <p:sp>
        <p:nvSpPr>
          <p:cNvPr id="537" name="layout-green-93-5">
            <a:extLst xmlns:a="http://schemas.openxmlformats.org/drawingml/2006/main">
              <a:ext uri="{FF2B5EF4-FFF2-40B4-BE49-F238E27FC236}">
                <a16:creationId xmlns:a16="http://schemas.microsoft.com/office/drawing/2014/main" id="{4018BBB7-1C57-4404-BE1A-8A969A543238}"/>
              </a:ext>
            </a:extLst>
          </p:cNvPr>
          <p:cNvSpPr>
            <a:spLocks xmlns:a="http://schemas.openxmlformats.org/drawingml/2006/main" noGrp="1"/>
          </p:cNvSpPr>
          <p:nvPr/>
        </p:nvSpPr>
        <p:spPr>
          <a:xfrm xmlns:a="http://schemas.openxmlformats.org/drawingml/2006/main" rot="0">
            <a:off x="123825" y="4238625"/>
            <a:ext cx="1076325" cy="9525"/>
          </a:xfrm>
          <a:custGeom xmlns:a="http://schemas.openxmlformats.org/drawingml/2006/main">
            <a:pathLst>
              <a:path w="107632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42988" y="0"/>
                </a:lnTo>
                <a:lnTo>
                  <a:pt x="1052513" y="0"/>
                </a:lnTo>
                <a:lnTo>
                  <a:pt x="1062038" y="0"/>
                </a:lnTo>
                <a:lnTo>
                  <a:pt x="1071563" y="0"/>
                </a:lnTo>
                <a:lnTo>
                  <a:pt x="1076325" y="4763"/>
                </a:lnTo>
                <a:lnTo>
                  <a:pt x="1071563" y="9525"/>
                </a:lnTo>
                <a:lnTo>
                  <a:pt x="1062038" y="9525"/>
                </a:lnTo>
                <a:lnTo>
                  <a:pt x="1052513" y="9525"/>
                </a:lnTo>
                <a:lnTo>
                  <a:pt x="1042988" y="9525"/>
                </a:lnTo>
                <a:lnTo>
                  <a:pt x="1033463" y="9525"/>
                </a:lnTo>
                <a:lnTo>
                  <a:pt x="1023938" y="9525"/>
                </a:lnTo>
                <a:lnTo>
                  <a:pt x="1014413" y="9525"/>
                </a:lnTo>
                <a:lnTo>
                  <a:pt x="1004888" y="9525"/>
                </a:lnTo>
                <a:lnTo>
                  <a:pt x="995363" y="9525"/>
                </a:lnTo>
                <a:lnTo>
                  <a:pt x="985838" y="9525"/>
                </a:lnTo>
                <a:lnTo>
                  <a:pt x="976313" y="9525"/>
                </a:lnTo>
                <a:lnTo>
                  <a:pt x="966788" y="9525"/>
                </a:lnTo>
                <a:lnTo>
                  <a:pt x="957263" y="9525"/>
                </a:lnTo>
                <a:lnTo>
                  <a:pt x="947738" y="9525"/>
                </a:lnTo>
                <a:lnTo>
                  <a:pt x="938213" y="9525"/>
                </a:lnTo>
                <a:lnTo>
                  <a:pt x="928688" y="9525"/>
                </a:lnTo>
                <a:lnTo>
                  <a:pt x="919163" y="9525"/>
                </a:lnTo>
                <a:lnTo>
                  <a:pt x="909638" y="9525"/>
                </a:lnTo>
                <a:lnTo>
                  <a:pt x="900113" y="9525"/>
                </a:lnTo>
                <a:lnTo>
                  <a:pt x="890588" y="9525"/>
                </a:lnTo>
                <a:lnTo>
                  <a:pt x="881063" y="9525"/>
                </a:lnTo>
                <a:lnTo>
                  <a:pt x="871538" y="9525"/>
                </a:lnTo>
                <a:lnTo>
                  <a:pt x="862013" y="9525"/>
                </a:lnTo>
                <a:lnTo>
                  <a:pt x="852488" y="9525"/>
                </a:lnTo>
                <a:lnTo>
                  <a:pt x="842963" y="9525"/>
                </a:lnTo>
                <a:lnTo>
                  <a:pt x="833438" y="9525"/>
                </a:lnTo>
                <a:lnTo>
                  <a:pt x="823913" y="9525"/>
                </a:lnTo>
                <a:lnTo>
                  <a:pt x="814388" y="9525"/>
                </a:lnTo>
                <a:lnTo>
                  <a:pt x="804863" y="9525"/>
                </a:lnTo>
                <a:lnTo>
                  <a:pt x="795338" y="9525"/>
                </a:lnTo>
                <a:lnTo>
                  <a:pt x="785813" y="9525"/>
                </a:lnTo>
                <a:lnTo>
                  <a:pt x="776288" y="9525"/>
                </a:lnTo>
                <a:lnTo>
                  <a:pt x="766763" y="9525"/>
                </a:lnTo>
                <a:lnTo>
                  <a:pt x="757238" y="9525"/>
                </a:lnTo>
                <a:lnTo>
                  <a:pt x="747713" y="9525"/>
                </a:lnTo>
                <a:lnTo>
                  <a:pt x="738188" y="9525"/>
                </a:lnTo>
                <a:lnTo>
                  <a:pt x="728663" y="9525"/>
                </a:lnTo>
                <a:lnTo>
                  <a:pt x="719138" y="9525"/>
                </a:lnTo>
                <a:lnTo>
                  <a:pt x="709613" y="9525"/>
                </a:lnTo>
                <a:lnTo>
                  <a:pt x="700088" y="9525"/>
                </a:lnTo>
                <a:lnTo>
                  <a:pt x="690563" y="9525"/>
                </a:lnTo>
                <a:lnTo>
                  <a:pt x="681038" y="9525"/>
                </a:lnTo>
                <a:lnTo>
                  <a:pt x="671513" y="9525"/>
                </a:lnTo>
                <a:lnTo>
                  <a:pt x="661988" y="9525"/>
                </a:lnTo>
                <a:lnTo>
                  <a:pt x="652463" y="9525"/>
                </a:lnTo>
                <a:lnTo>
                  <a:pt x="642938" y="9525"/>
                </a:lnTo>
                <a:lnTo>
                  <a:pt x="633413" y="9525"/>
                </a:lnTo>
                <a:lnTo>
                  <a:pt x="623888" y="9525"/>
                </a:lnTo>
                <a:lnTo>
                  <a:pt x="614363" y="9525"/>
                </a:lnTo>
                <a:lnTo>
                  <a:pt x="604838" y="9525"/>
                </a:lnTo>
                <a:lnTo>
                  <a:pt x="595313" y="9525"/>
                </a:lnTo>
                <a:lnTo>
                  <a:pt x="585788" y="9525"/>
                </a:lnTo>
                <a:lnTo>
                  <a:pt x="576263" y="9525"/>
                </a:lnTo>
                <a:lnTo>
                  <a:pt x="566738" y="9525"/>
                </a:lnTo>
                <a:lnTo>
                  <a:pt x="557213" y="9525"/>
                </a:lnTo>
                <a:lnTo>
                  <a:pt x="547688" y="9525"/>
                </a:lnTo>
                <a:lnTo>
                  <a:pt x="538163" y="9525"/>
                </a:lnTo>
                <a:lnTo>
                  <a:pt x="528638" y="9525"/>
                </a:lnTo>
                <a:lnTo>
                  <a:pt x="519113" y="9525"/>
                </a:lnTo>
                <a:lnTo>
                  <a:pt x="509588" y="9525"/>
                </a:lnTo>
                <a:lnTo>
                  <a:pt x="500063" y="9525"/>
                </a:lnTo>
                <a:lnTo>
                  <a:pt x="490538" y="9525"/>
                </a:lnTo>
                <a:lnTo>
                  <a:pt x="481013" y="9525"/>
                </a:lnTo>
                <a:lnTo>
                  <a:pt x="471488" y="9525"/>
                </a:lnTo>
                <a:lnTo>
                  <a:pt x="461963" y="9525"/>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B5D3A9"/>
          </a:solidFill>
          <a:ln xmlns:a="http://schemas.openxmlformats.org/drawingml/2006/main" w="0">
            <a:noFill/>
            <a:prstDash val="solid"/>
          </a:ln>
        </p:spPr>
      </p:sp>
      <p:sp>
        <p:nvSpPr>
          <p:cNvPr id="538" name="layout-green-94-0">
            <a:extLst xmlns:a="http://schemas.openxmlformats.org/drawingml/2006/main">
              <a:ext uri="{FF2B5EF4-FFF2-40B4-BE49-F238E27FC236}">
                <a16:creationId xmlns:a16="http://schemas.microsoft.com/office/drawing/2014/main" id="{42E27301-1BFA-441B-A71C-3E279B69D4CE}"/>
              </a:ext>
            </a:extLst>
          </p:cNvPr>
          <p:cNvSpPr>
            <a:spLocks xmlns:a="http://schemas.openxmlformats.org/drawingml/2006/main" noGrp="1"/>
          </p:cNvSpPr>
          <p:nvPr/>
        </p:nvSpPr>
        <p:spPr>
          <a:xfrm xmlns:a="http://schemas.openxmlformats.org/drawingml/2006/main" rot="0">
            <a:off x="123825" y="3371850"/>
            <a:ext cx="9525" cy="781050"/>
          </a:xfrm>
          <a:custGeom xmlns:a="http://schemas.openxmlformats.org/drawingml/2006/main">
            <a:pathLst>
              <a:path w="9525" h="7810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9525" y="433388"/>
                </a:lnTo>
                <a:lnTo>
                  <a:pt x="9525" y="442913"/>
                </a:lnTo>
                <a:lnTo>
                  <a:pt x="9525" y="452438"/>
                </a:lnTo>
                <a:lnTo>
                  <a:pt x="9525" y="461963"/>
                </a:lnTo>
                <a:lnTo>
                  <a:pt x="9525" y="471488"/>
                </a:lnTo>
                <a:lnTo>
                  <a:pt x="9525" y="481013"/>
                </a:lnTo>
                <a:lnTo>
                  <a:pt x="9525" y="490538"/>
                </a:lnTo>
                <a:lnTo>
                  <a:pt x="9525" y="500063"/>
                </a:lnTo>
                <a:lnTo>
                  <a:pt x="9525" y="509588"/>
                </a:lnTo>
                <a:lnTo>
                  <a:pt x="9525" y="519113"/>
                </a:lnTo>
                <a:lnTo>
                  <a:pt x="9525" y="528638"/>
                </a:lnTo>
                <a:lnTo>
                  <a:pt x="9525" y="538163"/>
                </a:lnTo>
                <a:lnTo>
                  <a:pt x="9525" y="547688"/>
                </a:lnTo>
                <a:lnTo>
                  <a:pt x="9525" y="557213"/>
                </a:lnTo>
                <a:lnTo>
                  <a:pt x="9525" y="566738"/>
                </a:lnTo>
                <a:lnTo>
                  <a:pt x="9525" y="576263"/>
                </a:lnTo>
                <a:lnTo>
                  <a:pt x="9525" y="585788"/>
                </a:lnTo>
                <a:lnTo>
                  <a:pt x="9525" y="595313"/>
                </a:lnTo>
                <a:lnTo>
                  <a:pt x="9525" y="604838"/>
                </a:lnTo>
                <a:lnTo>
                  <a:pt x="9525" y="614363"/>
                </a:lnTo>
                <a:lnTo>
                  <a:pt x="9525" y="623888"/>
                </a:lnTo>
                <a:lnTo>
                  <a:pt x="9525" y="633413"/>
                </a:lnTo>
                <a:lnTo>
                  <a:pt x="9525" y="642938"/>
                </a:lnTo>
                <a:lnTo>
                  <a:pt x="9525" y="652463"/>
                </a:lnTo>
                <a:lnTo>
                  <a:pt x="9525" y="661988"/>
                </a:lnTo>
                <a:lnTo>
                  <a:pt x="9525" y="671513"/>
                </a:lnTo>
                <a:lnTo>
                  <a:pt x="9525" y="681038"/>
                </a:lnTo>
                <a:lnTo>
                  <a:pt x="9525" y="690563"/>
                </a:lnTo>
                <a:lnTo>
                  <a:pt x="9525" y="700088"/>
                </a:lnTo>
                <a:lnTo>
                  <a:pt x="9525" y="709613"/>
                </a:lnTo>
                <a:lnTo>
                  <a:pt x="9525" y="719138"/>
                </a:lnTo>
                <a:lnTo>
                  <a:pt x="9525" y="728663"/>
                </a:lnTo>
                <a:lnTo>
                  <a:pt x="9525" y="738188"/>
                </a:lnTo>
                <a:lnTo>
                  <a:pt x="9525" y="747713"/>
                </a:lnTo>
                <a:lnTo>
                  <a:pt x="9525" y="757238"/>
                </a:lnTo>
                <a:lnTo>
                  <a:pt x="9525" y="766763"/>
                </a:lnTo>
                <a:lnTo>
                  <a:pt x="9525" y="776288"/>
                </a:lnTo>
                <a:lnTo>
                  <a:pt x="4763" y="781050"/>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B8D4AB"/>
          </a:solidFill>
          <a:ln xmlns:a="http://schemas.openxmlformats.org/drawingml/2006/main" w="0">
            <a:noFill/>
            <a:prstDash val="solid"/>
          </a:ln>
        </p:spPr>
      </p:sp>
      <p:sp>
        <p:nvSpPr>
          <p:cNvPr id="539" name="layout-green-94-1">
            <a:extLst xmlns:a="http://schemas.openxmlformats.org/drawingml/2006/main">
              <a:ext uri="{FF2B5EF4-FFF2-40B4-BE49-F238E27FC236}">
                <a16:creationId xmlns:a16="http://schemas.microsoft.com/office/drawing/2014/main" id="{9D7AED54-E38A-498B-9D72-63349F71E432}"/>
              </a:ext>
            </a:extLst>
          </p:cNvPr>
          <p:cNvSpPr>
            <a:spLocks xmlns:a="http://schemas.openxmlformats.org/drawingml/2006/main" noGrp="1"/>
          </p:cNvSpPr>
          <p:nvPr/>
        </p:nvSpPr>
        <p:spPr>
          <a:xfrm xmlns:a="http://schemas.openxmlformats.org/drawingml/2006/main" rot="0">
            <a:off x="466725" y="3371850"/>
            <a:ext cx="95250" cy="171450"/>
          </a:xfrm>
          <a:custGeom xmlns:a="http://schemas.openxmlformats.org/drawingml/2006/main">
            <a:pathLst>
              <a:path w="95250" h="171450">
                <a:moveTo>
                  <a:pt x="85725" y="4763"/>
                </a:moveTo>
                <a:lnTo>
                  <a:pt x="90488" y="0"/>
                </a:lnTo>
                <a:lnTo>
                  <a:pt x="95250" y="4763"/>
                </a:lnTo>
                <a:lnTo>
                  <a:pt x="95250" y="14288"/>
                </a:lnTo>
                <a:lnTo>
                  <a:pt x="95250" y="23813"/>
                </a:lnTo>
                <a:lnTo>
                  <a:pt x="95250" y="33338"/>
                </a:lnTo>
                <a:lnTo>
                  <a:pt x="95250" y="42863"/>
                </a:lnTo>
                <a:lnTo>
                  <a:pt x="95250" y="52388"/>
                </a:lnTo>
                <a:lnTo>
                  <a:pt x="95250" y="61913"/>
                </a:lnTo>
                <a:lnTo>
                  <a:pt x="95250" y="71438"/>
                </a:lnTo>
                <a:lnTo>
                  <a:pt x="95250" y="80963"/>
                </a:lnTo>
                <a:lnTo>
                  <a:pt x="95250" y="90488"/>
                </a:lnTo>
                <a:lnTo>
                  <a:pt x="95250" y="100013"/>
                </a:lnTo>
                <a:lnTo>
                  <a:pt x="95250" y="109538"/>
                </a:lnTo>
                <a:lnTo>
                  <a:pt x="95250" y="119063"/>
                </a:lnTo>
                <a:lnTo>
                  <a:pt x="95250" y="128588"/>
                </a:lnTo>
                <a:lnTo>
                  <a:pt x="95250" y="138113"/>
                </a:lnTo>
                <a:lnTo>
                  <a:pt x="95250" y="147638"/>
                </a:lnTo>
                <a:lnTo>
                  <a:pt x="95250" y="157163"/>
                </a:lnTo>
                <a:lnTo>
                  <a:pt x="90488" y="161925"/>
                </a:lnTo>
                <a:lnTo>
                  <a:pt x="80963" y="161925"/>
                </a:lnTo>
                <a:lnTo>
                  <a:pt x="71438" y="161925"/>
                </a:lnTo>
                <a:lnTo>
                  <a:pt x="66675" y="166688"/>
                </a:lnTo>
                <a:lnTo>
                  <a:pt x="61913" y="171450"/>
                </a:lnTo>
                <a:lnTo>
                  <a:pt x="52388" y="171450"/>
                </a:lnTo>
                <a:lnTo>
                  <a:pt x="42863" y="171450"/>
                </a:lnTo>
                <a:lnTo>
                  <a:pt x="33338" y="171450"/>
                </a:lnTo>
                <a:lnTo>
                  <a:pt x="23813" y="171450"/>
                </a:lnTo>
                <a:lnTo>
                  <a:pt x="14288" y="171450"/>
                </a:lnTo>
                <a:lnTo>
                  <a:pt x="4763" y="171450"/>
                </a:lnTo>
                <a:lnTo>
                  <a:pt x="0" y="166688"/>
                </a:lnTo>
                <a:lnTo>
                  <a:pt x="4763" y="161925"/>
                </a:lnTo>
                <a:lnTo>
                  <a:pt x="14288" y="161925"/>
                </a:lnTo>
                <a:lnTo>
                  <a:pt x="19050" y="157163"/>
                </a:lnTo>
                <a:lnTo>
                  <a:pt x="23813" y="152400"/>
                </a:lnTo>
                <a:lnTo>
                  <a:pt x="28575" y="147638"/>
                </a:lnTo>
                <a:lnTo>
                  <a:pt x="33338" y="142875"/>
                </a:lnTo>
                <a:lnTo>
                  <a:pt x="42863" y="142875"/>
                </a:lnTo>
                <a:lnTo>
                  <a:pt x="47625" y="138113"/>
                </a:lnTo>
                <a:lnTo>
                  <a:pt x="52388" y="133350"/>
                </a:lnTo>
                <a:lnTo>
                  <a:pt x="61913" y="133350"/>
                </a:lnTo>
                <a:lnTo>
                  <a:pt x="71438" y="133350"/>
                </a:lnTo>
                <a:lnTo>
                  <a:pt x="76200" y="128588"/>
                </a:lnTo>
                <a:lnTo>
                  <a:pt x="80963" y="123825"/>
                </a:lnTo>
                <a:lnTo>
                  <a:pt x="85725" y="119063"/>
                </a:lnTo>
                <a:lnTo>
                  <a:pt x="85725" y="109538"/>
                </a:lnTo>
                <a:lnTo>
                  <a:pt x="85725" y="100013"/>
                </a:lnTo>
                <a:lnTo>
                  <a:pt x="85725" y="90488"/>
                </a:lnTo>
                <a:lnTo>
                  <a:pt x="85725" y="80963"/>
                </a:lnTo>
                <a:lnTo>
                  <a:pt x="85725" y="71438"/>
                </a:lnTo>
                <a:lnTo>
                  <a:pt x="85725" y="61913"/>
                </a:lnTo>
                <a:lnTo>
                  <a:pt x="85725" y="52388"/>
                </a:lnTo>
                <a:lnTo>
                  <a:pt x="85725" y="42863"/>
                </a:lnTo>
                <a:lnTo>
                  <a:pt x="85725" y="33338"/>
                </a:lnTo>
                <a:lnTo>
                  <a:pt x="85725" y="23813"/>
                </a:lnTo>
                <a:lnTo>
                  <a:pt x="85725" y="14288"/>
                </a:lnTo>
                <a:lnTo>
                  <a:pt x="85725" y="4763"/>
                </a:lnTo>
                <a:close/>
              </a:path>
            </a:pathLst>
          </a:custGeom>
          <a:solidFill xmlns:a="http://schemas.openxmlformats.org/drawingml/2006/main">
            <a:srgbClr val="B8D4AB"/>
          </a:solidFill>
          <a:ln xmlns:a="http://schemas.openxmlformats.org/drawingml/2006/main" w="0">
            <a:noFill/>
            <a:prstDash val="solid"/>
          </a:ln>
        </p:spPr>
      </p:sp>
      <p:sp>
        <p:nvSpPr>
          <p:cNvPr id="540" name="layout-green-94-2">
            <a:extLst xmlns:a="http://schemas.openxmlformats.org/drawingml/2006/main">
              <a:ext uri="{FF2B5EF4-FFF2-40B4-BE49-F238E27FC236}">
                <a16:creationId xmlns:a16="http://schemas.microsoft.com/office/drawing/2014/main" id="{820803E8-A29B-4143-A083-4B872CEFE0FD}"/>
              </a:ext>
            </a:extLst>
          </p:cNvPr>
          <p:cNvSpPr>
            <a:spLocks xmlns:a="http://schemas.openxmlformats.org/drawingml/2006/main" noGrp="1"/>
          </p:cNvSpPr>
          <p:nvPr/>
        </p:nvSpPr>
        <p:spPr>
          <a:xfrm xmlns:a="http://schemas.openxmlformats.org/drawingml/2006/main" rot="0">
            <a:off x="409575" y="3552825"/>
            <a:ext cx="152400" cy="85725"/>
          </a:xfrm>
          <a:custGeom xmlns:a="http://schemas.openxmlformats.org/drawingml/2006/main">
            <a:pathLst>
              <a:path w="152400" h="85725">
                <a:moveTo>
                  <a:pt x="133350" y="4763"/>
                </a:moveTo>
                <a:lnTo>
                  <a:pt x="138113" y="0"/>
                </a:lnTo>
                <a:lnTo>
                  <a:pt x="147638" y="0"/>
                </a:lnTo>
                <a:lnTo>
                  <a:pt x="152400" y="4763"/>
                </a:lnTo>
                <a:lnTo>
                  <a:pt x="152400" y="14288"/>
                </a:lnTo>
                <a:lnTo>
                  <a:pt x="152400" y="23813"/>
                </a:lnTo>
                <a:lnTo>
                  <a:pt x="147638" y="28575"/>
                </a:lnTo>
                <a:lnTo>
                  <a:pt x="142875" y="33338"/>
                </a:lnTo>
                <a:lnTo>
                  <a:pt x="142875" y="42863"/>
                </a:lnTo>
                <a:lnTo>
                  <a:pt x="147638" y="47625"/>
                </a:lnTo>
                <a:lnTo>
                  <a:pt x="152400" y="52388"/>
                </a:lnTo>
                <a:lnTo>
                  <a:pt x="152400" y="61913"/>
                </a:lnTo>
                <a:lnTo>
                  <a:pt x="152400" y="71438"/>
                </a:lnTo>
                <a:lnTo>
                  <a:pt x="152400" y="80963"/>
                </a:lnTo>
                <a:lnTo>
                  <a:pt x="147638" y="85725"/>
                </a:lnTo>
                <a:lnTo>
                  <a:pt x="138113" y="85725"/>
                </a:lnTo>
                <a:lnTo>
                  <a:pt x="128588" y="85725"/>
                </a:lnTo>
                <a:lnTo>
                  <a:pt x="119063" y="85725"/>
                </a:lnTo>
                <a:lnTo>
                  <a:pt x="109538" y="85725"/>
                </a:lnTo>
                <a:lnTo>
                  <a:pt x="100013" y="85725"/>
                </a:lnTo>
                <a:lnTo>
                  <a:pt x="90488" y="85725"/>
                </a:lnTo>
                <a:lnTo>
                  <a:pt x="80963" y="85725"/>
                </a:lnTo>
                <a:lnTo>
                  <a:pt x="71438" y="85725"/>
                </a:lnTo>
                <a:lnTo>
                  <a:pt x="66675" y="80963"/>
                </a:lnTo>
                <a:lnTo>
                  <a:pt x="61913" y="76200"/>
                </a:lnTo>
                <a:lnTo>
                  <a:pt x="52388" y="76200"/>
                </a:lnTo>
                <a:lnTo>
                  <a:pt x="42863" y="76200"/>
                </a:lnTo>
                <a:lnTo>
                  <a:pt x="33338" y="76200"/>
                </a:lnTo>
                <a:lnTo>
                  <a:pt x="23813" y="76200"/>
                </a:lnTo>
                <a:lnTo>
                  <a:pt x="19050" y="71438"/>
                </a:lnTo>
                <a:lnTo>
                  <a:pt x="14288" y="66675"/>
                </a:lnTo>
                <a:lnTo>
                  <a:pt x="4763" y="66675"/>
                </a:lnTo>
                <a:lnTo>
                  <a:pt x="0" y="61913"/>
                </a:lnTo>
                <a:lnTo>
                  <a:pt x="0" y="52388"/>
                </a:lnTo>
                <a:lnTo>
                  <a:pt x="0" y="42863"/>
                </a:lnTo>
                <a:lnTo>
                  <a:pt x="4763" y="38100"/>
                </a:lnTo>
                <a:lnTo>
                  <a:pt x="9525" y="33338"/>
                </a:lnTo>
                <a:lnTo>
                  <a:pt x="14288" y="28575"/>
                </a:lnTo>
                <a:lnTo>
                  <a:pt x="19050" y="23813"/>
                </a:lnTo>
                <a:lnTo>
                  <a:pt x="23813" y="19050"/>
                </a:lnTo>
                <a:lnTo>
                  <a:pt x="33338" y="19050"/>
                </a:lnTo>
                <a:lnTo>
                  <a:pt x="42863" y="19050"/>
                </a:lnTo>
                <a:lnTo>
                  <a:pt x="52388" y="19050"/>
                </a:lnTo>
                <a:lnTo>
                  <a:pt x="57150" y="14288"/>
                </a:lnTo>
                <a:lnTo>
                  <a:pt x="61913" y="9525"/>
                </a:lnTo>
                <a:lnTo>
                  <a:pt x="71438" y="9525"/>
                </a:lnTo>
                <a:lnTo>
                  <a:pt x="80963" y="9525"/>
                </a:lnTo>
                <a:lnTo>
                  <a:pt x="90488" y="9525"/>
                </a:lnTo>
                <a:lnTo>
                  <a:pt x="100013" y="9525"/>
                </a:lnTo>
                <a:lnTo>
                  <a:pt x="109538" y="9525"/>
                </a:lnTo>
                <a:lnTo>
                  <a:pt x="119063" y="9525"/>
                </a:lnTo>
                <a:lnTo>
                  <a:pt x="128588" y="9525"/>
                </a:lnTo>
                <a:lnTo>
                  <a:pt x="133350" y="4763"/>
                </a:lnTo>
                <a:close/>
              </a:path>
            </a:pathLst>
          </a:custGeom>
          <a:solidFill xmlns:a="http://schemas.openxmlformats.org/drawingml/2006/main">
            <a:srgbClr val="B8D4AB"/>
          </a:solidFill>
          <a:ln xmlns:a="http://schemas.openxmlformats.org/drawingml/2006/main" w="0">
            <a:noFill/>
            <a:prstDash val="solid"/>
          </a:ln>
        </p:spPr>
      </p:sp>
      <p:sp>
        <p:nvSpPr>
          <p:cNvPr id="541" name="layout-green-94-3">
            <a:extLst xmlns:a="http://schemas.openxmlformats.org/drawingml/2006/main">
              <a:ext uri="{FF2B5EF4-FFF2-40B4-BE49-F238E27FC236}">
                <a16:creationId xmlns:a16="http://schemas.microsoft.com/office/drawing/2014/main" id="{0E7BFE8A-0ACC-4120-AE17-BDB4CC56E113}"/>
              </a:ext>
            </a:extLst>
          </p:cNvPr>
          <p:cNvSpPr>
            <a:spLocks xmlns:a="http://schemas.openxmlformats.org/drawingml/2006/main" noGrp="1"/>
          </p:cNvSpPr>
          <p:nvPr/>
        </p:nvSpPr>
        <p:spPr>
          <a:xfrm xmlns:a="http://schemas.openxmlformats.org/drawingml/2006/main" rot="0">
            <a:off x="323850" y="3629025"/>
            <a:ext cx="809625" cy="514350"/>
          </a:xfrm>
          <a:custGeom xmlns:a="http://schemas.openxmlformats.org/drawingml/2006/main">
            <a:pathLst>
              <a:path w="809625" h="514350">
                <a:moveTo>
                  <a:pt x="57150" y="4763"/>
                </a:moveTo>
                <a:lnTo>
                  <a:pt x="61913" y="0"/>
                </a:lnTo>
                <a:lnTo>
                  <a:pt x="71438" y="0"/>
                </a:lnTo>
                <a:lnTo>
                  <a:pt x="76200" y="4763"/>
                </a:lnTo>
                <a:lnTo>
                  <a:pt x="80963" y="9525"/>
                </a:lnTo>
                <a:lnTo>
                  <a:pt x="90488" y="9525"/>
                </a:lnTo>
                <a:lnTo>
                  <a:pt x="100013" y="9525"/>
                </a:lnTo>
                <a:lnTo>
                  <a:pt x="104775" y="14288"/>
                </a:lnTo>
                <a:lnTo>
                  <a:pt x="109538" y="19050"/>
                </a:lnTo>
                <a:lnTo>
                  <a:pt x="119063" y="19050"/>
                </a:lnTo>
                <a:lnTo>
                  <a:pt x="128588" y="19050"/>
                </a:lnTo>
                <a:lnTo>
                  <a:pt x="138113" y="19050"/>
                </a:lnTo>
                <a:lnTo>
                  <a:pt x="142875" y="23813"/>
                </a:lnTo>
                <a:lnTo>
                  <a:pt x="147638" y="28575"/>
                </a:lnTo>
                <a:lnTo>
                  <a:pt x="157163" y="28575"/>
                </a:lnTo>
                <a:lnTo>
                  <a:pt x="166688" y="28575"/>
                </a:lnTo>
                <a:lnTo>
                  <a:pt x="176213" y="28575"/>
                </a:lnTo>
                <a:lnTo>
                  <a:pt x="185738" y="28575"/>
                </a:lnTo>
                <a:lnTo>
                  <a:pt x="195263" y="28575"/>
                </a:lnTo>
                <a:lnTo>
                  <a:pt x="204788" y="28575"/>
                </a:lnTo>
                <a:lnTo>
                  <a:pt x="214313" y="28575"/>
                </a:lnTo>
                <a:lnTo>
                  <a:pt x="223838" y="28575"/>
                </a:lnTo>
                <a:lnTo>
                  <a:pt x="228600" y="33338"/>
                </a:lnTo>
                <a:lnTo>
                  <a:pt x="233363" y="38100"/>
                </a:lnTo>
                <a:lnTo>
                  <a:pt x="238125" y="42863"/>
                </a:lnTo>
                <a:lnTo>
                  <a:pt x="238125" y="52388"/>
                </a:lnTo>
                <a:lnTo>
                  <a:pt x="238125" y="61913"/>
                </a:lnTo>
                <a:lnTo>
                  <a:pt x="238125" y="71438"/>
                </a:lnTo>
                <a:lnTo>
                  <a:pt x="238125" y="80963"/>
                </a:lnTo>
                <a:lnTo>
                  <a:pt x="238125" y="90488"/>
                </a:lnTo>
                <a:lnTo>
                  <a:pt x="238125" y="100013"/>
                </a:lnTo>
                <a:lnTo>
                  <a:pt x="238125" y="109538"/>
                </a:lnTo>
                <a:lnTo>
                  <a:pt x="238125" y="119063"/>
                </a:lnTo>
                <a:lnTo>
                  <a:pt x="238125" y="128588"/>
                </a:lnTo>
                <a:lnTo>
                  <a:pt x="238125" y="138113"/>
                </a:lnTo>
                <a:lnTo>
                  <a:pt x="238125" y="147638"/>
                </a:lnTo>
                <a:lnTo>
                  <a:pt x="238125" y="157163"/>
                </a:lnTo>
                <a:lnTo>
                  <a:pt x="238125" y="166688"/>
                </a:lnTo>
                <a:lnTo>
                  <a:pt x="238125" y="176213"/>
                </a:lnTo>
                <a:lnTo>
                  <a:pt x="242888" y="180975"/>
                </a:lnTo>
                <a:lnTo>
                  <a:pt x="252413" y="180975"/>
                </a:lnTo>
                <a:lnTo>
                  <a:pt x="261938" y="180975"/>
                </a:lnTo>
                <a:lnTo>
                  <a:pt x="271463" y="180975"/>
                </a:lnTo>
                <a:lnTo>
                  <a:pt x="280988" y="180975"/>
                </a:lnTo>
                <a:lnTo>
                  <a:pt x="290513" y="180975"/>
                </a:lnTo>
                <a:lnTo>
                  <a:pt x="300038" y="180975"/>
                </a:lnTo>
                <a:lnTo>
                  <a:pt x="309563" y="180975"/>
                </a:lnTo>
                <a:lnTo>
                  <a:pt x="319088" y="180975"/>
                </a:lnTo>
                <a:lnTo>
                  <a:pt x="328613" y="180975"/>
                </a:lnTo>
                <a:lnTo>
                  <a:pt x="338138" y="180975"/>
                </a:lnTo>
                <a:lnTo>
                  <a:pt x="347663" y="180975"/>
                </a:lnTo>
                <a:lnTo>
                  <a:pt x="357188" y="180975"/>
                </a:lnTo>
                <a:lnTo>
                  <a:pt x="366713" y="180975"/>
                </a:lnTo>
                <a:lnTo>
                  <a:pt x="376238" y="180975"/>
                </a:lnTo>
                <a:lnTo>
                  <a:pt x="385763" y="180975"/>
                </a:lnTo>
                <a:lnTo>
                  <a:pt x="395288" y="180975"/>
                </a:lnTo>
                <a:lnTo>
                  <a:pt x="404813" y="180975"/>
                </a:lnTo>
                <a:lnTo>
                  <a:pt x="414338" y="180975"/>
                </a:lnTo>
                <a:lnTo>
                  <a:pt x="423863" y="180975"/>
                </a:lnTo>
                <a:lnTo>
                  <a:pt x="433388" y="180975"/>
                </a:lnTo>
                <a:lnTo>
                  <a:pt x="442913" y="180975"/>
                </a:lnTo>
                <a:lnTo>
                  <a:pt x="452438" y="180975"/>
                </a:lnTo>
                <a:lnTo>
                  <a:pt x="461963" y="180975"/>
                </a:lnTo>
                <a:lnTo>
                  <a:pt x="471488" y="180975"/>
                </a:lnTo>
                <a:lnTo>
                  <a:pt x="481013" y="180975"/>
                </a:lnTo>
                <a:lnTo>
                  <a:pt x="490538" y="180975"/>
                </a:lnTo>
                <a:lnTo>
                  <a:pt x="500063" y="180975"/>
                </a:lnTo>
                <a:lnTo>
                  <a:pt x="509588" y="180975"/>
                </a:lnTo>
                <a:lnTo>
                  <a:pt x="519113" y="180975"/>
                </a:lnTo>
                <a:lnTo>
                  <a:pt x="528638" y="180975"/>
                </a:lnTo>
                <a:lnTo>
                  <a:pt x="538163" y="180975"/>
                </a:lnTo>
                <a:lnTo>
                  <a:pt x="547688" y="180975"/>
                </a:lnTo>
                <a:lnTo>
                  <a:pt x="557213" y="180975"/>
                </a:lnTo>
                <a:lnTo>
                  <a:pt x="566738" y="180975"/>
                </a:lnTo>
                <a:lnTo>
                  <a:pt x="576263" y="180975"/>
                </a:lnTo>
                <a:lnTo>
                  <a:pt x="585788" y="180975"/>
                </a:lnTo>
                <a:lnTo>
                  <a:pt x="595313" y="180975"/>
                </a:lnTo>
                <a:lnTo>
                  <a:pt x="604838" y="180975"/>
                </a:lnTo>
                <a:lnTo>
                  <a:pt x="614363" y="180975"/>
                </a:lnTo>
                <a:lnTo>
                  <a:pt x="623888" y="180975"/>
                </a:lnTo>
                <a:lnTo>
                  <a:pt x="633413" y="180975"/>
                </a:lnTo>
                <a:lnTo>
                  <a:pt x="642938" y="180975"/>
                </a:lnTo>
                <a:lnTo>
                  <a:pt x="652463" y="180975"/>
                </a:lnTo>
                <a:lnTo>
                  <a:pt x="661988" y="180975"/>
                </a:lnTo>
                <a:lnTo>
                  <a:pt x="671513" y="180975"/>
                </a:lnTo>
                <a:lnTo>
                  <a:pt x="681038" y="180975"/>
                </a:lnTo>
                <a:lnTo>
                  <a:pt x="690563" y="180975"/>
                </a:lnTo>
                <a:lnTo>
                  <a:pt x="700088" y="180975"/>
                </a:lnTo>
                <a:lnTo>
                  <a:pt x="709613" y="180975"/>
                </a:lnTo>
                <a:lnTo>
                  <a:pt x="719138" y="180975"/>
                </a:lnTo>
                <a:lnTo>
                  <a:pt x="728663" y="180975"/>
                </a:lnTo>
                <a:lnTo>
                  <a:pt x="738188" y="180975"/>
                </a:lnTo>
                <a:lnTo>
                  <a:pt x="747713" y="180975"/>
                </a:lnTo>
                <a:lnTo>
                  <a:pt x="757238" y="180975"/>
                </a:lnTo>
                <a:lnTo>
                  <a:pt x="766763" y="180975"/>
                </a:lnTo>
                <a:lnTo>
                  <a:pt x="776288" y="180975"/>
                </a:lnTo>
                <a:lnTo>
                  <a:pt x="785813" y="180975"/>
                </a:lnTo>
                <a:lnTo>
                  <a:pt x="795338" y="180975"/>
                </a:lnTo>
                <a:lnTo>
                  <a:pt x="804863" y="180975"/>
                </a:lnTo>
                <a:lnTo>
                  <a:pt x="809625" y="185738"/>
                </a:lnTo>
                <a:lnTo>
                  <a:pt x="804863" y="190500"/>
                </a:lnTo>
                <a:lnTo>
                  <a:pt x="795338" y="190500"/>
                </a:lnTo>
                <a:lnTo>
                  <a:pt x="785813" y="190500"/>
                </a:lnTo>
                <a:lnTo>
                  <a:pt x="776288" y="190500"/>
                </a:lnTo>
                <a:lnTo>
                  <a:pt x="766763" y="190500"/>
                </a:lnTo>
                <a:lnTo>
                  <a:pt x="757238" y="190500"/>
                </a:lnTo>
                <a:lnTo>
                  <a:pt x="747713" y="190500"/>
                </a:lnTo>
                <a:lnTo>
                  <a:pt x="738188" y="190500"/>
                </a:lnTo>
                <a:lnTo>
                  <a:pt x="728663" y="190500"/>
                </a:lnTo>
                <a:lnTo>
                  <a:pt x="719138" y="190500"/>
                </a:lnTo>
                <a:lnTo>
                  <a:pt x="709613" y="190500"/>
                </a:lnTo>
                <a:lnTo>
                  <a:pt x="700088" y="190500"/>
                </a:lnTo>
                <a:lnTo>
                  <a:pt x="690563" y="190500"/>
                </a:lnTo>
                <a:lnTo>
                  <a:pt x="681038" y="190500"/>
                </a:lnTo>
                <a:lnTo>
                  <a:pt x="676275" y="195263"/>
                </a:lnTo>
                <a:lnTo>
                  <a:pt x="676275" y="204788"/>
                </a:lnTo>
                <a:lnTo>
                  <a:pt x="671513" y="209550"/>
                </a:lnTo>
                <a:lnTo>
                  <a:pt x="666750" y="214313"/>
                </a:lnTo>
                <a:lnTo>
                  <a:pt x="666750" y="223838"/>
                </a:lnTo>
                <a:lnTo>
                  <a:pt x="666750" y="233363"/>
                </a:lnTo>
                <a:lnTo>
                  <a:pt x="666750" y="242888"/>
                </a:lnTo>
                <a:lnTo>
                  <a:pt x="666750" y="252413"/>
                </a:lnTo>
                <a:lnTo>
                  <a:pt x="666750" y="261938"/>
                </a:lnTo>
                <a:lnTo>
                  <a:pt x="661988" y="266700"/>
                </a:lnTo>
                <a:lnTo>
                  <a:pt x="657225" y="271463"/>
                </a:lnTo>
                <a:lnTo>
                  <a:pt x="657225" y="280988"/>
                </a:lnTo>
                <a:lnTo>
                  <a:pt x="657225" y="290513"/>
                </a:lnTo>
                <a:lnTo>
                  <a:pt x="652463" y="295275"/>
                </a:lnTo>
                <a:lnTo>
                  <a:pt x="647700" y="300038"/>
                </a:lnTo>
                <a:lnTo>
                  <a:pt x="647700" y="309563"/>
                </a:lnTo>
                <a:lnTo>
                  <a:pt x="642938" y="314325"/>
                </a:lnTo>
                <a:lnTo>
                  <a:pt x="638175" y="319088"/>
                </a:lnTo>
                <a:lnTo>
                  <a:pt x="638175" y="328613"/>
                </a:lnTo>
                <a:lnTo>
                  <a:pt x="638175" y="338138"/>
                </a:lnTo>
                <a:lnTo>
                  <a:pt x="633413" y="342900"/>
                </a:lnTo>
                <a:lnTo>
                  <a:pt x="628650" y="347663"/>
                </a:lnTo>
                <a:lnTo>
                  <a:pt x="628650" y="357188"/>
                </a:lnTo>
                <a:lnTo>
                  <a:pt x="623888" y="361950"/>
                </a:lnTo>
                <a:lnTo>
                  <a:pt x="619125" y="366713"/>
                </a:lnTo>
                <a:lnTo>
                  <a:pt x="614363" y="371475"/>
                </a:lnTo>
                <a:lnTo>
                  <a:pt x="609600" y="376238"/>
                </a:lnTo>
                <a:lnTo>
                  <a:pt x="609600" y="385763"/>
                </a:lnTo>
                <a:lnTo>
                  <a:pt x="604838" y="390525"/>
                </a:lnTo>
                <a:lnTo>
                  <a:pt x="600075" y="395288"/>
                </a:lnTo>
                <a:lnTo>
                  <a:pt x="595313" y="400050"/>
                </a:lnTo>
                <a:lnTo>
                  <a:pt x="590550" y="404813"/>
                </a:lnTo>
                <a:lnTo>
                  <a:pt x="585788" y="409575"/>
                </a:lnTo>
                <a:lnTo>
                  <a:pt x="581025" y="414338"/>
                </a:lnTo>
                <a:lnTo>
                  <a:pt x="576263" y="419100"/>
                </a:lnTo>
                <a:lnTo>
                  <a:pt x="566738" y="419100"/>
                </a:lnTo>
                <a:lnTo>
                  <a:pt x="561975" y="423863"/>
                </a:lnTo>
                <a:lnTo>
                  <a:pt x="557213" y="428625"/>
                </a:lnTo>
                <a:lnTo>
                  <a:pt x="552450" y="433388"/>
                </a:lnTo>
                <a:lnTo>
                  <a:pt x="547688" y="438150"/>
                </a:lnTo>
                <a:lnTo>
                  <a:pt x="542925" y="442913"/>
                </a:lnTo>
                <a:lnTo>
                  <a:pt x="538163" y="447675"/>
                </a:lnTo>
                <a:lnTo>
                  <a:pt x="533400" y="452438"/>
                </a:lnTo>
                <a:lnTo>
                  <a:pt x="528638" y="457200"/>
                </a:lnTo>
                <a:lnTo>
                  <a:pt x="519113" y="457200"/>
                </a:lnTo>
                <a:lnTo>
                  <a:pt x="514350" y="461963"/>
                </a:lnTo>
                <a:lnTo>
                  <a:pt x="509588" y="466725"/>
                </a:lnTo>
                <a:lnTo>
                  <a:pt x="504825" y="471488"/>
                </a:lnTo>
                <a:lnTo>
                  <a:pt x="500063" y="476250"/>
                </a:lnTo>
                <a:lnTo>
                  <a:pt x="490538" y="476250"/>
                </a:lnTo>
                <a:lnTo>
                  <a:pt x="485775" y="481013"/>
                </a:lnTo>
                <a:lnTo>
                  <a:pt x="481013" y="485775"/>
                </a:lnTo>
                <a:lnTo>
                  <a:pt x="471488" y="485775"/>
                </a:lnTo>
                <a:lnTo>
                  <a:pt x="466725" y="490538"/>
                </a:lnTo>
                <a:lnTo>
                  <a:pt x="461963" y="495300"/>
                </a:lnTo>
                <a:lnTo>
                  <a:pt x="452438" y="495300"/>
                </a:lnTo>
                <a:lnTo>
                  <a:pt x="442913" y="495300"/>
                </a:lnTo>
                <a:lnTo>
                  <a:pt x="438150" y="500063"/>
                </a:lnTo>
                <a:lnTo>
                  <a:pt x="433388" y="504825"/>
                </a:lnTo>
                <a:lnTo>
                  <a:pt x="423863" y="504825"/>
                </a:lnTo>
                <a:lnTo>
                  <a:pt x="414338" y="504825"/>
                </a:lnTo>
                <a:lnTo>
                  <a:pt x="409575" y="509588"/>
                </a:lnTo>
                <a:lnTo>
                  <a:pt x="404813" y="514350"/>
                </a:lnTo>
                <a:lnTo>
                  <a:pt x="395288" y="514350"/>
                </a:lnTo>
                <a:lnTo>
                  <a:pt x="385763" y="514350"/>
                </a:lnTo>
                <a:lnTo>
                  <a:pt x="376238" y="514350"/>
                </a:lnTo>
                <a:lnTo>
                  <a:pt x="366713" y="514350"/>
                </a:lnTo>
                <a:lnTo>
                  <a:pt x="357188" y="514350"/>
                </a:lnTo>
                <a:lnTo>
                  <a:pt x="347663" y="514350"/>
                </a:lnTo>
                <a:lnTo>
                  <a:pt x="338138" y="514350"/>
                </a:lnTo>
                <a:lnTo>
                  <a:pt x="328613" y="514350"/>
                </a:lnTo>
                <a:lnTo>
                  <a:pt x="319088" y="514350"/>
                </a:lnTo>
                <a:lnTo>
                  <a:pt x="309563" y="514350"/>
                </a:lnTo>
                <a:lnTo>
                  <a:pt x="300038" y="514350"/>
                </a:lnTo>
                <a:lnTo>
                  <a:pt x="290513" y="514350"/>
                </a:lnTo>
                <a:lnTo>
                  <a:pt x="280988" y="514350"/>
                </a:lnTo>
                <a:lnTo>
                  <a:pt x="276225" y="509588"/>
                </a:lnTo>
                <a:lnTo>
                  <a:pt x="271463" y="504825"/>
                </a:lnTo>
                <a:lnTo>
                  <a:pt x="261938" y="504825"/>
                </a:lnTo>
                <a:lnTo>
                  <a:pt x="252413" y="504825"/>
                </a:lnTo>
                <a:lnTo>
                  <a:pt x="242888" y="504825"/>
                </a:lnTo>
                <a:lnTo>
                  <a:pt x="238125" y="500063"/>
                </a:lnTo>
                <a:lnTo>
                  <a:pt x="233363" y="495300"/>
                </a:lnTo>
                <a:lnTo>
                  <a:pt x="223838" y="495300"/>
                </a:lnTo>
                <a:lnTo>
                  <a:pt x="219075" y="490538"/>
                </a:lnTo>
                <a:lnTo>
                  <a:pt x="214313" y="485775"/>
                </a:lnTo>
                <a:lnTo>
                  <a:pt x="204788" y="485775"/>
                </a:lnTo>
                <a:lnTo>
                  <a:pt x="195263" y="485775"/>
                </a:lnTo>
                <a:lnTo>
                  <a:pt x="190500" y="481013"/>
                </a:lnTo>
                <a:lnTo>
                  <a:pt x="185738" y="476250"/>
                </a:lnTo>
                <a:lnTo>
                  <a:pt x="176213" y="476250"/>
                </a:lnTo>
                <a:lnTo>
                  <a:pt x="171450" y="471488"/>
                </a:lnTo>
                <a:lnTo>
                  <a:pt x="166688" y="466725"/>
                </a:lnTo>
                <a:lnTo>
                  <a:pt x="161925" y="461963"/>
                </a:lnTo>
                <a:lnTo>
                  <a:pt x="157163" y="457200"/>
                </a:lnTo>
                <a:lnTo>
                  <a:pt x="152400" y="452438"/>
                </a:lnTo>
                <a:lnTo>
                  <a:pt x="147638" y="447675"/>
                </a:lnTo>
                <a:lnTo>
                  <a:pt x="138113" y="447675"/>
                </a:lnTo>
                <a:lnTo>
                  <a:pt x="133350" y="442913"/>
                </a:lnTo>
                <a:lnTo>
                  <a:pt x="128588" y="438150"/>
                </a:lnTo>
                <a:lnTo>
                  <a:pt x="123825" y="433388"/>
                </a:lnTo>
                <a:lnTo>
                  <a:pt x="119063" y="428625"/>
                </a:lnTo>
                <a:lnTo>
                  <a:pt x="114300" y="423863"/>
                </a:lnTo>
                <a:lnTo>
                  <a:pt x="109538" y="419100"/>
                </a:lnTo>
                <a:lnTo>
                  <a:pt x="100013" y="419100"/>
                </a:lnTo>
                <a:lnTo>
                  <a:pt x="95250" y="414338"/>
                </a:lnTo>
                <a:lnTo>
                  <a:pt x="90488" y="409575"/>
                </a:lnTo>
                <a:lnTo>
                  <a:pt x="85725" y="404813"/>
                </a:lnTo>
                <a:lnTo>
                  <a:pt x="80963" y="400050"/>
                </a:lnTo>
                <a:lnTo>
                  <a:pt x="76200" y="395288"/>
                </a:lnTo>
                <a:lnTo>
                  <a:pt x="76200" y="385763"/>
                </a:lnTo>
                <a:lnTo>
                  <a:pt x="71438" y="381000"/>
                </a:lnTo>
                <a:lnTo>
                  <a:pt x="66675" y="376238"/>
                </a:lnTo>
                <a:lnTo>
                  <a:pt x="66675" y="366713"/>
                </a:lnTo>
                <a:lnTo>
                  <a:pt x="61913" y="361950"/>
                </a:lnTo>
                <a:lnTo>
                  <a:pt x="52388" y="361950"/>
                </a:lnTo>
                <a:lnTo>
                  <a:pt x="47625" y="357188"/>
                </a:lnTo>
                <a:lnTo>
                  <a:pt x="47625" y="347663"/>
                </a:lnTo>
                <a:lnTo>
                  <a:pt x="47625" y="338138"/>
                </a:lnTo>
                <a:lnTo>
                  <a:pt x="42863" y="333375"/>
                </a:lnTo>
                <a:lnTo>
                  <a:pt x="38100" y="328613"/>
                </a:lnTo>
                <a:lnTo>
                  <a:pt x="38100" y="319088"/>
                </a:lnTo>
                <a:lnTo>
                  <a:pt x="33338" y="314325"/>
                </a:lnTo>
                <a:lnTo>
                  <a:pt x="28575" y="309563"/>
                </a:lnTo>
                <a:lnTo>
                  <a:pt x="28575" y="300038"/>
                </a:lnTo>
                <a:lnTo>
                  <a:pt x="28575" y="290513"/>
                </a:lnTo>
                <a:lnTo>
                  <a:pt x="23813" y="285750"/>
                </a:lnTo>
                <a:lnTo>
                  <a:pt x="19050" y="280988"/>
                </a:lnTo>
                <a:lnTo>
                  <a:pt x="19050" y="271463"/>
                </a:lnTo>
                <a:lnTo>
                  <a:pt x="14288" y="266700"/>
                </a:lnTo>
                <a:lnTo>
                  <a:pt x="9525" y="261938"/>
                </a:lnTo>
                <a:lnTo>
                  <a:pt x="9525" y="252413"/>
                </a:lnTo>
                <a:lnTo>
                  <a:pt x="14288" y="247650"/>
                </a:lnTo>
                <a:lnTo>
                  <a:pt x="19050" y="242888"/>
                </a:lnTo>
                <a:lnTo>
                  <a:pt x="14288" y="238125"/>
                </a:lnTo>
                <a:lnTo>
                  <a:pt x="9525" y="233363"/>
                </a:lnTo>
                <a:lnTo>
                  <a:pt x="9525" y="223838"/>
                </a:lnTo>
                <a:lnTo>
                  <a:pt x="9525" y="214313"/>
                </a:lnTo>
                <a:lnTo>
                  <a:pt x="9525" y="204788"/>
                </a:lnTo>
                <a:lnTo>
                  <a:pt x="9525" y="195263"/>
                </a:lnTo>
                <a:lnTo>
                  <a:pt x="4763" y="190500"/>
                </a:lnTo>
                <a:lnTo>
                  <a:pt x="0" y="185738"/>
                </a:lnTo>
                <a:lnTo>
                  <a:pt x="4763" y="180975"/>
                </a:lnTo>
                <a:lnTo>
                  <a:pt x="9525" y="176213"/>
                </a:lnTo>
                <a:lnTo>
                  <a:pt x="4763" y="171450"/>
                </a:lnTo>
                <a:lnTo>
                  <a:pt x="0" y="166688"/>
                </a:lnTo>
                <a:lnTo>
                  <a:pt x="4763" y="161925"/>
                </a:lnTo>
                <a:lnTo>
                  <a:pt x="9525" y="157163"/>
                </a:lnTo>
                <a:lnTo>
                  <a:pt x="9525" y="147638"/>
                </a:lnTo>
                <a:lnTo>
                  <a:pt x="9525" y="138113"/>
                </a:lnTo>
                <a:lnTo>
                  <a:pt x="9525" y="128588"/>
                </a:lnTo>
                <a:lnTo>
                  <a:pt x="9525" y="119063"/>
                </a:lnTo>
                <a:lnTo>
                  <a:pt x="14288" y="114300"/>
                </a:lnTo>
                <a:lnTo>
                  <a:pt x="19050" y="109538"/>
                </a:lnTo>
                <a:lnTo>
                  <a:pt x="19050" y="100013"/>
                </a:lnTo>
                <a:lnTo>
                  <a:pt x="19050" y="90488"/>
                </a:lnTo>
                <a:lnTo>
                  <a:pt x="19050" y="80963"/>
                </a:lnTo>
                <a:lnTo>
                  <a:pt x="19050" y="71438"/>
                </a:lnTo>
                <a:lnTo>
                  <a:pt x="23813" y="66675"/>
                </a:lnTo>
                <a:lnTo>
                  <a:pt x="28575" y="61913"/>
                </a:lnTo>
                <a:lnTo>
                  <a:pt x="28575" y="52388"/>
                </a:lnTo>
                <a:lnTo>
                  <a:pt x="33338" y="47625"/>
                </a:lnTo>
                <a:lnTo>
                  <a:pt x="38100" y="42863"/>
                </a:lnTo>
                <a:lnTo>
                  <a:pt x="38100" y="33338"/>
                </a:lnTo>
                <a:lnTo>
                  <a:pt x="42863" y="28575"/>
                </a:lnTo>
                <a:lnTo>
                  <a:pt x="47625" y="23813"/>
                </a:lnTo>
                <a:lnTo>
                  <a:pt x="52388" y="19050"/>
                </a:lnTo>
                <a:lnTo>
                  <a:pt x="57150" y="14288"/>
                </a:lnTo>
                <a:lnTo>
                  <a:pt x="57150" y="4763"/>
                </a:lnTo>
                <a:close/>
              </a:path>
            </a:pathLst>
          </a:custGeom>
          <a:solidFill xmlns:a="http://schemas.openxmlformats.org/drawingml/2006/main">
            <a:srgbClr val="B8D4AB"/>
          </a:solidFill>
          <a:ln xmlns:a="http://schemas.openxmlformats.org/drawingml/2006/main" w="0">
            <a:noFill/>
            <a:prstDash val="solid"/>
          </a:ln>
        </p:spPr>
      </p:sp>
      <p:sp>
        <p:nvSpPr>
          <p:cNvPr id="542" name="layout-green-94-4">
            <a:extLst xmlns:a="http://schemas.openxmlformats.org/drawingml/2006/main">
              <a:ext uri="{FF2B5EF4-FFF2-40B4-BE49-F238E27FC236}">
                <a16:creationId xmlns:a16="http://schemas.microsoft.com/office/drawing/2014/main" id="{C74E3BDF-4FF6-4223-99A8-9D5F270F9F9A}"/>
              </a:ext>
            </a:extLst>
          </p:cNvPr>
          <p:cNvSpPr>
            <a:spLocks xmlns:a="http://schemas.openxmlformats.org/drawingml/2006/main" noGrp="1"/>
          </p:cNvSpPr>
          <p:nvPr/>
        </p:nvSpPr>
        <p:spPr>
          <a:xfrm xmlns:a="http://schemas.openxmlformats.org/drawingml/2006/main" rot="0">
            <a:off x="1190625" y="3810000"/>
            <a:ext cx="9525" cy="342900"/>
          </a:xfrm>
          <a:custGeom xmlns:a="http://schemas.openxmlformats.org/drawingml/2006/main">
            <a:pathLst>
              <a:path w="9525" h="34290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4763" y="342900"/>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B8D4AB"/>
          </a:solidFill>
          <a:ln xmlns:a="http://schemas.openxmlformats.org/drawingml/2006/main" w="0">
            <a:noFill/>
            <a:prstDash val="solid"/>
          </a:ln>
        </p:spPr>
      </p:sp>
      <p:sp>
        <p:nvSpPr>
          <p:cNvPr id="543" name="layout-green-94-5">
            <a:extLst xmlns:a="http://schemas.openxmlformats.org/drawingml/2006/main">
              <a:ext uri="{FF2B5EF4-FFF2-40B4-BE49-F238E27FC236}">
                <a16:creationId xmlns:a16="http://schemas.microsoft.com/office/drawing/2014/main" id="{699D7E84-49AB-4F1D-A29E-1F6689F97E1A}"/>
              </a:ext>
            </a:extLst>
          </p:cNvPr>
          <p:cNvSpPr>
            <a:spLocks xmlns:a="http://schemas.openxmlformats.org/drawingml/2006/main" noGrp="1"/>
          </p:cNvSpPr>
          <p:nvPr/>
        </p:nvSpPr>
        <p:spPr>
          <a:xfrm xmlns:a="http://schemas.openxmlformats.org/drawingml/2006/main" rot="0">
            <a:off x="123825" y="4238625"/>
            <a:ext cx="1076325" cy="9525"/>
          </a:xfrm>
          <a:custGeom xmlns:a="http://schemas.openxmlformats.org/drawingml/2006/main">
            <a:pathLst>
              <a:path w="107632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42988" y="0"/>
                </a:lnTo>
                <a:lnTo>
                  <a:pt x="1052513" y="0"/>
                </a:lnTo>
                <a:lnTo>
                  <a:pt x="1062038" y="0"/>
                </a:lnTo>
                <a:lnTo>
                  <a:pt x="1071563" y="0"/>
                </a:lnTo>
                <a:lnTo>
                  <a:pt x="1076325" y="4763"/>
                </a:lnTo>
                <a:lnTo>
                  <a:pt x="1071563" y="9525"/>
                </a:lnTo>
                <a:lnTo>
                  <a:pt x="1062038" y="9525"/>
                </a:lnTo>
                <a:lnTo>
                  <a:pt x="1052513" y="9525"/>
                </a:lnTo>
                <a:lnTo>
                  <a:pt x="1042988" y="9525"/>
                </a:lnTo>
                <a:lnTo>
                  <a:pt x="1033463" y="9525"/>
                </a:lnTo>
                <a:lnTo>
                  <a:pt x="1023938" y="9525"/>
                </a:lnTo>
                <a:lnTo>
                  <a:pt x="1014413" y="9525"/>
                </a:lnTo>
                <a:lnTo>
                  <a:pt x="1004888" y="9525"/>
                </a:lnTo>
                <a:lnTo>
                  <a:pt x="995363" y="9525"/>
                </a:lnTo>
                <a:lnTo>
                  <a:pt x="985838" y="9525"/>
                </a:lnTo>
                <a:lnTo>
                  <a:pt x="976313" y="9525"/>
                </a:lnTo>
                <a:lnTo>
                  <a:pt x="966788" y="9525"/>
                </a:lnTo>
                <a:lnTo>
                  <a:pt x="957263" y="9525"/>
                </a:lnTo>
                <a:lnTo>
                  <a:pt x="947738" y="9525"/>
                </a:lnTo>
                <a:lnTo>
                  <a:pt x="938213" y="9525"/>
                </a:lnTo>
                <a:lnTo>
                  <a:pt x="928688" y="9525"/>
                </a:lnTo>
                <a:lnTo>
                  <a:pt x="919163" y="9525"/>
                </a:lnTo>
                <a:lnTo>
                  <a:pt x="909638" y="9525"/>
                </a:lnTo>
                <a:lnTo>
                  <a:pt x="900113" y="9525"/>
                </a:lnTo>
                <a:lnTo>
                  <a:pt x="890588" y="9525"/>
                </a:lnTo>
                <a:lnTo>
                  <a:pt x="881063" y="9525"/>
                </a:lnTo>
                <a:lnTo>
                  <a:pt x="871538" y="9525"/>
                </a:lnTo>
                <a:lnTo>
                  <a:pt x="862013" y="9525"/>
                </a:lnTo>
                <a:lnTo>
                  <a:pt x="852488" y="9525"/>
                </a:lnTo>
                <a:lnTo>
                  <a:pt x="842963" y="9525"/>
                </a:lnTo>
                <a:lnTo>
                  <a:pt x="833438" y="9525"/>
                </a:lnTo>
                <a:lnTo>
                  <a:pt x="823913" y="9525"/>
                </a:lnTo>
                <a:lnTo>
                  <a:pt x="814388" y="9525"/>
                </a:lnTo>
                <a:lnTo>
                  <a:pt x="804863" y="9525"/>
                </a:lnTo>
                <a:lnTo>
                  <a:pt x="795338" y="9525"/>
                </a:lnTo>
                <a:lnTo>
                  <a:pt x="785813" y="9525"/>
                </a:lnTo>
                <a:lnTo>
                  <a:pt x="776288" y="9525"/>
                </a:lnTo>
                <a:lnTo>
                  <a:pt x="766763" y="9525"/>
                </a:lnTo>
                <a:lnTo>
                  <a:pt x="757238" y="9525"/>
                </a:lnTo>
                <a:lnTo>
                  <a:pt x="747713" y="9525"/>
                </a:lnTo>
                <a:lnTo>
                  <a:pt x="738188" y="9525"/>
                </a:lnTo>
                <a:lnTo>
                  <a:pt x="728663" y="9525"/>
                </a:lnTo>
                <a:lnTo>
                  <a:pt x="719138" y="9525"/>
                </a:lnTo>
                <a:lnTo>
                  <a:pt x="709613" y="9525"/>
                </a:lnTo>
                <a:lnTo>
                  <a:pt x="700088" y="9525"/>
                </a:lnTo>
                <a:lnTo>
                  <a:pt x="690563" y="9525"/>
                </a:lnTo>
                <a:lnTo>
                  <a:pt x="681038" y="9525"/>
                </a:lnTo>
                <a:lnTo>
                  <a:pt x="671513" y="9525"/>
                </a:lnTo>
                <a:lnTo>
                  <a:pt x="661988" y="9525"/>
                </a:lnTo>
                <a:lnTo>
                  <a:pt x="652463" y="9525"/>
                </a:lnTo>
                <a:lnTo>
                  <a:pt x="642938" y="9525"/>
                </a:lnTo>
                <a:lnTo>
                  <a:pt x="633413" y="9525"/>
                </a:lnTo>
                <a:lnTo>
                  <a:pt x="623888" y="9525"/>
                </a:lnTo>
                <a:lnTo>
                  <a:pt x="614363" y="9525"/>
                </a:lnTo>
                <a:lnTo>
                  <a:pt x="604838" y="9525"/>
                </a:lnTo>
                <a:lnTo>
                  <a:pt x="595313" y="9525"/>
                </a:lnTo>
                <a:lnTo>
                  <a:pt x="585788" y="9525"/>
                </a:lnTo>
                <a:lnTo>
                  <a:pt x="576263" y="9525"/>
                </a:lnTo>
                <a:lnTo>
                  <a:pt x="566738" y="9525"/>
                </a:lnTo>
                <a:lnTo>
                  <a:pt x="557213" y="9525"/>
                </a:lnTo>
                <a:lnTo>
                  <a:pt x="547688" y="9525"/>
                </a:lnTo>
                <a:lnTo>
                  <a:pt x="538163" y="9525"/>
                </a:lnTo>
                <a:lnTo>
                  <a:pt x="528638" y="9525"/>
                </a:lnTo>
                <a:lnTo>
                  <a:pt x="519113" y="9525"/>
                </a:lnTo>
                <a:lnTo>
                  <a:pt x="509588" y="9525"/>
                </a:lnTo>
                <a:lnTo>
                  <a:pt x="500063" y="9525"/>
                </a:lnTo>
                <a:lnTo>
                  <a:pt x="490538" y="9525"/>
                </a:lnTo>
                <a:lnTo>
                  <a:pt x="481013" y="9525"/>
                </a:lnTo>
                <a:lnTo>
                  <a:pt x="471488" y="9525"/>
                </a:lnTo>
                <a:lnTo>
                  <a:pt x="461963" y="9525"/>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B8D4AB"/>
          </a:solidFill>
          <a:ln xmlns:a="http://schemas.openxmlformats.org/drawingml/2006/main" w="0">
            <a:noFill/>
            <a:prstDash val="solid"/>
          </a:ln>
        </p:spPr>
      </p:sp>
      <p:sp>
        <p:nvSpPr>
          <p:cNvPr id="544" name="layout-green-95-0">
            <a:extLst xmlns:a="http://schemas.openxmlformats.org/drawingml/2006/main">
              <a:ext uri="{FF2B5EF4-FFF2-40B4-BE49-F238E27FC236}">
                <a16:creationId xmlns:a16="http://schemas.microsoft.com/office/drawing/2014/main" id="{D57B0A4E-BD54-4D90-A2D6-6A599DA6FDFE}"/>
              </a:ext>
            </a:extLst>
          </p:cNvPr>
          <p:cNvSpPr>
            <a:spLocks xmlns:a="http://schemas.openxmlformats.org/drawingml/2006/main" noGrp="1"/>
          </p:cNvSpPr>
          <p:nvPr/>
        </p:nvSpPr>
        <p:spPr>
          <a:xfrm xmlns:a="http://schemas.openxmlformats.org/drawingml/2006/main" rot="0">
            <a:off x="123825" y="3371850"/>
            <a:ext cx="9525" cy="781050"/>
          </a:xfrm>
          <a:custGeom xmlns:a="http://schemas.openxmlformats.org/drawingml/2006/main">
            <a:pathLst>
              <a:path w="9525" h="7810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9525" y="433388"/>
                </a:lnTo>
                <a:lnTo>
                  <a:pt x="9525" y="442913"/>
                </a:lnTo>
                <a:lnTo>
                  <a:pt x="9525" y="452438"/>
                </a:lnTo>
                <a:lnTo>
                  <a:pt x="9525" y="461963"/>
                </a:lnTo>
                <a:lnTo>
                  <a:pt x="9525" y="471488"/>
                </a:lnTo>
                <a:lnTo>
                  <a:pt x="9525" y="481013"/>
                </a:lnTo>
                <a:lnTo>
                  <a:pt x="9525" y="490538"/>
                </a:lnTo>
                <a:lnTo>
                  <a:pt x="9525" y="500063"/>
                </a:lnTo>
                <a:lnTo>
                  <a:pt x="9525" y="509588"/>
                </a:lnTo>
                <a:lnTo>
                  <a:pt x="9525" y="519113"/>
                </a:lnTo>
                <a:lnTo>
                  <a:pt x="9525" y="528638"/>
                </a:lnTo>
                <a:lnTo>
                  <a:pt x="9525" y="538163"/>
                </a:lnTo>
                <a:lnTo>
                  <a:pt x="9525" y="547688"/>
                </a:lnTo>
                <a:lnTo>
                  <a:pt x="9525" y="557213"/>
                </a:lnTo>
                <a:lnTo>
                  <a:pt x="9525" y="566738"/>
                </a:lnTo>
                <a:lnTo>
                  <a:pt x="9525" y="576263"/>
                </a:lnTo>
                <a:lnTo>
                  <a:pt x="9525" y="585788"/>
                </a:lnTo>
                <a:lnTo>
                  <a:pt x="9525" y="595313"/>
                </a:lnTo>
                <a:lnTo>
                  <a:pt x="9525" y="604838"/>
                </a:lnTo>
                <a:lnTo>
                  <a:pt x="9525" y="614363"/>
                </a:lnTo>
                <a:lnTo>
                  <a:pt x="9525" y="623888"/>
                </a:lnTo>
                <a:lnTo>
                  <a:pt x="9525" y="633413"/>
                </a:lnTo>
                <a:lnTo>
                  <a:pt x="9525" y="642938"/>
                </a:lnTo>
                <a:lnTo>
                  <a:pt x="9525" y="652463"/>
                </a:lnTo>
                <a:lnTo>
                  <a:pt x="9525" y="661988"/>
                </a:lnTo>
                <a:lnTo>
                  <a:pt x="9525" y="671513"/>
                </a:lnTo>
                <a:lnTo>
                  <a:pt x="9525" y="681038"/>
                </a:lnTo>
                <a:lnTo>
                  <a:pt x="9525" y="690563"/>
                </a:lnTo>
                <a:lnTo>
                  <a:pt x="9525" y="700088"/>
                </a:lnTo>
                <a:lnTo>
                  <a:pt x="9525" y="709613"/>
                </a:lnTo>
                <a:lnTo>
                  <a:pt x="9525" y="719138"/>
                </a:lnTo>
                <a:lnTo>
                  <a:pt x="9525" y="728663"/>
                </a:lnTo>
                <a:lnTo>
                  <a:pt x="9525" y="738188"/>
                </a:lnTo>
                <a:lnTo>
                  <a:pt x="9525" y="747713"/>
                </a:lnTo>
                <a:lnTo>
                  <a:pt x="9525" y="757238"/>
                </a:lnTo>
                <a:lnTo>
                  <a:pt x="9525" y="766763"/>
                </a:lnTo>
                <a:lnTo>
                  <a:pt x="9525" y="776288"/>
                </a:lnTo>
                <a:lnTo>
                  <a:pt x="4763" y="781050"/>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BAD6AD"/>
          </a:solidFill>
          <a:ln xmlns:a="http://schemas.openxmlformats.org/drawingml/2006/main" w="0">
            <a:noFill/>
            <a:prstDash val="solid"/>
          </a:ln>
        </p:spPr>
      </p:sp>
      <p:sp>
        <p:nvSpPr>
          <p:cNvPr id="545" name="layout-green-95-1">
            <a:extLst xmlns:a="http://schemas.openxmlformats.org/drawingml/2006/main">
              <a:ext uri="{FF2B5EF4-FFF2-40B4-BE49-F238E27FC236}">
                <a16:creationId xmlns:a16="http://schemas.microsoft.com/office/drawing/2014/main" id="{794C1694-B69C-4CA8-B997-46D1286BA0A0}"/>
              </a:ext>
            </a:extLst>
          </p:cNvPr>
          <p:cNvSpPr>
            <a:spLocks xmlns:a="http://schemas.openxmlformats.org/drawingml/2006/main" noGrp="1"/>
          </p:cNvSpPr>
          <p:nvPr/>
        </p:nvSpPr>
        <p:spPr>
          <a:xfrm xmlns:a="http://schemas.openxmlformats.org/drawingml/2006/main" rot="0">
            <a:off x="504825" y="3371850"/>
            <a:ext cx="57150" cy="171450"/>
          </a:xfrm>
          <a:custGeom xmlns:a="http://schemas.openxmlformats.org/drawingml/2006/main">
            <a:pathLst>
              <a:path w="57150" h="171450">
                <a:moveTo>
                  <a:pt x="47625" y="4763"/>
                </a:moveTo>
                <a:lnTo>
                  <a:pt x="52388" y="0"/>
                </a:lnTo>
                <a:lnTo>
                  <a:pt x="57150" y="4763"/>
                </a:lnTo>
                <a:lnTo>
                  <a:pt x="57150" y="14288"/>
                </a:lnTo>
                <a:lnTo>
                  <a:pt x="57150" y="23813"/>
                </a:lnTo>
                <a:lnTo>
                  <a:pt x="57150" y="33338"/>
                </a:lnTo>
                <a:lnTo>
                  <a:pt x="57150" y="42863"/>
                </a:lnTo>
                <a:lnTo>
                  <a:pt x="57150" y="52388"/>
                </a:lnTo>
                <a:lnTo>
                  <a:pt x="57150" y="61913"/>
                </a:lnTo>
                <a:lnTo>
                  <a:pt x="57150" y="71438"/>
                </a:lnTo>
                <a:lnTo>
                  <a:pt x="57150" y="80963"/>
                </a:lnTo>
                <a:lnTo>
                  <a:pt x="57150" y="90488"/>
                </a:lnTo>
                <a:lnTo>
                  <a:pt x="57150" y="100013"/>
                </a:lnTo>
                <a:lnTo>
                  <a:pt x="57150" y="109538"/>
                </a:lnTo>
                <a:lnTo>
                  <a:pt x="57150" y="119063"/>
                </a:lnTo>
                <a:lnTo>
                  <a:pt x="57150" y="128588"/>
                </a:lnTo>
                <a:lnTo>
                  <a:pt x="57150" y="138113"/>
                </a:lnTo>
                <a:lnTo>
                  <a:pt x="57150" y="147638"/>
                </a:lnTo>
                <a:lnTo>
                  <a:pt x="57150" y="157163"/>
                </a:lnTo>
                <a:lnTo>
                  <a:pt x="52388" y="161925"/>
                </a:lnTo>
                <a:lnTo>
                  <a:pt x="42863" y="161925"/>
                </a:lnTo>
                <a:lnTo>
                  <a:pt x="33338" y="161925"/>
                </a:lnTo>
                <a:lnTo>
                  <a:pt x="23813" y="161925"/>
                </a:lnTo>
                <a:lnTo>
                  <a:pt x="19050" y="166688"/>
                </a:lnTo>
                <a:lnTo>
                  <a:pt x="14288" y="171450"/>
                </a:lnTo>
                <a:lnTo>
                  <a:pt x="4763" y="171450"/>
                </a:lnTo>
                <a:lnTo>
                  <a:pt x="0" y="166688"/>
                </a:lnTo>
                <a:lnTo>
                  <a:pt x="4763" y="161925"/>
                </a:lnTo>
                <a:lnTo>
                  <a:pt x="9525" y="157163"/>
                </a:lnTo>
                <a:lnTo>
                  <a:pt x="14288" y="152400"/>
                </a:lnTo>
                <a:lnTo>
                  <a:pt x="23813" y="152400"/>
                </a:lnTo>
                <a:lnTo>
                  <a:pt x="33338" y="152400"/>
                </a:lnTo>
                <a:lnTo>
                  <a:pt x="38100" y="147638"/>
                </a:lnTo>
                <a:lnTo>
                  <a:pt x="42863" y="142875"/>
                </a:lnTo>
                <a:lnTo>
                  <a:pt x="47625" y="138113"/>
                </a:lnTo>
                <a:lnTo>
                  <a:pt x="47625" y="128588"/>
                </a:lnTo>
                <a:lnTo>
                  <a:pt x="47625" y="119063"/>
                </a:lnTo>
                <a:lnTo>
                  <a:pt x="47625" y="109538"/>
                </a:lnTo>
                <a:lnTo>
                  <a:pt x="47625" y="100013"/>
                </a:lnTo>
                <a:lnTo>
                  <a:pt x="47625" y="90488"/>
                </a:lnTo>
                <a:lnTo>
                  <a:pt x="47625" y="80963"/>
                </a:lnTo>
                <a:lnTo>
                  <a:pt x="47625" y="71438"/>
                </a:lnTo>
                <a:lnTo>
                  <a:pt x="47625" y="61913"/>
                </a:lnTo>
                <a:lnTo>
                  <a:pt x="47625" y="52388"/>
                </a:lnTo>
                <a:lnTo>
                  <a:pt x="47625" y="42863"/>
                </a:lnTo>
                <a:lnTo>
                  <a:pt x="47625" y="33338"/>
                </a:lnTo>
                <a:lnTo>
                  <a:pt x="47625" y="23813"/>
                </a:lnTo>
                <a:lnTo>
                  <a:pt x="47625" y="14288"/>
                </a:lnTo>
                <a:lnTo>
                  <a:pt x="47625" y="4763"/>
                </a:lnTo>
                <a:close/>
              </a:path>
            </a:pathLst>
          </a:custGeom>
          <a:solidFill xmlns:a="http://schemas.openxmlformats.org/drawingml/2006/main">
            <a:srgbClr val="BAD6AD"/>
          </a:solidFill>
          <a:ln xmlns:a="http://schemas.openxmlformats.org/drawingml/2006/main" w="0">
            <a:noFill/>
            <a:prstDash val="solid"/>
          </a:ln>
        </p:spPr>
      </p:sp>
      <p:sp>
        <p:nvSpPr>
          <p:cNvPr id="546" name="layout-green-95-2">
            <a:extLst xmlns:a="http://schemas.openxmlformats.org/drawingml/2006/main">
              <a:ext uri="{FF2B5EF4-FFF2-40B4-BE49-F238E27FC236}">
                <a16:creationId xmlns:a16="http://schemas.microsoft.com/office/drawing/2014/main" id="{00462FF1-C449-4CB8-ABAE-A65461755639}"/>
              </a:ext>
            </a:extLst>
          </p:cNvPr>
          <p:cNvSpPr>
            <a:spLocks xmlns:a="http://schemas.openxmlformats.org/drawingml/2006/main" noGrp="1"/>
          </p:cNvSpPr>
          <p:nvPr/>
        </p:nvSpPr>
        <p:spPr>
          <a:xfrm xmlns:a="http://schemas.openxmlformats.org/drawingml/2006/main" rot="0">
            <a:off x="419100" y="3552825"/>
            <a:ext cx="142875" cy="85725"/>
          </a:xfrm>
          <a:custGeom xmlns:a="http://schemas.openxmlformats.org/drawingml/2006/main">
            <a:pathLst>
              <a:path w="142875" h="85725">
                <a:moveTo>
                  <a:pt x="123825" y="4763"/>
                </a:moveTo>
                <a:lnTo>
                  <a:pt x="128588" y="0"/>
                </a:lnTo>
                <a:lnTo>
                  <a:pt x="138113" y="0"/>
                </a:lnTo>
                <a:lnTo>
                  <a:pt x="142875" y="4763"/>
                </a:lnTo>
                <a:lnTo>
                  <a:pt x="142875" y="14288"/>
                </a:lnTo>
                <a:lnTo>
                  <a:pt x="142875" y="23813"/>
                </a:lnTo>
                <a:lnTo>
                  <a:pt x="138113" y="28575"/>
                </a:lnTo>
                <a:lnTo>
                  <a:pt x="133350" y="33338"/>
                </a:lnTo>
                <a:lnTo>
                  <a:pt x="133350" y="42863"/>
                </a:lnTo>
                <a:lnTo>
                  <a:pt x="138113" y="47625"/>
                </a:lnTo>
                <a:lnTo>
                  <a:pt x="142875" y="52388"/>
                </a:lnTo>
                <a:lnTo>
                  <a:pt x="142875" y="61913"/>
                </a:lnTo>
                <a:lnTo>
                  <a:pt x="142875" y="71438"/>
                </a:lnTo>
                <a:lnTo>
                  <a:pt x="142875" y="80963"/>
                </a:lnTo>
                <a:lnTo>
                  <a:pt x="138113" y="85725"/>
                </a:lnTo>
                <a:lnTo>
                  <a:pt x="128588" y="85725"/>
                </a:lnTo>
                <a:lnTo>
                  <a:pt x="119063" y="85725"/>
                </a:lnTo>
                <a:lnTo>
                  <a:pt x="109538" y="85725"/>
                </a:lnTo>
                <a:lnTo>
                  <a:pt x="100013" y="85725"/>
                </a:lnTo>
                <a:lnTo>
                  <a:pt x="90488" y="85725"/>
                </a:lnTo>
                <a:lnTo>
                  <a:pt x="80963" y="85725"/>
                </a:lnTo>
                <a:lnTo>
                  <a:pt x="71438" y="85725"/>
                </a:lnTo>
                <a:lnTo>
                  <a:pt x="61913" y="85725"/>
                </a:lnTo>
                <a:lnTo>
                  <a:pt x="57150" y="80963"/>
                </a:lnTo>
                <a:lnTo>
                  <a:pt x="52388" y="76200"/>
                </a:lnTo>
                <a:lnTo>
                  <a:pt x="42863" y="76200"/>
                </a:lnTo>
                <a:lnTo>
                  <a:pt x="33338" y="76200"/>
                </a:lnTo>
                <a:lnTo>
                  <a:pt x="23813" y="76200"/>
                </a:lnTo>
                <a:lnTo>
                  <a:pt x="14288" y="76200"/>
                </a:lnTo>
                <a:lnTo>
                  <a:pt x="9525" y="71438"/>
                </a:lnTo>
                <a:lnTo>
                  <a:pt x="4763" y="66675"/>
                </a:lnTo>
                <a:lnTo>
                  <a:pt x="0" y="61913"/>
                </a:lnTo>
                <a:lnTo>
                  <a:pt x="0" y="52388"/>
                </a:lnTo>
                <a:lnTo>
                  <a:pt x="4763" y="47625"/>
                </a:lnTo>
                <a:lnTo>
                  <a:pt x="9525" y="42863"/>
                </a:lnTo>
                <a:lnTo>
                  <a:pt x="14288" y="38100"/>
                </a:lnTo>
                <a:lnTo>
                  <a:pt x="23813" y="38100"/>
                </a:lnTo>
                <a:lnTo>
                  <a:pt x="28575" y="33338"/>
                </a:lnTo>
                <a:lnTo>
                  <a:pt x="33338" y="28575"/>
                </a:lnTo>
                <a:lnTo>
                  <a:pt x="38100" y="23813"/>
                </a:lnTo>
                <a:lnTo>
                  <a:pt x="42863" y="19050"/>
                </a:lnTo>
                <a:lnTo>
                  <a:pt x="52388" y="19050"/>
                </a:lnTo>
                <a:lnTo>
                  <a:pt x="57150" y="14288"/>
                </a:lnTo>
                <a:lnTo>
                  <a:pt x="61913" y="9525"/>
                </a:lnTo>
                <a:lnTo>
                  <a:pt x="71438" y="9525"/>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BAD6AD"/>
          </a:solidFill>
          <a:ln xmlns:a="http://schemas.openxmlformats.org/drawingml/2006/main" w="0">
            <a:noFill/>
            <a:prstDash val="solid"/>
          </a:ln>
        </p:spPr>
      </p:sp>
      <p:sp>
        <p:nvSpPr>
          <p:cNvPr id="547" name="layout-green-95-3">
            <a:extLst xmlns:a="http://schemas.openxmlformats.org/drawingml/2006/main">
              <a:ext uri="{FF2B5EF4-FFF2-40B4-BE49-F238E27FC236}">
                <a16:creationId xmlns:a16="http://schemas.microsoft.com/office/drawing/2014/main" id="{BC4BD247-4FD1-46A5-A956-0080328408A8}"/>
              </a:ext>
            </a:extLst>
          </p:cNvPr>
          <p:cNvSpPr>
            <a:spLocks xmlns:a="http://schemas.openxmlformats.org/drawingml/2006/main" noGrp="1"/>
          </p:cNvSpPr>
          <p:nvPr/>
        </p:nvSpPr>
        <p:spPr>
          <a:xfrm xmlns:a="http://schemas.openxmlformats.org/drawingml/2006/main" rot="0">
            <a:off x="342900" y="3638550"/>
            <a:ext cx="762000" cy="485775"/>
          </a:xfrm>
          <a:custGeom xmlns:a="http://schemas.openxmlformats.org/drawingml/2006/main">
            <a:pathLst>
              <a:path w="762000" h="485775">
                <a:moveTo>
                  <a:pt x="57150" y="4763"/>
                </a:moveTo>
                <a:lnTo>
                  <a:pt x="61913" y="0"/>
                </a:lnTo>
                <a:lnTo>
                  <a:pt x="71438" y="0"/>
                </a:lnTo>
                <a:lnTo>
                  <a:pt x="80963" y="0"/>
                </a:lnTo>
                <a:lnTo>
                  <a:pt x="85725" y="4763"/>
                </a:lnTo>
                <a:lnTo>
                  <a:pt x="90488" y="9525"/>
                </a:lnTo>
                <a:lnTo>
                  <a:pt x="100013" y="9525"/>
                </a:lnTo>
                <a:lnTo>
                  <a:pt x="109538" y="9525"/>
                </a:lnTo>
                <a:lnTo>
                  <a:pt x="119063" y="9525"/>
                </a:lnTo>
                <a:lnTo>
                  <a:pt x="123825" y="14288"/>
                </a:lnTo>
                <a:lnTo>
                  <a:pt x="128588" y="19050"/>
                </a:lnTo>
                <a:lnTo>
                  <a:pt x="138113" y="19050"/>
                </a:lnTo>
                <a:lnTo>
                  <a:pt x="147638" y="19050"/>
                </a:lnTo>
                <a:lnTo>
                  <a:pt x="157163" y="19050"/>
                </a:lnTo>
                <a:lnTo>
                  <a:pt x="166688" y="19050"/>
                </a:lnTo>
                <a:lnTo>
                  <a:pt x="176213" y="19050"/>
                </a:lnTo>
                <a:lnTo>
                  <a:pt x="185738" y="19050"/>
                </a:lnTo>
                <a:lnTo>
                  <a:pt x="195263" y="19050"/>
                </a:lnTo>
                <a:lnTo>
                  <a:pt x="204788" y="19050"/>
                </a:lnTo>
                <a:lnTo>
                  <a:pt x="209550" y="23813"/>
                </a:lnTo>
                <a:lnTo>
                  <a:pt x="214313" y="28575"/>
                </a:lnTo>
                <a:lnTo>
                  <a:pt x="219075" y="33338"/>
                </a:lnTo>
                <a:lnTo>
                  <a:pt x="219075" y="42863"/>
                </a:lnTo>
                <a:lnTo>
                  <a:pt x="219075" y="52388"/>
                </a:lnTo>
                <a:lnTo>
                  <a:pt x="219075" y="61913"/>
                </a:lnTo>
                <a:lnTo>
                  <a:pt x="219075" y="71438"/>
                </a:lnTo>
                <a:lnTo>
                  <a:pt x="219075" y="80963"/>
                </a:lnTo>
                <a:lnTo>
                  <a:pt x="219075" y="90488"/>
                </a:lnTo>
                <a:lnTo>
                  <a:pt x="219075" y="100013"/>
                </a:lnTo>
                <a:lnTo>
                  <a:pt x="219075" y="109538"/>
                </a:lnTo>
                <a:lnTo>
                  <a:pt x="219075" y="119063"/>
                </a:lnTo>
                <a:lnTo>
                  <a:pt x="219075" y="128588"/>
                </a:lnTo>
                <a:lnTo>
                  <a:pt x="219075" y="138113"/>
                </a:lnTo>
                <a:lnTo>
                  <a:pt x="219075" y="147638"/>
                </a:lnTo>
                <a:lnTo>
                  <a:pt x="219075" y="157163"/>
                </a:lnTo>
                <a:lnTo>
                  <a:pt x="219075" y="166688"/>
                </a:lnTo>
                <a:lnTo>
                  <a:pt x="223838" y="171450"/>
                </a:lnTo>
                <a:lnTo>
                  <a:pt x="233363" y="171450"/>
                </a:lnTo>
                <a:lnTo>
                  <a:pt x="242888" y="171450"/>
                </a:lnTo>
                <a:lnTo>
                  <a:pt x="252413" y="171450"/>
                </a:lnTo>
                <a:lnTo>
                  <a:pt x="261938" y="171450"/>
                </a:lnTo>
                <a:lnTo>
                  <a:pt x="271463" y="171450"/>
                </a:lnTo>
                <a:lnTo>
                  <a:pt x="280988" y="171450"/>
                </a:lnTo>
                <a:lnTo>
                  <a:pt x="290513" y="171450"/>
                </a:lnTo>
                <a:lnTo>
                  <a:pt x="300038" y="171450"/>
                </a:lnTo>
                <a:lnTo>
                  <a:pt x="309563" y="171450"/>
                </a:lnTo>
                <a:lnTo>
                  <a:pt x="319088" y="171450"/>
                </a:lnTo>
                <a:lnTo>
                  <a:pt x="328613" y="171450"/>
                </a:lnTo>
                <a:lnTo>
                  <a:pt x="338138" y="171450"/>
                </a:lnTo>
                <a:lnTo>
                  <a:pt x="347663" y="171450"/>
                </a:lnTo>
                <a:lnTo>
                  <a:pt x="357188" y="171450"/>
                </a:lnTo>
                <a:lnTo>
                  <a:pt x="366713" y="171450"/>
                </a:lnTo>
                <a:lnTo>
                  <a:pt x="376238" y="171450"/>
                </a:lnTo>
                <a:lnTo>
                  <a:pt x="385763" y="171450"/>
                </a:lnTo>
                <a:lnTo>
                  <a:pt x="395288" y="171450"/>
                </a:lnTo>
                <a:lnTo>
                  <a:pt x="404813" y="171450"/>
                </a:lnTo>
                <a:lnTo>
                  <a:pt x="414338" y="171450"/>
                </a:lnTo>
                <a:lnTo>
                  <a:pt x="423863" y="171450"/>
                </a:lnTo>
                <a:lnTo>
                  <a:pt x="433388" y="171450"/>
                </a:lnTo>
                <a:lnTo>
                  <a:pt x="442913" y="171450"/>
                </a:lnTo>
                <a:lnTo>
                  <a:pt x="452438" y="171450"/>
                </a:lnTo>
                <a:lnTo>
                  <a:pt x="461963" y="171450"/>
                </a:lnTo>
                <a:lnTo>
                  <a:pt x="471488" y="171450"/>
                </a:lnTo>
                <a:lnTo>
                  <a:pt x="481013" y="171450"/>
                </a:lnTo>
                <a:lnTo>
                  <a:pt x="490538" y="171450"/>
                </a:lnTo>
                <a:lnTo>
                  <a:pt x="500063" y="171450"/>
                </a:lnTo>
                <a:lnTo>
                  <a:pt x="509588" y="171450"/>
                </a:lnTo>
                <a:lnTo>
                  <a:pt x="519113" y="171450"/>
                </a:lnTo>
                <a:lnTo>
                  <a:pt x="528638" y="171450"/>
                </a:lnTo>
                <a:lnTo>
                  <a:pt x="538163" y="171450"/>
                </a:lnTo>
                <a:lnTo>
                  <a:pt x="547688" y="171450"/>
                </a:lnTo>
                <a:lnTo>
                  <a:pt x="557213" y="171450"/>
                </a:lnTo>
                <a:lnTo>
                  <a:pt x="566738" y="171450"/>
                </a:lnTo>
                <a:lnTo>
                  <a:pt x="576263" y="171450"/>
                </a:lnTo>
                <a:lnTo>
                  <a:pt x="585788" y="171450"/>
                </a:lnTo>
                <a:lnTo>
                  <a:pt x="595313" y="171450"/>
                </a:lnTo>
                <a:lnTo>
                  <a:pt x="604838" y="171450"/>
                </a:lnTo>
                <a:lnTo>
                  <a:pt x="614363" y="171450"/>
                </a:lnTo>
                <a:lnTo>
                  <a:pt x="623888" y="171450"/>
                </a:lnTo>
                <a:lnTo>
                  <a:pt x="633413" y="171450"/>
                </a:lnTo>
                <a:lnTo>
                  <a:pt x="642938" y="171450"/>
                </a:lnTo>
                <a:lnTo>
                  <a:pt x="652463" y="171450"/>
                </a:lnTo>
                <a:lnTo>
                  <a:pt x="661988" y="171450"/>
                </a:lnTo>
                <a:lnTo>
                  <a:pt x="671513" y="171450"/>
                </a:lnTo>
                <a:lnTo>
                  <a:pt x="681038" y="171450"/>
                </a:lnTo>
                <a:lnTo>
                  <a:pt x="690563" y="171450"/>
                </a:lnTo>
                <a:lnTo>
                  <a:pt x="700088" y="171450"/>
                </a:lnTo>
                <a:lnTo>
                  <a:pt x="709613" y="171450"/>
                </a:lnTo>
                <a:lnTo>
                  <a:pt x="719138" y="171450"/>
                </a:lnTo>
                <a:lnTo>
                  <a:pt x="728663" y="171450"/>
                </a:lnTo>
                <a:lnTo>
                  <a:pt x="738188" y="171450"/>
                </a:lnTo>
                <a:lnTo>
                  <a:pt x="747713" y="171450"/>
                </a:lnTo>
                <a:lnTo>
                  <a:pt x="757238" y="171450"/>
                </a:lnTo>
                <a:lnTo>
                  <a:pt x="762000" y="176213"/>
                </a:lnTo>
                <a:lnTo>
                  <a:pt x="757238" y="180975"/>
                </a:lnTo>
                <a:lnTo>
                  <a:pt x="747713" y="180975"/>
                </a:lnTo>
                <a:lnTo>
                  <a:pt x="738188" y="180975"/>
                </a:lnTo>
                <a:lnTo>
                  <a:pt x="728663" y="180975"/>
                </a:lnTo>
                <a:lnTo>
                  <a:pt x="719138" y="180975"/>
                </a:lnTo>
                <a:lnTo>
                  <a:pt x="709613" y="180975"/>
                </a:lnTo>
                <a:lnTo>
                  <a:pt x="700088" y="180975"/>
                </a:lnTo>
                <a:lnTo>
                  <a:pt x="690563" y="180975"/>
                </a:lnTo>
                <a:lnTo>
                  <a:pt x="681038" y="180975"/>
                </a:lnTo>
                <a:lnTo>
                  <a:pt x="671513" y="180975"/>
                </a:lnTo>
                <a:lnTo>
                  <a:pt x="661988" y="180975"/>
                </a:lnTo>
                <a:lnTo>
                  <a:pt x="652463" y="180975"/>
                </a:lnTo>
                <a:lnTo>
                  <a:pt x="642938" y="180975"/>
                </a:lnTo>
                <a:lnTo>
                  <a:pt x="638175" y="185738"/>
                </a:lnTo>
                <a:lnTo>
                  <a:pt x="638175" y="195263"/>
                </a:lnTo>
                <a:lnTo>
                  <a:pt x="633413" y="200025"/>
                </a:lnTo>
                <a:lnTo>
                  <a:pt x="628650" y="204788"/>
                </a:lnTo>
                <a:lnTo>
                  <a:pt x="628650" y="214313"/>
                </a:lnTo>
                <a:lnTo>
                  <a:pt x="628650" y="223838"/>
                </a:lnTo>
                <a:lnTo>
                  <a:pt x="628650" y="233363"/>
                </a:lnTo>
                <a:lnTo>
                  <a:pt x="628650" y="242888"/>
                </a:lnTo>
                <a:lnTo>
                  <a:pt x="628650" y="252413"/>
                </a:lnTo>
                <a:lnTo>
                  <a:pt x="623888" y="257175"/>
                </a:lnTo>
                <a:lnTo>
                  <a:pt x="619125" y="261938"/>
                </a:lnTo>
                <a:lnTo>
                  <a:pt x="619125" y="271463"/>
                </a:lnTo>
                <a:lnTo>
                  <a:pt x="619125" y="280988"/>
                </a:lnTo>
                <a:lnTo>
                  <a:pt x="614363" y="285750"/>
                </a:lnTo>
                <a:lnTo>
                  <a:pt x="609600" y="290513"/>
                </a:lnTo>
                <a:lnTo>
                  <a:pt x="609600" y="300038"/>
                </a:lnTo>
                <a:lnTo>
                  <a:pt x="604838" y="304800"/>
                </a:lnTo>
                <a:lnTo>
                  <a:pt x="600075" y="309563"/>
                </a:lnTo>
                <a:lnTo>
                  <a:pt x="600075" y="319088"/>
                </a:lnTo>
                <a:lnTo>
                  <a:pt x="595313" y="323850"/>
                </a:lnTo>
                <a:lnTo>
                  <a:pt x="590550" y="328613"/>
                </a:lnTo>
                <a:lnTo>
                  <a:pt x="585788" y="333375"/>
                </a:lnTo>
                <a:lnTo>
                  <a:pt x="581025" y="338138"/>
                </a:lnTo>
                <a:lnTo>
                  <a:pt x="581025" y="347663"/>
                </a:lnTo>
                <a:lnTo>
                  <a:pt x="581025" y="357188"/>
                </a:lnTo>
                <a:lnTo>
                  <a:pt x="576263" y="361950"/>
                </a:lnTo>
                <a:lnTo>
                  <a:pt x="571500" y="366713"/>
                </a:lnTo>
                <a:lnTo>
                  <a:pt x="566738" y="371475"/>
                </a:lnTo>
                <a:lnTo>
                  <a:pt x="561975" y="376238"/>
                </a:lnTo>
                <a:lnTo>
                  <a:pt x="557213" y="381000"/>
                </a:lnTo>
                <a:lnTo>
                  <a:pt x="552450" y="385763"/>
                </a:lnTo>
                <a:lnTo>
                  <a:pt x="547688" y="390525"/>
                </a:lnTo>
                <a:lnTo>
                  <a:pt x="542925" y="395288"/>
                </a:lnTo>
                <a:lnTo>
                  <a:pt x="538163" y="400050"/>
                </a:lnTo>
                <a:lnTo>
                  <a:pt x="528638" y="400050"/>
                </a:lnTo>
                <a:lnTo>
                  <a:pt x="523875" y="404813"/>
                </a:lnTo>
                <a:lnTo>
                  <a:pt x="519113" y="409575"/>
                </a:lnTo>
                <a:lnTo>
                  <a:pt x="514350" y="414338"/>
                </a:lnTo>
                <a:lnTo>
                  <a:pt x="509588" y="419100"/>
                </a:lnTo>
                <a:lnTo>
                  <a:pt x="504825" y="423863"/>
                </a:lnTo>
                <a:lnTo>
                  <a:pt x="500063" y="428625"/>
                </a:lnTo>
                <a:lnTo>
                  <a:pt x="495300" y="433388"/>
                </a:lnTo>
                <a:lnTo>
                  <a:pt x="490538" y="438150"/>
                </a:lnTo>
                <a:lnTo>
                  <a:pt x="485775" y="442913"/>
                </a:lnTo>
                <a:lnTo>
                  <a:pt x="481013" y="447675"/>
                </a:lnTo>
                <a:lnTo>
                  <a:pt x="471488" y="447675"/>
                </a:lnTo>
                <a:lnTo>
                  <a:pt x="466725" y="452438"/>
                </a:lnTo>
                <a:lnTo>
                  <a:pt x="461963" y="457200"/>
                </a:lnTo>
                <a:lnTo>
                  <a:pt x="452438" y="457200"/>
                </a:lnTo>
                <a:lnTo>
                  <a:pt x="442913" y="457200"/>
                </a:lnTo>
                <a:lnTo>
                  <a:pt x="438150" y="461963"/>
                </a:lnTo>
                <a:lnTo>
                  <a:pt x="433388" y="466725"/>
                </a:lnTo>
                <a:lnTo>
                  <a:pt x="423863" y="466725"/>
                </a:lnTo>
                <a:lnTo>
                  <a:pt x="419100" y="471488"/>
                </a:lnTo>
                <a:lnTo>
                  <a:pt x="414338" y="476250"/>
                </a:lnTo>
                <a:lnTo>
                  <a:pt x="404813" y="476250"/>
                </a:lnTo>
                <a:lnTo>
                  <a:pt x="395288" y="476250"/>
                </a:lnTo>
                <a:lnTo>
                  <a:pt x="385763" y="476250"/>
                </a:lnTo>
                <a:lnTo>
                  <a:pt x="381000" y="481013"/>
                </a:lnTo>
                <a:lnTo>
                  <a:pt x="376238" y="485775"/>
                </a:lnTo>
                <a:lnTo>
                  <a:pt x="366713" y="485775"/>
                </a:lnTo>
                <a:lnTo>
                  <a:pt x="357188" y="485775"/>
                </a:lnTo>
                <a:lnTo>
                  <a:pt x="347663" y="485775"/>
                </a:lnTo>
                <a:lnTo>
                  <a:pt x="338138" y="485775"/>
                </a:lnTo>
                <a:lnTo>
                  <a:pt x="328613" y="485775"/>
                </a:lnTo>
                <a:lnTo>
                  <a:pt x="319088" y="485775"/>
                </a:lnTo>
                <a:lnTo>
                  <a:pt x="309563" y="485775"/>
                </a:lnTo>
                <a:lnTo>
                  <a:pt x="300038" y="485775"/>
                </a:lnTo>
                <a:lnTo>
                  <a:pt x="290513" y="485775"/>
                </a:lnTo>
                <a:lnTo>
                  <a:pt x="280988" y="485775"/>
                </a:lnTo>
                <a:lnTo>
                  <a:pt x="271463" y="485775"/>
                </a:lnTo>
                <a:lnTo>
                  <a:pt x="261938" y="485775"/>
                </a:lnTo>
                <a:lnTo>
                  <a:pt x="257175" y="481013"/>
                </a:lnTo>
                <a:lnTo>
                  <a:pt x="252413" y="476250"/>
                </a:lnTo>
                <a:lnTo>
                  <a:pt x="242888" y="476250"/>
                </a:lnTo>
                <a:lnTo>
                  <a:pt x="233363" y="476250"/>
                </a:lnTo>
                <a:lnTo>
                  <a:pt x="223838" y="476250"/>
                </a:lnTo>
                <a:lnTo>
                  <a:pt x="219075" y="471488"/>
                </a:lnTo>
                <a:lnTo>
                  <a:pt x="214313" y="466725"/>
                </a:lnTo>
                <a:lnTo>
                  <a:pt x="204788" y="466725"/>
                </a:lnTo>
                <a:lnTo>
                  <a:pt x="200025" y="461963"/>
                </a:lnTo>
                <a:lnTo>
                  <a:pt x="195263" y="457200"/>
                </a:lnTo>
                <a:lnTo>
                  <a:pt x="185738" y="457200"/>
                </a:lnTo>
                <a:lnTo>
                  <a:pt x="176213" y="457200"/>
                </a:lnTo>
                <a:lnTo>
                  <a:pt x="171450" y="452438"/>
                </a:lnTo>
                <a:lnTo>
                  <a:pt x="166688" y="447675"/>
                </a:lnTo>
                <a:lnTo>
                  <a:pt x="161925" y="442913"/>
                </a:lnTo>
                <a:lnTo>
                  <a:pt x="157163" y="438150"/>
                </a:lnTo>
                <a:lnTo>
                  <a:pt x="147638" y="438150"/>
                </a:lnTo>
                <a:lnTo>
                  <a:pt x="142875" y="433388"/>
                </a:lnTo>
                <a:lnTo>
                  <a:pt x="138113" y="428625"/>
                </a:lnTo>
                <a:lnTo>
                  <a:pt x="133350" y="423863"/>
                </a:lnTo>
                <a:lnTo>
                  <a:pt x="128588" y="419100"/>
                </a:lnTo>
                <a:lnTo>
                  <a:pt x="123825" y="414338"/>
                </a:lnTo>
                <a:lnTo>
                  <a:pt x="119063" y="409575"/>
                </a:lnTo>
                <a:lnTo>
                  <a:pt x="114300" y="404813"/>
                </a:lnTo>
                <a:lnTo>
                  <a:pt x="109538" y="400050"/>
                </a:lnTo>
                <a:lnTo>
                  <a:pt x="100013" y="400050"/>
                </a:lnTo>
                <a:lnTo>
                  <a:pt x="95250" y="395288"/>
                </a:lnTo>
                <a:lnTo>
                  <a:pt x="90488" y="390525"/>
                </a:lnTo>
                <a:lnTo>
                  <a:pt x="85725" y="385763"/>
                </a:lnTo>
                <a:lnTo>
                  <a:pt x="85725" y="376238"/>
                </a:lnTo>
                <a:lnTo>
                  <a:pt x="80963" y="371475"/>
                </a:lnTo>
                <a:lnTo>
                  <a:pt x="76200" y="366713"/>
                </a:lnTo>
                <a:lnTo>
                  <a:pt x="71438" y="361950"/>
                </a:lnTo>
                <a:lnTo>
                  <a:pt x="66675" y="357188"/>
                </a:lnTo>
                <a:lnTo>
                  <a:pt x="61913" y="352425"/>
                </a:lnTo>
                <a:lnTo>
                  <a:pt x="57150" y="347663"/>
                </a:lnTo>
                <a:lnTo>
                  <a:pt x="57150" y="338138"/>
                </a:lnTo>
                <a:lnTo>
                  <a:pt x="52388" y="333375"/>
                </a:lnTo>
                <a:lnTo>
                  <a:pt x="47625" y="328613"/>
                </a:lnTo>
                <a:lnTo>
                  <a:pt x="42863" y="323850"/>
                </a:lnTo>
                <a:lnTo>
                  <a:pt x="38100" y="319088"/>
                </a:lnTo>
                <a:lnTo>
                  <a:pt x="38100" y="309563"/>
                </a:lnTo>
                <a:lnTo>
                  <a:pt x="33338" y="304800"/>
                </a:lnTo>
                <a:lnTo>
                  <a:pt x="28575" y="300038"/>
                </a:lnTo>
                <a:lnTo>
                  <a:pt x="28575" y="290513"/>
                </a:lnTo>
                <a:lnTo>
                  <a:pt x="28575" y="280988"/>
                </a:lnTo>
                <a:lnTo>
                  <a:pt x="23813" y="276225"/>
                </a:lnTo>
                <a:lnTo>
                  <a:pt x="19050" y="271463"/>
                </a:lnTo>
                <a:lnTo>
                  <a:pt x="19050" y="261938"/>
                </a:lnTo>
                <a:lnTo>
                  <a:pt x="14288" y="257175"/>
                </a:lnTo>
                <a:lnTo>
                  <a:pt x="9525" y="252413"/>
                </a:lnTo>
                <a:lnTo>
                  <a:pt x="9525" y="242888"/>
                </a:lnTo>
                <a:lnTo>
                  <a:pt x="9525" y="233363"/>
                </a:lnTo>
                <a:lnTo>
                  <a:pt x="9525" y="223838"/>
                </a:lnTo>
                <a:lnTo>
                  <a:pt x="9525" y="214313"/>
                </a:lnTo>
                <a:lnTo>
                  <a:pt x="9525" y="204788"/>
                </a:lnTo>
                <a:lnTo>
                  <a:pt x="9525" y="195263"/>
                </a:lnTo>
                <a:lnTo>
                  <a:pt x="9525" y="185738"/>
                </a:lnTo>
                <a:lnTo>
                  <a:pt x="4763" y="180975"/>
                </a:lnTo>
                <a:lnTo>
                  <a:pt x="0" y="176213"/>
                </a:lnTo>
                <a:lnTo>
                  <a:pt x="4763" y="171450"/>
                </a:lnTo>
                <a:lnTo>
                  <a:pt x="9525" y="166688"/>
                </a:lnTo>
                <a:lnTo>
                  <a:pt x="4763" y="161925"/>
                </a:lnTo>
                <a:lnTo>
                  <a:pt x="0" y="157163"/>
                </a:lnTo>
                <a:lnTo>
                  <a:pt x="4763" y="152400"/>
                </a:lnTo>
                <a:lnTo>
                  <a:pt x="9525" y="147638"/>
                </a:lnTo>
                <a:lnTo>
                  <a:pt x="9525" y="138113"/>
                </a:lnTo>
                <a:lnTo>
                  <a:pt x="9525" y="128588"/>
                </a:lnTo>
                <a:lnTo>
                  <a:pt x="9525" y="119063"/>
                </a:lnTo>
                <a:lnTo>
                  <a:pt x="9525" y="109538"/>
                </a:lnTo>
                <a:lnTo>
                  <a:pt x="14288" y="104775"/>
                </a:lnTo>
                <a:lnTo>
                  <a:pt x="19050" y="100013"/>
                </a:lnTo>
                <a:lnTo>
                  <a:pt x="19050" y="90488"/>
                </a:lnTo>
                <a:lnTo>
                  <a:pt x="19050" y="80963"/>
                </a:lnTo>
                <a:lnTo>
                  <a:pt x="19050" y="71438"/>
                </a:lnTo>
                <a:lnTo>
                  <a:pt x="19050" y="61913"/>
                </a:lnTo>
                <a:lnTo>
                  <a:pt x="23813" y="57150"/>
                </a:lnTo>
                <a:lnTo>
                  <a:pt x="28575" y="52388"/>
                </a:lnTo>
                <a:lnTo>
                  <a:pt x="33338" y="47625"/>
                </a:lnTo>
                <a:lnTo>
                  <a:pt x="38100" y="42863"/>
                </a:lnTo>
                <a:lnTo>
                  <a:pt x="38100" y="33338"/>
                </a:lnTo>
                <a:lnTo>
                  <a:pt x="42863" y="28575"/>
                </a:lnTo>
                <a:lnTo>
                  <a:pt x="47625" y="23813"/>
                </a:lnTo>
                <a:lnTo>
                  <a:pt x="47625" y="14288"/>
                </a:lnTo>
                <a:lnTo>
                  <a:pt x="52388" y="9525"/>
                </a:lnTo>
                <a:lnTo>
                  <a:pt x="57150" y="4763"/>
                </a:lnTo>
                <a:close/>
              </a:path>
            </a:pathLst>
          </a:custGeom>
          <a:solidFill xmlns:a="http://schemas.openxmlformats.org/drawingml/2006/main">
            <a:srgbClr val="BAD6AD"/>
          </a:solidFill>
          <a:ln xmlns:a="http://schemas.openxmlformats.org/drawingml/2006/main" w="0">
            <a:noFill/>
            <a:prstDash val="solid"/>
          </a:ln>
        </p:spPr>
      </p:sp>
      <p:sp>
        <p:nvSpPr>
          <p:cNvPr id="548" name="layout-green-95-4">
            <a:extLst xmlns:a="http://schemas.openxmlformats.org/drawingml/2006/main">
              <a:ext uri="{FF2B5EF4-FFF2-40B4-BE49-F238E27FC236}">
                <a16:creationId xmlns:a16="http://schemas.microsoft.com/office/drawing/2014/main" id="{33353B2A-A304-4F24-B4BC-72C5E3548877}"/>
              </a:ext>
            </a:extLst>
          </p:cNvPr>
          <p:cNvSpPr>
            <a:spLocks xmlns:a="http://schemas.openxmlformats.org/drawingml/2006/main" noGrp="1"/>
          </p:cNvSpPr>
          <p:nvPr/>
        </p:nvSpPr>
        <p:spPr>
          <a:xfrm xmlns:a="http://schemas.openxmlformats.org/drawingml/2006/main" rot="0">
            <a:off x="1190625" y="3810000"/>
            <a:ext cx="9525" cy="285750"/>
          </a:xfrm>
          <a:custGeom xmlns:a="http://schemas.openxmlformats.org/drawingml/2006/main">
            <a:pathLst>
              <a:path w="9525" h="2857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4763" y="285750"/>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BAD6AD"/>
          </a:solidFill>
          <a:ln xmlns:a="http://schemas.openxmlformats.org/drawingml/2006/main" w="0">
            <a:noFill/>
            <a:prstDash val="solid"/>
          </a:ln>
        </p:spPr>
      </p:sp>
      <p:sp>
        <p:nvSpPr>
          <p:cNvPr id="549" name="layout-green-95-5">
            <a:extLst xmlns:a="http://schemas.openxmlformats.org/drawingml/2006/main">
              <a:ext uri="{FF2B5EF4-FFF2-40B4-BE49-F238E27FC236}">
                <a16:creationId xmlns:a16="http://schemas.microsoft.com/office/drawing/2014/main" id="{B4323CB7-6A92-411C-82D9-BB8B30B34CC0}"/>
              </a:ext>
            </a:extLst>
          </p:cNvPr>
          <p:cNvSpPr>
            <a:spLocks xmlns:a="http://schemas.openxmlformats.org/drawingml/2006/main" noGrp="1"/>
          </p:cNvSpPr>
          <p:nvPr/>
        </p:nvSpPr>
        <p:spPr>
          <a:xfrm xmlns:a="http://schemas.openxmlformats.org/drawingml/2006/main" rot="0">
            <a:off x="123825" y="4238625"/>
            <a:ext cx="1076325" cy="9525"/>
          </a:xfrm>
          <a:custGeom xmlns:a="http://schemas.openxmlformats.org/drawingml/2006/main">
            <a:pathLst>
              <a:path w="107632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42988" y="0"/>
                </a:lnTo>
                <a:lnTo>
                  <a:pt x="1052513" y="0"/>
                </a:lnTo>
                <a:lnTo>
                  <a:pt x="1062038" y="0"/>
                </a:lnTo>
                <a:lnTo>
                  <a:pt x="1071563" y="0"/>
                </a:lnTo>
                <a:lnTo>
                  <a:pt x="1076325" y="4763"/>
                </a:lnTo>
                <a:lnTo>
                  <a:pt x="1071563" y="9525"/>
                </a:lnTo>
                <a:lnTo>
                  <a:pt x="1062038" y="9525"/>
                </a:lnTo>
                <a:lnTo>
                  <a:pt x="1052513" y="9525"/>
                </a:lnTo>
                <a:lnTo>
                  <a:pt x="1042988" y="9525"/>
                </a:lnTo>
                <a:lnTo>
                  <a:pt x="1033463" y="9525"/>
                </a:lnTo>
                <a:lnTo>
                  <a:pt x="1023938" y="9525"/>
                </a:lnTo>
                <a:lnTo>
                  <a:pt x="1014413" y="9525"/>
                </a:lnTo>
                <a:lnTo>
                  <a:pt x="1004888" y="9525"/>
                </a:lnTo>
                <a:lnTo>
                  <a:pt x="995363" y="9525"/>
                </a:lnTo>
                <a:lnTo>
                  <a:pt x="985838" y="9525"/>
                </a:lnTo>
                <a:lnTo>
                  <a:pt x="976313" y="9525"/>
                </a:lnTo>
                <a:lnTo>
                  <a:pt x="966788" y="9525"/>
                </a:lnTo>
                <a:lnTo>
                  <a:pt x="957263" y="9525"/>
                </a:lnTo>
                <a:lnTo>
                  <a:pt x="947738" y="9525"/>
                </a:lnTo>
                <a:lnTo>
                  <a:pt x="938213" y="9525"/>
                </a:lnTo>
                <a:lnTo>
                  <a:pt x="928688" y="9525"/>
                </a:lnTo>
                <a:lnTo>
                  <a:pt x="919163" y="9525"/>
                </a:lnTo>
                <a:lnTo>
                  <a:pt x="909638" y="9525"/>
                </a:lnTo>
                <a:lnTo>
                  <a:pt x="900113" y="9525"/>
                </a:lnTo>
                <a:lnTo>
                  <a:pt x="890588" y="9525"/>
                </a:lnTo>
                <a:lnTo>
                  <a:pt x="881063" y="9525"/>
                </a:lnTo>
                <a:lnTo>
                  <a:pt x="871538" y="9525"/>
                </a:lnTo>
                <a:lnTo>
                  <a:pt x="862013" y="9525"/>
                </a:lnTo>
                <a:lnTo>
                  <a:pt x="852488" y="9525"/>
                </a:lnTo>
                <a:lnTo>
                  <a:pt x="842963" y="9525"/>
                </a:lnTo>
                <a:lnTo>
                  <a:pt x="833438" y="9525"/>
                </a:lnTo>
                <a:lnTo>
                  <a:pt x="823913" y="9525"/>
                </a:lnTo>
                <a:lnTo>
                  <a:pt x="814388" y="9525"/>
                </a:lnTo>
                <a:lnTo>
                  <a:pt x="804863" y="9525"/>
                </a:lnTo>
                <a:lnTo>
                  <a:pt x="795338" y="9525"/>
                </a:lnTo>
                <a:lnTo>
                  <a:pt x="785813" y="9525"/>
                </a:lnTo>
                <a:lnTo>
                  <a:pt x="776288" y="9525"/>
                </a:lnTo>
                <a:lnTo>
                  <a:pt x="766763" y="9525"/>
                </a:lnTo>
                <a:lnTo>
                  <a:pt x="757238" y="9525"/>
                </a:lnTo>
                <a:lnTo>
                  <a:pt x="747713" y="9525"/>
                </a:lnTo>
                <a:lnTo>
                  <a:pt x="738188" y="9525"/>
                </a:lnTo>
                <a:lnTo>
                  <a:pt x="728663" y="9525"/>
                </a:lnTo>
                <a:lnTo>
                  <a:pt x="719138" y="9525"/>
                </a:lnTo>
                <a:lnTo>
                  <a:pt x="709613" y="9525"/>
                </a:lnTo>
                <a:lnTo>
                  <a:pt x="700088" y="9525"/>
                </a:lnTo>
                <a:lnTo>
                  <a:pt x="690563" y="9525"/>
                </a:lnTo>
                <a:lnTo>
                  <a:pt x="681038" y="9525"/>
                </a:lnTo>
                <a:lnTo>
                  <a:pt x="671513" y="9525"/>
                </a:lnTo>
                <a:lnTo>
                  <a:pt x="661988" y="9525"/>
                </a:lnTo>
                <a:lnTo>
                  <a:pt x="652463" y="9525"/>
                </a:lnTo>
                <a:lnTo>
                  <a:pt x="642938" y="9525"/>
                </a:lnTo>
                <a:lnTo>
                  <a:pt x="633413" y="9525"/>
                </a:lnTo>
                <a:lnTo>
                  <a:pt x="623888" y="9525"/>
                </a:lnTo>
                <a:lnTo>
                  <a:pt x="614363" y="9525"/>
                </a:lnTo>
                <a:lnTo>
                  <a:pt x="604838" y="9525"/>
                </a:lnTo>
                <a:lnTo>
                  <a:pt x="595313" y="9525"/>
                </a:lnTo>
                <a:lnTo>
                  <a:pt x="585788" y="9525"/>
                </a:lnTo>
                <a:lnTo>
                  <a:pt x="576263" y="9525"/>
                </a:lnTo>
                <a:lnTo>
                  <a:pt x="566738" y="9525"/>
                </a:lnTo>
                <a:lnTo>
                  <a:pt x="557213" y="9525"/>
                </a:lnTo>
                <a:lnTo>
                  <a:pt x="547688" y="9525"/>
                </a:lnTo>
                <a:lnTo>
                  <a:pt x="538163" y="9525"/>
                </a:lnTo>
                <a:lnTo>
                  <a:pt x="528638" y="9525"/>
                </a:lnTo>
                <a:lnTo>
                  <a:pt x="519113" y="9525"/>
                </a:lnTo>
                <a:lnTo>
                  <a:pt x="509588" y="9525"/>
                </a:lnTo>
                <a:lnTo>
                  <a:pt x="500063" y="9525"/>
                </a:lnTo>
                <a:lnTo>
                  <a:pt x="490538" y="9525"/>
                </a:lnTo>
                <a:lnTo>
                  <a:pt x="481013" y="9525"/>
                </a:lnTo>
                <a:lnTo>
                  <a:pt x="471488" y="9525"/>
                </a:lnTo>
                <a:lnTo>
                  <a:pt x="461963" y="9525"/>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BAD6AD"/>
          </a:solidFill>
          <a:ln xmlns:a="http://schemas.openxmlformats.org/drawingml/2006/main" w="0">
            <a:noFill/>
            <a:prstDash val="solid"/>
          </a:ln>
        </p:spPr>
      </p:sp>
      <p:sp>
        <p:nvSpPr>
          <p:cNvPr id="550" name="layout-green-96-0">
            <a:extLst xmlns:a="http://schemas.openxmlformats.org/drawingml/2006/main">
              <a:ext uri="{FF2B5EF4-FFF2-40B4-BE49-F238E27FC236}">
                <a16:creationId xmlns:a16="http://schemas.microsoft.com/office/drawing/2014/main" id="{FCBCA180-88FB-4B76-9DB9-9B658CA8E630}"/>
              </a:ext>
            </a:extLst>
          </p:cNvPr>
          <p:cNvSpPr>
            <a:spLocks xmlns:a="http://schemas.openxmlformats.org/drawingml/2006/main" noGrp="1"/>
          </p:cNvSpPr>
          <p:nvPr/>
        </p:nvSpPr>
        <p:spPr>
          <a:xfrm xmlns:a="http://schemas.openxmlformats.org/drawingml/2006/main" rot="0">
            <a:off x="123825" y="3371850"/>
            <a:ext cx="9525" cy="781050"/>
          </a:xfrm>
          <a:custGeom xmlns:a="http://schemas.openxmlformats.org/drawingml/2006/main">
            <a:pathLst>
              <a:path w="9525" h="7810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9525" y="433388"/>
                </a:lnTo>
                <a:lnTo>
                  <a:pt x="9525" y="442913"/>
                </a:lnTo>
                <a:lnTo>
                  <a:pt x="9525" y="452438"/>
                </a:lnTo>
                <a:lnTo>
                  <a:pt x="9525" y="461963"/>
                </a:lnTo>
                <a:lnTo>
                  <a:pt x="9525" y="471488"/>
                </a:lnTo>
                <a:lnTo>
                  <a:pt x="9525" y="481013"/>
                </a:lnTo>
                <a:lnTo>
                  <a:pt x="9525" y="490538"/>
                </a:lnTo>
                <a:lnTo>
                  <a:pt x="9525" y="500063"/>
                </a:lnTo>
                <a:lnTo>
                  <a:pt x="9525" y="509588"/>
                </a:lnTo>
                <a:lnTo>
                  <a:pt x="9525" y="519113"/>
                </a:lnTo>
                <a:lnTo>
                  <a:pt x="9525" y="528638"/>
                </a:lnTo>
                <a:lnTo>
                  <a:pt x="9525" y="538163"/>
                </a:lnTo>
                <a:lnTo>
                  <a:pt x="9525" y="547688"/>
                </a:lnTo>
                <a:lnTo>
                  <a:pt x="9525" y="557213"/>
                </a:lnTo>
                <a:lnTo>
                  <a:pt x="9525" y="566738"/>
                </a:lnTo>
                <a:lnTo>
                  <a:pt x="9525" y="576263"/>
                </a:lnTo>
                <a:lnTo>
                  <a:pt x="9525" y="585788"/>
                </a:lnTo>
                <a:lnTo>
                  <a:pt x="9525" y="595313"/>
                </a:lnTo>
                <a:lnTo>
                  <a:pt x="9525" y="604838"/>
                </a:lnTo>
                <a:lnTo>
                  <a:pt x="9525" y="614363"/>
                </a:lnTo>
                <a:lnTo>
                  <a:pt x="9525" y="623888"/>
                </a:lnTo>
                <a:lnTo>
                  <a:pt x="9525" y="633413"/>
                </a:lnTo>
                <a:lnTo>
                  <a:pt x="9525" y="642938"/>
                </a:lnTo>
                <a:lnTo>
                  <a:pt x="9525" y="652463"/>
                </a:lnTo>
                <a:lnTo>
                  <a:pt x="9525" y="661988"/>
                </a:lnTo>
                <a:lnTo>
                  <a:pt x="9525" y="671513"/>
                </a:lnTo>
                <a:lnTo>
                  <a:pt x="9525" y="681038"/>
                </a:lnTo>
                <a:lnTo>
                  <a:pt x="9525" y="690563"/>
                </a:lnTo>
                <a:lnTo>
                  <a:pt x="9525" y="700088"/>
                </a:lnTo>
                <a:lnTo>
                  <a:pt x="9525" y="709613"/>
                </a:lnTo>
                <a:lnTo>
                  <a:pt x="9525" y="719138"/>
                </a:lnTo>
                <a:lnTo>
                  <a:pt x="9525" y="728663"/>
                </a:lnTo>
                <a:lnTo>
                  <a:pt x="9525" y="738188"/>
                </a:lnTo>
                <a:lnTo>
                  <a:pt x="9525" y="747713"/>
                </a:lnTo>
                <a:lnTo>
                  <a:pt x="9525" y="757238"/>
                </a:lnTo>
                <a:lnTo>
                  <a:pt x="9525" y="766763"/>
                </a:lnTo>
                <a:lnTo>
                  <a:pt x="9525" y="776288"/>
                </a:lnTo>
                <a:lnTo>
                  <a:pt x="4763" y="781050"/>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BCD7B0"/>
          </a:solidFill>
          <a:ln xmlns:a="http://schemas.openxmlformats.org/drawingml/2006/main" w="0">
            <a:noFill/>
            <a:prstDash val="solid"/>
          </a:ln>
        </p:spPr>
      </p:sp>
      <p:sp>
        <p:nvSpPr>
          <p:cNvPr id="551" name="layout-green-96-1">
            <a:extLst xmlns:a="http://schemas.openxmlformats.org/drawingml/2006/main">
              <a:ext uri="{FF2B5EF4-FFF2-40B4-BE49-F238E27FC236}">
                <a16:creationId xmlns:a16="http://schemas.microsoft.com/office/drawing/2014/main" id="{67AC0537-DE9E-4855-B821-38025F43ED14}"/>
              </a:ext>
            </a:extLst>
          </p:cNvPr>
          <p:cNvSpPr>
            <a:spLocks xmlns:a="http://schemas.openxmlformats.org/drawingml/2006/main" noGrp="1"/>
          </p:cNvSpPr>
          <p:nvPr/>
        </p:nvSpPr>
        <p:spPr>
          <a:xfrm xmlns:a="http://schemas.openxmlformats.org/drawingml/2006/main" rot="0">
            <a:off x="552450" y="3371850"/>
            <a:ext cx="9525" cy="161925"/>
          </a:xfrm>
          <a:custGeom xmlns:a="http://schemas.openxmlformats.org/drawingml/2006/main">
            <a:pathLst>
              <a:path w="9525" h="1619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4763" y="161925"/>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BCD7B0"/>
          </a:solidFill>
          <a:ln xmlns:a="http://schemas.openxmlformats.org/drawingml/2006/main" w="0">
            <a:noFill/>
            <a:prstDash val="solid"/>
          </a:ln>
        </p:spPr>
      </p:sp>
      <p:sp>
        <p:nvSpPr>
          <p:cNvPr id="552" name="layout-green-96-2">
            <a:extLst xmlns:a="http://schemas.openxmlformats.org/drawingml/2006/main">
              <a:ext uri="{FF2B5EF4-FFF2-40B4-BE49-F238E27FC236}">
                <a16:creationId xmlns:a16="http://schemas.microsoft.com/office/drawing/2014/main" id="{23BB0B45-0D93-44D7-A388-95916363C341}"/>
              </a:ext>
            </a:extLst>
          </p:cNvPr>
          <p:cNvSpPr>
            <a:spLocks xmlns:a="http://schemas.openxmlformats.org/drawingml/2006/main" noGrp="1"/>
          </p:cNvSpPr>
          <p:nvPr/>
        </p:nvSpPr>
        <p:spPr>
          <a:xfrm xmlns:a="http://schemas.openxmlformats.org/drawingml/2006/main" rot="0">
            <a:off x="438150" y="3552825"/>
            <a:ext cx="123825" cy="85725"/>
          </a:xfrm>
          <a:custGeom xmlns:a="http://schemas.openxmlformats.org/drawingml/2006/main">
            <a:pathLst>
              <a:path w="123825" h="85725">
                <a:moveTo>
                  <a:pt x="104775" y="4763"/>
                </a:moveTo>
                <a:lnTo>
                  <a:pt x="109538" y="0"/>
                </a:lnTo>
                <a:lnTo>
                  <a:pt x="119063" y="0"/>
                </a:lnTo>
                <a:lnTo>
                  <a:pt x="123825" y="4763"/>
                </a:lnTo>
                <a:lnTo>
                  <a:pt x="123825" y="14288"/>
                </a:lnTo>
                <a:lnTo>
                  <a:pt x="123825" y="23813"/>
                </a:lnTo>
                <a:lnTo>
                  <a:pt x="119063" y="28575"/>
                </a:lnTo>
                <a:lnTo>
                  <a:pt x="114300" y="33338"/>
                </a:lnTo>
                <a:lnTo>
                  <a:pt x="114300" y="42863"/>
                </a:lnTo>
                <a:lnTo>
                  <a:pt x="119063" y="47625"/>
                </a:lnTo>
                <a:lnTo>
                  <a:pt x="123825" y="52388"/>
                </a:lnTo>
                <a:lnTo>
                  <a:pt x="123825" y="61913"/>
                </a:lnTo>
                <a:lnTo>
                  <a:pt x="123825" y="71438"/>
                </a:lnTo>
                <a:lnTo>
                  <a:pt x="123825" y="80963"/>
                </a:lnTo>
                <a:lnTo>
                  <a:pt x="119063" y="85725"/>
                </a:lnTo>
                <a:lnTo>
                  <a:pt x="109538" y="85725"/>
                </a:lnTo>
                <a:lnTo>
                  <a:pt x="100013" y="85725"/>
                </a:lnTo>
                <a:lnTo>
                  <a:pt x="90488" y="85725"/>
                </a:lnTo>
                <a:lnTo>
                  <a:pt x="80963" y="85725"/>
                </a:lnTo>
                <a:lnTo>
                  <a:pt x="71438" y="85725"/>
                </a:lnTo>
                <a:lnTo>
                  <a:pt x="61913" y="85725"/>
                </a:lnTo>
                <a:lnTo>
                  <a:pt x="52388" y="85725"/>
                </a:lnTo>
                <a:lnTo>
                  <a:pt x="42863" y="85725"/>
                </a:lnTo>
                <a:lnTo>
                  <a:pt x="38100" y="80963"/>
                </a:lnTo>
                <a:lnTo>
                  <a:pt x="33338" y="76200"/>
                </a:lnTo>
                <a:lnTo>
                  <a:pt x="23813" y="76200"/>
                </a:lnTo>
                <a:lnTo>
                  <a:pt x="14288" y="76200"/>
                </a:lnTo>
                <a:lnTo>
                  <a:pt x="4763" y="76200"/>
                </a:lnTo>
                <a:lnTo>
                  <a:pt x="0" y="71438"/>
                </a:lnTo>
                <a:lnTo>
                  <a:pt x="4763" y="66675"/>
                </a:lnTo>
                <a:lnTo>
                  <a:pt x="9525" y="61913"/>
                </a:lnTo>
                <a:lnTo>
                  <a:pt x="9525" y="52388"/>
                </a:lnTo>
                <a:lnTo>
                  <a:pt x="14288" y="47625"/>
                </a:lnTo>
                <a:lnTo>
                  <a:pt x="23813" y="47625"/>
                </a:lnTo>
                <a:lnTo>
                  <a:pt x="28575" y="42863"/>
                </a:lnTo>
                <a:lnTo>
                  <a:pt x="33338" y="38100"/>
                </a:lnTo>
                <a:lnTo>
                  <a:pt x="38100" y="33338"/>
                </a:lnTo>
                <a:lnTo>
                  <a:pt x="42863" y="28575"/>
                </a:lnTo>
                <a:lnTo>
                  <a:pt x="47625" y="23813"/>
                </a:lnTo>
                <a:lnTo>
                  <a:pt x="52388" y="19050"/>
                </a:lnTo>
                <a:lnTo>
                  <a:pt x="57150" y="14288"/>
                </a:lnTo>
                <a:lnTo>
                  <a:pt x="61913" y="9525"/>
                </a:lnTo>
                <a:lnTo>
                  <a:pt x="71438" y="9525"/>
                </a:lnTo>
                <a:lnTo>
                  <a:pt x="80963" y="9525"/>
                </a:lnTo>
                <a:lnTo>
                  <a:pt x="90488" y="9525"/>
                </a:lnTo>
                <a:lnTo>
                  <a:pt x="100013" y="9525"/>
                </a:lnTo>
                <a:lnTo>
                  <a:pt x="104775" y="4763"/>
                </a:lnTo>
                <a:close/>
              </a:path>
            </a:pathLst>
          </a:custGeom>
          <a:solidFill xmlns:a="http://schemas.openxmlformats.org/drawingml/2006/main">
            <a:srgbClr val="BCD7B0"/>
          </a:solidFill>
          <a:ln xmlns:a="http://schemas.openxmlformats.org/drawingml/2006/main" w="0">
            <a:noFill/>
            <a:prstDash val="solid"/>
          </a:ln>
        </p:spPr>
      </p:sp>
      <p:sp>
        <p:nvSpPr>
          <p:cNvPr id="553" name="layout-green-96-3">
            <a:extLst xmlns:a="http://schemas.openxmlformats.org/drawingml/2006/main">
              <a:ext uri="{FF2B5EF4-FFF2-40B4-BE49-F238E27FC236}">
                <a16:creationId xmlns:a16="http://schemas.microsoft.com/office/drawing/2014/main" id="{72517B7B-29D4-44BD-8B2E-B9D0F10CD681}"/>
              </a:ext>
            </a:extLst>
          </p:cNvPr>
          <p:cNvSpPr>
            <a:spLocks xmlns:a="http://schemas.openxmlformats.org/drawingml/2006/main" noGrp="1"/>
          </p:cNvSpPr>
          <p:nvPr/>
        </p:nvSpPr>
        <p:spPr>
          <a:xfrm xmlns:a="http://schemas.openxmlformats.org/drawingml/2006/main" rot="0">
            <a:off x="361950" y="3648075"/>
            <a:ext cx="723900" cy="457200"/>
          </a:xfrm>
          <a:custGeom xmlns:a="http://schemas.openxmlformats.org/drawingml/2006/main">
            <a:pathLst>
              <a:path w="723900" h="457200">
                <a:moveTo>
                  <a:pt x="47625" y="4763"/>
                </a:moveTo>
                <a:lnTo>
                  <a:pt x="52388" y="0"/>
                </a:lnTo>
                <a:lnTo>
                  <a:pt x="61913" y="0"/>
                </a:lnTo>
                <a:lnTo>
                  <a:pt x="71438" y="0"/>
                </a:lnTo>
                <a:lnTo>
                  <a:pt x="80963" y="0"/>
                </a:lnTo>
                <a:lnTo>
                  <a:pt x="90488" y="0"/>
                </a:lnTo>
                <a:lnTo>
                  <a:pt x="100013" y="0"/>
                </a:lnTo>
                <a:lnTo>
                  <a:pt x="104775" y="4763"/>
                </a:lnTo>
                <a:lnTo>
                  <a:pt x="109538" y="9525"/>
                </a:lnTo>
                <a:lnTo>
                  <a:pt x="119063" y="9525"/>
                </a:lnTo>
                <a:lnTo>
                  <a:pt x="128588" y="9525"/>
                </a:lnTo>
                <a:lnTo>
                  <a:pt x="138113" y="9525"/>
                </a:lnTo>
                <a:lnTo>
                  <a:pt x="147638" y="9525"/>
                </a:lnTo>
                <a:lnTo>
                  <a:pt x="157163" y="9525"/>
                </a:lnTo>
                <a:lnTo>
                  <a:pt x="166688" y="9525"/>
                </a:lnTo>
                <a:lnTo>
                  <a:pt x="176213" y="9525"/>
                </a:lnTo>
                <a:lnTo>
                  <a:pt x="185738" y="9525"/>
                </a:lnTo>
                <a:lnTo>
                  <a:pt x="190500" y="14288"/>
                </a:lnTo>
                <a:lnTo>
                  <a:pt x="195263" y="19050"/>
                </a:lnTo>
                <a:lnTo>
                  <a:pt x="200025" y="23813"/>
                </a:lnTo>
                <a:lnTo>
                  <a:pt x="200025" y="33338"/>
                </a:lnTo>
                <a:lnTo>
                  <a:pt x="200025" y="42863"/>
                </a:lnTo>
                <a:lnTo>
                  <a:pt x="200025" y="52388"/>
                </a:lnTo>
                <a:lnTo>
                  <a:pt x="200025" y="61913"/>
                </a:lnTo>
                <a:lnTo>
                  <a:pt x="200025" y="71438"/>
                </a:lnTo>
                <a:lnTo>
                  <a:pt x="200025" y="80963"/>
                </a:lnTo>
                <a:lnTo>
                  <a:pt x="200025" y="90488"/>
                </a:lnTo>
                <a:lnTo>
                  <a:pt x="200025" y="100013"/>
                </a:lnTo>
                <a:lnTo>
                  <a:pt x="200025" y="109538"/>
                </a:lnTo>
                <a:lnTo>
                  <a:pt x="200025" y="119063"/>
                </a:lnTo>
                <a:lnTo>
                  <a:pt x="200025" y="128588"/>
                </a:lnTo>
                <a:lnTo>
                  <a:pt x="200025" y="138113"/>
                </a:lnTo>
                <a:lnTo>
                  <a:pt x="200025" y="147638"/>
                </a:lnTo>
                <a:lnTo>
                  <a:pt x="200025" y="157163"/>
                </a:lnTo>
                <a:lnTo>
                  <a:pt x="204788" y="161925"/>
                </a:lnTo>
                <a:lnTo>
                  <a:pt x="214313" y="161925"/>
                </a:lnTo>
                <a:lnTo>
                  <a:pt x="223838" y="161925"/>
                </a:lnTo>
                <a:lnTo>
                  <a:pt x="233363" y="161925"/>
                </a:lnTo>
                <a:lnTo>
                  <a:pt x="242888" y="161925"/>
                </a:lnTo>
                <a:lnTo>
                  <a:pt x="252413" y="161925"/>
                </a:lnTo>
                <a:lnTo>
                  <a:pt x="261938" y="161925"/>
                </a:lnTo>
                <a:lnTo>
                  <a:pt x="271463" y="161925"/>
                </a:lnTo>
                <a:lnTo>
                  <a:pt x="280988" y="161925"/>
                </a:lnTo>
                <a:lnTo>
                  <a:pt x="290513" y="161925"/>
                </a:lnTo>
                <a:lnTo>
                  <a:pt x="300038" y="161925"/>
                </a:lnTo>
                <a:lnTo>
                  <a:pt x="309563" y="161925"/>
                </a:lnTo>
                <a:lnTo>
                  <a:pt x="319088" y="161925"/>
                </a:lnTo>
                <a:lnTo>
                  <a:pt x="328613" y="161925"/>
                </a:lnTo>
                <a:lnTo>
                  <a:pt x="338138" y="161925"/>
                </a:lnTo>
                <a:lnTo>
                  <a:pt x="347663" y="161925"/>
                </a:lnTo>
                <a:lnTo>
                  <a:pt x="357188" y="161925"/>
                </a:lnTo>
                <a:lnTo>
                  <a:pt x="366713" y="161925"/>
                </a:lnTo>
                <a:lnTo>
                  <a:pt x="376238" y="161925"/>
                </a:lnTo>
                <a:lnTo>
                  <a:pt x="385763" y="161925"/>
                </a:lnTo>
                <a:lnTo>
                  <a:pt x="395288" y="161925"/>
                </a:lnTo>
                <a:lnTo>
                  <a:pt x="404813" y="161925"/>
                </a:lnTo>
                <a:lnTo>
                  <a:pt x="414338" y="161925"/>
                </a:lnTo>
                <a:lnTo>
                  <a:pt x="423863" y="161925"/>
                </a:lnTo>
                <a:lnTo>
                  <a:pt x="433388" y="161925"/>
                </a:lnTo>
                <a:lnTo>
                  <a:pt x="442913" y="161925"/>
                </a:lnTo>
                <a:lnTo>
                  <a:pt x="452438" y="161925"/>
                </a:lnTo>
                <a:lnTo>
                  <a:pt x="461963" y="161925"/>
                </a:lnTo>
                <a:lnTo>
                  <a:pt x="471488" y="161925"/>
                </a:lnTo>
                <a:lnTo>
                  <a:pt x="481013" y="161925"/>
                </a:lnTo>
                <a:lnTo>
                  <a:pt x="490538" y="161925"/>
                </a:lnTo>
                <a:lnTo>
                  <a:pt x="500063" y="161925"/>
                </a:lnTo>
                <a:lnTo>
                  <a:pt x="509588" y="161925"/>
                </a:lnTo>
                <a:lnTo>
                  <a:pt x="519113" y="161925"/>
                </a:lnTo>
                <a:lnTo>
                  <a:pt x="528638" y="161925"/>
                </a:lnTo>
                <a:lnTo>
                  <a:pt x="538163" y="161925"/>
                </a:lnTo>
                <a:lnTo>
                  <a:pt x="547688" y="161925"/>
                </a:lnTo>
                <a:lnTo>
                  <a:pt x="557213" y="161925"/>
                </a:lnTo>
                <a:lnTo>
                  <a:pt x="566738" y="161925"/>
                </a:lnTo>
                <a:lnTo>
                  <a:pt x="576263" y="161925"/>
                </a:lnTo>
                <a:lnTo>
                  <a:pt x="585788" y="161925"/>
                </a:lnTo>
                <a:lnTo>
                  <a:pt x="595313" y="161925"/>
                </a:lnTo>
                <a:lnTo>
                  <a:pt x="604838" y="161925"/>
                </a:lnTo>
                <a:lnTo>
                  <a:pt x="614363" y="161925"/>
                </a:lnTo>
                <a:lnTo>
                  <a:pt x="623888" y="161925"/>
                </a:lnTo>
                <a:lnTo>
                  <a:pt x="633413" y="161925"/>
                </a:lnTo>
                <a:lnTo>
                  <a:pt x="642938" y="161925"/>
                </a:lnTo>
                <a:lnTo>
                  <a:pt x="652463" y="161925"/>
                </a:lnTo>
                <a:lnTo>
                  <a:pt x="661988" y="161925"/>
                </a:lnTo>
                <a:lnTo>
                  <a:pt x="671513" y="161925"/>
                </a:lnTo>
                <a:lnTo>
                  <a:pt x="681038" y="161925"/>
                </a:lnTo>
                <a:lnTo>
                  <a:pt x="690563" y="161925"/>
                </a:lnTo>
                <a:lnTo>
                  <a:pt x="700088" y="161925"/>
                </a:lnTo>
                <a:lnTo>
                  <a:pt x="709613" y="161925"/>
                </a:lnTo>
                <a:lnTo>
                  <a:pt x="719138" y="161925"/>
                </a:lnTo>
                <a:lnTo>
                  <a:pt x="723900" y="166688"/>
                </a:lnTo>
                <a:lnTo>
                  <a:pt x="719138" y="171450"/>
                </a:lnTo>
                <a:lnTo>
                  <a:pt x="709613" y="171450"/>
                </a:lnTo>
                <a:lnTo>
                  <a:pt x="700088" y="171450"/>
                </a:lnTo>
                <a:lnTo>
                  <a:pt x="690563" y="171450"/>
                </a:lnTo>
                <a:lnTo>
                  <a:pt x="681038" y="171450"/>
                </a:lnTo>
                <a:lnTo>
                  <a:pt x="671513" y="171450"/>
                </a:lnTo>
                <a:lnTo>
                  <a:pt x="661988" y="171450"/>
                </a:lnTo>
                <a:lnTo>
                  <a:pt x="652463" y="171450"/>
                </a:lnTo>
                <a:lnTo>
                  <a:pt x="642938" y="171450"/>
                </a:lnTo>
                <a:lnTo>
                  <a:pt x="633413" y="171450"/>
                </a:lnTo>
                <a:lnTo>
                  <a:pt x="623888" y="171450"/>
                </a:lnTo>
                <a:lnTo>
                  <a:pt x="614363" y="171450"/>
                </a:lnTo>
                <a:lnTo>
                  <a:pt x="604838" y="171450"/>
                </a:lnTo>
                <a:lnTo>
                  <a:pt x="600075" y="176213"/>
                </a:lnTo>
                <a:lnTo>
                  <a:pt x="600075" y="185738"/>
                </a:lnTo>
                <a:lnTo>
                  <a:pt x="595313" y="190500"/>
                </a:lnTo>
                <a:lnTo>
                  <a:pt x="590550" y="195263"/>
                </a:lnTo>
                <a:lnTo>
                  <a:pt x="590550" y="204788"/>
                </a:lnTo>
                <a:lnTo>
                  <a:pt x="590550" y="214313"/>
                </a:lnTo>
                <a:lnTo>
                  <a:pt x="590550" y="223838"/>
                </a:lnTo>
                <a:lnTo>
                  <a:pt x="590550" y="233363"/>
                </a:lnTo>
                <a:lnTo>
                  <a:pt x="590550" y="242888"/>
                </a:lnTo>
                <a:lnTo>
                  <a:pt x="585788" y="247650"/>
                </a:lnTo>
                <a:lnTo>
                  <a:pt x="581025" y="252413"/>
                </a:lnTo>
                <a:lnTo>
                  <a:pt x="581025" y="261938"/>
                </a:lnTo>
                <a:lnTo>
                  <a:pt x="581025" y="271463"/>
                </a:lnTo>
                <a:lnTo>
                  <a:pt x="576263" y="276225"/>
                </a:lnTo>
                <a:lnTo>
                  <a:pt x="571500" y="280988"/>
                </a:lnTo>
                <a:lnTo>
                  <a:pt x="566738" y="285750"/>
                </a:lnTo>
                <a:lnTo>
                  <a:pt x="561975" y="290513"/>
                </a:lnTo>
                <a:lnTo>
                  <a:pt x="561975" y="300038"/>
                </a:lnTo>
                <a:lnTo>
                  <a:pt x="557213" y="304800"/>
                </a:lnTo>
                <a:lnTo>
                  <a:pt x="552450" y="309563"/>
                </a:lnTo>
                <a:lnTo>
                  <a:pt x="552450" y="319088"/>
                </a:lnTo>
                <a:lnTo>
                  <a:pt x="547688" y="323850"/>
                </a:lnTo>
                <a:lnTo>
                  <a:pt x="542925" y="328613"/>
                </a:lnTo>
                <a:lnTo>
                  <a:pt x="542925" y="338138"/>
                </a:lnTo>
                <a:lnTo>
                  <a:pt x="538163" y="342900"/>
                </a:lnTo>
                <a:lnTo>
                  <a:pt x="533400" y="347663"/>
                </a:lnTo>
                <a:lnTo>
                  <a:pt x="528638" y="352425"/>
                </a:lnTo>
                <a:lnTo>
                  <a:pt x="523875" y="357188"/>
                </a:lnTo>
                <a:lnTo>
                  <a:pt x="519113" y="361950"/>
                </a:lnTo>
                <a:lnTo>
                  <a:pt x="514350" y="366713"/>
                </a:lnTo>
                <a:lnTo>
                  <a:pt x="509588" y="371475"/>
                </a:lnTo>
                <a:lnTo>
                  <a:pt x="504825" y="376238"/>
                </a:lnTo>
                <a:lnTo>
                  <a:pt x="500063" y="381000"/>
                </a:lnTo>
                <a:lnTo>
                  <a:pt x="495300" y="385763"/>
                </a:lnTo>
                <a:lnTo>
                  <a:pt x="490538" y="390525"/>
                </a:lnTo>
                <a:lnTo>
                  <a:pt x="485775" y="395288"/>
                </a:lnTo>
                <a:lnTo>
                  <a:pt x="481013" y="400050"/>
                </a:lnTo>
                <a:lnTo>
                  <a:pt x="471488" y="400050"/>
                </a:lnTo>
                <a:lnTo>
                  <a:pt x="466725" y="404813"/>
                </a:lnTo>
                <a:lnTo>
                  <a:pt x="461963" y="409575"/>
                </a:lnTo>
                <a:lnTo>
                  <a:pt x="452438" y="409575"/>
                </a:lnTo>
                <a:lnTo>
                  <a:pt x="447675" y="414338"/>
                </a:lnTo>
                <a:lnTo>
                  <a:pt x="442913" y="419100"/>
                </a:lnTo>
                <a:lnTo>
                  <a:pt x="438150" y="423863"/>
                </a:lnTo>
                <a:lnTo>
                  <a:pt x="433388" y="428625"/>
                </a:lnTo>
                <a:lnTo>
                  <a:pt x="423863" y="428625"/>
                </a:lnTo>
                <a:lnTo>
                  <a:pt x="419100" y="433388"/>
                </a:lnTo>
                <a:lnTo>
                  <a:pt x="414338" y="438150"/>
                </a:lnTo>
                <a:lnTo>
                  <a:pt x="404813" y="438150"/>
                </a:lnTo>
                <a:lnTo>
                  <a:pt x="395288" y="438150"/>
                </a:lnTo>
                <a:lnTo>
                  <a:pt x="390525" y="442913"/>
                </a:lnTo>
                <a:lnTo>
                  <a:pt x="385763" y="447675"/>
                </a:lnTo>
                <a:lnTo>
                  <a:pt x="376238" y="447675"/>
                </a:lnTo>
                <a:lnTo>
                  <a:pt x="366713" y="447675"/>
                </a:lnTo>
                <a:lnTo>
                  <a:pt x="361950" y="452438"/>
                </a:lnTo>
                <a:lnTo>
                  <a:pt x="357188" y="457200"/>
                </a:lnTo>
                <a:lnTo>
                  <a:pt x="347663" y="457200"/>
                </a:lnTo>
                <a:lnTo>
                  <a:pt x="338138" y="457200"/>
                </a:lnTo>
                <a:lnTo>
                  <a:pt x="328613" y="457200"/>
                </a:lnTo>
                <a:lnTo>
                  <a:pt x="319088" y="457200"/>
                </a:lnTo>
                <a:lnTo>
                  <a:pt x="309563" y="457200"/>
                </a:lnTo>
                <a:lnTo>
                  <a:pt x="300038" y="457200"/>
                </a:lnTo>
                <a:lnTo>
                  <a:pt x="290513" y="457200"/>
                </a:lnTo>
                <a:lnTo>
                  <a:pt x="280988" y="457200"/>
                </a:lnTo>
                <a:lnTo>
                  <a:pt x="271463" y="457200"/>
                </a:lnTo>
                <a:lnTo>
                  <a:pt x="261938" y="457200"/>
                </a:lnTo>
                <a:lnTo>
                  <a:pt x="252413" y="457200"/>
                </a:lnTo>
                <a:lnTo>
                  <a:pt x="242888" y="457200"/>
                </a:lnTo>
                <a:lnTo>
                  <a:pt x="238125" y="452438"/>
                </a:lnTo>
                <a:lnTo>
                  <a:pt x="233363" y="447675"/>
                </a:lnTo>
                <a:lnTo>
                  <a:pt x="223838" y="447675"/>
                </a:lnTo>
                <a:lnTo>
                  <a:pt x="214313" y="447675"/>
                </a:lnTo>
                <a:lnTo>
                  <a:pt x="209550" y="442913"/>
                </a:lnTo>
                <a:lnTo>
                  <a:pt x="204788" y="438150"/>
                </a:lnTo>
                <a:lnTo>
                  <a:pt x="195263" y="438150"/>
                </a:lnTo>
                <a:lnTo>
                  <a:pt x="185738" y="438150"/>
                </a:lnTo>
                <a:lnTo>
                  <a:pt x="180975" y="433388"/>
                </a:lnTo>
                <a:lnTo>
                  <a:pt x="176213" y="428625"/>
                </a:lnTo>
                <a:lnTo>
                  <a:pt x="166688" y="428625"/>
                </a:lnTo>
                <a:lnTo>
                  <a:pt x="161925" y="423863"/>
                </a:lnTo>
                <a:lnTo>
                  <a:pt x="157163" y="419100"/>
                </a:lnTo>
                <a:lnTo>
                  <a:pt x="152400" y="414338"/>
                </a:lnTo>
                <a:lnTo>
                  <a:pt x="147638" y="409575"/>
                </a:lnTo>
                <a:lnTo>
                  <a:pt x="138113" y="409575"/>
                </a:lnTo>
                <a:lnTo>
                  <a:pt x="133350" y="404813"/>
                </a:lnTo>
                <a:lnTo>
                  <a:pt x="128588" y="400050"/>
                </a:lnTo>
                <a:lnTo>
                  <a:pt x="123825" y="395288"/>
                </a:lnTo>
                <a:lnTo>
                  <a:pt x="119063" y="390525"/>
                </a:lnTo>
                <a:lnTo>
                  <a:pt x="109538" y="390525"/>
                </a:lnTo>
                <a:lnTo>
                  <a:pt x="104775" y="385763"/>
                </a:lnTo>
                <a:lnTo>
                  <a:pt x="100013" y="381000"/>
                </a:lnTo>
                <a:lnTo>
                  <a:pt x="95250" y="376238"/>
                </a:lnTo>
                <a:lnTo>
                  <a:pt x="95250" y="366713"/>
                </a:lnTo>
                <a:lnTo>
                  <a:pt x="90488" y="361950"/>
                </a:lnTo>
                <a:lnTo>
                  <a:pt x="85725" y="357188"/>
                </a:lnTo>
                <a:lnTo>
                  <a:pt x="80963" y="352425"/>
                </a:lnTo>
                <a:lnTo>
                  <a:pt x="71438" y="352425"/>
                </a:lnTo>
                <a:lnTo>
                  <a:pt x="66675" y="347663"/>
                </a:lnTo>
                <a:lnTo>
                  <a:pt x="66675" y="338138"/>
                </a:lnTo>
                <a:lnTo>
                  <a:pt x="61913" y="333375"/>
                </a:lnTo>
                <a:lnTo>
                  <a:pt x="57150" y="328613"/>
                </a:lnTo>
                <a:lnTo>
                  <a:pt x="57150" y="319088"/>
                </a:lnTo>
                <a:lnTo>
                  <a:pt x="52388" y="314325"/>
                </a:lnTo>
                <a:lnTo>
                  <a:pt x="47625" y="309563"/>
                </a:lnTo>
                <a:lnTo>
                  <a:pt x="42863" y="304800"/>
                </a:lnTo>
                <a:lnTo>
                  <a:pt x="38100" y="300038"/>
                </a:lnTo>
                <a:lnTo>
                  <a:pt x="38100" y="290513"/>
                </a:lnTo>
                <a:lnTo>
                  <a:pt x="33338" y="285750"/>
                </a:lnTo>
                <a:lnTo>
                  <a:pt x="28575" y="280988"/>
                </a:lnTo>
                <a:lnTo>
                  <a:pt x="28575" y="271463"/>
                </a:lnTo>
                <a:lnTo>
                  <a:pt x="23813" y="266700"/>
                </a:lnTo>
                <a:lnTo>
                  <a:pt x="19050" y="261938"/>
                </a:lnTo>
                <a:lnTo>
                  <a:pt x="19050" y="252413"/>
                </a:lnTo>
                <a:lnTo>
                  <a:pt x="14288" y="247650"/>
                </a:lnTo>
                <a:lnTo>
                  <a:pt x="9525" y="242888"/>
                </a:lnTo>
                <a:lnTo>
                  <a:pt x="9525" y="233363"/>
                </a:lnTo>
                <a:lnTo>
                  <a:pt x="9525" y="223838"/>
                </a:lnTo>
                <a:lnTo>
                  <a:pt x="9525" y="214313"/>
                </a:lnTo>
                <a:lnTo>
                  <a:pt x="9525" y="204788"/>
                </a:lnTo>
                <a:lnTo>
                  <a:pt x="9525" y="195263"/>
                </a:lnTo>
                <a:lnTo>
                  <a:pt x="9525" y="185738"/>
                </a:lnTo>
                <a:lnTo>
                  <a:pt x="9525" y="176213"/>
                </a:lnTo>
                <a:lnTo>
                  <a:pt x="4763" y="171450"/>
                </a:lnTo>
                <a:lnTo>
                  <a:pt x="0" y="166688"/>
                </a:lnTo>
                <a:lnTo>
                  <a:pt x="4763" y="161925"/>
                </a:lnTo>
                <a:lnTo>
                  <a:pt x="9525" y="157163"/>
                </a:lnTo>
                <a:lnTo>
                  <a:pt x="4763" y="152400"/>
                </a:lnTo>
                <a:lnTo>
                  <a:pt x="0" y="147638"/>
                </a:lnTo>
                <a:lnTo>
                  <a:pt x="4763" y="142875"/>
                </a:lnTo>
                <a:lnTo>
                  <a:pt x="9525" y="138113"/>
                </a:lnTo>
                <a:lnTo>
                  <a:pt x="9525" y="128588"/>
                </a:lnTo>
                <a:lnTo>
                  <a:pt x="9525" y="119063"/>
                </a:lnTo>
                <a:lnTo>
                  <a:pt x="9525" y="109538"/>
                </a:lnTo>
                <a:lnTo>
                  <a:pt x="9525" y="100013"/>
                </a:lnTo>
                <a:lnTo>
                  <a:pt x="14288" y="95250"/>
                </a:lnTo>
                <a:lnTo>
                  <a:pt x="19050" y="90488"/>
                </a:lnTo>
                <a:lnTo>
                  <a:pt x="19050" y="80963"/>
                </a:lnTo>
                <a:lnTo>
                  <a:pt x="19050" y="71438"/>
                </a:lnTo>
                <a:lnTo>
                  <a:pt x="23813" y="66675"/>
                </a:lnTo>
                <a:lnTo>
                  <a:pt x="28575" y="61913"/>
                </a:lnTo>
                <a:lnTo>
                  <a:pt x="28575" y="52388"/>
                </a:lnTo>
                <a:lnTo>
                  <a:pt x="28575" y="42863"/>
                </a:lnTo>
                <a:lnTo>
                  <a:pt x="33338" y="38100"/>
                </a:lnTo>
                <a:lnTo>
                  <a:pt x="38100" y="33338"/>
                </a:lnTo>
                <a:lnTo>
                  <a:pt x="38100" y="23813"/>
                </a:lnTo>
                <a:lnTo>
                  <a:pt x="42863" y="19050"/>
                </a:lnTo>
                <a:lnTo>
                  <a:pt x="47625" y="14288"/>
                </a:lnTo>
                <a:lnTo>
                  <a:pt x="47625" y="4763"/>
                </a:lnTo>
                <a:close/>
              </a:path>
            </a:pathLst>
          </a:custGeom>
          <a:solidFill xmlns:a="http://schemas.openxmlformats.org/drawingml/2006/main">
            <a:srgbClr val="BCD7B0"/>
          </a:solidFill>
          <a:ln xmlns:a="http://schemas.openxmlformats.org/drawingml/2006/main" w="0">
            <a:noFill/>
            <a:prstDash val="solid"/>
          </a:ln>
        </p:spPr>
      </p:sp>
      <p:sp>
        <p:nvSpPr>
          <p:cNvPr id="554" name="layout-green-96-4">
            <a:extLst xmlns:a="http://schemas.openxmlformats.org/drawingml/2006/main">
              <a:ext uri="{FF2B5EF4-FFF2-40B4-BE49-F238E27FC236}">
                <a16:creationId xmlns:a16="http://schemas.microsoft.com/office/drawing/2014/main" id="{05183D95-85EF-49FF-A50B-B82E7E386D23}"/>
              </a:ext>
            </a:extLst>
          </p:cNvPr>
          <p:cNvSpPr>
            <a:spLocks xmlns:a="http://schemas.openxmlformats.org/drawingml/2006/main" noGrp="1"/>
          </p:cNvSpPr>
          <p:nvPr/>
        </p:nvSpPr>
        <p:spPr>
          <a:xfrm xmlns:a="http://schemas.openxmlformats.org/drawingml/2006/main" rot="0">
            <a:off x="1190625" y="3810000"/>
            <a:ext cx="9525" cy="200025"/>
          </a:xfrm>
          <a:custGeom xmlns:a="http://schemas.openxmlformats.org/drawingml/2006/main">
            <a:pathLst>
              <a:path w="9525" h="2000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BCD7B0"/>
          </a:solidFill>
          <a:ln xmlns:a="http://schemas.openxmlformats.org/drawingml/2006/main" w="0">
            <a:noFill/>
            <a:prstDash val="solid"/>
          </a:ln>
        </p:spPr>
      </p:sp>
      <p:sp>
        <p:nvSpPr>
          <p:cNvPr id="555" name="layout-green-96-5">
            <a:extLst xmlns:a="http://schemas.openxmlformats.org/drawingml/2006/main">
              <a:ext uri="{FF2B5EF4-FFF2-40B4-BE49-F238E27FC236}">
                <a16:creationId xmlns:a16="http://schemas.microsoft.com/office/drawing/2014/main" id="{629BFA3D-C799-44A9-8F5C-E05506870AD3}"/>
              </a:ext>
            </a:extLst>
          </p:cNvPr>
          <p:cNvSpPr>
            <a:spLocks xmlns:a="http://schemas.openxmlformats.org/drawingml/2006/main" noGrp="1"/>
          </p:cNvSpPr>
          <p:nvPr/>
        </p:nvSpPr>
        <p:spPr>
          <a:xfrm xmlns:a="http://schemas.openxmlformats.org/drawingml/2006/main" rot="0">
            <a:off x="123825" y="4238625"/>
            <a:ext cx="1076325" cy="9525"/>
          </a:xfrm>
          <a:custGeom xmlns:a="http://schemas.openxmlformats.org/drawingml/2006/main">
            <a:pathLst>
              <a:path w="107632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42988" y="0"/>
                </a:lnTo>
                <a:lnTo>
                  <a:pt x="1052513" y="0"/>
                </a:lnTo>
                <a:lnTo>
                  <a:pt x="1062038" y="0"/>
                </a:lnTo>
                <a:lnTo>
                  <a:pt x="1071563" y="0"/>
                </a:lnTo>
                <a:lnTo>
                  <a:pt x="1076325" y="4763"/>
                </a:lnTo>
                <a:lnTo>
                  <a:pt x="1071563" y="9525"/>
                </a:lnTo>
                <a:lnTo>
                  <a:pt x="1062038" y="9525"/>
                </a:lnTo>
                <a:lnTo>
                  <a:pt x="1052513" y="9525"/>
                </a:lnTo>
                <a:lnTo>
                  <a:pt x="1042988" y="9525"/>
                </a:lnTo>
                <a:lnTo>
                  <a:pt x="1033463" y="9525"/>
                </a:lnTo>
                <a:lnTo>
                  <a:pt x="1023938" y="9525"/>
                </a:lnTo>
                <a:lnTo>
                  <a:pt x="1014413" y="9525"/>
                </a:lnTo>
                <a:lnTo>
                  <a:pt x="1004888" y="9525"/>
                </a:lnTo>
                <a:lnTo>
                  <a:pt x="995363" y="9525"/>
                </a:lnTo>
                <a:lnTo>
                  <a:pt x="985838" y="9525"/>
                </a:lnTo>
                <a:lnTo>
                  <a:pt x="976313" y="9525"/>
                </a:lnTo>
                <a:lnTo>
                  <a:pt x="966788" y="9525"/>
                </a:lnTo>
                <a:lnTo>
                  <a:pt x="957263" y="9525"/>
                </a:lnTo>
                <a:lnTo>
                  <a:pt x="947738" y="9525"/>
                </a:lnTo>
                <a:lnTo>
                  <a:pt x="938213" y="9525"/>
                </a:lnTo>
                <a:lnTo>
                  <a:pt x="928688" y="9525"/>
                </a:lnTo>
                <a:lnTo>
                  <a:pt x="919163" y="9525"/>
                </a:lnTo>
                <a:lnTo>
                  <a:pt x="909638" y="9525"/>
                </a:lnTo>
                <a:lnTo>
                  <a:pt x="900113" y="9525"/>
                </a:lnTo>
                <a:lnTo>
                  <a:pt x="890588" y="9525"/>
                </a:lnTo>
                <a:lnTo>
                  <a:pt x="881063" y="9525"/>
                </a:lnTo>
                <a:lnTo>
                  <a:pt x="871538" y="9525"/>
                </a:lnTo>
                <a:lnTo>
                  <a:pt x="862013" y="9525"/>
                </a:lnTo>
                <a:lnTo>
                  <a:pt x="852488" y="9525"/>
                </a:lnTo>
                <a:lnTo>
                  <a:pt x="842963" y="9525"/>
                </a:lnTo>
                <a:lnTo>
                  <a:pt x="833438" y="9525"/>
                </a:lnTo>
                <a:lnTo>
                  <a:pt x="823913" y="9525"/>
                </a:lnTo>
                <a:lnTo>
                  <a:pt x="814388" y="9525"/>
                </a:lnTo>
                <a:lnTo>
                  <a:pt x="804863" y="9525"/>
                </a:lnTo>
                <a:lnTo>
                  <a:pt x="795338" y="9525"/>
                </a:lnTo>
                <a:lnTo>
                  <a:pt x="785813" y="9525"/>
                </a:lnTo>
                <a:lnTo>
                  <a:pt x="776288" y="9525"/>
                </a:lnTo>
                <a:lnTo>
                  <a:pt x="766763" y="9525"/>
                </a:lnTo>
                <a:lnTo>
                  <a:pt x="757238" y="9525"/>
                </a:lnTo>
                <a:lnTo>
                  <a:pt x="747713" y="9525"/>
                </a:lnTo>
                <a:lnTo>
                  <a:pt x="738188" y="9525"/>
                </a:lnTo>
                <a:lnTo>
                  <a:pt x="728663" y="9525"/>
                </a:lnTo>
                <a:lnTo>
                  <a:pt x="719138" y="9525"/>
                </a:lnTo>
                <a:lnTo>
                  <a:pt x="709613" y="9525"/>
                </a:lnTo>
                <a:lnTo>
                  <a:pt x="700088" y="9525"/>
                </a:lnTo>
                <a:lnTo>
                  <a:pt x="690563" y="9525"/>
                </a:lnTo>
                <a:lnTo>
                  <a:pt x="681038" y="9525"/>
                </a:lnTo>
                <a:lnTo>
                  <a:pt x="671513" y="9525"/>
                </a:lnTo>
                <a:lnTo>
                  <a:pt x="661988" y="9525"/>
                </a:lnTo>
                <a:lnTo>
                  <a:pt x="652463" y="9525"/>
                </a:lnTo>
                <a:lnTo>
                  <a:pt x="642938" y="9525"/>
                </a:lnTo>
                <a:lnTo>
                  <a:pt x="633413" y="9525"/>
                </a:lnTo>
                <a:lnTo>
                  <a:pt x="623888" y="9525"/>
                </a:lnTo>
                <a:lnTo>
                  <a:pt x="614363" y="9525"/>
                </a:lnTo>
                <a:lnTo>
                  <a:pt x="604838" y="9525"/>
                </a:lnTo>
                <a:lnTo>
                  <a:pt x="595313" y="9525"/>
                </a:lnTo>
                <a:lnTo>
                  <a:pt x="585788" y="9525"/>
                </a:lnTo>
                <a:lnTo>
                  <a:pt x="576263" y="9525"/>
                </a:lnTo>
                <a:lnTo>
                  <a:pt x="566738" y="9525"/>
                </a:lnTo>
                <a:lnTo>
                  <a:pt x="557213" y="9525"/>
                </a:lnTo>
                <a:lnTo>
                  <a:pt x="547688" y="9525"/>
                </a:lnTo>
                <a:lnTo>
                  <a:pt x="538163" y="9525"/>
                </a:lnTo>
                <a:lnTo>
                  <a:pt x="528638" y="9525"/>
                </a:lnTo>
                <a:lnTo>
                  <a:pt x="519113" y="9525"/>
                </a:lnTo>
                <a:lnTo>
                  <a:pt x="509588" y="9525"/>
                </a:lnTo>
                <a:lnTo>
                  <a:pt x="500063" y="9525"/>
                </a:lnTo>
                <a:lnTo>
                  <a:pt x="490538" y="9525"/>
                </a:lnTo>
                <a:lnTo>
                  <a:pt x="481013" y="9525"/>
                </a:lnTo>
                <a:lnTo>
                  <a:pt x="471488" y="9525"/>
                </a:lnTo>
                <a:lnTo>
                  <a:pt x="461963" y="9525"/>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BCD7B0"/>
          </a:solidFill>
          <a:ln xmlns:a="http://schemas.openxmlformats.org/drawingml/2006/main" w="0">
            <a:noFill/>
            <a:prstDash val="solid"/>
          </a:ln>
        </p:spPr>
      </p:sp>
      <p:sp>
        <p:nvSpPr>
          <p:cNvPr id="556" name="layout-green-97-0">
            <a:extLst xmlns:a="http://schemas.openxmlformats.org/drawingml/2006/main">
              <a:ext uri="{FF2B5EF4-FFF2-40B4-BE49-F238E27FC236}">
                <a16:creationId xmlns:a16="http://schemas.microsoft.com/office/drawing/2014/main" id="{9752EB08-1BEF-4D3F-B40A-A0ABCB7044A6}"/>
              </a:ext>
            </a:extLst>
          </p:cNvPr>
          <p:cNvSpPr>
            <a:spLocks xmlns:a="http://schemas.openxmlformats.org/drawingml/2006/main" noGrp="1"/>
          </p:cNvSpPr>
          <p:nvPr/>
        </p:nvSpPr>
        <p:spPr>
          <a:xfrm xmlns:a="http://schemas.openxmlformats.org/drawingml/2006/main" rot="0">
            <a:off x="123825" y="3371850"/>
            <a:ext cx="9525" cy="781050"/>
          </a:xfrm>
          <a:custGeom xmlns:a="http://schemas.openxmlformats.org/drawingml/2006/main">
            <a:pathLst>
              <a:path w="9525" h="7810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9525" y="433388"/>
                </a:lnTo>
                <a:lnTo>
                  <a:pt x="9525" y="442913"/>
                </a:lnTo>
                <a:lnTo>
                  <a:pt x="9525" y="452438"/>
                </a:lnTo>
                <a:lnTo>
                  <a:pt x="9525" y="461963"/>
                </a:lnTo>
                <a:lnTo>
                  <a:pt x="9525" y="471488"/>
                </a:lnTo>
                <a:lnTo>
                  <a:pt x="9525" y="481013"/>
                </a:lnTo>
                <a:lnTo>
                  <a:pt x="9525" y="490538"/>
                </a:lnTo>
                <a:lnTo>
                  <a:pt x="9525" y="500063"/>
                </a:lnTo>
                <a:lnTo>
                  <a:pt x="9525" y="509588"/>
                </a:lnTo>
                <a:lnTo>
                  <a:pt x="9525" y="519113"/>
                </a:lnTo>
                <a:lnTo>
                  <a:pt x="9525" y="528638"/>
                </a:lnTo>
                <a:lnTo>
                  <a:pt x="9525" y="538163"/>
                </a:lnTo>
                <a:lnTo>
                  <a:pt x="9525" y="547688"/>
                </a:lnTo>
                <a:lnTo>
                  <a:pt x="9525" y="557213"/>
                </a:lnTo>
                <a:lnTo>
                  <a:pt x="9525" y="566738"/>
                </a:lnTo>
                <a:lnTo>
                  <a:pt x="9525" y="576263"/>
                </a:lnTo>
                <a:lnTo>
                  <a:pt x="9525" y="585788"/>
                </a:lnTo>
                <a:lnTo>
                  <a:pt x="9525" y="595313"/>
                </a:lnTo>
                <a:lnTo>
                  <a:pt x="9525" y="604838"/>
                </a:lnTo>
                <a:lnTo>
                  <a:pt x="9525" y="614363"/>
                </a:lnTo>
                <a:lnTo>
                  <a:pt x="9525" y="623888"/>
                </a:lnTo>
                <a:lnTo>
                  <a:pt x="9525" y="633413"/>
                </a:lnTo>
                <a:lnTo>
                  <a:pt x="9525" y="642938"/>
                </a:lnTo>
                <a:lnTo>
                  <a:pt x="9525" y="652463"/>
                </a:lnTo>
                <a:lnTo>
                  <a:pt x="9525" y="661988"/>
                </a:lnTo>
                <a:lnTo>
                  <a:pt x="9525" y="671513"/>
                </a:lnTo>
                <a:lnTo>
                  <a:pt x="9525" y="681038"/>
                </a:lnTo>
                <a:lnTo>
                  <a:pt x="9525" y="690563"/>
                </a:lnTo>
                <a:lnTo>
                  <a:pt x="9525" y="700088"/>
                </a:lnTo>
                <a:lnTo>
                  <a:pt x="9525" y="709613"/>
                </a:lnTo>
                <a:lnTo>
                  <a:pt x="9525" y="719138"/>
                </a:lnTo>
                <a:lnTo>
                  <a:pt x="9525" y="728663"/>
                </a:lnTo>
                <a:lnTo>
                  <a:pt x="9525" y="738188"/>
                </a:lnTo>
                <a:lnTo>
                  <a:pt x="9525" y="747713"/>
                </a:lnTo>
                <a:lnTo>
                  <a:pt x="9525" y="757238"/>
                </a:lnTo>
                <a:lnTo>
                  <a:pt x="9525" y="766763"/>
                </a:lnTo>
                <a:lnTo>
                  <a:pt x="9525" y="776288"/>
                </a:lnTo>
                <a:lnTo>
                  <a:pt x="4763" y="781050"/>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BED9B2"/>
          </a:solidFill>
          <a:ln xmlns:a="http://schemas.openxmlformats.org/drawingml/2006/main" w="0">
            <a:noFill/>
            <a:prstDash val="solid"/>
          </a:ln>
        </p:spPr>
      </p:sp>
      <p:sp>
        <p:nvSpPr>
          <p:cNvPr id="557" name="layout-green-97-1">
            <a:extLst xmlns:a="http://schemas.openxmlformats.org/drawingml/2006/main">
              <a:ext uri="{FF2B5EF4-FFF2-40B4-BE49-F238E27FC236}">
                <a16:creationId xmlns:a16="http://schemas.microsoft.com/office/drawing/2014/main" id="{50DFB552-370F-400D-B7E5-E939A77A12FE}"/>
              </a:ext>
            </a:extLst>
          </p:cNvPr>
          <p:cNvSpPr>
            <a:spLocks xmlns:a="http://schemas.openxmlformats.org/drawingml/2006/main" noGrp="1"/>
          </p:cNvSpPr>
          <p:nvPr/>
        </p:nvSpPr>
        <p:spPr>
          <a:xfrm xmlns:a="http://schemas.openxmlformats.org/drawingml/2006/main" rot="0">
            <a:off x="552450" y="3371850"/>
            <a:ext cx="9525" cy="161925"/>
          </a:xfrm>
          <a:custGeom xmlns:a="http://schemas.openxmlformats.org/drawingml/2006/main">
            <a:pathLst>
              <a:path w="9525" h="1619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4763" y="161925"/>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BED9B2"/>
          </a:solidFill>
          <a:ln xmlns:a="http://schemas.openxmlformats.org/drawingml/2006/main" w="0">
            <a:noFill/>
            <a:prstDash val="solid"/>
          </a:ln>
        </p:spPr>
      </p:sp>
      <p:sp>
        <p:nvSpPr>
          <p:cNvPr id="558" name="layout-green-97-2">
            <a:extLst xmlns:a="http://schemas.openxmlformats.org/drawingml/2006/main">
              <a:ext uri="{FF2B5EF4-FFF2-40B4-BE49-F238E27FC236}">
                <a16:creationId xmlns:a16="http://schemas.microsoft.com/office/drawing/2014/main" id="{5796C5EA-D452-4DBD-AED4-802B20342078}"/>
              </a:ext>
            </a:extLst>
          </p:cNvPr>
          <p:cNvSpPr>
            <a:spLocks xmlns:a="http://schemas.openxmlformats.org/drawingml/2006/main" noGrp="1"/>
          </p:cNvSpPr>
          <p:nvPr/>
        </p:nvSpPr>
        <p:spPr>
          <a:xfrm xmlns:a="http://schemas.openxmlformats.org/drawingml/2006/main" rot="0">
            <a:off x="457200" y="3552825"/>
            <a:ext cx="104775" cy="85725"/>
          </a:xfrm>
          <a:custGeom xmlns:a="http://schemas.openxmlformats.org/drawingml/2006/main">
            <a:pathLst>
              <a:path w="104775" h="85725">
                <a:moveTo>
                  <a:pt x="95250" y="4763"/>
                </a:moveTo>
                <a:lnTo>
                  <a:pt x="100013" y="0"/>
                </a:lnTo>
                <a:lnTo>
                  <a:pt x="104775" y="4763"/>
                </a:lnTo>
                <a:lnTo>
                  <a:pt x="104775" y="14288"/>
                </a:lnTo>
                <a:lnTo>
                  <a:pt x="104775" y="23813"/>
                </a:lnTo>
                <a:lnTo>
                  <a:pt x="100013" y="28575"/>
                </a:lnTo>
                <a:lnTo>
                  <a:pt x="95250" y="33338"/>
                </a:lnTo>
                <a:lnTo>
                  <a:pt x="95250" y="42863"/>
                </a:lnTo>
                <a:lnTo>
                  <a:pt x="100013" y="47625"/>
                </a:lnTo>
                <a:lnTo>
                  <a:pt x="104775" y="52388"/>
                </a:lnTo>
                <a:lnTo>
                  <a:pt x="104775" y="61913"/>
                </a:lnTo>
                <a:lnTo>
                  <a:pt x="104775" y="71438"/>
                </a:lnTo>
                <a:lnTo>
                  <a:pt x="104775" y="80963"/>
                </a:lnTo>
                <a:lnTo>
                  <a:pt x="100013" y="85725"/>
                </a:lnTo>
                <a:lnTo>
                  <a:pt x="90488" y="85725"/>
                </a:lnTo>
                <a:lnTo>
                  <a:pt x="80963" y="85725"/>
                </a:lnTo>
                <a:lnTo>
                  <a:pt x="71438" y="85725"/>
                </a:lnTo>
                <a:lnTo>
                  <a:pt x="61913" y="85725"/>
                </a:lnTo>
                <a:lnTo>
                  <a:pt x="52388" y="85725"/>
                </a:lnTo>
                <a:lnTo>
                  <a:pt x="42863" y="85725"/>
                </a:lnTo>
                <a:lnTo>
                  <a:pt x="33338" y="85725"/>
                </a:lnTo>
                <a:lnTo>
                  <a:pt x="23813" y="85725"/>
                </a:lnTo>
                <a:lnTo>
                  <a:pt x="19050" y="80963"/>
                </a:lnTo>
                <a:lnTo>
                  <a:pt x="14288" y="76200"/>
                </a:lnTo>
                <a:lnTo>
                  <a:pt x="4763" y="76200"/>
                </a:lnTo>
                <a:lnTo>
                  <a:pt x="0" y="71438"/>
                </a:lnTo>
                <a:lnTo>
                  <a:pt x="4763" y="66675"/>
                </a:lnTo>
                <a:lnTo>
                  <a:pt x="9525" y="61913"/>
                </a:lnTo>
                <a:lnTo>
                  <a:pt x="9525" y="52388"/>
                </a:lnTo>
                <a:lnTo>
                  <a:pt x="14288" y="47625"/>
                </a:lnTo>
                <a:lnTo>
                  <a:pt x="23813" y="47625"/>
                </a:lnTo>
                <a:lnTo>
                  <a:pt x="28575" y="42863"/>
                </a:lnTo>
                <a:lnTo>
                  <a:pt x="33338" y="38100"/>
                </a:lnTo>
                <a:lnTo>
                  <a:pt x="38100" y="33338"/>
                </a:lnTo>
                <a:lnTo>
                  <a:pt x="42863" y="28575"/>
                </a:lnTo>
                <a:lnTo>
                  <a:pt x="52388" y="28575"/>
                </a:lnTo>
                <a:lnTo>
                  <a:pt x="57150" y="23813"/>
                </a:lnTo>
                <a:lnTo>
                  <a:pt x="61913" y="19050"/>
                </a:lnTo>
                <a:lnTo>
                  <a:pt x="66675" y="14288"/>
                </a:lnTo>
                <a:lnTo>
                  <a:pt x="71438" y="9525"/>
                </a:lnTo>
                <a:lnTo>
                  <a:pt x="80963" y="9525"/>
                </a:lnTo>
                <a:lnTo>
                  <a:pt x="90488" y="9525"/>
                </a:lnTo>
                <a:lnTo>
                  <a:pt x="95250" y="4763"/>
                </a:lnTo>
                <a:close/>
              </a:path>
            </a:pathLst>
          </a:custGeom>
          <a:solidFill xmlns:a="http://schemas.openxmlformats.org/drawingml/2006/main">
            <a:srgbClr val="BED9B2"/>
          </a:solidFill>
          <a:ln xmlns:a="http://schemas.openxmlformats.org/drawingml/2006/main" w="0">
            <a:noFill/>
            <a:prstDash val="solid"/>
          </a:ln>
        </p:spPr>
      </p:sp>
      <p:sp>
        <p:nvSpPr>
          <p:cNvPr id="559" name="layout-green-97-3">
            <a:extLst xmlns:a="http://schemas.openxmlformats.org/drawingml/2006/main">
              <a:ext uri="{FF2B5EF4-FFF2-40B4-BE49-F238E27FC236}">
                <a16:creationId xmlns:a16="http://schemas.microsoft.com/office/drawing/2014/main" id="{8F345435-82FD-499E-993C-5A99178F63B8}"/>
              </a:ext>
            </a:extLst>
          </p:cNvPr>
          <p:cNvSpPr>
            <a:spLocks xmlns:a="http://schemas.openxmlformats.org/drawingml/2006/main" noGrp="1"/>
          </p:cNvSpPr>
          <p:nvPr/>
        </p:nvSpPr>
        <p:spPr>
          <a:xfrm xmlns:a="http://schemas.openxmlformats.org/drawingml/2006/main" rot="0">
            <a:off x="381000" y="3648075"/>
            <a:ext cx="685800" cy="438150"/>
          </a:xfrm>
          <a:custGeom xmlns:a="http://schemas.openxmlformats.org/drawingml/2006/main">
            <a:pathLst>
              <a:path w="685800" h="438150">
                <a:moveTo>
                  <a:pt x="57150" y="4763"/>
                </a:moveTo>
                <a:lnTo>
                  <a:pt x="61913" y="0"/>
                </a:lnTo>
                <a:lnTo>
                  <a:pt x="71438" y="0"/>
                </a:lnTo>
                <a:lnTo>
                  <a:pt x="80963" y="0"/>
                </a:lnTo>
                <a:lnTo>
                  <a:pt x="85725" y="4763"/>
                </a:lnTo>
                <a:lnTo>
                  <a:pt x="90488" y="9525"/>
                </a:lnTo>
                <a:lnTo>
                  <a:pt x="100013" y="9525"/>
                </a:lnTo>
                <a:lnTo>
                  <a:pt x="109538" y="9525"/>
                </a:lnTo>
                <a:lnTo>
                  <a:pt x="119063" y="9525"/>
                </a:lnTo>
                <a:lnTo>
                  <a:pt x="128588" y="9525"/>
                </a:lnTo>
                <a:lnTo>
                  <a:pt x="138113" y="9525"/>
                </a:lnTo>
                <a:lnTo>
                  <a:pt x="147638" y="9525"/>
                </a:lnTo>
                <a:lnTo>
                  <a:pt x="157163" y="9525"/>
                </a:lnTo>
                <a:lnTo>
                  <a:pt x="166688" y="9525"/>
                </a:lnTo>
                <a:lnTo>
                  <a:pt x="171450" y="14288"/>
                </a:lnTo>
                <a:lnTo>
                  <a:pt x="176213" y="19050"/>
                </a:lnTo>
                <a:lnTo>
                  <a:pt x="180975" y="23813"/>
                </a:lnTo>
                <a:lnTo>
                  <a:pt x="180975" y="33338"/>
                </a:lnTo>
                <a:lnTo>
                  <a:pt x="180975" y="42863"/>
                </a:lnTo>
                <a:lnTo>
                  <a:pt x="180975" y="52388"/>
                </a:lnTo>
                <a:lnTo>
                  <a:pt x="180975" y="61913"/>
                </a:lnTo>
                <a:lnTo>
                  <a:pt x="180975" y="71438"/>
                </a:lnTo>
                <a:lnTo>
                  <a:pt x="180975" y="80963"/>
                </a:lnTo>
                <a:lnTo>
                  <a:pt x="180975" y="90488"/>
                </a:lnTo>
                <a:lnTo>
                  <a:pt x="180975" y="100013"/>
                </a:lnTo>
                <a:lnTo>
                  <a:pt x="180975" y="109538"/>
                </a:lnTo>
                <a:lnTo>
                  <a:pt x="180975" y="119063"/>
                </a:lnTo>
                <a:lnTo>
                  <a:pt x="180975" y="128588"/>
                </a:lnTo>
                <a:lnTo>
                  <a:pt x="180975" y="138113"/>
                </a:lnTo>
                <a:lnTo>
                  <a:pt x="180975" y="147638"/>
                </a:lnTo>
                <a:lnTo>
                  <a:pt x="180975" y="157163"/>
                </a:lnTo>
                <a:lnTo>
                  <a:pt x="185738" y="161925"/>
                </a:lnTo>
                <a:lnTo>
                  <a:pt x="195263" y="161925"/>
                </a:lnTo>
                <a:lnTo>
                  <a:pt x="204788" y="161925"/>
                </a:lnTo>
                <a:lnTo>
                  <a:pt x="214313" y="161925"/>
                </a:lnTo>
                <a:lnTo>
                  <a:pt x="223838" y="161925"/>
                </a:lnTo>
                <a:lnTo>
                  <a:pt x="233363" y="161925"/>
                </a:lnTo>
                <a:lnTo>
                  <a:pt x="242888" y="161925"/>
                </a:lnTo>
                <a:lnTo>
                  <a:pt x="252413" y="161925"/>
                </a:lnTo>
                <a:lnTo>
                  <a:pt x="261938" y="161925"/>
                </a:lnTo>
                <a:lnTo>
                  <a:pt x="271463" y="161925"/>
                </a:lnTo>
                <a:lnTo>
                  <a:pt x="280988" y="161925"/>
                </a:lnTo>
                <a:lnTo>
                  <a:pt x="290513" y="161925"/>
                </a:lnTo>
                <a:lnTo>
                  <a:pt x="300038" y="161925"/>
                </a:lnTo>
                <a:lnTo>
                  <a:pt x="309563" y="161925"/>
                </a:lnTo>
                <a:lnTo>
                  <a:pt x="319088" y="161925"/>
                </a:lnTo>
                <a:lnTo>
                  <a:pt x="328613" y="161925"/>
                </a:lnTo>
                <a:lnTo>
                  <a:pt x="338138" y="161925"/>
                </a:lnTo>
                <a:lnTo>
                  <a:pt x="347663" y="161925"/>
                </a:lnTo>
                <a:lnTo>
                  <a:pt x="357188" y="161925"/>
                </a:lnTo>
                <a:lnTo>
                  <a:pt x="366713" y="161925"/>
                </a:lnTo>
                <a:lnTo>
                  <a:pt x="376238" y="161925"/>
                </a:lnTo>
                <a:lnTo>
                  <a:pt x="385763" y="161925"/>
                </a:lnTo>
                <a:lnTo>
                  <a:pt x="395288" y="161925"/>
                </a:lnTo>
                <a:lnTo>
                  <a:pt x="404813" y="161925"/>
                </a:lnTo>
                <a:lnTo>
                  <a:pt x="414338" y="161925"/>
                </a:lnTo>
                <a:lnTo>
                  <a:pt x="423863" y="161925"/>
                </a:lnTo>
                <a:lnTo>
                  <a:pt x="433388" y="161925"/>
                </a:lnTo>
                <a:lnTo>
                  <a:pt x="442913" y="161925"/>
                </a:lnTo>
                <a:lnTo>
                  <a:pt x="452438" y="161925"/>
                </a:lnTo>
                <a:lnTo>
                  <a:pt x="461963" y="161925"/>
                </a:lnTo>
                <a:lnTo>
                  <a:pt x="471488" y="161925"/>
                </a:lnTo>
                <a:lnTo>
                  <a:pt x="481013" y="161925"/>
                </a:lnTo>
                <a:lnTo>
                  <a:pt x="490538" y="161925"/>
                </a:lnTo>
                <a:lnTo>
                  <a:pt x="500063" y="161925"/>
                </a:lnTo>
                <a:lnTo>
                  <a:pt x="509588" y="161925"/>
                </a:lnTo>
                <a:lnTo>
                  <a:pt x="519113" y="161925"/>
                </a:lnTo>
                <a:lnTo>
                  <a:pt x="528638" y="161925"/>
                </a:lnTo>
                <a:lnTo>
                  <a:pt x="538163" y="161925"/>
                </a:lnTo>
                <a:lnTo>
                  <a:pt x="547688" y="161925"/>
                </a:lnTo>
                <a:lnTo>
                  <a:pt x="557213" y="161925"/>
                </a:lnTo>
                <a:lnTo>
                  <a:pt x="566738" y="161925"/>
                </a:lnTo>
                <a:lnTo>
                  <a:pt x="576263" y="161925"/>
                </a:lnTo>
                <a:lnTo>
                  <a:pt x="585788" y="161925"/>
                </a:lnTo>
                <a:lnTo>
                  <a:pt x="595313" y="161925"/>
                </a:lnTo>
                <a:lnTo>
                  <a:pt x="604838" y="161925"/>
                </a:lnTo>
                <a:lnTo>
                  <a:pt x="614363" y="161925"/>
                </a:lnTo>
                <a:lnTo>
                  <a:pt x="623888" y="161925"/>
                </a:lnTo>
                <a:lnTo>
                  <a:pt x="633413" y="161925"/>
                </a:lnTo>
                <a:lnTo>
                  <a:pt x="642938" y="161925"/>
                </a:lnTo>
                <a:lnTo>
                  <a:pt x="652463" y="161925"/>
                </a:lnTo>
                <a:lnTo>
                  <a:pt x="661988" y="161925"/>
                </a:lnTo>
                <a:lnTo>
                  <a:pt x="671513" y="161925"/>
                </a:lnTo>
                <a:lnTo>
                  <a:pt x="681038" y="161925"/>
                </a:lnTo>
                <a:lnTo>
                  <a:pt x="685800" y="166688"/>
                </a:lnTo>
                <a:lnTo>
                  <a:pt x="681038" y="171450"/>
                </a:lnTo>
                <a:lnTo>
                  <a:pt x="671513" y="171450"/>
                </a:lnTo>
                <a:lnTo>
                  <a:pt x="661988" y="171450"/>
                </a:lnTo>
                <a:lnTo>
                  <a:pt x="652463" y="171450"/>
                </a:lnTo>
                <a:lnTo>
                  <a:pt x="642938" y="171450"/>
                </a:lnTo>
                <a:lnTo>
                  <a:pt x="633413" y="171450"/>
                </a:lnTo>
                <a:lnTo>
                  <a:pt x="623888" y="171450"/>
                </a:lnTo>
                <a:lnTo>
                  <a:pt x="614363" y="171450"/>
                </a:lnTo>
                <a:lnTo>
                  <a:pt x="604838" y="171450"/>
                </a:lnTo>
                <a:lnTo>
                  <a:pt x="595313" y="171450"/>
                </a:lnTo>
                <a:lnTo>
                  <a:pt x="585788" y="171450"/>
                </a:lnTo>
                <a:lnTo>
                  <a:pt x="576263" y="171450"/>
                </a:lnTo>
                <a:lnTo>
                  <a:pt x="566738" y="171450"/>
                </a:lnTo>
                <a:lnTo>
                  <a:pt x="561975" y="176213"/>
                </a:lnTo>
                <a:lnTo>
                  <a:pt x="561975" y="185738"/>
                </a:lnTo>
                <a:lnTo>
                  <a:pt x="557213" y="190500"/>
                </a:lnTo>
                <a:lnTo>
                  <a:pt x="552450" y="195263"/>
                </a:lnTo>
                <a:lnTo>
                  <a:pt x="552450" y="204788"/>
                </a:lnTo>
                <a:lnTo>
                  <a:pt x="552450" y="214313"/>
                </a:lnTo>
                <a:lnTo>
                  <a:pt x="552450" y="223838"/>
                </a:lnTo>
                <a:lnTo>
                  <a:pt x="547688" y="228600"/>
                </a:lnTo>
                <a:lnTo>
                  <a:pt x="542925" y="233363"/>
                </a:lnTo>
                <a:lnTo>
                  <a:pt x="547688" y="238125"/>
                </a:lnTo>
                <a:lnTo>
                  <a:pt x="552450" y="242888"/>
                </a:lnTo>
                <a:lnTo>
                  <a:pt x="547688" y="247650"/>
                </a:lnTo>
                <a:lnTo>
                  <a:pt x="542925" y="252413"/>
                </a:lnTo>
                <a:lnTo>
                  <a:pt x="542925" y="261938"/>
                </a:lnTo>
                <a:lnTo>
                  <a:pt x="538163" y="266700"/>
                </a:lnTo>
                <a:lnTo>
                  <a:pt x="533400" y="271463"/>
                </a:lnTo>
                <a:lnTo>
                  <a:pt x="533400" y="280988"/>
                </a:lnTo>
                <a:lnTo>
                  <a:pt x="528638" y="285750"/>
                </a:lnTo>
                <a:lnTo>
                  <a:pt x="523875" y="290513"/>
                </a:lnTo>
                <a:lnTo>
                  <a:pt x="519113" y="295275"/>
                </a:lnTo>
                <a:lnTo>
                  <a:pt x="514350" y="300038"/>
                </a:lnTo>
                <a:lnTo>
                  <a:pt x="514350" y="309563"/>
                </a:lnTo>
                <a:lnTo>
                  <a:pt x="514350" y="319088"/>
                </a:lnTo>
                <a:lnTo>
                  <a:pt x="509588" y="323850"/>
                </a:lnTo>
                <a:lnTo>
                  <a:pt x="504825" y="328613"/>
                </a:lnTo>
                <a:lnTo>
                  <a:pt x="500063" y="333375"/>
                </a:lnTo>
                <a:lnTo>
                  <a:pt x="495300" y="338138"/>
                </a:lnTo>
                <a:lnTo>
                  <a:pt x="490538" y="342900"/>
                </a:lnTo>
                <a:lnTo>
                  <a:pt x="485775" y="347663"/>
                </a:lnTo>
                <a:lnTo>
                  <a:pt x="485775" y="357188"/>
                </a:lnTo>
                <a:lnTo>
                  <a:pt x="481013" y="361950"/>
                </a:lnTo>
                <a:lnTo>
                  <a:pt x="476250" y="366713"/>
                </a:lnTo>
                <a:lnTo>
                  <a:pt x="471488" y="371475"/>
                </a:lnTo>
                <a:lnTo>
                  <a:pt x="461963" y="371475"/>
                </a:lnTo>
                <a:lnTo>
                  <a:pt x="457200" y="376238"/>
                </a:lnTo>
                <a:lnTo>
                  <a:pt x="452438" y="381000"/>
                </a:lnTo>
                <a:lnTo>
                  <a:pt x="447675" y="385763"/>
                </a:lnTo>
                <a:lnTo>
                  <a:pt x="442913" y="390525"/>
                </a:lnTo>
                <a:lnTo>
                  <a:pt x="433388" y="390525"/>
                </a:lnTo>
                <a:lnTo>
                  <a:pt x="428625" y="395288"/>
                </a:lnTo>
                <a:lnTo>
                  <a:pt x="423863" y="400050"/>
                </a:lnTo>
                <a:lnTo>
                  <a:pt x="419100" y="404813"/>
                </a:lnTo>
                <a:lnTo>
                  <a:pt x="414338" y="409575"/>
                </a:lnTo>
                <a:lnTo>
                  <a:pt x="404813" y="409575"/>
                </a:lnTo>
                <a:lnTo>
                  <a:pt x="395288" y="409575"/>
                </a:lnTo>
                <a:lnTo>
                  <a:pt x="390525" y="414338"/>
                </a:lnTo>
                <a:lnTo>
                  <a:pt x="385763" y="419100"/>
                </a:lnTo>
                <a:lnTo>
                  <a:pt x="376238" y="419100"/>
                </a:lnTo>
                <a:lnTo>
                  <a:pt x="371475" y="423863"/>
                </a:lnTo>
                <a:lnTo>
                  <a:pt x="366713" y="428625"/>
                </a:lnTo>
                <a:lnTo>
                  <a:pt x="357188" y="428625"/>
                </a:lnTo>
                <a:lnTo>
                  <a:pt x="347663" y="428625"/>
                </a:lnTo>
                <a:lnTo>
                  <a:pt x="338138" y="428625"/>
                </a:lnTo>
                <a:lnTo>
                  <a:pt x="333375" y="433388"/>
                </a:lnTo>
                <a:lnTo>
                  <a:pt x="328613" y="438150"/>
                </a:lnTo>
                <a:lnTo>
                  <a:pt x="319088" y="438150"/>
                </a:lnTo>
                <a:lnTo>
                  <a:pt x="309563" y="438150"/>
                </a:lnTo>
                <a:lnTo>
                  <a:pt x="300038" y="438150"/>
                </a:lnTo>
                <a:lnTo>
                  <a:pt x="290513" y="438150"/>
                </a:lnTo>
                <a:lnTo>
                  <a:pt x="280988" y="438150"/>
                </a:lnTo>
                <a:lnTo>
                  <a:pt x="271463" y="438150"/>
                </a:lnTo>
                <a:lnTo>
                  <a:pt x="261938" y="438150"/>
                </a:lnTo>
                <a:lnTo>
                  <a:pt x="252413" y="438150"/>
                </a:lnTo>
                <a:lnTo>
                  <a:pt x="242888" y="438150"/>
                </a:lnTo>
                <a:lnTo>
                  <a:pt x="233363" y="438150"/>
                </a:lnTo>
                <a:lnTo>
                  <a:pt x="228600" y="433388"/>
                </a:lnTo>
                <a:lnTo>
                  <a:pt x="223838" y="428625"/>
                </a:lnTo>
                <a:lnTo>
                  <a:pt x="214313" y="428625"/>
                </a:lnTo>
                <a:lnTo>
                  <a:pt x="204788" y="428625"/>
                </a:lnTo>
                <a:lnTo>
                  <a:pt x="195263" y="428625"/>
                </a:lnTo>
                <a:lnTo>
                  <a:pt x="190500" y="423863"/>
                </a:lnTo>
                <a:lnTo>
                  <a:pt x="185738" y="419100"/>
                </a:lnTo>
                <a:lnTo>
                  <a:pt x="176213" y="419100"/>
                </a:lnTo>
                <a:lnTo>
                  <a:pt x="171450" y="414338"/>
                </a:lnTo>
                <a:lnTo>
                  <a:pt x="166688" y="409575"/>
                </a:lnTo>
                <a:lnTo>
                  <a:pt x="157163" y="409575"/>
                </a:lnTo>
                <a:lnTo>
                  <a:pt x="147638" y="409575"/>
                </a:lnTo>
                <a:lnTo>
                  <a:pt x="142875" y="404813"/>
                </a:lnTo>
                <a:lnTo>
                  <a:pt x="138113" y="400050"/>
                </a:lnTo>
                <a:lnTo>
                  <a:pt x="133350" y="395288"/>
                </a:lnTo>
                <a:lnTo>
                  <a:pt x="128588" y="390525"/>
                </a:lnTo>
                <a:lnTo>
                  <a:pt x="119063" y="390525"/>
                </a:lnTo>
                <a:lnTo>
                  <a:pt x="114300" y="385763"/>
                </a:lnTo>
                <a:lnTo>
                  <a:pt x="109538" y="381000"/>
                </a:lnTo>
                <a:lnTo>
                  <a:pt x="104775" y="376238"/>
                </a:lnTo>
                <a:lnTo>
                  <a:pt x="100013" y="371475"/>
                </a:lnTo>
                <a:lnTo>
                  <a:pt x="95250" y="366713"/>
                </a:lnTo>
                <a:lnTo>
                  <a:pt x="90488" y="361950"/>
                </a:lnTo>
                <a:lnTo>
                  <a:pt x="85725" y="357188"/>
                </a:lnTo>
                <a:lnTo>
                  <a:pt x="80963" y="352425"/>
                </a:lnTo>
                <a:lnTo>
                  <a:pt x="76200" y="347663"/>
                </a:lnTo>
                <a:lnTo>
                  <a:pt x="71438" y="342900"/>
                </a:lnTo>
                <a:lnTo>
                  <a:pt x="66675" y="338138"/>
                </a:lnTo>
                <a:lnTo>
                  <a:pt x="61913" y="333375"/>
                </a:lnTo>
                <a:lnTo>
                  <a:pt x="57150" y="328613"/>
                </a:lnTo>
                <a:lnTo>
                  <a:pt x="57150" y="319088"/>
                </a:lnTo>
                <a:lnTo>
                  <a:pt x="52388" y="314325"/>
                </a:lnTo>
                <a:lnTo>
                  <a:pt x="47625" y="309563"/>
                </a:lnTo>
                <a:lnTo>
                  <a:pt x="47625" y="300038"/>
                </a:lnTo>
                <a:lnTo>
                  <a:pt x="42863" y="295275"/>
                </a:lnTo>
                <a:lnTo>
                  <a:pt x="38100" y="290513"/>
                </a:lnTo>
                <a:lnTo>
                  <a:pt x="33338" y="285750"/>
                </a:lnTo>
                <a:lnTo>
                  <a:pt x="28575" y="280988"/>
                </a:lnTo>
                <a:lnTo>
                  <a:pt x="28575" y="271463"/>
                </a:lnTo>
                <a:lnTo>
                  <a:pt x="23813" y="266700"/>
                </a:lnTo>
                <a:lnTo>
                  <a:pt x="19050" y="261938"/>
                </a:lnTo>
                <a:lnTo>
                  <a:pt x="19050" y="252413"/>
                </a:lnTo>
                <a:lnTo>
                  <a:pt x="14288" y="247650"/>
                </a:lnTo>
                <a:lnTo>
                  <a:pt x="9525" y="242888"/>
                </a:lnTo>
                <a:lnTo>
                  <a:pt x="14288" y="238125"/>
                </a:lnTo>
                <a:lnTo>
                  <a:pt x="19050" y="233363"/>
                </a:lnTo>
                <a:lnTo>
                  <a:pt x="14288" y="228600"/>
                </a:lnTo>
                <a:lnTo>
                  <a:pt x="9525" y="223838"/>
                </a:lnTo>
                <a:lnTo>
                  <a:pt x="9525" y="214313"/>
                </a:lnTo>
                <a:lnTo>
                  <a:pt x="9525" y="204788"/>
                </a:lnTo>
                <a:lnTo>
                  <a:pt x="9525" y="195263"/>
                </a:lnTo>
                <a:lnTo>
                  <a:pt x="9525" y="185738"/>
                </a:lnTo>
                <a:lnTo>
                  <a:pt x="9525" y="176213"/>
                </a:lnTo>
                <a:lnTo>
                  <a:pt x="4763" y="171450"/>
                </a:lnTo>
                <a:lnTo>
                  <a:pt x="0" y="166688"/>
                </a:lnTo>
                <a:lnTo>
                  <a:pt x="4763" y="161925"/>
                </a:lnTo>
                <a:lnTo>
                  <a:pt x="9525" y="157163"/>
                </a:lnTo>
                <a:lnTo>
                  <a:pt x="4763" y="152400"/>
                </a:lnTo>
                <a:lnTo>
                  <a:pt x="0" y="147638"/>
                </a:lnTo>
                <a:lnTo>
                  <a:pt x="4763" y="142875"/>
                </a:lnTo>
                <a:lnTo>
                  <a:pt x="9525" y="138113"/>
                </a:lnTo>
                <a:lnTo>
                  <a:pt x="9525" y="128588"/>
                </a:lnTo>
                <a:lnTo>
                  <a:pt x="9525" y="119063"/>
                </a:lnTo>
                <a:lnTo>
                  <a:pt x="9525" y="109538"/>
                </a:lnTo>
                <a:lnTo>
                  <a:pt x="9525" y="100013"/>
                </a:lnTo>
                <a:lnTo>
                  <a:pt x="14288" y="95250"/>
                </a:lnTo>
                <a:lnTo>
                  <a:pt x="19050" y="90488"/>
                </a:lnTo>
                <a:lnTo>
                  <a:pt x="19050" y="80963"/>
                </a:lnTo>
                <a:lnTo>
                  <a:pt x="19050" y="71438"/>
                </a:lnTo>
                <a:lnTo>
                  <a:pt x="23813" y="66675"/>
                </a:lnTo>
                <a:lnTo>
                  <a:pt x="28575" y="61913"/>
                </a:lnTo>
                <a:lnTo>
                  <a:pt x="28575" y="52388"/>
                </a:lnTo>
                <a:lnTo>
                  <a:pt x="33338" y="47625"/>
                </a:lnTo>
                <a:lnTo>
                  <a:pt x="38100" y="42863"/>
                </a:lnTo>
                <a:lnTo>
                  <a:pt x="38100" y="33338"/>
                </a:lnTo>
                <a:lnTo>
                  <a:pt x="42863" y="28575"/>
                </a:lnTo>
                <a:lnTo>
                  <a:pt x="47625" y="23813"/>
                </a:lnTo>
                <a:lnTo>
                  <a:pt x="47625" y="14288"/>
                </a:lnTo>
                <a:lnTo>
                  <a:pt x="52388" y="9525"/>
                </a:lnTo>
                <a:lnTo>
                  <a:pt x="57150" y="4763"/>
                </a:lnTo>
                <a:close/>
              </a:path>
            </a:pathLst>
          </a:custGeom>
          <a:solidFill xmlns:a="http://schemas.openxmlformats.org/drawingml/2006/main">
            <a:srgbClr val="BED9B2"/>
          </a:solidFill>
          <a:ln xmlns:a="http://schemas.openxmlformats.org/drawingml/2006/main" w="0">
            <a:noFill/>
            <a:prstDash val="solid"/>
          </a:ln>
        </p:spPr>
      </p:sp>
      <p:sp>
        <p:nvSpPr>
          <p:cNvPr id="560" name="layout-green-97-4">
            <a:extLst xmlns:a="http://schemas.openxmlformats.org/drawingml/2006/main">
              <a:ext uri="{FF2B5EF4-FFF2-40B4-BE49-F238E27FC236}">
                <a16:creationId xmlns:a16="http://schemas.microsoft.com/office/drawing/2014/main" id="{A650DDE3-6326-4961-AF65-9DBF468A1DB8}"/>
              </a:ext>
            </a:extLst>
          </p:cNvPr>
          <p:cNvSpPr>
            <a:spLocks xmlns:a="http://schemas.openxmlformats.org/drawingml/2006/main" noGrp="1"/>
          </p:cNvSpPr>
          <p:nvPr/>
        </p:nvSpPr>
        <p:spPr>
          <a:xfrm xmlns:a="http://schemas.openxmlformats.org/drawingml/2006/main" rot="0">
            <a:off x="1190625" y="38100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ED9B2"/>
          </a:solidFill>
          <a:ln xmlns:a="http://schemas.openxmlformats.org/drawingml/2006/main" w="0">
            <a:noFill/>
            <a:prstDash val="solid"/>
          </a:ln>
        </p:spPr>
      </p:sp>
      <p:sp>
        <p:nvSpPr>
          <p:cNvPr id="561" name="layout-green-97-5">
            <a:extLst xmlns:a="http://schemas.openxmlformats.org/drawingml/2006/main">
              <a:ext uri="{FF2B5EF4-FFF2-40B4-BE49-F238E27FC236}">
                <a16:creationId xmlns:a16="http://schemas.microsoft.com/office/drawing/2014/main" id="{9B7B4C50-B436-4BFD-BAFA-5E2643560599}"/>
              </a:ext>
            </a:extLst>
          </p:cNvPr>
          <p:cNvSpPr>
            <a:spLocks xmlns:a="http://schemas.openxmlformats.org/drawingml/2006/main" noGrp="1"/>
          </p:cNvSpPr>
          <p:nvPr/>
        </p:nvSpPr>
        <p:spPr>
          <a:xfrm xmlns:a="http://schemas.openxmlformats.org/drawingml/2006/main" rot="0">
            <a:off x="123825" y="4238625"/>
            <a:ext cx="1038225" cy="9525"/>
          </a:xfrm>
          <a:custGeom xmlns:a="http://schemas.openxmlformats.org/drawingml/2006/main">
            <a:pathLst>
              <a:path w="103822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38225" y="4763"/>
                </a:lnTo>
                <a:lnTo>
                  <a:pt x="1033463" y="9525"/>
                </a:lnTo>
                <a:lnTo>
                  <a:pt x="1023938" y="9525"/>
                </a:lnTo>
                <a:lnTo>
                  <a:pt x="1014413" y="9525"/>
                </a:lnTo>
                <a:lnTo>
                  <a:pt x="1004888" y="9525"/>
                </a:lnTo>
                <a:lnTo>
                  <a:pt x="995363" y="9525"/>
                </a:lnTo>
                <a:lnTo>
                  <a:pt x="985838" y="9525"/>
                </a:lnTo>
                <a:lnTo>
                  <a:pt x="976313" y="9525"/>
                </a:lnTo>
                <a:lnTo>
                  <a:pt x="966788" y="9525"/>
                </a:lnTo>
                <a:lnTo>
                  <a:pt x="957263" y="9525"/>
                </a:lnTo>
                <a:lnTo>
                  <a:pt x="947738" y="9525"/>
                </a:lnTo>
                <a:lnTo>
                  <a:pt x="938213" y="9525"/>
                </a:lnTo>
                <a:lnTo>
                  <a:pt x="928688" y="9525"/>
                </a:lnTo>
                <a:lnTo>
                  <a:pt x="919163" y="9525"/>
                </a:lnTo>
                <a:lnTo>
                  <a:pt x="909638" y="9525"/>
                </a:lnTo>
                <a:lnTo>
                  <a:pt x="900113" y="9525"/>
                </a:lnTo>
                <a:lnTo>
                  <a:pt x="890588" y="9525"/>
                </a:lnTo>
                <a:lnTo>
                  <a:pt x="881063" y="9525"/>
                </a:lnTo>
                <a:lnTo>
                  <a:pt x="871538" y="9525"/>
                </a:lnTo>
                <a:lnTo>
                  <a:pt x="862013" y="9525"/>
                </a:lnTo>
                <a:lnTo>
                  <a:pt x="852488" y="9525"/>
                </a:lnTo>
                <a:lnTo>
                  <a:pt x="842963" y="9525"/>
                </a:lnTo>
                <a:lnTo>
                  <a:pt x="833438" y="9525"/>
                </a:lnTo>
                <a:lnTo>
                  <a:pt x="823913" y="9525"/>
                </a:lnTo>
                <a:lnTo>
                  <a:pt x="814388" y="9525"/>
                </a:lnTo>
                <a:lnTo>
                  <a:pt x="804863" y="9525"/>
                </a:lnTo>
                <a:lnTo>
                  <a:pt x="795338" y="9525"/>
                </a:lnTo>
                <a:lnTo>
                  <a:pt x="785813" y="9525"/>
                </a:lnTo>
                <a:lnTo>
                  <a:pt x="776288" y="9525"/>
                </a:lnTo>
                <a:lnTo>
                  <a:pt x="766763" y="9525"/>
                </a:lnTo>
                <a:lnTo>
                  <a:pt x="757238" y="9525"/>
                </a:lnTo>
                <a:lnTo>
                  <a:pt x="747713" y="9525"/>
                </a:lnTo>
                <a:lnTo>
                  <a:pt x="738188" y="9525"/>
                </a:lnTo>
                <a:lnTo>
                  <a:pt x="728663" y="9525"/>
                </a:lnTo>
                <a:lnTo>
                  <a:pt x="719138" y="9525"/>
                </a:lnTo>
                <a:lnTo>
                  <a:pt x="709613" y="9525"/>
                </a:lnTo>
                <a:lnTo>
                  <a:pt x="700088" y="9525"/>
                </a:lnTo>
                <a:lnTo>
                  <a:pt x="690563" y="9525"/>
                </a:lnTo>
                <a:lnTo>
                  <a:pt x="681038" y="9525"/>
                </a:lnTo>
                <a:lnTo>
                  <a:pt x="671513" y="9525"/>
                </a:lnTo>
                <a:lnTo>
                  <a:pt x="661988" y="9525"/>
                </a:lnTo>
                <a:lnTo>
                  <a:pt x="652463" y="9525"/>
                </a:lnTo>
                <a:lnTo>
                  <a:pt x="642938" y="9525"/>
                </a:lnTo>
                <a:lnTo>
                  <a:pt x="633413" y="9525"/>
                </a:lnTo>
                <a:lnTo>
                  <a:pt x="623888" y="9525"/>
                </a:lnTo>
                <a:lnTo>
                  <a:pt x="614363" y="9525"/>
                </a:lnTo>
                <a:lnTo>
                  <a:pt x="604838" y="9525"/>
                </a:lnTo>
                <a:lnTo>
                  <a:pt x="595313" y="9525"/>
                </a:lnTo>
                <a:lnTo>
                  <a:pt x="585788" y="9525"/>
                </a:lnTo>
                <a:lnTo>
                  <a:pt x="576263" y="9525"/>
                </a:lnTo>
                <a:lnTo>
                  <a:pt x="566738" y="9525"/>
                </a:lnTo>
                <a:lnTo>
                  <a:pt x="557213" y="9525"/>
                </a:lnTo>
                <a:lnTo>
                  <a:pt x="547688" y="9525"/>
                </a:lnTo>
                <a:lnTo>
                  <a:pt x="538163" y="9525"/>
                </a:lnTo>
                <a:lnTo>
                  <a:pt x="528638" y="9525"/>
                </a:lnTo>
                <a:lnTo>
                  <a:pt x="519113" y="9525"/>
                </a:lnTo>
                <a:lnTo>
                  <a:pt x="509588" y="9525"/>
                </a:lnTo>
                <a:lnTo>
                  <a:pt x="500063" y="9525"/>
                </a:lnTo>
                <a:lnTo>
                  <a:pt x="490538" y="9525"/>
                </a:lnTo>
                <a:lnTo>
                  <a:pt x="481013" y="9525"/>
                </a:lnTo>
                <a:lnTo>
                  <a:pt x="471488" y="9525"/>
                </a:lnTo>
                <a:lnTo>
                  <a:pt x="461963" y="9525"/>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BED9B2"/>
          </a:solidFill>
          <a:ln xmlns:a="http://schemas.openxmlformats.org/drawingml/2006/main" w="0">
            <a:noFill/>
            <a:prstDash val="solid"/>
          </a:ln>
        </p:spPr>
      </p:sp>
      <p:sp>
        <p:nvSpPr>
          <p:cNvPr id="562" name="layout-green-97-6">
            <a:extLst xmlns:a="http://schemas.openxmlformats.org/drawingml/2006/main">
              <a:ext uri="{FF2B5EF4-FFF2-40B4-BE49-F238E27FC236}">
                <a16:creationId xmlns:a16="http://schemas.microsoft.com/office/drawing/2014/main" id="{2210E4A8-6B02-4939-B06E-599020AD699E}"/>
              </a:ext>
            </a:extLst>
          </p:cNvPr>
          <p:cNvSpPr>
            <a:spLocks xmlns:a="http://schemas.openxmlformats.org/drawingml/2006/main" noGrp="1"/>
          </p:cNvSpPr>
          <p:nvPr/>
        </p:nvSpPr>
        <p:spPr>
          <a:xfrm xmlns:a="http://schemas.openxmlformats.org/drawingml/2006/main" rot="0">
            <a:off x="1190625" y="42386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ED9B2"/>
          </a:solidFill>
          <a:ln xmlns:a="http://schemas.openxmlformats.org/drawingml/2006/main" w="0">
            <a:noFill/>
            <a:prstDash val="solid"/>
          </a:ln>
        </p:spPr>
      </p:sp>
      <p:sp>
        <p:nvSpPr>
          <p:cNvPr id="563" name="layout-green-98-0">
            <a:extLst xmlns:a="http://schemas.openxmlformats.org/drawingml/2006/main">
              <a:ext uri="{FF2B5EF4-FFF2-40B4-BE49-F238E27FC236}">
                <a16:creationId xmlns:a16="http://schemas.microsoft.com/office/drawing/2014/main" id="{62ABB430-2F4B-4CD0-A68F-F0F914E617FA}"/>
              </a:ext>
            </a:extLst>
          </p:cNvPr>
          <p:cNvSpPr>
            <a:spLocks xmlns:a="http://schemas.openxmlformats.org/drawingml/2006/main" noGrp="1"/>
          </p:cNvSpPr>
          <p:nvPr/>
        </p:nvSpPr>
        <p:spPr>
          <a:xfrm xmlns:a="http://schemas.openxmlformats.org/drawingml/2006/main" rot="0">
            <a:off x="123825" y="3371850"/>
            <a:ext cx="9525" cy="781050"/>
          </a:xfrm>
          <a:custGeom xmlns:a="http://schemas.openxmlformats.org/drawingml/2006/main">
            <a:pathLst>
              <a:path w="9525" h="7810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9525" y="433388"/>
                </a:lnTo>
                <a:lnTo>
                  <a:pt x="9525" y="442913"/>
                </a:lnTo>
                <a:lnTo>
                  <a:pt x="9525" y="452438"/>
                </a:lnTo>
                <a:lnTo>
                  <a:pt x="9525" y="461963"/>
                </a:lnTo>
                <a:lnTo>
                  <a:pt x="9525" y="471488"/>
                </a:lnTo>
                <a:lnTo>
                  <a:pt x="9525" y="481013"/>
                </a:lnTo>
                <a:lnTo>
                  <a:pt x="9525" y="490538"/>
                </a:lnTo>
                <a:lnTo>
                  <a:pt x="9525" y="500063"/>
                </a:lnTo>
                <a:lnTo>
                  <a:pt x="9525" y="509588"/>
                </a:lnTo>
                <a:lnTo>
                  <a:pt x="9525" y="519113"/>
                </a:lnTo>
                <a:lnTo>
                  <a:pt x="9525" y="528638"/>
                </a:lnTo>
                <a:lnTo>
                  <a:pt x="9525" y="538163"/>
                </a:lnTo>
                <a:lnTo>
                  <a:pt x="9525" y="547688"/>
                </a:lnTo>
                <a:lnTo>
                  <a:pt x="9525" y="557213"/>
                </a:lnTo>
                <a:lnTo>
                  <a:pt x="9525" y="566738"/>
                </a:lnTo>
                <a:lnTo>
                  <a:pt x="9525" y="576263"/>
                </a:lnTo>
                <a:lnTo>
                  <a:pt x="9525" y="585788"/>
                </a:lnTo>
                <a:lnTo>
                  <a:pt x="9525" y="595313"/>
                </a:lnTo>
                <a:lnTo>
                  <a:pt x="9525" y="604838"/>
                </a:lnTo>
                <a:lnTo>
                  <a:pt x="9525" y="614363"/>
                </a:lnTo>
                <a:lnTo>
                  <a:pt x="9525" y="623888"/>
                </a:lnTo>
                <a:lnTo>
                  <a:pt x="9525" y="633413"/>
                </a:lnTo>
                <a:lnTo>
                  <a:pt x="9525" y="642938"/>
                </a:lnTo>
                <a:lnTo>
                  <a:pt x="9525" y="652463"/>
                </a:lnTo>
                <a:lnTo>
                  <a:pt x="9525" y="661988"/>
                </a:lnTo>
                <a:lnTo>
                  <a:pt x="9525" y="671513"/>
                </a:lnTo>
                <a:lnTo>
                  <a:pt x="9525" y="681038"/>
                </a:lnTo>
                <a:lnTo>
                  <a:pt x="9525" y="690563"/>
                </a:lnTo>
                <a:lnTo>
                  <a:pt x="9525" y="700088"/>
                </a:lnTo>
                <a:lnTo>
                  <a:pt x="9525" y="709613"/>
                </a:lnTo>
                <a:lnTo>
                  <a:pt x="9525" y="719138"/>
                </a:lnTo>
                <a:lnTo>
                  <a:pt x="9525" y="728663"/>
                </a:lnTo>
                <a:lnTo>
                  <a:pt x="9525" y="738188"/>
                </a:lnTo>
                <a:lnTo>
                  <a:pt x="9525" y="747713"/>
                </a:lnTo>
                <a:lnTo>
                  <a:pt x="9525" y="757238"/>
                </a:lnTo>
                <a:lnTo>
                  <a:pt x="9525" y="766763"/>
                </a:lnTo>
                <a:lnTo>
                  <a:pt x="9525" y="776288"/>
                </a:lnTo>
                <a:lnTo>
                  <a:pt x="4763" y="781050"/>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C0DAB5"/>
          </a:solidFill>
          <a:ln xmlns:a="http://schemas.openxmlformats.org/drawingml/2006/main" w="0">
            <a:noFill/>
            <a:prstDash val="solid"/>
          </a:ln>
        </p:spPr>
      </p:sp>
      <p:sp>
        <p:nvSpPr>
          <p:cNvPr id="564" name="layout-green-98-1">
            <a:extLst xmlns:a="http://schemas.openxmlformats.org/drawingml/2006/main">
              <a:ext uri="{FF2B5EF4-FFF2-40B4-BE49-F238E27FC236}">
                <a16:creationId xmlns:a16="http://schemas.microsoft.com/office/drawing/2014/main" id="{3EA64AFA-5D0E-453F-9144-59681F0DCE8F}"/>
              </a:ext>
            </a:extLst>
          </p:cNvPr>
          <p:cNvSpPr>
            <a:spLocks xmlns:a="http://schemas.openxmlformats.org/drawingml/2006/main" noGrp="1"/>
          </p:cNvSpPr>
          <p:nvPr/>
        </p:nvSpPr>
        <p:spPr>
          <a:xfrm xmlns:a="http://schemas.openxmlformats.org/drawingml/2006/main" rot="0">
            <a:off x="552450" y="3371850"/>
            <a:ext cx="9525" cy="161925"/>
          </a:xfrm>
          <a:custGeom xmlns:a="http://schemas.openxmlformats.org/drawingml/2006/main">
            <a:pathLst>
              <a:path w="9525" h="1619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4763" y="161925"/>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C0DAB5"/>
          </a:solidFill>
          <a:ln xmlns:a="http://schemas.openxmlformats.org/drawingml/2006/main" w="0">
            <a:noFill/>
            <a:prstDash val="solid"/>
          </a:ln>
        </p:spPr>
      </p:sp>
      <p:sp>
        <p:nvSpPr>
          <p:cNvPr id="565" name="layout-green-98-2">
            <a:extLst xmlns:a="http://schemas.openxmlformats.org/drawingml/2006/main">
              <a:ext uri="{FF2B5EF4-FFF2-40B4-BE49-F238E27FC236}">
                <a16:creationId xmlns:a16="http://schemas.microsoft.com/office/drawing/2014/main" id="{573A274F-079D-42E7-9483-D20AE1DA3D51}"/>
              </a:ext>
            </a:extLst>
          </p:cNvPr>
          <p:cNvSpPr>
            <a:spLocks xmlns:a="http://schemas.openxmlformats.org/drawingml/2006/main" noGrp="1"/>
          </p:cNvSpPr>
          <p:nvPr/>
        </p:nvSpPr>
        <p:spPr>
          <a:xfrm xmlns:a="http://schemas.openxmlformats.org/drawingml/2006/main" rot="0">
            <a:off x="476250" y="3552825"/>
            <a:ext cx="85725" cy="85725"/>
          </a:xfrm>
          <a:custGeom xmlns:a="http://schemas.openxmlformats.org/drawingml/2006/main">
            <a:pathLst>
              <a:path w="85725" h="85725">
                <a:moveTo>
                  <a:pt x="76200" y="4763"/>
                </a:moveTo>
                <a:lnTo>
                  <a:pt x="80963" y="0"/>
                </a:lnTo>
                <a:lnTo>
                  <a:pt x="85725" y="4763"/>
                </a:lnTo>
                <a:lnTo>
                  <a:pt x="85725" y="14288"/>
                </a:lnTo>
                <a:lnTo>
                  <a:pt x="85725" y="23813"/>
                </a:lnTo>
                <a:lnTo>
                  <a:pt x="80963" y="28575"/>
                </a:lnTo>
                <a:lnTo>
                  <a:pt x="76200" y="33338"/>
                </a:lnTo>
                <a:lnTo>
                  <a:pt x="76200" y="42863"/>
                </a:lnTo>
                <a:lnTo>
                  <a:pt x="80963" y="47625"/>
                </a:lnTo>
                <a:lnTo>
                  <a:pt x="85725" y="52388"/>
                </a:lnTo>
                <a:lnTo>
                  <a:pt x="85725" y="61913"/>
                </a:lnTo>
                <a:lnTo>
                  <a:pt x="85725" y="71438"/>
                </a:lnTo>
                <a:lnTo>
                  <a:pt x="85725" y="80963"/>
                </a:lnTo>
                <a:lnTo>
                  <a:pt x="80963" y="85725"/>
                </a:lnTo>
                <a:lnTo>
                  <a:pt x="71438" y="85725"/>
                </a:lnTo>
                <a:lnTo>
                  <a:pt x="61913" y="85725"/>
                </a:lnTo>
                <a:lnTo>
                  <a:pt x="52388" y="85725"/>
                </a:lnTo>
                <a:lnTo>
                  <a:pt x="42863" y="85725"/>
                </a:lnTo>
                <a:lnTo>
                  <a:pt x="33338" y="85725"/>
                </a:lnTo>
                <a:lnTo>
                  <a:pt x="23813" y="85725"/>
                </a:lnTo>
                <a:lnTo>
                  <a:pt x="14288" y="85725"/>
                </a:lnTo>
                <a:lnTo>
                  <a:pt x="4763" y="85725"/>
                </a:lnTo>
                <a:lnTo>
                  <a:pt x="0" y="80963"/>
                </a:lnTo>
                <a:lnTo>
                  <a:pt x="0" y="71438"/>
                </a:lnTo>
                <a:lnTo>
                  <a:pt x="4763" y="66675"/>
                </a:lnTo>
                <a:lnTo>
                  <a:pt x="9525" y="61913"/>
                </a:lnTo>
                <a:lnTo>
                  <a:pt x="14288" y="57150"/>
                </a:lnTo>
                <a:lnTo>
                  <a:pt x="19050" y="52388"/>
                </a:lnTo>
                <a:lnTo>
                  <a:pt x="23813" y="47625"/>
                </a:lnTo>
                <a:lnTo>
                  <a:pt x="33338" y="47625"/>
                </a:lnTo>
                <a:lnTo>
                  <a:pt x="38100" y="42863"/>
                </a:lnTo>
                <a:lnTo>
                  <a:pt x="42863" y="38100"/>
                </a:lnTo>
                <a:lnTo>
                  <a:pt x="52388" y="38100"/>
                </a:lnTo>
                <a:lnTo>
                  <a:pt x="57150" y="33338"/>
                </a:lnTo>
                <a:lnTo>
                  <a:pt x="61913" y="28575"/>
                </a:lnTo>
                <a:lnTo>
                  <a:pt x="66675" y="23813"/>
                </a:lnTo>
                <a:lnTo>
                  <a:pt x="71438" y="19050"/>
                </a:lnTo>
                <a:lnTo>
                  <a:pt x="76200" y="14288"/>
                </a:lnTo>
                <a:lnTo>
                  <a:pt x="76200" y="4763"/>
                </a:lnTo>
                <a:close/>
              </a:path>
            </a:pathLst>
          </a:custGeom>
          <a:solidFill xmlns:a="http://schemas.openxmlformats.org/drawingml/2006/main">
            <a:srgbClr val="C0DAB5"/>
          </a:solidFill>
          <a:ln xmlns:a="http://schemas.openxmlformats.org/drawingml/2006/main" w="0">
            <a:noFill/>
            <a:prstDash val="solid"/>
          </a:ln>
        </p:spPr>
      </p:sp>
      <p:sp>
        <p:nvSpPr>
          <p:cNvPr id="566" name="layout-green-98-3">
            <a:extLst xmlns:a="http://schemas.openxmlformats.org/drawingml/2006/main">
              <a:ext uri="{FF2B5EF4-FFF2-40B4-BE49-F238E27FC236}">
                <a16:creationId xmlns:a16="http://schemas.microsoft.com/office/drawing/2014/main" id="{8A7F08ED-DD81-4490-9D80-F1E9BAF928E1}"/>
              </a:ext>
            </a:extLst>
          </p:cNvPr>
          <p:cNvSpPr>
            <a:spLocks xmlns:a="http://schemas.openxmlformats.org/drawingml/2006/main" noGrp="1"/>
          </p:cNvSpPr>
          <p:nvPr/>
        </p:nvSpPr>
        <p:spPr>
          <a:xfrm xmlns:a="http://schemas.openxmlformats.org/drawingml/2006/main" rot="0">
            <a:off x="400050" y="3648075"/>
            <a:ext cx="628650" cy="419100"/>
          </a:xfrm>
          <a:custGeom xmlns:a="http://schemas.openxmlformats.org/drawingml/2006/main">
            <a:pathLst>
              <a:path w="628650" h="419100">
                <a:moveTo>
                  <a:pt x="57150" y="4763"/>
                </a:moveTo>
                <a:lnTo>
                  <a:pt x="61913" y="0"/>
                </a:lnTo>
                <a:lnTo>
                  <a:pt x="66675" y="4763"/>
                </a:lnTo>
                <a:lnTo>
                  <a:pt x="71438" y="9525"/>
                </a:lnTo>
                <a:lnTo>
                  <a:pt x="80963" y="9525"/>
                </a:lnTo>
                <a:lnTo>
                  <a:pt x="90488" y="9525"/>
                </a:lnTo>
                <a:lnTo>
                  <a:pt x="100013" y="9525"/>
                </a:lnTo>
                <a:lnTo>
                  <a:pt x="109538" y="9525"/>
                </a:lnTo>
                <a:lnTo>
                  <a:pt x="119063" y="9525"/>
                </a:lnTo>
                <a:lnTo>
                  <a:pt x="128588" y="9525"/>
                </a:lnTo>
                <a:lnTo>
                  <a:pt x="138113" y="9525"/>
                </a:lnTo>
                <a:lnTo>
                  <a:pt x="147638" y="9525"/>
                </a:lnTo>
                <a:lnTo>
                  <a:pt x="152400" y="14288"/>
                </a:lnTo>
                <a:lnTo>
                  <a:pt x="157163" y="19050"/>
                </a:lnTo>
                <a:lnTo>
                  <a:pt x="161925" y="23813"/>
                </a:lnTo>
                <a:lnTo>
                  <a:pt x="161925" y="33338"/>
                </a:lnTo>
                <a:lnTo>
                  <a:pt x="161925" y="42863"/>
                </a:lnTo>
                <a:lnTo>
                  <a:pt x="161925" y="52388"/>
                </a:lnTo>
                <a:lnTo>
                  <a:pt x="161925" y="61913"/>
                </a:lnTo>
                <a:lnTo>
                  <a:pt x="161925" y="71438"/>
                </a:lnTo>
                <a:lnTo>
                  <a:pt x="161925" y="80963"/>
                </a:lnTo>
                <a:lnTo>
                  <a:pt x="161925" y="90488"/>
                </a:lnTo>
                <a:lnTo>
                  <a:pt x="161925" y="100013"/>
                </a:lnTo>
                <a:lnTo>
                  <a:pt x="161925" y="109538"/>
                </a:lnTo>
                <a:lnTo>
                  <a:pt x="161925" y="119063"/>
                </a:lnTo>
                <a:lnTo>
                  <a:pt x="161925" y="128588"/>
                </a:lnTo>
                <a:lnTo>
                  <a:pt x="161925" y="138113"/>
                </a:lnTo>
                <a:lnTo>
                  <a:pt x="161925" y="147638"/>
                </a:lnTo>
                <a:lnTo>
                  <a:pt x="161925" y="157163"/>
                </a:lnTo>
                <a:lnTo>
                  <a:pt x="166688" y="161925"/>
                </a:lnTo>
                <a:lnTo>
                  <a:pt x="176213" y="161925"/>
                </a:lnTo>
                <a:lnTo>
                  <a:pt x="185738" y="161925"/>
                </a:lnTo>
                <a:lnTo>
                  <a:pt x="195263" y="161925"/>
                </a:lnTo>
                <a:lnTo>
                  <a:pt x="204788" y="161925"/>
                </a:lnTo>
                <a:lnTo>
                  <a:pt x="214313" y="161925"/>
                </a:lnTo>
                <a:lnTo>
                  <a:pt x="223838" y="161925"/>
                </a:lnTo>
                <a:lnTo>
                  <a:pt x="233363" y="161925"/>
                </a:lnTo>
                <a:lnTo>
                  <a:pt x="242888" y="161925"/>
                </a:lnTo>
                <a:lnTo>
                  <a:pt x="252413" y="161925"/>
                </a:lnTo>
                <a:lnTo>
                  <a:pt x="261938" y="161925"/>
                </a:lnTo>
                <a:lnTo>
                  <a:pt x="271463" y="161925"/>
                </a:lnTo>
                <a:lnTo>
                  <a:pt x="280988" y="161925"/>
                </a:lnTo>
                <a:lnTo>
                  <a:pt x="290513" y="161925"/>
                </a:lnTo>
                <a:lnTo>
                  <a:pt x="300038" y="161925"/>
                </a:lnTo>
                <a:lnTo>
                  <a:pt x="309563" y="161925"/>
                </a:lnTo>
                <a:lnTo>
                  <a:pt x="319088" y="161925"/>
                </a:lnTo>
                <a:lnTo>
                  <a:pt x="328613" y="161925"/>
                </a:lnTo>
                <a:lnTo>
                  <a:pt x="338138" y="161925"/>
                </a:lnTo>
                <a:lnTo>
                  <a:pt x="347663" y="161925"/>
                </a:lnTo>
                <a:lnTo>
                  <a:pt x="357188" y="161925"/>
                </a:lnTo>
                <a:lnTo>
                  <a:pt x="366713" y="161925"/>
                </a:lnTo>
                <a:lnTo>
                  <a:pt x="376238" y="161925"/>
                </a:lnTo>
                <a:lnTo>
                  <a:pt x="385763" y="161925"/>
                </a:lnTo>
                <a:lnTo>
                  <a:pt x="395288" y="161925"/>
                </a:lnTo>
                <a:lnTo>
                  <a:pt x="404813" y="161925"/>
                </a:lnTo>
                <a:lnTo>
                  <a:pt x="414338" y="161925"/>
                </a:lnTo>
                <a:lnTo>
                  <a:pt x="423863" y="161925"/>
                </a:lnTo>
                <a:lnTo>
                  <a:pt x="433388" y="161925"/>
                </a:lnTo>
                <a:lnTo>
                  <a:pt x="442913" y="161925"/>
                </a:lnTo>
                <a:lnTo>
                  <a:pt x="452438" y="161925"/>
                </a:lnTo>
                <a:lnTo>
                  <a:pt x="461963" y="161925"/>
                </a:lnTo>
                <a:lnTo>
                  <a:pt x="471488" y="161925"/>
                </a:lnTo>
                <a:lnTo>
                  <a:pt x="481013" y="161925"/>
                </a:lnTo>
                <a:lnTo>
                  <a:pt x="490538" y="161925"/>
                </a:lnTo>
                <a:lnTo>
                  <a:pt x="500063" y="161925"/>
                </a:lnTo>
                <a:lnTo>
                  <a:pt x="509588" y="161925"/>
                </a:lnTo>
                <a:lnTo>
                  <a:pt x="519113" y="161925"/>
                </a:lnTo>
                <a:lnTo>
                  <a:pt x="528638" y="161925"/>
                </a:lnTo>
                <a:lnTo>
                  <a:pt x="538163" y="161925"/>
                </a:lnTo>
                <a:lnTo>
                  <a:pt x="547688" y="161925"/>
                </a:lnTo>
                <a:lnTo>
                  <a:pt x="557213" y="161925"/>
                </a:lnTo>
                <a:lnTo>
                  <a:pt x="566738" y="161925"/>
                </a:lnTo>
                <a:lnTo>
                  <a:pt x="576263" y="161925"/>
                </a:lnTo>
                <a:lnTo>
                  <a:pt x="585788" y="161925"/>
                </a:lnTo>
                <a:lnTo>
                  <a:pt x="595313" y="161925"/>
                </a:lnTo>
                <a:lnTo>
                  <a:pt x="604838" y="161925"/>
                </a:lnTo>
                <a:lnTo>
                  <a:pt x="614363" y="161925"/>
                </a:lnTo>
                <a:lnTo>
                  <a:pt x="623888" y="161925"/>
                </a:lnTo>
                <a:lnTo>
                  <a:pt x="628650" y="166688"/>
                </a:lnTo>
                <a:lnTo>
                  <a:pt x="623888" y="171450"/>
                </a:lnTo>
                <a:lnTo>
                  <a:pt x="614363" y="171450"/>
                </a:lnTo>
                <a:lnTo>
                  <a:pt x="604838" y="171450"/>
                </a:lnTo>
                <a:lnTo>
                  <a:pt x="595313" y="171450"/>
                </a:lnTo>
                <a:lnTo>
                  <a:pt x="585788" y="171450"/>
                </a:lnTo>
                <a:lnTo>
                  <a:pt x="576263" y="171450"/>
                </a:lnTo>
                <a:lnTo>
                  <a:pt x="566738" y="171450"/>
                </a:lnTo>
                <a:lnTo>
                  <a:pt x="557213" y="171450"/>
                </a:lnTo>
                <a:lnTo>
                  <a:pt x="547688" y="171450"/>
                </a:lnTo>
                <a:lnTo>
                  <a:pt x="538163" y="171450"/>
                </a:lnTo>
                <a:lnTo>
                  <a:pt x="528638" y="171450"/>
                </a:lnTo>
                <a:lnTo>
                  <a:pt x="523875" y="176213"/>
                </a:lnTo>
                <a:lnTo>
                  <a:pt x="523875" y="185738"/>
                </a:lnTo>
                <a:lnTo>
                  <a:pt x="523875" y="195263"/>
                </a:lnTo>
                <a:lnTo>
                  <a:pt x="523875" y="204788"/>
                </a:lnTo>
                <a:lnTo>
                  <a:pt x="519113" y="209550"/>
                </a:lnTo>
                <a:lnTo>
                  <a:pt x="514350" y="214313"/>
                </a:lnTo>
                <a:lnTo>
                  <a:pt x="514350" y="223838"/>
                </a:lnTo>
                <a:lnTo>
                  <a:pt x="514350" y="233363"/>
                </a:lnTo>
                <a:lnTo>
                  <a:pt x="514350" y="242888"/>
                </a:lnTo>
                <a:lnTo>
                  <a:pt x="509588" y="247650"/>
                </a:lnTo>
                <a:lnTo>
                  <a:pt x="504825" y="252413"/>
                </a:lnTo>
                <a:lnTo>
                  <a:pt x="504825" y="261938"/>
                </a:lnTo>
                <a:lnTo>
                  <a:pt x="500063" y="266700"/>
                </a:lnTo>
                <a:lnTo>
                  <a:pt x="495300" y="271463"/>
                </a:lnTo>
                <a:lnTo>
                  <a:pt x="495300" y="280988"/>
                </a:lnTo>
                <a:lnTo>
                  <a:pt x="490538" y="285750"/>
                </a:lnTo>
                <a:lnTo>
                  <a:pt x="485775" y="290513"/>
                </a:lnTo>
                <a:lnTo>
                  <a:pt x="481013" y="295275"/>
                </a:lnTo>
                <a:lnTo>
                  <a:pt x="476250" y="300038"/>
                </a:lnTo>
                <a:lnTo>
                  <a:pt x="476250" y="309563"/>
                </a:lnTo>
                <a:lnTo>
                  <a:pt x="476250" y="319088"/>
                </a:lnTo>
                <a:lnTo>
                  <a:pt x="471488" y="323850"/>
                </a:lnTo>
                <a:lnTo>
                  <a:pt x="461963" y="323850"/>
                </a:lnTo>
                <a:lnTo>
                  <a:pt x="457200" y="328613"/>
                </a:lnTo>
                <a:lnTo>
                  <a:pt x="452438" y="333375"/>
                </a:lnTo>
                <a:lnTo>
                  <a:pt x="447675" y="338138"/>
                </a:lnTo>
                <a:lnTo>
                  <a:pt x="447675" y="347663"/>
                </a:lnTo>
                <a:lnTo>
                  <a:pt x="442913" y="352425"/>
                </a:lnTo>
                <a:lnTo>
                  <a:pt x="438150" y="357188"/>
                </a:lnTo>
                <a:lnTo>
                  <a:pt x="433388" y="361950"/>
                </a:lnTo>
                <a:lnTo>
                  <a:pt x="423863" y="361950"/>
                </a:lnTo>
                <a:lnTo>
                  <a:pt x="419100" y="366713"/>
                </a:lnTo>
                <a:lnTo>
                  <a:pt x="414338" y="371475"/>
                </a:lnTo>
                <a:lnTo>
                  <a:pt x="409575" y="376238"/>
                </a:lnTo>
                <a:lnTo>
                  <a:pt x="404813" y="381000"/>
                </a:lnTo>
                <a:lnTo>
                  <a:pt x="400050" y="385763"/>
                </a:lnTo>
                <a:lnTo>
                  <a:pt x="395288" y="390525"/>
                </a:lnTo>
                <a:lnTo>
                  <a:pt x="385763" y="390525"/>
                </a:lnTo>
                <a:lnTo>
                  <a:pt x="376238" y="390525"/>
                </a:lnTo>
                <a:lnTo>
                  <a:pt x="371475" y="395288"/>
                </a:lnTo>
                <a:lnTo>
                  <a:pt x="366713" y="400050"/>
                </a:lnTo>
                <a:lnTo>
                  <a:pt x="361950" y="404813"/>
                </a:lnTo>
                <a:lnTo>
                  <a:pt x="357188" y="409575"/>
                </a:lnTo>
                <a:lnTo>
                  <a:pt x="347663" y="409575"/>
                </a:lnTo>
                <a:lnTo>
                  <a:pt x="338138" y="409575"/>
                </a:lnTo>
                <a:lnTo>
                  <a:pt x="333375" y="414338"/>
                </a:lnTo>
                <a:lnTo>
                  <a:pt x="328613" y="419100"/>
                </a:lnTo>
                <a:lnTo>
                  <a:pt x="319088" y="419100"/>
                </a:lnTo>
                <a:lnTo>
                  <a:pt x="309563" y="419100"/>
                </a:lnTo>
                <a:lnTo>
                  <a:pt x="300038" y="419100"/>
                </a:lnTo>
                <a:lnTo>
                  <a:pt x="290513" y="419100"/>
                </a:lnTo>
                <a:lnTo>
                  <a:pt x="280988" y="419100"/>
                </a:lnTo>
                <a:lnTo>
                  <a:pt x="271463" y="419100"/>
                </a:lnTo>
                <a:lnTo>
                  <a:pt x="261938" y="419100"/>
                </a:lnTo>
                <a:lnTo>
                  <a:pt x="252413" y="419100"/>
                </a:lnTo>
                <a:lnTo>
                  <a:pt x="242888" y="419100"/>
                </a:lnTo>
                <a:lnTo>
                  <a:pt x="233363" y="419100"/>
                </a:lnTo>
                <a:lnTo>
                  <a:pt x="223838" y="419100"/>
                </a:lnTo>
                <a:lnTo>
                  <a:pt x="214313" y="419100"/>
                </a:lnTo>
                <a:lnTo>
                  <a:pt x="204788" y="419100"/>
                </a:lnTo>
                <a:lnTo>
                  <a:pt x="200025" y="414338"/>
                </a:lnTo>
                <a:lnTo>
                  <a:pt x="195263" y="409575"/>
                </a:lnTo>
                <a:lnTo>
                  <a:pt x="185738" y="409575"/>
                </a:lnTo>
                <a:lnTo>
                  <a:pt x="176213" y="409575"/>
                </a:lnTo>
                <a:lnTo>
                  <a:pt x="166688" y="409575"/>
                </a:lnTo>
                <a:lnTo>
                  <a:pt x="161925" y="404813"/>
                </a:lnTo>
                <a:lnTo>
                  <a:pt x="157163" y="400050"/>
                </a:lnTo>
                <a:lnTo>
                  <a:pt x="152400" y="395288"/>
                </a:lnTo>
                <a:lnTo>
                  <a:pt x="147638" y="390525"/>
                </a:lnTo>
                <a:lnTo>
                  <a:pt x="138113" y="390525"/>
                </a:lnTo>
                <a:lnTo>
                  <a:pt x="133350" y="385763"/>
                </a:lnTo>
                <a:lnTo>
                  <a:pt x="128588" y="381000"/>
                </a:lnTo>
                <a:lnTo>
                  <a:pt x="119063" y="381000"/>
                </a:lnTo>
                <a:lnTo>
                  <a:pt x="114300" y="376238"/>
                </a:lnTo>
                <a:lnTo>
                  <a:pt x="109538" y="371475"/>
                </a:lnTo>
                <a:lnTo>
                  <a:pt x="104775" y="366713"/>
                </a:lnTo>
                <a:lnTo>
                  <a:pt x="100013" y="361950"/>
                </a:lnTo>
                <a:lnTo>
                  <a:pt x="90488" y="361950"/>
                </a:lnTo>
                <a:lnTo>
                  <a:pt x="85725" y="357188"/>
                </a:lnTo>
                <a:lnTo>
                  <a:pt x="80963" y="352425"/>
                </a:lnTo>
                <a:lnTo>
                  <a:pt x="76200" y="347663"/>
                </a:lnTo>
                <a:lnTo>
                  <a:pt x="76200" y="338138"/>
                </a:lnTo>
                <a:lnTo>
                  <a:pt x="71438" y="333375"/>
                </a:lnTo>
                <a:lnTo>
                  <a:pt x="66675" y="328613"/>
                </a:lnTo>
                <a:lnTo>
                  <a:pt x="61913" y="323850"/>
                </a:lnTo>
                <a:lnTo>
                  <a:pt x="52388" y="323850"/>
                </a:lnTo>
                <a:lnTo>
                  <a:pt x="47625" y="319088"/>
                </a:lnTo>
                <a:lnTo>
                  <a:pt x="47625" y="309563"/>
                </a:lnTo>
                <a:lnTo>
                  <a:pt x="47625" y="300038"/>
                </a:lnTo>
                <a:lnTo>
                  <a:pt x="42863" y="295275"/>
                </a:lnTo>
                <a:lnTo>
                  <a:pt x="38100" y="290513"/>
                </a:lnTo>
                <a:lnTo>
                  <a:pt x="33338" y="285750"/>
                </a:lnTo>
                <a:lnTo>
                  <a:pt x="28575" y="280988"/>
                </a:lnTo>
                <a:lnTo>
                  <a:pt x="28575" y="271463"/>
                </a:lnTo>
                <a:lnTo>
                  <a:pt x="23813" y="266700"/>
                </a:lnTo>
                <a:lnTo>
                  <a:pt x="19050" y="261938"/>
                </a:lnTo>
                <a:lnTo>
                  <a:pt x="19050" y="252413"/>
                </a:lnTo>
                <a:lnTo>
                  <a:pt x="14288" y="247650"/>
                </a:lnTo>
                <a:lnTo>
                  <a:pt x="9525" y="242888"/>
                </a:lnTo>
                <a:lnTo>
                  <a:pt x="9525" y="233363"/>
                </a:lnTo>
                <a:lnTo>
                  <a:pt x="9525" y="223838"/>
                </a:lnTo>
                <a:lnTo>
                  <a:pt x="9525" y="214313"/>
                </a:lnTo>
                <a:lnTo>
                  <a:pt x="4763" y="209550"/>
                </a:lnTo>
                <a:lnTo>
                  <a:pt x="0" y="204788"/>
                </a:lnTo>
                <a:lnTo>
                  <a:pt x="4763" y="200025"/>
                </a:lnTo>
                <a:lnTo>
                  <a:pt x="9525" y="195263"/>
                </a:lnTo>
                <a:lnTo>
                  <a:pt x="9525" y="185738"/>
                </a:lnTo>
                <a:lnTo>
                  <a:pt x="9525" y="176213"/>
                </a:lnTo>
                <a:lnTo>
                  <a:pt x="4763" y="171450"/>
                </a:lnTo>
                <a:lnTo>
                  <a:pt x="0" y="166688"/>
                </a:lnTo>
                <a:lnTo>
                  <a:pt x="0" y="157163"/>
                </a:lnTo>
                <a:lnTo>
                  <a:pt x="0" y="147638"/>
                </a:lnTo>
                <a:lnTo>
                  <a:pt x="4763" y="142875"/>
                </a:lnTo>
                <a:lnTo>
                  <a:pt x="9525" y="138113"/>
                </a:lnTo>
                <a:lnTo>
                  <a:pt x="9525" y="128588"/>
                </a:lnTo>
                <a:lnTo>
                  <a:pt x="9525" y="119063"/>
                </a:lnTo>
                <a:lnTo>
                  <a:pt x="9525" y="109538"/>
                </a:lnTo>
                <a:lnTo>
                  <a:pt x="9525" y="100013"/>
                </a:lnTo>
                <a:lnTo>
                  <a:pt x="14288" y="95250"/>
                </a:lnTo>
                <a:lnTo>
                  <a:pt x="19050" y="90488"/>
                </a:lnTo>
                <a:lnTo>
                  <a:pt x="19050" y="80963"/>
                </a:lnTo>
                <a:lnTo>
                  <a:pt x="19050" y="71438"/>
                </a:lnTo>
                <a:lnTo>
                  <a:pt x="23813" y="66675"/>
                </a:lnTo>
                <a:lnTo>
                  <a:pt x="28575" y="61913"/>
                </a:lnTo>
                <a:lnTo>
                  <a:pt x="28575" y="52388"/>
                </a:lnTo>
                <a:lnTo>
                  <a:pt x="28575" y="42863"/>
                </a:lnTo>
                <a:lnTo>
                  <a:pt x="33338" y="38100"/>
                </a:lnTo>
                <a:lnTo>
                  <a:pt x="38100" y="33338"/>
                </a:lnTo>
                <a:lnTo>
                  <a:pt x="42863" y="28575"/>
                </a:lnTo>
                <a:lnTo>
                  <a:pt x="47625" y="23813"/>
                </a:lnTo>
                <a:lnTo>
                  <a:pt x="52388" y="19050"/>
                </a:lnTo>
                <a:lnTo>
                  <a:pt x="57150" y="14288"/>
                </a:lnTo>
                <a:lnTo>
                  <a:pt x="57150" y="4763"/>
                </a:lnTo>
                <a:close/>
              </a:path>
            </a:pathLst>
          </a:custGeom>
          <a:solidFill xmlns:a="http://schemas.openxmlformats.org/drawingml/2006/main">
            <a:srgbClr val="C0DAB5"/>
          </a:solidFill>
          <a:ln xmlns:a="http://schemas.openxmlformats.org/drawingml/2006/main" w="0">
            <a:noFill/>
            <a:prstDash val="solid"/>
          </a:ln>
        </p:spPr>
      </p:sp>
      <p:sp>
        <p:nvSpPr>
          <p:cNvPr id="567" name="layout-green-98-4">
            <a:extLst xmlns:a="http://schemas.openxmlformats.org/drawingml/2006/main">
              <a:ext uri="{FF2B5EF4-FFF2-40B4-BE49-F238E27FC236}">
                <a16:creationId xmlns:a16="http://schemas.microsoft.com/office/drawing/2014/main" id="{3E4C4F79-48C2-4617-847A-E4B2CE468CF9}"/>
              </a:ext>
            </a:extLst>
          </p:cNvPr>
          <p:cNvSpPr>
            <a:spLocks xmlns:a="http://schemas.openxmlformats.org/drawingml/2006/main" noGrp="1"/>
          </p:cNvSpPr>
          <p:nvPr/>
        </p:nvSpPr>
        <p:spPr>
          <a:xfrm xmlns:a="http://schemas.openxmlformats.org/drawingml/2006/main" rot="0">
            <a:off x="1190625" y="38100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0DAB5"/>
          </a:solidFill>
          <a:ln xmlns:a="http://schemas.openxmlformats.org/drawingml/2006/main" w="0">
            <a:noFill/>
            <a:prstDash val="solid"/>
          </a:ln>
        </p:spPr>
      </p:sp>
      <p:sp>
        <p:nvSpPr>
          <p:cNvPr id="568" name="layout-green-98-5">
            <a:extLst xmlns:a="http://schemas.openxmlformats.org/drawingml/2006/main">
              <a:ext uri="{FF2B5EF4-FFF2-40B4-BE49-F238E27FC236}">
                <a16:creationId xmlns:a16="http://schemas.microsoft.com/office/drawing/2014/main" id="{3B7688B7-BE1D-4460-95ED-24503FF6427D}"/>
              </a:ext>
            </a:extLst>
          </p:cNvPr>
          <p:cNvSpPr>
            <a:spLocks xmlns:a="http://schemas.openxmlformats.org/drawingml/2006/main" noGrp="1"/>
          </p:cNvSpPr>
          <p:nvPr/>
        </p:nvSpPr>
        <p:spPr>
          <a:xfrm xmlns:a="http://schemas.openxmlformats.org/drawingml/2006/main" rot="0">
            <a:off x="123825" y="4238625"/>
            <a:ext cx="981075" cy="9525"/>
          </a:xfrm>
          <a:custGeom xmlns:a="http://schemas.openxmlformats.org/drawingml/2006/main">
            <a:pathLst>
              <a:path w="98107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1075" y="4763"/>
                </a:lnTo>
                <a:lnTo>
                  <a:pt x="976313" y="9525"/>
                </a:lnTo>
                <a:lnTo>
                  <a:pt x="966788" y="9525"/>
                </a:lnTo>
                <a:lnTo>
                  <a:pt x="957263" y="9525"/>
                </a:lnTo>
                <a:lnTo>
                  <a:pt x="947738" y="9525"/>
                </a:lnTo>
                <a:lnTo>
                  <a:pt x="938213" y="9525"/>
                </a:lnTo>
                <a:lnTo>
                  <a:pt x="928688" y="9525"/>
                </a:lnTo>
                <a:lnTo>
                  <a:pt x="919163" y="9525"/>
                </a:lnTo>
                <a:lnTo>
                  <a:pt x="909638" y="9525"/>
                </a:lnTo>
                <a:lnTo>
                  <a:pt x="900113" y="9525"/>
                </a:lnTo>
                <a:lnTo>
                  <a:pt x="890588" y="9525"/>
                </a:lnTo>
                <a:lnTo>
                  <a:pt x="881063" y="9525"/>
                </a:lnTo>
                <a:lnTo>
                  <a:pt x="871538" y="9525"/>
                </a:lnTo>
                <a:lnTo>
                  <a:pt x="862013" y="9525"/>
                </a:lnTo>
                <a:lnTo>
                  <a:pt x="852488" y="9525"/>
                </a:lnTo>
                <a:lnTo>
                  <a:pt x="842963" y="9525"/>
                </a:lnTo>
                <a:lnTo>
                  <a:pt x="833438" y="9525"/>
                </a:lnTo>
                <a:lnTo>
                  <a:pt x="823913" y="9525"/>
                </a:lnTo>
                <a:lnTo>
                  <a:pt x="814388" y="9525"/>
                </a:lnTo>
                <a:lnTo>
                  <a:pt x="804863" y="9525"/>
                </a:lnTo>
                <a:lnTo>
                  <a:pt x="795338" y="9525"/>
                </a:lnTo>
                <a:lnTo>
                  <a:pt x="785813" y="9525"/>
                </a:lnTo>
                <a:lnTo>
                  <a:pt x="776288" y="9525"/>
                </a:lnTo>
                <a:lnTo>
                  <a:pt x="766763" y="9525"/>
                </a:lnTo>
                <a:lnTo>
                  <a:pt x="757238" y="9525"/>
                </a:lnTo>
                <a:lnTo>
                  <a:pt x="747713" y="9525"/>
                </a:lnTo>
                <a:lnTo>
                  <a:pt x="738188" y="9525"/>
                </a:lnTo>
                <a:lnTo>
                  <a:pt x="728663" y="9525"/>
                </a:lnTo>
                <a:lnTo>
                  <a:pt x="719138" y="9525"/>
                </a:lnTo>
                <a:lnTo>
                  <a:pt x="709613" y="9525"/>
                </a:lnTo>
                <a:lnTo>
                  <a:pt x="700088" y="9525"/>
                </a:lnTo>
                <a:lnTo>
                  <a:pt x="690563" y="9525"/>
                </a:lnTo>
                <a:lnTo>
                  <a:pt x="681038" y="9525"/>
                </a:lnTo>
                <a:lnTo>
                  <a:pt x="671513" y="9525"/>
                </a:lnTo>
                <a:lnTo>
                  <a:pt x="661988" y="9525"/>
                </a:lnTo>
                <a:lnTo>
                  <a:pt x="652463" y="9525"/>
                </a:lnTo>
                <a:lnTo>
                  <a:pt x="642938" y="9525"/>
                </a:lnTo>
                <a:lnTo>
                  <a:pt x="633413" y="9525"/>
                </a:lnTo>
                <a:lnTo>
                  <a:pt x="623888" y="9525"/>
                </a:lnTo>
                <a:lnTo>
                  <a:pt x="614363" y="9525"/>
                </a:lnTo>
                <a:lnTo>
                  <a:pt x="604838" y="9525"/>
                </a:lnTo>
                <a:lnTo>
                  <a:pt x="595313" y="9525"/>
                </a:lnTo>
                <a:lnTo>
                  <a:pt x="585788" y="9525"/>
                </a:lnTo>
                <a:lnTo>
                  <a:pt x="576263" y="9525"/>
                </a:lnTo>
                <a:lnTo>
                  <a:pt x="566738" y="9525"/>
                </a:lnTo>
                <a:lnTo>
                  <a:pt x="557213" y="9525"/>
                </a:lnTo>
                <a:lnTo>
                  <a:pt x="547688" y="9525"/>
                </a:lnTo>
                <a:lnTo>
                  <a:pt x="538163" y="9525"/>
                </a:lnTo>
                <a:lnTo>
                  <a:pt x="528638" y="9525"/>
                </a:lnTo>
                <a:lnTo>
                  <a:pt x="519113" y="9525"/>
                </a:lnTo>
                <a:lnTo>
                  <a:pt x="509588" y="9525"/>
                </a:lnTo>
                <a:lnTo>
                  <a:pt x="500063" y="9525"/>
                </a:lnTo>
                <a:lnTo>
                  <a:pt x="490538" y="9525"/>
                </a:lnTo>
                <a:lnTo>
                  <a:pt x="481013" y="9525"/>
                </a:lnTo>
                <a:lnTo>
                  <a:pt x="471488" y="9525"/>
                </a:lnTo>
                <a:lnTo>
                  <a:pt x="461963" y="9525"/>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C0DAB5"/>
          </a:solidFill>
          <a:ln xmlns:a="http://schemas.openxmlformats.org/drawingml/2006/main" w="0">
            <a:noFill/>
            <a:prstDash val="solid"/>
          </a:ln>
        </p:spPr>
      </p:sp>
      <p:sp>
        <p:nvSpPr>
          <p:cNvPr id="569" name="layout-green-99-0">
            <a:extLst xmlns:a="http://schemas.openxmlformats.org/drawingml/2006/main">
              <a:ext uri="{FF2B5EF4-FFF2-40B4-BE49-F238E27FC236}">
                <a16:creationId xmlns:a16="http://schemas.microsoft.com/office/drawing/2014/main" id="{3AB772A7-CF65-4B60-8C14-C960F491E1EB}"/>
              </a:ext>
            </a:extLst>
          </p:cNvPr>
          <p:cNvSpPr>
            <a:spLocks xmlns:a="http://schemas.openxmlformats.org/drawingml/2006/main" noGrp="1"/>
          </p:cNvSpPr>
          <p:nvPr/>
        </p:nvSpPr>
        <p:spPr>
          <a:xfrm xmlns:a="http://schemas.openxmlformats.org/drawingml/2006/main" rot="0">
            <a:off x="123825" y="3371850"/>
            <a:ext cx="9525" cy="781050"/>
          </a:xfrm>
          <a:custGeom xmlns:a="http://schemas.openxmlformats.org/drawingml/2006/main">
            <a:pathLst>
              <a:path w="9525" h="7810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9525" y="433388"/>
                </a:lnTo>
                <a:lnTo>
                  <a:pt x="9525" y="442913"/>
                </a:lnTo>
                <a:lnTo>
                  <a:pt x="9525" y="452438"/>
                </a:lnTo>
                <a:lnTo>
                  <a:pt x="9525" y="461963"/>
                </a:lnTo>
                <a:lnTo>
                  <a:pt x="9525" y="471488"/>
                </a:lnTo>
                <a:lnTo>
                  <a:pt x="9525" y="481013"/>
                </a:lnTo>
                <a:lnTo>
                  <a:pt x="9525" y="490538"/>
                </a:lnTo>
                <a:lnTo>
                  <a:pt x="9525" y="500063"/>
                </a:lnTo>
                <a:lnTo>
                  <a:pt x="9525" y="509588"/>
                </a:lnTo>
                <a:lnTo>
                  <a:pt x="9525" y="519113"/>
                </a:lnTo>
                <a:lnTo>
                  <a:pt x="9525" y="528638"/>
                </a:lnTo>
                <a:lnTo>
                  <a:pt x="9525" y="538163"/>
                </a:lnTo>
                <a:lnTo>
                  <a:pt x="9525" y="547688"/>
                </a:lnTo>
                <a:lnTo>
                  <a:pt x="9525" y="557213"/>
                </a:lnTo>
                <a:lnTo>
                  <a:pt x="9525" y="566738"/>
                </a:lnTo>
                <a:lnTo>
                  <a:pt x="9525" y="576263"/>
                </a:lnTo>
                <a:lnTo>
                  <a:pt x="9525" y="585788"/>
                </a:lnTo>
                <a:lnTo>
                  <a:pt x="9525" y="595313"/>
                </a:lnTo>
                <a:lnTo>
                  <a:pt x="9525" y="604838"/>
                </a:lnTo>
                <a:lnTo>
                  <a:pt x="9525" y="614363"/>
                </a:lnTo>
                <a:lnTo>
                  <a:pt x="9525" y="623888"/>
                </a:lnTo>
                <a:lnTo>
                  <a:pt x="9525" y="633413"/>
                </a:lnTo>
                <a:lnTo>
                  <a:pt x="9525" y="642938"/>
                </a:lnTo>
                <a:lnTo>
                  <a:pt x="9525" y="652463"/>
                </a:lnTo>
                <a:lnTo>
                  <a:pt x="9525" y="661988"/>
                </a:lnTo>
                <a:lnTo>
                  <a:pt x="9525" y="671513"/>
                </a:lnTo>
                <a:lnTo>
                  <a:pt x="9525" y="681038"/>
                </a:lnTo>
                <a:lnTo>
                  <a:pt x="9525" y="690563"/>
                </a:lnTo>
                <a:lnTo>
                  <a:pt x="9525" y="700088"/>
                </a:lnTo>
                <a:lnTo>
                  <a:pt x="9525" y="709613"/>
                </a:lnTo>
                <a:lnTo>
                  <a:pt x="9525" y="719138"/>
                </a:lnTo>
                <a:lnTo>
                  <a:pt x="9525" y="728663"/>
                </a:lnTo>
                <a:lnTo>
                  <a:pt x="9525" y="738188"/>
                </a:lnTo>
                <a:lnTo>
                  <a:pt x="9525" y="747713"/>
                </a:lnTo>
                <a:lnTo>
                  <a:pt x="9525" y="757238"/>
                </a:lnTo>
                <a:lnTo>
                  <a:pt x="9525" y="766763"/>
                </a:lnTo>
                <a:lnTo>
                  <a:pt x="9525" y="776288"/>
                </a:lnTo>
                <a:lnTo>
                  <a:pt x="4763" y="781050"/>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C2DBB7"/>
          </a:solidFill>
          <a:ln xmlns:a="http://schemas.openxmlformats.org/drawingml/2006/main" w="0">
            <a:noFill/>
            <a:prstDash val="solid"/>
          </a:ln>
        </p:spPr>
      </p:sp>
      <p:sp>
        <p:nvSpPr>
          <p:cNvPr id="570" name="layout-green-99-1">
            <a:extLst xmlns:a="http://schemas.openxmlformats.org/drawingml/2006/main">
              <a:ext uri="{FF2B5EF4-FFF2-40B4-BE49-F238E27FC236}">
                <a16:creationId xmlns:a16="http://schemas.microsoft.com/office/drawing/2014/main" id="{DCF6EE01-9896-4ECC-BFD6-47955993EB61}"/>
              </a:ext>
            </a:extLst>
          </p:cNvPr>
          <p:cNvSpPr>
            <a:spLocks xmlns:a="http://schemas.openxmlformats.org/drawingml/2006/main" noGrp="1"/>
          </p:cNvSpPr>
          <p:nvPr/>
        </p:nvSpPr>
        <p:spPr>
          <a:xfrm xmlns:a="http://schemas.openxmlformats.org/drawingml/2006/main" rot="0">
            <a:off x="552450" y="3371850"/>
            <a:ext cx="9525" cy="161925"/>
          </a:xfrm>
          <a:custGeom xmlns:a="http://schemas.openxmlformats.org/drawingml/2006/main">
            <a:pathLst>
              <a:path w="9525" h="1619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4763" y="161925"/>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C2DBB7"/>
          </a:solidFill>
          <a:ln xmlns:a="http://schemas.openxmlformats.org/drawingml/2006/main" w="0">
            <a:noFill/>
            <a:prstDash val="solid"/>
          </a:ln>
        </p:spPr>
      </p:sp>
      <p:sp>
        <p:nvSpPr>
          <p:cNvPr id="571" name="layout-green-99-2">
            <a:extLst xmlns:a="http://schemas.openxmlformats.org/drawingml/2006/main">
              <a:ext uri="{FF2B5EF4-FFF2-40B4-BE49-F238E27FC236}">
                <a16:creationId xmlns:a16="http://schemas.microsoft.com/office/drawing/2014/main" id="{5A504041-ACB3-42BF-B83A-A6717917E8A1}"/>
              </a:ext>
            </a:extLst>
          </p:cNvPr>
          <p:cNvSpPr>
            <a:spLocks xmlns:a="http://schemas.openxmlformats.org/drawingml/2006/main" noGrp="1"/>
          </p:cNvSpPr>
          <p:nvPr/>
        </p:nvSpPr>
        <p:spPr>
          <a:xfrm xmlns:a="http://schemas.openxmlformats.org/drawingml/2006/main" rot="0">
            <a:off x="552450" y="3552825"/>
            <a:ext cx="9525" cy="28575"/>
          </a:xfrm>
          <a:custGeom xmlns:a="http://schemas.openxmlformats.org/drawingml/2006/main">
            <a:pathLst>
              <a:path w="9525" h="28575">
                <a:moveTo>
                  <a:pt x="0" y="4763"/>
                </a:moveTo>
                <a:lnTo>
                  <a:pt x="4763" y="0"/>
                </a:lnTo>
                <a:lnTo>
                  <a:pt x="9525" y="4763"/>
                </a:lnTo>
                <a:lnTo>
                  <a:pt x="9525" y="14288"/>
                </a:lnTo>
                <a:lnTo>
                  <a:pt x="9525" y="23813"/>
                </a:lnTo>
                <a:lnTo>
                  <a:pt x="4763" y="28575"/>
                </a:lnTo>
                <a:lnTo>
                  <a:pt x="0" y="23813"/>
                </a:lnTo>
                <a:lnTo>
                  <a:pt x="0" y="14288"/>
                </a:lnTo>
                <a:lnTo>
                  <a:pt x="0" y="4763"/>
                </a:lnTo>
                <a:close/>
              </a:path>
            </a:pathLst>
          </a:custGeom>
          <a:solidFill xmlns:a="http://schemas.openxmlformats.org/drawingml/2006/main">
            <a:srgbClr val="C2DBB7"/>
          </a:solidFill>
          <a:ln xmlns:a="http://schemas.openxmlformats.org/drawingml/2006/main" w="0">
            <a:noFill/>
            <a:prstDash val="solid"/>
          </a:ln>
        </p:spPr>
      </p:sp>
      <p:sp>
        <p:nvSpPr>
          <p:cNvPr id="572" name="layout-green-99-3">
            <a:extLst xmlns:a="http://schemas.openxmlformats.org/drawingml/2006/main">
              <a:ext uri="{FF2B5EF4-FFF2-40B4-BE49-F238E27FC236}">
                <a16:creationId xmlns:a16="http://schemas.microsoft.com/office/drawing/2014/main" id="{941FADFB-531C-4FB7-A30A-E49F9F2F7F76}"/>
              </a:ext>
            </a:extLst>
          </p:cNvPr>
          <p:cNvSpPr>
            <a:spLocks xmlns:a="http://schemas.openxmlformats.org/drawingml/2006/main" noGrp="1"/>
          </p:cNvSpPr>
          <p:nvPr/>
        </p:nvSpPr>
        <p:spPr>
          <a:xfrm xmlns:a="http://schemas.openxmlformats.org/drawingml/2006/main" rot="0">
            <a:off x="495300" y="3590925"/>
            <a:ext cx="66675" cy="47625"/>
          </a:xfrm>
          <a:custGeom xmlns:a="http://schemas.openxmlformats.org/drawingml/2006/main">
            <a:pathLst>
              <a:path w="66675" h="47625">
                <a:moveTo>
                  <a:pt x="47625" y="4763"/>
                </a:moveTo>
                <a:lnTo>
                  <a:pt x="52388" y="0"/>
                </a:lnTo>
                <a:lnTo>
                  <a:pt x="57150" y="4763"/>
                </a:lnTo>
                <a:lnTo>
                  <a:pt x="61913" y="9525"/>
                </a:lnTo>
                <a:lnTo>
                  <a:pt x="66675" y="14288"/>
                </a:lnTo>
                <a:lnTo>
                  <a:pt x="66675" y="23813"/>
                </a:lnTo>
                <a:lnTo>
                  <a:pt x="66675" y="33338"/>
                </a:lnTo>
                <a:lnTo>
                  <a:pt x="66675" y="42863"/>
                </a:lnTo>
                <a:lnTo>
                  <a:pt x="61913" y="47625"/>
                </a:lnTo>
                <a:lnTo>
                  <a:pt x="52388" y="47625"/>
                </a:lnTo>
                <a:lnTo>
                  <a:pt x="42863" y="47625"/>
                </a:lnTo>
                <a:lnTo>
                  <a:pt x="33338" y="47625"/>
                </a:lnTo>
                <a:lnTo>
                  <a:pt x="23813" y="47625"/>
                </a:lnTo>
                <a:lnTo>
                  <a:pt x="14288" y="47625"/>
                </a:lnTo>
                <a:lnTo>
                  <a:pt x="4763" y="47625"/>
                </a:lnTo>
                <a:lnTo>
                  <a:pt x="0" y="42863"/>
                </a:lnTo>
                <a:lnTo>
                  <a:pt x="0" y="33338"/>
                </a:lnTo>
                <a:lnTo>
                  <a:pt x="4763" y="28575"/>
                </a:lnTo>
                <a:lnTo>
                  <a:pt x="14288" y="28575"/>
                </a:lnTo>
                <a:lnTo>
                  <a:pt x="19050" y="23813"/>
                </a:lnTo>
                <a:lnTo>
                  <a:pt x="23813" y="19050"/>
                </a:lnTo>
                <a:lnTo>
                  <a:pt x="33338" y="19050"/>
                </a:lnTo>
                <a:lnTo>
                  <a:pt x="38100" y="14288"/>
                </a:lnTo>
                <a:lnTo>
                  <a:pt x="42863" y="9525"/>
                </a:lnTo>
                <a:lnTo>
                  <a:pt x="47625" y="4763"/>
                </a:lnTo>
                <a:close/>
              </a:path>
            </a:pathLst>
          </a:custGeom>
          <a:solidFill xmlns:a="http://schemas.openxmlformats.org/drawingml/2006/main">
            <a:srgbClr val="C2DBB7"/>
          </a:solidFill>
          <a:ln xmlns:a="http://schemas.openxmlformats.org/drawingml/2006/main" w="0">
            <a:noFill/>
            <a:prstDash val="solid"/>
          </a:ln>
        </p:spPr>
      </p:sp>
      <p:sp>
        <p:nvSpPr>
          <p:cNvPr id="573" name="layout-green-99-4">
            <a:extLst xmlns:a="http://schemas.openxmlformats.org/drawingml/2006/main">
              <a:ext uri="{FF2B5EF4-FFF2-40B4-BE49-F238E27FC236}">
                <a16:creationId xmlns:a16="http://schemas.microsoft.com/office/drawing/2014/main" id="{0B1E846F-280C-4835-B03F-B4FC17AED4EA}"/>
              </a:ext>
            </a:extLst>
          </p:cNvPr>
          <p:cNvSpPr>
            <a:spLocks xmlns:a="http://schemas.openxmlformats.org/drawingml/2006/main" noGrp="1"/>
          </p:cNvSpPr>
          <p:nvPr/>
        </p:nvSpPr>
        <p:spPr>
          <a:xfrm xmlns:a="http://schemas.openxmlformats.org/drawingml/2006/main" rot="0">
            <a:off x="419100" y="3657600"/>
            <a:ext cx="581025" cy="400050"/>
          </a:xfrm>
          <a:custGeom xmlns:a="http://schemas.openxmlformats.org/drawingml/2006/main">
            <a:pathLst>
              <a:path w="581025" h="400050">
                <a:moveTo>
                  <a:pt x="47625" y="4763"/>
                </a:moveTo>
                <a:lnTo>
                  <a:pt x="52388" y="0"/>
                </a:lnTo>
                <a:lnTo>
                  <a:pt x="61913" y="0"/>
                </a:lnTo>
                <a:lnTo>
                  <a:pt x="71438" y="0"/>
                </a:lnTo>
                <a:lnTo>
                  <a:pt x="80963" y="0"/>
                </a:lnTo>
                <a:lnTo>
                  <a:pt x="90488" y="0"/>
                </a:lnTo>
                <a:lnTo>
                  <a:pt x="100013" y="0"/>
                </a:lnTo>
                <a:lnTo>
                  <a:pt x="109538" y="0"/>
                </a:lnTo>
                <a:lnTo>
                  <a:pt x="119063" y="0"/>
                </a:lnTo>
                <a:lnTo>
                  <a:pt x="128588" y="0"/>
                </a:lnTo>
                <a:lnTo>
                  <a:pt x="133350" y="4763"/>
                </a:lnTo>
                <a:lnTo>
                  <a:pt x="138113" y="9525"/>
                </a:lnTo>
                <a:lnTo>
                  <a:pt x="142875" y="14288"/>
                </a:lnTo>
                <a:lnTo>
                  <a:pt x="142875" y="23813"/>
                </a:lnTo>
                <a:lnTo>
                  <a:pt x="142875" y="33338"/>
                </a:lnTo>
                <a:lnTo>
                  <a:pt x="142875" y="42863"/>
                </a:lnTo>
                <a:lnTo>
                  <a:pt x="142875" y="52388"/>
                </a:lnTo>
                <a:lnTo>
                  <a:pt x="142875" y="61913"/>
                </a:lnTo>
                <a:lnTo>
                  <a:pt x="142875" y="71438"/>
                </a:lnTo>
                <a:lnTo>
                  <a:pt x="142875" y="80963"/>
                </a:lnTo>
                <a:lnTo>
                  <a:pt x="142875" y="90488"/>
                </a:lnTo>
                <a:lnTo>
                  <a:pt x="142875" y="100013"/>
                </a:lnTo>
                <a:lnTo>
                  <a:pt x="142875" y="109538"/>
                </a:lnTo>
                <a:lnTo>
                  <a:pt x="142875" y="119063"/>
                </a:lnTo>
                <a:lnTo>
                  <a:pt x="142875" y="128588"/>
                </a:lnTo>
                <a:lnTo>
                  <a:pt x="142875" y="138113"/>
                </a:lnTo>
                <a:lnTo>
                  <a:pt x="142875" y="147638"/>
                </a:lnTo>
                <a:lnTo>
                  <a:pt x="147638" y="152400"/>
                </a:lnTo>
                <a:lnTo>
                  <a:pt x="157163" y="152400"/>
                </a:lnTo>
                <a:lnTo>
                  <a:pt x="166688" y="152400"/>
                </a:lnTo>
                <a:lnTo>
                  <a:pt x="176213" y="152400"/>
                </a:lnTo>
                <a:lnTo>
                  <a:pt x="185738" y="152400"/>
                </a:lnTo>
                <a:lnTo>
                  <a:pt x="195263" y="152400"/>
                </a:lnTo>
                <a:lnTo>
                  <a:pt x="204788" y="152400"/>
                </a:lnTo>
                <a:lnTo>
                  <a:pt x="214313" y="152400"/>
                </a:lnTo>
                <a:lnTo>
                  <a:pt x="223838" y="152400"/>
                </a:lnTo>
                <a:lnTo>
                  <a:pt x="233363" y="152400"/>
                </a:lnTo>
                <a:lnTo>
                  <a:pt x="242888" y="152400"/>
                </a:lnTo>
                <a:lnTo>
                  <a:pt x="252413" y="152400"/>
                </a:lnTo>
                <a:lnTo>
                  <a:pt x="261938" y="152400"/>
                </a:lnTo>
                <a:lnTo>
                  <a:pt x="271463" y="152400"/>
                </a:lnTo>
                <a:lnTo>
                  <a:pt x="280988" y="152400"/>
                </a:lnTo>
                <a:lnTo>
                  <a:pt x="290513" y="152400"/>
                </a:lnTo>
                <a:lnTo>
                  <a:pt x="300038" y="152400"/>
                </a:lnTo>
                <a:lnTo>
                  <a:pt x="309563" y="152400"/>
                </a:lnTo>
                <a:lnTo>
                  <a:pt x="319088" y="152400"/>
                </a:lnTo>
                <a:lnTo>
                  <a:pt x="328613" y="152400"/>
                </a:lnTo>
                <a:lnTo>
                  <a:pt x="338138" y="152400"/>
                </a:lnTo>
                <a:lnTo>
                  <a:pt x="347663" y="152400"/>
                </a:lnTo>
                <a:lnTo>
                  <a:pt x="357188" y="152400"/>
                </a:lnTo>
                <a:lnTo>
                  <a:pt x="366713" y="152400"/>
                </a:lnTo>
                <a:lnTo>
                  <a:pt x="376238" y="152400"/>
                </a:lnTo>
                <a:lnTo>
                  <a:pt x="385763" y="152400"/>
                </a:lnTo>
                <a:lnTo>
                  <a:pt x="395288" y="152400"/>
                </a:lnTo>
                <a:lnTo>
                  <a:pt x="404813" y="152400"/>
                </a:lnTo>
                <a:lnTo>
                  <a:pt x="414338" y="152400"/>
                </a:lnTo>
                <a:lnTo>
                  <a:pt x="423863" y="152400"/>
                </a:lnTo>
                <a:lnTo>
                  <a:pt x="433388" y="152400"/>
                </a:lnTo>
                <a:lnTo>
                  <a:pt x="442913" y="152400"/>
                </a:lnTo>
                <a:lnTo>
                  <a:pt x="452438" y="152400"/>
                </a:lnTo>
                <a:lnTo>
                  <a:pt x="461963" y="152400"/>
                </a:lnTo>
                <a:lnTo>
                  <a:pt x="471488" y="152400"/>
                </a:lnTo>
                <a:lnTo>
                  <a:pt x="481013" y="152400"/>
                </a:lnTo>
                <a:lnTo>
                  <a:pt x="490538" y="152400"/>
                </a:lnTo>
                <a:lnTo>
                  <a:pt x="500063" y="152400"/>
                </a:lnTo>
                <a:lnTo>
                  <a:pt x="509588" y="152400"/>
                </a:lnTo>
                <a:lnTo>
                  <a:pt x="519113" y="152400"/>
                </a:lnTo>
                <a:lnTo>
                  <a:pt x="528638" y="152400"/>
                </a:lnTo>
                <a:lnTo>
                  <a:pt x="538163" y="152400"/>
                </a:lnTo>
                <a:lnTo>
                  <a:pt x="547688" y="152400"/>
                </a:lnTo>
                <a:lnTo>
                  <a:pt x="557213" y="152400"/>
                </a:lnTo>
                <a:lnTo>
                  <a:pt x="566738" y="152400"/>
                </a:lnTo>
                <a:lnTo>
                  <a:pt x="576263" y="152400"/>
                </a:lnTo>
                <a:lnTo>
                  <a:pt x="581025" y="157163"/>
                </a:lnTo>
                <a:lnTo>
                  <a:pt x="576263" y="161925"/>
                </a:lnTo>
                <a:lnTo>
                  <a:pt x="566738" y="161925"/>
                </a:lnTo>
                <a:lnTo>
                  <a:pt x="557213" y="161925"/>
                </a:lnTo>
                <a:lnTo>
                  <a:pt x="547688" y="161925"/>
                </a:lnTo>
                <a:lnTo>
                  <a:pt x="538163" y="161925"/>
                </a:lnTo>
                <a:lnTo>
                  <a:pt x="528638" y="161925"/>
                </a:lnTo>
                <a:lnTo>
                  <a:pt x="519113" y="161925"/>
                </a:lnTo>
                <a:lnTo>
                  <a:pt x="509588" y="161925"/>
                </a:lnTo>
                <a:lnTo>
                  <a:pt x="500063" y="161925"/>
                </a:lnTo>
                <a:lnTo>
                  <a:pt x="495300" y="166688"/>
                </a:lnTo>
                <a:lnTo>
                  <a:pt x="495300" y="176213"/>
                </a:lnTo>
                <a:lnTo>
                  <a:pt x="490538" y="180975"/>
                </a:lnTo>
                <a:lnTo>
                  <a:pt x="485775" y="185738"/>
                </a:lnTo>
                <a:lnTo>
                  <a:pt x="485775" y="195263"/>
                </a:lnTo>
                <a:lnTo>
                  <a:pt x="485775" y="204788"/>
                </a:lnTo>
                <a:lnTo>
                  <a:pt x="485775" y="214313"/>
                </a:lnTo>
                <a:lnTo>
                  <a:pt x="481013" y="219075"/>
                </a:lnTo>
                <a:lnTo>
                  <a:pt x="476250" y="223838"/>
                </a:lnTo>
                <a:lnTo>
                  <a:pt x="476250" y="233363"/>
                </a:lnTo>
                <a:lnTo>
                  <a:pt x="471488" y="238125"/>
                </a:lnTo>
                <a:lnTo>
                  <a:pt x="466725" y="242888"/>
                </a:lnTo>
                <a:lnTo>
                  <a:pt x="466725" y="252413"/>
                </a:lnTo>
                <a:lnTo>
                  <a:pt x="466725" y="261938"/>
                </a:lnTo>
                <a:lnTo>
                  <a:pt x="461963" y="266700"/>
                </a:lnTo>
                <a:lnTo>
                  <a:pt x="457200" y="271463"/>
                </a:lnTo>
                <a:lnTo>
                  <a:pt x="457200" y="280988"/>
                </a:lnTo>
                <a:lnTo>
                  <a:pt x="452438" y="285750"/>
                </a:lnTo>
                <a:lnTo>
                  <a:pt x="447675" y="290513"/>
                </a:lnTo>
                <a:lnTo>
                  <a:pt x="447675" y="300038"/>
                </a:lnTo>
                <a:lnTo>
                  <a:pt x="442913" y="304800"/>
                </a:lnTo>
                <a:lnTo>
                  <a:pt x="438150" y="309563"/>
                </a:lnTo>
                <a:lnTo>
                  <a:pt x="433388" y="314325"/>
                </a:lnTo>
                <a:lnTo>
                  <a:pt x="423863" y="314325"/>
                </a:lnTo>
                <a:lnTo>
                  <a:pt x="419100" y="319088"/>
                </a:lnTo>
                <a:lnTo>
                  <a:pt x="419100" y="328613"/>
                </a:lnTo>
                <a:lnTo>
                  <a:pt x="414338" y="333375"/>
                </a:lnTo>
                <a:lnTo>
                  <a:pt x="409575" y="338138"/>
                </a:lnTo>
                <a:lnTo>
                  <a:pt x="404813" y="342900"/>
                </a:lnTo>
                <a:lnTo>
                  <a:pt x="400050" y="347663"/>
                </a:lnTo>
                <a:lnTo>
                  <a:pt x="395288" y="352425"/>
                </a:lnTo>
                <a:lnTo>
                  <a:pt x="385763" y="352425"/>
                </a:lnTo>
                <a:lnTo>
                  <a:pt x="381000" y="357188"/>
                </a:lnTo>
                <a:lnTo>
                  <a:pt x="376238" y="361950"/>
                </a:lnTo>
                <a:lnTo>
                  <a:pt x="366713" y="361950"/>
                </a:lnTo>
                <a:lnTo>
                  <a:pt x="361950" y="366713"/>
                </a:lnTo>
                <a:lnTo>
                  <a:pt x="357188" y="371475"/>
                </a:lnTo>
                <a:lnTo>
                  <a:pt x="352425" y="376238"/>
                </a:lnTo>
                <a:lnTo>
                  <a:pt x="347663" y="381000"/>
                </a:lnTo>
                <a:lnTo>
                  <a:pt x="338138" y="381000"/>
                </a:lnTo>
                <a:lnTo>
                  <a:pt x="328613" y="381000"/>
                </a:lnTo>
                <a:lnTo>
                  <a:pt x="323850" y="385763"/>
                </a:lnTo>
                <a:lnTo>
                  <a:pt x="319088" y="390525"/>
                </a:lnTo>
                <a:lnTo>
                  <a:pt x="309563" y="390525"/>
                </a:lnTo>
                <a:lnTo>
                  <a:pt x="300038" y="390525"/>
                </a:lnTo>
                <a:lnTo>
                  <a:pt x="290513" y="390525"/>
                </a:lnTo>
                <a:lnTo>
                  <a:pt x="285750" y="395288"/>
                </a:lnTo>
                <a:lnTo>
                  <a:pt x="280988" y="400050"/>
                </a:lnTo>
                <a:lnTo>
                  <a:pt x="271463" y="400050"/>
                </a:lnTo>
                <a:lnTo>
                  <a:pt x="261938" y="400050"/>
                </a:lnTo>
                <a:lnTo>
                  <a:pt x="252413" y="400050"/>
                </a:lnTo>
                <a:lnTo>
                  <a:pt x="242888" y="400050"/>
                </a:lnTo>
                <a:lnTo>
                  <a:pt x="233363" y="400050"/>
                </a:lnTo>
                <a:lnTo>
                  <a:pt x="223838" y="400050"/>
                </a:lnTo>
                <a:lnTo>
                  <a:pt x="214313" y="400050"/>
                </a:lnTo>
                <a:lnTo>
                  <a:pt x="204788" y="400050"/>
                </a:lnTo>
                <a:lnTo>
                  <a:pt x="200025" y="395288"/>
                </a:lnTo>
                <a:lnTo>
                  <a:pt x="195263" y="390525"/>
                </a:lnTo>
                <a:lnTo>
                  <a:pt x="185738" y="390525"/>
                </a:lnTo>
                <a:lnTo>
                  <a:pt x="176213" y="390525"/>
                </a:lnTo>
                <a:lnTo>
                  <a:pt x="166688" y="390525"/>
                </a:lnTo>
                <a:lnTo>
                  <a:pt x="161925" y="385763"/>
                </a:lnTo>
                <a:lnTo>
                  <a:pt x="157163" y="381000"/>
                </a:lnTo>
                <a:lnTo>
                  <a:pt x="147638" y="381000"/>
                </a:lnTo>
                <a:lnTo>
                  <a:pt x="138113" y="381000"/>
                </a:lnTo>
                <a:lnTo>
                  <a:pt x="133350" y="376238"/>
                </a:lnTo>
                <a:lnTo>
                  <a:pt x="128588" y="371475"/>
                </a:lnTo>
                <a:lnTo>
                  <a:pt x="123825" y="366713"/>
                </a:lnTo>
                <a:lnTo>
                  <a:pt x="119063" y="361950"/>
                </a:lnTo>
                <a:lnTo>
                  <a:pt x="109538" y="361950"/>
                </a:lnTo>
                <a:lnTo>
                  <a:pt x="104775" y="357188"/>
                </a:lnTo>
                <a:lnTo>
                  <a:pt x="100013" y="352425"/>
                </a:lnTo>
                <a:lnTo>
                  <a:pt x="95250" y="347663"/>
                </a:lnTo>
                <a:lnTo>
                  <a:pt x="90488" y="342900"/>
                </a:lnTo>
                <a:lnTo>
                  <a:pt x="80963" y="342900"/>
                </a:lnTo>
                <a:lnTo>
                  <a:pt x="76200" y="338138"/>
                </a:lnTo>
                <a:lnTo>
                  <a:pt x="71438" y="333375"/>
                </a:lnTo>
                <a:lnTo>
                  <a:pt x="66675" y="328613"/>
                </a:lnTo>
                <a:lnTo>
                  <a:pt x="66675" y="319088"/>
                </a:lnTo>
                <a:lnTo>
                  <a:pt x="61913" y="314325"/>
                </a:lnTo>
                <a:lnTo>
                  <a:pt x="52388" y="314325"/>
                </a:lnTo>
                <a:lnTo>
                  <a:pt x="47625" y="309563"/>
                </a:lnTo>
                <a:lnTo>
                  <a:pt x="47625" y="300038"/>
                </a:lnTo>
                <a:lnTo>
                  <a:pt x="42863" y="295275"/>
                </a:lnTo>
                <a:lnTo>
                  <a:pt x="38100" y="290513"/>
                </a:lnTo>
                <a:lnTo>
                  <a:pt x="33338" y="285750"/>
                </a:lnTo>
                <a:lnTo>
                  <a:pt x="28575" y="280988"/>
                </a:lnTo>
                <a:lnTo>
                  <a:pt x="28575" y="271463"/>
                </a:lnTo>
                <a:lnTo>
                  <a:pt x="23813" y="266700"/>
                </a:lnTo>
                <a:lnTo>
                  <a:pt x="19050" y="261938"/>
                </a:lnTo>
                <a:lnTo>
                  <a:pt x="19050" y="252413"/>
                </a:lnTo>
                <a:lnTo>
                  <a:pt x="19050" y="242888"/>
                </a:lnTo>
                <a:lnTo>
                  <a:pt x="14288" y="238125"/>
                </a:lnTo>
                <a:lnTo>
                  <a:pt x="9525" y="233363"/>
                </a:lnTo>
                <a:lnTo>
                  <a:pt x="9525" y="223838"/>
                </a:lnTo>
                <a:lnTo>
                  <a:pt x="4763" y="219075"/>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4763" y="95250"/>
                </a:lnTo>
                <a:lnTo>
                  <a:pt x="9525" y="90488"/>
                </a:lnTo>
                <a:lnTo>
                  <a:pt x="9525" y="80963"/>
                </a:lnTo>
                <a:lnTo>
                  <a:pt x="9525" y="71438"/>
                </a:lnTo>
                <a:lnTo>
                  <a:pt x="9525" y="61913"/>
                </a:lnTo>
                <a:lnTo>
                  <a:pt x="14288" y="57150"/>
                </a:lnTo>
                <a:lnTo>
                  <a:pt x="19050" y="52388"/>
                </a:lnTo>
                <a:lnTo>
                  <a:pt x="23813" y="47625"/>
                </a:lnTo>
                <a:lnTo>
                  <a:pt x="28575" y="42863"/>
                </a:lnTo>
                <a:lnTo>
                  <a:pt x="28575" y="33338"/>
                </a:lnTo>
                <a:lnTo>
                  <a:pt x="28575" y="23813"/>
                </a:lnTo>
                <a:lnTo>
                  <a:pt x="33338" y="19050"/>
                </a:lnTo>
                <a:lnTo>
                  <a:pt x="42863" y="19050"/>
                </a:lnTo>
                <a:lnTo>
                  <a:pt x="47625" y="14288"/>
                </a:lnTo>
                <a:lnTo>
                  <a:pt x="47625" y="4763"/>
                </a:lnTo>
                <a:close/>
              </a:path>
            </a:pathLst>
          </a:custGeom>
          <a:solidFill xmlns:a="http://schemas.openxmlformats.org/drawingml/2006/main">
            <a:srgbClr val="C2DBB7"/>
          </a:solidFill>
          <a:ln xmlns:a="http://schemas.openxmlformats.org/drawingml/2006/main" w="0">
            <a:noFill/>
            <a:prstDash val="solid"/>
          </a:ln>
        </p:spPr>
      </p:sp>
      <p:sp>
        <p:nvSpPr>
          <p:cNvPr id="574" name="layout-green-99-5">
            <a:extLst xmlns:a="http://schemas.openxmlformats.org/drawingml/2006/main">
              <a:ext uri="{FF2B5EF4-FFF2-40B4-BE49-F238E27FC236}">
                <a16:creationId xmlns:a16="http://schemas.microsoft.com/office/drawing/2014/main" id="{E8B6B15C-8E1F-4A36-BACF-6921043AEFCF}"/>
              </a:ext>
            </a:extLst>
          </p:cNvPr>
          <p:cNvSpPr>
            <a:spLocks xmlns:a="http://schemas.openxmlformats.org/drawingml/2006/main" noGrp="1"/>
          </p:cNvSpPr>
          <p:nvPr/>
        </p:nvSpPr>
        <p:spPr>
          <a:xfrm xmlns:a="http://schemas.openxmlformats.org/drawingml/2006/main" rot="0">
            <a:off x="1190625" y="38100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2DBB7"/>
          </a:solidFill>
          <a:ln xmlns:a="http://schemas.openxmlformats.org/drawingml/2006/main" w="0">
            <a:noFill/>
            <a:prstDash val="solid"/>
          </a:ln>
        </p:spPr>
      </p:sp>
      <p:sp>
        <p:nvSpPr>
          <p:cNvPr id="575" name="layout-green-99-6">
            <a:extLst xmlns:a="http://schemas.openxmlformats.org/drawingml/2006/main">
              <a:ext uri="{FF2B5EF4-FFF2-40B4-BE49-F238E27FC236}">
                <a16:creationId xmlns:a16="http://schemas.microsoft.com/office/drawing/2014/main" id="{D027295C-017D-40B6-8038-0DE9C058C03F}"/>
              </a:ext>
            </a:extLst>
          </p:cNvPr>
          <p:cNvSpPr>
            <a:spLocks xmlns:a="http://schemas.openxmlformats.org/drawingml/2006/main" noGrp="1"/>
          </p:cNvSpPr>
          <p:nvPr/>
        </p:nvSpPr>
        <p:spPr>
          <a:xfrm xmlns:a="http://schemas.openxmlformats.org/drawingml/2006/main" rot="0">
            <a:off x="123825" y="4238625"/>
            <a:ext cx="981075" cy="9525"/>
          </a:xfrm>
          <a:custGeom xmlns:a="http://schemas.openxmlformats.org/drawingml/2006/main">
            <a:pathLst>
              <a:path w="98107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1075" y="4763"/>
                </a:lnTo>
                <a:lnTo>
                  <a:pt x="976313" y="9525"/>
                </a:lnTo>
                <a:lnTo>
                  <a:pt x="966788" y="9525"/>
                </a:lnTo>
                <a:lnTo>
                  <a:pt x="957263" y="9525"/>
                </a:lnTo>
                <a:lnTo>
                  <a:pt x="947738" y="9525"/>
                </a:lnTo>
                <a:lnTo>
                  <a:pt x="938213" y="9525"/>
                </a:lnTo>
                <a:lnTo>
                  <a:pt x="928688" y="9525"/>
                </a:lnTo>
                <a:lnTo>
                  <a:pt x="919163" y="9525"/>
                </a:lnTo>
                <a:lnTo>
                  <a:pt x="909638" y="9525"/>
                </a:lnTo>
                <a:lnTo>
                  <a:pt x="900113" y="9525"/>
                </a:lnTo>
                <a:lnTo>
                  <a:pt x="890588" y="9525"/>
                </a:lnTo>
                <a:lnTo>
                  <a:pt x="881063" y="9525"/>
                </a:lnTo>
                <a:lnTo>
                  <a:pt x="871538" y="9525"/>
                </a:lnTo>
                <a:lnTo>
                  <a:pt x="862013" y="9525"/>
                </a:lnTo>
                <a:lnTo>
                  <a:pt x="852488" y="9525"/>
                </a:lnTo>
                <a:lnTo>
                  <a:pt x="842963" y="9525"/>
                </a:lnTo>
                <a:lnTo>
                  <a:pt x="833438" y="9525"/>
                </a:lnTo>
                <a:lnTo>
                  <a:pt x="823913" y="9525"/>
                </a:lnTo>
                <a:lnTo>
                  <a:pt x="814388" y="9525"/>
                </a:lnTo>
                <a:lnTo>
                  <a:pt x="804863" y="9525"/>
                </a:lnTo>
                <a:lnTo>
                  <a:pt x="795338" y="9525"/>
                </a:lnTo>
                <a:lnTo>
                  <a:pt x="785813" y="9525"/>
                </a:lnTo>
                <a:lnTo>
                  <a:pt x="776288" y="9525"/>
                </a:lnTo>
                <a:lnTo>
                  <a:pt x="766763" y="9525"/>
                </a:lnTo>
                <a:lnTo>
                  <a:pt x="757238" y="9525"/>
                </a:lnTo>
                <a:lnTo>
                  <a:pt x="747713" y="9525"/>
                </a:lnTo>
                <a:lnTo>
                  <a:pt x="738188" y="9525"/>
                </a:lnTo>
                <a:lnTo>
                  <a:pt x="728663" y="9525"/>
                </a:lnTo>
                <a:lnTo>
                  <a:pt x="719138" y="9525"/>
                </a:lnTo>
                <a:lnTo>
                  <a:pt x="709613" y="9525"/>
                </a:lnTo>
                <a:lnTo>
                  <a:pt x="700088" y="9525"/>
                </a:lnTo>
                <a:lnTo>
                  <a:pt x="690563" y="9525"/>
                </a:lnTo>
                <a:lnTo>
                  <a:pt x="681038" y="9525"/>
                </a:lnTo>
                <a:lnTo>
                  <a:pt x="671513" y="9525"/>
                </a:lnTo>
                <a:lnTo>
                  <a:pt x="661988" y="9525"/>
                </a:lnTo>
                <a:lnTo>
                  <a:pt x="652463" y="9525"/>
                </a:lnTo>
                <a:lnTo>
                  <a:pt x="642938" y="9525"/>
                </a:lnTo>
                <a:lnTo>
                  <a:pt x="633413" y="9525"/>
                </a:lnTo>
                <a:lnTo>
                  <a:pt x="623888" y="9525"/>
                </a:lnTo>
                <a:lnTo>
                  <a:pt x="614363" y="9525"/>
                </a:lnTo>
                <a:lnTo>
                  <a:pt x="604838" y="9525"/>
                </a:lnTo>
                <a:lnTo>
                  <a:pt x="595313" y="9525"/>
                </a:lnTo>
                <a:lnTo>
                  <a:pt x="585788" y="9525"/>
                </a:lnTo>
                <a:lnTo>
                  <a:pt x="576263" y="9525"/>
                </a:lnTo>
                <a:lnTo>
                  <a:pt x="566738" y="9525"/>
                </a:lnTo>
                <a:lnTo>
                  <a:pt x="557213" y="9525"/>
                </a:lnTo>
                <a:lnTo>
                  <a:pt x="547688" y="9525"/>
                </a:lnTo>
                <a:lnTo>
                  <a:pt x="538163" y="9525"/>
                </a:lnTo>
                <a:lnTo>
                  <a:pt x="528638" y="9525"/>
                </a:lnTo>
                <a:lnTo>
                  <a:pt x="519113" y="9525"/>
                </a:lnTo>
                <a:lnTo>
                  <a:pt x="509588" y="9525"/>
                </a:lnTo>
                <a:lnTo>
                  <a:pt x="500063" y="9525"/>
                </a:lnTo>
                <a:lnTo>
                  <a:pt x="490538" y="9525"/>
                </a:lnTo>
                <a:lnTo>
                  <a:pt x="481013" y="9525"/>
                </a:lnTo>
                <a:lnTo>
                  <a:pt x="471488" y="9525"/>
                </a:lnTo>
                <a:lnTo>
                  <a:pt x="461963" y="9525"/>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C2DBB7"/>
          </a:solidFill>
          <a:ln xmlns:a="http://schemas.openxmlformats.org/drawingml/2006/main" w="0">
            <a:noFill/>
            <a:prstDash val="solid"/>
          </a:ln>
        </p:spPr>
      </p:sp>
      <p:sp>
        <p:nvSpPr>
          <p:cNvPr id="576" name="layout-green-100-0">
            <a:extLst xmlns:a="http://schemas.openxmlformats.org/drawingml/2006/main">
              <a:ext uri="{FF2B5EF4-FFF2-40B4-BE49-F238E27FC236}">
                <a16:creationId xmlns:a16="http://schemas.microsoft.com/office/drawing/2014/main" id="{9FC11D43-C2D6-4C1E-A9BB-34AD354A7B21}"/>
              </a:ext>
            </a:extLst>
          </p:cNvPr>
          <p:cNvSpPr>
            <a:spLocks xmlns:a="http://schemas.openxmlformats.org/drawingml/2006/main" noGrp="1"/>
          </p:cNvSpPr>
          <p:nvPr/>
        </p:nvSpPr>
        <p:spPr>
          <a:xfrm xmlns:a="http://schemas.openxmlformats.org/drawingml/2006/main" rot="0">
            <a:off x="123825" y="3371850"/>
            <a:ext cx="9525" cy="781050"/>
          </a:xfrm>
          <a:custGeom xmlns:a="http://schemas.openxmlformats.org/drawingml/2006/main">
            <a:pathLst>
              <a:path w="9525" h="7810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9525" y="433388"/>
                </a:lnTo>
                <a:lnTo>
                  <a:pt x="9525" y="442913"/>
                </a:lnTo>
                <a:lnTo>
                  <a:pt x="9525" y="452438"/>
                </a:lnTo>
                <a:lnTo>
                  <a:pt x="9525" y="461963"/>
                </a:lnTo>
                <a:lnTo>
                  <a:pt x="9525" y="471488"/>
                </a:lnTo>
                <a:lnTo>
                  <a:pt x="9525" y="481013"/>
                </a:lnTo>
                <a:lnTo>
                  <a:pt x="9525" y="490538"/>
                </a:lnTo>
                <a:lnTo>
                  <a:pt x="9525" y="500063"/>
                </a:lnTo>
                <a:lnTo>
                  <a:pt x="9525" y="509588"/>
                </a:lnTo>
                <a:lnTo>
                  <a:pt x="9525" y="519113"/>
                </a:lnTo>
                <a:lnTo>
                  <a:pt x="9525" y="528638"/>
                </a:lnTo>
                <a:lnTo>
                  <a:pt x="9525" y="538163"/>
                </a:lnTo>
                <a:lnTo>
                  <a:pt x="9525" y="547688"/>
                </a:lnTo>
                <a:lnTo>
                  <a:pt x="9525" y="557213"/>
                </a:lnTo>
                <a:lnTo>
                  <a:pt x="9525" y="566738"/>
                </a:lnTo>
                <a:lnTo>
                  <a:pt x="9525" y="576263"/>
                </a:lnTo>
                <a:lnTo>
                  <a:pt x="9525" y="585788"/>
                </a:lnTo>
                <a:lnTo>
                  <a:pt x="9525" y="595313"/>
                </a:lnTo>
                <a:lnTo>
                  <a:pt x="9525" y="604838"/>
                </a:lnTo>
                <a:lnTo>
                  <a:pt x="9525" y="614363"/>
                </a:lnTo>
                <a:lnTo>
                  <a:pt x="9525" y="623888"/>
                </a:lnTo>
                <a:lnTo>
                  <a:pt x="9525" y="633413"/>
                </a:lnTo>
                <a:lnTo>
                  <a:pt x="9525" y="642938"/>
                </a:lnTo>
                <a:lnTo>
                  <a:pt x="9525" y="652463"/>
                </a:lnTo>
                <a:lnTo>
                  <a:pt x="9525" y="661988"/>
                </a:lnTo>
                <a:lnTo>
                  <a:pt x="9525" y="671513"/>
                </a:lnTo>
                <a:lnTo>
                  <a:pt x="9525" y="681038"/>
                </a:lnTo>
                <a:lnTo>
                  <a:pt x="9525" y="690563"/>
                </a:lnTo>
                <a:lnTo>
                  <a:pt x="9525" y="700088"/>
                </a:lnTo>
                <a:lnTo>
                  <a:pt x="9525" y="709613"/>
                </a:lnTo>
                <a:lnTo>
                  <a:pt x="9525" y="719138"/>
                </a:lnTo>
                <a:lnTo>
                  <a:pt x="9525" y="728663"/>
                </a:lnTo>
                <a:lnTo>
                  <a:pt x="9525" y="738188"/>
                </a:lnTo>
                <a:lnTo>
                  <a:pt x="9525" y="747713"/>
                </a:lnTo>
                <a:lnTo>
                  <a:pt x="9525" y="757238"/>
                </a:lnTo>
                <a:lnTo>
                  <a:pt x="9525" y="766763"/>
                </a:lnTo>
                <a:lnTo>
                  <a:pt x="9525" y="776288"/>
                </a:lnTo>
                <a:lnTo>
                  <a:pt x="4763" y="781050"/>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C4DDBA"/>
          </a:solidFill>
          <a:ln xmlns:a="http://schemas.openxmlformats.org/drawingml/2006/main" w="0">
            <a:noFill/>
            <a:prstDash val="solid"/>
          </a:ln>
        </p:spPr>
      </p:sp>
      <p:sp>
        <p:nvSpPr>
          <p:cNvPr id="577" name="layout-green-100-1">
            <a:extLst xmlns:a="http://schemas.openxmlformats.org/drawingml/2006/main">
              <a:ext uri="{FF2B5EF4-FFF2-40B4-BE49-F238E27FC236}">
                <a16:creationId xmlns:a16="http://schemas.microsoft.com/office/drawing/2014/main" id="{127F94B7-A155-443F-90E4-9AC978A284D7}"/>
              </a:ext>
            </a:extLst>
          </p:cNvPr>
          <p:cNvSpPr>
            <a:spLocks xmlns:a="http://schemas.openxmlformats.org/drawingml/2006/main" noGrp="1"/>
          </p:cNvSpPr>
          <p:nvPr/>
        </p:nvSpPr>
        <p:spPr>
          <a:xfrm xmlns:a="http://schemas.openxmlformats.org/drawingml/2006/main" rot="0">
            <a:off x="552450" y="3371850"/>
            <a:ext cx="9525" cy="161925"/>
          </a:xfrm>
          <a:custGeom xmlns:a="http://schemas.openxmlformats.org/drawingml/2006/main">
            <a:pathLst>
              <a:path w="9525" h="1619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4763" y="161925"/>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C4DDBA"/>
          </a:solidFill>
          <a:ln xmlns:a="http://schemas.openxmlformats.org/drawingml/2006/main" w="0">
            <a:noFill/>
            <a:prstDash val="solid"/>
          </a:ln>
        </p:spPr>
      </p:sp>
      <p:sp>
        <p:nvSpPr>
          <p:cNvPr id="578" name="layout-green-100-2">
            <a:extLst xmlns:a="http://schemas.openxmlformats.org/drawingml/2006/main">
              <a:ext uri="{FF2B5EF4-FFF2-40B4-BE49-F238E27FC236}">
                <a16:creationId xmlns:a16="http://schemas.microsoft.com/office/drawing/2014/main" id="{C7D44D4C-62F3-4143-AA5C-12A75148C898}"/>
              </a:ext>
            </a:extLst>
          </p:cNvPr>
          <p:cNvSpPr>
            <a:spLocks xmlns:a="http://schemas.openxmlformats.org/drawingml/2006/main" noGrp="1"/>
          </p:cNvSpPr>
          <p:nvPr/>
        </p:nvSpPr>
        <p:spPr>
          <a:xfrm xmlns:a="http://schemas.openxmlformats.org/drawingml/2006/main" rot="0">
            <a:off x="552450" y="3552825"/>
            <a:ext cx="9525" cy="28575"/>
          </a:xfrm>
          <a:custGeom xmlns:a="http://schemas.openxmlformats.org/drawingml/2006/main">
            <a:pathLst>
              <a:path w="9525" h="28575">
                <a:moveTo>
                  <a:pt x="0" y="4763"/>
                </a:moveTo>
                <a:lnTo>
                  <a:pt x="4763" y="0"/>
                </a:lnTo>
                <a:lnTo>
                  <a:pt x="9525" y="4763"/>
                </a:lnTo>
                <a:lnTo>
                  <a:pt x="9525" y="14288"/>
                </a:lnTo>
                <a:lnTo>
                  <a:pt x="9525" y="23813"/>
                </a:lnTo>
                <a:lnTo>
                  <a:pt x="4763" y="28575"/>
                </a:lnTo>
                <a:lnTo>
                  <a:pt x="0" y="23813"/>
                </a:lnTo>
                <a:lnTo>
                  <a:pt x="0" y="14288"/>
                </a:lnTo>
                <a:lnTo>
                  <a:pt x="0" y="4763"/>
                </a:lnTo>
                <a:close/>
              </a:path>
            </a:pathLst>
          </a:custGeom>
          <a:solidFill xmlns:a="http://schemas.openxmlformats.org/drawingml/2006/main">
            <a:srgbClr val="C4DDBA"/>
          </a:solidFill>
          <a:ln xmlns:a="http://schemas.openxmlformats.org/drawingml/2006/main" w="0">
            <a:noFill/>
            <a:prstDash val="solid"/>
          </a:ln>
        </p:spPr>
      </p:sp>
      <p:sp>
        <p:nvSpPr>
          <p:cNvPr id="579" name="layout-green-100-3">
            <a:extLst xmlns:a="http://schemas.openxmlformats.org/drawingml/2006/main">
              <a:ext uri="{FF2B5EF4-FFF2-40B4-BE49-F238E27FC236}">
                <a16:creationId xmlns:a16="http://schemas.microsoft.com/office/drawing/2014/main" id="{2C210C08-870D-4987-A21B-BB86F84401BB}"/>
              </a:ext>
            </a:extLst>
          </p:cNvPr>
          <p:cNvSpPr>
            <a:spLocks xmlns:a="http://schemas.openxmlformats.org/drawingml/2006/main" noGrp="1"/>
          </p:cNvSpPr>
          <p:nvPr/>
        </p:nvSpPr>
        <p:spPr>
          <a:xfrm xmlns:a="http://schemas.openxmlformats.org/drawingml/2006/main" rot="0">
            <a:off x="542925" y="3600450"/>
            <a:ext cx="19050" cy="38100"/>
          </a:xfrm>
          <a:custGeom xmlns:a="http://schemas.openxmlformats.org/drawingml/2006/main">
            <a:pathLst>
              <a:path w="19050" h="38100">
                <a:moveTo>
                  <a:pt x="9525" y="4763"/>
                </a:moveTo>
                <a:lnTo>
                  <a:pt x="14288" y="0"/>
                </a:lnTo>
                <a:lnTo>
                  <a:pt x="19050" y="4763"/>
                </a:lnTo>
                <a:lnTo>
                  <a:pt x="19050" y="14288"/>
                </a:lnTo>
                <a:lnTo>
                  <a:pt x="19050" y="23813"/>
                </a:lnTo>
                <a:lnTo>
                  <a:pt x="19050" y="33338"/>
                </a:lnTo>
                <a:lnTo>
                  <a:pt x="14288" y="38100"/>
                </a:lnTo>
                <a:lnTo>
                  <a:pt x="4763" y="38100"/>
                </a:lnTo>
                <a:lnTo>
                  <a:pt x="0" y="33338"/>
                </a:lnTo>
                <a:lnTo>
                  <a:pt x="4763" y="28575"/>
                </a:lnTo>
                <a:lnTo>
                  <a:pt x="9525" y="23813"/>
                </a:lnTo>
                <a:lnTo>
                  <a:pt x="9525" y="14288"/>
                </a:lnTo>
                <a:lnTo>
                  <a:pt x="9525" y="4763"/>
                </a:lnTo>
                <a:close/>
              </a:path>
            </a:pathLst>
          </a:custGeom>
          <a:solidFill xmlns:a="http://schemas.openxmlformats.org/drawingml/2006/main">
            <a:srgbClr val="C4DDBA"/>
          </a:solidFill>
          <a:ln xmlns:a="http://schemas.openxmlformats.org/drawingml/2006/main" w="0">
            <a:noFill/>
            <a:prstDash val="solid"/>
          </a:ln>
        </p:spPr>
      </p:sp>
      <p:sp>
        <p:nvSpPr>
          <p:cNvPr id="580" name="layout-green-100-4">
            <a:extLst xmlns:a="http://schemas.openxmlformats.org/drawingml/2006/main">
              <a:ext uri="{FF2B5EF4-FFF2-40B4-BE49-F238E27FC236}">
                <a16:creationId xmlns:a16="http://schemas.microsoft.com/office/drawing/2014/main" id="{5A16C9FF-B3BC-4C43-9F7B-3A0ABCF97871}"/>
              </a:ext>
            </a:extLst>
          </p:cNvPr>
          <p:cNvSpPr>
            <a:spLocks xmlns:a="http://schemas.openxmlformats.org/drawingml/2006/main" noGrp="1"/>
          </p:cNvSpPr>
          <p:nvPr/>
        </p:nvSpPr>
        <p:spPr>
          <a:xfrm xmlns:a="http://schemas.openxmlformats.org/drawingml/2006/main" rot="0">
            <a:off x="447675" y="3657600"/>
            <a:ext cx="533400" cy="371475"/>
          </a:xfrm>
          <a:custGeom xmlns:a="http://schemas.openxmlformats.org/drawingml/2006/main">
            <a:pathLst>
              <a:path w="533400" h="371475">
                <a:moveTo>
                  <a:pt x="57150" y="4763"/>
                </a:moveTo>
                <a:lnTo>
                  <a:pt x="61913" y="0"/>
                </a:lnTo>
                <a:lnTo>
                  <a:pt x="71438" y="0"/>
                </a:lnTo>
                <a:lnTo>
                  <a:pt x="80963" y="0"/>
                </a:lnTo>
                <a:lnTo>
                  <a:pt x="90488" y="0"/>
                </a:lnTo>
                <a:lnTo>
                  <a:pt x="100013" y="0"/>
                </a:lnTo>
                <a:lnTo>
                  <a:pt x="104775" y="4763"/>
                </a:lnTo>
                <a:lnTo>
                  <a:pt x="109538" y="9525"/>
                </a:lnTo>
                <a:lnTo>
                  <a:pt x="114300" y="14288"/>
                </a:lnTo>
                <a:lnTo>
                  <a:pt x="114300" y="23813"/>
                </a:lnTo>
                <a:lnTo>
                  <a:pt x="114300" y="33338"/>
                </a:lnTo>
                <a:lnTo>
                  <a:pt x="114300" y="42863"/>
                </a:lnTo>
                <a:lnTo>
                  <a:pt x="114300" y="52388"/>
                </a:lnTo>
                <a:lnTo>
                  <a:pt x="114300" y="61913"/>
                </a:lnTo>
                <a:lnTo>
                  <a:pt x="114300" y="71438"/>
                </a:lnTo>
                <a:lnTo>
                  <a:pt x="114300" y="80963"/>
                </a:lnTo>
                <a:lnTo>
                  <a:pt x="114300" y="90488"/>
                </a:lnTo>
                <a:lnTo>
                  <a:pt x="114300" y="100013"/>
                </a:lnTo>
                <a:lnTo>
                  <a:pt x="114300" y="109538"/>
                </a:lnTo>
                <a:lnTo>
                  <a:pt x="114300" y="119063"/>
                </a:lnTo>
                <a:lnTo>
                  <a:pt x="114300" y="128588"/>
                </a:lnTo>
                <a:lnTo>
                  <a:pt x="114300" y="138113"/>
                </a:lnTo>
                <a:lnTo>
                  <a:pt x="114300" y="147638"/>
                </a:lnTo>
                <a:lnTo>
                  <a:pt x="119063" y="152400"/>
                </a:lnTo>
                <a:lnTo>
                  <a:pt x="128588" y="152400"/>
                </a:lnTo>
                <a:lnTo>
                  <a:pt x="138113" y="152400"/>
                </a:lnTo>
                <a:lnTo>
                  <a:pt x="147638" y="152400"/>
                </a:lnTo>
                <a:lnTo>
                  <a:pt x="157163" y="152400"/>
                </a:lnTo>
                <a:lnTo>
                  <a:pt x="166688" y="152400"/>
                </a:lnTo>
                <a:lnTo>
                  <a:pt x="176213" y="152400"/>
                </a:lnTo>
                <a:lnTo>
                  <a:pt x="185738" y="152400"/>
                </a:lnTo>
                <a:lnTo>
                  <a:pt x="195263" y="152400"/>
                </a:lnTo>
                <a:lnTo>
                  <a:pt x="204788" y="152400"/>
                </a:lnTo>
                <a:lnTo>
                  <a:pt x="214313" y="152400"/>
                </a:lnTo>
                <a:lnTo>
                  <a:pt x="223838" y="152400"/>
                </a:lnTo>
                <a:lnTo>
                  <a:pt x="233363" y="152400"/>
                </a:lnTo>
                <a:lnTo>
                  <a:pt x="242888" y="152400"/>
                </a:lnTo>
                <a:lnTo>
                  <a:pt x="252413" y="152400"/>
                </a:lnTo>
                <a:lnTo>
                  <a:pt x="261938" y="152400"/>
                </a:lnTo>
                <a:lnTo>
                  <a:pt x="271463" y="152400"/>
                </a:lnTo>
                <a:lnTo>
                  <a:pt x="280988" y="152400"/>
                </a:lnTo>
                <a:lnTo>
                  <a:pt x="290513" y="152400"/>
                </a:lnTo>
                <a:lnTo>
                  <a:pt x="300038" y="152400"/>
                </a:lnTo>
                <a:lnTo>
                  <a:pt x="309563" y="152400"/>
                </a:lnTo>
                <a:lnTo>
                  <a:pt x="319088" y="152400"/>
                </a:lnTo>
                <a:lnTo>
                  <a:pt x="328613" y="152400"/>
                </a:lnTo>
                <a:lnTo>
                  <a:pt x="338138" y="152400"/>
                </a:lnTo>
                <a:lnTo>
                  <a:pt x="347663" y="152400"/>
                </a:lnTo>
                <a:lnTo>
                  <a:pt x="357188" y="152400"/>
                </a:lnTo>
                <a:lnTo>
                  <a:pt x="366713" y="152400"/>
                </a:lnTo>
                <a:lnTo>
                  <a:pt x="376238" y="152400"/>
                </a:lnTo>
                <a:lnTo>
                  <a:pt x="385763" y="152400"/>
                </a:lnTo>
                <a:lnTo>
                  <a:pt x="395288" y="152400"/>
                </a:lnTo>
                <a:lnTo>
                  <a:pt x="404813" y="152400"/>
                </a:lnTo>
                <a:lnTo>
                  <a:pt x="414338" y="152400"/>
                </a:lnTo>
                <a:lnTo>
                  <a:pt x="423863" y="152400"/>
                </a:lnTo>
                <a:lnTo>
                  <a:pt x="433388" y="152400"/>
                </a:lnTo>
                <a:lnTo>
                  <a:pt x="442913" y="152400"/>
                </a:lnTo>
                <a:lnTo>
                  <a:pt x="452438" y="152400"/>
                </a:lnTo>
                <a:lnTo>
                  <a:pt x="461963" y="152400"/>
                </a:lnTo>
                <a:lnTo>
                  <a:pt x="471488" y="152400"/>
                </a:lnTo>
                <a:lnTo>
                  <a:pt x="481013" y="152400"/>
                </a:lnTo>
                <a:lnTo>
                  <a:pt x="490538" y="152400"/>
                </a:lnTo>
                <a:lnTo>
                  <a:pt x="500063" y="152400"/>
                </a:lnTo>
                <a:lnTo>
                  <a:pt x="509588" y="152400"/>
                </a:lnTo>
                <a:lnTo>
                  <a:pt x="519113" y="152400"/>
                </a:lnTo>
                <a:lnTo>
                  <a:pt x="528638" y="152400"/>
                </a:lnTo>
                <a:lnTo>
                  <a:pt x="533400" y="157163"/>
                </a:lnTo>
                <a:lnTo>
                  <a:pt x="528638" y="161925"/>
                </a:lnTo>
                <a:lnTo>
                  <a:pt x="519113" y="161925"/>
                </a:lnTo>
                <a:lnTo>
                  <a:pt x="509588" y="161925"/>
                </a:lnTo>
                <a:lnTo>
                  <a:pt x="500063" y="161925"/>
                </a:lnTo>
                <a:lnTo>
                  <a:pt x="490538" y="161925"/>
                </a:lnTo>
                <a:lnTo>
                  <a:pt x="481013" y="161925"/>
                </a:lnTo>
                <a:lnTo>
                  <a:pt x="471488" y="161925"/>
                </a:lnTo>
                <a:lnTo>
                  <a:pt x="461963" y="161925"/>
                </a:lnTo>
                <a:lnTo>
                  <a:pt x="452438" y="161925"/>
                </a:lnTo>
                <a:lnTo>
                  <a:pt x="442913" y="161925"/>
                </a:lnTo>
                <a:lnTo>
                  <a:pt x="433388" y="161925"/>
                </a:lnTo>
                <a:lnTo>
                  <a:pt x="428625" y="166688"/>
                </a:lnTo>
                <a:lnTo>
                  <a:pt x="428625" y="176213"/>
                </a:lnTo>
                <a:lnTo>
                  <a:pt x="428625" y="185738"/>
                </a:lnTo>
                <a:lnTo>
                  <a:pt x="428625" y="195263"/>
                </a:lnTo>
                <a:lnTo>
                  <a:pt x="423863" y="200025"/>
                </a:lnTo>
                <a:lnTo>
                  <a:pt x="419100" y="204788"/>
                </a:lnTo>
                <a:lnTo>
                  <a:pt x="423863" y="209550"/>
                </a:lnTo>
                <a:lnTo>
                  <a:pt x="428625" y="214313"/>
                </a:lnTo>
                <a:lnTo>
                  <a:pt x="423863" y="219075"/>
                </a:lnTo>
                <a:lnTo>
                  <a:pt x="419100" y="223838"/>
                </a:lnTo>
                <a:lnTo>
                  <a:pt x="419100" y="233363"/>
                </a:lnTo>
                <a:lnTo>
                  <a:pt x="414338" y="238125"/>
                </a:lnTo>
                <a:lnTo>
                  <a:pt x="409575" y="242888"/>
                </a:lnTo>
                <a:lnTo>
                  <a:pt x="409575" y="252413"/>
                </a:lnTo>
                <a:lnTo>
                  <a:pt x="404813" y="257175"/>
                </a:lnTo>
                <a:lnTo>
                  <a:pt x="400050" y="261938"/>
                </a:lnTo>
                <a:lnTo>
                  <a:pt x="400050" y="271463"/>
                </a:lnTo>
                <a:lnTo>
                  <a:pt x="395288" y="276225"/>
                </a:lnTo>
                <a:lnTo>
                  <a:pt x="390525" y="280988"/>
                </a:lnTo>
                <a:lnTo>
                  <a:pt x="385763" y="285750"/>
                </a:lnTo>
                <a:lnTo>
                  <a:pt x="381000" y="290513"/>
                </a:lnTo>
                <a:lnTo>
                  <a:pt x="376238" y="295275"/>
                </a:lnTo>
                <a:lnTo>
                  <a:pt x="371475" y="300038"/>
                </a:lnTo>
                <a:lnTo>
                  <a:pt x="366713" y="304800"/>
                </a:lnTo>
                <a:lnTo>
                  <a:pt x="361950" y="309563"/>
                </a:lnTo>
                <a:lnTo>
                  <a:pt x="357188" y="314325"/>
                </a:lnTo>
                <a:lnTo>
                  <a:pt x="352425" y="319088"/>
                </a:lnTo>
                <a:lnTo>
                  <a:pt x="347663" y="323850"/>
                </a:lnTo>
                <a:lnTo>
                  <a:pt x="342900" y="328613"/>
                </a:lnTo>
                <a:lnTo>
                  <a:pt x="338138" y="333375"/>
                </a:lnTo>
                <a:lnTo>
                  <a:pt x="328613" y="333375"/>
                </a:lnTo>
                <a:lnTo>
                  <a:pt x="323850" y="338138"/>
                </a:lnTo>
                <a:lnTo>
                  <a:pt x="319088" y="342900"/>
                </a:lnTo>
                <a:lnTo>
                  <a:pt x="309563" y="342900"/>
                </a:lnTo>
                <a:lnTo>
                  <a:pt x="304800" y="347663"/>
                </a:lnTo>
                <a:lnTo>
                  <a:pt x="300038" y="352425"/>
                </a:lnTo>
                <a:lnTo>
                  <a:pt x="290513" y="352425"/>
                </a:lnTo>
                <a:lnTo>
                  <a:pt x="285750" y="357188"/>
                </a:lnTo>
                <a:lnTo>
                  <a:pt x="280988" y="361950"/>
                </a:lnTo>
                <a:lnTo>
                  <a:pt x="271463" y="361950"/>
                </a:lnTo>
                <a:lnTo>
                  <a:pt x="261938" y="361950"/>
                </a:lnTo>
                <a:lnTo>
                  <a:pt x="252413" y="361950"/>
                </a:lnTo>
                <a:lnTo>
                  <a:pt x="247650" y="366713"/>
                </a:lnTo>
                <a:lnTo>
                  <a:pt x="242888" y="371475"/>
                </a:lnTo>
                <a:lnTo>
                  <a:pt x="233363" y="371475"/>
                </a:lnTo>
                <a:lnTo>
                  <a:pt x="223838" y="371475"/>
                </a:lnTo>
                <a:lnTo>
                  <a:pt x="214313" y="371475"/>
                </a:lnTo>
                <a:lnTo>
                  <a:pt x="204788" y="371475"/>
                </a:lnTo>
                <a:lnTo>
                  <a:pt x="195263" y="371475"/>
                </a:lnTo>
                <a:lnTo>
                  <a:pt x="185738" y="371475"/>
                </a:lnTo>
                <a:lnTo>
                  <a:pt x="180975" y="366713"/>
                </a:lnTo>
                <a:lnTo>
                  <a:pt x="176213" y="361950"/>
                </a:lnTo>
                <a:lnTo>
                  <a:pt x="166688" y="361950"/>
                </a:lnTo>
                <a:lnTo>
                  <a:pt x="157163" y="361950"/>
                </a:lnTo>
                <a:lnTo>
                  <a:pt x="147638" y="361950"/>
                </a:lnTo>
                <a:lnTo>
                  <a:pt x="142875" y="357188"/>
                </a:lnTo>
                <a:lnTo>
                  <a:pt x="138113" y="352425"/>
                </a:lnTo>
                <a:lnTo>
                  <a:pt x="128588" y="352425"/>
                </a:lnTo>
                <a:lnTo>
                  <a:pt x="123825" y="347663"/>
                </a:lnTo>
                <a:lnTo>
                  <a:pt x="119063" y="342900"/>
                </a:lnTo>
                <a:lnTo>
                  <a:pt x="109538" y="342900"/>
                </a:lnTo>
                <a:lnTo>
                  <a:pt x="104775" y="338138"/>
                </a:lnTo>
                <a:lnTo>
                  <a:pt x="100013" y="333375"/>
                </a:lnTo>
                <a:lnTo>
                  <a:pt x="90488" y="333375"/>
                </a:lnTo>
                <a:lnTo>
                  <a:pt x="85725" y="328613"/>
                </a:lnTo>
                <a:lnTo>
                  <a:pt x="80963" y="323850"/>
                </a:lnTo>
                <a:lnTo>
                  <a:pt x="76200" y="319088"/>
                </a:lnTo>
                <a:lnTo>
                  <a:pt x="71438" y="314325"/>
                </a:lnTo>
                <a:lnTo>
                  <a:pt x="66675" y="309563"/>
                </a:lnTo>
                <a:lnTo>
                  <a:pt x="61913" y="304800"/>
                </a:lnTo>
                <a:lnTo>
                  <a:pt x="57150" y="300038"/>
                </a:lnTo>
                <a:lnTo>
                  <a:pt x="52388" y="295275"/>
                </a:lnTo>
                <a:lnTo>
                  <a:pt x="47625" y="290513"/>
                </a:lnTo>
                <a:lnTo>
                  <a:pt x="42863" y="285750"/>
                </a:lnTo>
                <a:lnTo>
                  <a:pt x="38100" y="280988"/>
                </a:lnTo>
                <a:lnTo>
                  <a:pt x="38100" y="271463"/>
                </a:lnTo>
                <a:lnTo>
                  <a:pt x="33338" y="266700"/>
                </a:lnTo>
                <a:lnTo>
                  <a:pt x="28575" y="261938"/>
                </a:lnTo>
                <a:lnTo>
                  <a:pt x="23813" y="257175"/>
                </a:lnTo>
                <a:lnTo>
                  <a:pt x="19050" y="252413"/>
                </a:lnTo>
                <a:lnTo>
                  <a:pt x="19050" y="242888"/>
                </a:lnTo>
                <a:lnTo>
                  <a:pt x="14288" y="238125"/>
                </a:lnTo>
                <a:lnTo>
                  <a:pt x="9525" y="233363"/>
                </a:lnTo>
                <a:lnTo>
                  <a:pt x="9525" y="223838"/>
                </a:lnTo>
                <a:lnTo>
                  <a:pt x="4763" y="219075"/>
                </a:lnTo>
                <a:lnTo>
                  <a:pt x="0" y="214313"/>
                </a:lnTo>
                <a:lnTo>
                  <a:pt x="4763" y="209550"/>
                </a:lnTo>
                <a:lnTo>
                  <a:pt x="9525" y="204788"/>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4763" y="114300"/>
                </a:lnTo>
                <a:lnTo>
                  <a:pt x="9525" y="109538"/>
                </a:lnTo>
                <a:lnTo>
                  <a:pt x="9525" y="100013"/>
                </a:lnTo>
                <a:lnTo>
                  <a:pt x="9525" y="90488"/>
                </a:lnTo>
                <a:lnTo>
                  <a:pt x="14288" y="85725"/>
                </a:lnTo>
                <a:lnTo>
                  <a:pt x="19050" y="80963"/>
                </a:lnTo>
                <a:lnTo>
                  <a:pt x="19050" y="71438"/>
                </a:lnTo>
                <a:lnTo>
                  <a:pt x="19050" y="61913"/>
                </a:lnTo>
                <a:lnTo>
                  <a:pt x="23813" y="57150"/>
                </a:lnTo>
                <a:lnTo>
                  <a:pt x="28575" y="52388"/>
                </a:lnTo>
                <a:lnTo>
                  <a:pt x="28575" y="42863"/>
                </a:lnTo>
                <a:lnTo>
                  <a:pt x="33338" y="38100"/>
                </a:lnTo>
                <a:lnTo>
                  <a:pt x="38100" y="33338"/>
                </a:lnTo>
                <a:lnTo>
                  <a:pt x="38100" y="23813"/>
                </a:lnTo>
                <a:lnTo>
                  <a:pt x="42863" y="19050"/>
                </a:lnTo>
                <a:lnTo>
                  <a:pt x="47625" y="14288"/>
                </a:lnTo>
                <a:lnTo>
                  <a:pt x="52388" y="9525"/>
                </a:lnTo>
                <a:lnTo>
                  <a:pt x="57150" y="4763"/>
                </a:lnTo>
                <a:close/>
              </a:path>
            </a:pathLst>
          </a:custGeom>
          <a:solidFill xmlns:a="http://schemas.openxmlformats.org/drawingml/2006/main">
            <a:srgbClr val="C4DDBA"/>
          </a:solidFill>
          <a:ln xmlns:a="http://schemas.openxmlformats.org/drawingml/2006/main" w="0">
            <a:noFill/>
            <a:prstDash val="solid"/>
          </a:ln>
        </p:spPr>
      </p:sp>
      <p:sp>
        <p:nvSpPr>
          <p:cNvPr id="581" name="layout-green-100-5">
            <a:extLst xmlns:a="http://schemas.openxmlformats.org/drawingml/2006/main">
              <a:ext uri="{FF2B5EF4-FFF2-40B4-BE49-F238E27FC236}">
                <a16:creationId xmlns:a16="http://schemas.microsoft.com/office/drawing/2014/main" id="{571AAD10-168A-4016-B77E-C707D6D21F9C}"/>
              </a:ext>
            </a:extLst>
          </p:cNvPr>
          <p:cNvSpPr>
            <a:spLocks xmlns:a="http://schemas.openxmlformats.org/drawingml/2006/main" noGrp="1"/>
          </p:cNvSpPr>
          <p:nvPr/>
        </p:nvSpPr>
        <p:spPr>
          <a:xfrm xmlns:a="http://schemas.openxmlformats.org/drawingml/2006/main" rot="0">
            <a:off x="1190625" y="38100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4DDBA"/>
          </a:solidFill>
          <a:ln xmlns:a="http://schemas.openxmlformats.org/drawingml/2006/main" w="0">
            <a:noFill/>
            <a:prstDash val="solid"/>
          </a:ln>
        </p:spPr>
      </p:sp>
      <p:sp>
        <p:nvSpPr>
          <p:cNvPr id="582" name="layout-green-100-6">
            <a:extLst xmlns:a="http://schemas.openxmlformats.org/drawingml/2006/main">
              <a:ext uri="{FF2B5EF4-FFF2-40B4-BE49-F238E27FC236}">
                <a16:creationId xmlns:a16="http://schemas.microsoft.com/office/drawing/2014/main" id="{3D55A0C2-DFEA-49CC-BB02-E0820476181B}"/>
              </a:ext>
            </a:extLst>
          </p:cNvPr>
          <p:cNvSpPr>
            <a:spLocks xmlns:a="http://schemas.openxmlformats.org/drawingml/2006/main" noGrp="1"/>
          </p:cNvSpPr>
          <p:nvPr/>
        </p:nvSpPr>
        <p:spPr>
          <a:xfrm xmlns:a="http://schemas.openxmlformats.org/drawingml/2006/main" rot="0">
            <a:off x="123825" y="4238625"/>
            <a:ext cx="971550" cy="9525"/>
          </a:xfrm>
          <a:custGeom xmlns:a="http://schemas.openxmlformats.org/drawingml/2006/main">
            <a:pathLst>
              <a:path w="97155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1550" y="4763"/>
                </a:lnTo>
                <a:lnTo>
                  <a:pt x="966788" y="9525"/>
                </a:lnTo>
                <a:lnTo>
                  <a:pt x="957263" y="9525"/>
                </a:lnTo>
                <a:lnTo>
                  <a:pt x="947738" y="9525"/>
                </a:lnTo>
                <a:lnTo>
                  <a:pt x="938213" y="9525"/>
                </a:lnTo>
                <a:lnTo>
                  <a:pt x="928688" y="9525"/>
                </a:lnTo>
                <a:lnTo>
                  <a:pt x="919163" y="9525"/>
                </a:lnTo>
                <a:lnTo>
                  <a:pt x="909638" y="9525"/>
                </a:lnTo>
                <a:lnTo>
                  <a:pt x="900113" y="9525"/>
                </a:lnTo>
                <a:lnTo>
                  <a:pt x="890588" y="9525"/>
                </a:lnTo>
                <a:lnTo>
                  <a:pt x="881063" y="9525"/>
                </a:lnTo>
                <a:lnTo>
                  <a:pt x="871538" y="9525"/>
                </a:lnTo>
                <a:lnTo>
                  <a:pt x="862013" y="9525"/>
                </a:lnTo>
                <a:lnTo>
                  <a:pt x="852488" y="9525"/>
                </a:lnTo>
                <a:lnTo>
                  <a:pt x="842963" y="9525"/>
                </a:lnTo>
                <a:lnTo>
                  <a:pt x="833438" y="9525"/>
                </a:lnTo>
                <a:lnTo>
                  <a:pt x="823913" y="9525"/>
                </a:lnTo>
                <a:lnTo>
                  <a:pt x="814388" y="9525"/>
                </a:lnTo>
                <a:lnTo>
                  <a:pt x="804863" y="9525"/>
                </a:lnTo>
                <a:lnTo>
                  <a:pt x="795338" y="9525"/>
                </a:lnTo>
                <a:lnTo>
                  <a:pt x="785813" y="9525"/>
                </a:lnTo>
                <a:lnTo>
                  <a:pt x="776288" y="9525"/>
                </a:lnTo>
                <a:lnTo>
                  <a:pt x="766763" y="9525"/>
                </a:lnTo>
                <a:lnTo>
                  <a:pt x="757238" y="9525"/>
                </a:lnTo>
                <a:lnTo>
                  <a:pt x="747713" y="9525"/>
                </a:lnTo>
                <a:lnTo>
                  <a:pt x="738188" y="9525"/>
                </a:lnTo>
                <a:lnTo>
                  <a:pt x="728663" y="9525"/>
                </a:lnTo>
                <a:lnTo>
                  <a:pt x="719138" y="9525"/>
                </a:lnTo>
                <a:lnTo>
                  <a:pt x="709613" y="9525"/>
                </a:lnTo>
                <a:lnTo>
                  <a:pt x="700088" y="9525"/>
                </a:lnTo>
                <a:lnTo>
                  <a:pt x="690563" y="9525"/>
                </a:lnTo>
                <a:lnTo>
                  <a:pt x="681038" y="9525"/>
                </a:lnTo>
                <a:lnTo>
                  <a:pt x="671513" y="9525"/>
                </a:lnTo>
                <a:lnTo>
                  <a:pt x="661988" y="9525"/>
                </a:lnTo>
                <a:lnTo>
                  <a:pt x="652463" y="9525"/>
                </a:lnTo>
                <a:lnTo>
                  <a:pt x="642938" y="9525"/>
                </a:lnTo>
                <a:lnTo>
                  <a:pt x="633413" y="9525"/>
                </a:lnTo>
                <a:lnTo>
                  <a:pt x="623888" y="9525"/>
                </a:lnTo>
                <a:lnTo>
                  <a:pt x="614363" y="9525"/>
                </a:lnTo>
                <a:lnTo>
                  <a:pt x="604838" y="9525"/>
                </a:lnTo>
                <a:lnTo>
                  <a:pt x="595313" y="9525"/>
                </a:lnTo>
                <a:lnTo>
                  <a:pt x="585788" y="9525"/>
                </a:lnTo>
                <a:lnTo>
                  <a:pt x="576263" y="9525"/>
                </a:lnTo>
                <a:lnTo>
                  <a:pt x="566738" y="9525"/>
                </a:lnTo>
                <a:lnTo>
                  <a:pt x="557213" y="9525"/>
                </a:lnTo>
                <a:lnTo>
                  <a:pt x="547688" y="9525"/>
                </a:lnTo>
                <a:lnTo>
                  <a:pt x="538163" y="9525"/>
                </a:lnTo>
                <a:lnTo>
                  <a:pt x="528638" y="9525"/>
                </a:lnTo>
                <a:lnTo>
                  <a:pt x="519113" y="9525"/>
                </a:lnTo>
                <a:lnTo>
                  <a:pt x="509588" y="9525"/>
                </a:lnTo>
                <a:lnTo>
                  <a:pt x="500063" y="9525"/>
                </a:lnTo>
                <a:lnTo>
                  <a:pt x="490538" y="9525"/>
                </a:lnTo>
                <a:lnTo>
                  <a:pt x="481013" y="9525"/>
                </a:lnTo>
                <a:lnTo>
                  <a:pt x="471488" y="9525"/>
                </a:lnTo>
                <a:lnTo>
                  <a:pt x="461963" y="9525"/>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C4DDBA"/>
          </a:solidFill>
          <a:ln xmlns:a="http://schemas.openxmlformats.org/drawingml/2006/main" w="0">
            <a:noFill/>
            <a:prstDash val="solid"/>
          </a:ln>
        </p:spPr>
      </p:sp>
      <p:sp>
        <p:nvSpPr>
          <p:cNvPr id="583" name="layout-green-101-0">
            <a:extLst xmlns:a="http://schemas.openxmlformats.org/drawingml/2006/main">
              <a:ext uri="{FF2B5EF4-FFF2-40B4-BE49-F238E27FC236}">
                <a16:creationId xmlns:a16="http://schemas.microsoft.com/office/drawing/2014/main" id="{4E4228EB-24DF-404F-A9C7-C466CE756823}"/>
              </a:ext>
            </a:extLst>
          </p:cNvPr>
          <p:cNvSpPr>
            <a:spLocks xmlns:a="http://schemas.openxmlformats.org/drawingml/2006/main" noGrp="1"/>
          </p:cNvSpPr>
          <p:nvPr/>
        </p:nvSpPr>
        <p:spPr>
          <a:xfrm xmlns:a="http://schemas.openxmlformats.org/drawingml/2006/main" rot="0">
            <a:off x="123825" y="3371850"/>
            <a:ext cx="9525" cy="781050"/>
          </a:xfrm>
          <a:custGeom xmlns:a="http://schemas.openxmlformats.org/drawingml/2006/main">
            <a:pathLst>
              <a:path w="9525" h="7810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9525" y="433388"/>
                </a:lnTo>
                <a:lnTo>
                  <a:pt x="9525" y="442913"/>
                </a:lnTo>
                <a:lnTo>
                  <a:pt x="9525" y="452438"/>
                </a:lnTo>
                <a:lnTo>
                  <a:pt x="9525" y="461963"/>
                </a:lnTo>
                <a:lnTo>
                  <a:pt x="9525" y="471488"/>
                </a:lnTo>
                <a:lnTo>
                  <a:pt x="9525" y="481013"/>
                </a:lnTo>
                <a:lnTo>
                  <a:pt x="9525" y="490538"/>
                </a:lnTo>
                <a:lnTo>
                  <a:pt x="9525" y="500063"/>
                </a:lnTo>
                <a:lnTo>
                  <a:pt x="9525" y="509588"/>
                </a:lnTo>
                <a:lnTo>
                  <a:pt x="9525" y="519113"/>
                </a:lnTo>
                <a:lnTo>
                  <a:pt x="9525" y="528638"/>
                </a:lnTo>
                <a:lnTo>
                  <a:pt x="9525" y="538163"/>
                </a:lnTo>
                <a:lnTo>
                  <a:pt x="9525" y="547688"/>
                </a:lnTo>
                <a:lnTo>
                  <a:pt x="9525" y="557213"/>
                </a:lnTo>
                <a:lnTo>
                  <a:pt x="9525" y="566738"/>
                </a:lnTo>
                <a:lnTo>
                  <a:pt x="9525" y="576263"/>
                </a:lnTo>
                <a:lnTo>
                  <a:pt x="9525" y="585788"/>
                </a:lnTo>
                <a:lnTo>
                  <a:pt x="9525" y="595313"/>
                </a:lnTo>
                <a:lnTo>
                  <a:pt x="9525" y="604838"/>
                </a:lnTo>
                <a:lnTo>
                  <a:pt x="9525" y="614363"/>
                </a:lnTo>
                <a:lnTo>
                  <a:pt x="9525" y="623888"/>
                </a:lnTo>
                <a:lnTo>
                  <a:pt x="9525" y="633413"/>
                </a:lnTo>
                <a:lnTo>
                  <a:pt x="9525" y="642938"/>
                </a:lnTo>
                <a:lnTo>
                  <a:pt x="9525" y="652463"/>
                </a:lnTo>
                <a:lnTo>
                  <a:pt x="9525" y="661988"/>
                </a:lnTo>
                <a:lnTo>
                  <a:pt x="9525" y="671513"/>
                </a:lnTo>
                <a:lnTo>
                  <a:pt x="9525" y="681038"/>
                </a:lnTo>
                <a:lnTo>
                  <a:pt x="9525" y="690563"/>
                </a:lnTo>
                <a:lnTo>
                  <a:pt x="9525" y="700088"/>
                </a:lnTo>
                <a:lnTo>
                  <a:pt x="9525" y="709613"/>
                </a:lnTo>
                <a:lnTo>
                  <a:pt x="9525" y="719138"/>
                </a:lnTo>
                <a:lnTo>
                  <a:pt x="9525" y="728663"/>
                </a:lnTo>
                <a:lnTo>
                  <a:pt x="9525" y="738188"/>
                </a:lnTo>
                <a:lnTo>
                  <a:pt x="9525" y="747713"/>
                </a:lnTo>
                <a:lnTo>
                  <a:pt x="9525" y="757238"/>
                </a:lnTo>
                <a:lnTo>
                  <a:pt x="9525" y="766763"/>
                </a:lnTo>
                <a:lnTo>
                  <a:pt x="9525" y="776288"/>
                </a:lnTo>
                <a:lnTo>
                  <a:pt x="4763" y="781050"/>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C6DEBD"/>
          </a:solidFill>
          <a:ln xmlns:a="http://schemas.openxmlformats.org/drawingml/2006/main" w="0">
            <a:noFill/>
            <a:prstDash val="solid"/>
          </a:ln>
        </p:spPr>
      </p:sp>
      <p:sp>
        <p:nvSpPr>
          <p:cNvPr id="584" name="layout-green-101-1">
            <a:extLst xmlns:a="http://schemas.openxmlformats.org/drawingml/2006/main">
              <a:ext uri="{FF2B5EF4-FFF2-40B4-BE49-F238E27FC236}">
                <a16:creationId xmlns:a16="http://schemas.microsoft.com/office/drawing/2014/main" id="{6511BC8D-588F-4B47-95A5-0070B6637CB9}"/>
              </a:ext>
            </a:extLst>
          </p:cNvPr>
          <p:cNvSpPr>
            <a:spLocks xmlns:a="http://schemas.openxmlformats.org/drawingml/2006/main" noGrp="1"/>
          </p:cNvSpPr>
          <p:nvPr/>
        </p:nvSpPr>
        <p:spPr>
          <a:xfrm xmlns:a="http://schemas.openxmlformats.org/drawingml/2006/main" rot="0">
            <a:off x="552450" y="3371850"/>
            <a:ext cx="9525" cy="161925"/>
          </a:xfrm>
          <a:custGeom xmlns:a="http://schemas.openxmlformats.org/drawingml/2006/main">
            <a:pathLst>
              <a:path w="9525" h="1619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4763" y="161925"/>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C6DEBD"/>
          </a:solidFill>
          <a:ln xmlns:a="http://schemas.openxmlformats.org/drawingml/2006/main" w="0">
            <a:noFill/>
            <a:prstDash val="solid"/>
          </a:ln>
        </p:spPr>
      </p:sp>
      <p:sp>
        <p:nvSpPr>
          <p:cNvPr id="585" name="layout-green-101-2">
            <a:extLst xmlns:a="http://schemas.openxmlformats.org/drawingml/2006/main">
              <a:ext uri="{FF2B5EF4-FFF2-40B4-BE49-F238E27FC236}">
                <a16:creationId xmlns:a16="http://schemas.microsoft.com/office/drawing/2014/main" id="{D1A00D48-B277-47BA-BB43-8A6C58385672}"/>
              </a:ext>
            </a:extLst>
          </p:cNvPr>
          <p:cNvSpPr>
            <a:spLocks xmlns:a="http://schemas.openxmlformats.org/drawingml/2006/main" noGrp="1"/>
          </p:cNvSpPr>
          <p:nvPr/>
        </p:nvSpPr>
        <p:spPr>
          <a:xfrm xmlns:a="http://schemas.openxmlformats.org/drawingml/2006/main" rot="0">
            <a:off x="552450" y="3552825"/>
            <a:ext cx="9525" cy="28575"/>
          </a:xfrm>
          <a:custGeom xmlns:a="http://schemas.openxmlformats.org/drawingml/2006/main">
            <a:pathLst>
              <a:path w="9525" h="28575">
                <a:moveTo>
                  <a:pt x="0" y="4763"/>
                </a:moveTo>
                <a:lnTo>
                  <a:pt x="4763" y="0"/>
                </a:lnTo>
                <a:lnTo>
                  <a:pt x="9525" y="4763"/>
                </a:lnTo>
                <a:lnTo>
                  <a:pt x="9525" y="14288"/>
                </a:lnTo>
                <a:lnTo>
                  <a:pt x="9525" y="23813"/>
                </a:lnTo>
                <a:lnTo>
                  <a:pt x="4763" y="28575"/>
                </a:lnTo>
                <a:lnTo>
                  <a:pt x="0" y="23813"/>
                </a:lnTo>
                <a:lnTo>
                  <a:pt x="0" y="14288"/>
                </a:lnTo>
                <a:lnTo>
                  <a:pt x="0" y="4763"/>
                </a:lnTo>
                <a:close/>
              </a:path>
            </a:pathLst>
          </a:custGeom>
          <a:solidFill xmlns:a="http://schemas.openxmlformats.org/drawingml/2006/main">
            <a:srgbClr val="C6DEBD"/>
          </a:solidFill>
          <a:ln xmlns:a="http://schemas.openxmlformats.org/drawingml/2006/main" w="0">
            <a:noFill/>
            <a:prstDash val="solid"/>
          </a:ln>
        </p:spPr>
      </p:sp>
      <p:sp>
        <p:nvSpPr>
          <p:cNvPr id="586" name="layout-green-101-3">
            <a:extLst xmlns:a="http://schemas.openxmlformats.org/drawingml/2006/main">
              <a:ext uri="{FF2B5EF4-FFF2-40B4-BE49-F238E27FC236}">
                <a16:creationId xmlns:a16="http://schemas.microsoft.com/office/drawing/2014/main" id="{4498E726-0553-4908-92D6-E9B9C1E4C70E}"/>
              </a:ext>
            </a:extLst>
          </p:cNvPr>
          <p:cNvSpPr>
            <a:spLocks xmlns:a="http://schemas.openxmlformats.org/drawingml/2006/main" noGrp="1"/>
          </p:cNvSpPr>
          <p:nvPr/>
        </p:nvSpPr>
        <p:spPr>
          <a:xfrm xmlns:a="http://schemas.openxmlformats.org/drawingml/2006/main" rot="0">
            <a:off x="552450" y="3600450"/>
            <a:ext cx="9525" cy="38100"/>
          </a:xfrm>
          <a:custGeom xmlns:a="http://schemas.openxmlformats.org/drawingml/2006/main">
            <a:pathLst>
              <a:path w="9525" h="38100">
                <a:moveTo>
                  <a:pt x="0" y="4763"/>
                </a:moveTo>
                <a:lnTo>
                  <a:pt x="4763" y="0"/>
                </a:lnTo>
                <a:lnTo>
                  <a:pt x="9525" y="4763"/>
                </a:lnTo>
                <a:lnTo>
                  <a:pt x="9525" y="14288"/>
                </a:lnTo>
                <a:lnTo>
                  <a:pt x="9525" y="23813"/>
                </a:lnTo>
                <a:lnTo>
                  <a:pt x="9525" y="33338"/>
                </a:lnTo>
                <a:lnTo>
                  <a:pt x="4763" y="38100"/>
                </a:lnTo>
                <a:lnTo>
                  <a:pt x="0" y="33338"/>
                </a:lnTo>
                <a:lnTo>
                  <a:pt x="0" y="23813"/>
                </a:lnTo>
                <a:lnTo>
                  <a:pt x="0" y="14288"/>
                </a:lnTo>
                <a:lnTo>
                  <a:pt x="0" y="4763"/>
                </a:lnTo>
                <a:close/>
              </a:path>
            </a:pathLst>
          </a:custGeom>
          <a:solidFill xmlns:a="http://schemas.openxmlformats.org/drawingml/2006/main">
            <a:srgbClr val="C6DEBD"/>
          </a:solidFill>
          <a:ln xmlns:a="http://schemas.openxmlformats.org/drawingml/2006/main" w="0">
            <a:noFill/>
            <a:prstDash val="solid"/>
          </a:ln>
        </p:spPr>
      </p:sp>
      <p:sp>
        <p:nvSpPr>
          <p:cNvPr id="587" name="layout-green-101-4">
            <a:extLst xmlns:a="http://schemas.openxmlformats.org/drawingml/2006/main">
              <a:ext uri="{FF2B5EF4-FFF2-40B4-BE49-F238E27FC236}">
                <a16:creationId xmlns:a16="http://schemas.microsoft.com/office/drawing/2014/main" id="{BB6C93F9-77CB-47FE-8374-84D40B6F1097}"/>
              </a:ext>
            </a:extLst>
          </p:cNvPr>
          <p:cNvSpPr>
            <a:spLocks xmlns:a="http://schemas.openxmlformats.org/drawingml/2006/main" noGrp="1"/>
          </p:cNvSpPr>
          <p:nvPr/>
        </p:nvSpPr>
        <p:spPr>
          <a:xfrm xmlns:a="http://schemas.openxmlformats.org/drawingml/2006/main" rot="0">
            <a:off x="466725" y="3657600"/>
            <a:ext cx="495300" cy="352425"/>
          </a:xfrm>
          <a:custGeom xmlns:a="http://schemas.openxmlformats.org/drawingml/2006/main">
            <a:pathLst>
              <a:path w="495300" h="352425">
                <a:moveTo>
                  <a:pt x="66675" y="4763"/>
                </a:moveTo>
                <a:lnTo>
                  <a:pt x="71438" y="0"/>
                </a:lnTo>
                <a:lnTo>
                  <a:pt x="80963" y="0"/>
                </a:lnTo>
                <a:lnTo>
                  <a:pt x="85725" y="4763"/>
                </a:lnTo>
                <a:lnTo>
                  <a:pt x="90488" y="9525"/>
                </a:lnTo>
                <a:lnTo>
                  <a:pt x="95250" y="14288"/>
                </a:lnTo>
                <a:lnTo>
                  <a:pt x="95250" y="23813"/>
                </a:lnTo>
                <a:lnTo>
                  <a:pt x="95250" y="33338"/>
                </a:lnTo>
                <a:lnTo>
                  <a:pt x="95250" y="42863"/>
                </a:lnTo>
                <a:lnTo>
                  <a:pt x="95250" y="52388"/>
                </a:lnTo>
                <a:lnTo>
                  <a:pt x="95250" y="61913"/>
                </a:lnTo>
                <a:lnTo>
                  <a:pt x="95250" y="71438"/>
                </a:lnTo>
                <a:lnTo>
                  <a:pt x="95250" y="80963"/>
                </a:lnTo>
                <a:lnTo>
                  <a:pt x="95250" y="90488"/>
                </a:lnTo>
                <a:lnTo>
                  <a:pt x="95250" y="100013"/>
                </a:lnTo>
                <a:lnTo>
                  <a:pt x="95250" y="109538"/>
                </a:lnTo>
                <a:lnTo>
                  <a:pt x="95250" y="119063"/>
                </a:lnTo>
                <a:lnTo>
                  <a:pt x="95250" y="128588"/>
                </a:lnTo>
                <a:lnTo>
                  <a:pt x="95250" y="138113"/>
                </a:lnTo>
                <a:lnTo>
                  <a:pt x="95250" y="147638"/>
                </a:lnTo>
                <a:lnTo>
                  <a:pt x="100013" y="152400"/>
                </a:lnTo>
                <a:lnTo>
                  <a:pt x="109538" y="152400"/>
                </a:lnTo>
                <a:lnTo>
                  <a:pt x="119063" y="152400"/>
                </a:lnTo>
                <a:lnTo>
                  <a:pt x="128588" y="152400"/>
                </a:lnTo>
                <a:lnTo>
                  <a:pt x="138113" y="152400"/>
                </a:lnTo>
                <a:lnTo>
                  <a:pt x="147638" y="152400"/>
                </a:lnTo>
                <a:lnTo>
                  <a:pt x="157163" y="152400"/>
                </a:lnTo>
                <a:lnTo>
                  <a:pt x="166688" y="152400"/>
                </a:lnTo>
                <a:lnTo>
                  <a:pt x="176213" y="152400"/>
                </a:lnTo>
                <a:lnTo>
                  <a:pt x="185738" y="152400"/>
                </a:lnTo>
                <a:lnTo>
                  <a:pt x="195263" y="152400"/>
                </a:lnTo>
                <a:lnTo>
                  <a:pt x="204788" y="152400"/>
                </a:lnTo>
                <a:lnTo>
                  <a:pt x="214313" y="152400"/>
                </a:lnTo>
                <a:lnTo>
                  <a:pt x="223838" y="152400"/>
                </a:lnTo>
                <a:lnTo>
                  <a:pt x="233363" y="152400"/>
                </a:lnTo>
                <a:lnTo>
                  <a:pt x="242888" y="152400"/>
                </a:lnTo>
                <a:lnTo>
                  <a:pt x="252413" y="152400"/>
                </a:lnTo>
                <a:lnTo>
                  <a:pt x="261938" y="152400"/>
                </a:lnTo>
                <a:lnTo>
                  <a:pt x="271463" y="152400"/>
                </a:lnTo>
                <a:lnTo>
                  <a:pt x="280988" y="152400"/>
                </a:lnTo>
                <a:lnTo>
                  <a:pt x="290513" y="152400"/>
                </a:lnTo>
                <a:lnTo>
                  <a:pt x="300038" y="152400"/>
                </a:lnTo>
                <a:lnTo>
                  <a:pt x="309563" y="152400"/>
                </a:lnTo>
                <a:lnTo>
                  <a:pt x="319088" y="152400"/>
                </a:lnTo>
                <a:lnTo>
                  <a:pt x="328613" y="152400"/>
                </a:lnTo>
                <a:lnTo>
                  <a:pt x="338138" y="152400"/>
                </a:lnTo>
                <a:lnTo>
                  <a:pt x="347663" y="152400"/>
                </a:lnTo>
                <a:lnTo>
                  <a:pt x="357188" y="152400"/>
                </a:lnTo>
                <a:lnTo>
                  <a:pt x="366713" y="152400"/>
                </a:lnTo>
                <a:lnTo>
                  <a:pt x="376238" y="152400"/>
                </a:lnTo>
                <a:lnTo>
                  <a:pt x="385763" y="152400"/>
                </a:lnTo>
                <a:lnTo>
                  <a:pt x="395288" y="152400"/>
                </a:lnTo>
                <a:lnTo>
                  <a:pt x="404813" y="152400"/>
                </a:lnTo>
                <a:lnTo>
                  <a:pt x="414338" y="152400"/>
                </a:lnTo>
                <a:lnTo>
                  <a:pt x="423863" y="152400"/>
                </a:lnTo>
                <a:lnTo>
                  <a:pt x="433388" y="152400"/>
                </a:lnTo>
                <a:lnTo>
                  <a:pt x="442913" y="152400"/>
                </a:lnTo>
                <a:lnTo>
                  <a:pt x="452438" y="152400"/>
                </a:lnTo>
                <a:lnTo>
                  <a:pt x="461963" y="152400"/>
                </a:lnTo>
                <a:lnTo>
                  <a:pt x="471488" y="152400"/>
                </a:lnTo>
                <a:lnTo>
                  <a:pt x="481013" y="152400"/>
                </a:lnTo>
                <a:lnTo>
                  <a:pt x="490538" y="152400"/>
                </a:lnTo>
                <a:lnTo>
                  <a:pt x="495300" y="157163"/>
                </a:lnTo>
                <a:lnTo>
                  <a:pt x="490538" y="161925"/>
                </a:lnTo>
                <a:lnTo>
                  <a:pt x="481013" y="161925"/>
                </a:lnTo>
                <a:lnTo>
                  <a:pt x="471488" y="161925"/>
                </a:lnTo>
                <a:lnTo>
                  <a:pt x="461963" y="161925"/>
                </a:lnTo>
                <a:lnTo>
                  <a:pt x="452438" y="161925"/>
                </a:lnTo>
                <a:lnTo>
                  <a:pt x="442913" y="161925"/>
                </a:lnTo>
                <a:lnTo>
                  <a:pt x="433388" y="161925"/>
                </a:lnTo>
                <a:lnTo>
                  <a:pt x="423863" y="161925"/>
                </a:lnTo>
                <a:lnTo>
                  <a:pt x="414338" y="161925"/>
                </a:lnTo>
                <a:lnTo>
                  <a:pt x="404813" y="161925"/>
                </a:lnTo>
                <a:lnTo>
                  <a:pt x="395288" y="161925"/>
                </a:lnTo>
                <a:lnTo>
                  <a:pt x="390525" y="166688"/>
                </a:lnTo>
                <a:lnTo>
                  <a:pt x="390525" y="176213"/>
                </a:lnTo>
                <a:lnTo>
                  <a:pt x="390525" y="185738"/>
                </a:lnTo>
                <a:lnTo>
                  <a:pt x="390525" y="195263"/>
                </a:lnTo>
                <a:lnTo>
                  <a:pt x="385763" y="200025"/>
                </a:lnTo>
                <a:lnTo>
                  <a:pt x="381000" y="204788"/>
                </a:lnTo>
                <a:lnTo>
                  <a:pt x="381000" y="214313"/>
                </a:lnTo>
                <a:lnTo>
                  <a:pt x="381000" y="223838"/>
                </a:lnTo>
                <a:lnTo>
                  <a:pt x="376238" y="228600"/>
                </a:lnTo>
                <a:lnTo>
                  <a:pt x="371475" y="233363"/>
                </a:lnTo>
                <a:lnTo>
                  <a:pt x="371475" y="242888"/>
                </a:lnTo>
                <a:lnTo>
                  <a:pt x="366713" y="247650"/>
                </a:lnTo>
                <a:lnTo>
                  <a:pt x="361950" y="252413"/>
                </a:lnTo>
                <a:lnTo>
                  <a:pt x="361950" y="261938"/>
                </a:lnTo>
                <a:lnTo>
                  <a:pt x="361950" y="271463"/>
                </a:lnTo>
                <a:lnTo>
                  <a:pt x="357188" y="276225"/>
                </a:lnTo>
                <a:lnTo>
                  <a:pt x="347663" y="276225"/>
                </a:lnTo>
                <a:lnTo>
                  <a:pt x="342900" y="280988"/>
                </a:lnTo>
                <a:lnTo>
                  <a:pt x="338138" y="285750"/>
                </a:lnTo>
                <a:lnTo>
                  <a:pt x="333375" y="290513"/>
                </a:lnTo>
                <a:lnTo>
                  <a:pt x="328613" y="295275"/>
                </a:lnTo>
                <a:lnTo>
                  <a:pt x="323850" y="300038"/>
                </a:lnTo>
                <a:lnTo>
                  <a:pt x="323850" y="309563"/>
                </a:lnTo>
                <a:lnTo>
                  <a:pt x="319088" y="314325"/>
                </a:lnTo>
                <a:lnTo>
                  <a:pt x="309563" y="314325"/>
                </a:lnTo>
                <a:lnTo>
                  <a:pt x="304800" y="319088"/>
                </a:lnTo>
                <a:lnTo>
                  <a:pt x="300038" y="323850"/>
                </a:lnTo>
                <a:lnTo>
                  <a:pt x="290513" y="323850"/>
                </a:lnTo>
                <a:lnTo>
                  <a:pt x="285750" y="328613"/>
                </a:lnTo>
                <a:lnTo>
                  <a:pt x="280988" y="333375"/>
                </a:lnTo>
                <a:lnTo>
                  <a:pt x="271463" y="333375"/>
                </a:lnTo>
                <a:lnTo>
                  <a:pt x="266700" y="338138"/>
                </a:lnTo>
                <a:lnTo>
                  <a:pt x="261938" y="342900"/>
                </a:lnTo>
                <a:lnTo>
                  <a:pt x="252413" y="342900"/>
                </a:lnTo>
                <a:lnTo>
                  <a:pt x="242888" y="342900"/>
                </a:lnTo>
                <a:lnTo>
                  <a:pt x="233363" y="342900"/>
                </a:lnTo>
                <a:lnTo>
                  <a:pt x="228600" y="347663"/>
                </a:lnTo>
                <a:lnTo>
                  <a:pt x="223838" y="352425"/>
                </a:lnTo>
                <a:lnTo>
                  <a:pt x="214313" y="352425"/>
                </a:lnTo>
                <a:lnTo>
                  <a:pt x="204788" y="352425"/>
                </a:lnTo>
                <a:lnTo>
                  <a:pt x="195263" y="352425"/>
                </a:lnTo>
                <a:lnTo>
                  <a:pt x="185738" y="352425"/>
                </a:lnTo>
                <a:lnTo>
                  <a:pt x="176213" y="352425"/>
                </a:lnTo>
                <a:lnTo>
                  <a:pt x="166688" y="352425"/>
                </a:lnTo>
                <a:lnTo>
                  <a:pt x="161925" y="347663"/>
                </a:lnTo>
                <a:lnTo>
                  <a:pt x="157163" y="342900"/>
                </a:lnTo>
                <a:lnTo>
                  <a:pt x="147638" y="342900"/>
                </a:lnTo>
                <a:lnTo>
                  <a:pt x="138113" y="342900"/>
                </a:lnTo>
                <a:lnTo>
                  <a:pt x="133350" y="338138"/>
                </a:lnTo>
                <a:lnTo>
                  <a:pt x="128588" y="333375"/>
                </a:lnTo>
                <a:lnTo>
                  <a:pt x="119063" y="333375"/>
                </a:lnTo>
                <a:lnTo>
                  <a:pt x="109538" y="333375"/>
                </a:lnTo>
                <a:lnTo>
                  <a:pt x="104775" y="328613"/>
                </a:lnTo>
                <a:lnTo>
                  <a:pt x="100013" y="323850"/>
                </a:lnTo>
                <a:lnTo>
                  <a:pt x="90488" y="323850"/>
                </a:lnTo>
                <a:lnTo>
                  <a:pt x="85725" y="319088"/>
                </a:lnTo>
                <a:lnTo>
                  <a:pt x="80963" y="314325"/>
                </a:lnTo>
                <a:lnTo>
                  <a:pt x="76200" y="309563"/>
                </a:lnTo>
                <a:lnTo>
                  <a:pt x="71438" y="304800"/>
                </a:lnTo>
                <a:lnTo>
                  <a:pt x="66675" y="300038"/>
                </a:lnTo>
                <a:lnTo>
                  <a:pt x="61913" y="295275"/>
                </a:lnTo>
                <a:lnTo>
                  <a:pt x="57150" y="290513"/>
                </a:lnTo>
                <a:lnTo>
                  <a:pt x="52388" y="285750"/>
                </a:lnTo>
                <a:lnTo>
                  <a:pt x="47625" y="280988"/>
                </a:lnTo>
                <a:lnTo>
                  <a:pt x="42863" y="276225"/>
                </a:lnTo>
                <a:lnTo>
                  <a:pt x="38100" y="271463"/>
                </a:lnTo>
                <a:lnTo>
                  <a:pt x="38100" y="261938"/>
                </a:lnTo>
                <a:lnTo>
                  <a:pt x="33338" y="257175"/>
                </a:lnTo>
                <a:lnTo>
                  <a:pt x="28575" y="252413"/>
                </a:lnTo>
                <a:lnTo>
                  <a:pt x="23813" y="247650"/>
                </a:lnTo>
                <a:lnTo>
                  <a:pt x="19050" y="242888"/>
                </a:lnTo>
                <a:lnTo>
                  <a:pt x="19050" y="233363"/>
                </a:lnTo>
                <a:lnTo>
                  <a:pt x="14288" y="228600"/>
                </a:lnTo>
                <a:lnTo>
                  <a:pt x="9525" y="223838"/>
                </a:lnTo>
                <a:lnTo>
                  <a:pt x="9525" y="214313"/>
                </a:lnTo>
                <a:lnTo>
                  <a:pt x="9525" y="204788"/>
                </a:lnTo>
                <a:lnTo>
                  <a:pt x="4763" y="200025"/>
                </a:lnTo>
                <a:lnTo>
                  <a:pt x="0" y="195263"/>
                </a:lnTo>
                <a:lnTo>
                  <a:pt x="4763" y="190500"/>
                </a:lnTo>
                <a:lnTo>
                  <a:pt x="9525" y="185738"/>
                </a:lnTo>
                <a:lnTo>
                  <a:pt x="4763" y="180975"/>
                </a:lnTo>
                <a:lnTo>
                  <a:pt x="0" y="176213"/>
                </a:lnTo>
                <a:lnTo>
                  <a:pt x="0" y="166688"/>
                </a:lnTo>
                <a:lnTo>
                  <a:pt x="0" y="157163"/>
                </a:lnTo>
                <a:lnTo>
                  <a:pt x="0" y="147638"/>
                </a:lnTo>
                <a:lnTo>
                  <a:pt x="0" y="138113"/>
                </a:lnTo>
                <a:lnTo>
                  <a:pt x="0" y="128588"/>
                </a:lnTo>
                <a:lnTo>
                  <a:pt x="0" y="119063"/>
                </a:lnTo>
                <a:lnTo>
                  <a:pt x="4763" y="114300"/>
                </a:lnTo>
                <a:lnTo>
                  <a:pt x="9525" y="109538"/>
                </a:lnTo>
                <a:lnTo>
                  <a:pt x="9525" y="100013"/>
                </a:lnTo>
                <a:lnTo>
                  <a:pt x="9525" y="90488"/>
                </a:lnTo>
                <a:lnTo>
                  <a:pt x="14288" y="85725"/>
                </a:lnTo>
                <a:lnTo>
                  <a:pt x="19050" y="80963"/>
                </a:lnTo>
                <a:lnTo>
                  <a:pt x="19050" y="71438"/>
                </a:lnTo>
                <a:lnTo>
                  <a:pt x="19050" y="61913"/>
                </a:lnTo>
                <a:lnTo>
                  <a:pt x="23813" y="57150"/>
                </a:lnTo>
                <a:lnTo>
                  <a:pt x="28575" y="52388"/>
                </a:lnTo>
                <a:lnTo>
                  <a:pt x="28575" y="42863"/>
                </a:lnTo>
                <a:lnTo>
                  <a:pt x="33338" y="38100"/>
                </a:lnTo>
                <a:lnTo>
                  <a:pt x="38100" y="33338"/>
                </a:lnTo>
                <a:lnTo>
                  <a:pt x="42863" y="28575"/>
                </a:lnTo>
                <a:lnTo>
                  <a:pt x="47625" y="23813"/>
                </a:lnTo>
                <a:lnTo>
                  <a:pt x="52388" y="19050"/>
                </a:lnTo>
                <a:lnTo>
                  <a:pt x="57150" y="14288"/>
                </a:lnTo>
                <a:lnTo>
                  <a:pt x="61913" y="9525"/>
                </a:lnTo>
                <a:lnTo>
                  <a:pt x="66675" y="4763"/>
                </a:lnTo>
                <a:close/>
              </a:path>
            </a:pathLst>
          </a:custGeom>
          <a:solidFill xmlns:a="http://schemas.openxmlformats.org/drawingml/2006/main">
            <a:srgbClr val="C6DEBD"/>
          </a:solidFill>
          <a:ln xmlns:a="http://schemas.openxmlformats.org/drawingml/2006/main" w="0">
            <a:noFill/>
            <a:prstDash val="solid"/>
          </a:ln>
        </p:spPr>
      </p:sp>
      <p:sp>
        <p:nvSpPr>
          <p:cNvPr id="588" name="layout-green-101-5">
            <a:extLst xmlns:a="http://schemas.openxmlformats.org/drawingml/2006/main">
              <a:ext uri="{FF2B5EF4-FFF2-40B4-BE49-F238E27FC236}">
                <a16:creationId xmlns:a16="http://schemas.microsoft.com/office/drawing/2014/main" id="{6450D77F-67A2-45AB-ABE8-4CD5DAF7D631}"/>
              </a:ext>
            </a:extLst>
          </p:cNvPr>
          <p:cNvSpPr>
            <a:spLocks xmlns:a="http://schemas.openxmlformats.org/drawingml/2006/main" noGrp="1"/>
          </p:cNvSpPr>
          <p:nvPr/>
        </p:nvSpPr>
        <p:spPr>
          <a:xfrm xmlns:a="http://schemas.openxmlformats.org/drawingml/2006/main" rot="0">
            <a:off x="1190625" y="38100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6DEBD"/>
          </a:solidFill>
          <a:ln xmlns:a="http://schemas.openxmlformats.org/drawingml/2006/main" w="0">
            <a:noFill/>
            <a:prstDash val="solid"/>
          </a:ln>
        </p:spPr>
      </p:sp>
      <p:sp>
        <p:nvSpPr>
          <p:cNvPr id="589" name="layout-green-101-6">
            <a:extLst xmlns:a="http://schemas.openxmlformats.org/drawingml/2006/main">
              <a:ext uri="{FF2B5EF4-FFF2-40B4-BE49-F238E27FC236}">
                <a16:creationId xmlns:a16="http://schemas.microsoft.com/office/drawing/2014/main" id="{861CCF43-7058-4952-A27A-707E7204C4AA}"/>
              </a:ext>
            </a:extLst>
          </p:cNvPr>
          <p:cNvSpPr>
            <a:spLocks xmlns:a="http://schemas.openxmlformats.org/drawingml/2006/main" noGrp="1"/>
          </p:cNvSpPr>
          <p:nvPr/>
        </p:nvSpPr>
        <p:spPr>
          <a:xfrm xmlns:a="http://schemas.openxmlformats.org/drawingml/2006/main" rot="0">
            <a:off x="123825" y="4238625"/>
            <a:ext cx="971550" cy="9525"/>
          </a:xfrm>
          <a:custGeom xmlns:a="http://schemas.openxmlformats.org/drawingml/2006/main">
            <a:pathLst>
              <a:path w="97155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1550" y="4763"/>
                </a:lnTo>
                <a:lnTo>
                  <a:pt x="966788" y="9525"/>
                </a:lnTo>
                <a:lnTo>
                  <a:pt x="957263" y="9525"/>
                </a:lnTo>
                <a:lnTo>
                  <a:pt x="947738" y="9525"/>
                </a:lnTo>
                <a:lnTo>
                  <a:pt x="938213" y="9525"/>
                </a:lnTo>
                <a:lnTo>
                  <a:pt x="928688" y="9525"/>
                </a:lnTo>
                <a:lnTo>
                  <a:pt x="919163" y="9525"/>
                </a:lnTo>
                <a:lnTo>
                  <a:pt x="909638" y="9525"/>
                </a:lnTo>
                <a:lnTo>
                  <a:pt x="900113" y="9525"/>
                </a:lnTo>
                <a:lnTo>
                  <a:pt x="890588" y="9525"/>
                </a:lnTo>
                <a:lnTo>
                  <a:pt x="881063" y="9525"/>
                </a:lnTo>
                <a:lnTo>
                  <a:pt x="871538" y="9525"/>
                </a:lnTo>
                <a:lnTo>
                  <a:pt x="862013" y="9525"/>
                </a:lnTo>
                <a:lnTo>
                  <a:pt x="852488" y="9525"/>
                </a:lnTo>
                <a:lnTo>
                  <a:pt x="842963" y="9525"/>
                </a:lnTo>
                <a:lnTo>
                  <a:pt x="833438" y="9525"/>
                </a:lnTo>
                <a:lnTo>
                  <a:pt x="823913" y="9525"/>
                </a:lnTo>
                <a:lnTo>
                  <a:pt x="814388" y="9525"/>
                </a:lnTo>
                <a:lnTo>
                  <a:pt x="804863" y="9525"/>
                </a:lnTo>
                <a:lnTo>
                  <a:pt x="795338" y="9525"/>
                </a:lnTo>
                <a:lnTo>
                  <a:pt x="785813" y="9525"/>
                </a:lnTo>
                <a:lnTo>
                  <a:pt x="776288" y="9525"/>
                </a:lnTo>
                <a:lnTo>
                  <a:pt x="766763" y="9525"/>
                </a:lnTo>
                <a:lnTo>
                  <a:pt x="757238" y="9525"/>
                </a:lnTo>
                <a:lnTo>
                  <a:pt x="747713" y="9525"/>
                </a:lnTo>
                <a:lnTo>
                  <a:pt x="738188" y="9525"/>
                </a:lnTo>
                <a:lnTo>
                  <a:pt x="728663" y="9525"/>
                </a:lnTo>
                <a:lnTo>
                  <a:pt x="719138" y="9525"/>
                </a:lnTo>
                <a:lnTo>
                  <a:pt x="709613" y="9525"/>
                </a:lnTo>
                <a:lnTo>
                  <a:pt x="700088" y="9525"/>
                </a:lnTo>
                <a:lnTo>
                  <a:pt x="690563" y="9525"/>
                </a:lnTo>
                <a:lnTo>
                  <a:pt x="681038" y="9525"/>
                </a:lnTo>
                <a:lnTo>
                  <a:pt x="671513" y="9525"/>
                </a:lnTo>
                <a:lnTo>
                  <a:pt x="661988" y="9525"/>
                </a:lnTo>
                <a:lnTo>
                  <a:pt x="652463" y="9525"/>
                </a:lnTo>
                <a:lnTo>
                  <a:pt x="642938" y="9525"/>
                </a:lnTo>
                <a:lnTo>
                  <a:pt x="633413" y="9525"/>
                </a:lnTo>
                <a:lnTo>
                  <a:pt x="623888" y="9525"/>
                </a:lnTo>
                <a:lnTo>
                  <a:pt x="614363" y="9525"/>
                </a:lnTo>
                <a:lnTo>
                  <a:pt x="604838" y="9525"/>
                </a:lnTo>
                <a:lnTo>
                  <a:pt x="595313" y="9525"/>
                </a:lnTo>
                <a:lnTo>
                  <a:pt x="585788" y="9525"/>
                </a:lnTo>
                <a:lnTo>
                  <a:pt x="576263" y="9525"/>
                </a:lnTo>
                <a:lnTo>
                  <a:pt x="566738" y="9525"/>
                </a:lnTo>
                <a:lnTo>
                  <a:pt x="557213" y="9525"/>
                </a:lnTo>
                <a:lnTo>
                  <a:pt x="547688" y="9525"/>
                </a:lnTo>
                <a:lnTo>
                  <a:pt x="538163" y="9525"/>
                </a:lnTo>
                <a:lnTo>
                  <a:pt x="528638" y="9525"/>
                </a:lnTo>
                <a:lnTo>
                  <a:pt x="519113" y="9525"/>
                </a:lnTo>
                <a:lnTo>
                  <a:pt x="509588" y="9525"/>
                </a:lnTo>
                <a:lnTo>
                  <a:pt x="500063" y="9525"/>
                </a:lnTo>
                <a:lnTo>
                  <a:pt x="490538" y="9525"/>
                </a:lnTo>
                <a:lnTo>
                  <a:pt x="481013" y="9525"/>
                </a:lnTo>
                <a:lnTo>
                  <a:pt x="471488" y="9525"/>
                </a:lnTo>
                <a:lnTo>
                  <a:pt x="461963" y="9525"/>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C6DEBD"/>
          </a:solidFill>
          <a:ln xmlns:a="http://schemas.openxmlformats.org/drawingml/2006/main" w="0">
            <a:noFill/>
            <a:prstDash val="solid"/>
          </a:ln>
        </p:spPr>
      </p:sp>
      <p:sp>
        <p:nvSpPr>
          <p:cNvPr id="590" name="layout-green-102-0">
            <a:extLst xmlns:a="http://schemas.openxmlformats.org/drawingml/2006/main">
              <a:ext uri="{FF2B5EF4-FFF2-40B4-BE49-F238E27FC236}">
                <a16:creationId xmlns:a16="http://schemas.microsoft.com/office/drawing/2014/main" id="{FB79DFA4-37A6-4BA0-9D9F-0F0EE11D54DD}"/>
              </a:ext>
            </a:extLst>
          </p:cNvPr>
          <p:cNvSpPr>
            <a:spLocks xmlns:a="http://schemas.openxmlformats.org/drawingml/2006/main" noGrp="1"/>
          </p:cNvSpPr>
          <p:nvPr/>
        </p:nvSpPr>
        <p:spPr>
          <a:xfrm xmlns:a="http://schemas.openxmlformats.org/drawingml/2006/main" rot="0">
            <a:off x="552450" y="3371850"/>
            <a:ext cx="9525" cy="161925"/>
          </a:xfrm>
          <a:custGeom xmlns:a="http://schemas.openxmlformats.org/drawingml/2006/main">
            <a:pathLst>
              <a:path w="9525" h="1619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4763" y="161925"/>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C8E0BF"/>
          </a:solidFill>
          <a:ln xmlns:a="http://schemas.openxmlformats.org/drawingml/2006/main" w="0">
            <a:noFill/>
            <a:prstDash val="solid"/>
          </a:ln>
        </p:spPr>
      </p:sp>
      <p:sp>
        <p:nvSpPr>
          <p:cNvPr id="591" name="layout-green-102-1">
            <a:extLst xmlns:a="http://schemas.openxmlformats.org/drawingml/2006/main">
              <a:ext uri="{FF2B5EF4-FFF2-40B4-BE49-F238E27FC236}">
                <a16:creationId xmlns:a16="http://schemas.microsoft.com/office/drawing/2014/main" id="{7F001D66-99E0-4977-ABDD-DAF7B56F5027}"/>
              </a:ext>
            </a:extLst>
          </p:cNvPr>
          <p:cNvSpPr>
            <a:spLocks xmlns:a="http://schemas.openxmlformats.org/drawingml/2006/main" noGrp="1"/>
          </p:cNvSpPr>
          <p:nvPr/>
        </p:nvSpPr>
        <p:spPr>
          <a:xfrm xmlns:a="http://schemas.openxmlformats.org/drawingml/2006/main" rot="0">
            <a:off x="123825" y="3438525"/>
            <a:ext cx="9525" cy="714375"/>
          </a:xfrm>
          <a:custGeom xmlns:a="http://schemas.openxmlformats.org/drawingml/2006/main">
            <a:pathLst>
              <a:path w="9525" h="71437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9525" y="433388"/>
                </a:lnTo>
                <a:lnTo>
                  <a:pt x="9525" y="442913"/>
                </a:lnTo>
                <a:lnTo>
                  <a:pt x="9525" y="452438"/>
                </a:lnTo>
                <a:lnTo>
                  <a:pt x="9525" y="461963"/>
                </a:lnTo>
                <a:lnTo>
                  <a:pt x="9525" y="471488"/>
                </a:lnTo>
                <a:lnTo>
                  <a:pt x="9525" y="481013"/>
                </a:lnTo>
                <a:lnTo>
                  <a:pt x="9525" y="490538"/>
                </a:lnTo>
                <a:lnTo>
                  <a:pt x="9525" y="500063"/>
                </a:lnTo>
                <a:lnTo>
                  <a:pt x="9525" y="509588"/>
                </a:lnTo>
                <a:lnTo>
                  <a:pt x="9525" y="519113"/>
                </a:lnTo>
                <a:lnTo>
                  <a:pt x="9525" y="528638"/>
                </a:lnTo>
                <a:lnTo>
                  <a:pt x="9525" y="538163"/>
                </a:lnTo>
                <a:lnTo>
                  <a:pt x="9525" y="547688"/>
                </a:lnTo>
                <a:lnTo>
                  <a:pt x="9525" y="557213"/>
                </a:lnTo>
                <a:lnTo>
                  <a:pt x="9525" y="566738"/>
                </a:lnTo>
                <a:lnTo>
                  <a:pt x="9525" y="576263"/>
                </a:lnTo>
                <a:lnTo>
                  <a:pt x="9525" y="585788"/>
                </a:lnTo>
                <a:lnTo>
                  <a:pt x="9525" y="595313"/>
                </a:lnTo>
                <a:lnTo>
                  <a:pt x="9525" y="604838"/>
                </a:lnTo>
                <a:lnTo>
                  <a:pt x="9525" y="614363"/>
                </a:lnTo>
                <a:lnTo>
                  <a:pt x="9525" y="623888"/>
                </a:lnTo>
                <a:lnTo>
                  <a:pt x="9525" y="633413"/>
                </a:lnTo>
                <a:lnTo>
                  <a:pt x="9525" y="642938"/>
                </a:lnTo>
                <a:lnTo>
                  <a:pt x="9525" y="652463"/>
                </a:lnTo>
                <a:lnTo>
                  <a:pt x="9525" y="661988"/>
                </a:lnTo>
                <a:lnTo>
                  <a:pt x="9525" y="671513"/>
                </a:lnTo>
                <a:lnTo>
                  <a:pt x="9525" y="681038"/>
                </a:lnTo>
                <a:lnTo>
                  <a:pt x="9525" y="690563"/>
                </a:lnTo>
                <a:lnTo>
                  <a:pt x="9525" y="700088"/>
                </a:lnTo>
                <a:lnTo>
                  <a:pt x="9525" y="709613"/>
                </a:lnTo>
                <a:lnTo>
                  <a:pt x="4763" y="714375"/>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C8E0BF"/>
          </a:solidFill>
          <a:ln xmlns:a="http://schemas.openxmlformats.org/drawingml/2006/main" w="0">
            <a:noFill/>
            <a:prstDash val="solid"/>
          </a:ln>
        </p:spPr>
      </p:sp>
      <p:sp>
        <p:nvSpPr>
          <p:cNvPr id="592" name="layout-green-102-2">
            <a:extLst xmlns:a="http://schemas.openxmlformats.org/drawingml/2006/main">
              <a:ext uri="{FF2B5EF4-FFF2-40B4-BE49-F238E27FC236}">
                <a16:creationId xmlns:a16="http://schemas.microsoft.com/office/drawing/2014/main" id="{EB2FFF33-5556-4AE3-ADCE-5E1C0C65841B}"/>
              </a:ext>
            </a:extLst>
          </p:cNvPr>
          <p:cNvSpPr>
            <a:spLocks xmlns:a="http://schemas.openxmlformats.org/drawingml/2006/main" noGrp="1"/>
          </p:cNvSpPr>
          <p:nvPr/>
        </p:nvSpPr>
        <p:spPr>
          <a:xfrm xmlns:a="http://schemas.openxmlformats.org/drawingml/2006/main" rot="0">
            <a:off x="552450" y="3552825"/>
            <a:ext cx="9525" cy="28575"/>
          </a:xfrm>
          <a:custGeom xmlns:a="http://schemas.openxmlformats.org/drawingml/2006/main">
            <a:pathLst>
              <a:path w="9525" h="28575">
                <a:moveTo>
                  <a:pt x="0" y="4763"/>
                </a:moveTo>
                <a:lnTo>
                  <a:pt x="4763" y="0"/>
                </a:lnTo>
                <a:lnTo>
                  <a:pt x="9525" y="4763"/>
                </a:lnTo>
                <a:lnTo>
                  <a:pt x="9525" y="14288"/>
                </a:lnTo>
                <a:lnTo>
                  <a:pt x="9525" y="23813"/>
                </a:lnTo>
                <a:lnTo>
                  <a:pt x="4763" y="28575"/>
                </a:lnTo>
                <a:lnTo>
                  <a:pt x="0" y="23813"/>
                </a:lnTo>
                <a:lnTo>
                  <a:pt x="0" y="14288"/>
                </a:lnTo>
                <a:lnTo>
                  <a:pt x="0" y="4763"/>
                </a:lnTo>
                <a:close/>
              </a:path>
            </a:pathLst>
          </a:custGeom>
          <a:solidFill xmlns:a="http://schemas.openxmlformats.org/drawingml/2006/main">
            <a:srgbClr val="C8E0BF"/>
          </a:solidFill>
          <a:ln xmlns:a="http://schemas.openxmlformats.org/drawingml/2006/main" w="0">
            <a:noFill/>
            <a:prstDash val="solid"/>
          </a:ln>
        </p:spPr>
      </p:sp>
      <p:sp>
        <p:nvSpPr>
          <p:cNvPr id="593" name="layout-green-102-3">
            <a:extLst xmlns:a="http://schemas.openxmlformats.org/drawingml/2006/main">
              <a:ext uri="{FF2B5EF4-FFF2-40B4-BE49-F238E27FC236}">
                <a16:creationId xmlns:a16="http://schemas.microsoft.com/office/drawing/2014/main" id="{36F935AC-C3C6-4BB3-A947-9B54F969BA9F}"/>
              </a:ext>
            </a:extLst>
          </p:cNvPr>
          <p:cNvSpPr>
            <a:spLocks xmlns:a="http://schemas.openxmlformats.org/drawingml/2006/main" noGrp="1"/>
          </p:cNvSpPr>
          <p:nvPr/>
        </p:nvSpPr>
        <p:spPr>
          <a:xfrm xmlns:a="http://schemas.openxmlformats.org/drawingml/2006/main" rot="0">
            <a:off x="552450" y="3600450"/>
            <a:ext cx="9525" cy="38100"/>
          </a:xfrm>
          <a:custGeom xmlns:a="http://schemas.openxmlformats.org/drawingml/2006/main">
            <a:pathLst>
              <a:path w="9525" h="38100">
                <a:moveTo>
                  <a:pt x="0" y="4763"/>
                </a:moveTo>
                <a:lnTo>
                  <a:pt x="4763" y="0"/>
                </a:lnTo>
                <a:lnTo>
                  <a:pt x="9525" y="4763"/>
                </a:lnTo>
                <a:lnTo>
                  <a:pt x="9525" y="14288"/>
                </a:lnTo>
                <a:lnTo>
                  <a:pt x="9525" y="23813"/>
                </a:lnTo>
                <a:lnTo>
                  <a:pt x="9525" y="33338"/>
                </a:lnTo>
                <a:lnTo>
                  <a:pt x="4763" y="38100"/>
                </a:lnTo>
                <a:lnTo>
                  <a:pt x="0" y="33338"/>
                </a:lnTo>
                <a:lnTo>
                  <a:pt x="0" y="23813"/>
                </a:lnTo>
                <a:lnTo>
                  <a:pt x="0" y="14288"/>
                </a:lnTo>
                <a:lnTo>
                  <a:pt x="0" y="4763"/>
                </a:lnTo>
                <a:close/>
              </a:path>
            </a:pathLst>
          </a:custGeom>
          <a:solidFill xmlns:a="http://schemas.openxmlformats.org/drawingml/2006/main">
            <a:srgbClr val="C8E0BF"/>
          </a:solidFill>
          <a:ln xmlns:a="http://schemas.openxmlformats.org/drawingml/2006/main" w="0">
            <a:noFill/>
            <a:prstDash val="solid"/>
          </a:ln>
        </p:spPr>
      </p:sp>
      <p:sp>
        <p:nvSpPr>
          <p:cNvPr id="594" name="layout-green-102-4">
            <a:extLst xmlns:a="http://schemas.openxmlformats.org/drawingml/2006/main">
              <a:ext uri="{FF2B5EF4-FFF2-40B4-BE49-F238E27FC236}">
                <a16:creationId xmlns:a16="http://schemas.microsoft.com/office/drawing/2014/main" id="{A04ACEF7-5733-4652-9CEF-E97173A94417}"/>
              </a:ext>
            </a:extLst>
          </p:cNvPr>
          <p:cNvSpPr>
            <a:spLocks xmlns:a="http://schemas.openxmlformats.org/drawingml/2006/main" noGrp="1"/>
          </p:cNvSpPr>
          <p:nvPr/>
        </p:nvSpPr>
        <p:spPr>
          <a:xfrm xmlns:a="http://schemas.openxmlformats.org/drawingml/2006/main" rot="0">
            <a:off x="476250" y="3667125"/>
            <a:ext cx="457200" cy="323850"/>
          </a:xfrm>
          <a:custGeom xmlns:a="http://schemas.openxmlformats.org/drawingml/2006/main">
            <a:pathLst>
              <a:path w="457200" h="323850">
                <a:moveTo>
                  <a:pt x="66675" y="4763"/>
                </a:moveTo>
                <a:lnTo>
                  <a:pt x="71438" y="0"/>
                </a:lnTo>
                <a:lnTo>
                  <a:pt x="80963" y="0"/>
                </a:lnTo>
                <a:lnTo>
                  <a:pt x="85725" y="4763"/>
                </a:lnTo>
                <a:lnTo>
                  <a:pt x="85725" y="14288"/>
                </a:lnTo>
                <a:lnTo>
                  <a:pt x="85725" y="23813"/>
                </a:lnTo>
                <a:lnTo>
                  <a:pt x="85725" y="33338"/>
                </a:lnTo>
                <a:lnTo>
                  <a:pt x="85725" y="42863"/>
                </a:lnTo>
                <a:lnTo>
                  <a:pt x="85725" y="52388"/>
                </a:lnTo>
                <a:lnTo>
                  <a:pt x="85725" y="61913"/>
                </a:lnTo>
                <a:lnTo>
                  <a:pt x="85725" y="71438"/>
                </a:lnTo>
                <a:lnTo>
                  <a:pt x="85725" y="80963"/>
                </a:lnTo>
                <a:lnTo>
                  <a:pt x="85725" y="90488"/>
                </a:lnTo>
                <a:lnTo>
                  <a:pt x="85725" y="100013"/>
                </a:lnTo>
                <a:lnTo>
                  <a:pt x="85725" y="109538"/>
                </a:lnTo>
                <a:lnTo>
                  <a:pt x="85725" y="119063"/>
                </a:lnTo>
                <a:lnTo>
                  <a:pt x="85725" y="128588"/>
                </a:lnTo>
                <a:lnTo>
                  <a:pt x="85725" y="138113"/>
                </a:lnTo>
                <a:lnTo>
                  <a:pt x="90488" y="142875"/>
                </a:lnTo>
                <a:lnTo>
                  <a:pt x="100013" y="142875"/>
                </a:lnTo>
                <a:lnTo>
                  <a:pt x="109538" y="142875"/>
                </a:lnTo>
                <a:lnTo>
                  <a:pt x="119063" y="142875"/>
                </a:lnTo>
                <a:lnTo>
                  <a:pt x="128588" y="142875"/>
                </a:lnTo>
                <a:lnTo>
                  <a:pt x="138113" y="142875"/>
                </a:lnTo>
                <a:lnTo>
                  <a:pt x="147638" y="142875"/>
                </a:lnTo>
                <a:lnTo>
                  <a:pt x="157163" y="142875"/>
                </a:lnTo>
                <a:lnTo>
                  <a:pt x="166688" y="142875"/>
                </a:lnTo>
                <a:lnTo>
                  <a:pt x="176213" y="142875"/>
                </a:lnTo>
                <a:lnTo>
                  <a:pt x="185738" y="142875"/>
                </a:lnTo>
                <a:lnTo>
                  <a:pt x="195263" y="142875"/>
                </a:lnTo>
                <a:lnTo>
                  <a:pt x="204788" y="142875"/>
                </a:lnTo>
                <a:lnTo>
                  <a:pt x="214313" y="142875"/>
                </a:lnTo>
                <a:lnTo>
                  <a:pt x="223838" y="142875"/>
                </a:lnTo>
                <a:lnTo>
                  <a:pt x="233363" y="142875"/>
                </a:lnTo>
                <a:lnTo>
                  <a:pt x="242888" y="142875"/>
                </a:lnTo>
                <a:lnTo>
                  <a:pt x="252413" y="142875"/>
                </a:lnTo>
                <a:lnTo>
                  <a:pt x="261938" y="142875"/>
                </a:lnTo>
                <a:lnTo>
                  <a:pt x="271463" y="142875"/>
                </a:lnTo>
                <a:lnTo>
                  <a:pt x="280988" y="142875"/>
                </a:lnTo>
                <a:lnTo>
                  <a:pt x="290513" y="142875"/>
                </a:lnTo>
                <a:lnTo>
                  <a:pt x="300038" y="142875"/>
                </a:lnTo>
                <a:lnTo>
                  <a:pt x="309563" y="142875"/>
                </a:lnTo>
                <a:lnTo>
                  <a:pt x="319088" y="142875"/>
                </a:lnTo>
                <a:lnTo>
                  <a:pt x="328613" y="142875"/>
                </a:lnTo>
                <a:lnTo>
                  <a:pt x="338138" y="142875"/>
                </a:lnTo>
                <a:lnTo>
                  <a:pt x="347663" y="142875"/>
                </a:lnTo>
                <a:lnTo>
                  <a:pt x="357188" y="142875"/>
                </a:lnTo>
                <a:lnTo>
                  <a:pt x="366713" y="142875"/>
                </a:lnTo>
                <a:lnTo>
                  <a:pt x="376238" y="142875"/>
                </a:lnTo>
                <a:lnTo>
                  <a:pt x="385763" y="142875"/>
                </a:lnTo>
                <a:lnTo>
                  <a:pt x="395288" y="142875"/>
                </a:lnTo>
                <a:lnTo>
                  <a:pt x="404813" y="142875"/>
                </a:lnTo>
                <a:lnTo>
                  <a:pt x="414338" y="142875"/>
                </a:lnTo>
                <a:lnTo>
                  <a:pt x="423863" y="142875"/>
                </a:lnTo>
                <a:lnTo>
                  <a:pt x="433388" y="142875"/>
                </a:lnTo>
                <a:lnTo>
                  <a:pt x="442913" y="142875"/>
                </a:lnTo>
                <a:lnTo>
                  <a:pt x="452438" y="142875"/>
                </a:lnTo>
                <a:lnTo>
                  <a:pt x="457200" y="147638"/>
                </a:lnTo>
                <a:lnTo>
                  <a:pt x="452438" y="152400"/>
                </a:lnTo>
                <a:lnTo>
                  <a:pt x="442913" y="152400"/>
                </a:lnTo>
                <a:lnTo>
                  <a:pt x="433388" y="152400"/>
                </a:lnTo>
                <a:lnTo>
                  <a:pt x="423863" y="152400"/>
                </a:lnTo>
                <a:lnTo>
                  <a:pt x="414338" y="152400"/>
                </a:lnTo>
                <a:lnTo>
                  <a:pt x="404813" y="152400"/>
                </a:lnTo>
                <a:lnTo>
                  <a:pt x="395288" y="152400"/>
                </a:lnTo>
                <a:lnTo>
                  <a:pt x="385763" y="152400"/>
                </a:lnTo>
                <a:lnTo>
                  <a:pt x="376238" y="152400"/>
                </a:lnTo>
                <a:lnTo>
                  <a:pt x="371475" y="157163"/>
                </a:lnTo>
                <a:lnTo>
                  <a:pt x="366713" y="161925"/>
                </a:lnTo>
                <a:lnTo>
                  <a:pt x="361950" y="166688"/>
                </a:lnTo>
                <a:lnTo>
                  <a:pt x="366713" y="171450"/>
                </a:lnTo>
                <a:lnTo>
                  <a:pt x="371475" y="176213"/>
                </a:lnTo>
                <a:lnTo>
                  <a:pt x="366713" y="180975"/>
                </a:lnTo>
                <a:lnTo>
                  <a:pt x="361950" y="185738"/>
                </a:lnTo>
                <a:lnTo>
                  <a:pt x="361950" y="195263"/>
                </a:lnTo>
                <a:lnTo>
                  <a:pt x="361950" y="204788"/>
                </a:lnTo>
                <a:lnTo>
                  <a:pt x="357188" y="209550"/>
                </a:lnTo>
                <a:lnTo>
                  <a:pt x="352425" y="214313"/>
                </a:lnTo>
                <a:lnTo>
                  <a:pt x="352425" y="223838"/>
                </a:lnTo>
                <a:lnTo>
                  <a:pt x="347663" y="228600"/>
                </a:lnTo>
                <a:lnTo>
                  <a:pt x="342900" y="233363"/>
                </a:lnTo>
                <a:lnTo>
                  <a:pt x="338138" y="238125"/>
                </a:lnTo>
                <a:lnTo>
                  <a:pt x="333375" y="242888"/>
                </a:lnTo>
                <a:lnTo>
                  <a:pt x="328613" y="247650"/>
                </a:lnTo>
                <a:lnTo>
                  <a:pt x="323850" y="252413"/>
                </a:lnTo>
                <a:lnTo>
                  <a:pt x="323850" y="261938"/>
                </a:lnTo>
                <a:lnTo>
                  <a:pt x="319088" y="266700"/>
                </a:lnTo>
                <a:lnTo>
                  <a:pt x="314325" y="271463"/>
                </a:lnTo>
                <a:lnTo>
                  <a:pt x="309563" y="276225"/>
                </a:lnTo>
                <a:lnTo>
                  <a:pt x="304800" y="280988"/>
                </a:lnTo>
                <a:lnTo>
                  <a:pt x="300038" y="285750"/>
                </a:lnTo>
                <a:lnTo>
                  <a:pt x="295275" y="290513"/>
                </a:lnTo>
                <a:lnTo>
                  <a:pt x="290513" y="295275"/>
                </a:lnTo>
                <a:lnTo>
                  <a:pt x="280988" y="295275"/>
                </a:lnTo>
                <a:lnTo>
                  <a:pt x="276225" y="300038"/>
                </a:lnTo>
                <a:lnTo>
                  <a:pt x="271463" y="304800"/>
                </a:lnTo>
                <a:lnTo>
                  <a:pt x="261938" y="304800"/>
                </a:lnTo>
                <a:lnTo>
                  <a:pt x="257175" y="309563"/>
                </a:lnTo>
                <a:lnTo>
                  <a:pt x="252413" y="314325"/>
                </a:lnTo>
                <a:lnTo>
                  <a:pt x="242888" y="314325"/>
                </a:lnTo>
                <a:lnTo>
                  <a:pt x="233363" y="314325"/>
                </a:lnTo>
                <a:lnTo>
                  <a:pt x="228600" y="319088"/>
                </a:lnTo>
                <a:lnTo>
                  <a:pt x="223838" y="323850"/>
                </a:lnTo>
                <a:lnTo>
                  <a:pt x="214313" y="323850"/>
                </a:lnTo>
                <a:lnTo>
                  <a:pt x="204788" y="323850"/>
                </a:lnTo>
                <a:lnTo>
                  <a:pt x="195263" y="323850"/>
                </a:lnTo>
                <a:lnTo>
                  <a:pt x="185738" y="323850"/>
                </a:lnTo>
                <a:lnTo>
                  <a:pt x="176213" y="323850"/>
                </a:lnTo>
                <a:lnTo>
                  <a:pt x="166688" y="323850"/>
                </a:lnTo>
                <a:lnTo>
                  <a:pt x="157163" y="323850"/>
                </a:lnTo>
                <a:lnTo>
                  <a:pt x="152400" y="319088"/>
                </a:lnTo>
                <a:lnTo>
                  <a:pt x="147638" y="314325"/>
                </a:lnTo>
                <a:lnTo>
                  <a:pt x="138113" y="314325"/>
                </a:lnTo>
                <a:lnTo>
                  <a:pt x="128588" y="314325"/>
                </a:lnTo>
                <a:lnTo>
                  <a:pt x="119063" y="314325"/>
                </a:lnTo>
                <a:lnTo>
                  <a:pt x="114300" y="309563"/>
                </a:lnTo>
                <a:lnTo>
                  <a:pt x="109538" y="304800"/>
                </a:lnTo>
                <a:lnTo>
                  <a:pt x="100013" y="304800"/>
                </a:lnTo>
                <a:lnTo>
                  <a:pt x="95250" y="300038"/>
                </a:lnTo>
                <a:lnTo>
                  <a:pt x="90488" y="295275"/>
                </a:lnTo>
                <a:lnTo>
                  <a:pt x="80963" y="295275"/>
                </a:lnTo>
                <a:lnTo>
                  <a:pt x="76200" y="290513"/>
                </a:lnTo>
                <a:lnTo>
                  <a:pt x="71438" y="285750"/>
                </a:lnTo>
                <a:lnTo>
                  <a:pt x="66675" y="280988"/>
                </a:lnTo>
                <a:lnTo>
                  <a:pt x="61913" y="276225"/>
                </a:lnTo>
                <a:lnTo>
                  <a:pt x="57150" y="271463"/>
                </a:lnTo>
                <a:lnTo>
                  <a:pt x="52388" y="266700"/>
                </a:lnTo>
                <a:lnTo>
                  <a:pt x="47625" y="261938"/>
                </a:lnTo>
                <a:lnTo>
                  <a:pt x="47625" y="252413"/>
                </a:lnTo>
                <a:lnTo>
                  <a:pt x="42863" y="247650"/>
                </a:lnTo>
                <a:lnTo>
                  <a:pt x="38100" y="242888"/>
                </a:lnTo>
                <a:lnTo>
                  <a:pt x="33338" y="238125"/>
                </a:lnTo>
                <a:lnTo>
                  <a:pt x="28575" y="233363"/>
                </a:lnTo>
                <a:lnTo>
                  <a:pt x="23813" y="228600"/>
                </a:lnTo>
                <a:lnTo>
                  <a:pt x="19050" y="223838"/>
                </a:lnTo>
                <a:lnTo>
                  <a:pt x="19050" y="214313"/>
                </a:lnTo>
                <a:lnTo>
                  <a:pt x="14288" y="209550"/>
                </a:lnTo>
                <a:lnTo>
                  <a:pt x="9525" y="204788"/>
                </a:lnTo>
                <a:lnTo>
                  <a:pt x="9525" y="195263"/>
                </a:lnTo>
                <a:lnTo>
                  <a:pt x="9525" y="185738"/>
                </a:lnTo>
                <a:lnTo>
                  <a:pt x="9525" y="176213"/>
                </a:lnTo>
                <a:lnTo>
                  <a:pt x="9525" y="166688"/>
                </a:lnTo>
                <a:lnTo>
                  <a:pt x="9525" y="157163"/>
                </a:lnTo>
                <a:lnTo>
                  <a:pt x="4763" y="152400"/>
                </a:lnTo>
                <a:lnTo>
                  <a:pt x="0" y="147638"/>
                </a:lnTo>
                <a:lnTo>
                  <a:pt x="4763" y="142875"/>
                </a:lnTo>
                <a:lnTo>
                  <a:pt x="9525" y="138113"/>
                </a:lnTo>
                <a:lnTo>
                  <a:pt x="4763" y="133350"/>
                </a:lnTo>
                <a:lnTo>
                  <a:pt x="0" y="128588"/>
                </a:lnTo>
                <a:lnTo>
                  <a:pt x="4763" y="123825"/>
                </a:lnTo>
                <a:lnTo>
                  <a:pt x="9525" y="119063"/>
                </a:lnTo>
                <a:lnTo>
                  <a:pt x="9525" y="109538"/>
                </a:lnTo>
                <a:lnTo>
                  <a:pt x="9525" y="100013"/>
                </a:lnTo>
                <a:lnTo>
                  <a:pt x="14288" y="95250"/>
                </a:lnTo>
                <a:lnTo>
                  <a:pt x="19050" y="90488"/>
                </a:lnTo>
                <a:lnTo>
                  <a:pt x="19050" y="80963"/>
                </a:lnTo>
                <a:lnTo>
                  <a:pt x="19050" y="71438"/>
                </a:lnTo>
                <a:lnTo>
                  <a:pt x="23813" y="66675"/>
                </a:lnTo>
                <a:lnTo>
                  <a:pt x="28575" y="61913"/>
                </a:lnTo>
                <a:lnTo>
                  <a:pt x="33338" y="57150"/>
                </a:lnTo>
                <a:lnTo>
                  <a:pt x="38100" y="52388"/>
                </a:lnTo>
                <a:lnTo>
                  <a:pt x="38100" y="42863"/>
                </a:lnTo>
                <a:lnTo>
                  <a:pt x="42863" y="38100"/>
                </a:lnTo>
                <a:lnTo>
                  <a:pt x="47625" y="33338"/>
                </a:lnTo>
                <a:lnTo>
                  <a:pt x="47625" y="23813"/>
                </a:lnTo>
                <a:lnTo>
                  <a:pt x="52388" y="19050"/>
                </a:lnTo>
                <a:lnTo>
                  <a:pt x="57150" y="14288"/>
                </a:lnTo>
                <a:lnTo>
                  <a:pt x="61913" y="9525"/>
                </a:lnTo>
                <a:lnTo>
                  <a:pt x="66675" y="4763"/>
                </a:lnTo>
                <a:close/>
              </a:path>
            </a:pathLst>
          </a:custGeom>
          <a:solidFill xmlns:a="http://schemas.openxmlformats.org/drawingml/2006/main">
            <a:srgbClr val="C8E0BF"/>
          </a:solidFill>
          <a:ln xmlns:a="http://schemas.openxmlformats.org/drawingml/2006/main" w="0">
            <a:noFill/>
            <a:prstDash val="solid"/>
          </a:ln>
        </p:spPr>
      </p:sp>
      <p:sp>
        <p:nvSpPr>
          <p:cNvPr id="595" name="layout-green-102-5">
            <a:extLst xmlns:a="http://schemas.openxmlformats.org/drawingml/2006/main">
              <a:ext uri="{FF2B5EF4-FFF2-40B4-BE49-F238E27FC236}">
                <a16:creationId xmlns:a16="http://schemas.microsoft.com/office/drawing/2014/main" id="{ED38D5F9-FFF2-42B4-BED9-320351C93DCF}"/>
              </a:ext>
            </a:extLst>
          </p:cNvPr>
          <p:cNvSpPr>
            <a:spLocks xmlns:a="http://schemas.openxmlformats.org/drawingml/2006/main" noGrp="1"/>
          </p:cNvSpPr>
          <p:nvPr/>
        </p:nvSpPr>
        <p:spPr>
          <a:xfrm xmlns:a="http://schemas.openxmlformats.org/drawingml/2006/main" rot="0">
            <a:off x="123825" y="4238625"/>
            <a:ext cx="971550" cy="9525"/>
          </a:xfrm>
          <a:custGeom xmlns:a="http://schemas.openxmlformats.org/drawingml/2006/main">
            <a:pathLst>
              <a:path w="97155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1550" y="4763"/>
                </a:lnTo>
                <a:lnTo>
                  <a:pt x="966788" y="9525"/>
                </a:lnTo>
                <a:lnTo>
                  <a:pt x="957263" y="9525"/>
                </a:lnTo>
                <a:lnTo>
                  <a:pt x="947738" y="9525"/>
                </a:lnTo>
                <a:lnTo>
                  <a:pt x="938213" y="9525"/>
                </a:lnTo>
                <a:lnTo>
                  <a:pt x="928688" y="9525"/>
                </a:lnTo>
                <a:lnTo>
                  <a:pt x="919163" y="9525"/>
                </a:lnTo>
                <a:lnTo>
                  <a:pt x="909638" y="9525"/>
                </a:lnTo>
                <a:lnTo>
                  <a:pt x="900113" y="9525"/>
                </a:lnTo>
                <a:lnTo>
                  <a:pt x="890588" y="9525"/>
                </a:lnTo>
                <a:lnTo>
                  <a:pt x="881063" y="9525"/>
                </a:lnTo>
                <a:lnTo>
                  <a:pt x="871538" y="9525"/>
                </a:lnTo>
                <a:lnTo>
                  <a:pt x="862013" y="9525"/>
                </a:lnTo>
                <a:lnTo>
                  <a:pt x="852488" y="9525"/>
                </a:lnTo>
                <a:lnTo>
                  <a:pt x="842963" y="9525"/>
                </a:lnTo>
                <a:lnTo>
                  <a:pt x="833438" y="9525"/>
                </a:lnTo>
                <a:lnTo>
                  <a:pt x="823913" y="9525"/>
                </a:lnTo>
                <a:lnTo>
                  <a:pt x="814388" y="9525"/>
                </a:lnTo>
                <a:lnTo>
                  <a:pt x="804863" y="9525"/>
                </a:lnTo>
                <a:lnTo>
                  <a:pt x="795338" y="9525"/>
                </a:lnTo>
                <a:lnTo>
                  <a:pt x="785813" y="9525"/>
                </a:lnTo>
                <a:lnTo>
                  <a:pt x="776288" y="9525"/>
                </a:lnTo>
                <a:lnTo>
                  <a:pt x="766763" y="9525"/>
                </a:lnTo>
                <a:lnTo>
                  <a:pt x="757238" y="9525"/>
                </a:lnTo>
                <a:lnTo>
                  <a:pt x="747713" y="9525"/>
                </a:lnTo>
                <a:lnTo>
                  <a:pt x="738188" y="9525"/>
                </a:lnTo>
                <a:lnTo>
                  <a:pt x="728663" y="9525"/>
                </a:lnTo>
                <a:lnTo>
                  <a:pt x="719138" y="9525"/>
                </a:lnTo>
                <a:lnTo>
                  <a:pt x="709613" y="9525"/>
                </a:lnTo>
                <a:lnTo>
                  <a:pt x="700088" y="9525"/>
                </a:lnTo>
                <a:lnTo>
                  <a:pt x="690563" y="9525"/>
                </a:lnTo>
                <a:lnTo>
                  <a:pt x="681038" y="9525"/>
                </a:lnTo>
                <a:lnTo>
                  <a:pt x="671513" y="9525"/>
                </a:lnTo>
                <a:lnTo>
                  <a:pt x="661988" y="9525"/>
                </a:lnTo>
                <a:lnTo>
                  <a:pt x="652463" y="9525"/>
                </a:lnTo>
                <a:lnTo>
                  <a:pt x="642938" y="9525"/>
                </a:lnTo>
                <a:lnTo>
                  <a:pt x="633413" y="9525"/>
                </a:lnTo>
                <a:lnTo>
                  <a:pt x="623888" y="9525"/>
                </a:lnTo>
                <a:lnTo>
                  <a:pt x="614363" y="9525"/>
                </a:lnTo>
                <a:lnTo>
                  <a:pt x="604838" y="9525"/>
                </a:lnTo>
                <a:lnTo>
                  <a:pt x="595313" y="9525"/>
                </a:lnTo>
                <a:lnTo>
                  <a:pt x="585788" y="9525"/>
                </a:lnTo>
                <a:lnTo>
                  <a:pt x="576263" y="9525"/>
                </a:lnTo>
                <a:lnTo>
                  <a:pt x="566738" y="9525"/>
                </a:lnTo>
                <a:lnTo>
                  <a:pt x="557213" y="9525"/>
                </a:lnTo>
                <a:lnTo>
                  <a:pt x="547688" y="9525"/>
                </a:lnTo>
                <a:lnTo>
                  <a:pt x="538163" y="9525"/>
                </a:lnTo>
                <a:lnTo>
                  <a:pt x="528638" y="9525"/>
                </a:lnTo>
                <a:lnTo>
                  <a:pt x="519113" y="9525"/>
                </a:lnTo>
                <a:lnTo>
                  <a:pt x="509588" y="9525"/>
                </a:lnTo>
                <a:lnTo>
                  <a:pt x="500063" y="9525"/>
                </a:lnTo>
                <a:lnTo>
                  <a:pt x="490538" y="9525"/>
                </a:lnTo>
                <a:lnTo>
                  <a:pt x="481013" y="9525"/>
                </a:lnTo>
                <a:lnTo>
                  <a:pt x="471488" y="9525"/>
                </a:lnTo>
                <a:lnTo>
                  <a:pt x="461963" y="9525"/>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C8E0BF"/>
          </a:solidFill>
          <a:ln xmlns:a="http://schemas.openxmlformats.org/drawingml/2006/main" w="0">
            <a:noFill/>
            <a:prstDash val="solid"/>
          </a:ln>
        </p:spPr>
      </p:sp>
      <p:sp>
        <p:nvSpPr>
          <p:cNvPr id="596" name="layout-green-103-0">
            <a:extLst xmlns:a="http://schemas.openxmlformats.org/drawingml/2006/main">
              <a:ext uri="{FF2B5EF4-FFF2-40B4-BE49-F238E27FC236}">
                <a16:creationId xmlns:a16="http://schemas.microsoft.com/office/drawing/2014/main" id="{1011FA22-D05B-4E81-AA72-0B1AE05B01EA}"/>
              </a:ext>
            </a:extLst>
          </p:cNvPr>
          <p:cNvSpPr>
            <a:spLocks xmlns:a="http://schemas.openxmlformats.org/drawingml/2006/main" noGrp="1"/>
          </p:cNvSpPr>
          <p:nvPr/>
        </p:nvSpPr>
        <p:spPr>
          <a:xfrm xmlns:a="http://schemas.openxmlformats.org/drawingml/2006/main" rot="0">
            <a:off x="552450" y="3371850"/>
            <a:ext cx="9525" cy="161925"/>
          </a:xfrm>
          <a:custGeom xmlns:a="http://schemas.openxmlformats.org/drawingml/2006/main">
            <a:pathLst>
              <a:path w="9525" h="1619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4763" y="161925"/>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CBE0C2"/>
          </a:solidFill>
          <a:ln xmlns:a="http://schemas.openxmlformats.org/drawingml/2006/main" w="0">
            <a:noFill/>
            <a:prstDash val="solid"/>
          </a:ln>
        </p:spPr>
      </p:sp>
      <p:sp>
        <p:nvSpPr>
          <p:cNvPr id="597" name="layout-green-103-1">
            <a:extLst xmlns:a="http://schemas.openxmlformats.org/drawingml/2006/main">
              <a:ext uri="{FF2B5EF4-FFF2-40B4-BE49-F238E27FC236}">
                <a16:creationId xmlns:a16="http://schemas.microsoft.com/office/drawing/2014/main" id="{4CA90B4F-218E-45B5-A57E-647A98219CAB}"/>
              </a:ext>
            </a:extLst>
          </p:cNvPr>
          <p:cNvSpPr>
            <a:spLocks xmlns:a="http://schemas.openxmlformats.org/drawingml/2006/main" noGrp="1"/>
          </p:cNvSpPr>
          <p:nvPr/>
        </p:nvSpPr>
        <p:spPr>
          <a:xfrm xmlns:a="http://schemas.openxmlformats.org/drawingml/2006/main" rot="0">
            <a:off x="123825" y="3524250"/>
            <a:ext cx="9525" cy="571500"/>
          </a:xfrm>
          <a:custGeom xmlns:a="http://schemas.openxmlformats.org/drawingml/2006/main">
            <a:pathLst>
              <a:path w="9525" h="57150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9525" y="433388"/>
                </a:lnTo>
                <a:lnTo>
                  <a:pt x="9525" y="442913"/>
                </a:lnTo>
                <a:lnTo>
                  <a:pt x="9525" y="452438"/>
                </a:lnTo>
                <a:lnTo>
                  <a:pt x="9525" y="461963"/>
                </a:lnTo>
                <a:lnTo>
                  <a:pt x="9525" y="471488"/>
                </a:lnTo>
                <a:lnTo>
                  <a:pt x="9525" y="481013"/>
                </a:lnTo>
                <a:lnTo>
                  <a:pt x="9525" y="490538"/>
                </a:lnTo>
                <a:lnTo>
                  <a:pt x="9525" y="500063"/>
                </a:lnTo>
                <a:lnTo>
                  <a:pt x="9525" y="509588"/>
                </a:lnTo>
                <a:lnTo>
                  <a:pt x="9525" y="519113"/>
                </a:lnTo>
                <a:lnTo>
                  <a:pt x="9525" y="528638"/>
                </a:lnTo>
                <a:lnTo>
                  <a:pt x="9525" y="538163"/>
                </a:lnTo>
                <a:lnTo>
                  <a:pt x="9525" y="547688"/>
                </a:lnTo>
                <a:lnTo>
                  <a:pt x="9525" y="557213"/>
                </a:lnTo>
                <a:lnTo>
                  <a:pt x="9525" y="566738"/>
                </a:lnTo>
                <a:lnTo>
                  <a:pt x="4763" y="571500"/>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CBE0C2"/>
          </a:solidFill>
          <a:ln xmlns:a="http://schemas.openxmlformats.org/drawingml/2006/main" w="0">
            <a:noFill/>
            <a:prstDash val="solid"/>
          </a:ln>
        </p:spPr>
      </p:sp>
      <p:sp>
        <p:nvSpPr>
          <p:cNvPr id="598" name="layout-green-103-2">
            <a:extLst xmlns:a="http://schemas.openxmlformats.org/drawingml/2006/main">
              <a:ext uri="{FF2B5EF4-FFF2-40B4-BE49-F238E27FC236}">
                <a16:creationId xmlns:a16="http://schemas.microsoft.com/office/drawing/2014/main" id="{F135496C-2F15-45B6-88D5-FA60F5675821}"/>
              </a:ext>
            </a:extLst>
          </p:cNvPr>
          <p:cNvSpPr>
            <a:spLocks xmlns:a="http://schemas.openxmlformats.org/drawingml/2006/main" noGrp="1"/>
          </p:cNvSpPr>
          <p:nvPr/>
        </p:nvSpPr>
        <p:spPr>
          <a:xfrm xmlns:a="http://schemas.openxmlformats.org/drawingml/2006/main" rot="0">
            <a:off x="552450" y="3552825"/>
            <a:ext cx="9525" cy="28575"/>
          </a:xfrm>
          <a:custGeom xmlns:a="http://schemas.openxmlformats.org/drawingml/2006/main">
            <a:pathLst>
              <a:path w="9525" h="28575">
                <a:moveTo>
                  <a:pt x="0" y="4763"/>
                </a:moveTo>
                <a:lnTo>
                  <a:pt x="4763" y="0"/>
                </a:lnTo>
                <a:lnTo>
                  <a:pt x="9525" y="4763"/>
                </a:lnTo>
                <a:lnTo>
                  <a:pt x="9525" y="14288"/>
                </a:lnTo>
                <a:lnTo>
                  <a:pt x="9525" y="23813"/>
                </a:lnTo>
                <a:lnTo>
                  <a:pt x="4763" y="28575"/>
                </a:lnTo>
                <a:lnTo>
                  <a:pt x="0" y="23813"/>
                </a:lnTo>
                <a:lnTo>
                  <a:pt x="0" y="14288"/>
                </a:lnTo>
                <a:lnTo>
                  <a:pt x="0" y="4763"/>
                </a:lnTo>
                <a:close/>
              </a:path>
            </a:pathLst>
          </a:custGeom>
          <a:solidFill xmlns:a="http://schemas.openxmlformats.org/drawingml/2006/main">
            <a:srgbClr val="CBE0C2"/>
          </a:solidFill>
          <a:ln xmlns:a="http://schemas.openxmlformats.org/drawingml/2006/main" w="0">
            <a:noFill/>
            <a:prstDash val="solid"/>
          </a:ln>
        </p:spPr>
      </p:sp>
      <p:sp>
        <p:nvSpPr>
          <p:cNvPr id="599" name="layout-green-103-3">
            <a:extLst xmlns:a="http://schemas.openxmlformats.org/drawingml/2006/main">
              <a:ext uri="{FF2B5EF4-FFF2-40B4-BE49-F238E27FC236}">
                <a16:creationId xmlns:a16="http://schemas.microsoft.com/office/drawing/2014/main" id="{FFE8BF7B-7DC5-421E-B2D9-AFBE1CE38357}"/>
              </a:ext>
            </a:extLst>
          </p:cNvPr>
          <p:cNvSpPr>
            <a:spLocks xmlns:a="http://schemas.openxmlformats.org/drawingml/2006/main" noGrp="1"/>
          </p:cNvSpPr>
          <p:nvPr/>
        </p:nvSpPr>
        <p:spPr>
          <a:xfrm xmlns:a="http://schemas.openxmlformats.org/drawingml/2006/main" rot="0">
            <a:off x="552450" y="3600450"/>
            <a:ext cx="9525" cy="38100"/>
          </a:xfrm>
          <a:custGeom xmlns:a="http://schemas.openxmlformats.org/drawingml/2006/main">
            <a:pathLst>
              <a:path w="9525" h="38100">
                <a:moveTo>
                  <a:pt x="0" y="4763"/>
                </a:moveTo>
                <a:lnTo>
                  <a:pt x="4763" y="0"/>
                </a:lnTo>
                <a:lnTo>
                  <a:pt x="9525" y="4763"/>
                </a:lnTo>
                <a:lnTo>
                  <a:pt x="9525" y="14288"/>
                </a:lnTo>
                <a:lnTo>
                  <a:pt x="9525" y="23813"/>
                </a:lnTo>
                <a:lnTo>
                  <a:pt x="9525" y="33338"/>
                </a:lnTo>
                <a:lnTo>
                  <a:pt x="4763" y="38100"/>
                </a:lnTo>
                <a:lnTo>
                  <a:pt x="0" y="33338"/>
                </a:lnTo>
                <a:lnTo>
                  <a:pt x="0" y="23813"/>
                </a:lnTo>
                <a:lnTo>
                  <a:pt x="0" y="14288"/>
                </a:lnTo>
                <a:lnTo>
                  <a:pt x="0" y="4763"/>
                </a:lnTo>
                <a:close/>
              </a:path>
            </a:pathLst>
          </a:custGeom>
          <a:solidFill xmlns:a="http://schemas.openxmlformats.org/drawingml/2006/main">
            <a:srgbClr val="CBE0C2"/>
          </a:solidFill>
          <a:ln xmlns:a="http://schemas.openxmlformats.org/drawingml/2006/main" w="0">
            <a:noFill/>
            <a:prstDash val="solid"/>
          </a:ln>
        </p:spPr>
      </p:sp>
      <p:sp>
        <p:nvSpPr>
          <p:cNvPr id="600" name="layout-green-103-4">
            <a:extLst xmlns:a="http://schemas.openxmlformats.org/drawingml/2006/main">
              <a:ext uri="{FF2B5EF4-FFF2-40B4-BE49-F238E27FC236}">
                <a16:creationId xmlns:a16="http://schemas.microsoft.com/office/drawing/2014/main" id="{AFC8BCBA-827A-43EF-BA9B-6FA4835AE9DA}"/>
              </a:ext>
            </a:extLst>
          </p:cNvPr>
          <p:cNvSpPr>
            <a:spLocks xmlns:a="http://schemas.openxmlformats.org/drawingml/2006/main" noGrp="1"/>
          </p:cNvSpPr>
          <p:nvPr/>
        </p:nvSpPr>
        <p:spPr>
          <a:xfrm xmlns:a="http://schemas.openxmlformats.org/drawingml/2006/main" rot="0">
            <a:off x="495300" y="3667125"/>
            <a:ext cx="409575" cy="304800"/>
          </a:xfrm>
          <a:custGeom xmlns:a="http://schemas.openxmlformats.org/drawingml/2006/main">
            <a:pathLst>
              <a:path w="409575" h="304800">
                <a:moveTo>
                  <a:pt x="57150" y="4763"/>
                </a:moveTo>
                <a:lnTo>
                  <a:pt x="61913" y="0"/>
                </a:lnTo>
                <a:lnTo>
                  <a:pt x="66675" y="4763"/>
                </a:lnTo>
                <a:lnTo>
                  <a:pt x="66675" y="14288"/>
                </a:lnTo>
                <a:lnTo>
                  <a:pt x="66675" y="23813"/>
                </a:lnTo>
                <a:lnTo>
                  <a:pt x="66675" y="33338"/>
                </a:lnTo>
                <a:lnTo>
                  <a:pt x="66675" y="42863"/>
                </a:lnTo>
                <a:lnTo>
                  <a:pt x="66675" y="52388"/>
                </a:lnTo>
                <a:lnTo>
                  <a:pt x="66675" y="61913"/>
                </a:lnTo>
                <a:lnTo>
                  <a:pt x="66675" y="71438"/>
                </a:lnTo>
                <a:lnTo>
                  <a:pt x="66675" y="80963"/>
                </a:lnTo>
                <a:lnTo>
                  <a:pt x="66675" y="90488"/>
                </a:lnTo>
                <a:lnTo>
                  <a:pt x="66675" y="100013"/>
                </a:lnTo>
                <a:lnTo>
                  <a:pt x="66675" y="109538"/>
                </a:lnTo>
                <a:lnTo>
                  <a:pt x="66675" y="119063"/>
                </a:lnTo>
                <a:lnTo>
                  <a:pt x="66675" y="128588"/>
                </a:lnTo>
                <a:lnTo>
                  <a:pt x="66675" y="138113"/>
                </a:lnTo>
                <a:lnTo>
                  <a:pt x="71438" y="142875"/>
                </a:lnTo>
                <a:lnTo>
                  <a:pt x="80963" y="142875"/>
                </a:lnTo>
                <a:lnTo>
                  <a:pt x="90488" y="142875"/>
                </a:lnTo>
                <a:lnTo>
                  <a:pt x="100013" y="142875"/>
                </a:lnTo>
                <a:lnTo>
                  <a:pt x="109538" y="142875"/>
                </a:lnTo>
                <a:lnTo>
                  <a:pt x="119063" y="142875"/>
                </a:lnTo>
                <a:lnTo>
                  <a:pt x="128588" y="142875"/>
                </a:lnTo>
                <a:lnTo>
                  <a:pt x="138113" y="142875"/>
                </a:lnTo>
                <a:lnTo>
                  <a:pt x="147638" y="142875"/>
                </a:lnTo>
                <a:lnTo>
                  <a:pt x="157163" y="142875"/>
                </a:lnTo>
                <a:lnTo>
                  <a:pt x="166688" y="142875"/>
                </a:lnTo>
                <a:lnTo>
                  <a:pt x="176213" y="142875"/>
                </a:lnTo>
                <a:lnTo>
                  <a:pt x="185738" y="142875"/>
                </a:lnTo>
                <a:lnTo>
                  <a:pt x="195263" y="142875"/>
                </a:lnTo>
                <a:lnTo>
                  <a:pt x="204788" y="142875"/>
                </a:lnTo>
                <a:lnTo>
                  <a:pt x="214313" y="142875"/>
                </a:lnTo>
                <a:lnTo>
                  <a:pt x="223838" y="142875"/>
                </a:lnTo>
                <a:lnTo>
                  <a:pt x="233363" y="142875"/>
                </a:lnTo>
                <a:lnTo>
                  <a:pt x="242888" y="142875"/>
                </a:lnTo>
                <a:lnTo>
                  <a:pt x="252413" y="142875"/>
                </a:lnTo>
                <a:lnTo>
                  <a:pt x="261938" y="142875"/>
                </a:lnTo>
                <a:lnTo>
                  <a:pt x="271463" y="142875"/>
                </a:lnTo>
                <a:lnTo>
                  <a:pt x="280988" y="142875"/>
                </a:lnTo>
                <a:lnTo>
                  <a:pt x="290513" y="142875"/>
                </a:lnTo>
                <a:lnTo>
                  <a:pt x="300038" y="142875"/>
                </a:lnTo>
                <a:lnTo>
                  <a:pt x="309563" y="142875"/>
                </a:lnTo>
                <a:lnTo>
                  <a:pt x="319088" y="142875"/>
                </a:lnTo>
                <a:lnTo>
                  <a:pt x="328613" y="142875"/>
                </a:lnTo>
                <a:lnTo>
                  <a:pt x="338138" y="142875"/>
                </a:lnTo>
                <a:lnTo>
                  <a:pt x="347663" y="142875"/>
                </a:lnTo>
                <a:lnTo>
                  <a:pt x="357188" y="142875"/>
                </a:lnTo>
                <a:lnTo>
                  <a:pt x="366713" y="142875"/>
                </a:lnTo>
                <a:lnTo>
                  <a:pt x="376238" y="142875"/>
                </a:lnTo>
                <a:lnTo>
                  <a:pt x="385763" y="142875"/>
                </a:lnTo>
                <a:lnTo>
                  <a:pt x="395288" y="142875"/>
                </a:lnTo>
                <a:lnTo>
                  <a:pt x="404813" y="142875"/>
                </a:lnTo>
                <a:lnTo>
                  <a:pt x="409575" y="147638"/>
                </a:lnTo>
                <a:lnTo>
                  <a:pt x="404813" y="152400"/>
                </a:lnTo>
                <a:lnTo>
                  <a:pt x="395288" y="152400"/>
                </a:lnTo>
                <a:lnTo>
                  <a:pt x="385763" y="152400"/>
                </a:lnTo>
                <a:lnTo>
                  <a:pt x="376238" y="152400"/>
                </a:lnTo>
                <a:lnTo>
                  <a:pt x="366713" y="152400"/>
                </a:lnTo>
                <a:lnTo>
                  <a:pt x="357188" y="152400"/>
                </a:lnTo>
                <a:lnTo>
                  <a:pt x="347663" y="152400"/>
                </a:lnTo>
                <a:lnTo>
                  <a:pt x="338138" y="152400"/>
                </a:lnTo>
                <a:lnTo>
                  <a:pt x="333375" y="157163"/>
                </a:lnTo>
                <a:lnTo>
                  <a:pt x="328613" y="161925"/>
                </a:lnTo>
                <a:lnTo>
                  <a:pt x="323850" y="166688"/>
                </a:lnTo>
                <a:lnTo>
                  <a:pt x="323850" y="176213"/>
                </a:lnTo>
                <a:lnTo>
                  <a:pt x="323850" y="185738"/>
                </a:lnTo>
                <a:lnTo>
                  <a:pt x="319088" y="190500"/>
                </a:lnTo>
                <a:lnTo>
                  <a:pt x="314325" y="195263"/>
                </a:lnTo>
                <a:lnTo>
                  <a:pt x="314325" y="204788"/>
                </a:lnTo>
                <a:lnTo>
                  <a:pt x="314325" y="214313"/>
                </a:lnTo>
                <a:lnTo>
                  <a:pt x="309563" y="219075"/>
                </a:lnTo>
                <a:lnTo>
                  <a:pt x="304800" y="223838"/>
                </a:lnTo>
                <a:lnTo>
                  <a:pt x="304800" y="233363"/>
                </a:lnTo>
                <a:lnTo>
                  <a:pt x="300038" y="238125"/>
                </a:lnTo>
                <a:lnTo>
                  <a:pt x="295275" y="242888"/>
                </a:lnTo>
                <a:lnTo>
                  <a:pt x="290513" y="247650"/>
                </a:lnTo>
                <a:lnTo>
                  <a:pt x="285750" y="252413"/>
                </a:lnTo>
                <a:lnTo>
                  <a:pt x="280988" y="257175"/>
                </a:lnTo>
                <a:lnTo>
                  <a:pt x="276225" y="261938"/>
                </a:lnTo>
                <a:lnTo>
                  <a:pt x="271463" y="266700"/>
                </a:lnTo>
                <a:lnTo>
                  <a:pt x="266700" y="271463"/>
                </a:lnTo>
                <a:lnTo>
                  <a:pt x="261938" y="276225"/>
                </a:lnTo>
                <a:lnTo>
                  <a:pt x="252413" y="276225"/>
                </a:lnTo>
                <a:lnTo>
                  <a:pt x="247650" y="280988"/>
                </a:lnTo>
                <a:lnTo>
                  <a:pt x="242888" y="285750"/>
                </a:lnTo>
                <a:lnTo>
                  <a:pt x="238125" y="290513"/>
                </a:lnTo>
                <a:lnTo>
                  <a:pt x="233363" y="295275"/>
                </a:lnTo>
                <a:lnTo>
                  <a:pt x="223838" y="295275"/>
                </a:lnTo>
                <a:lnTo>
                  <a:pt x="214313" y="295275"/>
                </a:lnTo>
                <a:lnTo>
                  <a:pt x="209550" y="300038"/>
                </a:lnTo>
                <a:lnTo>
                  <a:pt x="204788" y="304800"/>
                </a:lnTo>
                <a:lnTo>
                  <a:pt x="195263" y="304800"/>
                </a:lnTo>
                <a:lnTo>
                  <a:pt x="185738" y="304800"/>
                </a:lnTo>
                <a:lnTo>
                  <a:pt x="176213" y="304800"/>
                </a:lnTo>
                <a:lnTo>
                  <a:pt x="166688" y="304800"/>
                </a:lnTo>
                <a:lnTo>
                  <a:pt x="157163" y="304800"/>
                </a:lnTo>
                <a:lnTo>
                  <a:pt x="147638" y="304800"/>
                </a:lnTo>
                <a:lnTo>
                  <a:pt x="138113" y="304800"/>
                </a:lnTo>
                <a:lnTo>
                  <a:pt x="128588" y="304800"/>
                </a:lnTo>
                <a:lnTo>
                  <a:pt x="123825" y="300038"/>
                </a:lnTo>
                <a:lnTo>
                  <a:pt x="119063" y="295275"/>
                </a:lnTo>
                <a:lnTo>
                  <a:pt x="109538" y="295275"/>
                </a:lnTo>
                <a:lnTo>
                  <a:pt x="100013" y="295275"/>
                </a:lnTo>
                <a:lnTo>
                  <a:pt x="95250" y="290513"/>
                </a:lnTo>
                <a:lnTo>
                  <a:pt x="90488" y="285750"/>
                </a:lnTo>
                <a:lnTo>
                  <a:pt x="85725" y="280988"/>
                </a:lnTo>
                <a:lnTo>
                  <a:pt x="80963" y="276225"/>
                </a:lnTo>
                <a:lnTo>
                  <a:pt x="71438" y="276225"/>
                </a:lnTo>
                <a:lnTo>
                  <a:pt x="66675" y="271463"/>
                </a:lnTo>
                <a:lnTo>
                  <a:pt x="61913" y="266700"/>
                </a:lnTo>
                <a:lnTo>
                  <a:pt x="57150" y="261938"/>
                </a:lnTo>
                <a:lnTo>
                  <a:pt x="57150" y="252413"/>
                </a:lnTo>
                <a:lnTo>
                  <a:pt x="52388" y="247650"/>
                </a:lnTo>
                <a:lnTo>
                  <a:pt x="42863" y="247650"/>
                </a:lnTo>
                <a:lnTo>
                  <a:pt x="38100" y="242888"/>
                </a:lnTo>
                <a:lnTo>
                  <a:pt x="38100" y="233363"/>
                </a:lnTo>
                <a:lnTo>
                  <a:pt x="33338" y="228600"/>
                </a:lnTo>
                <a:lnTo>
                  <a:pt x="28575" y="223838"/>
                </a:lnTo>
                <a:lnTo>
                  <a:pt x="23813" y="219075"/>
                </a:lnTo>
                <a:lnTo>
                  <a:pt x="19050" y="214313"/>
                </a:lnTo>
                <a:lnTo>
                  <a:pt x="19050" y="204788"/>
                </a:lnTo>
                <a:lnTo>
                  <a:pt x="19050" y="195263"/>
                </a:lnTo>
                <a:lnTo>
                  <a:pt x="14288" y="190500"/>
                </a:lnTo>
                <a:lnTo>
                  <a:pt x="9525" y="185738"/>
                </a:lnTo>
                <a:lnTo>
                  <a:pt x="9525" y="176213"/>
                </a:lnTo>
                <a:lnTo>
                  <a:pt x="9525" y="166688"/>
                </a:lnTo>
                <a:lnTo>
                  <a:pt x="9525" y="157163"/>
                </a:lnTo>
                <a:lnTo>
                  <a:pt x="4763" y="152400"/>
                </a:lnTo>
                <a:lnTo>
                  <a:pt x="0" y="147638"/>
                </a:lnTo>
                <a:lnTo>
                  <a:pt x="4763" y="142875"/>
                </a:lnTo>
                <a:lnTo>
                  <a:pt x="9525" y="138113"/>
                </a:lnTo>
                <a:lnTo>
                  <a:pt x="4763" y="133350"/>
                </a:lnTo>
                <a:lnTo>
                  <a:pt x="0" y="128588"/>
                </a:lnTo>
                <a:lnTo>
                  <a:pt x="4763" y="123825"/>
                </a:lnTo>
                <a:lnTo>
                  <a:pt x="9525" y="119063"/>
                </a:lnTo>
                <a:lnTo>
                  <a:pt x="9525" y="109538"/>
                </a:lnTo>
                <a:lnTo>
                  <a:pt x="9525" y="100013"/>
                </a:lnTo>
                <a:lnTo>
                  <a:pt x="14288" y="95250"/>
                </a:lnTo>
                <a:lnTo>
                  <a:pt x="19050" y="90488"/>
                </a:lnTo>
                <a:lnTo>
                  <a:pt x="19050" y="80963"/>
                </a:lnTo>
                <a:lnTo>
                  <a:pt x="19050" y="71438"/>
                </a:lnTo>
                <a:lnTo>
                  <a:pt x="23813" y="66675"/>
                </a:lnTo>
                <a:lnTo>
                  <a:pt x="28575" y="61913"/>
                </a:lnTo>
                <a:lnTo>
                  <a:pt x="33338" y="57150"/>
                </a:lnTo>
                <a:lnTo>
                  <a:pt x="38100" y="52388"/>
                </a:lnTo>
                <a:lnTo>
                  <a:pt x="38100" y="42863"/>
                </a:lnTo>
                <a:lnTo>
                  <a:pt x="42863" y="38100"/>
                </a:lnTo>
                <a:lnTo>
                  <a:pt x="47625" y="33338"/>
                </a:lnTo>
                <a:lnTo>
                  <a:pt x="52388" y="28575"/>
                </a:lnTo>
                <a:lnTo>
                  <a:pt x="57150" y="23813"/>
                </a:lnTo>
                <a:lnTo>
                  <a:pt x="57150" y="14288"/>
                </a:lnTo>
                <a:lnTo>
                  <a:pt x="57150" y="4763"/>
                </a:lnTo>
                <a:close/>
              </a:path>
            </a:pathLst>
          </a:custGeom>
          <a:solidFill xmlns:a="http://schemas.openxmlformats.org/drawingml/2006/main">
            <a:srgbClr val="CBE0C2"/>
          </a:solidFill>
          <a:ln xmlns:a="http://schemas.openxmlformats.org/drawingml/2006/main" w="0">
            <a:noFill/>
            <a:prstDash val="solid"/>
          </a:ln>
        </p:spPr>
      </p:sp>
      <p:sp>
        <p:nvSpPr>
          <p:cNvPr id="601" name="layout-green-103-5">
            <a:extLst xmlns:a="http://schemas.openxmlformats.org/drawingml/2006/main">
              <a:ext uri="{FF2B5EF4-FFF2-40B4-BE49-F238E27FC236}">
                <a16:creationId xmlns:a16="http://schemas.microsoft.com/office/drawing/2014/main" id="{3975EC7B-4261-4132-9E28-2348E1C70970}"/>
              </a:ext>
            </a:extLst>
          </p:cNvPr>
          <p:cNvSpPr>
            <a:spLocks xmlns:a="http://schemas.openxmlformats.org/drawingml/2006/main" noGrp="1"/>
          </p:cNvSpPr>
          <p:nvPr/>
        </p:nvSpPr>
        <p:spPr>
          <a:xfrm xmlns:a="http://schemas.openxmlformats.org/drawingml/2006/main" rot="0">
            <a:off x="123825" y="42386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BE0C2"/>
          </a:solidFill>
          <a:ln xmlns:a="http://schemas.openxmlformats.org/drawingml/2006/main" w="0">
            <a:noFill/>
            <a:prstDash val="solid"/>
          </a:ln>
        </p:spPr>
      </p:sp>
      <p:sp>
        <p:nvSpPr>
          <p:cNvPr id="602" name="layout-green-103-6">
            <a:extLst xmlns:a="http://schemas.openxmlformats.org/drawingml/2006/main">
              <a:ext uri="{FF2B5EF4-FFF2-40B4-BE49-F238E27FC236}">
                <a16:creationId xmlns:a16="http://schemas.microsoft.com/office/drawing/2014/main" id="{8EA7B709-DDB5-4B00-86C1-3D6B2C80B00D}"/>
              </a:ext>
            </a:extLst>
          </p:cNvPr>
          <p:cNvSpPr>
            <a:spLocks xmlns:a="http://schemas.openxmlformats.org/drawingml/2006/main" noGrp="1"/>
          </p:cNvSpPr>
          <p:nvPr/>
        </p:nvSpPr>
        <p:spPr>
          <a:xfrm xmlns:a="http://schemas.openxmlformats.org/drawingml/2006/main" rot="0">
            <a:off x="238125" y="4238625"/>
            <a:ext cx="847725" cy="9525"/>
          </a:xfrm>
          <a:custGeom xmlns:a="http://schemas.openxmlformats.org/drawingml/2006/main">
            <a:pathLst>
              <a:path w="84772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47725" y="4763"/>
                </a:lnTo>
                <a:lnTo>
                  <a:pt x="842963" y="9525"/>
                </a:lnTo>
                <a:lnTo>
                  <a:pt x="833438" y="9525"/>
                </a:lnTo>
                <a:lnTo>
                  <a:pt x="823913" y="9525"/>
                </a:lnTo>
                <a:lnTo>
                  <a:pt x="814388" y="9525"/>
                </a:lnTo>
                <a:lnTo>
                  <a:pt x="804863" y="9525"/>
                </a:lnTo>
                <a:lnTo>
                  <a:pt x="795338" y="9525"/>
                </a:lnTo>
                <a:lnTo>
                  <a:pt x="785813" y="9525"/>
                </a:lnTo>
                <a:lnTo>
                  <a:pt x="776288" y="9525"/>
                </a:lnTo>
                <a:lnTo>
                  <a:pt x="766763" y="9525"/>
                </a:lnTo>
                <a:lnTo>
                  <a:pt x="757238" y="9525"/>
                </a:lnTo>
                <a:lnTo>
                  <a:pt x="747713" y="9525"/>
                </a:lnTo>
                <a:lnTo>
                  <a:pt x="738188" y="9525"/>
                </a:lnTo>
                <a:lnTo>
                  <a:pt x="728663" y="9525"/>
                </a:lnTo>
                <a:lnTo>
                  <a:pt x="719138" y="9525"/>
                </a:lnTo>
                <a:lnTo>
                  <a:pt x="709613" y="9525"/>
                </a:lnTo>
                <a:lnTo>
                  <a:pt x="700088" y="9525"/>
                </a:lnTo>
                <a:lnTo>
                  <a:pt x="690563" y="9525"/>
                </a:lnTo>
                <a:lnTo>
                  <a:pt x="681038" y="9525"/>
                </a:lnTo>
                <a:lnTo>
                  <a:pt x="671513" y="9525"/>
                </a:lnTo>
                <a:lnTo>
                  <a:pt x="661988" y="9525"/>
                </a:lnTo>
                <a:lnTo>
                  <a:pt x="652463" y="9525"/>
                </a:lnTo>
                <a:lnTo>
                  <a:pt x="642938" y="9525"/>
                </a:lnTo>
                <a:lnTo>
                  <a:pt x="633413" y="9525"/>
                </a:lnTo>
                <a:lnTo>
                  <a:pt x="623888" y="9525"/>
                </a:lnTo>
                <a:lnTo>
                  <a:pt x="614363" y="9525"/>
                </a:lnTo>
                <a:lnTo>
                  <a:pt x="604838" y="9525"/>
                </a:lnTo>
                <a:lnTo>
                  <a:pt x="595313" y="9525"/>
                </a:lnTo>
                <a:lnTo>
                  <a:pt x="585788" y="9525"/>
                </a:lnTo>
                <a:lnTo>
                  <a:pt x="576263" y="9525"/>
                </a:lnTo>
                <a:lnTo>
                  <a:pt x="566738" y="9525"/>
                </a:lnTo>
                <a:lnTo>
                  <a:pt x="557213" y="9525"/>
                </a:lnTo>
                <a:lnTo>
                  <a:pt x="547688" y="9525"/>
                </a:lnTo>
                <a:lnTo>
                  <a:pt x="538163" y="9525"/>
                </a:lnTo>
                <a:lnTo>
                  <a:pt x="528638" y="9525"/>
                </a:lnTo>
                <a:lnTo>
                  <a:pt x="519113" y="9525"/>
                </a:lnTo>
                <a:lnTo>
                  <a:pt x="509588" y="9525"/>
                </a:lnTo>
                <a:lnTo>
                  <a:pt x="500063" y="9525"/>
                </a:lnTo>
                <a:lnTo>
                  <a:pt x="490538" y="9525"/>
                </a:lnTo>
                <a:lnTo>
                  <a:pt x="481013" y="9525"/>
                </a:lnTo>
                <a:lnTo>
                  <a:pt x="471488" y="9525"/>
                </a:lnTo>
                <a:lnTo>
                  <a:pt x="461963" y="9525"/>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CBE0C2"/>
          </a:solidFill>
          <a:ln xmlns:a="http://schemas.openxmlformats.org/drawingml/2006/main" w="0">
            <a:noFill/>
            <a:prstDash val="solid"/>
          </a:ln>
        </p:spPr>
      </p:sp>
      <p:sp>
        <p:nvSpPr>
          <p:cNvPr id="603" name="layout-green-104-0">
            <a:extLst xmlns:a="http://schemas.openxmlformats.org/drawingml/2006/main">
              <a:ext uri="{FF2B5EF4-FFF2-40B4-BE49-F238E27FC236}">
                <a16:creationId xmlns:a16="http://schemas.microsoft.com/office/drawing/2014/main" id="{F4E1276C-DADF-4935-88EE-1B61227B2E6D}"/>
              </a:ext>
            </a:extLst>
          </p:cNvPr>
          <p:cNvSpPr>
            <a:spLocks xmlns:a="http://schemas.openxmlformats.org/drawingml/2006/main" noGrp="1"/>
          </p:cNvSpPr>
          <p:nvPr/>
        </p:nvSpPr>
        <p:spPr>
          <a:xfrm xmlns:a="http://schemas.openxmlformats.org/drawingml/2006/main" rot="0">
            <a:off x="552450" y="3371850"/>
            <a:ext cx="9525" cy="161925"/>
          </a:xfrm>
          <a:custGeom xmlns:a="http://schemas.openxmlformats.org/drawingml/2006/main">
            <a:pathLst>
              <a:path w="9525" h="1619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4763" y="161925"/>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CDE2C5"/>
          </a:solidFill>
          <a:ln xmlns:a="http://schemas.openxmlformats.org/drawingml/2006/main" w="0">
            <a:noFill/>
            <a:prstDash val="solid"/>
          </a:ln>
        </p:spPr>
      </p:sp>
      <p:sp>
        <p:nvSpPr>
          <p:cNvPr id="604" name="layout-green-104-1">
            <a:extLst xmlns:a="http://schemas.openxmlformats.org/drawingml/2006/main">
              <a:ext uri="{FF2B5EF4-FFF2-40B4-BE49-F238E27FC236}">
                <a16:creationId xmlns:a16="http://schemas.microsoft.com/office/drawing/2014/main" id="{BCBA11F2-D762-45C3-A035-F1F72D2F1628}"/>
              </a:ext>
            </a:extLst>
          </p:cNvPr>
          <p:cNvSpPr>
            <a:spLocks xmlns:a="http://schemas.openxmlformats.org/drawingml/2006/main" noGrp="1"/>
          </p:cNvSpPr>
          <p:nvPr/>
        </p:nvSpPr>
        <p:spPr>
          <a:xfrm xmlns:a="http://schemas.openxmlformats.org/drawingml/2006/main" rot="0">
            <a:off x="552450" y="3552825"/>
            <a:ext cx="9525" cy="28575"/>
          </a:xfrm>
          <a:custGeom xmlns:a="http://schemas.openxmlformats.org/drawingml/2006/main">
            <a:pathLst>
              <a:path w="9525" h="28575">
                <a:moveTo>
                  <a:pt x="0" y="4763"/>
                </a:moveTo>
                <a:lnTo>
                  <a:pt x="4763" y="0"/>
                </a:lnTo>
                <a:lnTo>
                  <a:pt x="9525" y="4763"/>
                </a:lnTo>
                <a:lnTo>
                  <a:pt x="9525" y="14288"/>
                </a:lnTo>
                <a:lnTo>
                  <a:pt x="9525" y="23813"/>
                </a:lnTo>
                <a:lnTo>
                  <a:pt x="4763" y="28575"/>
                </a:lnTo>
                <a:lnTo>
                  <a:pt x="0" y="23813"/>
                </a:lnTo>
                <a:lnTo>
                  <a:pt x="0" y="14288"/>
                </a:lnTo>
                <a:lnTo>
                  <a:pt x="0" y="4763"/>
                </a:lnTo>
                <a:close/>
              </a:path>
            </a:pathLst>
          </a:custGeom>
          <a:solidFill xmlns:a="http://schemas.openxmlformats.org/drawingml/2006/main">
            <a:srgbClr val="CDE2C5"/>
          </a:solidFill>
          <a:ln xmlns:a="http://schemas.openxmlformats.org/drawingml/2006/main" w="0">
            <a:noFill/>
            <a:prstDash val="solid"/>
          </a:ln>
        </p:spPr>
      </p:sp>
      <p:sp>
        <p:nvSpPr>
          <p:cNvPr id="605" name="layout-green-104-2">
            <a:extLst xmlns:a="http://schemas.openxmlformats.org/drawingml/2006/main">
              <a:ext uri="{FF2B5EF4-FFF2-40B4-BE49-F238E27FC236}">
                <a16:creationId xmlns:a16="http://schemas.microsoft.com/office/drawing/2014/main" id="{F86F852C-74AA-49B2-A3C1-E141BEC984E0}"/>
              </a:ext>
            </a:extLst>
          </p:cNvPr>
          <p:cNvSpPr>
            <a:spLocks xmlns:a="http://schemas.openxmlformats.org/drawingml/2006/main" noGrp="1"/>
          </p:cNvSpPr>
          <p:nvPr/>
        </p:nvSpPr>
        <p:spPr>
          <a:xfrm xmlns:a="http://schemas.openxmlformats.org/drawingml/2006/main" rot="0">
            <a:off x="552450" y="3600450"/>
            <a:ext cx="9525" cy="38100"/>
          </a:xfrm>
          <a:custGeom xmlns:a="http://schemas.openxmlformats.org/drawingml/2006/main">
            <a:pathLst>
              <a:path w="9525" h="38100">
                <a:moveTo>
                  <a:pt x="0" y="4763"/>
                </a:moveTo>
                <a:lnTo>
                  <a:pt x="4763" y="0"/>
                </a:lnTo>
                <a:lnTo>
                  <a:pt x="9525" y="4763"/>
                </a:lnTo>
                <a:lnTo>
                  <a:pt x="9525" y="14288"/>
                </a:lnTo>
                <a:lnTo>
                  <a:pt x="9525" y="23813"/>
                </a:lnTo>
                <a:lnTo>
                  <a:pt x="9525" y="33338"/>
                </a:lnTo>
                <a:lnTo>
                  <a:pt x="4763" y="38100"/>
                </a:lnTo>
                <a:lnTo>
                  <a:pt x="0" y="33338"/>
                </a:lnTo>
                <a:lnTo>
                  <a:pt x="0" y="23813"/>
                </a:lnTo>
                <a:lnTo>
                  <a:pt x="0" y="14288"/>
                </a:lnTo>
                <a:lnTo>
                  <a:pt x="0" y="4763"/>
                </a:lnTo>
                <a:close/>
              </a:path>
            </a:pathLst>
          </a:custGeom>
          <a:solidFill xmlns:a="http://schemas.openxmlformats.org/drawingml/2006/main">
            <a:srgbClr val="CDE2C5"/>
          </a:solidFill>
          <a:ln xmlns:a="http://schemas.openxmlformats.org/drawingml/2006/main" w="0">
            <a:noFill/>
            <a:prstDash val="solid"/>
          </a:ln>
        </p:spPr>
      </p:sp>
      <p:sp>
        <p:nvSpPr>
          <p:cNvPr id="606" name="layout-green-104-3">
            <a:extLst xmlns:a="http://schemas.openxmlformats.org/drawingml/2006/main">
              <a:ext uri="{FF2B5EF4-FFF2-40B4-BE49-F238E27FC236}">
                <a16:creationId xmlns:a16="http://schemas.microsoft.com/office/drawing/2014/main" id="{642A3E2C-F415-4239-9DEC-EB3E8190FAF1}"/>
              </a:ext>
            </a:extLst>
          </p:cNvPr>
          <p:cNvSpPr>
            <a:spLocks xmlns:a="http://schemas.openxmlformats.org/drawingml/2006/main" noGrp="1"/>
          </p:cNvSpPr>
          <p:nvPr/>
        </p:nvSpPr>
        <p:spPr>
          <a:xfrm xmlns:a="http://schemas.openxmlformats.org/drawingml/2006/main" rot="0">
            <a:off x="514350" y="3667125"/>
            <a:ext cx="361950" cy="285750"/>
          </a:xfrm>
          <a:custGeom xmlns:a="http://schemas.openxmlformats.org/drawingml/2006/main">
            <a:pathLst>
              <a:path w="361950" h="285750">
                <a:moveTo>
                  <a:pt x="38100" y="4763"/>
                </a:moveTo>
                <a:lnTo>
                  <a:pt x="42863" y="0"/>
                </a:lnTo>
                <a:lnTo>
                  <a:pt x="47625" y="4763"/>
                </a:lnTo>
                <a:lnTo>
                  <a:pt x="47625" y="14288"/>
                </a:lnTo>
                <a:lnTo>
                  <a:pt x="47625" y="23813"/>
                </a:lnTo>
                <a:lnTo>
                  <a:pt x="47625" y="33338"/>
                </a:lnTo>
                <a:lnTo>
                  <a:pt x="47625" y="42863"/>
                </a:lnTo>
                <a:lnTo>
                  <a:pt x="47625" y="52388"/>
                </a:lnTo>
                <a:lnTo>
                  <a:pt x="47625" y="61913"/>
                </a:lnTo>
                <a:lnTo>
                  <a:pt x="47625" y="71438"/>
                </a:lnTo>
                <a:lnTo>
                  <a:pt x="47625" y="80963"/>
                </a:lnTo>
                <a:lnTo>
                  <a:pt x="47625" y="90488"/>
                </a:lnTo>
                <a:lnTo>
                  <a:pt x="47625" y="100013"/>
                </a:lnTo>
                <a:lnTo>
                  <a:pt x="47625" y="109538"/>
                </a:lnTo>
                <a:lnTo>
                  <a:pt x="47625" y="119063"/>
                </a:lnTo>
                <a:lnTo>
                  <a:pt x="47625" y="128588"/>
                </a:lnTo>
                <a:lnTo>
                  <a:pt x="47625" y="138113"/>
                </a:lnTo>
                <a:lnTo>
                  <a:pt x="52388" y="142875"/>
                </a:lnTo>
                <a:lnTo>
                  <a:pt x="61913" y="142875"/>
                </a:lnTo>
                <a:lnTo>
                  <a:pt x="71438" y="142875"/>
                </a:lnTo>
                <a:lnTo>
                  <a:pt x="80963" y="142875"/>
                </a:lnTo>
                <a:lnTo>
                  <a:pt x="90488" y="142875"/>
                </a:lnTo>
                <a:lnTo>
                  <a:pt x="100013" y="142875"/>
                </a:lnTo>
                <a:lnTo>
                  <a:pt x="109538" y="142875"/>
                </a:lnTo>
                <a:lnTo>
                  <a:pt x="119063" y="142875"/>
                </a:lnTo>
                <a:lnTo>
                  <a:pt x="128588" y="142875"/>
                </a:lnTo>
                <a:lnTo>
                  <a:pt x="138113" y="142875"/>
                </a:lnTo>
                <a:lnTo>
                  <a:pt x="147638" y="142875"/>
                </a:lnTo>
                <a:lnTo>
                  <a:pt x="157163" y="142875"/>
                </a:lnTo>
                <a:lnTo>
                  <a:pt x="166688" y="142875"/>
                </a:lnTo>
                <a:lnTo>
                  <a:pt x="176213" y="142875"/>
                </a:lnTo>
                <a:lnTo>
                  <a:pt x="185738" y="142875"/>
                </a:lnTo>
                <a:lnTo>
                  <a:pt x="195263" y="142875"/>
                </a:lnTo>
                <a:lnTo>
                  <a:pt x="204788" y="142875"/>
                </a:lnTo>
                <a:lnTo>
                  <a:pt x="214313" y="142875"/>
                </a:lnTo>
                <a:lnTo>
                  <a:pt x="223838" y="142875"/>
                </a:lnTo>
                <a:lnTo>
                  <a:pt x="233363" y="142875"/>
                </a:lnTo>
                <a:lnTo>
                  <a:pt x="242888" y="142875"/>
                </a:lnTo>
                <a:lnTo>
                  <a:pt x="252413" y="142875"/>
                </a:lnTo>
                <a:lnTo>
                  <a:pt x="261938" y="142875"/>
                </a:lnTo>
                <a:lnTo>
                  <a:pt x="271463" y="142875"/>
                </a:lnTo>
                <a:lnTo>
                  <a:pt x="280988" y="142875"/>
                </a:lnTo>
                <a:lnTo>
                  <a:pt x="290513" y="142875"/>
                </a:lnTo>
                <a:lnTo>
                  <a:pt x="300038" y="142875"/>
                </a:lnTo>
                <a:lnTo>
                  <a:pt x="309563" y="142875"/>
                </a:lnTo>
                <a:lnTo>
                  <a:pt x="319088" y="142875"/>
                </a:lnTo>
                <a:lnTo>
                  <a:pt x="328613" y="142875"/>
                </a:lnTo>
                <a:lnTo>
                  <a:pt x="338138" y="142875"/>
                </a:lnTo>
                <a:lnTo>
                  <a:pt x="347663" y="142875"/>
                </a:lnTo>
                <a:lnTo>
                  <a:pt x="357188" y="142875"/>
                </a:lnTo>
                <a:lnTo>
                  <a:pt x="361950" y="147638"/>
                </a:lnTo>
                <a:lnTo>
                  <a:pt x="357188" y="152400"/>
                </a:lnTo>
                <a:lnTo>
                  <a:pt x="347663" y="152400"/>
                </a:lnTo>
                <a:lnTo>
                  <a:pt x="338138" y="152400"/>
                </a:lnTo>
                <a:lnTo>
                  <a:pt x="328613" y="152400"/>
                </a:lnTo>
                <a:lnTo>
                  <a:pt x="319088" y="152400"/>
                </a:lnTo>
                <a:lnTo>
                  <a:pt x="309563" y="152400"/>
                </a:lnTo>
                <a:lnTo>
                  <a:pt x="300038" y="152400"/>
                </a:lnTo>
                <a:lnTo>
                  <a:pt x="295275" y="157163"/>
                </a:lnTo>
                <a:lnTo>
                  <a:pt x="290513" y="161925"/>
                </a:lnTo>
                <a:lnTo>
                  <a:pt x="285750" y="166688"/>
                </a:lnTo>
                <a:lnTo>
                  <a:pt x="285750" y="176213"/>
                </a:lnTo>
                <a:lnTo>
                  <a:pt x="285750" y="185738"/>
                </a:lnTo>
                <a:lnTo>
                  <a:pt x="280988" y="190500"/>
                </a:lnTo>
                <a:lnTo>
                  <a:pt x="276225" y="195263"/>
                </a:lnTo>
                <a:lnTo>
                  <a:pt x="276225" y="204788"/>
                </a:lnTo>
                <a:lnTo>
                  <a:pt x="271463" y="209550"/>
                </a:lnTo>
                <a:lnTo>
                  <a:pt x="266700" y="214313"/>
                </a:lnTo>
                <a:lnTo>
                  <a:pt x="266700" y="223838"/>
                </a:lnTo>
                <a:lnTo>
                  <a:pt x="261938" y="228600"/>
                </a:lnTo>
                <a:lnTo>
                  <a:pt x="257175" y="233363"/>
                </a:lnTo>
                <a:lnTo>
                  <a:pt x="257175" y="242888"/>
                </a:lnTo>
                <a:lnTo>
                  <a:pt x="252413" y="247650"/>
                </a:lnTo>
                <a:lnTo>
                  <a:pt x="247650" y="252413"/>
                </a:lnTo>
                <a:lnTo>
                  <a:pt x="242888" y="257175"/>
                </a:lnTo>
                <a:lnTo>
                  <a:pt x="233363" y="257175"/>
                </a:lnTo>
                <a:lnTo>
                  <a:pt x="228600" y="261938"/>
                </a:lnTo>
                <a:lnTo>
                  <a:pt x="223838" y="266700"/>
                </a:lnTo>
                <a:lnTo>
                  <a:pt x="214313" y="266700"/>
                </a:lnTo>
                <a:lnTo>
                  <a:pt x="209550" y="271463"/>
                </a:lnTo>
                <a:lnTo>
                  <a:pt x="204788" y="276225"/>
                </a:lnTo>
                <a:lnTo>
                  <a:pt x="195263" y="276225"/>
                </a:lnTo>
                <a:lnTo>
                  <a:pt x="185738" y="276225"/>
                </a:lnTo>
                <a:lnTo>
                  <a:pt x="180975" y="280988"/>
                </a:lnTo>
                <a:lnTo>
                  <a:pt x="176213" y="285750"/>
                </a:lnTo>
                <a:lnTo>
                  <a:pt x="166688" y="285750"/>
                </a:lnTo>
                <a:lnTo>
                  <a:pt x="157163" y="285750"/>
                </a:lnTo>
                <a:lnTo>
                  <a:pt x="147638" y="285750"/>
                </a:lnTo>
                <a:lnTo>
                  <a:pt x="138113" y="285750"/>
                </a:lnTo>
                <a:lnTo>
                  <a:pt x="128588" y="285750"/>
                </a:lnTo>
                <a:lnTo>
                  <a:pt x="119063" y="285750"/>
                </a:lnTo>
                <a:lnTo>
                  <a:pt x="114300" y="280988"/>
                </a:lnTo>
                <a:lnTo>
                  <a:pt x="109538" y="276225"/>
                </a:lnTo>
                <a:lnTo>
                  <a:pt x="100013" y="276225"/>
                </a:lnTo>
                <a:lnTo>
                  <a:pt x="90488" y="276225"/>
                </a:lnTo>
                <a:lnTo>
                  <a:pt x="85725" y="271463"/>
                </a:lnTo>
                <a:lnTo>
                  <a:pt x="80963" y="266700"/>
                </a:lnTo>
                <a:lnTo>
                  <a:pt x="71438" y="266700"/>
                </a:lnTo>
                <a:lnTo>
                  <a:pt x="66675" y="261938"/>
                </a:lnTo>
                <a:lnTo>
                  <a:pt x="61913" y="257175"/>
                </a:lnTo>
                <a:lnTo>
                  <a:pt x="57150" y="252413"/>
                </a:lnTo>
                <a:lnTo>
                  <a:pt x="52388" y="247650"/>
                </a:lnTo>
                <a:lnTo>
                  <a:pt x="47625" y="242888"/>
                </a:lnTo>
                <a:lnTo>
                  <a:pt x="42863" y="238125"/>
                </a:lnTo>
                <a:lnTo>
                  <a:pt x="38100" y="233363"/>
                </a:lnTo>
                <a:lnTo>
                  <a:pt x="33338" y="228600"/>
                </a:lnTo>
                <a:lnTo>
                  <a:pt x="28575" y="223838"/>
                </a:lnTo>
                <a:lnTo>
                  <a:pt x="28575" y="214313"/>
                </a:lnTo>
                <a:lnTo>
                  <a:pt x="23813" y="209550"/>
                </a:lnTo>
                <a:lnTo>
                  <a:pt x="19050" y="204788"/>
                </a:lnTo>
                <a:lnTo>
                  <a:pt x="19050" y="195263"/>
                </a:lnTo>
                <a:lnTo>
                  <a:pt x="14288" y="190500"/>
                </a:lnTo>
                <a:lnTo>
                  <a:pt x="9525" y="185738"/>
                </a:lnTo>
                <a:lnTo>
                  <a:pt x="9525" y="176213"/>
                </a:lnTo>
                <a:lnTo>
                  <a:pt x="9525" y="166688"/>
                </a:lnTo>
                <a:lnTo>
                  <a:pt x="9525" y="157163"/>
                </a:lnTo>
                <a:lnTo>
                  <a:pt x="4763" y="152400"/>
                </a:lnTo>
                <a:lnTo>
                  <a:pt x="0" y="147638"/>
                </a:lnTo>
                <a:lnTo>
                  <a:pt x="4763" y="142875"/>
                </a:lnTo>
                <a:lnTo>
                  <a:pt x="9525" y="138113"/>
                </a:lnTo>
                <a:lnTo>
                  <a:pt x="9525" y="128588"/>
                </a:lnTo>
                <a:lnTo>
                  <a:pt x="9525" y="119063"/>
                </a:lnTo>
                <a:lnTo>
                  <a:pt x="9525" y="109538"/>
                </a:lnTo>
                <a:lnTo>
                  <a:pt x="9525" y="100013"/>
                </a:lnTo>
                <a:lnTo>
                  <a:pt x="14288" y="95250"/>
                </a:lnTo>
                <a:lnTo>
                  <a:pt x="19050" y="90488"/>
                </a:lnTo>
                <a:lnTo>
                  <a:pt x="19050" y="80963"/>
                </a:lnTo>
                <a:lnTo>
                  <a:pt x="23813" y="76200"/>
                </a:lnTo>
                <a:lnTo>
                  <a:pt x="28575" y="71438"/>
                </a:lnTo>
                <a:lnTo>
                  <a:pt x="28575" y="61913"/>
                </a:lnTo>
                <a:lnTo>
                  <a:pt x="33338" y="57150"/>
                </a:lnTo>
                <a:lnTo>
                  <a:pt x="38100" y="52388"/>
                </a:lnTo>
                <a:lnTo>
                  <a:pt x="38100" y="42863"/>
                </a:lnTo>
                <a:lnTo>
                  <a:pt x="38100" y="33338"/>
                </a:lnTo>
                <a:lnTo>
                  <a:pt x="38100" y="23813"/>
                </a:lnTo>
                <a:lnTo>
                  <a:pt x="38100" y="14288"/>
                </a:lnTo>
                <a:lnTo>
                  <a:pt x="38100" y="4763"/>
                </a:lnTo>
                <a:close/>
              </a:path>
            </a:pathLst>
          </a:custGeom>
          <a:solidFill xmlns:a="http://schemas.openxmlformats.org/drawingml/2006/main">
            <a:srgbClr val="CDE2C5"/>
          </a:solidFill>
          <a:ln xmlns:a="http://schemas.openxmlformats.org/drawingml/2006/main" w="0">
            <a:noFill/>
            <a:prstDash val="solid"/>
          </a:ln>
        </p:spPr>
      </p:sp>
      <p:sp>
        <p:nvSpPr>
          <p:cNvPr id="607" name="layout-green-104-4">
            <a:extLst xmlns:a="http://schemas.openxmlformats.org/drawingml/2006/main">
              <a:ext uri="{FF2B5EF4-FFF2-40B4-BE49-F238E27FC236}">
                <a16:creationId xmlns:a16="http://schemas.microsoft.com/office/drawing/2014/main" id="{A1AB5D73-0AA0-424F-B02D-BEBB63F2F12D}"/>
              </a:ext>
            </a:extLst>
          </p:cNvPr>
          <p:cNvSpPr>
            <a:spLocks xmlns:a="http://schemas.openxmlformats.org/drawingml/2006/main" noGrp="1"/>
          </p:cNvSpPr>
          <p:nvPr/>
        </p:nvSpPr>
        <p:spPr>
          <a:xfrm xmlns:a="http://schemas.openxmlformats.org/drawingml/2006/main" rot="0">
            <a:off x="123825" y="372427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DE2C5"/>
          </a:solidFill>
          <a:ln xmlns:a="http://schemas.openxmlformats.org/drawingml/2006/main" w="0">
            <a:noFill/>
            <a:prstDash val="solid"/>
          </a:ln>
        </p:spPr>
      </p:sp>
      <p:sp>
        <p:nvSpPr>
          <p:cNvPr id="608" name="layout-green-104-5">
            <a:extLst xmlns:a="http://schemas.openxmlformats.org/drawingml/2006/main">
              <a:ext uri="{FF2B5EF4-FFF2-40B4-BE49-F238E27FC236}">
                <a16:creationId xmlns:a16="http://schemas.microsoft.com/office/drawing/2014/main" id="{862A965A-58C3-446F-BE08-9A7EC2E79AAC}"/>
              </a:ext>
            </a:extLst>
          </p:cNvPr>
          <p:cNvSpPr>
            <a:spLocks xmlns:a="http://schemas.openxmlformats.org/drawingml/2006/main" noGrp="1"/>
          </p:cNvSpPr>
          <p:nvPr/>
        </p:nvSpPr>
        <p:spPr>
          <a:xfrm xmlns:a="http://schemas.openxmlformats.org/drawingml/2006/main" rot="0">
            <a:off x="123825" y="3743325"/>
            <a:ext cx="9525" cy="123825"/>
          </a:xfrm>
          <a:custGeom xmlns:a="http://schemas.openxmlformats.org/drawingml/2006/main">
            <a:pathLst>
              <a:path w="9525" h="1238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4763" y="123825"/>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CDE2C5"/>
          </a:solidFill>
          <a:ln xmlns:a="http://schemas.openxmlformats.org/drawingml/2006/main" w="0">
            <a:noFill/>
            <a:prstDash val="solid"/>
          </a:ln>
        </p:spPr>
      </p:sp>
      <p:sp>
        <p:nvSpPr>
          <p:cNvPr id="609" name="layout-green-104-6">
            <a:extLst xmlns:a="http://schemas.openxmlformats.org/drawingml/2006/main">
              <a:ext uri="{FF2B5EF4-FFF2-40B4-BE49-F238E27FC236}">
                <a16:creationId xmlns:a16="http://schemas.microsoft.com/office/drawing/2014/main" id="{46A19C8D-6F1B-49D7-A6E9-B7FEE9ACBAC9}"/>
              </a:ext>
            </a:extLst>
          </p:cNvPr>
          <p:cNvSpPr>
            <a:spLocks xmlns:a="http://schemas.openxmlformats.org/drawingml/2006/main" noGrp="1"/>
          </p:cNvSpPr>
          <p:nvPr/>
        </p:nvSpPr>
        <p:spPr>
          <a:xfrm xmlns:a="http://schemas.openxmlformats.org/drawingml/2006/main" rot="0">
            <a:off x="123825" y="387667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DE2C5"/>
          </a:solidFill>
          <a:ln xmlns:a="http://schemas.openxmlformats.org/drawingml/2006/main" w="0">
            <a:noFill/>
            <a:prstDash val="solid"/>
          </a:ln>
        </p:spPr>
      </p:sp>
      <p:sp>
        <p:nvSpPr>
          <p:cNvPr id="610" name="layout-green-104-7">
            <a:extLst xmlns:a="http://schemas.openxmlformats.org/drawingml/2006/main">
              <a:ext uri="{FF2B5EF4-FFF2-40B4-BE49-F238E27FC236}">
                <a16:creationId xmlns:a16="http://schemas.microsoft.com/office/drawing/2014/main" id="{92D29A57-DD2B-42C1-A88A-3388838F3687}"/>
              </a:ext>
            </a:extLst>
          </p:cNvPr>
          <p:cNvSpPr>
            <a:spLocks xmlns:a="http://schemas.openxmlformats.org/drawingml/2006/main" noGrp="1"/>
          </p:cNvSpPr>
          <p:nvPr/>
        </p:nvSpPr>
        <p:spPr>
          <a:xfrm xmlns:a="http://schemas.openxmlformats.org/drawingml/2006/main" rot="0">
            <a:off x="123825" y="42386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DE2C5"/>
          </a:solidFill>
          <a:ln xmlns:a="http://schemas.openxmlformats.org/drawingml/2006/main" w="0">
            <a:noFill/>
            <a:prstDash val="solid"/>
          </a:ln>
        </p:spPr>
      </p:sp>
      <p:sp>
        <p:nvSpPr>
          <p:cNvPr id="611" name="layout-green-104-8">
            <a:extLst xmlns:a="http://schemas.openxmlformats.org/drawingml/2006/main">
              <a:ext uri="{FF2B5EF4-FFF2-40B4-BE49-F238E27FC236}">
                <a16:creationId xmlns:a16="http://schemas.microsoft.com/office/drawing/2014/main" id="{B0D2F518-88A7-44B8-BF77-0BA6BE8F01EF}"/>
              </a:ext>
            </a:extLst>
          </p:cNvPr>
          <p:cNvSpPr>
            <a:spLocks xmlns:a="http://schemas.openxmlformats.org/drawingml/2006/main" noGrp="1"/>
          </p:cNvSpPr>
          <p:nvPr/>
        </p:nvSpPr>
        <p:spPr>
          <a:xfrm xmlns:a="http://schemas.openxmlformats.org/drawingml/2006/main" rot="0">
            <a:off x="409575" y="4238625"/>
            <a:ext cx="504825" cy="9525"/>
          </a:xfrm>
          <a:custGeom xmlns:a="http://schemas.openxmlformats.org/drawingml/2006/main">
            <a:pathLst>
              <a:path w="50482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4825" y="4763"/>
                </a:lnTo>
                <a:lnTo>
                  <a:pt x="500063" y="9525"/>
                </a:lnTo>
                <a:lnTo>
                  <a:pt x="490538" y="9525"/>
                </a:lnTo>
                <a:lnTo>
                  <a:pt x="481013" y="9525"/>
                </a:lnTo>
                <a:lnTo>
                  <a:pt x="471488" y="9525"/>
                </a:lnTo>
                <a:lnTo>
                  <a:pt x="461963" y="9525"/>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CDE2C5"/>
          </a:solidFill>
          <a:ln xmlns:a="http://schemas.openxmlformats.org/drawingml/2006/main" w="0">
            <a:noFill/>
            <a:prstDash val="solid"/>
          </a:ln>
        </p:spPr>
      </p:sp>
      <p:sp>
        <p:nvSpPr>
          <p:cNvPr id="612" name="layout-green-105-0">
            <a:extLst xmlns:a="http://schemas.openxmlformats.org/drawingml/2006/main">
              <a:ext uri="{FF2B5EF4-FFF2-40B4-BE49-F238E27FC236}">
                <a16:creationId xmlns:a16="http://schemas.microsoft.com/office/drawing/2014/main" id="{FEED4087-091F-499E-B5B2-F556153A99C6}"/>
              </a:ext>
            </a:extLst>
          </p:cNvPr>
          <p:cNvSpPr>
            <a:spLocks xmlns:a="http://schemas.openxmlformats.org/drawingml/2006/main" noGrp="1"/>
          </p:cNvSpPr>
          <p:nvPr/>
        </p:nvSpPr>
        <p:spPr>
          <a:xfrm xmlns:a="http://schemas.openxmlformats.org/drawingml/2006/main" rot="0">
            <a:off x="552450" y="3371850"/>
            <a:ext cx="9525" cy="161925"/>
          </a:xfrm>
          <a:custGeom xmlns:a="http://schemas.openxmlformats.org/drawingml/2006/main">
            <a:pathLst>
              <a:path w="9525" h="1619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4763" y="161925"/>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CFE4C6"/>
          </a:solidFill>
          <a:ln xmlns:a="http://schemas.openxmlformats.org/drawingml/2006/main" w="0">
            <a:noFill/>
            <a:prstDash val="solid"/>
          </a:ln>
        </p:spPr>
      </p:sp>
      <p:sp>
        <p:nvSpPr>
          <p:cNvPr id="613" name="layout-green-105-1">
            <a:extLst xmlns:a="http://schemas.openxmlformats.org/drawingml/2006/main">
              <a:ext uri="{FF2B5EF4-FFF2-40B4-BE49-F238E27FC236}">
                <a16:creationId xmlns:a16="http://schemas.microsoft.com/office/drawing/2014/main" id="{C529B75E-5E6B-4D85-80FB-9CD841986FA4}"/>
              </a:ext>
            </a:extLst>
          </p:cNvPr>
          <p:cNvSpPr>
            <a:spLocks xmlns:a="http://schemas.openxmlformats.org/drawingml/2006/main" noGrp="1"/>
          </p:cNvSpPr>
          <p:nvPr/>
        </p:nvSpPr>
        <p:spPr>
          <a:xfrm xmlns:a="http://schemas.openxmlformats.org/drawingml/2006/main" rot="0">
            <a:off x="552450" y="3552825"/>
            <a:ext cx="9525" cy="28575"/>
          </a:xfrm>
          <a:custGeom xmlns:a="http://schemas.openxmlformats.org/drawingml/2006/main">
            <a:pathLst>
              <a:path w="9525" h="28575">
                <a:moveTo>
                  <a:pt x="0" y="4763"/>
                </a:moveTo>
                <a:lnTo>
                  <a:pt x="4763" y="0"/>
                </a:lnTo>
                <a:lnTo>
                  <a:pt x="9525" y="4763"/>
                </a:lnTo>
                <a:lnTo>
                  <a:pt x="9525" y="14288"/>
                </a:lnTo>
                <a:lnTo>
                  <a:pt x="9525" y="23813"/>
                </a:lnTo>
                <a:lnTo>
                  <a:pt x="4763" y="28575"/>
                </a:lnTo>
                <a:lnTo>
                  <a:pt x="0" y="23813"/>
                </a:lnTo>
                <a:lnTo>
                  <a:pt x="0" y="14288"/>
                </a:lnTo>
                <a:lnTo>
                  <a:pt x="0" y="4763"/>
                </a:lnTo>
                <a:close/>
              </a:path>
            </a:pathLst>
          </a:custGeom>
          <a:solidFill xmlns:a="http://schemas.openxmlformats.org/drawingml/2006/main">
            <a:srgbClr val="CFE4C6"/>
          </a:solidFill>
          <a:ln xmlns:a="http://schemas.openxmlformats.org/drawingml/2006/main" w="0">
            <a:noFill/>
            <a:prstDash val="solid"/>
          </a:ln>
        </p:spPr>
      </p:sp>
      <p:sp>
        <p:nvSpPr>
          <p:cNvPr id="614" name="layout-green-105-2">
            <a:extLst xmlns:a="http://schemas.openxmlformats.org/drawingml/2006/main">
              <a:ext uri="{FF2B5EF4-FFF2-40B4-BE49-F238E27FC236}">
                <a16:creationId xmlns:a16="http://schemas.microsoft.com/office/drawing/2014/main" id="{AB69FF74-F532-4AB6-BEA9-DC0AA62F4827}"/>
              </a:ext>
            </a:extLst>
          </p:cNvPr>
          <p:cNvSpPr>
            <a:spLocks xmlns:a="http://schemas.openxmlformats.org/drawingml/2006/main" noGrp="1"/>
          </p:cNvSpPr>
          <p:nvPr/>
        </p:nvSpPr>
        <p:spPr>
          <a:xfrm xmlns:a="http://schemas.openxmlformats.org/drawingml/2006/main" rot="0">
            <a:off x="552450" y="3600450"/>
            <a:ext cx="9525" cy="38100"/>
          </a:xfrm>
          <a:custGeom xmlns:a="http://schemas.openxmlformats.org/drawingml/2006/main">
            <a:pathLst>
              <a:path w="9525" h="38100">
                <a:moveTo>
                  <a:pt x="0" y="4763"/>
                </a:moveTo>
                <a:lnTo>
                  <a:pt x="4763" y="0"/>
                </a:lnTo>
                <a:lnTo>
                  <a:pt x="9525" y="4763"/>
                </a:lnTo>
                <a:lnTo>
                  <a:pt x="9525" y="14288"/>
                </a:lnTo>
                <a:lnTo>
                  <a:pt x="9525" y="23813"/>
                </a:lnTo>
                <a:lnTo>
                  <a:pt x="9525" y="33338"/>
                </a:lnTo>
                <a:lnTo>
                  <a:pt x="4763" y="38100"/>
                </a:lnTo>
                <a:lnTo>
                  <a:pt x="0" y="33338"/>
                </a:lnTo>
                <a:lnTo>
                  <a:pt x="0" y="23813"/>
                </a:lnTo>
                <a:lnTo>
                  <a:pt x="0" y="14288"/>
                </a:lnTo>
                <a:lnTo>
                  <a:pt x="0" y="4763"/>
                </a:lnTo>
                <a:close/>
              </a:path>
            </a:pathLst>
          </a:custGeom>
          <a:solidFill xmlns:a="http://schemas.openxmlformats.org/drawingml/2006/main">
            <a:srgbClr val="CFE4C6"/>
          </a:solidFill>
          <a:ln xmlns:a="http://schemas.openxmlformats.org/drawingml/2006/main" w="0">
            <a:noFill/>
            <a:prstDash val="solid"/>
          </a:ln>
        </p:spPr>
      </p:sp>
      <p:sp>
        <p:nvSpPr>
          <p:cNvPr id="615" name="layout-green-105-3">
            <a:extLst xmlns:a="http://schemas.openxmlformats.org/drawingml/2006/main">
              <a:ext uri="{FF2B5EF4-FFF2-40B4-BE49-F238E27FC236}">
                <a16:creationId xmlns:a16="http://schemas.microsoft.com/office/drawing/2014/main" id="{CE5F5EA5-2D2E-49E0-A1AB-DD2A481169C7}"/>
              </a:ext>
            </a:extLst>
          </p:cNvPr>
          <p:cNvSpPr>
            <a:spLocks xmlns:a="http://schemas.openxmlformats.org/drawingml/2006/main" noGrp="1"/>
          </p:cNvSpPr>
          <p:nvPr/>
        </p:nvSpPr>
        <p:spPr>
          <a:xfrm xmlns:a="http://schemas.openxmlformats.org/drawingml/2006/main" rot="0">
            <a:off x="533400" y="3667125"/>
            <a:ext cx="314325" cy="266700"/>
          </a:xfrm>
          <a:custGeom xmlns:a="http://schemas.openxmlformats.org/drawingml/2006/main">
            <a:pathLst>
              <a:path w="314325" h="266700">
                <a:moveTo>
                  <a:pt x="19050" y="4763"/>
                </a:moveTo>
                <a:lnTo>
                  <a:pt x="23813" y="0"/>
                </a:lnTo>
                <a:lnTo>
                  <a:pt x="28575" y="4763"/>
                </a:lnTo>
                <a:lnTo>
                  <a:pt x="28575" y="14288"/>
                </a:lnTo>
                <a:lnTo>
                  <a:pt x="28575" y="23813"/>
                </a:lnTo>
                <a:lnTo>
                  <a:pt x="28575" y="33338"/>
                </a:lnTo>
                <a:lnTo>
                  <a:pt x="28575" y="42863"/>
                </a:lnTo>
                <a:lnTo>
                  <a:pt x="28575" y="52388"/>
                </a:lnTo>
                <a:lnTo>
                  <a:pt x="28575" y="61913"/>
                </a:lnTo>
                <a:lnTo>
                  <a:pt x="28575" y="71438"/>
                </a:lnTo>
                <a:lnTo>
                  <a:pt x="28575" y="80963"/>
                </a:lnTo>
                <a:lnTo>
                  <a:pt x="28575" y="90488"/>
                </a:lnTo>
                <a:lnTo>
                  <a:pt x="28575" y="100013"/>
                </a:lnTo>
                <a:lnTo>
                  <a:pt x="28575" y="109538"/>
                </a:lnTo>
                <a:lnTo>
                  <a:pt x="28575" y="119063"/>
                </a:lnTo>
                <a:lnTo>
                  <a:pt x="28575" y="128588"/>
                </a:lnTo>
                <a:lnTo>
                  <a:pt x="28575" y="138113"/>
                </a:lnTo>
                <a:lnTo>
                  <a:pt x="33338" y="142875"/>
                </a:lnTo>
                <a:lnTo>
                  <a:pt x="42863" y="142875"/>
                </a:lnTo>
                <a:lnTo>
                  <a:pt x="52388" y="142875"/>
                </a:lnTo>
                <a:lnTo>
                  <a:pt x="61913" y="142875"/>
                </a:lnTo>
                <a:lnTo>
                  <a:pt x="71438" y="142875"/>
                </a:lnTo>
                <a:lnTo>
                  <a:pt x="80963" y="142875"/>
                </a:lnTo>
                <a:lnTo>
                  <a:pt x="90488" y="142875"/>
                </a:lnTo>
                <a:lnTo>
                  <a:pt x="100013" y="142875"/>
                </a:lnTo>
                <a:lnTo>
                  <a:pt x="109538" y="142875"/>
                </a:lnTo>
                <a:lnTo>
                  <a:pt x="119063" y="142875"/>
                </a:lnTo>
                <a:lnTo>
                  <a:pt x="128588" y="142875"/>
                </a:lnTo>
                <a:lnTo>
                  <a:pt x="138113" y="142875"/>
                </a:lnTo>
                <a:lnTo>
                  <a:pt x="147638" y="142875"/>
                </a:lnTo>
                <a:lnTo>
                  <a:pt x="157163" y="142875"/>
                </a:lnTo>
                <a:lnTo>
                  <a:pt x="166688" y="142875"/>
                </a:lnTo>
                <a:lnTo>
                  <a:pt x="176213" y="142875"/>
                </a:lnTo>
                <a:lnTo>
                  <a:pt x="185738" y="142875"/>
                </a:lnTo>
                <a:lnTo>
                  <a:pt x="195263" y="142875"/>
                </a:lnTo>
                <a:lnTo>
                  <a:pt x="204788" y="142875"/>
                </a:lnTo>
                <a:lnTo>
                  <a:pt x="214313" y="142875"/>
                </a:lnTo>
                <a:lnTo>
                  <a:pt x="223838" y="142875"/>
                </a:lnTo>
                <a:lnTo>
                  <a:pt x="233363" y="142875"/>
                </a:lnTo>
                <a:lnTo>
                  <a:pt x="242888" y="142875"/>
                </a:lnTo>
                <a:lnTo>
                  <a:pt x="252413" y="142875"/>
                </a:lnTo>
                <a:lnTo>
                  <a:pt x="261938" y="142875"/>
                </a:lnTo>
                <a:lnTo>
                  <a:pt x="271463" y="142875"/>
                </a:lnTo>
                <a:lnTo>
                  <a:pt x="280988" y="142875"/>
                </a:lnTo>
                <a:lnTo>
                  <a:pt x="290513" y="142875"/>
                </a:lnTo>
                <a:lnTo>
                  <a:pt x="300038" y="142875"/>
                </a:lnTo>
                <a:lnTo>
                  <a:pt x="309563" y="142875"/>
                </a:lnTo>
                <a:lnTo>
                  <a:pt x="314325" y="147638"/>
                </a:lnTo>
                <a:lnTo>
                  <a:pt x="309563" y="152400"/>
                </a:lnTo>
                <a:lnTo>
                  <a:pt x="300038" y="152400"/>
                </a:lnTo>
                <a:lnTo>
                  <a:pt x="290513" y="152400"/>
                </a:lnTo>
                <a:lnTo>
                  <a:pt x="280988" y="152400"/>
                </a:lnTo>
                <a:lnTo>
                  <a:pt x="271463" y="152400"/>
                </a:lnTo>
                <a:lnTo>
                  <a:pt x="261938" y="152400"/>
                </a:lnTo>
                <a:lnTo>
                  <a:pt x="257175" y="157163"/>
                </a:lnTo>
                <a:lnTo>
                  <a:pt x="252413" y="161925"/>
                </a:lnTo>
                <a:lnTo>
                  <a:pt x="247650" y="166688"/>
                </a:lnTo>
                <a:lnTo>
                  <a:pt x="247650" y="176213"/>
                </a:lnTo>
                <a:lnTo>
                  <a:pt x="247650" y="185738"/>
                </a:lnTo>
                <a:lnTo>
                  <a:pt x="242888" y="190500"/>
                </a:lnTo>
                <a:lnTo>
                  <a:pt x="238125" y="195263"/>
                </a:lnTo>
                <a:lnTo>
                  <a:pt x="238125" y="204788"/>
                </a:lnTo>
                <a:lnTo>
                  <a:pt x="233363" y="209550"/>
                </a:lnTo>
                <a:lnTo>
                  <a:pt x="228600" y="214313"/>
                </a:lnTo>
                <a:lnTo>
                  <a:pt x="223838" y="219075"/>
                </a:lnTo>
                <a:lnTo>
                  <a:pt x="219075" y="223838"/>
                </a:lnTo>
                <a:lnTo>
                  <a:pt x="219075" y="233363"/>
                </a:lnTo>
                <a:lnTo>
                  <a:pt x="214313" y="238125"/>
                </a:lnTo>
                <a:lnTo>
                  <a:pt x="204788" y="238125"/>
                </a:lnTo>
                <a:lnTo>
                  <a:pt x="200025" y="242888"/>
                </a:lnTo>
                <a:lnTo>
                  <a:pt x="195263" y="247650"/>
                </a:lnTo>
                <a:lnTo>
                  <a:pt x="190500" y="252413"/>
                </a:lnTo>
                <a:lnTo>
                  <a:pt x="185738" y="257175"/>
                </a:lnTo>
                <a:lnTo>
                  <a:pt x="176213" y="257175"/>
                </a:lnTo>
                <a:lnTo>
                  <a:pt x="166688" y="257175"/>
                </a:lnTo>
                <a:lnTo>
                  <a:pt x="161925" y="261938"/>
                </a:lnTo>
                <a:lnTo>
                  <a:pt x="157163" y="266700"/>
                </a:lnTo>
                <a:lnTo>
                  <a:pt x="147638" y="266700"/>
                </a:lnTo>
                <a:lnTo>
                  <a:pt x="138113" y="266700"/>
                </a:lnTo>
                <a:lnTo>
                  <a:pt x="128588" y="266700"/>
                </a:lnTo>
                <a:lnTo>
                  <a:pt x="119063" y="266700"/>
                </a:lnTo>
                <a:lnTo>
                  <a:pt x="109538" y="266700"/>
                </a:lnTo>
                <a:lnTo>
                  <a:pt x="104775" y="261938"/>
                </a:lnTo>
                <a:lnTo>
                  <a:pt x="100013" y="257175"/>
                </a:lnTo>
                <a:lnTo>
                  <a:pt x="90488" y="257175"/>
                </a:lnTo>
                <a:lnTo>
                  <a:pt x="80963" y="257175"/>
                </a:lnTo>
                <a:lnTo>
                  <a:pt x="71438" y="257175"/>
                </a:lnTo>
                <a:lnTo>
                  <a:pt x="66675" y="252413"/>
                </a:lnTo>
                <a:lnTo>
                  <a:pt x="61913" y="247650"/>
                </a:lnTo>
                <a:lnTo>
                  <a:pt x="57150" y="242888"/>
                </a:lnTo>
                <a:lnTo>
                  <a:pt x="52388" y="238125"/>
                </a:lnTo>
                <a:lnTo>
                  <a:pt x="47625" y="233363"/>
                </a:lnTo>
                <a:lnTo>
                  <a:pt x="42863" y="228600"/>
                </a:lnTo>
                <a:lnTo>
                  <a:pt x="38100" y="223838"/>
                </a:lnTo>
                <a:lnTo>
                  <a:pt x="33338" y="219075"/>
                </a:lnTo>
                <a:lnTo>
                  <a:pt x="28575" y="214313"/>
                </a:lnTo>
                <a:lnTo>
                  <a:pt x="28575" y="204788"/>
                </a:lnTo>
                <a:lnTo>
                  <a:pt x="23813" y="200025"/>
                </a:lnTo>
                <a:lnTo>
                  <a:pt x="19050" y="195263"/>
                </a:lnTo>
                <a:lnTo>
                  <a:pt x="19050" y="185738"/>
                </a:lnTo>
                <a:lnTo>
                  <a:pt x="14288" y="180975"/>
                </a:lnTo>
                <a:lnTo>
                  <a:pt x="9525" y="176213"/>
                </a:lnTo>
                <a:lnTo>
                  <a:pt x="9525" y="166688"/>
                </a:lnTo>
                <a:lnTo>
                  <a:pt x="9525" y="157163"/>
                </a:lnTo>
                <a:lnTo>
                  <a:pt x="4763" y="152400"/>
                </a:lnTo>
                <a:lnTo>
                  <a:pt x="0" y="147638"/>
                </a:lnTo>
                <a:lnTo>
                  <a:pt x="4763" y="142875"/>
                </a:lnTo>
                <a:lnTo>
                  <a:pt x="9525" y="138113"/>
                </a:lnTo>
                <a:lnTo>
                  <a:pt x="9525" y="128588"/>
                </a:lnTo>
                <a:lnTo>
                  <a:pt x="9525" y="119063"/>
                </a:lnTo>
                <a:lnTo>
                  <a:pt x="14288" y="114300"/>
                </a:lnTo>
                <a:lnTo>
                  <a:pt x="19050" y="109538"/>
                </a:lnTo>
                <a:lnTo>
                  <a:pt x="14288" y="104775"/>
                </a:lnTo>
                <a:lnTo>
                  <a:pt x="9525" y="100013"/>
                </a:lnTo>
                <a:lnTo>
                  <a:pt x="14288" y="95250"/>
                </a:lnTo>
                <a:lnTo>
                  <a:pt x="19050" y="90488"/>
                </a:lnTo>
                <a:lnTo>
                  <a:pt x="19050" y="80963"/>
                </a:lnTo>
                <a:lnTo>
                  <a:pt x="19050" y="71438"/>
                </a:lnTo>
                <a:lnTo>
                  <a:pt x="19050" y="61913"/>
                </a:lnTo>
                <a:lnTo>
                  <a:pt x="19050" y="52388"/>
                </a:lnTo>
                <a:lnTo>
                  <a:pt x="19050" y="42863"/>
                </a:lnTo>
                <a:lnTo>
                  <a:pt x="19050" y="33338"/>
                </a:lnTo>
                <a:lnTo>
                  <a:pt x="19050" y="23813"/>
                </a:lnTo>
                <a:lnTo>
                  <a:pt x="19050" y="14288"/>
                </a:lnTo>
                <a:lnTo>
                  <a:pt x="19050" y="4763"/>
                </a:lnTo>
                <a:close/>
              </a:path>
            </a:pathLst>
          </a:custGeom>
          <a:solidFill xmlns:a="http://schemas.openxmlformats.org/drawingml/2006/main">
            <a:srgbClr val="CFE4C6"/>
          </a:solidFill>
          <a:ln xmlns:a="http://schemas.openxmlformats.org/drawingml/2006/main" w="0">
            <a:noFill/>
            <a:prstDash val="solid"/>
          </a:ln>
        </p:spPr>
      </p:sp>
      <p:sp>
        <p:nvSpPr>
          <p:cNvPr id="616" name="layout-green-106-0">
            <a:extLst xmlns:a="http://schemas.openxmlformats.org/drawingml/2006/main">
              <a:ext uri="{FF2B5EF4-FFF2-40B4-BE49-F238E27FC236}">
                <a16:creationId xmlns:a16="http://schemas.microsoft.com/office/drawing/2014/main" id="{96FA14AB-4DE3-492F-86AF-AFC213AAC42A}"/>
              </a:ext>
            </a:extLst>
          </p:cNvPr>
          <p:cNvSpPr>
            <a:spLocks xmlns:a="http://schemas.openxmlformats.org/drawingml/2006/main" noGrp="1"/>
          </p:cNvSpPr>
          <p:nvPr/>
        </p:nvSpPr>
        <p:spPr>
          <a:xfrm xmlns:a="http://schemas.openxmlformats.org/drawingml/2006/main" rot="0">
            <a:off x="552450" y="3371850"/>
            <a:ext cx="9525" cy="161925"/>
          </a:xfrm>
          <a:custGeom xmlns:a="http://schemas.openxmlformats.org/drawingml/2006/main">
            <a:pathLst>
              <a:path w="9525" h="1619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4763" y="161925"/>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D1E5C8"/>
          </a:solidFill>
          <a:ln xmlns:a="http://schemas.openxmlformats.org/drawingml/2006/main" w="0">
            <a:noFill/>
            <a:prstDash val="solid"/>
          </a:ln>
        </p:spPr>
      </p:sp>
      <p:sp>
        <p:nvSpPr>
          <p:cNvPr id="617" name="layout-green-106-1">
            <a:extLst xmlns:a="http://schemas.openxmlformats.org/drawingml/2006/main">
              <a:ext uri="{FF2B5EF4-FFF2-40B4-BE49-F238E27FC236}">
                <a16:creationId xmlns:a16="http://schemas.microsoft.com/office/drawing/2014/main" id="{DF3A8BE6-DF0A-4588-859A-341F3829C2A5}"/>
              </a:ext>
            </a:extLst>
          </p:cNvPr>
          <p:cNvSpPr>
            <a:spLocks xmlns:a="http://schemas.openxmlformats.org/drawingml/2006/main" noGrp="1"/>
          </p:cNvSpPr>
          <p:nvPr/>
        </p:nvSpPr>
        <p:spPr>
          <a:xfrm xmlns:a="http://schemas.openxmlformats.org/drawingml/2006/main" rot="0">
            <a:off x="552450" y="3552825"/>
            <a:ext cx="9525" cy="28575"/>
          </a:xfrm>
          <a:custGeom xmlns:a="http://schemas.openxmlformats.org/drawingml/2006/main">
            <a:pathLst>
              <a:path w="9525" h="28575">
                <a:moveTo>
                  <a:pt x="0" y="4763"/>
                </a:moveTo>
                <a:lnTo>
                  <a:pt x="4763" y="0"/>
                </a:lnTo>
                <a:lnTo>
                  <a:pt x="9525" y="4763"/>
                </a:lnTo>
                <a:lnTo>
                  <a:pt x="9525" y="14288"/>
                </a:lnTo>
                <a:lnTo>
                  <a:pt x="9525" y="23813"/>
                </a:lnTo>
                <a:lnTo>
                  <a:pt x="4763" y="28575"/>
                </a:lnTo>
                <a:lnTo>
                  <a:pt x="0" y="23813"/>
                </a:lnTo>
                <a:lnTo>
                  <a:pt x="0" y="14288"/>
                </a:lnTo>
                <a:lnTo>
                  <a:pt x="0" y="4763"/>
                </a:lnTo>
                <a:close/>
              </a:path>
            </a:pathLst>
          </a:custGeom>
          <a:solidFill xmlns:a="http://schemas.openxmlformats.org/drawingml/2006/main">
            <a:srgbClr val="D1E5C8"/>
          </a:solidFill>
          <a:ln xmlns:a="http://schemas.openxmlformats.org/drawingml/2006/main" w="0">
            <a:noFill/>
            <a:prstDash val="solid"/>
          </a:ln>
        </p:spPr>
      </p:sp>
      <p:sp>
        <p:nvSpPr>
          <p:cNvPr id="618" name="layout-green-106-2">
            <a:extLst xmlns:a="http://schemas.openxmlformats.org/drawingml/2006/main">
              <a:ext uri="{FF2B5EF4-FFF2-40B4-BE49-F238E27FC236}">
                <a16:creationId xmlns:a16="http://schemas.microsoft.com/office/drawing/2014/main" id="{699724A0-F3C8-4275-98A6-F933BDE17235}"/>
              </a:ext>
            </a:extLst>
          </p:cNvPr>
          <p:cNvSpPr>
            <a:spLocks xmlns:a="http://schemas.openxmlformats.org/drawingml/2006/main" noGrp="1"/>
          </p:cNvSpPr>
          <p:nvPr/>
        </p:nvSpPr>
        <p:spPr>
          <a:xfrm xmlns:a="http://schemas.openxmlformats.org/drawingml/2006/main" rot="0">
            <a:off x="552450" y="3600450"/>
            <a:ext cx="9525" cy="38100"/>
          </a:xfrm>
          <a:custGeom xmlns:a="http://schemas.openxmlformats.org/drawingml/2006/main">
            <a:pathLst>
              <a:path w="9525" h="38100">
                <a:moveTo>
                  <a:pt x="0" y="4763"/>
                </a:moveTo>
                <a:lnTo>
                  <a:pt x="4763" y="0"/>
                </a:lnTo>
                <a:lnTo>
                  <a:pt x="9525" y="4763"/>
                </a:lnTo>
                <a:lnTo>
                  <a:pt x="9525" y="14288"/>
                </a:lnTo>
                <a:lnTo>
                  <a:pt x="9525" y="23813"/>
                </a:lnTo>
                <a:lnTo>
                  <a:pt x="9525" y="33338"/>
                </a:lnTo>
                <a:lnTo>
                  <a:pt x="4763" y="38100"/>
                </a:lnTo>
                <a:lnTo>
                  <a:pt x="0" y="33338"/>
                </a:lnTo>
                <a:lnTo>
                  <a:pt x="0" y="23813"/>
                </a:lnTo>
                <a:lnTo>
                  <a:pt x="0" y="14288"/>
                </a:lnTo>
                <a:lnTo>
                  <a:pt x="0" y="4763"/>
                </a:lnTo>
                <a:close/>
              </a:path>
            </a:pathLst>
          </a:custGeom>
          <a:solidFill xmlns:a="http://schemas.openxmlformats.org/drawingml/2006/main">
            <a:srgbClr val="D1E5C8"/>
          </a:solidFill>
          <a:ln xmlns:a="http://schemas.openxmlformats.org/drawingml/2006/main" w="0">
            <a:noFill/>
            <a:prstDash val="solid"/>
          </a:ln>
        </p:spPr>
      </p:sp>
      <p:sp>
        <p:nvSpPr>
          <p:cNvPr id="619" name="layout-green-106-3">
            <a:extLst xmlns:a="http://schemas.openxmlformats.org/drawingml/2006/main">
              <a:ext uri="{FF2B5EF4-FFF2-40B4-BE49-F238E27FC236}">
                <a16:creationId xmlns:a16="http://schemas.microsoft.com/office/drawing/2014/main" id="{5CC332BC-75A3-4201-8ABF-78A2E8F9104F}"/>
              </a:ext>
            </a:extLst>
          </p:cNvPr>
          <p:cNvSpPr>
            <a:spLocks xmlns:a="http://schemas.openxmlformats.org/drawingml/2006/main" noGrp="1"/>
          </p:cNvSpPr>
          <p:nvPr/>
        </p:nvSpPr>
        <p:spPr>
          <a:xfrm xmlns:a="http://schemas.openxmlformats.org/drawingml/2006/main" rot="0">
            <a:off x="552450" y="3667125"/>
            <a:ext cx="9525" cy="142875"/>
          </a:xfrm>
          <a:custGeom xmlns:a="http://schemas.openxmlformats.org/drawingml/2006/main">
            <a:pathLst>
              <a:path w="9525" h="14287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4763" y="142875"/>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D1E5C8"/>
          </a:solidFill>
          <a:ln xmlns:a="http://schemas.openxmlformats.org/drawingml/2006/main" w="0">
            <a:noFill/>
            <a:prstDash val="solid"/>
          </a:ln>
        </p:spPr>
      </p:sp>
      <p:sp>
        <p:nvSpPr>
          <p:cNvPr id="620" name="layout-green-106-4">
            <a:extLst xmlns:a="http://schemas.openxmlformats.org/drawingml/2006/main">
              <a:ext uri="{FF2B5EF4-FFF2-40B4-BE49-F238E27FC236}">
                <a16:creationId xmlns:a16="http://schemas.microsoft.com/office/drawing/2014/main" id="{2AC1027C-2254-470A-A38A-F884A8A5399E}"/>
              </a:ext>
            </a:extLst>
          </p:cNvPr>
          <p:cNvSpPr>
            <a:spLocks xmlns:a="http://schemas.openxmlformats.org/drawingml/2006/main" noGrp="1"/>
          </p:cNvSpPr>
          <p:nvPr/>
        </p:nvSpPr>
        <p:spPr>
          <a:xfrm xmlns:a="http://schemas.openxmlformats.org/drawingml/2006/main" rot="0">
            <a:off x="561975" y="3810000"/>
            <a:ext cx="266700" cy="104775"/>
          </a:xfrm>
          <a:custGeom xmlns:a="http://schemas.openxmlformats.org/drawingml/2006/main">
            <a:pathLst>
              <a:path w="266700" h="10477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66700" y="4763"/>
                </a:lnTo>
                <a:lnTo>
                  <a:pt x="261938" y="9525"/>
                </a:lnTo>
                <a:lnTo>
                  <a:pt x="252413" y="9525"/>
                </a:lnTo>
                <a:lnTo>
                  <a:pt x="242888" y="9525"/>
                </a:lnTo>
                <a:lnTo>
                  <a:pt x="233363" y="9525"/>
                </a:lnTo>
                <a:lnTo>
                  <a:pt x="223838" y="9525"/>
                </a:lnTo>
                <a:lnTo>
                  <a:pt x="214313" y="9525"/>
                </a:lnTo>
                <a:lnTo>
                  <a:pt x="204788" y="9525"/>
                </a:lnTo>
                <a:lnTo>
                  <a:pt x="200025" y="14288"/>
                </a:lnTo>
                <a:lnTo>
                  <a:pt x="200025" y="23813"/>
                </a:lnTo>
                <a:lnTo>
                  <a:pt x="200025" y="33338"/>
                </a:lnTo>
                <a:lnTo>
                  <a:pt x="195263" y="38100"/>
                </a:lnTo>
                <a:lnTo>
                  <a:pt x="190500" y="42863"/>
                </a:lnTo>
                <a:lnTo>
                  <a:pt x="190500" y="52388"/>
                </a:lnTo>
                <a:lnTo>
                  <a:pt x="185738" y="57150"/>
                </a:lnTo>
                <a:lnTo>
                  <a:pt x="180975" y="61913"/>
                </a:lnTo>
                <a:lnTo>
                  <a:pt x="176213" y="66675"/>
                </a:lnTo>
                <a:lnTo>
                  <a:pt x="171450" y="71438"/>
                </a:lnTo>
                <a:lnTo>
                  <a:pt x="166688" y="76200"/>
                </a:lnTo>
                <a:lnTo>
                  <a:pt x="161925" y="80963"/>
                </a:lnTo>
                <a:lnTo>
                  <a:pt x="157163" y="85725"/>
                </a:lnTo>
                <a:lnTo>
                  <a:pt x="152400" y="90488"/>
                </a:lnTo>
                <a:lnTo>
                  <a:pt x="147638" y="95250"/>
                </a:lnTo>
                <a:lnTo>
                  <a:pt x="138113" y="95250"/>
                </a:lnTo>
                <a:lnTo>
                  <a:pt x="128588" y="95250"/>
                </a:lnTo>
                <a:lnTo>
                  <a:pt x="123825" y="100013"/>
                </a:lnTo>
                <a:lnTo>
                  <a:pt x="119063" y="104775"/>
                </a:lnTo>
                <a:lnTo>
                  <a:pt x="109538" y="104775"/>
                </a:lnTo>
                <a:lnTo>
                  <a:pt x="100013" y="104775"/>
                </a:lnTo>
                <a:lnTo>
                  <a:pt x="90488" y="104775"/>
                </a:lnTo>
                <a:lnTo>
                  <a:pt x="80963" y="104775"/>
                </a:lnTo>
                <a:lnTo>
                  <a:pt x="76200" y="100013"/>
                </a:lnTo>
                <a:lnTo>
                  <a:pt x="71438" y="95250"/>
                </a:lnTo>
                <a:lnTo>
                  <a:pt x="61913" y="95250"/>
                </a:lnTo>
                <a:lnTo>
                  <a:pt x="52388" y="95250"/>
                </a:lnTo>
                <a:lnTo>
                  <a:pt x="47625" y="90488"/>
                </a:lnTo>
                <a:lnTo>
                  <a:pt x="42863" y="85725"/>
                </a:lnTo>
                <a:lnTo>
                  <a:pt x="38100" y="80963"/>
                </a:lnTo>
                <a:lnTo>
                  <a:pt x="33338" y="76200"/>
                </a:lnTo>
                <a:lnTo>
                  <a:pt x="28575" y="71438"/>
                </a:lnTo>
                <a:lnTo>
                  <a:pt x="28575" y="61913"/>
                </a:lnTo>
                <a:lnTo>
                  <a:pt x="23813" y="57150"/>
                </a:lnTo>
                <a:lnTo>
                  <a:pt x="14288" y="57150"/>
                </a:lnTo>
                <a:lnTo>
                  <a:pt x="9525" y="52388"/>
                </a:lnTo>
                <a:lnTo>
                  <a:pt x="9525" y="42863"/>
                </a:lnTo>
                <a:lnTo>
                  <a:pt x="4763" y="38100"/>
                </a:lnTo>
                <a:lnTo>
                  <a:pt x="0" y="33338"/>
                </a:lnTo>
                <a:lnTo>
                  <a:pt x="4763" y="28575"/>
                </a:lnTo>
                <a:lnTo>
                  <a:pt x="9525" y="23813"/>
                </a:lnTo>
                <a:lnTo>
                  <a:pt x="4763" y="19050"/>
                </a:lnTo>
                <a:lnTo>
                  <a:pt x="0" y="14288"/>
                </a:lnTo>
                <a:lnTo>
                  <a:pt x="0" y="4763"/>
                </a:lnTo>
                <a:close/>
              </a:path>
            </a:pathLst>
          </a:custGeom>
          <a:solidFill xmlns:a="http://schemas.openxmlformats.org/drawingml/2006/main">
            <a:srgbClr val="D1E5C8"/>
          </a:solidFill>
          <a:ln xmlns:a="http://schemas.openxmlformats.org/drawingml/2006/main" w="0">
            <a:noFill/>
            <a:prstDash val="solid"/>
          </a:ln>
        </p:spPr>
      </p:sp>
      <p:sp>
        <p:nvSpPr>
          <p:cNvPr id="621" name="layout-green-107-0">
            <a:extLst xmlns:a="http://schemas.openxmlformats.org/drawingml/2006/main">
              <a:ext uri="{FF2B5EF4-FFF2-40B4-BE49-F238E27FC236}">
                <a16:creationId xmlns:a16="http://schemas.microsoft.com/office/drawing/2014/main" id="{6782AAB0-55B8-4AEB-BC22-4025D3C230D4}"/>
              </a:ext>
            </a:extLst>
          </p:cNvPr>
          <p:cNvSpPr>
            <a:spLocks xmlns:a="http://schemas.openxmlformats.org/drawingml/2006/main" noGrp="1"/>
          </p:cNvSpPr>
          <p:nvPr/>
        </p:nvSpPr>
        <p:spPr>
          <a:xfrm xmlns:a="http://schemas.openxmlformats.org/drawingml/2006/main" rot="0">
            <a:off x="552450" y="3371850"/>
            <a:ext cx="9525" cy="161925"/>
          </a:xfrm>
          <a:custGeom xmlns:a="http://schemas.openxmlformats.org/drawingml/2006/main">
            <a:pathLst>
              <a:path w="9525" h="1619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4763" y="161925"/>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D3E6CB"/>
          </a:solidFill>
          <a:ln xmlns:a="http://schemas.openxmlformats.org/drawingml/2006/main" w="0">
            <a:noFill/>
            <a:prstDash val="solid"/>
          </a:ln>
        </p:spPr>
      </p:sp>
      <p:sp>
        <p:nvSpPr>
          <p:cNvPr id="622" name="layout-green-107-1">
            <a:extLst xmlns:a="http://schemas.openxmlformats.org/drawingml/2006/main">
              <a:ext uri="{FF2B5EF4-FFF2-40B4-BE49-F238E27FC236}">
                <a16:creationId xmlns:a16="http://schemas.microsoft.com/office/drawing/2014/main" id="{EFF499FC-1B75-458B-A29B-55B5241F5A2A}"/>
              </a:ext>
            </a:extLst>
          </p:cNvPr>
          <p:cNvSpPr>
            <a:spLocks xmlns:a="http://schemas.openxmlformats.org/drawingml/2006/main" noGrp="1"/>
          </p:cNvSpPr>
          <p:nvPr/>
        </p:nvSpPr>
        <p:spPr>
          <a:xfrm xmlns:a="http://schemas.openxmlformats.org/drawingml/2006/main" rot="0">
            <a:off x="552450" y="3552825"/>
            <a:ext cx="9525" cy="28575"/>
          </a:xfrm>
          <a:custGeom xmlns:a="http://schemas.openxmlformats.org/drawingml/2006/main">
            <a:pathLst>
              <a:path w="9525" h="28575">
                <a:moveTo>
                  <a:pt x="0" y="4763"/>
                </a:moveTo>
                <a:lnTo>
                  <a:pt x="4763" y="0"/>
                </a:lnTo>
                <a:lnTo>
                  <a:pt x="9525" y="4763"/>
                </a:lnTo>
                <a:lnTo>
                  <a:pt x="9525" y="14288"/>
                </a:lnTo>
                <a:lnTo>
                  <a:pt x="9525" y="23813"/>
                </a:lnTo>
                <a:lnTo>
                  <a:pt x="4763" y="28575"/>
                </a:lnTo>
                <a:lnTo>
                  <a:pt x="0" y="23813"/>
                </a:lnTo>
                <a:lnTo>
                  <a:pt x="0" y="14288"/>
                </a:lnTo>
                <a:lnTo>
                  <a:pt x="0" y="4763"/>
                </a:lnTo>
                <a:close/>
              </a:path>
            </a:pathLst>
          </a:custGeom>
          <a:solidFill xmlns:a="http://schemas.openxmlformats.org/drawingml/2006/main">
            <a:srgbClr val="D3E6CB"/>
          </a:solidFill>
          <a:ln xmlns:a="http://schemas.openxmlformats.org/drawingml/2006/main" w="0">
            <a:noFill/>
            <a:prstDash val="solid"/>
          </a:ln>
        </p:spPr>
      </p:sp>
      <p:sp>
        <p:nvSpPr>
          <p:cNvPr id="623" name="layout-green-107-2">
            <a:extLst xmlns:a="http://schemas.openxmlformats.org/drawingml/2006/main">
              <a:ext uri="{FF2B5EF4-FFF2-40B4-BE49-F238E27FC236}">
                <a16:creationId xmlns:a16="http://schemas.microsoft.com/office/drawing/2014/main" id="{BEB111BB-8209-4EA3-9F0F-B87A7CB327E1}"/>
              </a:ext>
            </a:extLst>
          </p:cNvPr>
          <p:cNvSpPr>
            <a:spLocks xmlns:a="http://schemas.openxmlformats.org/drawingml/2006/main" noGrp="1"/>
          </p:cNvSpPr>
          <p:nvPr/>
        </p:nvSpPr>
        <p:spPr>
          <a:xfrm xmlns:a="http://schemas.openxmlformats.org/drawingml/2006/main" rot="0">
            <a:off x="552450" y="3600450"/>
            <a:ext cx="9525" cy="38100"/>
          </a:xfrm>
          <a:custGeom xmlns:a="http://schemas.openxmlformats.org/drawingml/2006/main">
            <a:pathLst>
              <a:path w="9525" h="38100">
                <a:moveTo>
                  <a:pt x="0" y="4763"/>
                </a:moveTo>
                <a:lnTo>
                  <a:pt x="4763" y="0"/>
                </a:lnTo>
                <a:lnTo>
                  <a:pt x="9525" y="4763"/>
                </a:lnTo>
                <a:lnTo>
                  <a:pt x="9525" y="14288"/>
                </a:lnTo>
                <a:lnTo>
                  <a:pt x="9525" y="23813"/>
                </a:lnTo>
                <a:lnTo>
                  <a:pt x="9525" y="33338"/>
                </a:lnTo>
                <a:lnTo>
                  <a:pt x="4763" y="38100"/>
                </a:lnTo>
                <a:lnTo>
                  <a:pt x="0" y="33338"/>
                </a:lnTo>
                <a:lnTo>
                  <a:pt x="0" y="23813"/>
                </a:lnTo>
                <a:lnTo>
                  <a:pt x="0" y="14288"/>
                </a:lnTo>
                <a:lnTo>
                  <a:pt x="0" y="4763"/>
                </a:lnTo>
                <a:close/>
              </a:path>
            </a:pathLst>
          </a:custGeom>
          <a:solidFill xmlns:a="http://schemas.openxmlformats.org/drawingml/2006/main">
            <a:srgbClr val="D3E6CB"/>
          </a:solidFill>
          <a:ln xmlns:a="http://schemas.openxmlformats.org/drawingml/2006/main" w="0">
            <a:noFill/>
            <a:prstDash val="solid"/>
          </a:ln>
        </p:spPr>
      </p:sp>
      <p:sp>
        <p:nvSpPr>
          <p:cNvPr id="624" name="layout-green-107-3">
            <a:extLst xmlns:a="http://schemas.openxmlformats.org/drawingml/2006/main">
              <a:ext uri="{FF2B5EF4-FFF2-40B4-BE49-F238E27FC236}">
                <a16:creationId xmlns:a16="http://schemas.microsoft.com/office/drawing/2014/main" id="{F4F7CF8C-9D03-476C-85B5-5BE184E35F2A}"/>
              </a:ext>
            </a:extLst>
          </p:cNvPr>
          <p:cNvSpPr>
            <a:spLocks xmlns:a="http://schemas.openxmlformats.org/drawingml/2006/main" noGrp="1"/>
          </p:cNvSpPr>
          <p:nvPr/>
        </p:nvSpPr>
        <p:spPr>
          <a:xfrm xmlns:a="http://schemas.openxmlformats.org/drawingml/2006/main" rot="0">
            <a:off x="552450" y="3667125"/>
            <a:ext cx="9525" cy="142875"/>
          </a:xfrm>
          <a:custGeom xmlns:a="http://schemas.openxmlformats.org/drawingml/2006/main">
            <a:pathLst>
              <a:path w="9525" h="14287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4763" y="142875"/>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D3E6CB"/>
          </a:solidFill>
          <a:ln xmlns:a="http://schemas.openxmlformats.org/drawingml/2006/main" w="0">
            <a:noFill/>
            <a:prstDash val="solid"/>
          </a:ln>
        </p:spPr>
      </p:sp>
      <p:sp>
        <p:nvSpPr>
          <p:cNvPr id="625" name="layout-green-107-4">
            <a:extLst xmlns:a="http://schemas.openxmlformats.org/drawingml/2006/main">
              <a:ext uri="{FF2B5EF4-FFF2-40B4-BE49-F238E27FC236}">
                <a16:creationId xmlns:a16="http://schemas.microsoft.com/office/drawing/2014/main" id="{B9E25786-FE22-460B-9BA4-CF90E948F9A3}"/>
              </a:ext>
            </a:extLst>
          </p:cNvPr>
          <p:cNvSpPr>
            <a:spLocks xmlns:a="http://schemas.openxmlformats.org/drawingml/2006/main" noGrp="1"/>
          </p:cNvSpPr>
          <p:nvPr/>
        </p:nvSpPr>
        <p:spPr>
          <a:xfrm xmlns:a="http://schemas.openxmlformats.org/drawingml/2006/main" rot="0">
            <a:off x="561975" y="3810000"/>
            <a:ext cx="238125" cy="85725"/>
          </a:xfrm>
          <a:custGeom xmlns:a="http://schemas.openxmlformats.org/drawingml/2006/main">
            <a:pathLst>
              <a:path w="238125" h="857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38125" y="4763"/>
                </a:lnTo>
                <a:lnTo>
                  <a:pt x="233363" y="9525"/>
                </a:lnTo>
                <a:lnTo>
                  <a:pt x="223838" y="9525"/>
                </a:lnTo>
                <a:lnTo>
                  <a:pt x="214313" y="9525"/>
                </a:lnTo>
                <a:lnTo>
                  <a:pt x="204788" y="9525"/>
                </a:lnTo>
                <a:lnTo>
                  <a:pt x="195263" y="9525"/>
                </a:lnTo>
                <a:lnTo>
                  <a:pt x="190500" y="14288"/>
                </a:lnTo>
                <a:lnTo>
                  <a:pt x="185738" y="19050"/>
                </a:lnTo>
                <a:lnTo>
                  <a:pt x="180975" y="23813"/>
                </a:lnTo>
                <a:lnTo>
                  <a:pt x="180975" y="33338"/>
                </a:lnTo>
                <a:lnTo>
                  <a:pt x="176213" y="38100"/>
                </a:lnTo>
                <a:lnTo>
                  <a:pt x="171450" y="42863"/>
                </a:lnTo>
                <a:lnTo>
                  <a:pt x="166688" y="47625"/>
                </a:lnTo>
                <a:lnTo>
                  <a:pt x="161925" y="52388"/>
                </a:lnTo>
                <a:lnTo>
                  <a:pt x="161925" y="61913"/>
                </a:lnTo>
                <a:lnTo>
                  <a:pt x="157163" y="66675"/>
                </a:lnTo>
                <a:lnTo>
                  <a:pt x="152400" y="71438"/>
                </a:lnTo>
                <a:lnTo>
                  <a:pt x="147638" y="76200"/>
                </a:lnTo>
                <a:lnTo>
                  <a:pt x="138113" y="76200"/>
                </a:lnTo>
                <a:lnTo>
                  <a:pt x="128588" y="76200"/>
                </a:lnTo>
                <a:lnTo>
                  <a:pt x="123825" y="80963"/>
                </a:lnTo>
                <a:lnTo>
                  <a:pt x="119063" y="85725"/>
                </a:lnTo>
                <a:lnTo>
                  <a:pt x="109538" y="85725"/>
                </a:lnTo>
                <a:lnTo>
                  <a:pt x="100013" y="85725"/>
                </a:lnTo>
                <a:lnTo>
                  <a:pt x="90488" y="85725"/>
                </a:lnTo>
                <a:lnTo>
                  <a:pt x="80963" y="85725"/>
                </a:lnTo>
                <a:lnTo>
                  <a:pt x="76200" y="80963"/>
                </a:lnTo>
                <a:lnTo>
                  <a:pt x="71438" y="76200"/>
                </a:lnTo>
                <a:lnTo>
                  <a:pt x="61913" y="76200"/>
                </a:lnTo>
                <a:lnTo>
                  <a:pt x="57150" y="71438"/>
                </a:lnTo>
                <a:lnTo>
                  <a:pt x="52388" y="66675"/>
                </a:lnTo>
                <a:lnTo>
                  <a:pt x="42863" y="66675"/>
                </a:lnTo>
                <a:lnTo>
                  <a:pt x="38100" y="61913"/>
                </a:lnTo>
                <a:lnTo>
                  <a:pt x="38100" y="52388"/>
                </a:lnTo>
                <a:lnTo>
                  <a:pt x="33338" y="47625"/>
                </a:lnTo>
                <a:lnTo>
                  <a:pt x="28575" y="42863"/>
                </a:lnTo>
                <a:lnTo>
                  <a:pt x="23813" y="38100"/>
                </a:lnTo>
                <a:lnTo>
                  <a:pt x="19050" y="33338"/>
                </a:lnTo>
                <a:lnTo>
                  <a:pt x="23813" y="28575"/>
                </a:lnTo>
                <a:lnTo>
                  <a:pt x="28575" y="23813"/>
                </a:lnTo>
                <a:lnTo>
                  <a:pt x="23813" y="19050"/>
                </a:lnTo>
                <a:lnTo>
                  <a:pt x="19050" y="14288"/>
                </a:lnTo>
                <a:lnTo>
                  <a:pt x="14288" y="9525"/>
                </a:lnTo>
                <a:lnTo>
                  <a:pt x="4763" y="9525"/>
                </a:lnTo>
                <a:lnTo>
                  <a:pt x="0" y="4763"/>
                </a:lnTo>
                <a:close/>
              </a:path>
            </a:pathLst>
          </a:custGeom>
          <a:solidFill xmlns:a="http://schemas.openxmlformats.org/drawingml/2006/main">
            <a:srgbClr val="D3E6CB"/>
          </a:solidFill>
          <a:ln xmlns:a="http://schemas.openxmlformats.org/drawingml/2006/main" w="0">
            <a:noFill/>
            <a:prstDash val="solid"/>
          </a:ln>
        </p:spPr>
      </p:sp>
      <p:sp>
        <p:nvSpPr>
          <p:cNvPr id="626" name="layout-green-108-0">
            <a:extLst xmlns:a="http://schemas.openxmlformats.org/drawingml/2006/main">
              <a:ext uri="{FF2B5EF4-FFF2-40B4-BE49-F238E27FC236}">
                <a16:creationId xmlns:a16="http://schemas.microsoft.com/office/drawing/2014/main" id="{9D1FD47F-0844-4943-9539-FB5A263D5BB1}"/>
              </a:ext>
            </a:extLst>
          </p:cNvPr>
          <p:cNvSpPr>
            <a:spLocks xmlns:a="http://schemas.openxmlformats.org/drawingml/2006/main" noGrp="1"/>
          </p:cNvSpPr>
          <p:nvPr/>
        </p:nvSpPr>
        <p:spPr>
          <a:xfrm xmlns:a="http://schemas.openxmlformats.org/drawingml/2006/main" rot="0">
            <a:off x="552450" y="3419475"/>
            <a:ext cx="9525" cy="114300"/>
          </a:xfrm>
          <a:custGeom xmlns:a="http://schemas.openxmlformats.org/drawingml/2006/main">
            <a:pathLst>
              <a:path w="9525" h="11430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4763" y="114300"/>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D6E7CE"/>
          </a:solidFill>
          <a:ln xmlns:a="http://schemas.openxmlformats.org/drawingml/2006/main" w="0">
            <a:noFill/>
            <a:prstDash val="solid"/>
          </a:ln>
        </p:spPr>
      </p:sp>
      <p:sp>
        <p:nvSpPr>
          <p:cNvPr id="627" name="layout-green-108-1">
            <a:extLst xmlns:a="http://schemas.openxmlformats.org/drawingml/2006/main">
              <a:ext uri="{FF2B5EF4-FFF2-40B4-BE49-F238E27FC236}">
                <a16:creationId xmlns:a16="http://schemas.microsoft.com/office/drawing/2014/main" id="{CEDB37B5-C5C1-4505-9F66-DBB12725C990}"/>
              </a:ext>
            </a:extLst>
          </p:cNvPr>
          <p:cNvSpPr>
            <a:spLocks xmlns:a="http://schemas.openxmlformats.org/drawingml/2006/main" noGrp="1"/>
          </p:cNvSpPr>
          <p:nvPr/>
        </p:nvSpPr>
        <p:spPr>
          <a:xfrm xmlns:a="http://schemas.openxmlformats.org/drawingml/2006/main" rot="0">
            <a:off x="552450" y="3609975"/>
            <a:ext cx="9525" cy="28575"/>
          </a:xfrm>
          <a:custGeom xmlns:a="http://schemas.openxmlformats.org/drawingml/2006/main">
            <a:pathLst>
              <a:path w="9525" h="28575">
                <a:moveTo>
                  <a:pt x="0" y="4763"/>
                </a:moveTo>
                <a:lnTo>
                  <a:pt x="4763" y="0"/>
                </a:lnTo>
                <a:lnTo>
                  <a:pt x="9525" y="4763"/>
                </a:lnTo>
                <a:lnTo>
                  <a:pt x="9525" y="14288"/>
                </a:lnTo>
                <a:lnTo>
                  <a:pt x="9525" y="23813"/>
                </a:lnTo>
                <a:lnTo>
                  <a:pt x="4763" y="28575"/>
                </a:lnTo>
                <a:lnTo>
                  <a:pt x="0" y="23813"/>
                </a:lnTo>
                <a:lnTo>
                  <a:pt x="0" y="14288"/>
                </a:lnTo>
                <a:lnTo>
                  <a:pt x="0" y="4763"/>
                </a:lnTo>
                <a:close/>
              </a:path>
            </a:pathLst>
          </a:custGeom>
          <a:solidFill xmlns:a="http://schemas.openxmlformats.org/drawingml/2006/main">
            <a:srgbClr val="D6E7CE"/>
          </a:solidFill>
          <a:ln xmlns:a="http://schemas.openxmlformats.org/drawingml/2006/main" w="0">
            <a:noFill/>
            <a:prstDash val="solid"/>
          </a:ln>
        </p:spPr>
      </p:sp>
      <p:sp>
        <p:nvSpPr>
          <p:cNvPr id="628" name="layout-green-108-2">
            <a:extLst xmlns:a="http://schemas.openxmlformats.org/drawingml/2006/main">
              <a:ext uri="{FF2B5EF4-FFF2-40B4-BE49-F238E27FC236}">
                <a16:creationId xmlns:a16="http://schemas.microsoft.com/office/drawing/2014/main" id="{C87B6453-B869-419C-9414-0B423B7D1326}"/>
              </a:ext>
            </a:extLst>
          </p:cNvPr>
          <p:cNvSpPr>
            <a:spLocks xmlns:a="http://schemas.openxmlformats.org/drawingml/2006/main" noGrp="1"/>
          </p:cNvSpPr>
          <p:nvPr/>
        </p:nvSpPr>
        <p:spPr>
          <a:xfrm xmlns:a="http://schemas.openxmlformats.org/drawingml/2006/main" rot="0">
            <a:off x="552450" y="3667125"/>
            <a:ext cx="9525" cy="142875"/>
          </a:xfrm>
          <a:custGeom xmlns:a="http://schemas.openxmlformats.org/drawingml/2006/main">
            <a:pathLst>
              <a:path w="9525" h="14287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4763" y="142875"/>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D6E7CE"/>
          </a:solidFill>
          <a:ln xmlns:a="http://schemas.openxmlformats.org/drawingml/2006/main" w="0">
            <a:noFill/>
            <a:prstDash val="solid"/>
          </a:ln>
        </p:spPr>
      </p:sp>
      <p:sp>
        <p:nvSpPr>
          <p:cNvPr id="629" name="layout-green-108-3">
            <a:extLst xmlns:a="http://schemas.openxmlformats.org/drawingml/2006/main">
              <a:ext uri="{FF2B5EF4-FFF2-40B4-BE49-F238E27FC236}">
                <a16:creationId xmlns:a16="http://schemas.microsoft.com/office/drawing/2014/main" id="{FD1F91EB-C397-47F4-9C4A-3DB1D239B02C}"/>
              </a:ext>
            </a:extLst>
          </p:cNvPr>
          <p:cNvSpPr>
            <a:spLocks xmlns:a="http://schemas.openxmlformats.org/drawingml/2006/main" noGrp="1"/>
          </p:cNvSpPr>
          <p:nvPr/>
        </p:nvSpPr>
        <p:spPr>
          <a:xfrm xmlns:a="http://schemas.openxmlformats.org/drawingml/2006/main" rot="0">
            <a:off x="561975" y="3810000"/>
            <a:ext cx="219075" cy="57150"/>
          </a:xfrm>
          <a:custGeom xmlns:a="http://schemas.openxmlformats.org/drawingml/2006/main">
            <a:pathLst>
              <a:path w="219075" h="571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4313" y="9525"/>
                </a:lnTo>
                <a:lnTo>
                  <a:pt x="204788" y="9525"/>
                </a:lnTo>
                <a:lnTo>
                  <a:pt x="195263" y="9525"/>
                </a:lnTo>
                <a:lnTo>
                  <a:pt x="185738" y="9525"/>
                </a:lnTo>
                <a:lnTo>
                  <a:pt x="176213" y="9525"/>
                </a:lnTo>
                <a:lnTo>
                  <a:pt x="166688" y="9525"/>
                </a:lnTo>
                <a:lnTo>
                  <a:pt x="157163" y="9525"/>
                </a:lnTo>
                <a:lnTo>
                  <a:pt x="152400" y="14288"/>
                </a:lnTo>
                <a:lnTo>
                  <a:pt x="152400" y="23813"/>
                </a:lnTo>
                <a:lnTo>
                  <a:pt x="152400" y="33338"/>
                </a:lnTo>
                <a:lnTo>
                  <a:pt x="147638" y="38100"/>
                </a:lnTo>
                <a:lnTo>
                  <a:pt x="138113" y="38100"/>
                </a:lnTo>
                <a:lnTo>
                  <a:pt x="133350" y="42863"/>
                </a:lnTo>
                <a:lnTo>
                  <a:pt x="128588" y="47625"/>
                </a:lnTo>
                <a:lnTo>
                  <a:pt x="119063" y="47625"/>
                </a:lnTo>
                <a:lnTo>
                  <a:pt x="114300" y="52388"/>
                </a:lnTo>
                <a:lnTo>
                  <a:pt x="109538" y="57150"/>
                </a:lnTo>
                <a:lnTo>
                  <a:pt x="100013" y="57150"/>
                </a:lnTo>
                <a:lnTo>
                  <a:pt x="90488" y="57150"/>
                </a:lnTo>
                <a:lnTo>
                  <a:pt x="85725" y="52388"/>
                </a:lnTo>
                <a:lnTo>
                  <a:pt x="80963" y="47625"/>
                </a:lnTo>
                <a:lnTo>
                  <a:pt x="71438" y="47625"/>
                </a:lnTo>
                <a:lnTo>
                  <a:pt x="66675" y="42863"/>
                </a:lnTo>
                <a:lnTo>
                  <a:pt x="61913" y="38100"/>
                </a:lnTo>
                <a:lnTo>
                  <a:pt x="57150" y="33338"/>
                </a:lnTo>
                <a:lnTo>
                  <a:pt x="52388" y="28575"/>
                </a:lnTo>
                <a:lnTo>
                  <a:pt x="47625" y="23813"/>
                </a:lnTo>
                <a:lnTo>
                  <a:pt x="47625" y="14288"/>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D6E7CE"/>
          </a:solidFill>
          <a:ln xmlns:a="http://schemas.openxmlformats.org/drawingml/2006/main" w="0">
            <a:noFill/>
            <a:prstDash val="solid"/>
          </a:ln>
        </p:spPr>
      </p:sp>
      <p:sp>
        <p:nvSpPr>
          <p:cNvPr id="630" name="layout-green-109-0">
            <a:extLst xmlns:a="http://schemas.openxmlformats.org/drawingml/2006/main">
              <a:ext uri="{FF2B5EF4-FFF2-40B4-BE49-F238E27FC236}">
                <a16:creationId xmlns:a16="http://schemas.microsoft.com/office/drawing/2014/main" id="{D8ADEDD3-48B9-4E9F-A06A-D10CAACA78DD}"/>
              </a:ext>
            </a:extLst>
          </p:cNvPr>
          <p:cNvSpPr>
            <a:spLocks xmlns:a="http://schemas.openxmlformats.org/drawingml/2006/main" noGrp="1"/>
          </p:cNvSpPr>
          <p:nvPr/>
        </p:nvSpPr>
        <p:spPr>
          <a:xfrm xmlns:a="http://schemas.openxmlformats.org/drawingml/2006/main" rot="0">
            <a:off x="552450" y="3495675"/>
            <a:ext cx="9525" cy="38100"/>
          </a:xfrm>
          <a:custGeom xmlns:a="http://schemas.openxmlformats.org/drawingml/2006/main">
            <a:pathLst>
              <a:path w="9525" h="38100">
                <a:moveTo>
                  <a:pt x="0" y="4763"/>
                </a:moveTo>
                <a:lnTo>
                  <a:pt x="4763" y="0"/>
                </a:lnTo>
                <a:lnTo>
                  <a:pt x="9525" y="4763"/>
                </a:lnTo>
                <a:lnTo>
                  <a:pt x="9525" y="14288"/>
                </a:lnTo>
                <a:lnTo>
                  <a:pt x="9525" y="23813"/>
                </a:lnTo>
                <a:lnTo>
                  <a:pt x="9525" y="33338"/>
                </a:lnTo>
                <a:lnTo>
                  <a:pt x="4763" y="38100"/>
                </a:lnTo>
                <a:lnTo>
                  <a:pt x="0" y="33338"/>
                </a:lnTo>
                <a:lnTo>
                  <a:pt x="0" y="23813"/>
                </a:lnTo>
                <a:lnTo>
                  <a:pt x="0" y="14288"/>
                </a:lnTo>
                <a:lnTo>
                  <a:pt x="0" y="4763"/>
                </a:lnTo>
                <a:close/>
              </a:path>
            </a:pathLst>
          </a:custGeom>
          <a:solidFill xmlns:a="http://schemas.openxmlformats.org/drawingml/2006/main">
            <a:srgbClr val="D7E9D0"/>
          </a:solidFill>
          <a:ln xmlns:a="http://schemas.openxmlformats.org/drawingml/2006/main" w="0">
            <a:noFill/>
            <a:prstDash val="solid"/>
          </a:ln>
        </p:spPr>
      </p:sp>
      <p:sp>
        <p:nvSpPr>
          <p:cNvPr id="631" name="layout-green-109-1">
            <a:extLst xmlns:a="http://schemas.openxmlformats.org/drawingml/2006/main">
              <a:ext uri="{FF2B5EF4-FFF2-40B4-BE49-F238E27FC236}">
                <a16:creationId xmlns:a16="http://schemas.microsoft.com/office/drawing/2014/main" id="{B9EBBC5F-F741-4A4F-90A1-F8AF49B09216}"/>
              </a:ext>
            </a:extLst>
          </p:cNvPr>
          <p:cNvSpPr>
            <a:spLocks xmlns:a="http://schemas.openxmlformats.org/drawingml/2006/main" noGrp="1"/>
          </p:cNvSpPr>
          <p:nvPr/>
        </p:nvSpPr>
        <p:spPr>
          <a:xfrm xmlns:a="http://schemas.openxmlformats.org/drawingml/2006/main" rot="0">
            <a:off x="552450" y="3667125"/>
            <a:ext cx="9525" cy="142875"/>
          </a:xfrm>
          <a:custGeom xmlns:a="http://schemas.openxmlformats.org/drawingml/2006/main">
            <a:pathLst>
              <a:path w="9525" h="14287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4763" y="142875"/>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D7E9D0"/>
          </a:solidFill>
          <a:ln xmlns:a="http://schemas.openxmlformats.org/drawingml/2006/main" w="0">
            <a:noFill/>
            <a:prstDash val="solid"/>
          </a:ln>
        </p:spPr>
      </p:sp>
      <p:sp>
        <p:nvSpPr>
          <p:cNvPr id="632" name="layout-green-109-2">
            <a:extLst xmlns:a="http://schemas.openxmlformats.org/drawingml/2006/main">
              <a:ext uri="{FF2B5EF4-FFF2-40B4-BE49-F238E27FC236}">
                <a16:creationId xmlns:a16="http://schemas.microsoft.com/office/drawing/2014/main" id="{63283B7E-084A-4DBE-918B-9F31FFBBC939}"/>
              </a:ext>
            </a:extLst>
          </p:cNvPr>
          <p:cNvSpPr>
            <a:spLocks xmlns:a="http://schemas.openxmlformats.org/drawingml/2006/main" noGrp="1"/>
          </p:cNvSpPr>
          <p:nvPr/>
        </p:nvSpPr>
        <p:spPr>
          <a:xfrm xmlns:a="http://schemas.openxmlformats.org/drawingml/2006/main" rot="0">
            <a:off x="571500" y="3810000"/>
            <a:ext cx="180975" cy="47625"/>
          </a:xfrm>
          <a:custGeom xmlns:a="http://schemas.openxmlformats.org/drawingml/2006/main">
            <a:pathLst>
              <a:path w="180975" h="476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0975" y="4763"/>
                </a:lnTo>
                <a:lnTo>
                  <a:pt x="176213" y="9525"/>
                </a:lnTo>
                <a:lnTo>
                  <a:pt x="166688" y="9525"/>
                </a:lnTo>
                <a:lnTo>
                  <a:pt x="157163" y="9525"/>
                </a:lnTo>
                <a:lnTo>
                  <a:pt x="147638" y="9525"/>
                </a:lnTo>
                <a:lnTo>
                  <a:pt x="138113" y="9525"/>
                </a:lnTo>
                <a:lnTo>
                  <a:pt x="133350" y="14288"/>
                </a:lnTo>
                <a:lnTo>
                  <a:pt x="128588" y="19050"/>
                </a:lnTo>
                <a:lnTo>
                  <a:pt x="123825" y="23813"/>
                </a:lnTo>
                <a:lnTo>
                  <a:pt x="119063" y="28575"/>
                </a:lnTo>
                <a:lnTo>
                  <a:pt x="114300" y="33338"/>
                </a:lnTo>
                <a:lnTo>
                  <a:pt x="109538" y="38100"/>
                </a:lnTo>
                <a:lnTo>
                  <a:pt x="100013" y="38100"/>
                </a:lnTo>
                <a:lnTo>
                  <a:pt x="95250" y="42863"/>
                </a:lnTo>
                <a:lnTo>
                  <a:pt x="90488" y="47625"/>
                </a:lnTo>
                <a:lnTo>
                  <a:pt x="80963" y="47625"/>
                </a:lnTo>
                <a:lnTo>
                  <a:pt x="76200" y="42863"/>
                </a:lnTo>
                <a:lnTo>
                  <a:pt x="71438" y="38100"/>
                </a:lnTo>
                <a:lnTo>
                  <a:pt x="66675" y="33338"/>
                </a:lnTo>
                <a:lnTo>
                  <a:pt x="61913" y="28575"/>
                </a:lnTo>
                <a:lnTo>
                  <a:pt x="57150" y="23813"/>
                </a:lnTo>
                <a:lnTo>
                  <a:pt x="52388" y="19050"/>
                </a:lnTo>
                <a:lnTo>
                  <a:pt x="47625" y="14288"/>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D7E9D0"/>
          </a:solidFill>
          <a:ln xmlns:a="http://schemas.openxmlformats.org/drawingml/2006/main" w="0">
            <a:noFill/>
            <a:prstDash val="solid"/>
          </a:ln>
        </p:spPr>
      </p:sp>
      <p:sp>
        <p:nvSpPr>
          <p:cNvPr id="633" name="layout-green-110-0">
            <a:extLst xmlns:a="http://schemas.openxmlformats.org/drawingml/2006/main">
              <a:ext uri="{FF2B5EF4-FFF2-40B4-BE49-F238E27FC236}">
                <a16:creationId xmlns:a16="http://schemas.microsoft.com/office/drawing/2014/main" id="{471EC93D-4D0D-4171-B68E-5C1C6302A5F8}"/>
              </a:ext>
            </a:extLst>
          </p:cNvPr>
          <p:cNvSpPr>
            <a:spLocks xmlns:a="http://schemas.openxmlformats.org/drawingml/2006/main" noGrp="1"/>
          </p:cNvSpPr>
          <p:nvPr/>
        </p:nvSpPr>
        <p:spPr>
          <a:xfrm xmlns:a="http://schemas.openxmlformats.org/drawingml/2006/main" rot="0">
            <a:off x="552450" y="3667125"/>
            <a:ext cx="9525" cy="142875"/>
          </a:xfrm>
          <a:custGeom xmlns:a="http://schemas.openxmlformats.org/drawingml/2006/main">
            <a:pathLst>
              <a:path w="9525" h="14287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4763" y="142875"/>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D9EBD2"/>
          </a:solidFill>
          <a:ln xmlns:a="http://schemas.openxmlformats.org/drawingml/2006/main" w="0">
            <a:noFill/>
            <a:prstDash val="solid"/>
          </a:ln>
        </p:spPr>
      </p:sp>
      <p:sp>
        <p:nvSpPr>
          <p:cNvPr id="634" name="layout-green-110-1">
            <a:extLst xmlns:a="http://schemas.openxmlformats.org/drawingml/2006/main">
              <a:ext uri="{FF2B5EF4-FFF2-40B4-BE49-F238E27FC236}">
                <a16:creationId xmlns:a16="http://schemas.microsoft.com/office/drawing/2014/main" id="{D76D43C5-CBCD-4DD9-83C1-F198178E45B0}"/>
              </a:ext>
            </a:extLst>
          </p:cNvPr>
          <p:cNvSpPr>
            <a:spLocks xmlns:a="http://schemas.openxmlformats.org/drawingml/2006/main" noGrp="1"/>
          </p:cNvSpPr>
          <p:nvPr/>
        </p:nvSpPr>
        <p:spPr>
          <a:xfrm xmlns:a="http://schemas.openxmlformats.org/drawingml/2006/main" rot="0">
            <a:off x="609600" y="3810000"/>
            <a:ext cx="104775" cy="28575"/>
          </a:xfrm>
          <a:custGeom xmlns:a="http://schemas.openxmlformats.org/drawingml/2006/main">
            <a:pathLst>
              <a:path w="104775" h="2857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4775" y="4763"/>
                </a:lnTo>
                <a:lnTo>
                  <a:pt x="100013" y="9525"/>
                </a:lnTo>
                <a:lnTo>
                  <a:pt x="90488" y="9525"/>
                </a:lnTo>
                <a:lnTo>
                  <a:pt x="80963" y="9525"/>
                </a:lnTo>
                <a:lnTo>
                  <a:pt x="71438" y="9525"/>
                </a:lnTo>
                <a:lnTo>
                  <a:pt x="66675" y="14288"/>
                </a:lnTo>
                <a:lnTo>
                  <a:pt x="61913" y="19050"/>
                </a:lnTo>
                <a:lnTo>
                  <a:pt x="57150" y="23813"/>
                </a:lnTo>
                <a:lnTo>
                  <a:pt x="52388" y="28575"/>
                </a:lnTo>
                <a:lnTo>
                  <a:pt x="42863" y="28575"/>
                </a:lnTo>
                <a:lnTo>
                  <a:pt x="38100" y="23813"/>
                </a:lnTo>
                <a:lnTo>
                  <a:pt x="33338" y="19050"/>
                </a:lnTo>
                <a:lnTo>
                  <a:pt x="28575" y="14288"/>
                </a:lnTo>
                <a:lnTo>
                  <a:pt x="23813" y="9525"/>
                </a:lnTo>
                <a:lnTo>
                  <a:pt x="14288" y="9525"/>
                </a:lnTo>
                <a:lnTo>
                  <a:pt x="4763" y="9525"/>
                </a:lnTo>
                <a:lnTo>
                  <a:pt x="0" y="4763"/>
                </a:lnTo>
                <a:close/>
              </a:path>
            </a:pathLst>
          </a:custGeom>
          <a:solidFill xmlns:a="http://schemas.openxmlformats.org/drawingml/2006/main">
            <a:srgbClr val="D9EBD2"/>
          </a:solidFill>
          <a:ln xmlns:a="http://schemas.openxmlformats.org/drawingml/2006/main" w="0">
            <a:noFill/>
            <a:prstDash val="solid"/>
          </a:ln>
        </p:spPr>
      </p:sp>
      <p:sp>
        <p:nvSpPr>
          <p:cNvPr id="635" name="layout-green-111-0">
            <a:extLst xmlns:a="http://schemas.openxmlformats.org/drawingml/2006/main">
              <a:ext uri="{FF2B5EF4-FFF2-40B4-BE49-F238E27FC236}">
                <a16:creationId xmlns:a16="http://schemas.microsoft.com/office/drawing/2014/main" id="{39C7662D-07F5-4664-B38C-599EBE71BACF}"/>
              </a:ext>
            </a:extLst>
          </p:cNvPr>
          <p:cNvSpPr>
            <a:spLocks xmlns:a="http://schemas.openxmlformats.org/drawingml/2006/main" noGrp="1"/>
          </p:cNvSpPr>
          <p:nvPr/>
        </p:nvSpPr>
        <p:spPr>
          <a:xfrm xmlns:a="http://schemas.openxmlformats.org/drawingml/2006/main" rot="0">
            <a:off x="552450" y="3667125"/>
            <a:ext cx="9525" cy="142875"/>
          </a:xfrm>
          <a:custGeom xmlns:a="http://schemas.openxmlformats.org/drawingml/2006/main">
            <a:pathLst>
              <a:path w="9525" h="14287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4763" y="142875"/>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DDE5DC"/>
          </a:solidFill>
          <a:ln xmlns:a="http://schemas.openxmlformats.org/drawingml/2006/main" w="0">
            <a:noFill/>
            <a:prstDash val="solid"/>
          </a:ln>
        </p:spPr>
      </p:sp>
      <p:sp>
        <p:nvSpPr>
          <p:cNvPr id="636" name="layout-green-111-1">
            <a:extLst xmlns:a="http://schemas.openxmlformats.org/drawingml/2006/main">
              <a:ext uri="{FF2B5EF4-FFF2-40B4-BE49-F238E27FC236}">
                <a16:creationId xmlns:a16="http://schemas.microsoft.com/office/drawing/2014/main" id="{1AAD6E47-2A11-4EC9-977B-E024CD12B41F}"/>
              </a:ext>
            </a:extLst>
          </p:cNvPr>
          <p:cNvSpPr>
            <a:spLocks xmlns:a="http://schemas.openxmlformats.org/drawingml/2006/main" noGrp="1"/>
          </p:cNvSpPr>
          <p:nvPr/>
        </p:nvSpPr>
        <p:spPr>
          <a:xfrm xmlns:a="http://schemas.openxmlformats.org/drawingml/2006/main" rot="0">
            <a:off x="638175" y="3810000"/>
            <a:ext cx="57150" cy="9525"/>
          </a:xfrm>
          <a:custGeom xmlns:a="http://schemas.openxmlformats.org/drawingml/2006/main">
            <a:pathLst>
              <a:path w="57150" h="9525">
                <a:moveTo>
                  <a:pt x="0" y="4763"/>
                </a:moveTo>
                <a:lnTo>
                  <a:pt x="4763" y="0"/>
                </a:lnTo>
                <a:lnTo>
                  <a:pt x="14288" y="0"/>
                </a:lnTo>
                <a:lnTo>
                  <a:pt x="23813" y="0"/>
                </a:lnTo>
                <a:lnTo>
                  <a:pt x="33338" y="0"/>
                </a:lnTo>
                <a:lnTo>
                  <a:pt x="42863" y="0"/>
                </a:lnTo>
                <a:lnTo>
                  <a:pt x="52388" y="0"/>
                </a:lnTo>
                <a:lnTo>
                  <a:pt x="57150" y="4763"/>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DDE5DC"/>
          </a:solidFill>
          <a:ln xmlns:a="http://schemas.openxmlformats.org/drawingml/2006/main" w="0">
            <a:noFill/>
            <a:prstDash val="solid"/>
          </a:ln>
        </p:spPr>
      </p:sp>
      <p:sp>
        <p:nvSpPr>
          <p:cNvPr id="637" name="layout-green-112-0">
            <a:extLst xmlns:a="http://schemas.openxmlformats.org/drawingml/2006/main">
              <a:ext uri="{FF2B5EF4-FFF2-40B4-BE49-F238E27FC236}">
                <a16:creationId xmlns:a16="http://schemas.microsoft.com/office/drawing/2014/main" id="{A7CEA790-FF93-4DF9-B69A-1EEB281289A6}"/>
              </a:ext>
            </a:extLst>
          </p:cNvPr>
          <p:cNvSpPr>
            <a:spLocks xmlns:a="http://schemas.openxmlformats.org/drawingml/2006/main" noGrp="1"/>
          </p:cNvSpPr>
          <p:nvPr/>
        </p:nvSpPr>
        <p:spPr>
          <a:xfrm xmlns:a="http://schemas.openxmlformats.org/drawingml/2006/main" rot="0">
            <a:off x="552450" y="3733800"/>
            <a:ext cx="9525" cy="76200"/>
          </a:xfrm>
          <a:custGeom xmlns:a="http://schemas.openxmlformats.org/drawingml/2006/main">
            <a:pathLst>
              <a:path w="9525" h="7620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4763" y="76200"/>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DEE5DD"/>
          </a:solidFill>
          <a:ln xmlns:a="http://schemas.openxmlformats.org/drawingml/2006/main" w="0">
            <a:noFill/>
            <a:prstDash val="solid"/>
          </a:ln>
        </p:spPr>
      </p:sp>
      <p:sp>
        <p:nvSpPr>
          <p:cNvPr id="638" name="layout-orange-40-0">
            <a:extLst xmlns:a="http://schemas.openxmlformats.org/drawingml/2006/main">
              <a:ext uri="{FF2B5EF4-FFF2-40B4-BE49-F238E27FC236}">
                <a16:creationId xmlns:a16="http://schemas.microsoft.com/office/drawing/2014/main" id="{DBF61D65-6C00-4BF0-9FB0-20141DFABBBE}"/>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0" y="4763"/>
                </a:moveTo>
                <a:lnTo>
                  <a:pt x="4763" y="0"/>
                </a:lnTo>
                <a:lnTo>
                  <a:pt x="14288" y="0"/>
                </a:lnTo>
                <a:lnTo>
                  <a:pt x="23813" y="0"/>
                </a:lnTo>
                <a:lnTo>
                  <a:pt x="33338" y="0"/>
                </a:lnTo>
                <a:lnTo>
                  <a:pt x="42863" y="0"/>
                </a:lnTo>
                <a:lnTo>
                  <a:pt x="52388" y="0"/>
                </a:lnTo>
                <a:lnTo>
                  <a:pt x="61913" y="0"/>
                </a:lnTo>
                <a:lnTo>
                  <a:pt x="71438" y="0"/>
                </a:lnTo>
                <a:lnTo>
                  <a:pt x="76200" y="4763"/>
                </a:lnTo>
                <a:lnTo>
                  <a:pt x="80963" y="9525"/>
                </a:lnTo>
                <a:lnTo>
                  <a:pt x="85725" y="14288"/>
                </a:lnTo>
                <a:lnTo>
                  <a:pt x="90488" y="19050"/>
                </a:lnTo>
                <a:lnTo>
                  <a:pt x="100013" y="19050"/>
                </a:lnTo>
                <a:lnTo>
                  <a:pt x="104775" y="23813"/>
                </a:lnTo>
                <a:lnTo>
                  <a:pt x="109538" y="28575"/>
                </a:lnTo>
                <a:lnTo>
                  <a:pt x="114300" y="33338"/>
                </a:lnTo>
                <a:lnTo>
                  <a:pt x="119063" y="38100"/>
                </a:lnTo>
                <a:lnTo>
                  <a:pt x="123825" y="42863"/>
                </a:lnTo>
                <a:lnTo>
                  <a:pt x="128588" y="47625"/>
                </a:lnTo>
                <a:lnTo>
                  <a:pt x="138113" y="47625"/>
                </a:lnTo>
                <a:lnTo>
                  <a:pt x="142875" y="52388"/>
                </a:lnTo>
                <a:lnTo>
                  <a:pt x="147638" y="57150"/>
                </a:lnTo>
                <a:lnTo>
                  <a:pt x="152400" y="61913"/>
                </a:lnTo>
                <a:lnTo>
                  <a:pt x="157163" y="66675"/>
                </a:lnTo>
                <a:lnTo>
                  <a:pt x="161925" y="71438"/>
                </a:lnTo>
                <a:lnTo>
                  <a:pt x="166688" y="76200"/>
                </a:lnTo>
                <a:lnTo>
                  <a:pt x="176213" y="76200"/>
                </a:lnTo>
                <a:lnTo>
                  <a:pt x="180975" y="80963"/>
                </a:lnTo>
                <a:lnTo>
                  <a:pt x="185738" y="85725"/>
                </a:lnTo>
                <a:lnTo>
                  <a:pt x="190500" y="90488"/>
                </a:lnTo>
                <a:lnTo>
                  <a:pt x="195263" y="95250"/>
                </a:lnTo>
                <a:lnTo>
                  <a:pt x="200025" y="100013"/>
                </a:lnTo>
                <a:lnTo>
                  <a:pt x="204788" y="104775"/>
                </a:lnTo>
                <a:lnTo>
                  <a:pt x="214313" y="104775"/>
                </a:lnTo>
                <a:lnTo>
                  <a:pt x="219075" y="109538"/>
                </a:lnTo>
                <a:lnTo>
                  <a:pt x="223838" y="114300"/>
                </a:lnTo>
                <a:lnTo>
                  <a:pt x="228600" y="119063"/>
                </a:lnTo>
                <a:lnTo>
                  <a:pt x="233363" y="123825"/>
                </a:lnTo>
                <a:lnTo>
                  <a:pt x="238125" y="128588"/>
                </a:lnTo>
                <a:lnTo>
                  <a:pt x="242888" y="133350"/>
                </a:lnTo>
                <a:lnTo>
                  <a:pt x="247650" y="138113"/>
                </a:lnTo>
                <a:lnTo>
                  <a:pt x="252413" y="142875"/>
                </a:lnTo>
                <a:lnTo>
                  <a:pt x="261938" y="142875"/>
                </a:lnTo>
                <a:lnTo>
                  <a:pt x="266700" y="147638"/>
                </a:lnTo>
                <a:lnTo>
                  <a:pt x="261938" y="152400"/>
                </a:lnTo>
                <a:lnTo>
                  <a:pt x="257175" y="157163"/>
                </a:lnTo>
                <a:lnTo>
                  <a:pt x="257175" y="166688"/>
                </a:lnTo>
                <a:lnTo>
                  <a:pt x="261938" y="171450"/>
                </a:lnTo>
                <a:lnTo>
                  <a:pt x="271463" y="171450"/>
                </a:lnTo>
                <a:lnTo>
                  <a:pt x="280988" y="171450"/>
                </a:lnTo>
                <a:lnTo>
                  <a:pt x="290513" y="171450"/>
                </a:lnTo>
                <a:lnTo>
                  <a:pt x="295275" y="176213"/>
                </a:lnTo>
                <a:lnTo>
                  <a:pt x="290513" y="180975"/>
                </a:lnTo>
                <a:lnTo>
                  <a:pt x="285750" y="185738"/>
                </a:lnTo>
                <a:lnTo>
                  <a:pt x="280988" y="190500"/>
                </a:lnTo>
                <a:lnTo>
                  <a:pt x="271463" y="190500"/>
                </a:lnTo>
                <a:lnTo>
                  <a:pt x="261938" y="190500"/>
                </a:lnTo>
                <a:lnTo>
                  <a:pt x="257175" y="195263"/>
                </a:lnTo>
                <a:lnTo>
                  <a:pt x="252413" y="200025"/>
                </a:lnTo>
                <a:lnTo>
                  <a:pt x="242888" y="200025"/>
                </a:lnTo>
                <a:lnTo>
                  <a:pt x="238125" y="204788"/>
                </a:lnTo>
                <a:lnTo>
                  <a:pt x="233363" y="209550"/>
                </a:lnTo>
                <a:lnTo>
                  <a:pt x="228600" y="214313"/>
                </a:lnTo>
                <a:lnTo>
                  <a:pt x="223838" y="219075"/>
                </a:lnTo>
                <a:lnTo>
                  <a:pt x="219075" y="223838"/>
                </a:lnTo>
                <a:lnTo>
                  <a:pt x="219075" y="233363"/>
                </a:lnTo>
                <a:lnTo>
                  <a:pt x="223838" y="238125"/>
                </a:lnTo>
                <a:lnTo>
                  <a:pt x="228600" y="242888"/>
                </a:lnTo>
                <a:lnTo>
                  <a:pt x="233363" y="247650"/>
                </a:lnTo>
                <a:lnTo>
                  <a:pt x="238125" y="252413"/>
                </a:lnTo>
                <a:lnTo>
                  <a:pt x="242888" y="257175"/>
                </a:lnTo>
                <a:lnTo>
                  <a:pt x="252413" y="257175"/>
                </a:lnTo>
                <a:lnTo>
                  <a:pt x="257175" y="261938"/>
                </a:lnTo>
                <a:lnTo>
                  <a:pt x="261938" y="266700"/>
                </a:lnTo>
                <a:lnTo>
                  <a:pt x="271463" y="266700"/>
                </a:lnTo>
                <a:lnTo>
                  <a:pt x="280988" y="266700"/>
                </a:lnTo>
                <a:lnTo>
                  <a:pt x="285750" y="271463"/>
                </a:lnTo>
                <a:lnTo>
                  <a:pt x="290513" y="276225"/>
                </a:lnTo>
                <a:lnTo>
                  <a:pt x="300038" y="276225"/>
                </a:lnTo>
                <a:lnTo>
                  <a:pt x="309563" y="276225"/>
                </a:lnTo>
                <a:lnTo>
                  <a:pt x="319088" y="276225"/>
                </a:lnTo>
                <a:lnTo>
                  <a:pt x="328613" y="276225"/>
                </a:lnTo>
                <a:lnTo>
                  <a:pt x="333375" y="280988"/>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85788" y="180975"/>
                </a:lnTo>
                <a:lnTo>
                  <a:pt x="581025" y="176213"/>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0538" y="171450"/>
                </a:lnTo>
                <a:lnTo>
                  <a:pt x="481013" y="171450"/>
                </a:lnTo>
                <a:lnTo>
                  <a:pt x="471488" y="171450"/>
                </a:lnTo>
                <a:lnTo>
                  <a:pt x="461963" y="171450"/>
                </a:lnTo>
                <a:lnTo>
                  <a:pt x="452438" y="171450"/>
                </a:lnTo>
                <a:lnTo>
                  <a:pt x="442913" y="171450"/>
                </a:lnTo>
                <a:lnTo>
                  <a:pt x="433388" y="171450"/>
                </a:lnTo>
                <a:lnTo>
                  <a:pt x="423863" y="171450"/>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33375" y="176213"/>
                </a:lnTo>
                <a:lnTo>
                  <a:pt x="328613" y="180975"/>
                </a:lnTo>
                <a:lnTo>
                  <a:pt x="323850" y="176213"/>
                </a:lnTo>
                <a:lnTo>
                  <a:pt x="319088" y="171450"/>
                </a:lnTo>
                <a:lnTo>
                  <a:pt x="314325" y="166688"/>
                </a:lnTo>
                <a:lnTo>
                  <a:pt x="309563" y="161925"/>
                </a:lnTo>
                <a:lnTo>
                  <a:pt x="304800" y="157163"/>
                </a:lnTo>
                <a:lnTo>
                  <a:pt x="304800" y="147638"/>
                </a:lnTo>
                <a:lnTo>
                  <a:pt x="300038" y="142875"/>
                </a:lnTo>
                <a:lnTo>
                  <a:pt x="295275" y="138113"/>
                </a:lnTo>
                <a:lnTo>
                  <a:pt x="290513" y="133350"/>
                </a:lnTo>
                <a:lnTo>
                  <a:pt x="280988" y="133350"/>
                </a:lnTo>
                <a:lnTo>
                  <a:pt x="276225" y="138113"/>
                </a:lnTo>
                <a:lnTo>
                  <a:pt x="271463" y="142875"/>
                </a:lnTo>
                <a:lnTo>
                  <a:pt x="266700" y="138113"/>
                </a:lnTo>
                <a:lnTo>
                  <a:pt x="261938" y="133350"/>
                </a:lnTo>
                <a:lnTo>
                  <a:pt x="257175" y="128588"/>
                </a:lnTo>
                <a:lnTo>
                  <a:pt x="252413" y="123825"/>
                </a:lnTo>
                <a:lnTo>
                  <a:pt x="247650" y="119063"/>
                </a:lnTo>
                <a:lnTo>
                  <a:pt x="242888" y="114300"/>
                </a:lnTo>
                <a:lnTo>
                  <a:pt x="233363" y="114300"/>
                </a:lnTo>
                <a:lnTo>
                  <a:pt x="228600" y="109538"/>
                </a:lnTo>
                <a:lnTo>
                  <a:pt x="223838" y="104775"/>
                </a:lnTo>
                <a:lnTo>
                  <a:pt x="219075" y="100013"/>
                </a:lnTo>
                <a:lnTo>
                  <a:pt x="214313" y="95250"/>
                </a:lnTo>
                <a:lnTo>
                  <a:pt x="209550" y="90488"/>
                </a:lnTo>
                <a:lnTo>
                  <a:pt x="204788" y="85725"/>
                </a:lnTo>
                <a:lnTo>
                  <a:pt x="195263" y="85725"/>
                </a:lnTo>
                <a:lnTo>
                  <a:pt x="190500" y="80963"/>
                </a:lnTo>
                <a:lnTo>
                  <a:pt x="185738" y="76200"/>
                </a:lnTo>
                <a:lnTo>
                  <a:pt x="180975" y="71438"/>
                </a:lnTo>
                <a:lnTo>
                  <a:pt x="176213" y="66675"/>
                </a:lnTo>
                <a:lnTo>
                  <a:pt x="171450" y="61913"/>
                </a:lnTo>
                <a:lnTo>
                  <a:pt x="166688" y="57150"/>
                </a:lnTo>
                <a:lnTo>
                  <a:pt x="157163" y="57150"/>
                </a:lnTo>
                <a:lnTo>
                  <a:pt x="152400" y="52388"/>
                </a:lnTo>
                <a:lnTo>
                  <a:pt x="147638" y="47625"/>
                </a:lnTo>
                <a:lnTo>
                  <a:pt x="142875" y="42863"/>
                </a:lnTo>
                <a:lnTo>
                  <a:pt x="138113" y="38100"/>
                </a:lnTo>
                <a:lnTo>
                  <a:pt x="133350" y="33338"/>
                </a:lnTo>
                <a:lnTo>
                  <a:pt x="128588" y="28575"/>
                </a:lnTo>
                <a:lnTo>
                  <a:pt x="119063" y="28575"/>
                </a:lnTo>
                <a:lnTo>
                  <a:pt x="114300" y="23813"/>
                </a:lnTo>
                <a:lnTo>
                  <a:pt x="109538" y="19050"/>
                </a:lnTo>
                <a:lnTo>
                  <a:pt x="104775" y="14288"/>
                </a:lnTo>
                <a:lnTo>
                  <a:pt x="100013" y="9525"/>
                </a:lnTo>
                <a:lnTo>
                  <a:pt x="95250" y="4763"/>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42988" y="0"/>
                </a:lnTo>
                <a:lnTo>
                  <a:pt x="1052513" y="0"/>
                </a:lnTo>
                <a:lnTo>
                  <a:pt x="1062038" y="0"/>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615143"/>
          </a:solidFill>
          <a:ln xmlns:a="http://schemas.openxmlformats.org/drawingml/2006/main" w="0">
            <a:noFill/>
            <a:prstDash val="solid"/>
          </a:ln>
        </p:spPr>
      </p:sp>
      <p:sp>
        <p:nvSpPr>
          <p:cNvPr id="639" name="layout-orange-40-1">
            <a:extLst xmlns:a="http://schemas.openxmlformats.org/drawingml/2006/main">
              <a:ext uri="{FF2B5EF4-FFF2-40B4-BE49-F238E27FC236}">
                <a16:creationId xmlns:a16="http://schemas.microsoft.com/office/drawing/2014/main" id="{8AF7E51E-BDE9-4FCC-88D5-3D7EB5DA5460}"/>
              </a:ext>
            </a:extLst>
          </p:cNvPr>
          <p:cNvSpPr>
            <a:spLocks xmlns:a="http://schemas.openxmlformats.org/drawingml/2006/main" noGrp="1"/>
          </p:cNvSpPr>
          <p:nvPr/>
        </p:nvSpPr>
        <p:spPr>
          <a:xfrm xmlns:a="http://schemas.openxmlformats.org/drawingml/2006/main" rot="0">
            <a:off x="2171700" y="3552825"/>
            <a:ext cx="447675" cy="95250"/>
          </a:xfrm>
          <a:custGeom xmlns:a="http://schemas.openxmlformats.org/drawingml/2006/main">
            <a:pathLst>
              <a:path w="447675" h="95250">
                <a:moveTo>
                  <a:pt x="123825" y="4763"/>
                </a:move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4313" y="9525"/>
                </a:lnTo>
                <a:lnTo>
                  <a:pt x="204788" y="9525"/>
                </a:lnTo>
                <a:lnTo>
                  <a:pt x="200025" y="14288"/>
                </a:lnTo>
                <a:lnTo>
                  <a:pt x="200025" y="23813"/>
                </a:lnTo>
                <a:lnTo>
                  <a:pt x="195263" y="28575"/>
                </a:lnTo>
                <a:lnTo>
                  <a:pt x="190500" y="33338"/>
                </a:lnTo>
                <a:lnTo>
                  <a:pt x="190500" y="42863"/>
                </a:lnTo>
                <a:lnTo>
                  <a:pt x="190500" y="52388"/>
                </a:lnTo>
                <a:lnTo>
                  <a:pt x="195263" y="57150"/>
                </a:lnTo>
                <a:lnTo>
                  <a:pt x="200025" y="61913"/>
                </a:lnTo>
                <a:lnTo>
                  <a:pt x="204788" y="66675"/>
                </a:lnTo>
                <a:lnTo>
                  <a:pt x="209550" y="71438"/>
                </a:lnTo>
                <a:lnTo>
                  <a:pt x="214313" y="76200"/>
                </a:lnTo>
                <a:lnTo>
                  <a:pt x="223838" y="76200"/>
                </a:lnTo>
                <a:lnTo>
                  <a:pt x="233363" y="76200"/>
                </a:lnTo>
                <a:lnTo>
                  <a:pt x="242888" y="76200"/>
                </a:lnTo>
                <a:lnTo>
                  <a:pt x="252413" y="76200"/>
                </a:lnTo>
                <a:lnTo>
                  <a:pt x="257175" y="71438"/>
                </a:lnTo>
                <a:lnTo>
                  <a:pt x="261938" y="66675"/>
                </a:lnTo>
                <a:lnTo>
                  <a:pt x="266700" y="61913"/>
                </a:lnTo>
                <a:lnTo>
                  <a:pt x="271463" y="57150"/>
                </a:lnTo>
                <a:lnTo>
                  <a:pt x="276225" y="52388"/>
                </a:lnTo>
                <a:lnTo>
                  <a:pt x="276225" y="42863"/>
                </a:lnTo>
                <a:lnTo>
                  <a:pt x="276225" y="33338"/>
                </a:lnTo>
                <a:lnTo>
                  <a:pt x="271463" y="28575"/>
                </a:lnTo>
                <a:lnTo>
                  <a:pt x="266700" y="23813"/>
                </a:lnTo>
                <a:lnTo>
                  <a:pt x="266700" y="14288"/>
                </a:lnTo>
                <a:lnTo>
                  <a:pt x="261938" y="9525"/>
                </a:lnTo>
                <a:lnTo>
                  <a:pt x="252413" y="9525"/>
                </a:lnTo>
                <a:lnTo>
                  <a:pt x="247650" y="4763"/>
                </a:ln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7188" y="9525"/>
                </a:lnTo>
                <a:lnTo>
                  <a:pt x="366713" y="9525"/>
                </a:lnTo>
                <a:lnTo>
                  <a:pt x="376238" y="9525"/>
                </a:lnTo>
                <a:lnTo>
                  <a:pt x="381000" y="14288"/>
                </a:lnTo>
                <a:lnTo>
                  <a:pt x="385763" y="19050"/>
                </a:lnTo>
                <a:lnTo>
                  <a:pt x="395288" y="19050"/>
                </a:lnTo>
                <a:lnTo>
                  <a:pt x="404813" y="19050"/>
                </a:lnTo>
                <a:lnTo>
                  <a:pt x="414338" y="19050"/>
                </a:lnTo>
                <a:lnTo>
                  <a:pt x="419100" y="23813"/>
                </a:lnTo>
                <a:lnTo>
                  <a:pt x="423863" y="28575"/>
                </a:lnTo>
                <a:lnTo>
                  <a:pt x="433388" y="28575"/>
                </a:lnTo>
                <a:lnTo>
                  <a:pt x="438150" y="33338"/>
                </a:lnTo>
                <a:lnTo>
                  <a:pt x="442913" y="38100"/>
                </a:lnTo>
                <a:lnTo>
                  <a:pt x="447675" y="42863"/>
                </a:lnTo>
                <a:lnTo>
                  <a:pt x="447675" y="52388"/>
                </a:lnTo>
                <a:lnTo>
                  <a:pt x="442913" y="57150"/>
                </a:lnTo>
                <a:lnTo>
                  <a:pt x="438150" y="61913"/>
                </a:lnTo>
                <a:lnTo>
                  <a:pt x="433388" y="66675"/>
                </a:lnTo>
                <a:lnTo>
                  <a:pt x="423863" y="66675"/>
                </a:lnTo>
                <a:lnTo>
                  <a:pt x="419100" y="71438"/>
                </a:lnTo>
                <a:lnTo>
                  <a:pt x="414338" y="76200"/>
                </a:lnTo>
                <a:lnTo>
                  <a:pt x="404813" y="76200"/>
                </a:lnTo>
                <a:lnTo>
                  <a:pt x="395288" y="76200"/>
                </a:lnTo>
                <a:lnTo>
                  <a:pt x="385763" y="76200"/>
                </a:lnTo>
                <a:lnTo>
                  <a:pt x="381000" y="80963"/>
                </a:lnTo>
                <a:lnTo>
                  <a:pt x="376238" y="85725"/>
                </a:lnTo>
                <a:lnTo>
                  <a:pt x="366713" y="85725"/>
                </a:lnTo>
                <a:lnTo>
                  <a:pt x="357188" y="85725"/>
                </a:lnTo>
                <a:lnTo>
                  <a:pt x="347663" y="85725"/>
                </a:lnTo>
                <a:lnTo>
                  <a:pt x="338138" y="85725"/>
                </a:lnTo>
                <a:lnTo>
                  <a:pt x="328613" y="85725"/>
                </a:lnTo>
                <a:lnTo>
                  <a:pt x="319088" y="85725"/>
                </a:lnTo>
                <a:lnTo>
                  <a:pt x="309563" y="85725"/>
                </a:lnTo>
                <a:lnTo>
                  <a:pt x="304800" y="90488"/>
                </a:lnTo>
                <a:lnTo>
                  <a:pt x="300038" y="95250"/>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42875" y="90488"/>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9525" y="52388"/>
                </a:lnTo>
                <a:lnTo>
                  <a:pt x="4763" y="47625"/>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615143"/>
          </a:solidFill>
          <a:ln xmlns:a="http://schemas.openxmlformats.org/drawingml/2006/main" w="0">
            <a:noFill/>
            <a:prstDash val="solid"/>
          </a:ln>
        </p:spPr>
      </p:sp>
      <p:sp>
        <p:nvSpPr>
          <p:cNvPr id="640" name="layout-orange-45-0">
            <a:extLst xmlns:a="http://schemas.openxmlformats.org/drawingml/2006/main">
              <a:ext uri="{FF2B5EF4-FFF2-40B4-BE49-F238E27FC236}">
                <a16:creationId xmlns:a16="http://schemas.microsoft.com/office/drawing/2014/main" id="{68ED8427-A648-4E48-925B-3FDE3FC03367}"/>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0" y="4763"/>
                </a:moveTo>
                <a:lnTo>
                  <a:pt x="4763" y="0"/>
                </a:lnTo>
                <a:lnTo>
                  <a:pt x="14288" y="0"/>
                </a:lnTo>
                <a:lnTo>
                  <a:pt x="23813" y="0"/>
                </a:lnTo>
                <a:lnTo>
                  <a:pt x="33338" y="0"/>
                </a:lnTo>
                <a:lnTo>
                  <a:pt x="42863" y="0"/>
                </a:lnTo>
                <a:lnTo>
                  <a:pt x="52388" y="0"/>
                </a:lnTo>
                <a:lnTo>
                  <a:pt x="61913" y="0"/>
                </a:lnTo>
                <a:lnTo>
                  <a:pt x="71438" y="0"/>
                </a:lnTo>
                <a:lnTo>
                  <a:pt x="76200" y="4763"/>
                </a:lnTo>
                <a:lnTo>
                  <a:pt x="80963" y="9525"/>
                </a:lnTo>
                <a:lnTo>
                  <a:pt x="85725" y="14288"/>
                </a:lnTo>
                <a:lnTo>
                  <a:pt x="90488" y="19050"/>
                </a:lnTo>
                <a:lnTo>
                  <a:pt x="100013" y="19050"/>
                </a:lnTo>
                <a:lnTo>
                  <a:pt x="104775" y="23813"/>
                </a:lnTo>
                <a:lnTo>
                  <a:pt x="109538" y="28575"/>
                </a:lnTo>
                <a:lnTo>
                  <a:pt x="114300" y="33338"/>
                </a:lnTo>
                <a:lnTo>
                  <a:pt x="119063" y="38100"/>
                </a:lnTo>
                <a:lnTo>
                  <a:pt x="123825" y="42863"/>
                </a:lnTo>
                <a:lnTo>
                  <a:pt x="128588" y="47625"/>
                </a:lnTo>
                <a:lnTo>
                  <a:pt x="138113" y="47625"/>
                </a:lnTo>
                <a:lnTo>
                  <a:pt x="142875" y="52388"/>
                </a:lnTo>
                <a:lnTo>
                  <a:pt x="147638" y="57150"/>
                </a:lnTo>
                <a:lnTo>
                  <a:pt x="152400" y="61913"/>
                </a:lnTo>
                <a:lnTo>
                  <a:pt x="157163" y="66675"/>
                </a:lnTo>
                <a:lnTo>
                  <a:pt x="161925" y="71438"/>
                </a:lnTo>
                <a:lnTo>
                  <a:pt x="166688" y="76200"/>
                </a:lnTo>
                <a:lnTo>
                  <a:pt x="176213" y="76200"/>
                </a:lnTo>
                <a:lnTo>
                  <a:pt x="180975" y="80963"/>
                </a:lnTo>
                <a:lnTo>
                  <a:pt x="185738" y="85725"/>
                </a:lnTo>
                <a:lnTo>
                  <a:pt x="190500" y="90488"/>
                </a:lnTo>
                <a:lnTo>
                  <a:pt x="195263" y="95250"/>
                </a:lnTo>
                <a:lnTo>
                  <a:pt x="200025" y="100013"/>
                </a:lnTo>
                <a:lnTo>
                  <a:pt x="204788" y="104775"/>
                </a:lnTo>
                <a:lnTo>
                  <a:pt x="214313" y="104775"/>
                </a:lnTo>
                <a:lnTo>
                  <a:pt x="219075" y="109538"/>
                </a:lnTo>
                <a:lnTo>
                  <a:pt x="223838" y="114300"/>
                </a:lnTo>
                <a:lnTo>
                  <a:pt x="228600" y="119063"/>
                </a:lnTo>
                <a:lnTo>
                  <a:pt x="233363" y="123825"/>
                </a:lnTo>
                <a:lnTo>
                  <a:pt x="238125" y="128588"/>
                </a:lnTo>
                <a:lnTo>
                  <a:pt x="242888" y="133350"/>
                </a:lnTo>
                <a:lnTo>
                  <a:pt x="247650" y="138113"/>
                </a:lnTo>
                <a:lnTo>
                  <a:pt x="252413" y="142875"/>
                </a:lnTo>
                <a:lnTo>
                  <a:pt x="261938" y="142875"/>
                </a:lnTo>
                <a:lnTo>
                  <a:pt x="266700" y="147638"/>
                </a:lnTo>
                <a:lnTo>
                  <a:pt x="261938" y="152400"/>
                </a:lnTo>
                <a:lnTo>
                  <a:pt x="257175" y="157163"/>
                </a:lnTo>
                <a:lnTo>
                  <a:pt x="257175" y="166688"/>
                </a:lnTo>
                <a:lnTo>
                  <a:pt x="261938" y="171450"/>
                </a:lnTo>
                <a:lnTo>
                  <a:pt x="271463" y="171450"/>
                </a:lnTo>
                <a:lnTo>
                  <a:pt x="280988" y="171450"/>
                </a:lnTo>
                <a:lnTo>
                  <a:pt x="285750" y="176213"/>
                </a:lnTo>
                <a:lnTo>
                  <a:pt x="285750" y="185738"/>
                </a:lnTo>
                <a:lnTo>
                  <a:pt x="280988" y="190500"/>
                </a:lnTo>
                <a:lnTo>
                  <a:pt x="271463" y="190500"/>
                </a:lnTo>
                <a:lnTo>
                  <a:pt x="261938" y="190500"/>
                </a:lnTo>
                <a:lnTo>
                  <a:pt x="257175" y="195263"/>
                </a:lnTo>
                <a:lnTo>
                  <a:pt x="252413" y="200025"/>
                </a:lnTo>
                <a:lnTo>
                  <a:pt x="242888" y="200025"/>
                </a:lnTo>
                <a:lnTo>
                  <a:pt x="238125" y="204788"/>
                </a:lnTo>
                <a:lnTo>
                  <a:pt x="233363" y="209550"/>
                </a:lnTo>
                <a:lnTo>
                  <a:pt x="228600" y="214313"/>
                </a:lnTo>
                <a:lnTo>
                  <a:pt x="223838" y="219075"/>
                </a:lnTo>
                <a:lnTo>
                  <a:pt x="219075" y="223838"/>
                </a:lnTo>
                <a:lnTo>
                  <a:pt x="219075" y="233363"/>
                </a:lnTo>
                <a:lnTo>
                  <a:pt x="223838" y="238125"/>
                </a:lnTo>
                <a:lnTo>
                  <a:pt x="228600" y="242888"/>
                </a:lnTo>
                <a:lnTo>
                  <a:pt x="233363" y="247650"/>
                </a:lnTo>
                <a:lnTo>
                  <a:pt x="238125" y="252413"/>
                </a:lnTo>
                <a:lnTo>
                  <a:pt x="242888" y="257175"/>
                </a:lnTo>
                <a:lnTo>
                  <a:pt x="252413" y="257175"/>
                </a:lnTo>
                <a:lnTo>
                  <a:pt x="257175" y="261938"/>
                </a:lnTo>
                <a:lnTo>
                  <a:pt x="261938" y="266700"/>
                </a:lnTo>
                <a:lnTo>
                  <a:pt x="271463" y="266700"/>
                </a:lnTo>
                <a:lnTo>
                  <a:pt x="280988" y="266700"/>
                </a:lnTo>
                <a:lnTo>
                  <a:pt x="285750" y="271463"/>
                </a:lnTo>
                <a:lnTo>
                  <a:pt x="290513" y="276225"/>
                </a:lnTo>
                <a:lnTo>
                  <a:pt x="300038" y="276225"/>
                </a:lnTo>
                <a:lnTo>
                  <a:pt x="309563" y="276225"/>
                </a:lnTo>
                <a:lnTo>
                  <a:pt x="319088" y="276225"/>
                </a:lnTo>
                <a:lnTo>
                  <a:pt x="328613" y="276225"/>
                </a:lnTo>
                <a:lnTo>
                  <a:pt x="333375" y="280988"/>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85788" y="180975"/>
                </a:lnTo>
                <a:lnTo>
                  <a:pt x="581025" y="176213"/>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0538" y="171450"/>
                </a:lnTo>
                <a:lnTo>
                  <a:pt x="481013" y="171450"/>
                </a:lnTo>
                <a:lnTo>
                  <a:pt x="471488" y="171450"/>
                </a:lnTo>
                <a:lnTo>
                  <a:pt x="461963" y="171450"/>
                </a:lnTo>
                <a:lnTo>
                  <a:pt x="452438" y="171450"/>
                </a:lnTo>
                <a:lnTo>
                  <a:pt x="442913" y="171450"/>
                </a:lnTo>
                <a:lnTo>
                  <a:pt x="433388" y="171450"/>
                </a:lnTo>
                <a:lnTo>
                  <a:pt x="423863" y="171450"/>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33375" y="176213"/>
                </a:lnTo>
                <a:lnTo>
                  <a:pt x="328613" y="180975"/>
                </a:lnTo>
                <a:lnTo>
                  <a:pt x="323850" y="176213"/>
                </a:lnTo>
                <a:lnTo>
                  <a:pt x="319088" y="171450"/>
                </a:lnTo>
                <a:lnTo>
                  <a:pt x="314325" y="166688"/>
                </a:lnTo>
                <a:lnTo>
                  <a:pt x="309563" y="161925"/>
                </a:lnTo>
                <a:lnTo>
                  <a:pt x="304800" y="157163"/>
                </a:lnTo>
                <a:lnTo>
                  <a:pt x="304800" y="147638"/>
                </a:lnTo>
                <a:lnTo>
                  <a:pt x="300038" y="142875"/>
                </a:lnTo>
                <a:lnTo>
                  <a:pt x="295275" y="138113"/>
                </a:lnTo>
                <a:lnTo>
                  <a:pt x="290513" y="133350"/>
                </a:lnTo>
                <a:lnTo>
                  <a:pt x="280988" y="133350"/>
                </a:lnTo>
                <a:lnTo>
                  <a:pt x="276225" y="138113"/>
                </a:lnTo>
                <a:lnTo>
                  <a:pt x="271463" y="142875"/>
                </a:lnTo>
                <a:lnTo>
                  <a:pt x="266700" y="138113"/>
                </a:lnTo>
                <a:lnTo>
                  <a:pt x="261938" y="133350"/>
                </a:lnTo>
                <a:lnTo>
                  <a:pt x="257175" y="128588"/>
                </a:lnTo>
                <a:lnTo>
                  <a:pt x="252413" y="123825"/>
                </a:lnTo>
                <a:lnTo>
                  <a:pt x="247650" y="119063"/>
                </a:lnTo>
                <a:lnTo>
                  <a:pt x="242888" y="114300"/>
                </a:lnTo>
                <a:lnTo>
                  <a:pt x="233363" y="114300"/>
                </a:lnTo>
                <a:lnTo>
                  <a:pt x="228600" y="109538"/>
                </a:lnTo>
                <a:lnTo>
                  <a:pt x="223838" y="104775"/>
                </a:lnTo>
                <a:lnTo>
                  <a:pt x="219075" y="100013"/>
                </a:lnTo>
                <a:lnTo>
                  <a:pt x="214313" y="95250"/>
                </a:lnTo>
                <a:lnTo>
                  <a:pt x="209550" y="90488"/>
                </a:lnTo>
                <a:lnTo>
                  <a:pt x="204788" y="85725"/>
                </a:lnTo>
                <a:lnTo>
                  <a:pt x="195263" y="85725"/>
                </a:lnTo>
                <a:lnTo>
                  <a:pt x="190500" y="80963"/>
                </a:lnTo>
                <a:lnTo>
                  <a:pt x="185738" y="76200"/>
                </a:lnTo>
                <a:lnTo>
                  <a:pt x="180975" y="71438"/>
                </a:lnTo>
                <a:lnTo>
                  <a:pt x="176213" y="66675"/>
                </a:lnTo>
                <a:lnTo>
                  <a:pt x="171450" y="61913"/>
                </a:lnTo>
                <a:lnTo>
                  <a:pt x="166688" y="57150"/>
                </a:lnTo>
                <a:lnTo>
                  <a:pt x="157163" y="57150"/>
                </a:lnTo>
                <a:lnTo>
                  <a:pt x="152400" y="52388"/>
                </a:lnTo>
                <a:lnTo>
                  <a:pt x="147638" y="47625"/>
                </a:lnTo>
                <a:lnTo>
                  <a:pt x="142875" y="42863"/>
                </a:lnTo>
                <a:lnTo>
                  <a:pt x="138113" y="38100"/>
                </a:lnTo>
                <a:lnTo>
                  <a:pt x="133350" y="33338"/>
                </a:lnTo>
                <a:lnTo>
                  <a:pt x="128588" y="28575"/>
                </a:lnTo>
                <a:lnTo>
                  <a:pt x="119063" y="28575"/>
                </a:lnTo>
                <a:lnTo>
                  <a:pt x="114300" y="23813"/>
                </a:lnTo>
                <a:lnTo>
                  <a:pt x="109538" y="19050"/>
                </a:lnTo>
                <a:lnTo>
                  <a:pt x="104775" y="14288"/>
                </a:lnTo>
                <a:lnTo>
                  <a:pt x="100013" y="9525"/>
                </a:lnTo>
                <a:lnTo>
                  <a:pt x="95250" y="4763"/>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42988" y="0"/>
                </a:lnTo>
                <a:lnTo>
                  <a:pt x="1052513" y="0"/>
                </a:lnTo>
                <a:lnTo>
                  <a:pt x="1062038" y="0"/>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6F5B49"/>
          </a:solidFill>
          <a:ln xmlns:a="http://schemas.openxmlformats.org/drawingml/2006/main" w="0">
            <a:noFill/>
            <a:prstDash val="solid"/>
          </a:ln>
        </p:spPr>
      </p:sp>
      <p:sp>
        <p:nvSpPr>
          <p:cNvPr id="641" name="layout-orange-45-1">
            <a:extLst xmlns:a="http://schemas.openxmlformats.org/drawingml/2006/main">
              <a:ext uri="{FF2B5EF4-FFF2-40B4-BE49-F238E27FC236}">
                <a16:creationId xmlns:a16="http://schemas.microsoft.com/office/drawing/2014/main" id="{DC3631CF-69B7-4F17-B0EA-A74AA94F84FD}"/>
              </a:ext>
            </a:extLst>
          </p:cNvPr>
          <p:cNvSpPr>
            <a:spLocks xmlns:a="http://schemas.openxmlformats.org/drawingml/2006/main" noGrp="1"/>
          </p:cNvSpPr>
          <p:nvPr/>
        </p:nvSpPr>
        <p:spPr>
          <a:xfrm xmlns:a="http://schemas.openxmlformats.org/drawingml/2006/main" rot="0">
            <a:off x="2171700" y="3552825"/>
            <a:ext cx="447675" cy="95250"/>
          </a:xfrm>
          <a:custGeom xmlns:a="http://schemas.openxmlformats.org/drawingml/2006/main">
            <a:pathLst>
              <a:path w="447675" h="95250">
                <a:moveTo>
                  <a:pt x="123825" y="4763"/>
                </a:move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4313" y="9525"/>
                </a:lnTo>
                <a:lnTo>
                  <a:pt x="204788" y="9525"/>
                </a:lnTo>
                <a:lnTo>
                  <a:pt x="200025" y="14288"/>
                </a:lnTo>
                <a:lnTo>
                  <a:pt x="200025" y="23813"/>
                </a:lnTo>
                <a:lnTo>
                  <a:pt x="195263" y="28575"/>
                </a:lnTo>
                <a:lnTo>
                  <a:pt x="190500" y="33338"/>
                </a:lnTo>
                <a:lnTo>
                  <a:pt x="190500" y="42863"/>
                </a:lnTo>
                <a:lnTo>
                  <a:pt x="190500" y="52388"/>
                </a:lnTo>
                <a:lnTo>
                  <a:pt x="195263" y="57150"/>
                </a:lnTo>
                <a:lnTo>
                  <a:pt x="200025" y="61913"/>
                </a:lnTo>
                <a:lnTo>
                  <a:pt x="204788" y="66675"/>
                </a:lnTo>
                <a:lnTo>
                  <a:pt x="209550" y="71438"/>
                </a:lnTo>
                <a:lnTo>
                  <a:pt x="214313" y="76200"/>
                </a:lnTo>
                <a:lnTo>
                  <a:pt x="223838" y="76200"/>
                </a:lnTo>
                <a:lnTo>
                  <a:pt x="233363" y="76200"/>
                </a:lnTo>
                <a:lnTo>
                  <a:pt x="242888" y="76200"/>
                </a:lnTo>
                <a:lnTo>
                  <a:pt x="252413" y="76200"/>
                </a:lnTo>
                <a:lnTo>
                  <a:pt x="257175" y="71438"/>
                </a:lnTo>
                <a:lnTo>
                  <a:pt x="261938" y="66675"/>
                </a:lnTo>
                <a:lnTo>
                  <a:pt x="266700" y="61913"/>
                </a:lnTo>
                <a:lnTo>
                  <a:pt x="271463" y="57150"/>
                </a:lnTo>
                <a:lnTo>
                  <a:pt x="276225" y="52388"/>
                </a:lnTo>
                <a:lnTo>
                  <a:pt x="276225" y="42863"/>
                </a:lnTo>
                <a:lnTo>
                  <a:pt x="276225" y="33338"/>
                </a:lnTo>
                <a:lnTo>
                  <a:pt x="271463" y="28575"/>
                </a:lnTo>
                <a:lnTo>
                  <a:pt x="266700" y="23813"/>
                </a:lnTo>
                <a:lnTo>
                  <a:pt x="266700" y="14288"/>
                </a:lnTo>
                <a:lnTo>
                  <a:pt x="261938" y="9525"/>
                </a:lnTo>
                <a:lnTo>
                  <a:pt x="252413" y="9525"/>
                </a:lnTo>
                <a:lnTo>
                  <a:pt x="247650" y="4763"/>
                </a:ln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7188" y="9525"/>
                </a:lnTo>
                <a:lnTo>
                  <a:pt x="366713" y="9525"/>
                </a:lnTo>
                <a:lnTo>
                  <a:pt x="376238" y="9525"/>
                </a:lnTo>
                <a:lnTo>
                  <a:pt x="381000" y="14288"/>
                </a:lnTo>
                <a:lnTo>
                  <a:pt x="385763" y="19050"/>
                </a:lnTo>
                <a:lnTo>
                  <a:pt x="395288" y="19050"/>
                </a:lnTo>
                <a:lnTo>
                  <a:pt x="404813" y="19050"/>
                </a:lnTo>
                <a:lnTo>
                  <a:pt x="414338" y="19050"/>
                </a:lnTo>
                <a:lnTo>
                  <a:pt x="419100" y="23813"/>
                </a:lnTo>
                <a:lnTo>
                  <a:pt x="423863" y="28575"/>
                </a:lnTo>
                <a:lnTo>
                  <a:pt x="433388" y="28575"/>
                </a:lnTo>
                <a:lnTo>
                  <a:pt x="438150" y="33338"/>
                </a:lnTo>
                <a:lnTo>
                  <a:pt x="442913" y="38100"/>
                </a:lnTo>
                <a:lnTo>
                  <a:pt x="447675" y="42863"/>
                </a:lnTo>
                <a:lnTo>
                  <a:pt x="447675" y="52388"/>
                </a:lnTo>
                <a:lnTo>
                  <a:pt x="442913" y="57150"/>
                </a:lnTo>
                <a:lnTo>
                  <a:pt x="438150" y="61913"/>
                </a:lnTo>
                <a:lnTo>
                  <a:pt x="433388" y="66675"/>
                </a:lnTo>
                <a:lnTo>
                  <a:pt x="423863" y="66675"/>
                </a:lnTo>
                <a:lnTo>
                  <a:pt x="419100" y="71438"/>
                </a:lnTo>
                <a:lnTo>
                  <a:pt x="414338" y="76200"/>
                </a:lnTo>
                <a:lnTo>
                  <a:pt x="404813" y="76200"/>
                </a:lnTo>
                <a:lnTo>
                  <a:pt x="395288" y="76200"/>
                </a:lnTo>
                <a:lnTo>
                  <a:pt x="385763" y="76200"/>
                </a:lnTo>
                <a:lnTo>
                  <a:pt x="381000" y="80963"/>
                </a:lnTo>
                <a:lnTo>
                  <a:pt x="376238" y="85725"/>
                </a:lnTo>
                <a:lnTo>
                  <a:pt x="366713" y="85725"/>
                </a:lnTo>
                <a:lnTo>
                  <a:pt x="357188" y="85725"/>
                </a:lnTo>
                <a:lnTo>
                  <a:pt x="347663" y="85725"/>
                </a:lnTo>
                <a:lnTo>
                  <a:pt x="338138" y="85725"/>
                </a:lnTo>
                <a:lnTo>
                  <a:pt x="328613" y="85725"/>
                </a:lnTo>
                <a:lnTo>
                  <a:pt x="319088" y="85725"/>
                </a:lnTo>
                <a:lnTo>
                  <a:pt x="309563" y="85725"/>
                </a:lnTo>
                <a:lnTo>
                  <a:pt x="304800" y="90488"/>
                </a:lnTo>
                <a:lnTo>
                  <a:pt x="300038" y="95250"/>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42875" y="90488"/>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9525" y="52388"/>
                </a:lnTo>
                <a:lnTo>
                  <a:pt x="4763" y="47625"/>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6F5B49"/>
          </a:solidFill>
          <a:ln xmlns:a="http://schemas.openxmlformats.org/drawingml/2006/main" w="0">
            <a:noFill/>
            <a:prstDash val="solid"/>
          </a:ln>
        </p:spPr>
      </p:sp>
      <p:sp>
        <p:nvSpPr>
          <p:cNvPr id="642" name="layout-orange-49-0">
            <a:extLst xmlns:a="http://schemas.openxmlformats.org/drawingml/2006/main">
              <a:ext uri="{FF2B5EF4-FFF2-40B4-BE49-F238E27FC236}">
                <a16:creationId xmlns:a16="http://schemas.microsoft.com/office/drawing/2014/main" id="{6CD2C2C6-E91D-476C-BDA9-C212FDCFF2A4}"/>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0" y="4763"/>
                </a:moveTo>
                <a:lnTo>
                  <a:pt x="4763" y="0"/>
                </a:lnTo>
                <a:lnTo>
                  <a:pt x="14288" y="0"/>
                </a:lnTo>
                <a:lnTo>
                  <a:pt x="23813" y="0"/>
                </a:lnTo>
                <a:lnTo>
                  <a:pt x="33338" y="0"/>
                </a:lnTo>
                <a:lnTo>
                  <a:pt x="42863" y="0"/>
                </a:lnTo>
                <a:lnTo>
                  <a:pt x="52388" y="0"/>
                </a:lnTo>
                <a:lnTo>
                  <a:pt x="61913" y="0"/>
                </a:lnTo>
                <a:lnTo>
                  <a:pt x="71438" y="0"/>
                </a:lnTo>
                <a:lnTo>
                  <a:pt x="76200" y="4763"/>
                </a:lnTo>
                <a:lnTo>
                  <a:pt x="80963" y="9525"/>
                </a:lnTo>
                <a:lnTo>
                  <a:pt x="85725" y="14288"/>
                </a:lnTo>
                <a:lnTo>
                  <a:pt x="90488" y="19050"/>
                </a:lnTo>
                <a:lnTo>
                  <a:pt x="100013" y="19050"/>
                </a:lnTo>
                <a:lnTo>
                  <a:pt x="104775" y="23813"/>
                </a:lnTo>
                <a:lnTo>
                  <a:pt x="109538" y="28575"/>
                </a:lnTo>
                <a:lnTo>
                  <a:pt x="114300" y="33338"/>
                </a:lnTo>
                <a:lnTo>
                  <a:pt x="119063" y="38100"/>
                </a:lnTo>
                <a:lnTo>
                  <a:pt x="123825" y="42863"/>
                </a:lnTo>
                <a:lnTo>
                  <a:pt x="128588" y="47625"/>
                </a:lnTo>
                <a:lnTo>
                  <a:pt x="138113" y="47625"/>
                </a:lnTo>
                <a:lnTo>
                  <a:pt x="142875" y="52388"/>
                </a:lnTo>
                <a:lnTo>
                  <a:pt x="147638" y="57150"/>
                </a:lnTo>
                <a:lnTo>
                  <a:pt x="152400" y="61913"/>
                </a:lnTo>
                <a:lnTo>
                  <a:pt x="157163" y="66675"/>
                </a:lnTo>
                <a:lnTo>
                  <a:pt x="161925" y="71438"/>
                </a:lnTo>
                <a:lnTo>
                  <a:pt x="166688" y="76200"/>
                </a:lnTo>
                <a:lnTo>
                  <a:pt x="176213" y="76200"/>
                </a:lnTo>
                <a:lnTo>
                  <a:pt x="180975" y="80963"/>
                </a:lnTo>
                <a:lnTo>
                  <a:pt x="185738" y="85725"/>
                </a:lnTo>
                <a:lnTo>
                  <a:pt x="190500" y="90488"/>
                </a:lnTo>
                <a:lnTo>
                  <a:pt x="195263" y="95250"/>
                </a:lnTo>
                <a:lnTo>
                  <a:pt x="200025" y="100013"/>
                </a:lnTo>
                <a:lnTo>
                  <a:pt x="204788" y="104775"/>
                </a:lnTo>
                <a:lnTo>
                  <a:pt x="214313" y="104775"/>
                </a:lnTo>
                <a:lnTo>
                  <a:pt x="219075" y="109538"/>
                </a:lnTo>
                <a:lnTo>
                  <a:pt x="223838" y="114300"/>
                </a:lnTo>
                <a:lnTo>
                  <a:pt x="228600" y="119063"/>
                </a:lnTo>
                <a:lnTo>
                  <a:pt x="233363" y="123825"/>
                </a:lnTo>
                <a:lnTo>
                  <a:pt x="238125" y="128588"/>
                </a:lnTo>
                <a:lnTo>
                  <a:pt x="242888" y="133350"/>
                </a:lnTo>
                <a:lnTo>
                  <a:pt x="247650" y="138113"/>
                </a:lnTo>
                <a:lnTo>
                  <a:pt x="252413" y="142875"/>
                </a:lnTo>
                <a:lnTo>
                  <a:pt x="261938" y="142875"/>
                </a:lnTo>
                <a:lnTo>
                  <a:pt x="266700" y="147638"/>
                </a:lnTo>
                <a:lnTo>
                  <a:pt x="261938" y="152400"/>
                </a:lnTo>
                <a:lnTo>
                  <a:pt x="257175" y="157163"/>
                </a:lnTo>
                <a:lnTo>
                  <a:pt x="257175" y="166688"/>
                </a:lnTo>
                <a:lnTo>
                  <a:pt x="261938" y="171450"/>
                </a:lnTo>
                <a:lnTo>
                  <a:pt x="271463" y="171450"/>
                </a:lnTo>
                <a:lnTo>
                  <a:pt x="280988" y="171450"/>
                </a:lnTo>
                <a:lnTo>
                  <a:pt x="285750" y="176213"/>
                </a:lnTo>
                <a:lnTo>
                  <a:pt x="285750" y="185738"/>
                </a:lnTo>
                <a:lnTo>
                  <a:pt x="280988" y="190500"/>
                </a:lnTo>
                <a:lnTo>
                  <a:pt x="271463" y="190500"/>
                </a:lnTo>
                <a:lnTo>
                  <a:pt x="261938" y="190500"/>
                </a:lnTo>
                <a:lnTo>
                  <a:pt x="257175" y="195263"/>
                </a:lnTo>
                <a:lnTo>
                  <a:pt x="252413" y="200025"/>
                </a:lnTo>
                <a:lnTo>
                  <a:pt x="242888" y="200025"/>
                </a:lnTo>
                <a:lnTo>
                  <a:pt x="238125" y="204788"/>
                </a:lnTo>
                <a:lnTo>
                  <a:pt x="233363" y="209550"/>
                </a:lnTo>
                <a:lnTo>
                  <a:pt x="228600" y="214313"/>
                </a:lnTo>
                <a:lnTo>
                  <a:pt x="223838" y="219075"/>
                </a:lnTo>
                <a:lnTo>
                  <a:pt x="219075" y="223838"/>
                </a:lnTo>
                <a:lnTo>
                  <a:pt x="219075" y="233363"/>
                </a:lnTo>
                <a:lnTo>
                  <a:pt x="223838" y="238125"/>
                </a:lnTo>
                <a:lnTo>
                  <a:pt x="228600" y="242888"/>
                </a:lnTo>
                <a:lnTo>
                  <a:pt x="233363" y="247650"/>
                </a:lnTo>
                <a:lnTo>
                  <a:pt x="238125" y="252413"/>
                </a:lnTo>
                <a:lnTo>
                  <a:pt x="242888" y="257175"/>
                </a:lnTo>
                <a:lnTo>
                  <a:pt x="252413" y="257175"/>
                </a:lnTo>
                <a:lnTo>
                  <a:pt x="257175" y="261938"/>
                </a:lnTo>
                <a:lnTo>
                  <a:pt x="261938" y="266700"/>
                </a:lnTo>
                <a:lnTo>
                  <a:pt x="271463" y="266700"/>
                </a:lnTo>
                <a:lnTo>
                  <a:pt x="280988" y="266700"/>
                </a:lnTo>
                <a:lnTo>
                  <a:pt x="285750" y="271463"/>
                </a:lnTo>
                <a:lnTo>
                  <a:pt x="290513" y="276225"/>
                </a:lnTo>
                <a:lnTo>
                  <a:pt x="300038" y="276225"/>
                </a:lnTo>
                <a:lnTo>
                  <a:pt x="309563" y="276225"/>
                </a:lnTo>
                <a:lnTo>
                  <a:pt x="319088" y="276225"/>
                </a:lnTo>
                <a:lnTo>
                  <a:pt x="328613" y="276225"/>
                </a:lnTo>
                <a:lnTo>
                  <a:pt x="333375" y="280988"/>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85788" y="180975"/>
                </a:lnTo>
                <a:lnTo>
                  <a:pt x="581025" y="176213"/>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0538" y="171450"/>
                </a:lnTo>
                <a:lnTo>
                  <a:pt x="481013" y="171450"/>
                </a:lnTo>
                <a:lnTo>
                  <a:pt x="471488" y="171450"/>
                </a:lnTo>
                <a:lnTo>
                  <a:pt x="461963" y="171450"/>
                </a:lnTo>
                <a:lnTo>
                  <a:pt x="452438" y="171450"/>
                </a:lnTo>
                <a:lnTo>
                  <a:pt x="442913" y="171450"/>
                </a:lnTo>
                <a:lnTo>
                  <a:pt x="433388" y="171450"/>
                </a:lnTo>
                <a:lnTo>
                  <a:pt x="423863" y="171450"/>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33375" y="176213"/>
                </a:lnTo>
                <a:lnTo>
                  <a:pt x="328613" y="180975"/>
                </a:lnTo>
                <a:lnTo>
                  <a:pt x="323850" y="176213"/>
                </a:lnTo>
                <a:lnTo>
                  <a:pt x="319088" y="171450"/>
                </a:lnTo>
                <a:lnTo>
                  <a:pt x="314325" y="166688"/>
                </a:lnTo>
                <a:lnTo>
                  <a:pt x="309563" y="161925"/>
                </a:lnTo>
                <a:lnTo>
                  <a:pt x="304800" y="157163"/>
                </a:lnTo>
                <a:lnTo>
                  <a:pt x="304800" y="147638"/>
                </a:lnTo>
                <a:lnTo>
                  <a:pt x="300038" y="142875"/>
                </a:lnTo>
                <a:lnTo>
                  <a:pt x="295275" y="138113"/>
                </a:lnTo>
                <a:lnTo>
                  <a:pt x="290513" y="133350"/>
                </a:lnTo>
                <a:lnTo>
                  <a:pt x="285750" y="128588"/>
                </a:lnTo>
                <a:lnTo>
                  <a:pt x="280988" y="123825"/>
                </a:lnTo>
                <a:lnTo>
                  <a:pt x="276225" y="128588"/>
                </a:lnTo>
                <a:lnTo>
                  <a:pt x="276225" y="138113"/>
                </a:lnTo>
                <a:lnTo>
                  <a:pt x="271463" y="142875"/>
                </a:lnTo>
                <a:lnTo>
                  <a:pt x="266700" y="138113"/>
                </a:lnTo>
                <a:lnTo>
                  <a:pt x="261938" y="133350"/>
                </a:lnTo>
                <a:lnTo>
                  <a:pt x="257175" y="128588"/>
                </a:lnTo>
                <a:lnTo>
                  <a:pt x="252413" y="123825"/>
                </a:lnTo>
                <a:lnTo>
                  <a:pt x="247650" y="119063"/>
                </a:lnTo>
                <a:lnTo>
                  <a:pt x="242888" y="114300"/>
                </a:lnTo>
                <a:lnTo>
                  <a:pt x="233363" y="114300"/>
                </a:lnTo>
                <a:lnTo>
                  <a:pt x="228600" y="109538"/>
                </a:lnTo>
                <a:lnTo>
                  <a:pt x="223838" y="104775"/>
                </a:lnTo>
                <a:lnTo>
                  <a:pt x="219075" y="100013"/>
                </a:lnTo>
                <a:lnTo>
                  <a:pt x="214313" y="95250"/>
                </a:lnTo>
                <a:lnTo>
                  <a:pt x="209550" y="90488"/>
                </a:lnTo>
                <a:lnTo>
                  <a:pt x="204788" y="85725"/>
                </a:lnTo>
                <a:lnTo>
                  <a:pt x="195263" y="85725"/>
                </a:lnTo>
                <a:lnTo>
                  <a:pt x="190500" y="80963"/>
                </a:lnTo>
                <a:lnTo>
                  <a:pt x="185738" y="76200"/>
                </a:lnTo>
                <a:lnTo>
                  <a:pt x="180975" y="71438"/>
                </a:lnTo>
                <a:lnTo>
                  <a:pt x="176213" y="66675"/>
                </a:lnTo>
                <a:lnTo>
                  <a:pt x="171450" y="61913"/>
                </a:lnTo>
                <a:lnTo>
                  <a:pt x="166688" y="57150"/>
                </a:lnTo>
                <a:lnTo>
                  <a:pt x="157163" y="57150"/>
                </a:lnTo>
                <a:lnTo>
                  <a:pt x="152400" y="52388"/>
                </a:lnTo>
                <a:lnTo>
                  <a:pt x="147638" y="47625"/>
                </a:lnTo>
                <a:lnTo>
                  <a:pt x="142875" y="42863"/>
                </a:lnTo>
                <a:lnTo>
                  <a:pt x="138113" y="38100"/>
                </a:lnTo>
                <a:lnTo>
                  <a:pt x="133350" y="33338"/>
                </a:lnTo>
                <a:lnTo>
                  <a:pt x="128588" y="28575"/>
                </a:lnTo>
                <a:lnTo>
                  <a:pt x="119063" y="28575"/>
                </a:lnTo>
                <a:lnTo>
                  <a:pt x="114300" y="23813"/>
                </a:lnTo>
                <a:lnTo>
                  <a:pt x="109538" y="19050"/>
                </a:lnTo>
                <a:lnTo>
                  <a:pt x="104775" y="14288"/>
                </a:lnTo>
                <a:lnTo>
                  <a:pt x="100013" y="9525"/>
                </a:lnTo>
                <a:lnTo>
                  <a:pt x="95250" y="4763"/>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42988" y="0"/>
                </a:lnTo>
                <a:lnTo>
                  <a:pt x="1052513" y="0"/>
                </a:lnTo>
                <a:lnTo>
                  <a:pt x="1062038" y="0"/>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6F6359"/>
          </a:solidFill>
          <a:ln xmlns:a="http://schemas.openxmlformats.org/drawingml/2006/main" w="0">
            <a:noFill/>
            <a:prstDash val="solid"/>
          </a:ln>
        </p:spPr>
      </p:sp>
      <p:sp>
        <p:nvSpPr>
          <p:cNvPr id="643" name="layout-orange-49-1">
            <a:extLst xmlns:a="http://schemas.openxmlformats.org/drawingml/2006/main">
              <a:ext uri="{FF2B5EF4-FFF2-40B4-BE49-F238E27FC236}">
                <a16:creationId xmlns:a16="http://schemas.microsoft.com/office/drawing/2014/main" id="{29C431DE-2F2D-4194-867A-D14012F1A88C}"/>
              </a:ext>
            </a:extLst>
          </p:cNvPr>
          <p:cNvSpPr>
            <a:spLocks xmlns:a="http://schemas.openxmlformats.org/drawingml/2006/main" noGrp="1"/>
          </p:cNvSpPr>
          <p:nvPr/>
        </p:nvSpPr>
        <p:spPr>
          <a:xfrm xmlns:a="http://schemas.openxmlformats.org/drawingml/2006/main" rot="0">
            <a:off x="2171700" y="3552825"/>
            <a:ext cx="447675" cy="95250"/>
          </a:xfrm>
          <a:custGeom xmlns:a="http://schemas.openxmlformats.org/drawingml/2006/main">
            <a:pathLst>
              <a:path w="447675" h="95250">
                <a:moveTo>
                  <a:pt x="123825" y="4763"/>
                </a:move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4313" y="9525"/>
                </a:lnTo>
                <a:lnTo>
                  <a:pt x="204788" y="9525"/>
                </a:lnTo>
                <a:lnTo>
                  <a:pt x="200025" y="14288"/>
                </a:lnTo>
                <a:lnTo>
                  <a:pt x="200025" y="23813"/>
                </a:lnTo>
                <a:lnTo>
                  <a:pt x="195263" y="28575"/>
                </a:lnTo>
                <a:lnTo>
                  <a:pt x="190500" y="33338"/>
                </a:lnTo>
                <a:lnTo>
                  <a:pt x="190500" y="42863"/>
                </a:lnTo>
                <a:lnTo>
                  <a:pt x="190500" y="52388"/>
                </a:lnTo>
                <a:lnTo>
                  <a:pt x="195263" y="57150"/>
                </a:lnTo>
                <a:lnTo>
                  <a:pt x="200025" y="61913"/>
                </a:lnTo>
                <a:lnTo>
                  <a:pt x="204788" y="66675"/>
                </a:lnTo>
                <a:lnTo>
                  <a:pt x="209550" y="71438"/>
                </a:lnTo>
                <a:lnTo>
                  <a:pt x="214313" y="76200"/>
                </a:lnTo>
                <a:lnTo>
                  <a:pt x="223838" y="76200"/>
                </a:lnTo>
                <a:lnTo>
                  <a:pt x="233363" y="76200"/>
                </a:lnTo>
                <a:lnTo>
                  <a:pt x="242888" y="76200"/>
                </a:lnTo>
                <a:lnTo>
                  <a:pt x="252413" y="76200"/>
                </a:lnTo>
                <a:lnTo>
                  <a:pt x="257175" y="71438"/>
                </a:lnTo>
                <a:lnTo>
                  <a:pt x="261938" y="66675"/>
                </a:lnTo>
                <a:lnTo>
                  <a:pt x="266700" y="61913"/>
                </a:lnTo>
                <a:lnTo>
                  <a:pt x="271463" y="57150"/>
                </a:lnTo>
                <a:lnTo>
                  <a:pt x="276225" y="52388"/>
                </a:lnTo>
                <a:lnTo>
                  <a:pt x="276225" y="42863"/>
                </a:lnTo>
                <a:lnTo>
                  <a:pt x="276225" y="33338"/>
                </a:lnTo>
                <a:lnTo>
                  <a:pt x="271463" y="28575"/>
                </a:lnTo>
                <a:lnTo>
                  <a:pt x="266700" y="23813"/>
                </a:lnTo>
                <a:lnTo>
                  <a:pt x="266700" y="14288"/>
                </a:lnTo>
                <a:lnTo>
                  <a:pt x="261938" y="9525"/>
                </a:lnTo>
                <a:lnTo>
                  <a:pt x="252413" y="9525"/>
                </a:lnTo>
                <a:lnTo>
                  <a:pt x="247650" y="4763"/>
                </a:ln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7188" y="9525"/>
                </a:lnTo>
                <a:lnTo>
                  <a:pt x="366713" y="9525"/>
                </a:lnTo>
                <a:lnTo>
                  <a:pt x="376238" y="9525"/>
                </a:lnTo>
                <a:lnTo>
                  <a:pt x="381000" y="14288"/>
                </a:lnTo>
                <a:lnTo>
                  <a:pt x="385763" y="19050"/>
                </a:lnTo>
                <a:lnTo>
                  <a:pt x="395288" y="19050"/>
                </a:lnTo>
                <a:lnTo>
                  <a:pt x="404813" y="19050"/>
                </a:lnTo>
                <a:lnTo>
                  <a:pt x="414338" y="19050"/>
                </a:lnTo>
                <a:lnTo>
                  <a:pt x="419100" y="23813"/>
                </a:lnTo>
                <a:lnTo>
                  <a:pt x="423863" y="28575"/>
                </a:lnTo>
                <a:lnTo>
                  <a:pt x="433388" y="28575"/>
                </a:lnTo>
                <a:lnTo>
                  <a:pt x="438150" y="33338"/>
                </a:lnTo>
                <a:lnTo>
                  <a:pt x="442913" y="38100"/>
                </a:lnTo>
                <a:lnTo>
                  <a:pt x="447675" y="42863"/>
                </a:lnTo>
                <a:lnTo>
                  <a:pt x="447675" y="52388"/>
                </a:lnTo>
                <a:lnTo>
                  <a:pt x="442913" y="57150"/>
                </a:lnTo>
                <a:lnTo>
                  <a:pt x="438150" y="61913"/>
                </a:lnTo>
                <a:lnTo>
                  <a:pt x="433388" y="66675"/>
                </a:lnTo>
                <a:lnTo>
                  <a:pt x="423863" y="66675"/>
                </a:lnTo>
                <a:lnTo>
                  <a:pt x="419100" y="71438"/>
                </a:lnTo>
                <a:lnTo>
                  <a:pt x="414338" y="76200"/>
                </a:lnTo>
                <a:lnTo>
                  <a:pt x="404813" y="76200"/>
                </a:lnTo>
                <a:lnTo>
                  <a:pt x="395288" y="76200"/>
                </a:lnTo>
                <a:lnTo>
                  <a:pt x="385763" y="76200"/>
                </a:lnTo>
                <a:lnTo>
                  <a:pt x="381000" y="80963"/>
                </a:lnTo>
                <a:lnTo>
                  <a:pt x="376238" y="85725"/>
                </a:lnTo>
                <a:lnTo>
                  <a:pt x="366713" y="85725"/>
                </a:lnTo>
                <a:lnTo>
                  <a:pt x="357188" y="85725"/>
                </a:lnTo>
                <a:lnTo>
                  <a:pt x="347663" y="85725"/>
                </a:lnTo>
                <a:lnTo>
                  <a:pt x="338138" y="85725"/>
                </a:lnTo>
                <a:lnTo>
                  <a:pt x="328613" y="85725"/>
                </a:lnTo>
                <a:lnTo>
                  <a:pt x="319088" y="85725"/>
                </a:lnTo>
                <a:lnTo>
                  <a:pt x="309563" y="85725"/>
                </a:lnTo>
                <a:lnTo>
                  <a:pt x="304800" y="90488"/>
                </a:lnTo>
                <a:lnTo>
                  <a:pt x="300038" y="95250"/>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42875" y="90488"/>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9525" y="52388"/>
                </a:lnTo>
                <a:lnTo>
                  <a:pt x="4763" y="47625"/>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6F6359"/>
          </a:solidFill>
          <a:ln xmlns:a="http://schemas.openxmlformats.org/drawingml/2006/main" w="0">
            <a:noFill/>
            <a:prstDash val="solid"/>
          </a:ln>
        </p:spPr>
      </p:sp>
      <p:sp>
        <p:nvSpPr>
          <p:cNvPr id="644" name="layout-orange-56-0">
            <a:extLst xmlns:a="http://schemas.openxmlformats.org/drawingml/2006/main">
              <a:ext uri="{FF2B5EF4-FFF2-40B4-BE49-F238E27FC236}">
                <a16:creationId xmlns:a16="http://schemas.microsoft.com/office/drawing/2014/main" id="{6594E0E9-2520-4365-881A-8E4F34723722}"/>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0" y="4763"/>
                </a:moveTo>
                <a:lnTo>
                  <a:pt x="4763" y="0"/>
                </a:lnTo>
                <a:lnTo>
                  <a:pt x="14288" y="0"/>
                </a:lnTo>
                <a:lnTo>
                  <a:pt x="23813" y="0"/>
                </a:lnTo>
                <a:lnTo>
                  <a:pt x="33338" y="0"/>
                </a:lnTo>
                <a:lnTo>
                  <a:pt x="42863" y="0"/>
                </a:lnTo>
                <a:lnTo>
                  <a:pt x="52388" y="0"/>
                </a:lnTo>
                <a:lnTo>
                  <a:pt x="61913" y="0"/>
                </a:lnTo>
                <a:lnTo>
                  <a:pt x="71438" y="0"/>
                </a:lnTo>
                <a:lnTo>
                  <a:pt x="76200" y="4763"/>
                </a:lnTo>
                <a:lnTo>
                  <a:pt x="80963" y="9525"/>
                </a:lnTo>
                <a:lnTo>
                  <a:pt x="85725" y="14288"/>
                </a:lnTo>
                <a:lnTo>
                  <a:pt x="90488" y="19050"/>
                </a:lnTo>
                <a:lnTo>
                  <a:pt x="100013" y="19050"/>
                </a:lnTo>
                <a:lnTo>
                  <a:pt x="104775" y="23813"/>
                </a:lnTo>
                <a:lnTo>
                  <a:pt x="109538" y="28575"/>
                </a:lnTo>
                <a:lnTo>
                  <a:pt x="114300" y="33338"/>
                </a:lnTo>
                <a:lnTo>
                  <a:pt x="119063" y="38100"/>
                </a:lnTo>
                <a:lnTo>
                  <a:pt x="123825" y="42863"/>
                </a:lnTo>
                <a:lnTo>
                  <a:pt x="128588" y="47625"/>
                </a:lnTo>
                <a:lnTo>
                  <a:pt x="138113" y="47625"/>
                </a:lnTo>
                <a:lnTo>
                  <a:pt x="142875" y="52388"/>
                </a:lnTo>
                <a:lnTo>
                  <a:pt x="147638" y="57150"/>
                </a:lnTo>
                <a:lnTo>
                  <a:pt x="152400" y="61913"/>
                </a:lnTo>
                <a:lnTo>
                  <a:pt x="157163" y="66675"/>
                </a:lnTo>
                <a:lnTo>
                  <a:pt x="161925" y="71438"/>
                </a:lnTo>
                <a:lnTo>
                  <a:pt x="166688" y="76200"/>
                </a:lnTo>
                <a:lnTo>
                  <a:pt x="176213" y="76200"/>
                </a:lnTo>
                <a:lnTo>
                  <a:pt x="180975" y="80963"/>
                </a:lnTo>
                <a:lnTo>
                  <a:pt x="185738" y="85725"/>
                </a:lnTo>
                <a:lnTo>
                  <a:pt x="190500" y="90488"/>
                </a:lnTo>
                <a:lnTo>
                  <a:pt x="195263" y="95250"/>
                </a:lnTo>
                <a:lnTo>
                  <a:pt x="200025" y="100013"/>
                </a:lnTo>
                <a:lnTo>
                  <a:pt x="204788" y="104775"/>
                </a:lnTo>
                <a:lnTo>
                  <a:pt x="214313" y="104775"/>
                </a:lnTo>
                <a:lnTo>
                  <a:pt x="219075" y="109538"/>
                </a:lnTo>
                <a:lnTo>
                  <a:pt x="223838" y="114300"/>
                </a:lnTo>
                <a:lnTo>
                  <a:pt x="228600" y="119063"/>
                </a:lnTo>
                <a:lnTo>
                  <a:pt x="233363" y="123825"/>
                </a:lnTo>
                <a:lnTo>
                  <a:pt x="238125" y="128588"/>
                </a:lnTo>
                <a:lnTo>
                  <a:pt x="242888" y="133350"/>
                </a:lnTo>
                <a:lnTo>
                  <a:pt x="247650" y="138113"/>
                </a:lnTo>
                <a:lnTo>
                  <a:pt x="252413" y="142875"/>
                </a:lnTo>
                <a:lnTo>
                  <a:pt x="261938" y="142875"/>
                </a:lnTo>
                <a:lnTo>
                  <a:pt x="266700" y="147638"/>
                </a:lnTo>
                <a:lnTo>
                  <a:pt x="261938" y="152400"/>
                </a:lnTo>
                <a:lnTo>
                  <a:pt x="257175" y="157163"/>
                </a:lnTo>
                <a:lnTo>
                  <a:pt x="257175" y="166688"/>
                </a:lnTo>
                <a:lnTo>
                  <a:pt x="261938" y="171450"/>
                </a:lnTo>
                <a:lnTo>
                  <a:pt x="271463" y="171450"/>
                </a:lnTo>
                <a:lnTo>
                  <a:pt x="280988" y="171450"/>
                </a:lnTo>
                <a:lnTo>
                  <a:pt x="285750" y="176213"/>
                </a:lnTo>
                <a:lnTo>
                  <a:pt x="285750" y="185738"/>
                </a:lnTo>
                <a:lnTo>
                  <a:pt x="280988" y="190500"/>
                </a:lnTo>
                <a:lnTo>
                  <a:pt x="271463" y="190500"/>
                </a:lnTo>
                <a:lnTo>
                  <a:pt x="261938" y="190500"/>
                </a:lnTo>
                <a:lnTo>
                  <a:pt x="257175" y="195263"/>
                </a:lnTo>
                <a:lnTo>
                  <a:pt x="252413" y="200025"/>
                </a:lnTo>
                <a:lnTo>
                  <a:pt x="242888" y="200025"/>
                </a:lnTo>
                <a:lnTo>
                  <a:pt x="238125" y="204788"/>
                </a:lnTo>
                <a:lnTo>
                  <a:pt x="233363" y="209550"/>
                </a:lnTo>
                <a:lnTo>
                  <a:pt x="228600" y="214313"/>
                </a:lnTo>
                <a:lnTo>
                  <a:pt x="223838" y="219075"/>
                </a:lnTo>
                <a:lnTo>
                  <a:pt x="219075" y="223838"/>
                </a:lnTo>
                <a:lnTo>
                  <a:pt x="219075" y="233363"/>
                </a:lnTo>
                <a:lnTo>
                  <a:pt x="223838" y="238125"/>
                </a:lnTo>
                <a:lnTo>
                  <a:pt x="228600" y="242888"/>
                </a:lnTo>
                <a:lnTo>
                  <a:pt x="233363" y="247650"/>
                </a:lnTo>
                <a:lnTo>
                  <a:pt x="238125" y="252413"/>
                </a:lnTo>
                <a:lnTo>
                  <a:pt x="242888" y="257175"/>
                </a:lnTo>
                <a:lnTo>
                  <a:pt x="252413" y="257175"/>
                </a:lnTo>
                <a:lnTo>
                  <a:pt x="257175" y="261938"/>
                </a:lnTo>
                <a:lnTo>
                  <a:pt x="261938" y="266700"/>
                </a:lnTo>
                <a:lnTo>
                  <a:pt x="271463" y="266700"/>
                </a:lnTo>
                <a:lnTo>
                  <a:pt x="280988" y="266700"/>
                </a:lnTo>
                <a:lnTo>
                  <a:pt x="285750" y="271463"/>
                </a:lnTo>
                <a:lnTo>
                  <a:pt x="290513" y="276225"/>
                </a:lnTo>
                <a:lnTo>
                  <a:pt x="300038" y="276225"/>
                </a:lnTo>
                <a:lnTo>
                  <a:pt x="309563" y="276225"/>
                </a:lnTo>
                <a:lnTo>
                  <a:pt x="319088" y="276225"/>
                </a:lnTo>
                <a:lnTo>
                  <a:pt x="328613" y="276225"/>
                </a:lnTo>
                <a:lnTo>
                  <a:pt x="333375" y="280988"/>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85788" y="180975"/>
                </a:lnTo>
                <a:lnTo>
                  <a:pt x="581025" y="176213"/>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0538" y="171450"/>
                </a:lnTo>
                <a:lnTo>
                  <a:pt x="481013" y="171450"/>
                </a:lnTo>
                <a:lnTo>
                  <a:pt x="471488" y="171450"/>
                </a:lnTo>
                <a:lnTo>
                  <a:pt x="461963" y="171450"/>
                </a:lnTo>
                <a:lnTo>
                  <a:pt x="452438" y="171450"/>
                </a:lnTo>
                <a:lnTo>
                  <a:pt x="442913" y="171450"/>
                </a:lnTo>
                <a:lnTo>
                  <a:pt x="433388" y="171450"/>
                </a:lnTo>
                <a:lnTo>
                  <a:pt x="423863" y="171450"/>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33375" y="176213"/>
                </a:lnTo>
                <a:lnTo>
                  <a:pt x="328613" y="180975"/>
                </a:lnTo>
                <a:lnTo>
                  <a:pt x="323850" y="176213"/>
                </a:lnTo>
                <a:lnTo>
                  <a:pt x="319088" y="171450"/>
                </a:lnTo>
                <a:lnTo>
                  <a:pt x="314325" y="166688"/>
                </a:lnTo>
                <a:lnTo>
                  <a:pt x="309563" y="161925"/>
                </a:lnTo>
                <a:lnTo>
                  <a:pt x="304800" y="157163"/>
                </a:lnTo>
                <a:lnTo>
                  <a:pt x="304800" y="147638"/>
                </a:lnTo>
                <a:lnTo>
                  <a:pt x="300038" y="142875"/>
                </a:lnTo>
                <a:lnTo>
                  <a:pt x="295275" y="138113"/>
                </a:lnTo>
                <a:lnTo>
                  <a:pt x="290513" y="133350"/>
                </a:lnTo>
                <a:lnTo>
                  <a:pt x="285750" y="128588"/>
                </a:lnTo>
                <a:lnTo>
                  <a:pt x="280988" y="123825"/>
                </a:lnTo>
                <a:lnTo>
                  <a:pt x="276225" y="128588"/>
                </a:lnTo>
                <a:lnTo>
                  <a:pt x="271463" y="133350"/>
                </a:lnTo>
                <a:lnTo>
                  <a:pt x="261938" y="133350"/>
                </a:lnTo>
                <a:lnTo>
                  <a:pt x="257175" y="128588"/>
                </a:lnTo>
                <a:lnTo>
                  <a:pt x="252413" y="123825"/>
                </a:lnTo>
                <a:lnTo>
                  <a:pt x="247650" y="119063"/>
                </a:lnTo>
                <a:lnTo>
                  <a:pt x="242888" y="114300"/>
                </a:lnTo>
                <a:lnTo>
                  <a:pt x="233363" y="114300"/>
                </a:lnTo>
                <a:lnTo>
                  <a:pt x="228600" y="109538"/>
                </a:lnTo>
                <a:lnTo>
                  <a:pt x="223838" y="104775"/>
                </a:lnTo>
                <a:lnTo>
                  <a:pt x="219075" y="100013"/>
                </a:lnTo>
                <a:lnTo>
                  <a:pt x="214313" y="95250"/>
                </a:lnTo>
                <a:lnTo>
                  <a:pt x="209550" y="90488"/>
                </a:lnTo>
                <a:lnTo>
                  <a:pt x="204788" y="85725"/>
                </a:lnTo>
                <a:lnTo>
                  <a:pt x="195263" y="85725"/>
                </a:lnTo>
                <a:lnTo>
                  <a:pt x="190500" y="80963"/>
                </a:lnTo>
                <a:lnTo>
                  <a:pt x="185738" y="76200"/>
                </a:lnTo>
                <a:lnTo>
                  <a:pt x="180975" y="71438"/>
                </a:lnTo>
                <a:lnTo>
                  <a:pt x="176213" y="66675"/>
                </a:lnTo>
                <a:lnTo>
                  <a:pt x="171450" y="61913"/>
                </a:lnTo>
                <a:lnTo>
                  <a:pt x="166688" y="57150"/>
                </a:lnTo>
                <a:lnTo>
                  <a:pt x="157163" y="57150"/>
                </a:lnTo>
                <a:lnTo>
                  <a:pt x="152400" y="52388"/>
                </a:lnTo>
                <a:lnTo>
                  <a:pt x="147638" y="47625"/>
                </a:lnTo>
                <a:lnTo>
                  <a:pt x="142875" y="42863"/>
                </a:lnTo>
                <a:lnTo>
                  <a:pt x="138113" y="38100"/>
                </a:lnTo>
                <a:lnTo>
                  <a:pt x="133350" y="33338"/>
                </a:lnTo>
                <a:lnTo>
                  <a:pt x="128588" y="28575"/>
                </a:lnTo>
                <a:lnTo>
                  <a:pt x="119063" y="28575"/>
                </a:lnTo>
                <a:lnTo>
                  <a:pt x="114300" y="23813"/>
                </a:lnTo>
                <a:lnTo>
                  <a:pt x="109538" y="19050"/>
                </a:lnTo>
                <a:lnTo>
                  <a:pt x="104775" y="14288"/>
                </a:lnTo>
                <a:lnTo>
                  <a:pt x="100013" y="9525"/>
                </a:lnTo>
                <a:lnTo>
                  <a:pt x="95250" y="4763"/>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42988" y="0"/>
                </a:lnTo>
                <a:lnTo>
                  <a:pt x="1052513" y="0"/>
                </a:lnTo>
                <a:lnTo>
                  <a:pt x="1062038" y="0"/>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7D7166"/>
          </a:solidFill>
          <a:ln xmlns:a="http://schemas.openxmlformats.org/drawingml/2006/main" w="0">
            <a:noFill/>
            <a:prstDash val="solid"/>
          </a:ln>
        </p:spPr>
      </p:sp>
      <p:sp>
        <p:nvSpPr>
          <p:cNvPr id="645" name="layout-orange-56-1">
            <a:extLst xmlns:a="http://schemas.openxmlformats.org/drawingml/2006/main">
              <a:ext uri="{FF2B5EF4-FFF2-40B4-BE49-F238E27FC236}">
                <a16:creationId xmlns:a16="http://schemas.microsoft.com/office/drawing/2014/main" id="{04E223E9-3F04-4FC2-AC91-E74751D1A6ED}"/>
              </a:ext>
            </a:extLst>
          </p:cNvPr>
          <p:cNvSpPr>
            <a:spLocks xmlns:a="http://schemas.openxmlformats.org/drawingml/2006/main" noGrp="1"/>
          </p:cNvSpPr>
          <p:nvPr/>
        </p:nvSpPr>
        <p:spPr>
          <a:xfrm xmlns:a="http://schemas.openxmlformats.org/drawingml/2006/main" rot="0">
            <a:off x="2171700" y="3552825"/>
            <a:ext cx="447675" cy="95250"/>
          </a:xfrm>
          <a:custGeom xmlns:a="http://schemas.openxmlformats.org/drawingml/2006/main">
            <a:pathLst>
              <a:path w="447675" h="95250">
                <a:moveTo>
                  <a:pt x="123825" y="4763"/>
                </a:move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4313" y="9525"/>
                </a:lnTo>
                <a:lnTo>
                  <a:pt x="204788" y="9525"/>
                </a:lnTo>
                <a:lnTo>
                  <a:pt x="200025" y="14288"/>
                </a:lnTo>
                <a:lnTo>
                  <a:pt x="200025" y="23813"/>
                </a:lnTo>
                <a:lnTo>
                  <a:pt x="195263" y="28575"/>
                </a:lnTo>
                <a:lnTo>
                  <a:pt x="190500" y="33338"/>
                </a:lnTo>
                <a:lnTo>
                  <a:pt x="190500" y="42863"/>
                </a:lnTo>
                <a:lnTo>
                  <a:pt x="190500" y="52388"/>
                </a:lnTo>
                <a:lnTo>
                  <a:pt x="195263" y="57150"/>
                </a:lnTo>
                <a:lnTo>
                  <a:pt x="200025" y="61913"/>
                </a:lnTo>
                <a:lnTo>
                  <a:pt x="204788" y="66675"/>
                </a:lnTo>
                <a:lnTo>
                  <a:pt x="209550" y="71438"/>
                </a:lnTo>
                <a:lnTo>
                  <a:pt x="214313" y="76200"/>
                </a:lnTo>
                <a:lnTo>
                  <a:pt x="223838" y="76200"/>
                </a:lnTo>
                <a:lnTo>
                  <a:pt x="233363" y="76200"/>
                </a:lnTo>
                <a:lnTo>
                  <a:pt x="242888" y="76200"/>
                </a:lnTo>
                <a:lnTo>
                  <a:pt x="252413" y="76200"/>
                </a:lnTo>
                <a:lnTo>
                  <a:pt x="257175" y="71438"/>
                </a:lnTo>
                <a:lnTo>
                  <a:pt x="261938" y="66675"/>
                </a:lnTo>
                <a:lnTo>
                  <a:pt x="266700" y="61913"/>
                </a:lnTo>
                <a:lnTo>
                  <a:pt x="271463" y="57150"/>
                </a:lnTo>
                <a:lnTo>
                  <a:pt x="276225" y="52388"/>
                </a:lnTo>
                <a:lnTo>
                  <a:pt x="276225" y="42863"/>
                </a:lnTo>
                <a:lnTo>
                  <a:pt x="276225" y="33338"/>
                </a:lnTo>
                <a:lnTo>
                  <a:pt x="271463" y="28575"/>
                </a:lnTo>
                <a:lnTo>
                  <a:pt x="266700" y="23813"/>
                </a:lnTo>
                <a:lnTo>
                  <a:pt x="266700" y="14288"/>
                </a:lnTo>
                <a:lnTo>
                  <a:pt x="261938" y="9525"/>
                </a:lnTo>
                <a:lnTo>
                  <a:pt x="252413" y="9525"/>
                </a:lnTo>
                <a:lnTo>
                  <a:pt x="247650" y="4763"/>
                </a:ln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7188" y="9525"/>
                </a:lnTo>
                <a:lnTo>
                  <a:pt x="366713" y="9525"/>
                </a:lnTo>
                <a:lnTo>
                  <a:pt x="376238" y="9525"/>
                </a:lnTo>
                <a:lnTo>
                  <a:pt x="381000" y="14288"/>
                </a:lnTo>
                <a:lnTo>
                  <a:pt x="385763" y="19050"/>
                </a:lnTo>
                <a:lnTo>
                  <a:pt x="395288" y="19050"/>
                </a:lnTo>
                <a:lnTo>
                  <a:pt x="404813" y="19050"/>
                </a:lnTo>
                <a:lnTo>
                  <a:pt x="414338" y="19050"/>
                </a:lnTo>
                <a:lnTo>
                  <a:pt x="419100" y="23813"/>
                </a:lnTo>
                <a:lnTo>
                  <a:pt x="423863" y="28575"/>
                </a:lnTo>
                <a:lnTo>
                  <a:pt x="433388" y="28575"/>
                </a:lnTo>
                <a:lnTo>
                  <a:pt x="438150" y="33338"/>
                </a:lnTo>
                <a:lnTo>
                  <a:pt x="442913" y="38100"/>
                </a:lnTo>
                <a:lnTo>
                  <a:pt x="447675" y="42863"/>
                </a:lnTo>
                <a:lnTo>
                  <a:pt x="447675" y="52388"/>
                </a:lnTo>
                <a:lnTo>
                  <a:pt x="442913" y="57150"/>
                </a:lnTo>
                <a:lnTo>
                  <a:pt x="438150" y="61913"/>
                </a:lnTo>
                <a:lnTo>
                  <a:pt x="433388" y="66675"/>
                </a:lnTo>
                <a:lnTo>
                  <a:pt x="423863" y="66675"/>
                </a:lnTo>
                <a:lnTo>
                  <a:pt x="419100" y="71438"/>
                </a:lnTo>
                <a:lnTo>
                  <a:pt x="414338" y="76200"/>
                </a:lnTo>
                <a:lnTo>
                  <a:pt x="404813" y="76200"/>
                </a:lnTo>
                <a:lnTo>
                  <a:pt x="395288" y="76200"/>
                </a:lnTo>
                <a:lnTo>
                  <a:pt x="385763" y="76200"/>
                </a:lnTo>
                <a:lnTo>
                  <a:pt x="381000" y="80963"/>
                </a:lnTo>
                <a:lnTo>
                  <a:pt x="376238" y="85725"/>
                </a:lnTo>
                <a:lnTo>
                  <a:pt x="366713" y="85725"/>
                </a:lnTo>
                <a:lnTo>
                  <a:pt x="357188" y="85725"/>
                </a:lnTo>
                <a:lnTo>
                  <a:pt x="347663" y="85725"/>
                </a:lnTo>
                <a:lnTo>
                  <a:pt x="338138" y="85725"/>
                </a:lnTo>
                <a:lnTo>
                  <a:pt x="328613" y="85725"/>
                </a:lnTo>
                <a:lnTo>
                  <a:pt x="319088" y="85725"/>
                </a:lnTo>
                <a:lnTo>
                  <a:pt x="309563" y="85725"/>
                </a:lnTo>
                <a:lnTo>
                  <a:pt x="304800" y="90488"/>
                </a:lnTo>
                <a:lnTo>
                  <a:pt x="300038" y="95250"/>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42875" y="90488"/>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9525" y="52388"/>
                </a:lnTo>
                <a:lnTo>
                  <a:pt x="4763" y="47625"/>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7D7166"/>
          </a:solidFill>
          <a:ln xmlns:a="http://schemas.openxmlformats.org/drawingml/2006/main" w="0">
            <a:noFill/>
            <a:prstDash val="solid"/>
          </a:ln>
        </p:spPr>
      </p:sp>
      <p:sp>
        <p:nvSpPr>
          <p:cNvPr id="646" name="layout-orange-57-0">
            <a:extLst xmlns:a="http://schemas.openxmlformats.org/drawingml/2006/main">
              <a:ext uri="{FF2B5EF4-FFF2-40B4-BE49-F238E27FC236}">
                <a16:creationId xmlns:a16="http://schemas.microsoft.com/office/drawing/2014/main" id="{993E7624-CBB9-41EB-83F5-2C8A1DA3CF90}"/>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0" y="4763"/>
                </a:moveTo>
                <a:lnTo>
                  <a:pt x="4763" y="0"/>
                </a:lnTo>
                <a:lnTo>
                  <a:pt x="14288" y="0"/>
                </a:lnTo>
                <a:lnTo>
                  <a:pt x="23813" y="0"/>
                </a:lnTo>
                <a:lnTo>
                  <a:pt x="33338" y="0"/>
                </a:lnTo>
                <a:lnTo>
                  <a:pt x="42863" y="0"/>
                </a:lnTo>
                <a:lnTo>
                  <a:pt x="52388" y="0"/>
                </a:lnTo>
                <a:lnTo>
                  <a:pt x="61913" y="0"/>
                </a:lnTo>
                <a:lnTo>
                  <a:pt x="71438" y="0"/>
                </a:lnTo>
                <a:lnTo>
                  <a:pt x="76200" y="4763"/>
                </a:lnTo>
                <a:lnTo>
                  <a:pt x="80963" y="9525"/>
                </a:lnTo>
                <a:lnTo>
                  <a:pt x="85725" y="14288"/>
                </a:lnTo>
                <a:lnTo>
                  <a:pt x="90488" y="19050"/>
                </a:lnTo>
                <a:lnTo>
                  <a:pt x="100013" y="19050"/>
                </a:lnTo>
                <a:lnTo>
                  <a:pt x="104775" y="23813"/>
                </a:lnTo>
                <a:lnTo>
                  <a:pt x="109538" y="28575"/>
                </a:lnTo>
                <a:lnTo>
                  <a:pt x="114300" y="33338"/>
                </a:lnTo>
                <a:lnTo>
                  <a:pt x="119063" y="38100"/>
                </a:lnTo>
                <a:lnTo>
                  <a:pt x="123825" y="42863"/>
                </a:lnTo>
                <a:lnTo>
                  <a:pt x="128588" y="47625"/>
                </a:lnTo>
                <a:lnTo>
                  <a:pt x="138113" y="47625"/>
                </a:lnTo>
                <a:lnTo>
                  <a:pt x="142875" y="52388"/>
                </a:lnTo>
                <a:lnTo>
                  <a:pt x="147638" y="57150"/>
                </a:lnTo>
                <a:lnTo>
                  <a:pt x="152400" y="61913"/>
                </a:lnTo>
                <a:lnTo>
                  <a:pt x="157163" y="66675"/>
                </a:lnTo>
                <a:lnTo>
                  <a:pt x="161925" y="71438"/>
                </a:lnTo>
                <a:lnTo>
                  <a:pt x="166688" y="76200"/>
                </a:lnTo>
                <a:lnTo>
                  <a:pt x="171450" y="80963"/>
                </a:lnTo>
                <a:lnTo>
                  <a:pt x="176213" y="85725"/>
                </a:lnTo>
                <a:lnTo>
                  <a:pt x="185738" y="85725"/>
                </a:lnTo>
                <a:lnTo>
                  <a:pt x="190500" y="90488"/>
                </a:lnTo>
                <a:lnTo>
                  <a:pt x="195263" y="95250"/>
                </a:lnTo>
                <a:lnTo>
                  <a:pt x="200025" y="100013"/>
                </a:lnTo>
                <a:lnTo>
                  <a:pt x="204788" y="104775"/>
                </a:lnTo>
                <a:lnTo>
                  <a:pt x="209550" y="109538"/>
                </a:lnTo>
                <a:lnTo>
                  <a:pt x="214313" y="114300"/>
                </a:lnTo>
                <a:lnTo>
                  <a:pt x="223838" y="114300"/>
                </a:lnTo>
                <a:lnTo>
                  <a:pt x="228600" y="119063"/>
                </a:lnTo>
                <a:lnTo>
                  <a:pt x="233363" y="123825"/>
                </a:lnTo>
                <a:lnTo>
                  <a:pt x="238125" y="128588"/>
                </a:lnTo>
                <a:lnTo>
                  <a:pt x="242888" y="133350"/>
                </a:lnTo>
                <a:lnTo>
                  <a:pt x="247650" y="138113"/>
                </a:lnTo>
                <a:lnTo>
                  <a:pt x="252413" y="142875"/>
                </a:lnTo>
                <a:lnTo>
                  <a:pt x="261938" y="142875"/>
                </a:lnTo>
                <a:lnTo>
                  <a:pt x="266700" y="147638"/>
                </a:lnTo>
                <a:lnTo>
                  <a:pt x="261938" y="152400"/>
                </a:lnTo>
                <a:lnTo>
                  <a:pt x="257175" y="157163"/>
                </a:lnTo>
                <a:lnTo>
                  <a:pt x="257175" y="166688"/>
                </a:lnTo>
                <a:lnTo>
                  <a:pt x="261938" y="171450"/>
                </a:lnTo>
                <a:lnTo>
                  <a:pt x="271463" y="171450"/>
                </a:lnTo>
                <a:lnTo>
                  <a:pt x="280988" y="171450"/>
                </a:lnTo>
                <a:lnTo>
                  <a:pt x="285750" y="176213"/>
                </a:lnTo>
                <a:lnTo>
                  <a:pt x="285750" y="185738"/>
                </a:lnTo>
                <a:lnTo>
                  <a:pt x="280988" y="190500"/>
                </a:lnTo>
                <a:lnTo>
                  <a:pt x="271463" y="190500"/>
                </a:lnTo>
                <a:lnTo>
                  <a:pt x="261938" y="190500"/>
                </a:lnTo>
                <a:lnTo>
                  <a:pt x="257175" y="195263"/>
                </a:lnTo>
                <a:lnTo>
                  <a:pt x="252413" y="200025"/>
                </a:lnTo>
                <a:lnTo>
                  <a:pt x="242888" y="200025"/>
                </a:lnTo>
                <a:lnTo>
                  <a:pt x="238125" y="204788"/>
                </a:lnTo>
                <a:lnTo>
                  <a:pt x="233363" y="209550"/>
                </a:lnTo>
                <a:lnTo>
                  <a:pt x="228600" y="214313"/>
                </a:lnTo>
                <a:lnTo>
                  <a:pt x="223838" y="219075"/>
                </a:lnTo>
                <a:lnTo>
                  <a:pt x="219075" y="223838"/>
                </a:lnTo>
                <a:lnTo>
                  <a:pt x="219075" y="233363"/>
                </a:lnTo>
                <a:lnTo>
                  <a:pt x="223838" y="238125"/>
                </a:lnTo>
                <a:lnTo>
                  <a:pt x="228600" y="242888"/>
                </a:lnTo>
                <a:lnTo>
                  <a:pt x="233363" y="247650"/>
                </a:lnTo>
                <a:lnTo>
                  <a:pt x="238125" y="252413"/>
                </a:lnTo>
                <a:lnTo>
                  <a:pt x="242888" y="257175"/>
                </a:lnTo>
                <a:lnTo>
                  <a:pt x="252413" y="257175"/>
                </a:lnTo>
                <a:lnTo>
                  <a:pt x="257175" y="261938"/>
                </a:lnTo>
                <a:lnTo>
                  <a:pt x="261938" y="266700"/>
                </a:lnTo>
                <a:lnTo>
                  <a:pt x="271463" y="266700"/>
                </a:lnTo>
                <a:lnTo>
                  <a:pt x="280988" y="266700"/>
                </a:lnTo>
                <a:lnTo>
                  <a:pt x="285750" y="271463"/>
                </a:lnTo>
                <a:lnTo>
                  <a:pt x="290513" y="276225"/>
                </a:lnTo>
                <a:lnTo>
                  <a:pt x="300038" y="276225"/>
                </a:lnTo>
                <a:lnTo>
                  <a:pt x="309563" y="276225"/>
                </a:lnTo>
                <a:lnTo>
                  <a:pt x="319088" y="276225"/>
                </a:lnTo>
                <a:lnTo>
                  <a:pt x="328613" y="276225"/>
                </a:lnTo>
                <a:lnTo>
                  <a:pt x="333375" y="280988"/>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85788" y="180975"/>
                </a:lnTo>
                <a:lnTo>
                  <a:pt x="581025" y="176213"/>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0538" y="171450"/>
                </a:lnTo>
                <a:lnTo>
                  <a:pt x="481013" y="171450"/>
                </a:lnTo>
                <a:lnTo>
                  <a:pt x="471488" y="171450"/>
                </a:lnTo>
                <a:lnTo>
                  <a:pt x="461963" y="171450"/>
                </a:lnTo>
                <a:lnTo>
                  <a:pt x="452438" y="171450"/>
                </a:lnTo>
                <a:lnTo>
                  <a:pt x="442913" y="171450"/>
                </a:lnTo>
                <a:lnTo>
                  <a:pt x="433388" y="171450"/>
                </a:lnTo>
                <a:lnTo>
                  <a:pt x="423863" y="171450"/>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33375" y="176213"/>
                </a:lnTo>
                <a:lnTo>
                  <a:pt x="328613" y="180975"/>
                </a:lnTo>
                <a:lnTo>
                  <a:pt x="323850" y="176213"/>
                </a:lnTo>
                <a:lnTo>
                  <a:pt x="319088" y="171450"/>
                </a:lnTo>
                <a:lnTo>
                  <a:pt x="314325" y="166688"/>
                </a:lnTo>
                <a:lnTo>
                  <a:pt x="309563" y="161925"/>
                </a:lnTo>
                <a:lnTo>
                  <a:pt x="304800" y="157163"/>
                </a:lnTo>
                <a:lnTo>
                  <a:pt x="304800" y="147638"/>
                </a:lnTo>
                <a:lnTo>
                  <a:pt x="300038" y="142875"/>
                </a:lnTo>
                <a:lnTo>
                  <a:pt x="295275" y="138113"/>
                </a:lnTo>
                <a:lnTo>
                  <a:pt x="290513" y="133350"/>
                </a:lnTo>
                <a:lnTo>
                  <a:pt x="285750" y="128588"/>
                </a:lnTo>
                <a:lnTo>
                  <a:pt x="280988" y="123825"/>
                </a:lnTo>
                <a:lnTo>
                  <a:pt x="276225" y="128588"/>
                </a:lnTo>
                <a:lnTo>
                  <a:pt x="271463" y="133350"/>
                </a:lnTo>
                <a:lnTo>
                  <a:pt x="261938" y="133350"/>
                </a:lnTo>
                <a:lnTo>
                  <a:pt x="257175" y="128588"/>
                </a:lnTo>
                <a:lnTo>
                  <a:pt x="252413" y="123825"/>
                </a:lnTo>
                <a:lnTo>
                  <a:pt x="247650" y="119063"/>
                </a:lnTo>
                <a:lnTo>
                  <a:pt x="242888" y="114300"/>
                </a:lnTo>
                <a:lnTo>
                  <a:pt x="233363" y="114300"/>
                </a:lnTo>
                <a:lnTo>
                  <a:pt x="228600" y="109538"/>
                </a:lnTo>
                <a:lnTo>
                  <a:pt x="223838" y="104775"/>
                </a:lnTo>
                <a:lnTo>
                  <a:pt x="219075" y="100013"/>
                </a:lnTo>
                <a:lnTo>
                  <a:pt x="214313" y="95250"/>
                </a:lnTo>
                <a:lnTo>
                  <a:pt x="209550" y="90488"/>
                </a:lnTo>
                <a:lnTo>
                  <a:pt x="204788" y="85725"/>
                </a:lnTo>
                <a:lnTo>
                  <a:pt x="195263" y="85725"/>
                </a:lnTo>
                <a:lnTo>
                  <a:pt x="190500" y="80963"/>
                </a:lnTo>
                <a:lnTo>
                  <a:pt x="185738" y="76200"/>
                </a:lnTo>
                <a:lnTo>
                  <a:pt x="180975" y="71438"/>
                </a:lnTo>
                <a:lnTo>
                  <a:pt x="176213" y="66675"/>
                </a:lnTo>
                <a:lnTo>
                  <a:pt x="171450" y="61913"/>
                </a:lnTo>
                <a:lnTo>
                  <a:pt x="166688" y="57150"/>
                </a:lnTo>
                <a:lnTo>
                  <a:pt x="157163" y="57150"/>
                </a:lnTo>
                <a:lnTo>
                  <a:pt x="152400" y="52388"/>
                </a:lnTo>
                <a:lnTo>
                  <a:pt x="147638" y="47625"/>
                </a:lnTo>
                <a:lnTo>
                  <a:pt x="142875" y="42863"/>
                </a:lnTo>
                <a:lnTo>
                  <a:pt x="138113" y="38100"/>
                </a:lnTo>
                <a:lnTo>
                  <a:pt x="133350" y="33338"/>
                </a:lnTo>
                <a:lnTo>
                  <a:pt x="128588" y="28575"/>
                </a:lnTo>
                <a:lnTo>
                  <a:pt x="119063" y="28575"/>
                </a:lnTo>
                <a:lnTo>
                  <a:pt x="114300" y="23813"/>
                </a:lnTo>
                <a:lnTo>
                  <a:pt x="109538" y="19050"/>
                </a:lnTo>
                <a:lnTo>
                  <a:pt x="104775" y="14288"/>
                </a:lnTo>
                <a:lnTo>
                  <a:pt x="100013" y="9525"/>
                </a:lnTo>
                <a:lnTo>
                  <a:pt x="95250" y="4763"/>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42988" y="0"/>
                </a:lnTo>
                <a:lnTo>
                  <a:pt x="1052513" y="0"/>
                </a:lnTo>
                <a:lnTo>
                  <a:pt x="1062038" y="0"/>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807366"/>
          </a:solidFill>
          <a:ln xmlns:a="http://schemas.openxmlformats.org/drawingml/2006/main" w="0">
            <a:noFill/>
            <a:prstDash val="solid"/>
          </a:ln>
        </p:spPr>
      </p:sp>
      <p:sp>
        <p:nvSpPr>
          <p:cNvPr id="647" name="layout-orange-57-1">
            <a:extLst xmlns:a="http://schemas.openxmlformats.org/drawingml/2006/main">
              <a:ext uri="{FF2B5EF4-FFF2-40B4-BE49-F238E27FC236}">
                <a16:creationId xmlns:a16="http://schemas.microsoft.com/office/drawing/2014/main" id="{94F08A37-E48E-4B42-A7E0-95B22F05799B}"/>
              </a:ext>
            </a:extLst>
          </p:cNvPr>
          <p:cNvSpPr>
            <a:spLocks xmlns:a="http://schemas.openxmlformats.org/drawingml/2006/main" noGrp="1"/>
          </p:cNvSpPr>
          <p:nvPr/>
        </p:nvSpPr>
        <p:spPr>
          <a:xfrm xmlns:a="http://schemas.openxmlformats.org/drawingml/2006/main" rot="0">
            <a:off x="2171700" y="3552825"/>
            <a:ext cx="447675" cy="95250"/>
          </a:xfrm>
          <a:custGeom xmlns:a="http://schemas.openxmlformats.org/drawingml/2006/main">
            <a:pathLst>
              <a:path w="447675" h="95250">
                <a:moveTo>
                  <a:pt x="123825" y="4763"/>
                </a:move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4313" y="9525"/>
                </a:lnTo>
                <a:lnTo>
                  <a:pt x="204788" y="9525"/>
                </a:lnTo>
                <a:lnTo>
                  <a:pt x="200025" y="14288"/>
                </a:lnTo>
                <a:lnTo>
                  <a:pt x="200025" y="23813"/>
                </a:lnTo>
                <a:lnTo>
                  <a:pt x="195263" y="28575"/>
                </a:lnTo>
                <a:lnTo>
                  <a:pt x="190500" y="33338"/>
                </a:lnTo>
                <a:lnTo>
                  <a:pt x="190500" y="42863"/>
                </a:lnTo>
                <a:lnTo>
                  <a:pt x="190500" y="52388"/>
                </a:lnTo>
                <a:lnTo>
                  <a:pt x="195263" y="57150"/>
                </a:lnTo>
                <a:lnTo>
                  <a:pt x="200025" y="61913"/>
                </a:lnTo>
                <a:lnTo>
                  <a:pt x="204788" y="66675"/>
                </a:lnTo>
                <a:lnTo>
                  <a:pt x="209550" y="71438"/>
                </a:lnTo>
                <a:lnTo>
                  <a:pt x="214313" y="76200"/>
                </a:lnTo>
                <a:lnTo>
                  <a:pt x="223838" y="76200"/>
                </a:lnTo>
                <a:lnTo>
                  <a:pt x="233363" y="76200"/>
                </a:lnTo>
                <a:lnTo>
                  <a:pt x="242888" y="76200"/>
                </a:lnTo>
                <a:lnTo>
                  <a:pt x="252413" y="76200"/>
                </a:lnTo>
                <a:lnTo>
                  <a:pt x="257175" y="71438"/>
                </a:lnTo>
                <a:lnTo>
                  <a:pt x="261938" y="66675"/>
                </a:lnTo>
                <a:lnTo>
                  <a:pt x="266700" y="61913"/>
                </a:lnTo>
                <a:lnTo>
                  <a:pt x="271463" y="57150"/>
                </a:lnTo>
                <a:lnTo>
                  <a:pt x="276225" y="52388"/>
                </a:lnTo>
                <a:lnTo>
                  <a:pt x="276225" y="42863"/>
                </a:lnTo>
                <a:lnTo>
                  <a:pt x="276225" y="33338"/>
                </a:lnTo>
                <a:lnTo>
                  <a:pt x="271463" y="28575"/>
                </a:lnTo>
                <a:lnTo>
                  <a:pt x="266700" y="23813"/>
                </a:lnTo>
                <a:lnTo>
                  <a:pt x="266700" y="14288"/>
                </a:lnTo>
                <a:lnTo>
                  <a:pt x="261938" y="9525"/>
                </a:lnTo>
                <a:lnTo>
                  <a:pt x="252413" y="9525"/>
                </a:lnTo>
                <a:lnTo>
                  <a:pt x="247650" y="4763"/>
                </a:ln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7188" y="9525"/>
                </a:lnTo>
                <a:lnTo>
                  <a:pt x="366713" y="9525"/>
                </a:lnTo>
                <a:lnTo>
                  <a:pt x="376238" y="9525"/>
                </a:lnTo>
                <a:lnTo>
                  <a:pt x="381000" y="14288"/>
                </a:lnTo>
                <a:lnTo>
                  <a:pt x="385763" y="19050"/>
                </a:lnTo>
                <a:lnTo>
                  <a:pt x="395288" y="19050"/>
                </a:lnTo>
                <a:lnTo>
                  <a:pt x="404813" y="19050"/>
                </a:lnTo>
                <a:lnTo>
                  <a:pt x="414338" y="19050"/>
                </a:lnTo>
                <a:lnTo>
                  <a:pt x="419100" y="23813"/>
                </a:lnTo>
                <a:lnTo>
                  <a:pt x="423863" y="28575"/>
                </a:lnTo>
                <a:lnTo>
                  <a:pt x="433388" y="28575"/>
                </a:lnTo>
                <a:lnTo>
                  <a:pt x="438150" y="33338"/>
                </a:lnTo>
                <a:lnTo>
                  <a:pt x="442913" y="38100"/>
                </a:lnTo>
                <a:lnTo>
                  <a:pt x="447675" y="42863"/>
                </a:lnTo>
                <a:lnTo>
                  <a:pt x="447675" y="52388"/>
                </a:lnTo>
                <a:lnTo>
                  <a:pt x="442913" y="57150"/>
                </a:lnTo>
                <a:lnTo>
                  <a:pt x="438150" y="61913"/>
                </a:lnTo>
                <a:lnTo>
                  <a:pt x="433388" y="66675"/>
                </a:lnTo>
                <a:lnTo>
                  <a:pt x="423863" y="66675"/>
                </a:lnTo>
                <a:lnTo>
                  <a:pt x="419100" y="71438"/>
                </a:lnTo>
                <a:lnTo>
                  <a:pt x="414338" y="76200"/>
                </a:lnTo>
                <a:lnTo>
                  <a:pt x="404813" y="76200"/>
                </a:lnTo>
                <a:lnTo>
                  <a:pt x="395288" y="76200"/>
                </a:lnTo>
                <a:lnTo>
                  <a:pt x="385763" y="76200"/>
                </a:lnTo>
                <a:lnTo>
                  <a:pt x="381000" y="80963"/>
                </a:lnTo>
                <a:lnTo>
                  <a:pt x="376238" y="85725"/>
                </a:lnTo>
                <a:lnTo>
                  <a:pt x="366713" y="85725"/>
                </a:lnTo>
                <a:lnTo>
                  <a:pt x="357188" y="85725"/>
                </a:lnTo>
                <a:lnTo>
                  <a:pt x="347663" y="85725"/>
                </a:lnTo>
                <a:lnTo>
                  <a:pt x="338138" y="85725"/>
                </a:lnTo>
                <a:lnTo>
                  <a:pt x="328613" y="85725"/>
                </a:lnTo>
                <a:lnTo>
                  <a:pt x="319088" y="85725"/>
                </a:lnTo>
                <a:lnTo>
                  <a:pt x="309563" y="85725"/>
                </a:lnTo>
                <a:lnTo>
                  <a:pt x="304800" y="90488"/>
                </a:lnTo>
                <a:lnTo>
                  <a:pt x="300038" y="95250"/>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42875" y="90488"/>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9525" y="52388"/>
                </a:lnTo>
                <a:lnTo>
                  <a:pt x="4763" y="47625"/>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807366"/>
          </a:solidFill>
          <a:ln xmlns:a="http://schemas.openxmlformats.org/drawingml/2006/main" w="0">
            <a:noFill/>
            <a:prstDash val="solid"/>
          </a:ln>
        </p:spPr>
      </p:sp>
      <p:sp>
        <p:nvSpPr>
          <p:cNvPr id="648" name="layout-orange-58-0">
            <a:extLst xmlns:a="http://schemas.openxmlformats.org/drawingml/2006/main">
              <a:ext uri="{FF2B5EF4-FFF2-40B4-BE49-F238E27FC236}">
                <a16:creationId xmlns:a16="http://schemas.microsoft.com/office/drawing/2014/main" id="{FBFB026B-50E9-4678-94CE-1CA0B4BCEE02}"/>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0" y="4763"/>
                </a:moveTo>
                <a:lnTo>
                  <a:pt x="4763" y="0"/>
                </a:lnTo>
                <a:lnTo>
                  <a:pt x="14288" y="0"/>
                </a:lnTo>
                <a:lnTo>
                  <a:pt x="23813" y="0"/>
                </a:lnTo>
                <a:lnTo>
                  <a:pt x="33338" y="0"/>
                </a:lnTo>
                <a:lnTo>
                  <a:pt x="42863" y="0"/>
                </a:lnTo>
                <a:lnTo>
                  <a:pt x="52388" y="0"/>
                </a:lnTo>
                <a:lnTo>
                  <a:pt x="61913" y="0"/>
                </a:lnTo>
                <a:lnTo>
                  <a:pt x="71438" y="0"/>
                </a:lnTo>
                <a:lnTo>
                  <a:pt x="76200" y="4763"/>
                </a:lnTo>
                <a:lnTo>
                  <a:pt x="80963" y="9525"/>
                </a:lnTo>
                <a:lnTo>
                  <a:pt x="85725" y="14288"/>
                </a:lnTo>
                <a:lnTo>
                  <a:pt x="90488" y="19050"/>
                </a:lnTo>
                <a:lnTo>
                  <a:pt x="100013" y="19050"/>
                </a:lnTo>
                <a:lnTo>
                  <a:pt x="104775" y="23813"/>
                </a:lnTo>
                <a:lnTo>
                  <a:pt x="109538" y="28575"/>
                </a:lnTo>
                <a:lnTo>
                  <a:pt x="114300" y="33338"/>
                </a:lnTo>
                <a:lnTo>
                  <a:pt x="119063" y="38100"/>
                </a:lnTo>
                <a:lnTo>
                  <a:pt x="123825" y="42863"/>
                </a:lnTo>
                <a:lnTo>
                  <a:pt x="128588" y="47625"/>
                </a:lnTo>
                <a:lnTo>
                  <a:pt x="133350" y="52388"/>
                </a:lnTo>
                <a:lnTo>
                  <a:pt x="138113" y="57150"/>
                </a:lnTo>
                <a:lnTo>
                  <a:pt x="147638" y="57150"/>
                </a:lnTo>
                <a:lnTo>
                  <a:pt x="152400" y="61913"/>
                </a:lnTo>
                <a:lnTo>
                  <a:pt x="157163" y="66675"/>
                </a:lnTo>
                <a:lnTo>
                  <a:pt x="161925" y="71438"/>
                </a:lnTo>
                <a:lnTo>
                  <a:pt x="166688" y="76200"/>
                </a:lnTo>
                <a:lnTo>
                  <a:pt x="171450" y="80963"/>
                </a:lnTo>
                <a:lnTo>
                  <a:pt x="176213" y="85725"/>
                </a:lnTo>
                <a:lnTo>
                  <a:pt x="185738" y="85725"/>
                </a:lnTo>
                <a:lnTo>
                  <a:pt x="190500" y="90488"/>
                </a:lnTo>
                <a:lnTo>
                  <a:pt x="195263" y="95250"/>
                </a:lnTo>
                <a:lnTo>
                  <a:pt x="200025" y="100013"/>
                </a:lnTo>
                <a:lnTo>
                  <a:pt x="204788" y="104775"/>
                </a:lnTo>
                <a:lnTo>
                  <a:pt x="209550" y="109538"/>
                </a:lnTo>
                <a:lnTo>
                  <a:pt x="214313" y="114300"/>
                </a:lnTo>
                <a:lnTo>
                  <a:pt x="223838" y="114300"/>
                </a:lnTo>
                <a:lnTo>
                  <a:pt x="228600" y="119063"/>
                </a:lnTo>
                <a:lnTo>
                  <a:pt x="233363" y="123825"/>
                </a:lnTo>
                <a:lnTo>
                  <a:pt x="238125" y="128588"/>
                </a:lnTo>
                <a:lnTo>
                  <a:pt x="242888" y="133350"/>
                </a:lnTo>
                <a:lnTo>
                  <a:pt x="247650" y="138113"/>
                </a:lnTo>
                <a:lnTo>
                  <a:pt x="252413" y="142875"/>
                </a:lnTo>
                <a:lnTo>
                  <a:pt x="261938" y="142875"/>
                </a:lnTo>
                <a:lnTo>
                  <a:pt x="266700" y="147638"/>
                </a:lnTo>
                <a:lnTo>
                  <a:pt x="261938" y="152400"/>
                </a:lnTo>
                <a:lnTo>
                  <a:pt x="257175" y="157163"/>
                </a:lnTo>
                <a:lnTo>
                  <a:pt x="257175" y="166688"/>
                </a:lnTo>
                <a:lnTo>
                  <a:pt x="261938" y="171450"/>
                </a:lnTo>
                <a:lnTo>
                  <a:pt x="271463" y="171450"/>
                </a:lnTo>
                <a:lnTo>
                  <a:pt x="280988" y="171450"/>
                </a:lnTo>
                <a:lnTo>
                  <a:pt x="285750" y="176213"/>
                </a:lnTo>
                <a:lnTo>
                  <a:pt x="285750" y="185738"/>
                </a:lnTo>
                <a:lnTo>
                  <a:pt x="280988" y="190500"/>
                </a:lnTo>
                <a:lnTo>
                  <a:pt x="271463" y="190500"/>
                </a:lnTo>
                <a:lnTo>
                  <a:pt x="261938" y="190500"/>
                </a:lnTo>
                <a:lnTo>
                  <a:pt x="257175" y="195263"/>
                </a:lnTo>
                <a:lnTo>
                  <a:pt x="252413" y="200025"/>
                </a:lnTo>
                <a:lnTo>
                  <a:pt x="242888" y="200025"/>
                </a:lnTo>
                <a:lnTo>
                  <a:pt x="238125" y="204788"/>
                </a:lnTo>
                <a:lnTo>
                  <a:pt x="233363" y="209550"/>
                </a:lnTo>
                <a:lnTo>
                  <a:pt x="228600" y="214313"/>
                </a:lnTo>
                <a:lnTo>
                  <a:pt x="223838" y="219075"/>
                </a:lnTo>
                <a:lnTo>
                  <a:pt x="219075" y="223838"/>
                </a:lnTo>
                <a:lnTo>
                  <a:pt x="219075" y="233363"/>
                </a:lnTo>
                <a:lnTo>
                  <a:pt x="223838" y="238125"/>
                </a:lnTo>
                <a:lnTo>
                  <a:pt x="228600" y="242888"/>
                </a:lnTo>
                <a:lnTo>
                  <a:pt x="233363" y="247650"/>
                </a:lnTo>
                <a:lnTo>
                  <a:pt x="238125" y="252413"/>
                </a:lnTo>
                <a:lnTo>
                  <a:pt x="242888" y="257175"/>
                </a:lnTo>
                <a:lnTo>
                  <a:pt x="252413" y="257175"/>
                </a:lnTo>
                <a:lnTo>
                  <a:pt x="257175" y="261938"/>
                </a:lnTo>
                <a:lnTo>
                  <a:pt x="261938" y="266700"/>
                </a:lnTo>
                <a:lnTo>
                  <a:pt x="271463" y="266700"/>
                </a:lnTo>
                <a:lnTo>
                  <a:pt x="280988" y="266700"/>
                </a:lnTo>
                <a:lnTo>
                  <a:pt x="285750" y="271463"/>
                </a:lnTo>
                <a:lnTo>
                  <a:pt x="290513" y="276225"/>
                </a:lnTo>
                <a:lnTo>
                  <a:pt x="300038" y="276225"/>
                </a:lnTo>
                <a:lnTo>
                  <a:pt x="309563" y="276225"/>
                </a:lnTo>
                <a:lnTo>
                  <a:pt x="319088" y="276225"/>
                </a:lnTo>
                <a:lnTo>
                  <a:pt x="328613" y="276225"/>
                </a:lnTo>
                <a:lnTo>
                  <a:pt x="333375" y="280988"/>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85788" y="180975"/>
                </a:lnTo>
                <a:lnTo>
                  <a:pt x="581025" y="176213"/>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0538" y="171450"/>
                </a:lnTo>
                <a:lnTo>
                  <a:pt x="481013" y="171450"/>
                </a:lnTo>
                <a:lnTo>
                  <a:pt x="471488" y="171450"/>
                </a:lnTo>
                <a:lnTo>
                  <a:pt x="461963" y="171450"/>
                </a:lnTo>
                <a:lnTo>
                  <a:pt x="452438" y="171450"/>
                </a:lnTo>
                <a:lnTo>
                  <a:pt x="442913" y="171450"/>
                </a:lnTo>
                <a:lnTo>
                  <a:pt x="433388" y="171450"/>
                </a:lnTo>
                <a:lnTo>
                  <a:pt x="423863" y="171450"/>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33375" y="176213"/>
                </a:lnTo>
                <a:lnTo>
                  <a:pt x="328613" y="180975"/>
                </a:lnTo>
                <a:lnTo>
                  <a:pt x="323850" y="176213"/>
                </a:lnTo>
                <a:lnTo>
                  <a:pt x="319088" y="171450"/>
                </a:lnTo>
                <a:lnTo>
                  <a:pt x="314325" y="166688"/>
                </a:lnTo>
                <a:lnTo>
                  <a:pt x="309563" y="161925"/>
                </a:lnTo>
                <a:lnTo>
                  <a:pt x="304800" y="157163"/>
                </a:lnTo>
                <a:lnTo>
                  <a:pt x="304800" y="147638"/>
                </a:lnTo>
                <a:lnTo>
                  <a:pt x="300038" y="142875"/>
                </a:lnTo>
                <a:lnTo>
                  <a:pt x="295275" y="138113"/>
                </a:lnTo>
                <a:lnTo>
                  <a:pt x="290513" y="133350"/>
                </a:lnTo>
                <a:lnTo>
                  <a:pt x="285750" y="128588"/>
                </a:lnTo>
                <a:lnTo>
                  <a:pt x="280988" y="123825"/>
                </a:lnTo>
                <a:lnTo>
                  <a:pt x="276225" y="128588"/>
                </a:lnTo>
                <a:lnTo>
                  <a:pt x="271463" y="133350"/>
                </a:lnTo>
                <a:lnTo>
                  <a:pt x="261938" y="133350"/>
                </a:lnTo>
                <a:lnTo>
                  <a:pt x="257175" y="128588"/>
                </a:lnTo>
                <a:lnTo>
                  <a:pt x="252413" y="123825"/>
                </a:lnTo>
                <a:lnTo>
                  <a:pt x="247650" y="119063"/>
                </a:lnTo>
                <a:lnTo>
                  <a:pt x="242888" y="114300"/>
                </a:lnTo>
                <a:lnTo>
                  <a:pt x="233363" y="114300"/>
                </a:lnTo>
                <a:lnTo>
                  <a:pt x="228600" y="109538"/>
                </a:lnTo>
                <a:lnTo>
                  <a:pt x="223838" y="104775"/>
                </a:lnTo>
                <a:lnTo>
                  <a:pt x="219075" y="100013"/>
                </a:lnTo>
                <a:lnTo>
                  <a:pt x="214313" y="95250"/>
                </a:lnTo>
                <a:lnTo>
                  <a:pt x="209550" y="90488"/>
                </a:lnTo>
                <a:lnTo>
                  <a:pt x="204788" y="85725"/>
                </a:lnTo>
                <a:lnTo>
                  <a:pt x="195263" y="85725"/>
                </a:lnTo>
                <a:lnTo>
                  <a:pt x="190500" y="80963"/>
                </a:lnTo>
                <a:lnTo>
                  <a:pt x="185738" y="76200"/>
                </a:lnTo>
                <a:lnTo>
                  <a:pt x="180975" y="71438"/>
                </a:lnTo>
                <a:lnTo>
                  <a:pt x="176213" y="66675"/>
                </a:lnTo>
                <a:lnTo>
                  <a:pt x="171450" y="61913"/>
                </a:lnTo>
                <a:lnTo>
                  <a:pt x="166688" y="57150"/>
                </a:lnTo>
                <a:lnTo>
                  <a:pt x="157163" y="57150"/>
                </a:lnTo>
                <a:lnTo>
                  <a:pt x="152400" y="52388"/>
                </a:lnTo>
                <a:lnTo>
                  <a:pt x="147638" y="47625"/>
                </a:lnTo>
                <a:lnTo>
                  <a:pt x="142875" y="42863"/>
                </a:lnTo>
                <a:lnTo>
                  <a:pt x="138113" y="38100"/>
                </a:lnTo>
                <a:lnTo>
                  <a:pt x="133350" y="33338"/>
                </a:lnTo>
                <a:lnTo>
                  <a:pt x="128588" y="28575"/>
                </a:lnTo>
                <a:lnTo>
                  <a:pt x="119063" y="28575"/>
                </a:lnTo>
                <a:lnTo>
                  <a:pt x="114300" y="23813"/>
                </a:lnTo>
                <a:lnTo>
                  <a:pt x="109538" y="19050"/>
                </a:lnTo>
                <a:lnTo>
                  <a:pt x="104775" y="14288"/>
                </a:lnTo>
                <a:lnTo>
                  <a:pt x="100013" y="9525"/>
                </a:lnTo>
                <a:lnTo>
                  <a:pt x="95250" y="4763"/>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42988" y="0"/>
                </a:lnTo>
                <a:lnTo>
                  <a:pt x="1052513" y="0"/>
                </a:lnTo>
                <a:lnTo>
                  <a:pt x="1062038" y="0"/>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857567"/>
          </a:solidFill>
          <a:ln xmlns:a="http://schemas.openxmlformats.org/drawingml/2006/main" w="0">
            <a:noFill/>
            <a:prstDash val="solid"/>
          </a:ln>
        </p:spPr>
      </p:sp>
      <p:sp>
        <p:nvSpPr>
          <p:cNvPr id="649" name="layout-orange-58-1">
            <a:extLst xmlns:a="http://schemas.openxmlformats.org/drawingml/2006/main">
              <a:ext uri="{FF2B5EF4-FFF2-40B4-BE49-F238E27FC236}">
                <a16:creationId xmlns:a16="http://schemas.microsoft.com/office/drawing/2014/main" id="{D0234A49-E12F-4108-9935-AD79CE629904}"/>
              </a:ext>
            </a:extLst>
          </p:cNvPr>
          <p:cNvSpPr>
            <a:spLocks xmlns:a="http://schemas.openxmlformats.org/drawingml/2006/main" noGrp="1"/>
          </p:cNvSpPr>
          <p:nvPr/>
        </p:nvSpPr>
        <p:spPr>
          <a:xfrm xmlns:a="http://schemas.openxmlformats.org/drawingml/2006/main" rot="0">
            <a:off x="2171700" y="3552825"/>
            <a:ext cx="447675" cy="95250"/>
          </a:xfrm>
          <a:custGeom xmlns:a="http://schemas.openxmlformats.org/drawingml/2006/main">
            <a:pathLst>
              <a:path w="447675" h="95250">
                <a:moveTo>
                  <a:pt x="123825" y="4763"/>
                </a:move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4313" y="9525"/>
                </a:lnTo>
                <a:lnTo>
                  <a:pt x="204788" y="9525"/>
                </a:lnTo>
                <a:lnTo>
                  <a:pt x="200025" y="14288"/>
                </a:lnTo>
                <a:lnTo>
                  <a:pt x="200025" y="23813"/>
                </a:lnTo>
                <a:lnTo>
                  <a:pt x="195263" y="28575"/>
                </a:lnTo>
                <a:lnTo>
                  <a:pt x="190500" y="33338"/>
                </a:lnTo>
                <a:lnTo>
                  <a:pt x="190500" y="42863"/>
                </a:lnTo>
                <a:lnTo>
                  <a:pt x="190500" y="52388"/>
                </a:lnTo>
                <a:lnTo>
                  <a:pt x="195263" y="57150"/>
                </a:lnTo>
                <a:lnTo>
                  <a:pt x="200025" y="61913"/>
                </a:lnTo>
                <a:lnTo>
                  <a:pt x="204788" y="66675"/>
                </a:lnTo>
                <a:lnTo>
                  <a:pt x="209550" y="71438"/>
                </a:lnTo>
                <a:lnTo>
                  <a:pt x="214313" y="76200"/>
                </a:lnTo>
                <a:lnTo>
                  <a:pt x="223838" y="76200"/>
                </a:lnTo>
                <a:lnTo>
                  <a:pt x="233363" y="76200"/>
                </a:lnTo>
                <a:lnTo>
                  <a:pt x="242888" y="76200"/>
                </a:lnTo>
                <a:lnTo>
                  <a:pt x="252413" y="76200"/>
                </a:lnTo>
                <a:lnTo>
                  <a:pt x="257175" y="71438"/>
                </a:lnTo>
                <a:lnTo>
                  <a:pt x="261938" y="66675"/>
                </a:lnTo>
                <a:lnTo>
                  <a:pt x="266700" y="61913"/>
                </a:lnTo>
                <a:lnTo>
                  <a:pt x="271463" y="57150"/>
                </a:lnTo>
                <a:lnTo>
                  <a:pt x="276225" y="52388"/>
                </a:lnTo>
                <a:lnTo>
                  <a:pt x="276225" y="42863"/>
                </a:lnTo>
                <a:lnTo>
                  <a:pt x="276225" y="33338"/>
                </a:lnTo>
                <a:lnTo>
                  <a:pt x="271463" y="28575"/>
                </a:lnTo>
                <a:lnTo>
                  <a:pt x="266700" y="23813"/>
                </a:lnTo>
                <a:lnTo>
                  <a:pt x="266700" y="14288"/>
                </a:lnTo>
                <a:lnTo>
                  <a:pt x="261938" y="9525"/>
                </a:lnTo>
                <a:lnTo>
                  <a:pt x="252413" y="9525"/>
                </a:lnTo>
                <a:lnTo>
                  <a:pt x="247650" y="4763"/>
                </a:ln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7188" y="9525"/>
                </a:lnTo>
                <a:lnTo>
                  <a:pt x="366713" y="9525"/>
                </a:lnTo>
                <a:lnTo>
                  <a:pt x="376238" y="9525"/>
                </a:lnTo>
                <a:lnTo>
                  <a:pt x="381000" y="14288"/>
                </a:lnTo>
                <a:lnTo>
                  <a:pt x="385763" y="19050"/>
                </a:lnTo>
                <a:lnTo>
                  <a:pt x="395288" y="19050"/>
                </a:lnTo>
                <a:lnTo>
                  <a:pt x="404813" y="19050"/>
                </a:lnTo>
                <a:lnTo>
                  <a:pt x="414338" y="19050"/>
                </a:lnTo>
                <a:lnTo>
                  <a:pt x="419100" y="23813"/>
                </a:lnTo>
                <a:lnTo>
                  <a:pt x="423863" y="28575"/>
                </a:lnTo>
                <a:lnTo>
                  <a:pt x="433388" y="28575"/>
                </a:lnTo>
                <a:lnTo>
                  <a:pt x="438150" y="33338"/>
                </a:lnTo>
                <a:lnTo>
                  <a:pt x="442913" y="38100"/>
                </a:lnTo>
                <a:lnTo>
                  <a:pt x="447675" y="42863"/>
                </a:lnTo>
                <a:lnTo>
                  <a:pt x="447675" y="52388"/>
                </a:lnTo>
                <a:lnTo>
                  <a:pt x="442913" y="57150"/>
                </a:lnTo>
                <a:lnTo>
                  <a:pt x="438150" y="61913"/>
                </a:lnTo>
                <a:lnTo>
                  <a:pt x="433388" y="66675"/>
                </a:lnTo>
                <a:lnTo>
                  <a:pt x="423863" y="66675"/>
                </a:lnTo>
                <a:lnTo>
                  <a:pt x="419100" y="71438"/>
                </a:lnTo>
                <a:lnTo>
                  <a:pt x="414338" y="76200"/>
                </a:lnTo>
                <a:lnTo>
                  <a:pt x="404813" y="76200"/>
                </a:lnTo>
                <a:lnTo>
                  <a:pt x="395288" y="76200"/>
                </a:lnTo>
                <a:lnTo>
                  <a:pt x="385763" y="76200"/>
                </a:lnTo>
                <a:lnTo>
                  <a:pt x="381000" y="80963"/>
                </a:lnTo>
                <a:lnTo>
                  <a:pt x="376238" y="85725"/>
                </a:lnTo>
                <a:lnTo>
                  <a:pt x="366713" y="85725"/>
                </a:lnTo>
                <a:lnTo>
                  <a:pt x="357188" y="85725"/>
                </a:lnTo>
                <a:lnTo>
                  <a:pt x="347663" y="85725"/>
                </a:lnTo>
                <a:lnTo>
                  <a:pt x="338138" y="85725"/>
                </a:lnTo>
                <a:lnTo>
                  <a:pt x="328613" y="85725"/>
                </a:lnTo>
                <a:lnTo>
                  <a:pt x="319088" y="85725"/>
                </a:lnTo>
                <a:lnTo>
                  <a:pt x="309563" y="85725"/>
                </a:lnTo>
                <a:lnTo>
                  <a:pt x="304800" y="90488"/>
                </a:lnTo>
                <a:lnTo>
                  <a:pt x="300038" y="95250"/>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42875" y="90488"/>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9525" y="52388"/>
                </a:lnTo>
                <a:lnTo>
                  <a:pt x="4763" y="47625"/>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857567"/>
          </a:solidFill>
          <a:ln xmlns:a="http://schemas.openxmlformats.org/drawingml/2006/main" w="0">
            <a:noFill/>
            <a:prstDash val="solid"/>
          </a:ln>
        </p:spPr>
      </p:sp>
      <p:sp>
        <p:nvSpPr>
          <p:cNvPr id="650" name="layout-orange-60-0">
            <a:extLst xmlns:a="http://schemas.openxmlformats.org/drawingml/2006/main">
              <a:ext uri="{FF2B5EF4-FFF2-40B4-BE49-F238E27FC236}">
                <a16:creationId xmlns:a16="http://schemas.microsoft.com/office/drawing/2014/main" id="{57326CAB-D5E9-4187-96A3-5544C90E3368}"/>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0" y="4763"/>
                </a:moveTo>
                <a:lnTo>
                  <a:pt x="4763" y="0"/>
                </a:lnTo>
                <a:lnTo>
                  <a:pt x="14288" y="0"/>
                </a:lnTo>
                <a:lnTo>
                  <a:pt x="23813" y="0"/>
                </a:lnTo>
                <a:lnTo>
                  <a:pt x="33338" y="0"/>
                </a:lnTo>
                <a:lnTo>
                  <a:pt x="42863" y="0"/>
                </a:lnTo>
                <a:lnTo>
                  <a:pt x="52388" y="0"/>
                </a:lnTo>
                <a:lnTo>
                  <a:pt x="61913" y="0"/>
                </a:lnTo>
                <a:lnTo>
                  <a:pt x="71438" y="0"/>
                </a:lnTo>
                <a:lnTo>
                  <a:pt x="76200" y="4763"/>
                </a:lnTo>
                <a:lnTo>
                  <a:pt x="80963" y="9525"/>
                </a:lnTo>
                <a:lnTo>
                  <a:pt x="85725" y="14288"/>
                </a:lnTo>
                <a:lnTo>
                  <a:pt x="90488" y="19050"/>
                </a:lnTo>
                <a:lnTo>
                  <a:pt x="95250" y="23813"/>
                </a:lnTo>
                <a:lnTo>
                  <a:pt x="100013" y="28575"/>
                </a:lnTo>
                <a:lnTo>
                  <a:pt x="109538" y="28575"/>
                </a:lnTo>
                <a:lnTo>
                  <a:pt x="114300" y="33338"/>
                </a:lnTo>
                <a:lnTo>
                  <a:pt x="119063" y="38100"/>
                </a:lnTo>
                <a:lnTo>
                  <a:pt x="123825" y="42863"/>
                </a:lnTo>
                <a:lnTo>
                  <a:pt x="128588" y="47625"/>
                </a:lnTo>
                <a:lnTo>
                  <a:pt x="133350" y="52388"/>
                </a:lnTo>
                <a:lnTo>
                  <a:pt x="138113" y="57150"/>
                </a:lnTo>
                <a:lnTo>
                  <a:pt x="147638" y="57150"/>
                </a:lnTo>
                <a:lnTo>
                  <a:pt x="152400" y="61913"/>
                </a:lnTo>
                <a:lnTo>
                  <a:pt x="157163" y="66675"/>
                </a:lnTo>
                <a:lnTo>
                  <a:pt x="161925" y="71438"/>
                </a:lnTo>
                <a:lnTo>
                  <a:pt x="166688" y="76200"/>
                </a:lnTo>
                <a:lnTo>
                  <a:pt x="171450" y="80963"/>
                </a:lnTo>
                <a:lnTo>
                  <a:pt x="176213" y="85725"/>
                </a:lnTo>
                <a:lnTo>
                  <a:pt x="185738" y="85725"/>
                </a:lnTo>
                <a:lnTo>
                  <a:pt x="190500" y="90488"/>
                </a:lnTo>
                <a:lnTo>
                  <a:pt x="195263" y="95250"/>
                </a:lnTo>
                <a:lnTo>
                  <a:pt x="200025" y="100013"/>
                </a:lnTo>
                <a:lnTo>
                  <a:pt x="204788" y="104775"/>
                </a:lnTo>
                <a:lnTo>
                  <a:pt x="209550" y="109538"/>
                </a:lnTo>
                <a:lnTo>
                  <a:pt x="214313" y="114300"/>
                </a:lnTo>
                <a:lnTo>
                  <a:pt x="223838" y="114300"/>
                </a:lnTo>
                <a:lnTo>
                  <a:pt x="228600" y="119063"/>
                </a:lnTo>
                <a:lnTo>
                  <a:pt x="233363" y="123825"/>
                </a:lnTo>
                <a:lnTo>
                  <a:pt x="238125" y="128588"/>
                </a:lnTo>
                <a:lnTo>
                  <a:pt x="242888" y="133350"/>
                </a:lnTo>
                <a:lnTo>
                  <a:pt x="247650" y="138113"/>
                </a:lnTo>
                <a:lnTo>
                  <a:pt x="252413" y="142875"/>
                </a:lnTo>
                <a:lnTo>
                  <a:pt x="261938" y="142875"/>
                </a:lnTo>
                <a:lnTo>
                  <a:pt x="266700" y="147638"/>
                </a:lnTo>
                <a:lnTo>
                  <a:pt x="261938" y="152400"/>
                </a:lnTo>
                <a:lnTo>
                  <a:pt x="257175" y="157163"/>
                </a:lnTo>
                <a:lnTo>
                  <a:pt x="257175" y="166688"/>
                </a:lnTo>
                <a:lnTo>
                  <a:pt x="261938" y="171450"/>
                </a:lnTo>
                <a:lnTo>
                  <a:pt x="271463" y="171450"/>
                </a:lnTo>
                <a:lnTo>
                  <a:pt x="280988" y="171450"/>
                </a:lnTo>
                <a:lnTo>
                  <a:pt x="285750" y="176213"/>
                </a:lnTo>
                <a:lnTo>
                  <a:pt x="285750" y="185738"/>
                </a:lnTo>
                <a:lnTo>
                  <a:pt x="280988" y="190500"/>
                </a:lnTo>
                <a:lnTo>
                  <a:pt x="271463" y="190500"/>
                </a:lnTo>
                <a:lnTo>
                  <a:pt x="261938" y="190500"/>
                </a:lnTo>
                <a:lnTo>
                  <a:pt x="257175" y="195263"/>
                </a:lnTo>
                <a:lnTo>
                  <a:pt x="252413" y="200025"/>
                </a:lnTo>
                <a:lnTo>
                  <a:pt x="242888" y="200025"/>
                </a:lnTo>
                <a:lnTo>
                  <a:pt x="238125" y="204788"/>
                </a:lnTo>
                <a:lnTo>
                  <a:pt x="233363" y="209550"/>
                </a:lnTo>
                <a:lnTo>
                  <a:pt x="228600" y="214313"/>
                </a:lnTo>
                <a:lnTo>
                  <a:pt x="223838" y="219075"/>
                </a:lnTo>
                <a:lnTo>
                  <a:pt x="219075" y="223838"/>
                </a:lnTo>
                <a:lnTo>
                  <a:pt x="219075" y="233363"/>
                </a:lnTo>
                <a:lnTo>
                  <a:pt x="223838" y="238125"/>
                </a:lnTo>
                <a:lnTo>
                  <a:pt x="228600" y="242888"/>
                </a:lnTo>
                <a:lnTo>
                  <a:pt x="233363" y="247650"/>
                </a:lnTo>
                <a:lnTo>
                  <a:pt x="238125" y="252413"/>
                </a:lnTo>
                <a:lnTo>
                  <a:pt x="242888" y="257175"/>
                </a:lnTo>
                <a:lnTo>
                  <a:pt x="252413" y="257175"/>
                </a:lnTo>
                <a:lnTo>
                  <a:pt x="257175" y="261938"/>
                </a:lnTo>
                <a:lnTo>
                  <a:pt x="261938" y="266700"/>
                </a:lnTo>
                <a:lnTo>
                  <a:pt x="271463" y="266700"/>
                </a:lnTo>
                <a:lnTo>
                  <a:pt x="280988" y="266700"/>
                </a:lnTo>
                <a:lnTo>
                  <a:pt x="285750" y="271463"/>
                </a:lnTo>
                <a:lnTo>
                  <a:pt x="290513" y="276225"/>
                </a:lnTo>
                <a:lnTo>
                  <a:pt x="300038" y="276225"/>
                </a:lnTo>
                <a:lnTo>
                  <a:pt x="309563" y="276225"/>
                </a:lnTo>
                <a:lnTo>
                  <a:pt x="319088" y="276225"/>
                </a:lnTo>
                <a:lnTo>
                  <a:pt x="328613" y="276225"/>
                </a:lnTo>
                <a:lnTo>
                  <a:pt x="333375" y="280988"/>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85788" y="180975"/>
                </a:lnTo>
                <a:lnTo>
                  <a:pt x="581025" y="176213"/>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0538" y="171450"/>
                </a:lnTo>
                <a:lnTo>
                  <a:pt x="481013" y="171450"/>
                </a:lnTo>
                <a:lnTo>
                  <a:pt x="471488" y="171450"/>
                </a:lnTo>
                <a:lnTo>
                  <a:pt x="461963" y="171450"/>
                </a:lnTo>
                <a:lnTo>
                  <a:pt x="452438" y="171450"/>
                </a:lnTo>
                <a:lnTo>
                  <a:pt x="442913" y="171450"/>
                </a:lnTo>
                <a:lnTo>
                  <a:pt x="433388" y="171450"/>
                </a:lnTo>
                <a:lnTo>
                  <a:pt x="423863" y="171450"/>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33375" y="176213"/>
                </a:lnTo>
                <a:lnTo>
                  <a:pt x="328613" y="180975"/>
                </a:lnTo>
                <a:lnTo>
                  <a:pt x="323850" y="176213"/>
                </a:lnTo>
                <a:lnTo>
                  <a:pt x="319088" y="171450"/>
                </a:lnTo>
                <a:lnTo>
                  <a:pt x="314325" y="166688"/>
                </a:lnTo>
                <a:lnTo>
                  <a:pt x="309563" y="161925"/>
                </a:lnTo>
                <a:lnTo>
                  <a:pt x="304800" y="157163"/>
                </a:lnTo>
                <a:lnTo>
                  <a:pt x="304800" y="147638"/>
                </a:lnTo>
                <a:lnTo>
                  <a:pt x="300038" y="142875"/>
                </a:lnTo>
                <a:lnTo>
                  <a:pt x="295275" y="138113"/>
                </a:lnTo>
                <a:lnTo>
                  <a:pt x="290513" y="133350"/>
                </a:lnTo>
                <a:lnTo>
                  <a:pt x="285750" y="128588"/>
                </a:lnTo>
                <a:lnTo>
                  <a:pt x="280988" y="123825"/>
                </a:lnTo>
                <a:lnTo>
                  <a:pt x="276225" y="128588"/>
                </a:lnTo>
                <a:lnTo>
                  <a:pt x="271463" y="133350"/>
                </a:lnTo>
                <a:lnTo>
                  <a:pt x="261938" y="133350"/>
                </a:lnTo>
                <a:lnTo>
                  <a:pt x="257175" y="128588"/>
                </a:lnTo>
                <a:lnTo>
                  <a:pt x="252413" y="123825"/>
                </a:lnTo>
                <a:lnTo>
                  <a:pt x="247650" y="119063"/>
                </a:lnTo>
                <a:lnTo>
                  <a:pt x="242888" y="114300"/>
                </a:lnTo>
                <a:lnTo>
                  <a:pt x="233363" y="114300"/>
                </a:lnTo>
                <a:lnTo>
                  <a:pt x="228600" y="109538"/>
                </a:lnTo>
                <a:lnTo>
                  <a:pt x="223838" y="104775"/>
                </a:lnTo>
                <a:lnTo>
                  <a:pt x="219075" y="100013"/>
                </a:lnTo>
                <a:lnTo>
                  <a:pt x="214313" y="95250"/>
                </a:lnTo>
                <a:lnTo>
                  <a:pt x="209550" y="90488"/>
                </a:lnTo>
                <a:lnTo>
                  <a:pt x="204788" y="85725"/>
                </a:lnTo>
                <a:lnTo>
                  <a:pt x="195263" y="85725"/>
                </a:lnTo>
                <a:lnTo>
                  <a:pt x="190500" y="80963"/>
                </a:lnTo>
                <a:lnTo>
                  <a:pt x="185738" y="76200"/>
                </a:lnTo>
                <a:lnTo>
                  <a:pt x="180975" y="71438"/>
                </a:lnTo>
                <a:lnTo>
                  <a:pt x="176213" y="66675"/>
                </a:lnTo>
                <a:lnTo>
                  <a:pt x="171450" y="61913"/>
                </a:lnTo>
                <a:lnTo>
                  <a:pt x="166688" y="57150"/>
                </a:lnTo>
                <a:lnTo>
                  <a:pt x="157163" y="57150"/>
                </a:lnTo>
                <a:lnTo>
                  <a:pt x="152400" y="52388"/>
                </a:lnTo>
                <a:lnTo>
                  <a:pt x="147638" y="47625"/>
                </a:lnTo>
                <a:lnTo>
                  <a:pt x="142875" y="42863"/>
                </a:lnTo>
                <a:lnTo>
                  <a:pt x="138113" y="38100"/>
                </a:lnTo>
                <a:lnTo>
                  <a:pt x="133350" y="33338"/>
                </a:lnTo>
                <a:lnTo>
                  <a:pt x="128588" y="28575"/>
                </a:lnTo>
                <a:lnTo>
                  <a:pt x="119063" y="28575"/>
                </a:lnTo>
                <a:lnTo>
                  <a:pt x="114300" y="23813"/>
                </a:lnTo>
                <a:lnTo>
                  <a:pt x="109538" y="19050"/>
                </a:lnTo>
                <a:lnTo>
                  <a:pt x="104775" y="14288"/>
                </a:lnTo>
                <a:lnTo>
                  <a:pt x="100013" y="9525"/>
                </a:lnTo>
                <a:lnTo>
                  <a:pt x="95250" y="4763"/>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42988" y="0"/>
                </a:lnTo>
                <a:lnTo>
                  <a:pt x="1052513" y="0"/>
                </a:lnTo>
                <a:lnTo>
                  <a:pt x="1062038" y="0"/>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8A796A"/>
          </a:solidFill>
          <a:ln xmlns:a="http://schemas.openxmlformats.org/drawingml/2006/main" w="0">
            <a:noFill/>
            <a:prstDash val="solid"/>
          </a:ln>
        </p:spPr>
      </p:sp>
      <p:sp>
        <p:nvSpPr>
          <p:cNvPr id="651" name="layout-orange-60-1">
            <a:extLst xmlns:a="http://schemas.openxmlformats.org/drawingml/2006/main">
              <a:ext uri="{FF2B5EF4-FFF2-40B4-BE49-F238E27FC236}">
                <a16:creationId xmlns:a16="http://schemas.microsoft.com/office/drawing/2014/main" id="{B36B7871-C271-4C5F-BF5E-E8375AEB3DB1}"/>
              </a:ext>
            </a:extLst>
          </p:cNvPr>
          <p:cNvSpPr>
            <a:spLocks xmlns:a="http://schemas.openxmlformats.org/drawingml/2006/main" noGrp="1"/>
          </p:cNvSpPr>
          <p:nvPr/>
        </p:nvSpPr>
        <p:spPr>
          <a:xfrm xmlns:a="http://schemas.openxmlformats.org/drawingml/2006/main" rot="0">
            <a:off x="2171700" y="3552825"/>
            <a:ext cx="447675" cy="95250"/>
          </a:xfrm>
          <a:custGeom xmlns:a="http://schemas.openxmlformats.org/drawingml/2006/main">
            <a:pathLst>
              <a:path w="447675" h="95250">
                <a:moveTo>
                  <a:pt x="123825" y="4763"/>
                </a:move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4313" y="9525"/>
                </a:lnTo>
                <a:lnTo>
                  <a:pt x="204788" y="9525"/>
                </a:lnTo>
                <a:lnTo>
                  <a:pt x="200025" y="14288"/>
                </a:lnTo>
                <a:lnTo>
                  <a:pt x="200025" y="23813"/>
                </a:lnTo>
                <a:lnTo>
                  <a:pt x="195263" y="28575"/>
                </a:lnTo>
                <a:lnTo>
                  <a:pt x="190500" y="33338"/>
                </a:lnTo>
                <a:lnTo>
                  <a:pt x="190500" y="42863"/>
                </a:lnTo>
                <a:lnTo>
                  <a:pt x="190500" y="52388"/>
                </a:lnTo>
                <a:lnTo>
                  <a:pt x="195263" y="57150"/>
                </a:lnTo>
                <a:lnTo>
                  <a:pt x="200025" y="61913"/>
                </a:lnTo>
                <a:lnTo>
                  <a:pt x="204788" y="66675"/>
                </a:lnTo>
                <a:lnTo>
                  <a:pt x="209550" y="71438"/>
                </a:lnTo>
                <a:lnTo>
                  <a:pt x="214313" y="76200"/>
                </a:lnTo>
                <a:lnTo>
                  <a:pt x="223838" y="76200"/>
                </a:lnTo>
                <a:lnTo>
                  <a:pt x="233363" y="76200"/>
                </a:lnTo>
                <a:lnTo>
                  <a:pt x="242888" y="76200"/>
                </a:lnTo>
                <a:lnTo>
                  <a:pt x="252413" y="76200"/>
                </a:lnTo>
                <a:lnTo>
                  <a:pt x="257175" y="71438"/>
                </a:lnTo>
                <a:lnTo>
                  <a:pt x="261938" y="66675"/>
                </a:lnTo>
                <a:lnTo>
                  <a:pt x="266700" y="61913"/>
                </a:lnTo>
                <a:lnTo>
                  <a:pt x="271463" y="57150"/>
                </a:lnTo>
                <a:lnTo>
                  <a:pt x="276225" y="52388"/>
                </a:lnTo>
                <a:lnTo>
                  <a:pt x="276225" y="42863"/>
                </a:lnTo>
                <a:lnTo>
                  <a:pt x="276225" y="33338"/>
                </a:lnTo>
                <a:lnTo>
                  <a:pt x="271463" y="28575"/>
                </a:lnTo>
                <a:lnTo>
                  <a:pt x="266700" y="23813"/>
                </a:lnTo>
                <a:lnTo>
                  <a:pt x="266700" y="14288"/>
                </a:lnTo>
                <a:lnTo>
                  <a:pt x="261938" y="9525"/>
                </a:lnTo>
                <a:lnTo>
                  <a:pt x="252413" y="9525"/>
                </a:lnTo>
                <a:lnTo>
                  <a:pt x="247650" y="4763"/>
                </a:ln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7188" y="9525"/>
                </a:lnTo>
                <a:lnTo>
                  <a:pt x="366713" y="9525"/>
                </a:lnTo>
                <a:lnTo>
                  <a:pt x="376238" y="9525"/>
                </a:lnTo>
                <a:lnTo>
                  <a:pt x="381000" y="14288"/>
                </a:lnTo>
                <a:lnTo>
                  <a:pt x="385763" y="19050"/>
                </a:lnTo>
                <a:lnTo>
                  <a:pt x="395288" y="19050"/>
                </a:lnTo>
                <a:lnTo>
                  <a:pt x="404813" y="19050"/>
                </a:lnTo>
                <a:lnTo>
                  <a:pt x="414338" y="19050"/>
                </a:lnTo>
                <a:lnTo>
                  <a:pt x="419100" y="23813"/>
                </a:lnTo>
                <a:lnTo>
                  <a:pt x="423863" y="28575"/>
                </a:lnTo>
                <a:lnTo>
                  <a:pt x="433388" y="28575"/>
                </a:lnTo>
                <a:lnTo>
                  <a:pt x="438150" y="33338"/>
                </a:lnTo>
                <a:lnTo>
                  <a:pt x="442913" y="38100"/>
                </a:lnTo>
                <a:lnTo>
                  <a:pt x="447675" y="42863"/>
                </a:lnTo>
                <a:lnTo>
                  <a:pt x="447675" y="52388"/>
                </a:lnTo>
                <a:lnTo>
                  <a:pt x="442913" y="57150"/>
                </a:lnTo>
                <a:lnTo>
                  <a:pt x="438150" y="61913"/>
                </a:lnTo>
                <a:lnTo>
                  <a:pt x="433388" y="66675"/>
                </a:lnTo>
                <a:lnTo>
                  <a:pt x="423863" y="66675"/>
                </a:lnTo>
                <a:lnTo>
                  <a:pt x="419100" y="71438"/>
                </a:lnTo>
                <a:lnTo>
                  <a:pt x="414338" y="76200"/>
                </a:lnTo>
                <a:lnTo>
                  <a:pt x="404813" y="76200"/>
                </a:lnTo>
                <a:lnTo>
                  <a:pt x="395288" y="76200"/>
                </a:lnTo>
                <a:lnTo>
                  <a:pt x="385763" y="76200"/>
                </a:lnTo>
                <a:lnTo>
                  <a:pt x="381000" y="80963"/>
                </a:lnTo>
                <a:lnTo>
                  <a:pt x="376238" y="85725"/>
                </a:lnTo>
                <a:lnTo>
                  <a:pt x="366713" y="85725"/>
                </a:lnTo>
                <a:lnTo>
                  <a:pt x="357188" y="85725"/>
                </a:lnTo>
                <a:lnTo>
                  <a:pt x="347663" y="85725"/>
                </a:lnTo>
                <a:lnTo>
                  <a:pt x="338138" y="85725"/>
                </a:lnTo>
                <a:lnTo>
                  <a:pt x="328613" y="85725"/>
                </a:lnTo>
                <a:lnTo>
                  <a:pt x="319088" y="85725"/>
                </a:lnTo>
                <a:lnTo>
                  <a:pt x="309563" y="85725"/>
                </a:lnTo>
                <a:lnTo>
                  <a:pt x="304800" y="90488"/>
                </a:lnTo>
                <a:lnTo>
                  <a:pt x="300038" y="95250"/>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42875" y="90488"/>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9525" y="52388"/>
                </a:lnTo>
                <a:lnTo>
                  <a:pt x="4763" y="47625"/>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8A796A"/>
          </a:solidFill>
          <a:ln xmlns:a="http://schemas.openxmlformats.org/drawingml/2006/main" w="0">
            <a:noFill/>
            <a:prstDash val="solid"/>
          </a:ln>
        </p:spPr>
      </p:sp>
      <p:sp>
        <p:nvSpPr>
          <p:cNvPr id="652" name="layout-orange-62-0">
            <a:extLst xmlns:a="http://schemas.openxmlformats.org/drawingml/2006/main">
              <a:ext uri="{FF2B5EF4-FFF2-40B4-BE49-F238E27FC236}">
                <a16:creationId xmlns:a16="http://schemas.microsoft.com/office/drawing/2014/main" id="{86C8DB85-C132-48C0-A775-EB4FEE63B58B}"/>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0" y="4763"/>
                </a:moveTo>
                <a:lnTo>
                  <a:pt x="4763" y="0"/>
                </a:lnTo>
                <a:lnTo>
                  <a:pt x="14288" y="0"/>
                </a:lnTo>
                <a:lnTo>
                  <a:pt x="23813" y="0"/>
                </a:lnTo>
                <a:lnTo>
                  <a:pt x="33338" y="0"/>
                </a:lnTo>
                <a:lnTo>
                  <a:pt x="42863" y="0"/>
                </a:lnTo>
                <a:lnTo>
                  <a:pt x="52388" y="0"/>
                </a:lnTo>
                <a:lnTo>
                  <a:pt x="61913" y="0"/>
                </a:lnTo>
                <a:lnTo>
                  <a:pt x="71438" y="0"/>
                </a:lnTo>
                <a:lnTo>
                  <a:pt x="76200" y="4763"/>
                </a:lnTo>
                <a:lnTo>
                  <a:pt x="80963" y="9525"/>
                </a:lnTo>
                <a:lnTo>
                  <a:pt x="85725" y="14288"/>
                </a:lnTo>
                <a:lnTo>
                  <a:pt x="90488" y="19050"/>
                </a:lnTo>
                <a:lnTo>
                  <a:pt x="95250" y="23813"/>
                </a:lnTo>
                <a:lnTo>
                  <a:pt x="100013" y="28575"/>
                </a:lnTo>
                <a:lnTo>
                  <a:pt x="109538" y="28575"/>
                </a:lnTo>
                <a:lnTo>
                  <a:pt x="114300" y="33338"/>
                </a:lnTo>
                <a:lnTo>
                  <a:pt x="119063" y="38100"/>
                </a:lnTo>
                <a:lnTo>
                  <a:pt x="123825" y="42863"/>
                </a:lnTo>
                <a:lnTo>
                  <a:pt x="128588" y="47625"/>
                </a:lnTo>
                <a:lnTo>
                  <a:pt x="133350" y="52388"/>
                </a:lnTo>
                <a:lnTo>
                  <a:pt x="138113" y="57150"/>
                </a:lnTo>
                <a:lnTo>
                  <a:pt x="147638" y="57150"/>
                </a:lnTo>
                <a:lnTo>
                  <a:pt x="152400" y="61913"/>
                </a:lnTo>
                <a:lnTo>
                  <a:pt x="157163" y="66675"/>
                </a:lnTo>
                <a:lnTo>
                  <a:pt x="161925" y="71438"/>
                </a:lnTo>
                <a:lnTo>
                  <a:pt x="166688" y="76200"/>
                </a:lnTo>
                <a:lnTo>
                  <a:pt x="171450" y="80963"/>
                </a:lnTo>
                <a:lnTo>
                  <a:pt x="176213" y="85725"/>
                </a:lnTo>
                <a:lnTo>
                  <a:pt x="185738" y="85725"/>
                </a:lnTo>
                <a:lnTo>
                  <a:pt x="190500" y="90488"/>
                </a:lnTo>
                <a:lnTo>
                  <a:pt x="195263" y="95250"/>
                </a:lnTo>
                <a:lnTo>
                  <a:pt x="200025" y="100013"/>
                </a:lnTo>
                <a:lnTo>
                  <a:pt x="204788" y="104775"/>
                </a:lnTo>
                <a:lnTo>
                  <a:pt x="209550" y="109538"/>
                </a:lnTo>
                <a:lnTo>
                  <a:pt x="214313" y="114300"/>
                </a:lnTo>
                <a:lnTo>
                  <a:pt x="223838" y="114300"/>
                </a:lnTo>
                <a:lnTo>
                  <a:pt x="228600" y="119063"/>
                </a:lnTo>
                <a:lnTo>
                  <a:pt x="233363" y="123825"/>
                </a:lnTo>
                <a:lnTo>
                  <a:pt x="238125" y="128588"/>
                </a:lnTo>
                <a:lnTo>
                  <a:pt x="242888" y="133350"/>
                </a:lnTo>
                <a:lnTo>
                  <a:pt x="247650" y="138113"/>
                </a:lnTo>
                <a:lnTo>
                  <a:pt x="252413" y="142875"/>
                </a:lnTo>
                <a:lnTo>
                  <a:pt x="261938" y="142875"/>
                </a:lnTo>
                <a:lnTo>
                  <a:pt x="266700" y="147638"/>
                </a:lnTo>
                <a:lnTo>
                  <a:pt x="261938" y="152400"/>
                </a:lnTo>
                <a:lnTo>
                  <a:pt x="257175" y="157163"/>
                </a:lnTo>
                <a:lnTo>
                  <a:pt x="257175" y="166688"/>
                </a:lnTo>
                <a:lnTo>
                  <a:pt x="261938" y="171450"/>
                </a:lnTo>
                <a:lnTo>
                  <a:pt x="271463" y="171450"/>
                </a:lnTo>
                <a:lnTo>
                  <a:pt x="280988" y="171450"/>
                </a:lnTo>
                <a:lnTo>
                  <a:pt x="285750" y="176213"/>
                </a:lnTo>
                <a:lnTo>
                  <a:pt x="285750" y="185738"/>
                </a:lnTo>
                <a:lnTo>
                  <a:pt x="280988" y="190500"/>
                </a:lnTo>
                <a:lnTo>
                  <a:pt x="271463" y="190500"/>
                </a:lnTo>
                <a:lnTo>
                  <a:pt x="261938" y="190500"/>
                </a:lnTo>
                <a:lnTo>
                  <a:pt x="257175" y="195263"/>
                </a:lnTo>
                <a:lnTo>
                  <a:pt x="252413" y="200025"/>
                </a:lnTo>
                <a:lnTo>
                  <a:pt x="242888" y="200025"/>
                </a:lnTo>
                <a:lnTo>
                  <a:pt x="238125" y="204788"/>
                </a:lnTo>
                <a:lnTo>
                  <a:pt x="233363" y="209550"/>
                </a:lnTo>
                <a:lnTo>
                  <a:pt x="228600" y="214313"/>
                </a:lnTo>
                <a:lnTo>
                  <a:pt x="223838" y="219075"/>
                </a:lnTo>
                <a:lnTo>
                  <a:pt x="219075" y="223838"/>
                </a:lnTo>
                <a:lnTo>
                  <a:pt x="219075" y="233363"/>
                </a:lnTo>
                <a:lnTo>
                  <a:pt x="223838" y="238125"/>
                </a:lnTo>
                <a:lnTo>
                  <a:pt x="228600" y="242888"/>
                </a:lnTo>
                <a:lnTo>
                  <a:pt x="233363" y="247650"/>
                </a:lnTo>
                <a:lnTo>
                  <a:pt x="238125" y="252413"/>
                </a:lnTo>
                <a:lnTo>
                  <a:pt x="242888" y="257175"/>
                </a:lnTo>
                <a:lnTo>
                  <a:pt x="252413" y="257175"/>
                </a:lnTo>
                <a:lnTo>
                  <a:pt x="257175" y="261938"/>
                </a:lnTo>
                <a:lnTo>
                  <a:pt x="261938" y="266700"/>
                </a:lnTo>
                <a:lnTo>
                  <a:pt x="271463" y="266700"/>
                </a:lnTo>
                <a:lnTo>
                  <a:pt x="280988" y="266700"/>
                </a:lnTo>
                <a:lnTo>
                  <a:pt x="285750" y="271463"/>
                </a:lnTo>
                <a:lnTo>
                  <a:pt x="290513" y="276225"/>
                </a:lnTo>
                <a:lnTo>
                  <a:pt x="300038" y="276225"/>
                </a:lnTo>
                <a:lnTo>
                  <a:pt x="309563" y="276225"/>
                </a:lnTo>
                <a:lnTo>
                  <a:pt x="319088" y="276225"/>
                </a:lnTo>
                <a:lnTo>
                  <a:pt x="328613" y="276225"/>
                </a:lnTo>
                <a:lnTo>
                  <a:pt x="333375" y="280988"/>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85788" y="180975"/>
                </a:lnTo>
                <a:lnTo>
                  <a:pt x="581025" y="176213"/>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0538" y="171450"/>
                </a:lnTo>
                <a:lnTo>
                  <a:pt x="481013" y="171450"/>
                </a:lnTo>
                <a:lnTo>
                  <a:pt x="471488" y="171450"/>
                </a:lnTo>
                <a:lnTo>
                  <a:pt x="461963" y="171450"/>
                </a:lnTo>
                <a:lnTo>
                  <a:pt x="452438" y="171450"/>
                </a:lnTo>
                <a:lnTo>
                  <a:pt x="442913" y="171450"/>
                </a:lnTo>
                <a:lnTo>
                  <a:pt x="433388" y="171450"/>
                </a:lnTo>
                <a:lnTo>
                  <a:pt x="423863" y="171450"/>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33375" y="176213"/>
                </a:lnTo>
                <a:lnTo>
                  <a:pt x="328613" y="180975"/>
                </a:lnTo>
                <a:lnTo>
                  <a:pt x="323850" y="176213"/>
                </a:lnTo>
                <a:lnTo>
                  <a:pt x="319088" y="171450"/>
                </a:lnTo>
                <a:lnTo>
                  <a:pt x="314325" y="166688"/>
                </a:lnTo>
                <a:lnTo>
                  <a:pt x="309563" y="161925"/>
                </a:lnTo>
                <a:lnTo>
                  <a:pt x="304800" y="157163"/>
                </a:lnTo>
                <a:lnTo>
                  <a:pt x="304800" y="147638"/>
                </a:lnTo>
                <a:lnTo>
                  <a:pt x="300038" y="142875"/>
                </a:lnTo>
                <a:lnTo>
                  <a:pt x="295275" y="138113"/>
                </a:lnTo>
                <a:lnTo>
                  <a:pt x="290513" y="133350"/>
                </a:lnTo>
                <a:lnTo>
                  <a:pt x="285750" y="128588"/>
                </a:lnTo>
                <a:lnTo>
                  <a:pt x="280988" y="123825"/>
                </a:lnTo>
                <a:lnTo>
                  <a:pt x="276225" y="128588"/>
                </a:lnTo>
                <a:lnTo>
                  <a:pt x="271463" y="133350"/>
                </a:lnTo>
                <a:lnTo>
                  <a:pt x="261938" y="133350"/>
                </a:lnTo>
                <a:lnTo>
                  <a:pt x="257175" y="128588"/>
                </a:lnTo>
                <a:lnTo>
                  <a:pt x="252413" y="123825"/>
                </a:lnTo>
                <a:lnTo>
                  <a:pt x="247650" y="119063"/>
                </a:lnTo>
                <a:lnTo>
                  <a:pt x="242888" y="114300"/>
                </a:lnTo>
                <a:lnTo>
                  <a:pt x="233363" y="114300"/>
                </a:lnTo>
                <a:lnTo>
                  <a:pt x="228600" y="109538"/>
                </a:lnTo>
                <a:lnTo>
                  <a:pt x="223838" y="104775"/>
                </a:lnTo>
                <a:lnTo>
                  <a:pt x="219075" y="100013"/>
                </a:lnTo>
                <a:lnTo>
                  <a:pt x="214313" y="95250"/>
                </a:lnTo>
                <a:lnTo>
                  <a:pt x="209550" y="90488"/>
                </a:lnTo>
                <a:lnTo>
                  <a:pt x="204788" y="85725"/>
                </a:lnTo>
                <a:lnTo>
                  <a:pt x="195263" y="85725"/>
                </a:lnTo>
                <a:lnTo>
                  <a:pt x="190500" y="80963"/>
                </a:lnTo>
                <a:lnTo>
                  <a:pt x="185738" y="76200"/>
                </a:lnTo>
                <a:lnTo>
                  <a:pt x="180975" y="71438"/>
                </a:lnTo>
                <a:lnTo>
                  <a:pt x="176213" y="66675"/>
                </a:lnTo>
                <a:lnTo>
                  <a:pt x="171450" y="61913"/>
                </a:lnTo>
                <a:lnTo>
                  <a:pt x="166688" y="57150"/>
                </a:lnTo>
                <a:lnTo>
                  <a:pt x="157163" y="57150"/>
                </a:lnTo>
                <a:lnTo>
                  <a:pt x="152400" y="52388"/>
                </a:lnTo>
                <a:lnTo>
                  <a:pt x="147638" y="47625"/>
                </a:lnTo>
                <a:lnTo>
                  <a:pt x="142875" y="42863"/>
                </a:lnTo>
                <a:lnTo>
                  <a:pt x="138113" y="38100"/>
                </a:lnTo>
                <a:lnTo>
                  <a:pt x="133350" y="33338"/>
                </a:lnTo>
                <a:lnTo>
                  <a:pt x="128588" y="28575"/>
                </a:lnTo>
                <a:lnTo>
                  <a:pt x="123825" y="23813"/>
                </a:lnTo>
                <a:lnTo>
                  <a:pt x="119063" y="19050"/>
                </a:lnTo>
                <a:lnTo>
                  <a:pt x="109538" y="19050"/>
                </a:lnTo>
                <a:lnTo>
                  <a:pt x="104775" y="14288"/>
                </a:lnTo>
                <a:lnTo>
                  <a:pt x="100013" y="9525"/>
                </a:lnTo>
                <a:lnTo>
                  <a:pt x="95250" y="4763"/>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42988" y="0"/>
                </a:lnTo>
                <a:lnTo>
                  <a:pt x="1052513" y="0"/>
                </a:lnTo>
                <a:lnTo>
                  <a:pt x="1062038" y="0"/>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997D60"/>
          </a:solidFill>
          <a:ln xmlns:a="http://schemas.openxmlformats.org/drawingml/2006/main" w="0">
            <a:noFill/>
            <a:prstDash val="solid"/>
          </a:ln>
        </p:spPr>
      </p:sp>
      <p:sp>
        <p:nvSpPr>
          <p:cNvPr id="653" name="layout-orange-62-1">
            <a:extLst xmlns:a="http://schemas.openxmlformats.org/drawingml/2006/main">
              <a:ext uri="{FF2B5EF4-FFF2-40B4-BE49-F238E27FC236}">
                <a16:creationId xmlns:a16="http://schemas.microsoft.com/office/drawing/2014/main" id="{8FD9B070-6F9F-49C4-8598-B0BF4B0F1B33}"/>
              </a:ext>
            </a:extLst>
          </p:cNvPr>
          <p:cNvSpPr>
            <a:spLocks xmlns:a="http://schemas.openxmlformats.org/drawingml/2006/main" noGrp="1"/>
          </p:cNvSpPr>
          <p:nvPr/>
        </p:nvSpPr>
        <p:spPr>
          <a:xfrm xmlns:a="http://schemas.openxmlformats.org/drawingml/2006/main" rot="0">
            <a:off x="2171700" y="3552825"/>
            <a:ext cx="447675" cy="95250"/>
          </a:xfrm>
          <a:custGeom xmlns:a="http://schemas.openxmlformats.org/drawingml/2006/main">
            <a:pathLst>
              <a:path w="447675" h="95250">
                <a:moveTo>
                  <a:pt x="123825" y="4763"/>
                </a:move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4313" y="9525"/>
                </a:lnTo>
                <a:lnTo>
                  <a:pt x="204788" y="9525"/>
                </a:lnTo>
                <a:lnTo>
                  <a:pt x="200025" y="14288"/>
                </a:lnTo>
                <a:lnTo>
                  <a:pt x="200025" y="23813"/>
                </a:lnTo>
                <a:lnTo>
                  <a:pt x="195263" y="28575"/>
                </a:lnTo>
                <a:lnTo>
                  <a:pt x="190500" y="33338"/>
                </a:lnTo>
                <a:lnTo>
                  <a:pt x="190500" y="42863"/>
                </a:lnTo>
                <a:lnTo>
                  <a:pt x="190500" y="52388"/>
                </a:lnTo>
                <a:lnTo>
                  <a:pt x="195263" y="57150"/>
                </a:lnTo>
                <a:lnTo>
                  <a:pt x="200025" y="61913"/>
                </a:lnTo>
                <a:lnTo>
                  <a:pt x="204788" y="66675"/>
                </a:lnTo>
                <a:lnTo>
                  <a:pt x="209550" y="71438"/>
                </a:lnTo>
                <a:lnTo>
                  <a:pt x="214313" y="76200"/>
                </a:lnTo>
                <a:lnTo>
                  <a:pt x="223838" y="76200"/>
                </a:lnTo>
                <a:lnTo>
                  <a:pt x="233363" y="76200"/>
                </a:lnTo>
                <a:lnTo>
                  <a:pt x="242888" y="76200"/>
                </a:lnTo>
                <a:lnTo>
                  <a:pt x="252413" y="76200"/>
                </a:lnTo>
                <a:lnTo>
                  <a:pt x="257175" y="71438"/>
                </a:lnTo>
                <a:lnTo>
                  <a:pt x="261938" y="66675"/>
                </a:lnTo>
                <a:lnTo>
                  <a:pt x="266700" y="61913"/>
                </a:lnTo>
                <a:lnTo>
                  <a:pt x="271463" y="57150"/>
                </a:lnTo>
                <a:lnTo>
                  <a:pt x="276225" y="52388"/>
                </a:lnTo>
                <a:lnTo>
                  <a:pt x="276225" y="42863"/>
                </a:lnTo>
                <a:lnTo>
                  <a:pt x="276225" y="33338"/>
                </a:lnTo>
                <a:lnTo>
                  <a:pt x="271463" y="28575"/>
                </a:lnTo>
                <a:lnTo>
                  <a:pt x="266700" y="23813"/>
                </a:lnTo>
                <a:lnTo>
                  <a:pt x="266700" y="14288"/>
                </a:lnTo>
                <a:lnTo>
                  <a:pt x="261938" y="9525"/>
                </a:lnTo>
                <a:lnTo>
                  <a:pt x="252413" y="9525"/>
                </a:lnTo>
                <a:lnTo>
                  <a:pt x="247650" y="4763"/>
                </a:ln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7188" y="9525"/>
                </a:lnTo>
                <a:lnTo>
                  <a:pt x="366713" y="9525"/>
                </a:lnTo>
                <a:lnTo>
                  <a:pt x="376238" y="9525"/>
                </a:lnTo>
                <a:lnTo>
                  <a:pt x="381000" y="14288"/>
                </a:lnTo>
                <a:lnTo>
                  <a:pt x="385763" y="19050"/>
                </a:lnTo>
                <a:lnTo>
                  <a:pt x="395288" y="19050"/>
                </a:lnTo>
                <a:lnTo>
                  <a:pt x="404813" y="19050"/>
                </a:lnTo>
                <a:lnTo>
                  <a:pt x="414338" y="19050"/>
                </a:lnTo>
                <a:lnTo>
                  <a:pt x="419100" y="23813"/>
                </a:lnTo>
                <a:lnTo>
                  <a:pt x="423863" y="28575"/>
                </a:lnTo>
                <a:lnTo>
                  <a:pt x="433388" y="28575"/>
                </a:lnTo>
                <a:lnTo>
                  <a:pt x="438150" y="33338"/>
                </a:lnTo>
                <a:lnTo>
                  <a:pt x="442913" y="38100"/>
                </a:lnTo>
                <a:lnTo>
                  <a:pt x="447675" y="42863"/>
                </a:lnTo>
                <a:lnTo>
                  <a:pt x="447675" y="52388"/>
                </a:lnTo>
                <a:lnTo>
                  <a:pt x="442913" y="57150"/>
                </a:lnTo>
                <a:lnTo>
                  <a:pt x="438150" y="61913"/>
                </a:lnTo>
                <a:lnTo>
                  <a:pt x="433388" y="66675"/>
                </a:lnTo>
                <a:lnTo>
                  <a:pt x="423863" y="66675"/>
                </a:lnTo>
                <a:lnTo>
                  <a:pt x="419100" y="71438"/>
                </a:lnTo>
                <a:lnTo>
                  <a:pt x="414338" y="76200"/>
                </a:lnTo>
                <a:lnTo>
                  <a:pt x="404813" y="76200"/>
                </a:lnTo>
                <a:lnTo>
                  <a:pt x="395288" y="76200"/>
                </a:lnTo>
                <a:lnTo>
                  <a:pt x="385763" y="76200"/>
                </a:lnTo>
                <a:lnTo>
                  <a:pt x="381000" y="80963"/>
                </a:lnTo>
                <a:lnTo>
                  <a:pt x="376238" y="85725"/>
                </a:lnTo>
                <a:lnTo>
                  <a:pt x="366713" y="85725"/>
                </a:lnTo>
                <a:lnTo>
                  <a:pt x="357188" y="85725"/>
                </a:lnTo>
                <a:lnTo>
                  <a:pt x="347663" y="85725"/>
                </a:lnTo>
                <a:lnTo>
                  <a:pt x="338138" y="85725"/>
                </a:lnTo>
                <a:lnTo>
                  <a:pt x="328613" y="85725"/>
                </a:lnTo>
                <a:lnTo>
                  <a:pt x="319088" y="85725"/>
                </a:lnTo>
                <a:lnTo>
                  <a:pt x="309563" y="85725"/>
                </a:lnTo>
                <a:lnTo>
                  <a:pt x="304800" y="90488"/>
                </a:lnTo>
                <a:lnTo>
                  <a:pt x="300038" y="95250"/>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42875" y="90488"/>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9525" y="52388"/>
                </a:lnTo>
                <a:lnTo>
                  <a:pt x="4763" y="47625"/>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997D60"/>
          </a:solidFill>
          <a:ln xmlns:a="http://schemas.openxmlformats.org/drawingml/2006/main" w="0">
            <a:noFill/>
            <a:prstDash val="solid"/>
          </a:ln>
        </p:spPr>
      </p:sp>
      <p:sp>
        <p:nvSpPr>
          <p:cNvPr id="654" name="layout-orange-63-0">
            <a:extLst xmlns:a="http://schemas.openxmlformats.org/drawingml/2006/main">
              <a:ext uri="{FF2B5EF4-FFF2-40B4-BE49-F238E27FC236}">
                <a16:creationId xmlns:a16="http://schemas.microsoft.com/office/drawing/2014/main" id="{E3AE4223-D572-4C03-8635-5D0C406AE01D}"/>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0" y="4763"/>
                </a:moveTo>
                <a:lnTo>
                  <a:pt x="4763" y="0"/>
                </a:lnTo>
                <a:lnTo>
                  <a:pt x="14288" y="0"/>
                </a:lnTo>
                <a:lnTo>
                  <a:pt x="23813" y="0"/>
                </a:lnTo>
                <a:lnTo>
                  <a:pt x="33338" y="0"/>
                </a:lnTo>
                <a:lnTo>
                  <a:pt x="42863" y="0"/>
                </a:lnTo>
                <a:lnTo>
                  <a:pt x="52388" y="0"/>
                </a:lnTo>
                <a:lnTo>
                  <a:pt x="61913" y="0"/>
                </a:lnTo>
                <a:lnTo>
                  <a:pt x="71438" y="0"/>
                </a:lnTo>
                <a:lnTo>
                  <a:pt x="76200" y="4763"/>
                </a:lnTo>
                <a:lnTo>
                  <a:pt x="80963" y="9525"/>
                </a:lnTo>
                <a:lnTo>
                  <a:pt x="85725" y="14288"/>
                </a:lnTo>
                <a:lnTo>
                  <a:pt x="90488" y="19050"/>
                </a:lnTo>
                <a:lnTo>
                  <a:pt x="95250" y="23813"/>
                </a:lnTo>
                <a:lnTo>
                  <a:pt x="100013" y="28575"/>
                </a:lnTo>
                <a:lnTo>
                  <a:pt x="109538" y="28575"/>
                </a:lnTo>
                <a:lnTo>
                  <a:pt x="114300" y="33338"/>
                </a:lnTo>
                <a:lnTo>
                  <a:pt x="119063" y="38100"/>
                </a:lnTo>
                <a:lnTo>
                  <a:pt x="123825" y="42863"/>
                </a:lnTo>
                <a:lnTo>
                  <a:pt x="128588" y="47625"/>
                </a:lnTo>
                <a:lnTo>
                  <a:pt x="133350" y="52388"/>
                </a:lnTo>
                <a:lnTo>
                  <a:pt x="138113" y="57150"/>
                </a:lnTo>
                <a:lnTo>
                  <a:pt x="147638" y="57150"/>
                </a:lnTo>
                <a:lnTo>
                  <a:pt x="152400" y="61913"/>
                </a:lnTo>
                <a:lnTo>
                  <a:pt x="157163" y="66675"/>
                </a:lnTo>
                <a:lnTo>
                  <a:pt x="161925" y="71438"/>
                </a:lnTo>
                <a:lnTo>
                  <a:pt x="166688" y="76200"/>
                </a:lnTo>
                <a:lnTo>
                  <a:pt x="171450" y="80963"/>
                </a:lnTo>
                <a:lnTo>
                  <a:pt x="176213" y="85725"/>
                </a:lnTo>
                <a:lnTo>
                  <a:pt x="185738" y="85725"/>
                </a:lnTo>
                <a:lnTo>
                  <a:pt x="190500" y="90488"/>
                </a:lnTo>
                <a:lnTo>
                  <a:pt x="195263" y="95250"/>
                </a:lnTo>
                <a:lnTo>
                  <a:pt x="200025" y="100013"/>
                </a:lnTo>
                <a:lnTo>
                  <a:pt x="204788" y="104775"/>
                </a:lnTo>
                <a:lnTo>
                  <a:pt x="209550" y="109538"/>
                </a:lnTo>
                <a:lnTo>
                  <a:pt x="214313" y="114300"/>
                </a:lnTo>
                <a:lnTo>
                  <a:pt x="223838" y="114300"/>
                </a:lnTo>
                <a:lnTo>
                  <a:pt x="228600" y="119063"/>
                </a:lnTo>
                <a:lnTo>
                  <a:pt x="233363" y="123825"/>
                </a:lnTo>
                <a:lnTo>
                  <a:pt x="238125" y="128588"/>
                </a:lnTo>
                <a:lnTo>
                  <a:pt x="242888" y="133350"/>
                </a:lnTo>
                <a:lnTo>
                  <a:pt x="247650" y="138113"/>
                </a:lnTo>
                <a:lnTo>
                  <a:pt x="252413" y="142875"/>
                </a:lnTo>
                <a:lnTo>
                  <a:pt x="261938" y="142875"/>
                </a:lnTo>
                <a:lnTo>
                  <a:pt x="266700" y="147638"/>
                </a:lnTo>
                <a:lnTo>
                  <a:pt x="261938" y="152400"/>
                </a:lnTo>
                <a:lnTo>
                  <a:pt x="257175" y="157163"/>
                </a:lnTo>
                <a:lnTo>
                  <a:pt x="257175" y="166688"/>
                </a:lnTo>
                <a:lnTo>
                  <a:pt x="261938" y="171450"/>
                </a:lnTo>
                <a:lnTo>
                  <a:pt x="271463" y="171450"/>
                </a:lnTo>
                <a:lnTo>
                  <a:pt x="280988" y="171450"/>
                </a:lnTo>
                <a:lnTo>
                  <a:pt x="285750" y="176213"/>
                </a:lnTo>
                <a:lnTo>
                  <a:pt x="285750" y="185738"/>
                </a:lnTo>
                <a:lnTo>
                  <a:pt x="280988" y="190500"/>
                </a:lnTo>
                <a:lnTo>
                  <a:pt x="271463" y="190500"/>
                </a:lnTo>
                <a:lnTo>
                  <a:pt x="261938" y="190500"/>
                </a:lnTo>
                <a:lnTo>
                  <a:pt x="257175" y="195263"/>
                </a:lnTo>
                <a:lnTo>
                  <a:pt x="252413" y="200025"/>
                </a:lnTo>
                <a:lnTo>
                  <a:pt x="242888" y="200025"/>
                </a:lnTo>
                <a:lnTo>
                  <a:pt x="238125" y="204788"/>
                </a:lnTo>
                <a:lnTo>
                  <a:pt x="233363" y="209550"/>
                </a:lnTo>
                <a:lnTo>
                  <a:pt x="228600" y="214313"/>
                </a:lnTo>
                <a:lnTo>
                  <a:pt x="223838" y="219075"/>
                </a:lnTo>
                <a:lnTo>
                  <a:pt x="219075" y="223838"/>
                </a:lnTo>
                <a:lnTo>
                  <a:pt x="219075" y="233363"/>
                </a:lnTo>
                <a:lnTo>
                  <a:pt x="223838" y="238125"/>
                </a:lnTo>
                <a:lnTo>
                  <a:pt x="228600" y="242888"/>
                </a:lnTo>
                <a:lnTo>
                  <a:pt x="233363" y="247650"/>
                </a:lnTo>
                <a:lnTo>
                  <a:pt x="238125" y="252413"/>
                </a:lnTo>
                <a:lnTo>
                  <a:pt x="242888" y="257175"/>
                </a:lnTo>
                <a:lnTo>
                  <a:pt x="252413" y="257175"/>
                </a:lnTo>
                <a:lnTo>
                  <a:pt x="257175" y="261938"/>
                </a:lnTo>
                <a:lnTo>
                  <a:pt x="261938" y="266700"/>
                </a:lnTo>
                <a:lnTo>
                  <a:pt x="271463" y="266700"/>
                </a:lnTo>
                <a:lnTo>
                  <a:pt x="280988" y="266700"/>
                </a:lnTo>
                <a:lnTo>
                  <a:pt x="285750" y="271463"/>
                </a:lnTo>
                <a:lnTo>
                  <a:pt x="290513" y="276225"/>
                </a:lnTo>
                <a:lnTo>
                  <a:pt x="300038" y="276225"/>
                </a:lnTo>
                <a:lnTo>
                  <a:pt x="309563" y="276225"/>
                </a:lnTo>
                <a:lnTo>
                  <a:pt x="319088" y="276225"/>
                </a:lnTo>
                <a:lnTo>
                  <a:pt x="328613" y="276225"/>
                </a:lnTo>
                <a:lnTo>
                  <a:pt x="333375" y="280988"/>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85788" y="180975"/>
                </a:lnTo>
                <a:lnTo>
                  <a:pt x="581025" y="176213"/>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0538" y="171450"/>
                </a:lnTo>
                <a:lnTo>
                  <a:pt x="481013" y="171450"/>
                </a:lnTo>
                <a:lnTo>
                  <a:pt x="471488" y="171450"/>
                </a:lnTo>
                <a:lnTo>
                  <a:pt x="461963" y="171450"/>
                </a:lnTo>
                <a:lnTo>
                  <a:pt x="452438" y="171450"/>
                </a:lnTo>
                <a:lnTo>
                  <a:pt x="442913" y="171450"/>
                </a:lnTo>
                <a:lnTo>
                  <a:pt x="433388" y="171450"/>
                </a:lnTo>
                <a:lnTo>
                  <a:pt x="423863" y="171450"/>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33375" y="176213"/>
                </a:lnTo>
                <a:lnTo>
                  <a:pt x="328613" y="180975"/>
                </a:lnTo>
                <a:lnTo>
                  <a:pt x="323850" y="176213"/>
                </a:lnTo>
                <a:lnTo>
                  <a:pt x="319088" y="171450"/>
                </a:lnTo>
                <a:lnTo>
                  <a:pt x="314325" y="166688"/>
                </a:lnTo>
                <a:lnTo>
                  <a:pt x="309563" y="161925"/>
                </a:lnTo>
                <a:lnTo>
                  <a:pt x="304800" y="157163"/>
                </a:lnTo>
                <a:lnTo>
                  <a:pt x="304800" y="147638"/>
                </a:lnTo>
                <a:lnTo>
                  <a:pt x="300038" y="142875"/>
                </a:lnTo>
                <a:lnTo>
                  <a:pt x="295275" y="138113"/>
                </a:lnTo>
                <a:lnTo>
                  <a:pt x="295275" y="128588"/>
                </a:lnTo>
                <a:lnTo>
                  <a:pt x="290513" y="123825"/>
                </a:lnTo>
                <a:lnTo>
                  <a:pt x="280988" y="123825"/>
                </a:lnTo>
                <a:lnTo>
                  <a:pt x="276225" y="128588"/>
                </a:lnTo>
                <a:lnTo>
                  <a:pt x="271463" y="133350"/>
                </a:lnTo>
                <a:lnTo>
                  <a:pt x="261938" y="133350"/>
                </a:lnTo>
                <a:lnTo>
                  <a:pt x="257175" y="128588"/>
                </a:lnTo>
                <a:lnTo>
                  <a:pt x="252413" y="123825"/>
                </a:lnTo>
                <a:lnTo>
                  <a:pt x="247650" y="119063"/>
                </a:lnTo>
                <a:lnTo>
                  <a:pt x="242888" y="114300"/>
                </a:lnTo>
                <a:lnTo>
                  <a:pt x="233363" y="114300"/>
                </a:lnTo>
                <a:lnTo>
                  <a:pt x="228600" y="109538"/>
                </a:lnTo>
                <a:lnTo>
                  <a:pt x="223838" y="104775"/>
                </a:lnTo>
                <a:lnTo>
                  <a:pt x="219075" y="100013"/>
                </a:lnTo>
                <a:lnTo>
                  <a:pt x="214313" y="95250"/>
                </a:lnTo>
                <a:lnTo>
                  <a:pt x="209550" y="90488"/>
                </a:lnTo>
                <a:lnTo>
                  <a:pt x="204788" y="85725"/>
                </a:lnTo>
                <a:lnTo>
                  <a:pt x="195263" y="85725"/>
                </a:lnTo>
                <a:lnTo>
                  <a:pt x="190500" y="80963"/>
                </a:lnTo>
                <a:lnTo>
                  <a:pt x="185738" y="76200"/>
                </a:lnTo>
                <a:lnTo>
                  <a:pt x="180975" y="71438"/>
                </a:lnTo>
                <a:lnTo>
                  <a:pt x="176213" y="66675"/>
                </a:lnTo>
                <a:lnTo>
                  <a:pt x="171450" y="61913"/>
                </a:lnTo>
                <a:lnTo>
                  <a:pt x="166688" y="57150"/>
                </a:lnTo>
                <a:lnTo>
                  <a:pt x="157163" y="57150"/>
                </a:lnTo>
                <a:lnTo>
                  <a:pt x="152400" y="52388"/>
                </a:lnTo>
                <a:lnTo>
                  <a:pt x="147638" y="47625"/>
                </a:lnTo>
                <a:lnTo>
                  <a:pt x="142875" y="42863"/>
                </a:lnTo>
                <a:lnTo>
                  <a:pt x="138113" y="38100"/>
                </a:lnTo>
                <a:lnTo>
                  <a:pt x="133350" y="33338"/>
                </a:lnTo>
                <a:lnTo>
                  <a:pt x="128588" y="28575"/>
                </a:lnTo>
                <a:lnTo>
                  <a:pt x="123825" y="23813"/>
                </a:lnTo>
                <a:lnTo>
                  <a:pt x="119063" y="19050"/>
                </a:lnTo>
                <a:lnTo>
                  <a:pt x="109538" y="19050"/>
                </a:lnTo>
                <a:lnTo>
                  <a:pt x="104775" y="14288"/>
                </a:lnTo>
                <a:lnTo>
                  <a:pt x="100013" y="9525"/>
                </a:lnTo>
                <a:lnTo>
                  <a:pt x="95250" y="4763"/>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42988" y="0"/>
                </a:lnTo>
                <a:lnTo>
                  <a:pt x="1052513" y="0"/>
                </a:lnTo>
                <a:lnTo>
                  <a:pt x="1062038" y="0"/>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8F7E6E"/>
          </a:solidFill>
          <a:ln xmlns:a="http://schemas.openxmlformats.org/drawingml/2006/main" w="0">
            <a:noFill/>
            <a:prstDash val="solid"/>
          </a:ln>
        </p:spPr>
      </p:sp>
      <p:sp>
        <p:nvSpPr>
          <p:cNvPr id="655" name="layout-orange-63-1">
            <a:extLst xmlns:a="http://schemas.openxmlformats.org/drawingml/2006/main">
              <a:ext uri="{FF2B5EF4-FFF2-40B4-BE49-F238E27FC236}">
                <a16:creationId xmlns:a16="http://schemas.microsoft.com/office/drawing/2014/main" id="{AFDE6EB2-C788-4359-AA35-594D22B22494}"/>
              </a:ext>
            </a:extLst>
          </p:cNvPr>
          <p:cNvSpPr>
            <a:spLocks xmlns:a="http://schemas.openxmlformats.org/drawingml/2006/main" noGrp="1"/>
          </p:cNvSpPr>
          <p:nvPr/>
        </p:nvSpPr>
        <p:spPr>
          <a:xfrm xmlns:a="http://schemas.openxmlformats.org/drawingml/2006/main" rot="0">
            <a:off x="2171700" y="3552825"/>
            <a:ext cx="447675" cy="95250"/>
          </a:xfrm>
          <a:custGeom xmlns:a="http://schemas.openxmlformats.org/drawingml/2006/main">
            <a:pathLst>
              <a:path w="447675" h="95250">
                <a:moveTo>
                  <a:pt x="123825" y="4763"/>
                </a:move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4313" y="9525"/>
                </a:lnTo>
                <a:lnTo>
                  <a:pt x="204788" y="9525"/>
                </a:lnTo>
                <a:lnTo>
                  <a:pt x="200025" y="14288"/>
                </a:lnTo>
                <a:lnTo>
                  <a:pt x="200025" y="23813"/>
                </a:lnTo>
                <a:lnTo>
                  <a:pt x="195263" y="28575"/>
                </a:lnTo>
                <a:lnTo>
                  <a:pt x="190500" y="33338"/>
                </a:lnTo>
                <a:lnTo>
                  <a:pt x="190500" y="42863"/>
                </a:lnTo>
                <a:lnTo>
                  <a:pt x="190500" y="52388"/>
                </a:lnTo>
                <a:lnTo>
                  <a:pt x="195263" y="57150"/>
                </a:lnTo>
                <a:lnTo>
                  <a:pt x="200025" y="61913"/>
                </a:lnTo>
                <a:lnTo>
                  <a:pt x="204788" y="66675"/>
                </a:lnTo>
                <a:lnTo>
                  <a:pt x="209550" y="71438"/>
                </a:lnTo>
                <a:lnTo>
                  <a:pt x="214313" y="76200"/>
                </a:lnTo>
                <a:lnTo>
                  <a:pt x="223838" y="76200"/>
                </a:lnTo>
                <a:lnTo>
                  <a:pt x="233363" y="76200"/>
                </a:lnTo>
                <a:lnTo>
                  <a:pt x="242888" y="76200"/>
                </a:lnTo>
                <a:lnTo>
                  <a:pt x="252413" y="76200"/>
                </a:lnTo>
                <a:lnTo>
                  <a:pt x="257175" y="71438"/>
                </a:lnTo>
                <a:lnTo>
                  <a:pt x="261938" y="66675"/>
                </a:lnTo>
                <a:lnTo>
                  <a:pt x="266700" y="61913"/>
                </a:lnTo>
                <a:lnTo>
                  <a:pt x="271463" y="57150"/>
                </a:lnTo>
                <a:lnTo>
                  <a:pt x="276225" y="52388"/>
                </a:lnTo>
                <a:lnTo>
                  <a:pt x="276225" y="42863"/>
                </a:lnTo>
                <a:lnTo>
                  <a:pt x="276225" y="33338"/>
                </a:lnTo>
                <a:lnTo>
                  <a:pt x="271463" y="28575"/>
                </a:lnTo>
                <a:lnTo>
                  <a:pt x="266700" y="23813"/>
                </a:lnTo>
                <a:lnTo>
                  <a:pt x="266700" y="14288"/>
                </a:lnTo>
                <a:lnTo>
                  <a:pt x="261938" y="9525"/>
                </a:lnTo>
                <a:lnTo>
                  <a:pt x="252413" y="9525"/>
                </a:lnTo>
                <a:lnTo>
                  <a:pt x="247650" y="4763"/>
                </a:ln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7188" y="9525"/>
                </a:lnTo>
                <a:lnTo>
                  <a:pt x="366713" y="9525"/>
                </a:lnTo>
                <a:lnTo>
                  <a:pt x="376238" y="9525"/>
                </a:lnTo>
                <a:lnTo>
                  <a:pt x="381000" y="14288"/>
                </a:lnTo>
                <a:lnTo>
                  <a:pt x="385763" y="19050"/>
                </a:lnTo>
                <a:lnTo>
                  <a:pt x="395288" y="19050"/>
                </a:lnTo>
                <a:lnTo>
                  <a:pt x="404813" y="19050"/>
                </a:lnTo>
                <a:lnTo>
                  <a:pt x="414338" y="19050"/>
                </a:lnTo>
                <a:lnTo>
                  <a:pt x="419100" y="23813"/>
                </a:lnTo>
                <a:lnTo>
                  <a:pt x="423863" y="28575"/>
                </a:lnTo>
                <a:lnTo>
                  <a:pt x="433388" y="28575"/>
                </a:lnTo>
                <a:lnTo>
                  <a:pt x="438150" y="33338"/>
                </a:lnTo>
                <a:lnTo>
                  <a:pt x="442913" y="38100"/>
                </a:lnTo>
                <a:lnTo>
                  <a:pt x="447675" y="42863"/>
                </a:lnTo>
                <a:lnTo>
                  <a:pt x="447675" y="52388"/>
                </a:lnTo>
                <a:lnTo>
                  <a:pt x="442913" y="57150"/>
                </a:lnTo>
                <a:lnTo>
                  <a:pt x="438150" y="61913"/>
                </a:lnTo>
                <a:lnTo>
                  <a:pt x="433388" y="66675"/>
                </a:lnTo>
                <a:lnTo>
                  <a:pt x="423863" y="66675"/>
                </a:lnTo>
                <a:lnTo>
                  <a:pt x="419100" y="71438"/>
                </a:lnTo>
                <a:lnTo>
                  <a:pt x="414338" y="76200"/>
                </a:lnTo>
                <a:lnTo>
                  <a:pt x="404813" y="76200"/>
                </a:lnTo>
                <a:lnTo>
                  <a:pt x="395288" y="76200"/>
                </a:lnTo>
                <a:lnTo>
                  <a:pt x="385763" y="76200"/>
                </a:lnTo>
                <a:lnTo>
                  <a:pt x="381000" y="80963"/>
                </a:lnTo>
                <a:lnTo>
                  <a:pt x="376238" y="85725"/>
                </a:lnTo>
                <a:lnTo>
                  <a:pt x="366713" y="85725"/>
                </a:lnTo>
                <a:lnTo>
                  <a:pt x="357188" y="85725"/>
                </a:lnTo>
                <a:lnTo>
                  <a:pt x="347663" y="85725"/>
                </a:lnTo>
                <a:lnTo>
                  <a:pt x="338138" y="85725"/>
                </a:lnTo>
                <a:lnTo>
                  <a:pt x="328613" y="85725"/>
                </a:lnTo>
                <a:lnTo>
                  <a:pt x="319088" y="85725"/>
                </a:lnTo>
                <a:lnTo>
                  <a:pt x="309563" y="85725"/>
                </a:lnTo>
                <a:lnTo>
                  <a:pt x="304800" y="90488"/>
                </a:lnTo>
                <a:lnTo>
                  <a:pt x="300038" y="95250"/>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42875" y="90488"/>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9525" y="52388"/>
                </a:lnTo>
                <a:lnTo>
                  <a:pt x="4763" y="47625"/>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8F7E6E"/>
          </a:solidFill>
          <a:ln xmlns:a="http://schemas.openxmlformats.org/drawingml/2006/main" w="0">
            <a:noFill/>
            <a:prstDash val="solid"/>
          </a:ln>
        </p:spPr>
      </p:sp>
      <p:sp>
        <p:nvSpPr>
          <p:cNvPr id="656" name="layout-orange-65-0">
            <a:extLst xmlns:a="http://schemas.openxmlformats.org/drawingml/2006/main">
              <a:ext uri="{FF2B5EF4-FFF2-40B4-BE49-F238E27FC236}">
                <a16:creationId xmlns:a16="http://schemas.microsoft.com/office/drawing/2014/main" id="{01BCC2FB-16FF-4231-AA6C-85314464765B}"/>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0" y="4763"/>
                </a:moveTo>
                <a:lnTo>
                  <a:pt x="4763" y="0"/>
                </a:lnTo>
                <a:lnTo>
                  <a:pt x="14288" y="0"/>
                </a:lnTo>
                <a:lnTo>
                  <a:pt x="23813" y="0"/>
                </a:lnTo>
                <a:lnTo>
                  <a:pt x="33338" y="0"/>
                </a:lnTo>
                <a:lnTo>
                  <a:pt x="42863" y="0"/>
                </a:lnTo>
                <a:lnTo>
                  <a:pt x="52388" y="0"/>
                </a:lnTo>
                <a:lnTo>
                  <a:pt x="61913" y="0"/>
                </a:lnTo>
                <a:lnTo>
                  <a:pt x="71438" y="0"/>
                </a:lnTo>
                <a:lnTo>
                  <a:pt x="76200" y="4763"/>
                </a:lnTo>
                <a:lnTo>
                  <a:pt x="80963" y="9525"/>
                </a:lnTo>
                <a:lnTo>
                  <a:pt x="85725" y="14288"/>
                </a:lnTo>
                <a:lnTo>
                  <a:pt x="90488" y="19050"/>
                </a:lnTo>
                <a:lnTo>
                  <a:pt x="95250" y="23813"/>
                </a:lnTo>
                <a:lnTo>
                  <a:pt x="100013" y="28575"/>
                </a:lnTo>
                <a:lnTo>
                  <a:pt x="109538" y="28575"/>
                </a:lnTo>
                <a:lnTo>
                  <a:pt x="114300" y="33338"/>
                </a:lnTo>
                <a:lnTo>
                  <a:pt x="119063" y="38100"/>
                </a:lnTo>
                <a:lnTo>
                  <a:pt x="123825" y="42863"/>
                </a:lnTo>
                <a:lnTo>
                  <a:pt x="128588" y="47625"/>
                </a:lnTo>
                <a:lnTo>
                  <a:pt x="133350" y="52388"/>
                </a:lnTo>
                <a:lnTo>
                  <a:pt x="138113" y="57150"/>
                </a:lnTo>
                <a:lnTo>
                  <a:pt x="147638" y="57150"/>
                </a:lnTo>
                <a:lnTo>
                  <a:pt x="152400" y="61913"/>
                </a:lnTo>
                <a:lnTo>
                  <a:pt x="157163" y="66675"/>
                </a:lnTo>
                <a:lnTo>
                  <a:pt x="161925" y="71438"/>
                </a:lnTo>
                <a:lnTo>
                  <a:pt x="166688" y="76200"/>
                </a:lnTo>
                <a:lnTo>
                  <a:pt x="171450" y="80963"/>
                </a:lnTo>
                <a:lnTo>
                  <a:pt x="176213" y="85725"/>
                </a:lnTo>
                <a:lnTo>
                  <a:pt x="185738" y="85725"/>
                </a:lnTo>
                <a:lnTo>
                  <a:pt x="190500" y="90488"/>
                </a:lnTo>
                <a:lnTo>
                  <a:pt x="195263" y="95250"/>
                </a:lnTo>
                <a:lnTo>
                  <a:pt x="200025" y="100013"/>
                </a:lnTo>
                <a:lnTo>
                  <a:pt x="204788" y="104775"/>
                </a:lnTo>
                <a:lnTo>
                  <a:pt x="209550" y="109538"/>
                </a:lnTo>
                <a:lnTo>
                  <a:pt x="214313" y="114300"/>
                </a:lnTo>
                <a:lnTo>
                  <a:pt x="223838" y="114300"/>
                </a:lnTo>
                <a:lnTo>
                  <a:pt x="228600" y="119063"/>
                </a:lnTo>
                <a:lnTo>
                  <a:pt x="233363" y="123825"/>
                </a:lnTo>
                <a:lnTo>
                  <a:pt x="238125" y="128588"/>
                </a:lnTo>
                <a:lnTo>
                  <a:pt x="242888" y="133350"/>
                </a:lnTo>
                <a:lnTo>
                  <a:pt x="247650" y="138113"/>
                </a:lnTo>
                <a:lnTo>
                  <a:pt x="252413" y="142875"/>
                </a:lnTo>
                <a:lnTo>
                  <a:pt x="261938" y="142875"/>
                </a:lnTo>
                <a:lnTo>
                  <a:pt x="266700" y="147638"/>
                </a:lnTo>
                <a:lnTo>
                  <a:pt x="261938" y="152400"/>
                </a:lnTo>
                <a:lnTo>
                  <a:pt x="257175" y="157163"/>
                </a:lnTo>
                <a:lnTo>
                  <a:pt x="257175" y="166688"/>
                </a:lnTo>
                <a:lnTo>
                  <a:pt x="261938" y="171450"/>
                </a:lnTo>
                <a:lnTo>
                  <a:pt x="271463" y="171450"/>
                </a:lnTo>
                <a:lnTo>
                  <a:pt x="280988" y="171450"/>
                </a:lnTo>
                <a:lnTo>
                  <a:pt x="285750" y="176213"/>
                </a:lnTo>
                <a:lnTo>
                  <a:pt x="285750" y="185738"/>
                </a:lnTo>
                <a:lnTo>
                  <a:pt x="280988" y="190500"/>
                </a:lnTo>
                <a:lnTo>
                  <a:pt x="271463" y="190500"/>
                </a:lnTo>
                <a:lnTo>
                  <a:pt x="261938" y="190500"/>
                </a:lnTo>
                <a:lnTo>
                  <a:pt x="257175" y="195263"/>
                </a:lnTo>
                <a:lnTo>
                  <a:pt x="252413" y="200025"/>
                </a:lnTo>
                <a:lnTo>
                  <a:pt x="242888" y="200025"/>
                </a:lnTo>
                <a:lnTo>
                  <a:pt x="238125" y="204788"/>
                </a:lnTo>
                <a:lnTo>
                  <a:pt x="233363" y="209550"/>
                </a:lnTo>
                <a:lnTo>
                  <a:pt x="228600" y="214313"/>
                </a:lnTo>
                <a:lnTo>
                  <a:pt x="223838" y="219075"/>
                </a:lnTo>
                <a:lnTo>
                  <a:pt x="219075" y="223838"/>
                </a:lnTo>
                <a:lnTo>
                  <a:pt x="219075" y="233363"/>
                </a:lnTo>
                <a:lnTo>
                  <a:pt x="223838" y="238125"/>
                </a:lnTo>
                <a:lnTo>
                  <a:pt x="228600" y="242888"/>
                </a:lnTo>
                <a:lnTo>
                  <a:pt x="233363" y="247650"/>
                </a:lnTo>
                <a:lnTo>
                  <a:pt x="238125" y="252413"/>
                </a:lnTo>
                <a:lnTo>
                  <a:pt x="242888" y="257175"/>
                </a:lnTo>
                <a:lnTo>
                  <a:pt x="252413" y="257175"/>
                </a:lnTo>
                <a:lnTo>
                  <a:pt x="257175" y="261938"/>
                </a:lnTo>
                <a:lnTo>
                  <a:pt x="261938" y="266700"/>
                </a:lnTo>
                <a:lnTo>
                  <a:pt x="271463" y="266700"/>
                </a:lnTo>
                <a:lnTo>
                  <a:pt x="280988" y="266700"/>
                </a:lnTo>
                <a:lnTo>
                  <a:pt x="285750" y="271463"/>
                </a:lnTo>
                <a:lnTo>
                  <a:pt x="290513" y="276225"/>
                </a:lnTo>
                <a:lnTo>
                  <a:pt x="300038" y="276225"/>
                </a:lnTo>
                <a:lnTo>
                  <a:pt x="309563" y="276225"/>
                </a:lnTo>
                <a:lnTo>
                  <a:pt x="319088" y="276225"/>
                </a:lnTo>
                <a:lnTo>
                  <a:pt x="328613" y="276225"/>
                </a:lnTo>
                <a:lnTo>
                  <a:pt x="333375" y="280988"/>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85788" y="180975"/>
                </a:lnTo>
                <a:lnTo>
                  <a:pt x="581025" y="176213"/>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0538" y="171450"/>
                </a:lnTo>
                <a:lnTo>
                  <a:pt x="481013" y="171450"/>
                </a:lnTo>
                <a:lnTo>
                  <a:pt x="471488" y="171450"/>
                </a:lnTo>
                <a:lnTo>
                  <a:pt x="461963" y="171450"/>
                </a:lnTo>
                <a:lnTo>
                  <a:pt x="452438" y="171450"/>
                </a:lnTo>
                <a:lnTo>
                  <a:pt x="442913" y="171450"/>
                </a:lnTo>
                <a:lnTo>
                  <a:pt x="433388" y="171450"/>
                </a:lnTo>
                <a:lnTo>
                  <a:pt x="423863" y="171450"/>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33375" y="176213"/>
                </a:lnTo>
                <a:lnTo>
                  <a:pt x="328613" y="180975"/>
                </a:lnTo>
                <a:lnTo>
                  <a:pt x="323850" y="176213"/>
                </a:lnTo>
                <a:lnTo>
                  <a:pt x="319088" y="171450"/>
                </a:lnTo>
                <a:lnTo>
                  <a:pt x="314325" y="166688"/>
                </a:lnTo>
                <a:lnTo>
                  <a:pt x="309563" y="161925"/>
                </a:lnTo>
                <a:lnTo>
                  <a:pt x="304800" y="157163"/>
                </a:lnTo>
                <a:lnTo>
                  <a:pt x="304800" y="147638"/>
                </a:lnTo>
                <a:lnTo>
                  <a:pt x="300038" y="142875"/>
                </a:lnTo>
                <a:lnTo>
                  <a:pt x="295275" y="138113"/>
                </a:lnTo>
                <a:lnTo>
                  <a:pt x="295275" y="128588"/>
                </a:lnTo>
                <a:lnTo>
                  <a:pt x="290513" y="123825"/>
                </a:lnTo>
                <a:lnTo>
                  <a:pt x="280988" y="123825"/>
                </a:lnTo>
                <a:lnTo>
                  <a:pt x="276225" y="128588"/>
                </a:lnTo>
                <a:lnTo>
                  <a:pt x="271463" y="133350"/>
                </a:lnTo>
                <a:lnTo>
                  <a:pt x="261938" y="133350"/>
                </a:lnTo>
                <a:lnTo>
                  <a:pt x="257175" y="128588"/>
                </a:lnTo>
                <a:lnTo>
                  <a:pt x="252413" y="123825"/>
                </a:lnTo>
                <a:lnTo>
                  <a:pt x="247650" y="119063"/>
                </a:lnTo>
                <a:lnTo>
                  <a:pt x="242888" y="114300"/>
                </a:lnTo>
                <a:lnTo>
                  <a:pt x="233363" y="114300"/>
                </a:lnTo>
                <a:lnTo>
                  <a:pt x="228600" y="109538"/>
                </a:lnTo>
                <a:lnTo>
                  <a:pt x="223838" y="104775"/>
                </a:lnTo>
                <a:lnTo>
                  <a:pt x="219075" y="100013"/>
                </a:lnTo>
                <a:lnTo>
                  <a:pt x="214313" y="95250"/>
                </a:lnTo>
                <a:lnTo>
                  <a:pt x="209550" y="90488"/>
                </a:lnTo>
                <a:lnTo>
                  <a:pt x="204788" y="85725"/>
                </a:lnTo>
                <a:lnTo>
                  <a:pt x="195263" y="85725"/>
                </a:lnTo>
                <a:lnTo>
                  <a:pt x="190500" y="80963"/>
                </a:lnTo>
                <a:lnTo>
                  <a:pt x="185738" y="76200"/>
                </a:lnTo>
                <a:lnTo>
                  <a:pt x="180975" y="71438"/>
                </a:lnTo>
                <a:lnTo>
                  <a:pt x="176213" y="66675"/>
                </a:lnTo>
                <a:lnTo>
                  <a:pt x="171450" y="61913"/>
                </a:lnTo>
                <a:lnTo>
                  <a:pt x="166688" y="57150"/>
                </a:lnTo>
                <a:lnTo>
                  <a:pt x="161925" y="52388"/>
                </a:lnTo>
                <a:lnTo>
                  <a:pt x="157163" y="47625"/>
                </a:lnTo>
                <a:lnTo>
                  <a:pt x="147638" y="47625"/>
                </a:lnTo>
                <a:lnTo>
                  <a:pt x="142875" y="42863"/>
                </a:lnTo>
                <a:lnTo>
                  <a:pt x="138113" y="38100"/>
                </a:lnTo>
                <a:lnTo>
                  <a:pt x="133350" y="33338"/>
                </a:lnTo>
                <a:lnTo>
                  <a:pt x="128588" y="28575"/>
                </a:lnTo>
                <a:lnTo>
                  <a:pt x="123825" y="23813"/>
                </a:lnTo>
                <a:lnTo>
                  <a:pt x="119063" y="19050"/>
                </a:lnTo>
                <a:lnTo>
                  <a:pt x="109538" y="19050"/>
                </a:lnTo>
                <a:lnTo>
                  <a:pt x="104775" y="14288"/>
                </a:lnTo>
                <a:lnTo>
                  <a:pt x="100013" y="9525"/>
                </a:lnTo>
                <a:lnTo>
                  <a:pt x="95250" y="4763"/>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42988" y="0"/>
                </a:lnTo>
                <a:lnTo>
                  <a:pt x="1052513" y="0"/>
                </a:lnTo>
                <a:lnTo>
                  <a:pt x="1062038" y="0"/>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948271"/>
          </a:solidFill>
          <a:ln xmlns:a="http://schemas.openxmlformats.org/drawingml/2006/main" w="0">
            <a:noFill/>
            <a:prstDash val="solid"/>
          </a:ln>
        </p:spPr>
      </p:sp>
      <p:sp>
        <p:nvSpPr>
          <p:cNvPr id="657" name="layout-orange-65-1">
            <a:extLst xmlns:a="http://schemas.openxmlformats.org/drawingml/2006/main">
              <a:ext uri="{FF2B5EF4-FFF2-40B4-BE49-F238E27FC236}">
                <a16:creationId xmlns:a16="http://schemas.microsoft.com/office/drawing/2014/main" id="{81B52A77-1596-446A-AC7A-FA9D921325D3}"/>
              </a:ext>
            </a:extLst>
          </p:cNvPr>
          <p:cNvSpPr>
            <a:spLocks xmlns:a="http://schemas.openxmlformats.org/drawingml/2006/main" noGrp="1"/>
          </p:cNvSpPr>
          <p:nvPr/>
        </p:nvSpPr>
        <p:spPr>
          <a:xfrm xmlns:a="http://schemas.openxmlformats.org/drawingml/2006/main" rot="0">
            <a:off x="2171700" y="3552825"/>
            <a:ext cx="447675" cy="95250"/>
          </a:xfrm>
          <a:custGeom xmlns:a="http://schemas.openxmlformats.org/drawingml/2006/main">
            <a:pathLst>
              <a:path w="447675" h="95250">
                <a:moveTo>
                  <a:pt x="123825" y="4763"/>
                </a:move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4313" y="9525"/>
                </a:lnTo>
                <a:lnTo>
                  <a:pt x="204788" y="9525"/>
                </a:lnTo>
                <a:lnTo>
                  <a:pt x="200025" y="14288"/>
                </a:lnTo>
                <a:lnTo>
                  <a:pt x="200025" y="23813"/>
                </a:lnTo>
                <a:lnTo>
                  <a:pt x="195263" y="28575"/>
                </a:lnTo>
                <a:lnTo>
                  <a:pt x="190500" y="33338"/>
                </a:lnTo>
                <a:lnTo>
                  <a:pt x="190500" y="42863"/>
                </a:lnTo>
                <a:lnTo>
                  <a:pt x="190500" y="52388"/>
                </a:lnTo>
                <a:lnTo>
                  <a:pt x="195263" y="57150"/>
                </a:lnTo>
                <a:lnTo>
                  <a:pt x="200025" y="61913"/>
                </a:lnTo>
                <a:lnTo>
                  <a:pt x="204788" y="66675"/>
                </a:lnTo>
                <a:lnTo>
                  <a:pt x="209550" y="71438"/>
                </a:lnTo>
                <a:lnTo>
                  <a:pt x="214313" y="76200"/>
                </a:lnTo>
                <a:lnTo>
                  <a:pt x="223838" y="76200"/>
                </a:lnTo>
                <a:lnTo>
                  <a:pt x="233363" y="76200"/>
                </a:lnTo>
                <a:lnTo>
                  <a:pt x="242888" y="76200"/>
                </a:lnTo>
                <a:lnTo>
                  <a:pt x="252413" y="76200"/>
                </a:lnTo>
                <a:lnTo>
                  <a:pt x="257175" y="71438"/>
                </a:lnTo>
                <a:lnTo>
                  <a:pt x="261938" y="66675"/>
                </a:lnTo>
                <a:lnTo>
                  <a:pt x="266700" y="61913"/>
                </a:lnTo>
                <a:lnTo>
                  <a:pt x="271463" y="57150"/>
                </a:lnTo>
                <a:lnTo>
                  <a:pt x="276225" y="52388"/>
                </a:lnTo>
                <a:lnTo>
                  <a:pt x="276225" y="42863"/>
                </a:lnTo>
                <a:lnTo>
                  <a:pt x="276225" y="33338"/>
                </a:lnTo>
                <a:lnTo>
                  <a:pt x="271463" y="28575"/>
                </a:lnTo>
                <a:lnTo>
                  <a:pt x="266700" y="23813"/>
                </a:lnTo>
                <a:lnTo>
                  <a:pt x="266700" y="14288"/>
                </a:lnTo>
                <a:lnTo>
                  <a:pt x="261938" y="9525"/>
                </a:lnTo>
                <a:lnTo>
                  <a:pt x="252413" y="9525"/>
                </a:lnTo>
                <a:lnTo>
                  <a:pt x="247650" y="4763"/>
                </a:ln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7188" y="9525"/>
                </a:lnTo>
                <a:lnTo>
                  <a:pt x="366713" y="9525"/>
                </a:lnTo>
                <a:lnTo>
                  <a:pt x="376238" y="9525"/>
                </a:lnTo>
                <a:lnTo>
                  <a:pt x="381000" y="14288"/>
                </a:lnTo>
                <a:lnTo>
                  <a:pt x="385763" y="19050"/>
                </a:lnTo>
                <a:lnTo>
                  <a:pt x="395288" y="19050"/>
                </a:lnTo>
                <a:lnTo>
                  <a:pt x="404813" y="19050"/>
                </a:lnTo>
                <a:lnTo>
                  <a:pt x="414338" y="19050"/>
                </a:lnTo>
                <a:lnTo>
                  <a:pt x="419100" y="23813"/>
                </a:lnTo>
                <a:lnTo>
                  <a:pt x="423863" y="28575"/>
                </a:lnTo>
                <a:lnTo>
                  <a:pt x="433388" y="28575"/>
                </a:lnTo>
                <a:lnTo>
                  <a:pt x="438150" y="33338"/>
                </a:lnTo>
                <a:lnTo>
                  <a:pt x="442913" y="38100"/>
                </a:lnTo>
                <a:lnTo>
                  <a:pt x="447675" y="42863"/>
                </a:lnTo>
                <a:lnTo>
                  <a:pt x="447675" y="52388"/>
                </a:lnTo>
                <a:lnTo>
                  <a:pt x="442913" y="57150"/>
                </a:lnTo>
                <a:lnTo>
                  <a:pt x="438150" y="61913"/>
                </a:lnTo>
                <a:lnTo>
                  <a:pt x="433388" y="66675"/>
                </a:lnTo>
                <a:lnTo>
                  <a:pt x="423863" y="66675"/>
                </a:lnTo>
                <a:lnTo>
                  <a:pt x="419100" y="71438"/>
                </a:lnTo>
                <a:lnTo>
                  <a:pt x="414338" y="76200"/>
                </a:lnTo>
                <a:lnTo>
                  <a:pt x="404813" y="76200"/>
                </a:lnTo>
                <a:lnTo>
                  <a:pt x="395288" y="76200"/>
                </a:lnTo>
                <a:lnTo>
                  <a:pt x="385763" y="76200"/>
                </a:lnTo>
                <a:lnTo>
                  <a:pt x="381000" y="80963"/>
                </a:lnTo>
                <a:lnTo>
                  <a:pt x="376238" y="85725"/>
                </a:lnTo>
                <a:lnTo>
                  <a:pt x="366713" y="85725"/>
                </a:lnTo>
                <a:lnTo>
                  <a:pt x="357188" y="85725"/>
                </a:lnTo>
                <a:lnTo>
                  <a:pt x="347663" y="85725"/>
                </a:lnTo>
                <a:lnTo>
                  <a:pt x="338138" y="85725"/>
                </a:lnTo>
                <a:lnTo>
                  <a:pt x="328613" y="85725"/>
                </a:lnTo>
                <a:lnTo>
                  <a:pt x="319088" y="85725"/>
                </a:lnTo>
                <a:lnTo>
                  <a:pt x="309563" y="85725"/>
                </a:lnTo>
                <a:lnTo>
                  <a:pt x="304800" y="90488"/>
                </a:lnTo>
                <a:lnTo>
                  <a:pt x="300038" y="95250"/>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42875" y="90488"/>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9525" y="52388"/>
                </a:lnTo>
                <a:lnTo>
                  <a:pt x="4763" y="47625"/>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948271"/>
          </a:solidFill>
          <a:ln xmlns:a="http://schemas.openxmlformats.org/drawingml/2006/main" w="0">
            <a:noFill/>
            <a:prstDash val="solid"/>
          </a:ln>
        </p:spPr>
      </p:sp>
      <p:sp>
        <p:nvSpPr>
          <p:cNvPr id="658" name="layout-orange-67-0">
            <a:extLst xmlns:a="http://schemas.openxmlformats.org/drawingml/2006/main">
              <a:ext uri="{FF2B5EF4-FFF2-40B4-BE49-F238E27FC236}">
                <a16:creationId xmlns:a16="http://schemas.microsoft.com/office/drawing/2014/main" id="{EA5EB64E-65BC-4C14-B171-298E4D04A6F2}"/>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0" y="4763"/>
                </a:moveTo>
                <a:lnTo>
                  <a:pt x="4763" y="0"/>
                </a:lnTo>
                <a:lnTo>
                  <a:pt x="14288" y="0"/>
                </a:lnTo>
                <a:lnTo>
                  <a:pt x="23813" y="0"/>
                </a:lnTo>
                <a:lnTo>
                  <a:pt x="33338" y="0"/>
                </a:lnTo>
                <a:lnTo>
                  <a:pt x="42863" y="0"/>
                </a:lnTo>
                <a:lnTo>
                  <a:pt x="52388" y="0"/>
                </a:lnTo>
                <a:lnTo>
                  <a:pt x="61913" y="0"/>
                </a:lnTo>
                <a:lnTo>
                  <a:pt x="71438" y="0"/>
                </a:lnTo>
                <a:lnTo>
                  <a:pt x="76200" y="4763"/>
                </a:lnTo>
                <a:lnTo>
                  <a:pt x="80963" y="9525"/>
                </a:lnTo>
                <a:lnTo>
                  <a:pt x="85725" y="14288"/>
                </a:lnTo>
                <a:lnTo>
                  <a:pt x="90488" y="19050"/>
                </a:lnTo>
                <a:lnTo>
                  <a:pt x="95250" y="23813"/>
                </a:lnTo>
                <a:lnTo>
                  <a:pt x="100013" y="28575"/>
                </a:lnTo>
                <a:lnTo>
                  <a:pt x="109538" y="28575"/>
                </a:lnTo>
                <a:lnTo>
                  <a:pt x="114300" y="33338"/>
                </a:lnTo>
                <a:lnTo>
                  <a:pt x="119063" y="38100"/>
                </a:lnTo>
                <a:lnTo>
                  <a:pt x="123825" y="42863"/>
                </a:lnTo>
                <a:lnTo>
                  <a:pt x="128588" y="47625"/>
                </a:lnTo>
                <a:lnTo>
                  <a:pt x="133350" y="52388"/>
                </a:lnTo>
                <a:lnTo>
                  <a:pt x="138113" y="57150"/>
                </a:lnTo>
                <a:lnTo>
                  <a:pt x="147638" y="57150"/>
                </a:lnTo>
                <a:lnTo>
                  <a:pt x="152400" y="61913"/>
                </a:lnTo>
                <a:lnTo>
                  <a:pt x="157163" y="66675"/>
                </a:lnTo>
                <a:lnTo>
                  <a:pt x="161925" y="71438"/>
                </a:lnTo>
                <a:lnTo>
                  <a:pt x="166688" y="76200"/>
                </a:lnTo>
                <a:lnTo>
                  <a:pt x="171450" y="80963"/>
                </a:lnTo>
                <a:lnTo>
                  <a:pt x="176213" y="85725"/>
                </a:lnTo>
                <a:lnTo>
                  <a:pt x="185738" y="85725"/>
                </a:lnTo>
                <a:lnTo>
                  <a:pt x="190500" y="90488"/>
                </a:lnTo>
                <a:lnTo>
                  <a:pt x="195263" y="95250"/>
                </a:lnTo>
                <a:lnTo>
                  <a:pt x="200025" y="100013"/>
                </a:lnTo>
                <a:lnTo>
                  <a:pt x="204788" y="104775"/>
                </a:lnTo>
                <a:lnTo>
                  <a:pt x="209550" y="109538"/>
                </a:lnTo>
                <a:lnTo>
                  <a:pt x="214313" y="114300"/>
                </a:lnTo>
                <a:lnTo>
                  <a:pt x="223838" y="114300"/>
                </a:lnTo>
                <a:lnTo>
                  <a:pt x="228600" y="119063"/>
                </a:lnTo>
                <a:lnTo>
                  <a:pt x="233363" y="123825"/>
                </a:lnTo>
                <a:lnTo>
                  <a:pt x="238125" y="128588"/>
                </a:lnTo>
                <a:lnTo>
                  <a:pt x="242888" y="133350"/>
                </a:lnTo>
                <a:lnTo>
                  <a:pt x="247650" y="138113"/>
                </a:lnTo>
                <a:lnTo>
                  <a:pt x="252413" y="142875"/>
                </a:lnTo>
                <a:lnTo>
                  <a:pt x="257175" y="147638"/>
                </a:lnTo>
                <a:lnTo>
                  <a:pt x="257175" y="157163"/>
                </a:lnTo>
                <a:lnTo>
                  <a:pt x="257175" y="166688"/>
                </a:lnTo>
                <a:lnTo>
                  <a:pt x="261938" y="171450"/>
                </a:lnTo>
                <a:lnTo>
                  <a:pt x="271463" y="171450"/>
                </a:lnTo>
                <a:lnTo>
                  <a:pt x="280988" y="171450"/>
                </a:lnTo>
                <a:lnTo>
                  <a:pt x="285750" y="176213"/>
                </a:lnTo>
                <a:lnTo>
                  <a:pt x="285750" y="185738"/>
                </a:lnTo>
                <a:lnTo>
                  <a:pt x="280988" y="190500"/>
                </a:lnTo>
                <a:lnTo>
                  <a:pt x="271463" y="190500"/>
                </a:lnTo>
                <a:lnTo>
                  <a:pt x="261938" y="190500"/>
                </a:lnTo>
                <a:lnTo>
                  <a:pt x="257175" y="195263"/>
                </a:lnTo>
                <a:lnTo>
                  <a:pt x="252413" y="200025"/>
                </a:lnTo>
                <a:lnTo>
                  <a:pt x="242888" y="200025"/>
                </a:lnTo>
                <a:lnTo>
                  <a:pt x="238125" y="204788"/>
                </a:lnTo>
                <a:lnTo>
                  <a:pt x="233363" y="209550"/>
                </a:lnTo>
                <a:lnTo>
                  <a:pt x="228600" y="214313"/>
                </a:lnTo>
                <a:lnTo>
                  <a:pt x="223838" y="219075"/>
                </a:lnTo>
                <a:lnTo>
                  <a:pt x="219075" y="223838"/>
                </a:lnTo>
                <a:lnTo>
                  <a:pt x="219075" y="233363"/>
                </a:lnTo>
                <a:lnTo>
                  <a:pt x="223838" y="238125"/>
                </a:lnTo>
                <a:lnTo>
                  <a:pt x="228600" y="242888"/>
                </a:lnTo>
                <a:lnTo>
                  <a:pt x="233363" y="247650"/>
                </a:lnTo>
                <a:lnTo>
                  <a:pt x="238125" y="252413"/>
                </a:lnTo>
                <a:lnTo>
                  <a:pt x="242888" y="257175"/>
                </a:lnTo>
                <a:lnTo>
                  <a:pt x="252413" y="257175"/>
                </a:lnTo>
                <a:lnTo>
                  <a:pt x="257175" y="261938"/>
                </a:lnTo>
                <a:lnTo>
                  <a:pt x="261938" y="266700"/>
                </a:lnTo>
                <a:lnTo>
                  <a:pt x="271463" y="266700"/>
                </a:lnTo>
                <a:lnTo>
                  <a:pt x="280988" y="266700"/>
                </a:lnTo>
                <a:lnTo>
                  <a:pt x="285750" y="271463"/>
                </a:lnTo>
                <a:lnTo>
                  <a:pt x="290513" y="276225"/>
                </a:lnTo>
                <a:lnTo>
                  <a:pt x="300038" y="276225"/>
                </a:lnTo>
                <a:lnTo>
                  <a:pt x="309563" y="276225"/>
                </a:lnTo>
                <a:lnTo>
                  <a:pt x="319088" y="276225"/>
                </a:lnTo>
                <a:lnTo>
                  <a:pt x="328613" y="276225"/>
                </a:lnTo>
                <a:lnTo>
                  <a:pt x="333375" y="280988"/>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85788" y="180975"/>
                </a:lnTo>
                <a:lnTo>
                  <a:pt x="581025" y="176213"/>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0538" y="171450"/>
                </a:lnTo>
                <a:lnTo>
                  <a:pt x="481013" y="171450"/>
                </a:lnTo>
                <a:lnTo>
                  <a:pt x="471488" y="171450"/>
                </a:lnTo>
                <a:lnTo>
                  <a:pt x="461963" y="171450"/>
                </a:lnTo>
                <a:lnTo>
                  <a:pt x="452438" y="171450"/>
                </a:lnTo>
                <a:lnTo>
                  <a:pt x="442913" y="171450"/>
                </a:lnTo>
                <a:lnTo>
                  <a:pt x="433388" y="171450"/>
                </a:lnTo>
                <a:lnTo>
                  <a:pt x="423863" y="171450"/>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33375" y="176213"/>
                </a:lnTo>
                <a:lnTo>
                  <a:pt x="328613" y="180975"/>
                </a:lnTo>
                <a:lnTo>
                  <a:pt x="323850" y="176213"/>
                </a:lnTo>
                <a:lnTo>
                  <a:pt x="319088" y="171450"/>
                </a:lnTo>
                <a:lnTo>
                  <a:pt x="314325" y="166688"/>
                </a:lnTo>
                <a:lnTo>
                  <a:pt x="309563" y="161925"/>
                </a:lnTo>
                <a:lnTo>
                  <a:pt x="304800" y="157163"/>
                </a:lnTo>
                <a:lnTo>
                  <a:pt x="304800" y="147638"/>
                </a:lnTo>
                <a:lnTo>
                  <a:pt x="300038" y="142875"/>
                </a:lnTo>
                <a:lnTo>
                  <a:pt x="295275" y="138113"/>
                </a:lnTo>
                <a:lnTo>
                  <a:pt x="295275" y="128588"/>
                </a:lnTo>
                <a:lnTo>
                  <a:pt x="290513" y="123825"/>
                </a:lnTo>
                <a:lnTo>
                  <a:pt x="280988" y="123825"/>
                </a:lnTo>
                <a:lnTo>
                  <a:pt x="276225" y="128588"/>
                </a:lnTo>
                <a:lnTo>
                  <a:pt x="271463" y="133350"/>
                </a:lnTo>
                <a:lnTo>
                  <a:pt x="261938" y="133350"/>
                </a:lnTo>
                <a:lnTo>
                  <a:pt x="257175" y="128588"/>
                </a:lnTo>
                <a:lnTo>
                  <a:pt x="252413" y="123825"/>
                </a:lnTo>
                <a:lnTo>
                  <a:pt x="247650" y="119063"/>
                </a:lnTo>
                <a:lnTo>
                  <a:pt x="242888" y="114300"/>
                </a:lnTo>
                <a:lnTo>
                  <a:pt x="233363" y="114300"/>
                </a:lnTo>
                <a:lnTo>
                  <a:pt x="228600" y="109538"/>
                </a:lnTo>
                <a:lnTo>
                  <a:pt x="223838" y="104775"/>
                </a:lnTo>
                <a:lnTo>
                  <a:pt x="219075" y="100013"/>
                </a:lnTo>
                <a:lnTo>
                  <a:pt x="214313" y="95250"/>
                </a:lnTo>
                <a:lnTo>
                  <a:pt x="209550" y="90488"/>
                </a:lnTo>
                <a:lnTo>
                  <a:pt x="204788" y="85725"/>
                </a:lnTo>
                <a:lnTo>
                  <a:pt x="200025" y="80963"/>
                </a:lnTo>
                <a:lnTo>
                  <a:pt x="195263" y="76200"/>
                </a:lnTo>
                <a:lnTo>
                  <a:pt x="185738" y="76200"/>
                </a:lnTo>
                <a:lnTo>
                  <a:pt x="180975" y="71438"/>
                </a:lnTo>
                <a:lnTo>
                  <a:pt x="176213" y="66675"/>
                </a:lnTo>
                <a:lnTo>
                  <a:pt x="171450" y="61913"/>
                </a:lnTo>
                <a:lnTo>
                  <a:pt x="166688" y="57150"/>
                </a:lnTo>
                <a:lnTo>
                  <a:pt x="161925" y="52388"/>
                </a:lnTo>
                <a:lnTo>
                  <a:pt x="157163" y="47625"/>
                </a:lnTo>
                <a:lnTo>
                  <a:pt x="147638" y="47625"/>
                </a:lnTo>
                <a:lnTo>
                  <a:pt x="142875" y="42863"/>
                </a:lnTo>
                <a:lnTo>
                  <a:pt x="138113" y="38100"/>
                </a:lnTo>
                <a:lnTo>
                  <a:pt x="133350" y="33338"/>
                </a:lnTo>
                <a:lnTo>
                  <a:pt x="128588" y="28575"/>
                </a:lnTo>
                <a:lnTo>
                  <a:pt x="123825" y="23813"/>
                </a:lnTo>
                <a:lnTo>
                  <a:pt x="119063" y="19050"/>
                </a:lnTo>
                <a:lnTo>
                  <a:pt x="109538" y="19050"/>
                </a:lnTo>
                <a:lnTo>
                  <a:pt x="104775" y="14288"/>
                </a:lnTo>
                <a:lnTo>
                  <a:pt x="100013" y="9525"/>
                </a:lnTo>
                <a:lnTo>
                  <a:pt x="95250" y="4763"/>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42988" y="0"/>
                </a:lnTo>
                <a:lnTo>
                  <a:pt x="1052513" y="0"/>
                </a:lnTo>
                <a:lnTo>
                  <a:pt x="1062038" y="0"/>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A58769"/>
          </a:solidFill>
          <a:ln xmlns:a="http://schemas.openxmlformats.org/drawingml/2006/main" w="0">
            <a:noFill/>
            <a:prstDash val="solid"/>
          </a:ln>
        </p:spPr>
      </p:sp>
      <p:sp>
        <p:nvSpPr>
          <p:cNvPr id="659" name="layout-orange-67-1">
            <a:extLst xmlns:a="http://schemas.openxmlformats.org/drawingml/2006/main">
              <a:ext uri="{FF2B5EF4-FFF2-40B4-BE49-F238E27FC236}">
                <a16:creationId xmlns:a16="http://schemas.microsoft.com/office/drawing/2014/main" id="{E156AF61-8B79-45C6-914D-C8426BD56FD5}"/>
              </a:ext>
            </a:extLst>
          </p:cNvPr>
          <p:cNvSpPr>
            <a:spLocks xmlns:a="http://schemas.openxmlformats.org/drawingml/2006/main" noGrp="1"/>
          </p:cNvSpPr>
          <p:nvPr/>
        </p:nvSpPr>
        <p:spPr>
          <a:xfrm xmlns:a="http://schemas.openxmlformats.org/drawingml/2006/main" rot="0">
            <a:off x="2171700" y="3552825"/>
            <a:ext cx="447675" cy="95250"/>
          </a:xfrm>
          <a:custGeom xmlns:a="http://schemas.openxmlformats.org/drawingml/2006/main">
            <a:pathLst>
              <a:path w="447675" h="95250">
                <a:moveTo>
                  <a:pt x="123825" y="4763"/>
                </a:move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4313" y="9525"/>
                </a:lnTo>
                <a:lnTo>
                  <a:pt x="204788" y="9525"/>
                </a:lnTo>
                <a:lnTo>
                  <a:pt x="200025" y="14288"/>
                </a:lnTo>
                <a:lnTo>
                  <a:pt x="200025" y="23813"/>
                </a:lnTo>
                <a:lnTo>
                  <a:pt x="195263" y="28575"/>
                </a:lnTo>
                <a:lnTo>
                  <a:pt x="190500" y="33338"/>
                </a:lnTo>
                <a:lnTo>
                  <a:pt x="190500" y="42863"/>
                </a:lnTo>
                <a:lnTo>
                  <a:pt x="190500" y="52388"/>
                </a:lnTo>
                <a:lnTo>
                  <a:pt x="195263" y="57150"/>
                </a:lnTo>
                <a:lnTo>
                  <a:pt x="200025" y="61913"/>
                </a:lnTo>
                <a:lnTo>
                  <a:pt x="204788" y="66675"/>
                </a:lnTo>
                <a:lnTo>
                  <a:pt x="209550" y="71438"/>
                </a:lnTo>
                <a:lnTo>
                  <a:pt x="214313" y="76200"/>
                </a:lnTo>
                <a:lnTo>
                  <a:pt x="223838" y="76200"/>
                </a:lnTo>
                <a:lnTo>
                  <a:pt x="233363" y="76200"/>
                </a:lnTo>
                <a:lnTo>
                  <a:pt x="242888" y="76200"/>
                </a:lnTo>
                <a:lnTo>
                  <a:pt x="252413" y="76200"/>
                </a:lnTo>
                <a:lnTo>
                  <a:pt x="257175" y="71438"/>
                </a:lnTo>
                <a:lnTo>
                  <a:pt x="261938" y="66675"/>
                </a:lnTo>
                <a:lnTo>
                  <a:pt x="266700" y="61913"/>
                </a:lnTo>
                <a:lnTo>
                  <a:pt x="271463" y="57150"/>
                </a:lnTo>
                <a:lnTo>
                  <a:pt x="276225" y="52388"/>
                </a:lnTo>
                <a:lnTo>
                  <a:pt x="276225" y="42863"/>
                </a:lnTo>
                <a:lnTo>
                  <a:pt x="276225" y="33338"/>
                </a:lnTo>
                <a:lnTo>
                  <a:pt x="271463" y="28575"/>
                </a:lnTo>
                <a:lnTo>
                  <a:pt x="266700" y="23813"/>
                </a:lnTo>
                <a:lnTo>
                  <a:pt x="266700" y="14288"/>
                </a:lnTo>
                <a:lnTo>
                  <a:pt x="261938" y="9525"/>
                </a:lnTo>
                <a:lnTo>
                  <a:pt x="252413" y="9525"/>
                </a:lnTo>
                <a:lnTo>
                  <a:pt x="247650" y="4763"/>
                </a:ln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7188" y="9525"/>
                </a:lnTo>
                <a:lnTo>
                  <a:pt x="366713" y="9525"/>
                </a:lnTo>
                <a:lnTo>
                  <a:pt x="376238" y="9525"/>
                </a:lnTo>
                <a:lnTo>
                  <a:pt x="381000" y="14288"/>
                </a:lnTo>
                <a:lnTo>
                  <a:pt x="385763" y="19050"/>
                </a:lnTo>
                <a:lnTo>
                  <a:pt x="395288" y="19050"/>
                </a:lnTo>
                <a:lnTo>
                  <a:pt x="404813" y="19050"/>
                </a:lnTo>
                <a:lnTo>
                  <a:pt x="414338" y="19050"/>
                </a:lnTo>
                <a:lnTo>
                  <a:pt x="419100" y="23813"/>
                </a:lnTo>
                <a:lnTo>
                  <a:pt x="423863" y="28575"/>
                </a:lnTo>
                <a:lnTo>
                  <a:pt x="433388" y="28575"/>
                </a:lnTo>
                <a:lnTo>
                  <a:pt x="438150" y="33338"/>
                </a:lnTo>
                <a:lnTo>
                  <a:pt x="442913" y="38100"/>
                </a:lnTo>
                <a:lnTo>
                  <a:pt x="447675" y="42863"/>
                </a:lnTo>
                <a:lnTo>
                  <a:pt x="447675" y="52388"/>
                </a:lnTo>
                <a:lnTo>
                  <a:pt x="442913" y="57150"/>
                </a:lnTo>
                <a:lnTo>
                  <a:pt x="438150" y="61913"/>
                </a:lnTo>
                <a:lnTo>
                  <a:pt x="433388" y="66675"/>
                </a:lnTo>
                <a:lnTo>
                  <a:pt x="423863" y="66675"/>
                </a:lnTo>
                <a:lnTo>
                  <a:pt x="419100" y="71438"/>
                </a:lnTo>
                <a:lnTo>
                  <a:pt x="414338" y="76200"/>
                </a:lnTo>
                <a:lnTo>
                  <a:pt x="404813" y="76200"/>
                </a:lnTo>
                <a:lnTo>
                  <a:pt x="395288" y="76200"/>
                </a:lnTo>
                <a:lnTo>
                  <a:pt x="385763" y="76200"/>
                </a:lnTo>
                <a:lnTo>
                  <a:pt x="381000" y="80963"/>
                </a:lnTo>
                <a:lnTo>
                  <a:pt x="376238" y="85725"/>
                </a:lnTo>
                <a:lnTo>
                  <a:pt x="366713" y="85725"/>
                </a:lnTo>
                <a:lnTo>
                  <a:pt x="357188" y="85725"/>
                </a:lnTo>
                <a:lnTo>
                  <a:pt x="347663" y="85725"/>
                </a:lnTo>
                <a:lnTo>
                  <a:pt x="338138" y="85725"/>
                </a:lnTo>
                <a:lnTo>
                  <a:pt x="328613" y="85725"/>
                </a:lnTo>
                <a:lnTo>
                  <a:pt x="319088" y="85725"/>
                </a:lnTo>
                <a:lnTo>
                  <a:pt x="309563" y="85725"/>
                </a:lnTo>
                <a:lnTo>
                  <a:pt x="304800" y="90488"/>
                </a:lnTo>
                <a:lnTo>
                  <a:pt x="300038" y="95250"/>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42875" y="90488"/>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9525" y="52388"/>
                </a:lnTo>
                <a:lnTo>
                  <a:pt x="4763" y="47625"/>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A58769"/>
          </a:solidFill>
          <a:ln xmlns:a="http://schemas.openxmlformats.org/drawingml/2006/main" w="0">
            <a:noFill/>
            <a:prstDash val="solid"/>
          </a:ln>
        </p:spPr>
      </p:sp>
      <p:sp>
        <p:nvSpPr>
          <p:cNvPr id="660" name="layout-orange-68-0">
            <a:extLst xmlns:a="http://schemas.openxmlformats.org/drawingml/2006/main">
              <a:ext uri="{FF2B5EF4-FFF2-40B4-BE49-F238E27FC236}">
                <a16:creationId xmlns:a16="http://schemas.microsoft.com/office/drawing/2014/main" id="{D1CD1FC2-A198-41B0-ABE5-04978E9E2BEA}"/>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0" y="4763"/>
                </a:moveTo>
                <a:lnTo>
                  <a:pt x="4763" y="0"/>
                </a:lnTo>
                <a:lnTo>
                  <a:pt x="14288" y="0"/>
                </a:lnTo>
                <a:lnTo>
                  <a:pt x="23813" y="0"/>
                </a:lnTo>
                <a:lnTo>
                  <a:pt x="33338" y="0"/>
                </a:lnTo>
                <a:lnTo>
                  <a:pt x="42863" y="0"/>
                </a:lnTo>
                <a:lnTo>
                  <a:pt x="52388" y="0"/>
                </a:lnTo>
                <a:lnTo>
                  <a:pt x="61913" y="0"/>
                </a:lnTo>
                <a:lnTo>
                  <a:pt x="71438" y="0"/>
                </a:lnTo>
                <a:lnTo>
                  <a:pt x="76200" y="4763"/>
                </a:lnTo>
                <a:lnTo>
                  <a:pt x="80963" y="9525"/>
                </a:lnTo>
                <a:lnTo>
                  <a:pt x="85725" y="14288"/>
                </a:lnTo>
                <a:lnTo>
                  <a:pt x="90488" y="19050"/>
                </a:lnTo>
                <a:lnTo>
                  <a:pt x="95250" y="23813"/>
                </a:lnTo>
                <a:lnTo>
                  <a:pt x="100013" y="28575"/>
                </a:lnTo>
                <a:lnTo>
                  <a:pt x="109538" y="28575"/>
                </a:lnTo>
                <a:lnTo>
                  <a:pt x="114300" y="33338"/>
                </a:lnTo>
                <a:lnTo>
                  <a:pt x="119063" y="38100"/>
                </a:lnTo>
                <a:lnTo>
                  <a:pt x="123825" y="42863"/>
                </a:lnTo>
                <a:lnTo>
                  <a:pt x="128588" y="47625"/>
                </a:lnTo>
                <a:lnTo>
                  <a:pt x="133350" y="52388"/>
                </a:lnTo>
                <a:lnTo>
                  <a:pt x="138113" y="57150"/>
                </a:lnTo>
                <a:lnTo>
                  <a:pt x="147638" y="57150"/>
                </a:lnTo>
                <a:lnTo>
                  <a:pt x="152400" y="61913"/>
                </a:lnTo>
                <a:lnTo>
                  <a:pt x="157163" y="66675"/>
                </a:lnTo>
                <a:lnTo>
                  <a:pt x="161925" y="71438"/>
                </a:lnTo>
                <a:lnTo>
                  <a:pt x="166688" y="76200"/>
                </a:lnTo>
                <a:lnTo>
                  <a:pt x="171450" y="80963"/>
                </a:lnTo>
                <a:lnTo>
                  <a:pt x="176213" y="85725"/>
                </a:lnTo>
                <a:lnTo>
                  <a:pt x="185738" y="85725"/>
                </a:lnTo>
                <a:lnTo>
                  <a:pt x="190500" y="90488"/>
                </a:lnTo>
                <a:lnTo>
                  <a:pt x="195263" y="95250"/>
                </a:lnTo>
                <a:lnTo>
                  <a:pt x="200025" y="100013"/>
                </a:lnTo>
                <a:lnTo>
                  <a:pt x="204788" y="104775"/>
                </a:lnTo>
                <a:lnTo>
                  <a:pt x="209550" y="109538"/>
                </a:lnTo>
                <a:lnTo>
                  <a:pt x="214313" y="114300"/>
                </a:lnTo>
                <a:lnTo>
                  <a:pt x="223838" y="114300"/>
                </a:lnTo>
                <a:lnTo>
                  <a:pt x="228600" y="119063"/>
                </a:lnTo>
                <a:lnTo>
                  <a:pt x="233363" y="123825"/>
                </a:lnTo>
                <a:lnTo>
                  <a:pt x="238125" y="128588"/>
                </a:lnTo>
                <a:lnTo>
                  <a:pt x="242888" y="133350"/>
                </a:lnTo>
                <a:lnTo>
                  <a:pt x="247650" y="138113"/>
                </a:lnTo>
                <a:lnTo>
                  <a:pt x="252413" y="142875"/>
                </a:lnTo>
                <a:lnTo>
                  <a:pt x="257175" y="147638"/>
                </a:lnTo>
                <a:lnTo>
                  <a:pt x="257175" y="157163"/>
                </a:lnTo>
                <a:lnTo>
                  <a:pt x="257175" y="166688"/>
                </a:lnTo>
                <a:lnTo>
                  <a:pt x="261938" y="171450"/>
                </a:lnTo>
                <a:lnTo>
                  <a:pt x="271463" y="171450"/>
                </a:lnTo>
                <a:lnTo>
                  <a:pt x="276225" y="176213"/>
                </a:lnTo>
                <a:lnTo>
                  <a:pt x="280988" y="180975"/>
                </a:lnTo>
                <a:lnTo>
                  <a:pt x="285750" y="185738"/>
                </a:lnTo>
                <a:lnTo>
                  <a:pt x="280988" y="190500"/>
                </a:lnTo>
                <a:lnTo>
                  <a:pt x="271463" y="190500"/>
                </a:lnTo>
                <a:lnTo>
                  <a:pt x="261938" y="190500"/>
                </a:lnTo>
                <a:lnTo>
                  <a:pt x="257175" y="195263"/>
                </a:lnTo>
                <a:lnTo>
                  <a:pt x="252413" y="200025"/>
                </a:lnTo>
                <a:lnTo>
                  <a:pt x="242888" y="200025"/>
                </a:lnTo>
                <a:lnTo>
                  <a:pt x="238125" y="204788"/>
                </a:lnTo>
                <a:lnTo>
                  <a:pt x="233363" y="209550"/>
                </a:lnTo>
                <a:lnTo>
                  <a:pt x="228600" y="214313"/>
                </a:lnTo>
                <a:lnTo>
                  <a:pt x="223838" y="219075"/>
                </a:lnTo>
                <a:lnTo>
                  <a:pt x="219075" y="223838"/>
                </a:lnTo>
                <a:lnTo>
                  <a:pt x="219075" y="233363"/>
                </a:lnTo>
                <a:lnTo>
                  <a:pt x="223838" y="238125"/>
                </a:lnTo>
                <a:lnTo>
                  <a:pt x="228600" y="242888"/>
                </a:lnTo>
                <a:lnTo>
                  <a:pt x="233363" y="247650"/>
                </a:lnTo>
                <a:lnTo>
                  <a:pt x="238125" y="252413"/>
                </a:lnTo>
                <a:lnTo>
                  <a:pt x="242888" y="257175"/>
                </a:lnTo>
                <a:lnTo>
                  <a:pt x="252413" y="257175"/>
                </a:lnTo>
                <a:lnTo>
                  <a:pt x="257175" y="261938"/>
                </a:lnTo>
                <a:lnTo>
                  <a:pt x="261938" y="266700"/>
                </a:lnTo>
                <a:lnTo>
                  <a:pt x="271463" y="266700"/>
                </a:lnTo>
                <a:lnTo>
                  <a:pt x="280988" y="266700"/>
                </a:lnTo>
                <a:lnTo>
                  <a:pt x="285750" y="271463"/>
                </a:lnTo>
                <a:lnTo>
                  <a:pt x="290513" y="276225"/>
                </a:lnTo>
                <a:lnTo>
                  <a:pt x="300038" y="276225"/>
                </a:lnTo>
                <a:lnTo>
                  <a:pt x="309563" y="276225"/>
                </a:lnTo>
                <a:lnTo>
                  <a:pt x="319088" y="276225"/>
                </a:lnTo>
                <a:lnTo>
                  <a:pt x="328613" y="276225"/>
                </a:lnTo>
                <a:lnTo>
                  <a:pt x="333375" y="280988"/>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85788" y="180975"/>
                </a:lnTo>
                <a:lnTo>
                  <a:pt x="581025" y="176213"/>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0538" y="171450"/>
                </a:lnTo>
                <a:lnTo>
                  <a:pt x="481013" y="171450"/>
                </a:lnTo>
                <a:lnTo>
                  <a:pt x="471488" y="171450"/>
                </a:lnTo>
                <a:lnTo>
                  <a:pt x="461963" y="171450"/>
                </a:lnTo>
                <a:lnTo>
                  <a:pt x="452438" y="171450"/>
                </a:lnTo>
                <a:lnTo>
                  <a:pt x="442913" y="171450"/>
                </a:lnTo>
                <a:lnTo>
                  <a:pt x="433388" y="171450"/>
                </a:lnTo>
                <a:lnTo>
                  <a:pt x="423863" y="171450"/>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33375" y="176213"/>
                </a:lnTo>
                <a:lnTo>
                  <a:pt x="328613" y="180975"/>
                </a:lnTo>
                <a:lnTo>
                  <a:pt x="323850" y="176213"/>
                </a:lnTo>
                <a:lnTo>
                  <a:pt x="319088" y="171450"/>
                </a:lnTo>
                <a:lnTo>
                  <a:pt x="314325" y="166688"/>
                </a:lnTo>
                <a:lnTo>
                  <a:pt x="309563" y="161925"/>
                </a:lnTo>
                <a:lnTo>
                  <a:pt x="304800" y="157163"/>
                </a:lnTo>
                <a:lnTo>
                  <a:pt x="304800" y="147638"/>
                </a:lnTo>
                <a:lnTo>
                  <a:pt x="300038" y="142875"/>
                </a:lnTo>
                <a:lnTo>
                  <a:pt x="295275" y="138113"/>
                </a:lnTo>
                <a:lnTo>
                  <a:pt x="295275" y="128588"/>
                </a:lnTo>
                <a:lnTo>
                  <a:pt x="290513" y="123825"/>
                </a:lnTo>
                <a:lnTo>
                  <a:pt x="280988" y="123825"/>
                </a:lnTo>
                <a:lnTo>
                  <a:pt x="276225" y="128588"/>
                </a:lnTo>
                <a:lnTo>
                  <a:pt x="271463" y="133350"/>
                </a:lnTo>
                <a:lnTo>
                  <a:pt x="261938" y="133350"/>
                </a:lnTo>
                <a:lnTo>
                  <a:pt x="257175" y="128588"/>
                </a:lnTo>
                <a:lnTo>
                  <a:pt x="252413" y="123825"/>
                </a:lnTo>
                <a:lnTo>
                  <a:pt x="247650" y="119063"/>
                </a:lnTo>
                <a:lnTo>
                  <a:pt x="242888" y="114300"/>
                </a:lnTo>
                <a:lnTo>
                  <a:pt x="233363" y="114300"/>
                </a:lnTo>
                <a:lnTo>
                  <a:pt x="228600" y="109538"/>
                </a:lnTo>
                <a:lnTo>
                  <a:pt x="223838" y="104775"/>
                </a:lnTo>
                <a:lnTo>
                  <a:pt x="219075" y="100013"/>
                </a:lnTo>
                <a:lnTo>
                  <a:pt x="214313" y="95250"/>
                </a:lnTo>
                <a:lnTo>
                  <a:pt x="209550" y="90488"/>
                </a:lnTo>
                <a:lnTo>
                  <a:pt x="204788" y="85725"/>
                </a:lnTo>
                <a:lnTo>
                  <a:pt x="200025" y="80963"/>
                </a:lnTo>
                <a:lnTo>
                  <a:pt x="195263" y="76200"/>
                </a:lnTo>
                <a:lnTo>
                  <a:pt x="185738" y="76200"/>
                </a:lnTo>
                <a:lnTo>
                  <a:pt x="180975" y="71438"/>
                </a:lnTo>
                <a:lnTo>
                  <a:pt x="176213" y="66675"/>
                </a:lnTo>
                <a:lnTo>
                  <a:pt x="171450" y="61913"/>
                </a:lnTo>
                <a:lnTo>
                  <a:pt x="166688" y="57150"/>
                </a:lnTo>
                <a:lnTo>
                  <a:pt x="161925" y="52388"/>
                </a:lnTo>
                <a:lnTo>
                  <a:pt x="157163" y="47625"/>
                </a:lnTo>
                <a:lnTo>
                  <a:pt x="147638" y="47625"/>
                </a:lnTo>
                <a:lnTo>
                  <a:pt x="142875" y="42863"/>
                </a:lnTo>
                <a:lnTo>
                  <a:pt x="138113" y="38100"/>
                </a:lnTo>
                <a:lnTo>
                  <a:pt x="133350" y="33338"/>
                </a:lnTo>
                <a:lnTo>
                  <a:pt x="128588" y="28575"/>
                </a:lnTo>
                <a:lnTo>
                  <a:pt x="123825" y="23813"/>
                </a:lnTo>
                <a:lnTo>
                  <a:pt x="119063" y="19050"/>
                </a:lnTo>
                <a:lnTo>
                  <a:pt x="109538" y="19050"/>
                </a:lnTo>
                <a:lnTo>
                  <a:pt x="104775" y="14288"/>
                </a:lnTo>
                <a:lnTo>
                  <a:pt x="100013" y="9525"/>
                </a:lnTo>
                <a:lnTo>
                  <a:pt x="95250" y="4763"/>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42988" y="0"/>
                </a:lnTo>
                <a:lnTo>
                  <a:pt x="1052513" y="0"/>
                </a:lnTo>
                <a:lnTo>
                  <a:pt x="1062038" y="0"/>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998877"/>
          </a:solidFill>
          <a:ln xmlns:a="http://schemas.openxmlformats.org/drawingml/2006/main" w="0">
            <a:noFill/>
            <a:prstDash val="solid"/>
          </a:ln>
        </p:spPr>
      </p:sp>
      <p:sp>
        <p:nvSpPr>
          <p:cNvPr id="661" name="layout-orange-68-1">
            <a:extLst xmlns:a="http://schemas.openxmlformats.org/drawingml/2006/main">
              <a:ext uri="{FF2B5EF4-FFF2-40B4-BE49-F238E27FC236}">
                <a16:creationId xmlns:a16="http://schemas.microsoft.com/office/drawing/2014/main" id="{451449B9-086D-41FB-80FC-18AA103D5933}"/>
              </a:ext>
            </a:extLst>
          </p:cNvPr>
          <p:cNvSpPr>
            <a:spLocks xmlns:a="http://schemas.openxmlformats.org/drawingml/2006/main" noGrp="1"/>
          </p:cNvSpPr>
          <p:nvPr/>
        </p:nvSpPr>
        <p:spPr>
          <a:xfrm xmlns:a="http://schemas.openxmlformats.org/drawingml/2006/main" rot="0">
            <a:off x="2171700" y="3552825"/>
            <a:ext cx="447675" cy="95250"/>
          </a:xfrm>
          <a:custGeom xmlns:a="http://schemas.openxmlformats.org/drawingml/2006/main">
            <a:pathLst>
              <a:path w="447675" h="95250">
                <a:moveTo>
                  <a:pt x="123825" y="4763"/>
                </a:move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4313" y="9525"/>
                </a:lnTo>
                <a:lnTo>
                  <a:pt x="204788" y="9525"/>
                </a:lnTo>
                <a:lnTo>
                  <a:pt x="200025" y="14288"/>
                </a:lnTo>
                <a:lnTo>
                  <a:pt x="200025" y="23813"/>
                </a:lnTo>
                <a:lnTo>
                  <a:pt x="195263" y="28575"/>
                </a:lnTo>
                <a:lnTo>
                  <a:pt x="190500" y="33338"/>
                </a:lnTo>
                <a:lnTo>
                  <a:pt x="190500" y="42863"/>
                </a:lnTo>
                <a:lnTo>
                  <a:pt x="190500" y="52388"/>
                </a:lnTo>
                <a:lnTo>
                  <a:pt x="195263" y="57150"/>
                </a:lnTo>
                <a:lnTo>
                  <a:pt x="200025" y="61913"/>
                </a:lnTo>
                <a:lnTo>
                  <a:pt x="204788" y="66675"/>
                </a:lnTo>
                <a:lnTo>
                  <a:pt x="209550" y="71438"/>
                </a:lnTo>
                <a:lnTo>
                  <a:pt x="214313" y="76200"/>
                </a:lnTo>
                <a:lnTo>
                  <a:pt x="223838" y="76200"/>
                </a:lnTo>
                <a:lnTo>
                  <a:pt x="233363" y="76200"/>
                </a:lnTo>
                <a:lnTo>
                  <a:pt x="242888" y="76200"/>
                </a:lnTo>
                <a:lnTo>
                  <a:pt x="252413" y="76200"/>
                </a:lnTo>
                <a:lnTo>
                  <a:pt x="257175" y="71438"/>
                </a:lnTo>
                <a:lnTo>
                  <a:pt x="261938" y="66675"/>
                </a:lnTo>
                <a:lnTo>
                  <a:pt x="266700" y="61913"/>
                </a:lnTo>
                <a:lnTo>
                  <a:pt x="271463" y="57150"/>
                </a:lnTo>
                <a:lnTo>
                  <a:pt x="276225" y="52388"/>
                </a:lnTo>
                <a:lnTo>
                  <a:pt x="276225" y="42863"/>
                </a:lnTo>
                <a:lnTo>
                  <a:pt x="276225" y="33338"/>
                </a:lnTo>
                <a:lnTo>
                  <a:pt x="271463" y="28575"/>
                </a:lnTo>
                <a:lnTo>
                  <a:pt x="266700" y="23813"/>
                </a:lnTo>
                <a:lnTo>
                  <a:pt x="266700" y="14288"/>
                </a:lnTo>
                <a:lnTo>
                  <a:pt x="261938" y="9525"/>
                </a:lnTo>
                <a:lnTo>
                  <a:pt x="252413" y="9525"/>
                </a:lnTo>
                <a:lnTo>
                  <a:pt x="247650" y="4763"/>
                </a:ln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7188" y="9525"/>
                </a:lnTo>
                <a:lnTo>
                  <a:pt x="366713" y="9525"/>
                </a:lnTo>
                <a:lnTo>
                  <a:pt x="376238" y="9525"/>
                </a:lnTo>
                <a:lnTo>
                  <a:pt x="381000" y="14288"/>
                </a:lnTo>
                <a:lnTo>
                  <a:pt x="385763" y="19050"/>
                </a:lnTo>
                <a:lnTo>
                  <a:pt x="395288" y="19050"/>
                </a:lnTo>
                <a:lnTo>
                  <a:pt x="404813" y="19050"/>
                </a:lnTo>
                <a:lnTo>
                  <a:pt x="414338" y="19050"/>
                </a:lnTo>
                <a:lnTo>
                  <a:pt x="419100" y="23813"/>
                </a:lnTo>
                <a:lnTo>
                  <a:pt x="423863" y="28575"/>
                </a:lnTo>
                <a:lnTo>
                  <a:pt x="433388" y="28575"/>
                </a:lnTo>
                <a:lnTo>
                  <a:pt x="438150" y="33338"/>
                </a:lnTo>
                <a:lnTo>
                  <a:pt x="442913" y="38100"/>
                </a:lnTo>
                <a:lnTo>
                  <a:pt x="447675" y="42863"/>
                </a:lnTo>
                <a:lnTo>
                  <a:pt x="447675" y="52388"/>
                </a:lnTo>
                <a:lnTo>
                  <a:pt x="442913" y="57150"/>
                </a:lnTo>
                <a:lnTo>
                  <a:pt x="438150" y="61913"/>
                </a:lnTo>
                <a:lnTo>
                  <a:pt x="433388" y="66675"/>
                </a:lnTo>
                <a:lnTo>
                  <a:pt x="423863" y="66675"/>
                </a:lnTo>
                <a:lnTo>
                  <a:pt x="419100" y="71438"/>
                </a:lnTo>
                <a:lnTo>
                  <a:pt x="414338" y="76200"/>
                </a:lnTo>
                <a:lnTo>
                  <a:pt x="404813" y="76200"/>
                </a:lnTo>
                <a:lnTo>
                  <a:pt x="395288" y="76200"/>
                </a:lnTo>
                <a:lnTo>
                  <a:pt x="385763" y="76200"/>
                </a:lnTo>
                <a:lnTo>
                  <a:pt x="381000" y="80963"/>
                </a:lnTo>
                <a:lnTo>
                  <a:pt x="376238" y="85725"/>
                </a:lnTo>
                <a:lnTo>
                  <a:pt x="366713" y="85725"/>
                </a:lnTo>
                <a:lnTo>
                  <a:pt x="357188" y="85725"/>
                </a:lnTo>
                <a:lnTo>
                  <a:pt x="347663" y="85725"/>
                </a:lnTo>
                <a:lnTo>
                  <a:pt x="338138" y="85725"/>
                </a:lnTo>
                <a:lnTo>
                  <a:pt x="328613" y="85725"/>
                </a:lnTo>
                <a:lnTo>
                  <a:pt x="319088" y="85725"/>
                </a:lnTo>
                <a:lnTo>
                  <a:pt x="309563" y="85725"/>
                </a:lnTo>
                <a:lnTo>
                  <a:pt x="304800" y="90488"/>
                </a:lnTo>
                <a:lnTo>
                  <a:pt x="300038" y="95250"/>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42875" y="90488"/>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9525" y="52388"/>
                </a:lnTo>
                <a:lnTo>
                  <a:pt x="4763" y="47625"/>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998877"/>
          </a:solidFill>
          <a:ln xmlns:a="http://schemas.openxmlformats.org/drawingml/2006/main" w="0">
            <a:noFill/>
            <a:prstDash val="solid"/>
          </a:ln>
        </p:spPr>
      </p:sp>
      <p:sp>
        <p:nvSpPr>
          <p:cNvPr id="662" name="layout-orange-70-0">
            <a:extLst xmlns:a="http://schemas.openxmlformats.org/drawingml/2006/main">
              <a:ext uri="{FF2B5EF4-FFF2-40B4-BE49-F238E27FC236}">
                <a16:creationId xmlns:a16="http://schemas.microsoft.com/office/drawing/2014/main" id="{248D101F-EFB0-4013-B178-CD9A320DC00A}"/>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0" y="4763"/>
                </a:moveTo>
                <a:lnTo>
                  <a:pt x="4763" y="0"/>
                </a:lnTo>
                <a:lnTo>
                  <a:pt x="14288" y="0"/>
                </a:lnTo>
                <a:lnTo>
                  <a:pt x="23813" y="0"/>
                </a:lnTo>
                <a:lnTo>
                  <a:pt x="33338" y="0"/>
                </a:lnTo>
                <a:lnTo>
                  <a:pt x="42863" y="0"/>
                </a:lnTo>
                <a:lnTo>
                  <a:pt x="52388" y="0"/>
                </a:lnTo>
                <a:lnTo>
                  <a:pt x="61913" y="0"/>
                </a:lnTo>
                <a:lnTo>
                  <a:pt x="71438" y="0"/>
                </a:lnTo>
                <a:lnTo>
                  <a:pt x="76200" y="4763"/>
                </a:lnTo>
                <a:lnTo>
                  <a:pt x="80963" y="9525"/>
                </a:lnTo>
                <a:lnTo>
                  <a:pt x="85725" y="14288"/>
                </a:lnTo>
                <a:lnTo>
                  <a:pt x="90488" y="19050"/>
                </a:lnTo>
                <a:lnTo>
                  <a:pt x="95250" y="23813"/>
                </a:lnTo>
                <a:lnTo>
                  <a:pt x="100013" y="28575"/>
                </a:lnTo>
                <a:lnTo>
                  <a:pt x="109538" y="28575"/>
                </a:lnTo>
                <a:lnTo>
                  <a:pt x="114300" y="33338"/>
                </a:lnTo>
                <a:lnTo>
                  <a:pt x="119063" y="38100"/>
                </a:lnTo>
                <a:lnTo>
                  <a:pt x="123825" y="42863"/>
                </a:lnTo>
                <a:lnTo>
                  <a:pt x="128588" y="47625"/>
                </a:lnTo>
                <a:lnTo>
                  <a:pt x="133350" y="52388"/>
                </a:lnTo>
                <a:lnTo>
                  <a:pt x="138113" y="57150"/>
                </a:lnTo>
                <a:lnTo>
                  <a:pt x="147638" y="57150"/>
                </a:lnTo>
                <a:lnTo>
                  <a:pt x="152400" y="61913"/>
                </a:lnTo>
                <a:lnTo>
                  <a:pt x="157163" y="66675"/>
                </a:lnTo>
                <a:lnTo>
                  <a:pt x="161925" y="71438"/>
                </a:lnTo>
                <a:lnTo>
                  <a:pt x="166688" y="76200"/>
                </a:lnTo>
                <a:lnTo>
                  <a:pt x="171450" y="80963"/>
                </a:lnTo>
                <a:lnTo>
                  <a:pt x="176213" y="85725"/>
                </a:lnTo>
                <a:lnTo>
                  <a:pt x="185738" y="85725"/>
                </a:lnTo>
                <a:lnTo>
                  <a:pt x="190500" y="90488"/>
                </a:lnTo>
                <a:lnTo>
                  <a:pt x="195263" y="95250"/>
                </a:lnTo>
                <a:lnTo>
                  <a:pt x="200025" y="100013"/>
                </a:lnTo>
                <a:lnTo>
                  <a:pt x="204788" y="104775"/>
                </a:lnTo>
                <a:lnTo>
                  <a:pt x="209550" y="109538"/>
                </a:lnTo>
                <a:lnTo>
                  <a:pt x="214313" y="114300"/>
                </a:lnTo>
                <a:lnTo>
                  <a:pt x="223838" y="114300"/>
                </a:lnTo>
                <a:lnTo>
                  <a:pt x="228600" y="119063"/>
                </a:lnTo>
                <a:lnTo>
                  <a:pt x="233363" y="123825"/>
                </a:lnTo>
                <a:lnTo>
                  <a:pt x="238125" y="128588"/>
                </a:lnTo>
                <a:lnTo>
                  <a:pt x="242888" y="133350"/>
                </a:lnTo>
                <a:lnTo>
                  <a:pt x="247650" y="138113"/>
                </a:lnTo>
                <a:lnTo>
                  <a:pt x="252413" y="142875"/>
                </a:lnTo>
                <a:lnTo>
                  <a:pt x="257175" y="147638"/>
                </a:lnTo>
                <a:lnTo>
                  <a:pt x="257175" y="157163"/>
                </a:lnTo>
                <a:lnTo>
                  <a:pt x="257175" y="166688"/>
                </a:lnTo>
                <a:lnTo>
                  <a:pt x="261938" y="171450"/>
                </a:lnTo>
                <a:lnTo>
                  <a:pt x="271463" y="171450"/>
                </a:lnTo>
                <a:lnTo>
                  <a:pt x="276225" y="176213"/>
                </a:lnTo>
                <a:lnTo>
                  <a:pt x="280988" y="180975"/>
                </a:lnTo>
                <a:lnTo>
                  <a:pt x="285750" y="185738"/>
                </a:lnTo>
                <a:lnTo>
                  <a:pt x="280988" y="190500"/>
                </a:lnTo>
                <a:lnTo>
                  <a:pt x="271463" y="190500"/>
                </a:lnTo>
                <a:lnTo>
                  <a:pt x="261938" y="190500"/>
                </a:lnTo>
                <a:lnTo>
                  <a:pt x="257175" y="195263"/>
                </a:lnTo>
                <a:lnTo>
                  <a:pt x="252413" y="200025"/>
                </a:lnTo>
                <a:lnTo>
                  <a:pt x="242888" y="200025"/>
                </a:lnTo>
                <a:lnTo>
                  <a:pt x="238125" y="204788"/>
                </a:lnTo>
                <a:lnTo>
                  <a:pt x="233363" y="209550"/>
                </a:lnTo>
                <a:lnTo>
                  <a:pt x="228600" y="214313"/>
                </a:lnTo>
                <a:lnTo>
                  <a:pt x="223838" y="219075"/>
                </a:lnTo>
                <a:lnTo>
                  <a:pt x="219075" y="223838"/>
                </a:lnTo>
                <a:lnTo>
                  <a:pt x="219075" y="233363"/>
                </a:lnTo>
                <a:lnTo>
                  <a:pt x="223838" y="238125"/>
                </a:lnTo>
                <a:lnTo>
                  <a:pt x="228600" y="242888"/>
                </a:lnTo>
                <a:lnTo>
                  <a:pt x="233363" y="247650"/>
                </a:lnTo>
                <a:lnTo>
                  <a:pt x="238125" y="252413"/>
                </a:lnTo>
                <a:lnTo>
                  <a:pt x="242888" y="257175"/>
                </a:lnTo>
                <a:lnTo>
                  <a:pt x="252413" y="257175"/>
                </a:lnTo>
                <a:lnTo>
                  <a:pt x="257175" y="261938"/>
                </a:lnTo>
                <a:lnTo>
                  <a:pt x="261938" y="266700"/>
                </a:lnTo>
                <a:lnTo>
                  <a:pt x="271463" y="266700"/>
                </a:lnTo>
                <a:lnTo>
                  <a:pt x="280988" y="266700"/>
                </a:lnTo>
                <a:lnTo>
                  <a:pt x="285750" y="271463"/>
                </a:lnTo>
                <a:lnTo>
                  <a:pt x="290513" y="276225"/>
                </a:lnTo>
                <a:lnTo>
                  <a:pt x="300038" y="276225"/>
                </a:lnTo>
                <a:lnTo>
                  <a:pt x="309563" y="276225"/>
                </a:lnTo>
                <a:lnTo>
                  <a:pt x="319088" y="276225"/>
                </a:lnTo>
                <a:lnTo>
                  <a:pt x="328613" y="276225"/>
                </a:lnTo>
                <a:lnTo>
                  <a:pt x="333375" y="280988"/>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85788" y="180975"/>
                </a:lnTo>
                <a:lnTo>
                  <a:pt x="581025" y="176213"/>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0538" y="171450"/>
                </a:lnTo>
                <a:lnTo>
                  <a:pt x="481013" y="171450"/>
                </a:lnTo>
                <a:lnTo>
                  <a:pt x="471488" y="171450"/>
                </a:lnTo>
                <a:lnTo>
                  <a:pt x="461963" y="171450"/>
                </a:lnTo>
                <a:lnTo>
                  <a:pt x="452438" y="171450"/>
                </a:lnTo>
                <a:lnTo>
                  <a:pt x="442913" y="171450"/>
                </a:lnTo>
                <a:lnTo>
                  <a:pt x="433388" y="171450"/>
                </a:lnTo>
                <a:lnTo>
                  <a:pt x="423863" y="171450"/>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33375" y="176213"/>
                </a:lnTo>
                <a:lnTo>
                  <a:pt x="328613" y="180975"/>
                </a:lnTo>
                <a:lnTo>
                  <a:pt x="323850" y="176213"/>
                </a:lnTo>
                <a:lnTo>
                  <a:pt x="319088" y="171450"/>
                </a:lnTo>
                <a:lnTo>
                  <a:pt x="314325" y="166688"/>
                </a:lnTo>
                <a:lnTo>
                  <a:pt x="309563" y="161925"/>
                </a:lnTo>
                <a:lnTo>
                  <a:pt x="304800" y="157163"/>
                </a:lnTo>
                <a:lnTo>
                  <a:pt x="304800" y="147638"/>
                </a:lnTo>
                <a:lnTo>
                  <a:pt x="300038" y="142875"/>
                </a:lnTo>
                <a:lnTo>
                  <a:pt x="295275" y="138113"/>
                </a:lnTo>
                <a:lnTo>
                  <a:pt x="295275" y="128588"/>
                </a:lnTo>
                <a:lnTo>
                  <a:pt x="290513" y="123825"/>
                </a:lnTo>
                <a:lnTo>
                  <a:pt x="280988" y="123825"/>
                </a:lnTo>
                <a:lnTo>
                  <a:pt x="276225" y="128588"/>
                </a:lnTo>
                <a:lnTo>
                  <a:pt x="271463" y="133350"/>
                </a:lnTo>
                <a:lnTo>
                  <a:pt x="261938" y="133350"/>
                </a:lnTo>
                <a:lnTo>
                  <a:pt x="257175" y="128588"/>
                </a:lnTo>
                <a:lnTo>
                  <a:pt x="252413" y="123825"/>
                </a:lnTo>
                <a:lnTo>
                  <a:pt x="247650" y="119063"/>
                </a:lnTo>
                <a:lnTo>
                  <a:pt x="242888" y="114300"/>
                </a:lnTo>
                <a:lnTo>
                  <a:pt x="238125" y="109538"/>
                </a:lnTo>
                <a:lnTo>
                  <a:pt x="233363" y="104775"/>
                </a:lnTo>
                <a:lnTo>
                  <a:pt x="223838" y="104775"/>
                </a:lnTo>
                <a:lnTo>
                  <a:pt x="219075" y="100013"/>
                </a:lnTo>
                <a:lnTo>
                  <a:pt x="214313" y="95250"/>
                </a:lnTo>
                <a:lnTo>
                  <a:pt x="209550" y="90488"/>
                </a:lnTo>
                <a:lnTo>
                  <a:pt x="204788" y="85725"/>
                </a:lnTo>
                <a:lnTo>
                  <a:pt x="200025" y="80963"/>
                </a:lnTo>
                <a:lnTo>
                  <a:pt x="195263" y="76200"/>
                </a:lnTo>
                <a:lnTo>
                  <a:pt x="185738" y="76200"/>
                </a:lnTo>
                <a:lnTo>
                  <a:pt x="180975" y="71438"/>
                </a:lnTo>
                <a:lnTo>
                  <a:pt x="176213" y="66675"/>
                </a:lnTo>
                <a:lnTo>
                  <a:pt x="171450" y="61913"/>
                </a:lnTo>
                <a:lnTo>
                  <a:pt x="166688" y="57150"/>
                </a:lnTo>
                <a:lnTo>
                  <a:pt x="161925" y="52388"/>
                </a:lnTo>
                <a:lnTo>
                  <a:pt x="157163" y="47625"/>
                </a:lnTo>
                <a:lnTo>
                  <a:pt x="147638" y="47625"/>
                </a:lnTo>
                <a:lnTo>
                  <a:pt x="142875" y="42863"/>
                </a:lnTo>
                <a:lnTo>
                  <a:pt x="138113" y="38100"/>
                </a:lnTo>
                <a:lnTo>
                  <a:pt x="133350" y="33338"/>
                </a:lnTo>
                <a:lnTo>
                  <a:pt x="128588" y="28575"/>
                </a:lnTo>
                <a:lnTo>
                  <a:pt x="123825" y="23813"/>
                </a:lnTo>
                <a:lnTo>
                  <a:pt x="119063" y="19050"/>
                </a:lnTo>
                <a:lnTo>
                  <a:pt x="109538" y="19050"/>
                </a:lnTo>
                <a:lnTo>
                  <a:pt x="104775" y="14288"/>
                </a:lnTo>
                <a:lnTo>
                  <a:pt x="100013" y="9525"/>
                </a:lnTo>
                <a:lnTo>
                  <a:pt x="95250" y="4763"/>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42988" y="0"/>
                </a:lnTo>
                <a:lnTo>
                  <a:pt x="1052513" y="0"/>
                </a:lnTo>
                <a:lnTo>
                  <a:pt x="1062038" y="0"/>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AD8D6F"/>
          </a:solidFill>
          <a:ln xmlns:a="http://schemas.openxmlformats.org/drawingml/2006/main" w="0">
            <a:noFill/>
            <a:prstDash val="solid"/>
          </a:ln>
        </p:spPr>
      </p:sp>
      <p:sp>
        <p:nvSpPr>
          <p:cNvPr id="663" name="layout-orange-70-1">
            <a:extLst xmlns:a="http://schemas.openxmlformats.org/drawingml/2006/main">
              <a:ext uri="{FF2B5EF4-FFF2-40B4-BE49-F238E27FC236}">
                <a16:creationId xmlns:a16="http://schemas.microsoft.com/office/drawing/2014/main" id="{C324E574-91F2-4DDE-BB0C-3A75ECF0C91A}"/>
              </a:ext>
            </a:extLst>
          </p:cNvPr>
          <p:cNvSpPr>
            <a:spLocks xmlns:a="http://schemas.openxmlformats.org/drawingml/2006/main" noGrp="1"/>
          </p:cNvSpPr>
          <p:nvPr/>
        </p:nvSpPr>
        <p:spPr>
          <a:xfrm xmlns:a="http://schemas.openxmlformats.org/drawingml/2006/main" rot="0">
            <a:off x="2171700" y="3552825"/>
            <a:ext cx="447675" cy="95250"/>
          </a:xfrm>
          <a:custGeom xmlns:a="http://schemas.openxmlformats.org/drawingml/2006/main">
            <a:pathLst>
              <a:path w="447675" h="95250">
                <a:moveTo>
                  <a:pt x="123825" y="4763"/>
                </a:move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4313" y="9525"/>
                </a:lnTo>
                <a:lnTo>
                  <a:pt x="204788" y="9525"/>
                </a:lnTo>
                <a:lnTo>
                  <a:pt x="200025" y="14288"/>
                </a:lnTo>
                <a:lnTo>
                  <a:pt x="200025" y="23813"/>
                </a:lnTo>
                <a:lnTo>
                  <a:pt x="195263" y="28575"/>
                </a:lnTo>
                <a:lnTo>
                  <a:pt x="190500" y="33338"/>
                </a:lnTo>
                <a:lnTo>
                  <a:pt x="190500" y="42863"/>
                </a:lnTo>
                <a:lnTo>
                  <a:pt x="190500" y="52388"/>
                </a:lnTo>
                <a:lnTo>
                  <a:pt x="195263" y="57150"/>
                </a:lnTo>
                <a:lnTo>
                  <a:pt x="200025" y="61913"/>
                </a:lnTo>
                <a:lnTo>
                  <a:pt x="204788" y="66675"/>
                </a:lnTo>
                <a:lnTo>
                  <a:pt x="209550" y="71438"/>
                </a:lnTo>
                <a:lnTo>
                  <a:pt x="214313" y="76200"/>
                </a:lnTo>
                <a:lnTo>
                  <a:pt x="223838" y="76200"/>
                </a:lnTo>
                <a:lnTo>
                  <a:pt x="233363" y="76200"/>
                </a:lnTo>
                <a:lnTo>
                  <a:pt x="242888" y="76200"/>
                </a:lnTo>
                <a:lnTo>
                  <a:pt x="252413" y="76200"/>
                </a:lnTo>
                <a:lnTo>
                  <a:pt x="257175" y="71438"/>
                </a:lnTo>
                <a:lnTo>
                  <a:pt x="261938" y="66675"/>
                </a:lnTo>
                <a:lnTo>
                  <a:pt x="266700" y="61913"/>
                </a:lnTo>
                <a:lnTo>
                  <a:pt x="271463" y="57150"/>
                </a:lnTo>
                <a:lnTo>
                  <a:pt x="276225" y="52388"/>
                </a:lnTo>
                <a:lnTo>
                  <a:pt x="276225" y="42863"/>
                </a:lnTo>
                <a:lnTo>
                  <a:pt x="276225" y="33338"/>
                </a:lnTo>
                <a:lnTo>
                  <a:pt x="271463" y="28575"/>
                </a:lnTo>
                <a:lnTo>
                  <a:pt x="266700" y="23813"/>
                </a:lnTo>
                <a:lnTo>
                  <a:pt x="266700" y="14288"/>
                </a:lnTo>
                <a:lnTo>
                  <a:pt x="261938" y="9525"/>
                </a:lnTo>
                <a:lnTo>
                  <a:pt x="252413" y="9525"/>
                </a:lnTo>
                <a:lnTo>
                  <a:pt x="247650" y="4763"/>
                </a:ln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7188" y="9525"/>
                </a:lnTo>
                <a:lnTo>
                  <a:pt x="366713" y="9525"/>
                </a:lnTo>
                <a:lnTo>
                  <a:pt x="376238" y="9525"/>
                </a:lnTo>
                <a:lnTo>
                  <a:pt x="381000" y="14288"/>
                </a:lnTo>
                <a:lnTo>
                  <a:pt x="385763" y="19050"/>
                </a:lnTo>
                <a:lnTo>
                  <a:pt x="395288" y="19050"/>
                </a:lnTo>
                <a:lnTo>
                  <a:pt x="404813" y="19050"/>
                </a:lnTo>
                <a:lnTo>
                  <a:pt x="414338" y="19050"/>
                </a:lnTo>
                <a:lnTo>
                  <a:pt x="419100" y="23813"/>
                </a:lnTo>
                <a:lnTo>
                  <a:pt x="423863" y="28575"/>
                </a:lnTo>
                <a:lnTo>
                  <a:pt x="433388" y="28575"/>
                </a:lnTo>
                <a:lnTo>
                  <a:pt x="438150" y="33338"/>
                </a:lnTo>
                <a:lnTo>
                  <a:pt x="442913" y="38100"/>
                </a:lnTo>
                <a:lnTo>
                  <a:pt x="447675" y="42863"/>
                </a:lnTo>
                <a:lnTo>
                  <a:pt x="447675" y="52388"/>
                </a:lnTo>
                <a:lnTo>
                  <a:pt x="442913" y="57150"/>
                </a:lnTo>
                <a:lnTo>
                  <a:pt x="438150" y="61913"/>
                </a:lnTo>
                <a:lnTo>
                  <a:pt x="433388" y="66675"/>
                </a:lnTo>
                <a:lnTo>
                  <a:pt x="423863" y="66675"/>
                </a:lnTo>
                <a:lnTo>
                  <a:pt x="419100" y="71438"/>
                </a:lnTo>
                <a:lnTo>
                  <a:pt x="414338" y="76200"/>
                </a:lnTo>
                <a:lnTo>
                  <a:pt x="404813" y="76200"/>
                </a:lnTo>
                <a:lnTo>
                  <a:pt x="395288" y="76200"/>
                </a:lnTo>
                <a:lnTo>
                  <a:pt x="385763" y="76200"/>
                </a:lnTo>
                <a:lnTo>
                  <a:pt x="381000" y="80963"/>
                </a:lnTo>
                <a:lnTo>
                  <a:pt x="376238" y="85725"/>
                </a:lnTo>
                <a:lnTo>
                  <a:pt x="366713" y="85725"/>
                </a:lnTo>
                <a:lnTo>
                  <a:pt x="357188" y="85725"/>
                </a:lnTo>
                <a:lnTo>
                  <a:pt x="347663" y="85725"/>
                </a:lnTo>
                <a:lnTo>
                  <a:pt x="338138" y="85725"/>
                </a:lnTo>
                <a:lnTo>
                  <a:pt x="328613" y="85725"/>
                </a:lnTo>
                <a:lnTo>
                  <a:pt x="319088" y="85725"/>
                </a:lnTo>
                <a:lnTo>
                  <a:pt x="309563" y="85725"/>
                </a:lnTo>
                <a:lnTo>
                  <a:pt x="304800" y="90488"/>
                </a:lnTo>
                <a:lnTo>
                  <a:pt x="300038" y="95250"/>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42875" y="90488"/>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9525" y="52388"/>
                </a:lnTo>
                <a:lnTo>
                  <a:pt x="4763" y="47625"/>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AD8D6F"/>
          </a:solidFill>
          <a:ln xmlns:a="http://schemas.openxmlformats.org/drawingml/2006/main" w="0">
            <a:noFill/>
            <a:prstDash val="solid"/>
          </a:ln>
        </p:spPr>
      </p:sp>
      <p:sp>
        <p:nvSpPr>
          <p:cNvPr id="664" name="layout-orange-72-0">
            <a:extLst xmlns:a="http://schemas.openxmlformats.org/drawingml/2006/main">
              <a:ext uri="{FF2B5EF4-FFF2-40B4-BE49-F238E27FC236}">
                <a16:creationId xmlns:a16="http://schemas.microsoft.com/office/drawing/2014/main" id="{E5270C39-BC9E-4668-8D1D-142F4FFDD0EF}"/>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0" y="4763"/>
                </a:moveTo>
                <a:lnTo>
                  <a:pt x="4763" y="0"/>
                </a:lnTo>
                <a:lnTo>
                  <a:pt x="14288" y="0"/>
                </a:lnTo>
                <a:lnTo>
                  <a:pt x="23813" y="0"/>
                </a:lnTo>
                <a:lnTo>
                  <a:pt x="33338" y="0"/>
                </a:lnTo>
                <a:lnTo>
                  <a:pt x="42863" y="0"/>
                </a:lnTo>
                <a:lnTo>
                  <a:pt x="52388" y="0"/>
                </a:lnTo>
                <a:lnTo>
                  <a:pt x="61913" y="0"/>
                </a:lnTo>
                <a:lnTo>
                  <a:pt x="71438" y="0"/>
                </a:lnTo>
                <a:lnTo>
                  <a:pt x="76200" y="4763"/>
                </a:lnTo>
                <a:lnTo>
                  <a:pt x="80963" y="9525"/>
                </a:lnTo>
                <a:lnTo>
                  <a:pt x="85725" y="14288"/>
                </a:lnTo>
                <a:lnTo>
                  <a:pt x="90488" y="19050"/>
                </a:lnTo>
                <a:lnTo>
                  <a:pt x="95250" y="23813"/>
                </a:lnTo>
                <a:lnTo>
                  <a:pt x="100013" y="28575"/>
                </a:lnTo>
                <a:lnTo>
                  <a:pt x="109538" y="28575"/>
                </a:lnTo>
                <a:lnTo>
                  <a:pt x="114300" y="33338"/>
                </a:lnTo>
                <a:lnTo>
                  <a:pt x="119063" y="38100"/>
                </a:lnTo>
                <a:lnTo>
                  <a:pt x="123825" y="42863"/>
                </a:lnTo>
                <a:lnTo>
                  <a:pt x="128588" y="47625"/>
                </a:lnTo>
                <a:lnTo>
                  <a:pt x="133350" y="52388"/>
                </a:lnTo>
                <a:lnTo>
                  <a:pt x="138113" y="57150"/>
                </a:lnTo>
                <a:lnTo>
                  <a:pt x="147638" y="57150"/>
                </a:lnTo>
                <a:lnTo>
                  <a:pt x="152400" y="61913"/>
                </a:lnTo>
                <a:lnTo>
                  <a:pt x="157163" y="66675"/>
                </a:lnTo>
                <a:lnTo>
                  <a:pt x="161925" y="71438"/>
                </a:lnTo>
                <a:lnTo>
                  <a:pt x="166688" y="76200"/>
                </a:lnTo>
                <a:lnTo>
                  <a:pt x="171450" y="80963"/>
                </a:lnTo>
                <a:lnTo>
                  <a:pt x="176213" y="85725"/>
                </a:lnTo>
                <a:lnTo>
                  <a:pt x="185738" y="85725"/>
                </a:lnTo>
                <a:lnTo>
                  <a:pt x="190500" y="90488"/>
                </a:lnTo>
                <a:lnTo>
                  <a:pt x="195263" y="95250"/>
                </a:lnTo>
                <a:lnTo>
                  <a:pt x="200025" y="100013"/>
                </a:lnTo>
                <a:lnTo>
                  <a:pt x="204788" y="104775"/>
                </a:lnTo>
                <a:lnTo>
                  <a:pt x="209550" y="109538"/>
                </a:lnTo>
                <a:lnTo>
                  <a:pt x="214313" y="114300"/>
                </a:lnTo>
                <a:lnTo>
                  <a:pt x="223838" y="114300"/>
                </a:lnTo>
                <a:lnTo>
                  <a:pt x="228600" y="119063"/>
                </a:lnTo>
                <a:lnTo>
                  <a:pt x="233363" y="123825"/>
                </a:lnTo>
                <a:lnTo>
                  <a:pt x="238125" y="128588"/>
                </a:lnTo>
                <a:lnTo>
                  <a:pt x="242888" y="133350"/>
                </a:lnTo>
                <a:lnTo>
                  <a:pt x="247650" y="138113"/>
                </a:lnTo>
                <a:lnTo>
                  <a:pt x="252413" y="142875"/>
                </a:lnTo>
                <a:lnTo>
                  <a:pt x="257175" y="147638"/>
                </a:lnTo>
                <a:lnTo>
                  <a:pt x="257175" y="157163"/>
                </a:lnTo>
                <a:lnTo>
                  <a:pt x="257175" y="166688"/>
                </a:lnTo>
                <a:lnTo>
                  <a:pt x="261938" y="171450"/>
                </a:lnTo>
                <a:lnTo>
                  <a:pt x="271463" y="171450"/>
                </a:lnTo>
                <a:lnTo>
                  <a:pt x="276225" y="176213"/>
                </a:lnTo>
                <a:lnTo>
                  <a:pt x="280988" y="180975"/>
                </a:lnTo>
                <a:lnTo>
                  <a:pt x="285750" y="185738"/>
                </a:lnTo>
                <a:lnTo>
                  <a:pt x="280988" y="190500"/>
                </a:lnTo>
                <a:lnTo>
                  <a:pt x="271463" y="190500"/>
                </a:lnTo>
                <a:lnTo>
                  <a:pt x="261938" y="190500"/>
                </a:lnTo>
                <a:lnTo>
                  <a:pt x="257175" y="195263"/>
                </a:lnTo>
                <a:lnTo>
                  <a:pt x="252413" y="200025"/>
                </a:lnTo>
                <a:lnTo>
                  <a:pt x="242888" y="200025"/>
                </a:lnTo>
                <a:lnTo>
                  <a:pt x="238125" y="204788"/>
                </a:lnTo>
                <a:lnTo>
                  <a:pt x="233363" y="209550"/>
                </a:lnTo>
                <a:lnTo>
                  <a:pt x="228600" y="214313"/>
                </a:lnTo>
                <a:lnTo>
                  <a:pt x="223838" y="219075"/>
                </a:lnTo>
                <a:lnTo>
                  <a:pt x="219075" y="223838"/>
                </a:lnTo>
                <a:lnTo>
                  <a:pt x="219075" y="233363"/>
                </a:lnTo>
                <a:lnTo>
                  <a:pt x="223838" y="238125"/>
                </a:lnTo>
                <a:lnTo>
                  <a:pt x="228600" y="242888"/>
                </a:lnTo>
                <a:lnTo>
                  <a:pt x="233363" y="247650"/>
                </a:lnTo>
                <a:lnTo>
                  <a:pt x="238125" y="252413"/>
                </a:lnTo>
                <a:lnTo>
                  <a:pt x="242888" y="257175"/>
                </a:lnTo>
                <a:lnTo>
                  <a:pt x="252413" y="257175"/>
                </a:lnTo>
                <a:lnTo>
                  <a:pt x="257175" y="261938"/>
                </a:lnTo>
                <a:lnTo>
                  <a:pt x="261938" y="266700"/>
                </a:lnTo>
                <a:lnTo>
                  <a:pt x="271463" y="266700"/>
                </a:lnTo>
                <a:lnTo>
                  <a:pt x="280988" y="266700"/>
                </a:lnTo>
                <a:lnTo>
                  <a:pt x="285750" y="271463"/>
                </a:lnTo>
                <a:lnTo>
                  <a:pt x="290513" y="276225"/>
                </a:lnTo>
                <a:lnTo>
                  <a:pt x="300038" y="276225"/>
                </a:lnTo>
                <a:lnTo>
                  <a:pt x="309563" y="276225"/>
                </a:lnTo>
                <a:lnTo>
                  <a:pt x="319088" y="276225"/>
                </a:lnTo>
                <a:lnTo>
                  <a:pt x="328613" y="276225"/>
                </a:lnTo>
                <a:lnTo>
                  <a:pt x="333375" y="280988"/>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85788" y="180975"/>
                </a:lnTo>
                <a:lnTo>
                  <a:pt x="581025" y="176213"/>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0538" y="171450"/>
                </a:lnTo>
                <a:lnTo>
                  <a:pt x="481013" y="171450"/>
                </a:lnTo>
                <a:lnTo>
                  <a:pt x="471488" y="171450"/>
                </a:lnTo>
                <a:lnTo>
                  <a:pt x="461963" y="171450"/>
                </a:lnTo>
                <a:lnTo>
                  <a:pt x="452438" y="171450"/>
                </a:lnTo>
                <a:lnTo>
                  <a:pt x="442913" y="171450"/>
                </a:lnTo>
                <a:lnTo>
                  <a:pt x="433388" y="171450"/>
                </a:lnTo>
                <a:lnTo>
                  <a:pt x="423863" y="171450"/>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33375" y="176213"/>
                </a:lnTo>
                <a:lnTo>
                  <a:pt x="328613" y="180975"/>
                </a:lnTo>
                <a:lnTo>
                  <a:pt x="323850" y="176213"/>
                </a:lnTo>
                <a:lnTo>
                  <a:pt x="319088" y="171450"/>
                </a:lnTo>
                <a:lnTo>
                  <a:pt x="314325" y="166688"/>
                </a:lnTo>
                <a:lnTo>
                  <a:pt x="314325" y="157163"/>
                </a:lnTo>
                <a:lnTo>
                  <a:pt x="309563" y="152400"/>
                </a:lnTo>
                <a:lnTo>
                  <a:pt x="304800" y="147638"/>
                </a:lnTo>
                <a:lnTo>
                  <a:pt x="300038" y="142875"/>
                </a:lnTo>
                <a:lnTo>
                  <a:pt x="295275" y="138113"/>
                </a:lnTo>
                <a:lnTo>
                  <a:pt x="295275" y="128588"/>
                </a:lnTo>
                <a:lnTo>
                  <a:pt x="290513" y="123825"/>
                </a:lnTo>
                <a:lnTo>
                  <a:pt x="280988" y="123825"/>
                </a:lnTo>
                <a:lnTo>
                  <a:pt x="276225" y="128588"/>
                </a:lnTo>
                <a:lnTo>
                  <a:pt x="271463" y="133350"/>
                </a:lnTo>
                <a:lnTo>
                  <a:pt x="261938" y="133350"/>
                </a:lnTo>
                <a:lnTo>
                  <a:pt x="257175" y="128588"/>
                </a:lnTo>
                <a:lnTo>
                  <a:pt x="252413" y="123825"/>
                </a:lnTo>
                <a:lnTo>
                  <a:pt x="247650" y="119063"/>
                </a:lnTo>
                <a:lnTo>
                  <a:pt x="242888" y="114300"/>
                </a:lnTo>
                <a:lnTo>
                  <a:pt x="238125" y="109538"/>
                </a:lnTo>
                <a:lnTo>
                  <a:pt x="233363" y="104775"/>
                </a:lnTo>
                <a:lnTo>
                  <a:pt x="223838" y="104775"/>
                </a:lnTo>
                <a:lnTo>
                  <a:pt x="219075" y="100013"/>
                </a:lnTo>
                <a:lnTo>
                  <a:pt x="214313" y="95250"/>
                </a:lnTo>
                <a:lnTo>
                  <a:pt x="209550" y="90488"/>
                </a:lnTo>
                <a:lnTo>
                  <a:pt x="204788" y="85725"/>
                </a:lnTo>
                <a:lnTo>
                  <a:pt x="200025" y="80963"/>
                </a:lnTo>
                <a:lnTo>
                  <a:pt x="195263" y="76200"/>
                </a:lnTo>
                <a:lnTo>
                  <a:pt x="185738" y="76200"/>
                </a:lnTo>
                <a:lnTo>
                  <a:pt x="180975" y="71438"/>
                </a:lnTo>
                <a:lnTo>
                  <a:pt x="176213" y="66675"/>
                </a:lnTo>
                <a:lnTo>
                  <a:pt x="171450" y="61913"/>
                </a:lnTo>
                <a:lnTo>
                  <a:pt x="166688" y="57150"/>
                </a:lnTo>
                <a:lnTo>
                  <a:pt x="161925" y="52388"/>
                </a:lnTo>
                <a:lnTo>
                  <a:pt x="157163" y="47625"/>
                </a:lnTo>
                <a:lnTo>
                  <a:pt x="147638" y="47625"/>
                </a:lnTo>
                <a:lnTo>
                  <a:pt x="142875" y="42863"/>
                </a:lnTo>
                <a:lnTo>
                  <a:pt x="138113" y="38100"/>
                </a:lnTo>
                <a:lnTo>
                  <a:pt x="133350" y="33338"/>
                </a:lnTo>
                <a:lnTo>
                  <a:pt x="128588" y="28575"/>
                </a:lnTo>
                <a:lnTo>
                  <a:pt x="123825" y="23813"/>
                </a:lnTo>
                <a:lnTo>
                  <a:pt x="119063" y="19050"/>
                </a:lnTo>
                <a:lnTo>
                  <a:pt x="109538" y="19050"/>
                </a:lnTo>
                <a:lnTo>
                  <a:pt x="104775" y="14288"/>
                </a:lnTo>
                <a:lnTo>
                  <a:pt x="100013" y="9525"/>
                </a:lnTo>
                <a:lnTo>
                  <a:pt x="95250" y="4763"/>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42988" y="0"/>
                </a:lnTo>
                <a:lnTo>
                  <a:pt x="1052513" y="0"/>
                </a:lnTo>
                <a:lnTo>
                  <a:pt x="1062038" y="0"/>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B5926E"/>
          </a:solidFill>
          <a:ln xmlns:a="http://schemas.openxmlformats.org/drawingml/2006/main" w="0">
            <a:noFill/>
            <a:prstDash val="solid"/>
          </a:ln>
        </p:spPr>
      </p:sp>
      <p:sp>
        <p:nvSpPr>
          <p:cNvPr id="665" name="layout-orange-72-1">
            <a:extLst xmlns:a="http://schemas.openxmlformats.org/drawingml/2006/main">
              <a:ext uri="{FF2B5EF4-FFF2-40B4-BE49-F238E27FC236}">
                <a16:creationId xmlns:a16="http://schemas.microsoft.com/office/drawing/2014/main" id="{95199FA7-311B-4A14-8D8C-57915E9B2EAB}"/>
              </a:ext>
            </a:extLst>
          </p:cNvPr>
          <p:cNvSpPr>
            <a:spLocks xmlns:a="http://schemas.openxmlformats.org/drawingml/2006/main" noGrp="1"/>
          </p:cNvSpPr>
          <p:nvPr/>
        </p:nvSpPr>
        <p:spPr>
          <a:xfrm xmlns:a="http://schemas.openxmlformats.org/drawingml/2006/main" rot="0">
            <a:off x="2171700" y="3552825"/>
            <a:ext cx="447675" cy="95250"/>
          </a:xfrm>
          <a:custGeom xmlns:a="http://schemas.openxmlformats.org/drawingml/2006/main">
            <a:pathLst>
              <a:path w="447675" h="95250">
                <a:moveTo>
                  <a:pt x="123825" y="4763"/>
                </a:move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4313" y="9525"/>
                </a:lnTo>
                <a:lnTo>
                  <a:pt x="204788" y="9525"/>
                </a:lnTo>
                <a:lnTo>
                  <a:pt x="200025" y="14288"/>
                </a:lnTo>
                <a:lnTo>
                  <a:pt x="200025" y="23813"/>
                </a:lnTo>
                <a:lnTo>
                  <a:pt x="195263" y="28575"/>
                </a:lnTo>
                <a:lnTo>
                  <a:pt x="190500" y="33338"/>
                </a:lnTo>
                <a:lnTo>
                  <a:pt x="190500" y="42863"/>
                </a:lnTo>
                <a:lnTo>
                  <a:pt x="190500" y="52388"/>
                </a:lnTo>
                <a:lnTo>
                  <a:pt x="195263" y="57150"/>
                </a:lnTo>
                <a:lnTo>
                  <a:pt x="200025" y="61913"/>
                </a:lnTo>
                <a:lnTo>
                  <a:pt x="204788" y="66675"/>
                </a:lnTo>
                <a:lnTo>
                  <a:pt x="209550" y="71438"/>
                </a:lnTo>
                <a:lnTo>
                  <a:pt x="214313" y="76200"/>
                </a:lnTo>
                <a:lnTo>
                  <a:pt x="223838" y="76200"/>
                </a:lnTo>
                <a:lnTo>
                  <a:pt x="233363" y="76200"/>
                </a:lnTo>
                <a:lnTo>
                  <a:pt x="242888" y="76200"/>
                </a:lnTo>
                <a:lnTo>
                  <a:pt x="252413" y="76200"/>
                </a:lnTo>
                <a:lnTo>
                  <a:pt x="257175" y="71438"/>
                </a:lnTo>
                <a:lnTo>
                  <a:pt x="261938" y="66675"/>
                </a:lnTo>
                <a:lnTo>
                  <a:pt x="266700" y="61913"/>
                </a:lnTo>
                <a:lnTo>
                  <a:pt x="271463" y="57150"/>
                </a:lnTo>
                <a:lnTo>
                  <a:pt x="276225" y="52388"/>
                </a:lnTo>
                <a:lnTo>
                  <a:pt x="276225" y="42863"/>
                </a:lnTo>
                <a:lnTo>
                  <a:pt x="276225" y="33338"/>
                </a:lnTo>
                <a:lnTo>
                  <a:pt x="271463" y="28575"/>
                </a:lnTo>
                <a:lnTo>
                  <a:pt x="266700" y="23813"/>
                </a:lnTo>
                <a:lnTo>
                  <a:pt x="266700" y="14288"/>
                </a:lnTo>
                <a:lnTo>
                  <a:pt x="261938" y="9525"/>
                </a:lnTo>
                <a:lnTo>
                  <a:pt x="252413" y="9525"/>
                </a:lnTo>
                <a:lnTo>
                  <a:pt x="247650" y="4763"/>
                </a:ln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7188" y="9525"/>
                </a:lnTo>
                <a:lnTo>
                  <a:pt x="366713" y="9525"/>
                </a:lnTo>
                <a:lnTo>
                  <a:pt x="376238" y="9525"/>
                </a:lnTo>
                <a:lnTo>
                  <a:pt x="381000" y="14288"/>
                </a:lnTo>
                <a:lnTo>
                  <a:pt x="385763" y="19050"/>
                </a:lnTo>
                <a:lnTo>
                  <a:pt x="395288" y="19050"/>
                </a:lnTo>
                <a:lnTo>
                  <a:pt x="404813" y="19050"/>
                </a:lnTo>
                <a:lnTo>
                  <a:pt x="414338" y="19050"/>
                </a:lnTo>
                <a:lnTo>
                  <a:pt x="419100" y="23813"/>
                </a:lnTo>
                <a:lnTo>
                  <a:pt x="423863" y="28575"/>
                </a:lnTo>
                <a:lnTo>
                  <a:pt x="433388" y="28575"/>
                </a:lnTo>
                <a:lnTo>
                  <a:pt x="438150" y="33338"/>
                </a:lnTo>
                <a:lnTo>
                  <a:pt x="442913" y="38100"/>
                </a:lnTo>
                <a:lnTo>
                  <a:pt x="447675" y="42863"/>
                </a:lnTo>
                <a:lnTo>
                  <a:pt x="447675" y="52388"/>
                </a:lnTo>
                <a:lnTo>
                  <a:pt x="442913" y="57150"/>
                </a:lnTo>
                <a:lnTo>
                  <a:pt x="438150" y="61913"/>
                </a:lnTo>
                <a:lnTo>
                  <a:pt x="433388" y="66675"/>
                </a:lnTo>
                <a:lnTo>
                  <a:pt x="423863" y="66675"/>
                </a:lnTo>
                <a:lnTo>
                  <a:pt x="419100" y="71438"/>
                </a:lnTo>
                <a:lnTo>
                  <a:pt x="414338" y="76200"/>
                </a:lnTo>
                <a:lnTo>
                  <a:pt x="404813" y="76200"/>
                </a:lnTo>
                <a:lnTo>
                  <a:pt x="395288" y="76200"/>
                </a:lnTo>
                <a:lnTo>
                  <a:pt x="385763" y="76200"/>
                </a:lnTo>
                <a:lnTo>
                  <a:pt x="381000" y="80963"/>
                </a:lnTo>
                <a:lnTo>
                  <a:pt x="376238" y="85725"/>
                </a:lnTo>
                <a:lnTo>
                  <a:pt x="366713" y="85725"/>
                </a:lnTo>
                <a:lnTo>
                  <a:pt x="357188" y="85725"/>
                </a:lnTo>
                <a:lnTo>
                  <a:pt x="347663" y="85725"/>
                </a:lnTo>
                <a:lnTo>
                  <a:pt x="338138" y="85725"/>
                </a:lnTo>
                <a:lnTo>
                  <a:pt x="328613" y="85725"/>
                </a:lnTo>
                <a:lnTo>
                  <a:pt x="319088" y="85725"/>
                </a:lnTo>
                <a:lnTo>
                  <a:pt x="309563" y="85725"/>
                </a:lnTo>
                <a:lnTo>
                  <a:pt x="304800" y="90488"/>
                </a:lnTo>
                <a:lnTo>
                  <a:pt x="300038" y="95250"/>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42875" y="90488"/>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9525" y="52388"/>
                </a:lnTo>
                <a:lnTo>
                  <a:pt x="4763" y="47625"/>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B5926E"/>
          </a:solidFill>
          <a:ln xmlns:a="http://schemas.openxmlformats.org/drawingml/2006/main" w="0">
            <a:noFill/>
            <a:prstDash val="solid"/>
          </a:ln>
        </p:spPr>
      </p:sp>
      <p:sp>
        <p:nvSpPr>
          <p:cNvPr id="666" name="layout-orange-74-0">
            <a:extLst xmlns:a="http://schemas.openxmlformats.org/drawingml/2006/main">
              <a:ext uri="{FF2B5EF4-FFF2-40B4-BE49-F238E27FC236}">
                <a16:creationId xmlns:a16="http://schemas.microsoft.com/office/drawing/2014/main" id="{8E2DB8F4-2FE1-42FC-91A3-75221CD440F5}"/>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0" y="4763"/>
                </a:moveTo>
                <a:lnTo>
                  <a:pt x="4763" y="0"/>
                </a:lnTo>
                <a:lnTo>
                  <a:pt x="14288" y="0"/>
                </a:lnTo>
                <a:lnTo>
                  <a:pt x="23813" y="0"/>
                </a:lnTo>
                <a:lnTo>
                  <a:pt x="33338" y="0"/>
                </a:lnTo>
                <a:lnTo>
                  <a:pt x="42863" y="0"/>
                </a:lnTo>
                <a:lnTo>
                  <a:pt x="52388" y="0"/>
                </a:lnTo>
                <a:lnTo>
                  <a:pt x="61913" y="0"/>
                </a:lnTo>
                <a:lnTo>
                  <a:pt x="66675" y="4763"/>
                </a:lnTo>
                <a:lnTo>
                  <a:pt x="71438" y="9525"/>
                </a:lnTo>
                <a:lnTo>
                  <a:pt x="80963" y="9525"/>
                </a:lnTo>
                <a:lnTo>
                  <a:pt x="85725" y="14288"/>
                </a:lnTo>
                <a:lnTo>
                  <a:pt x="90488" y="19050"/>
                </a:lnTo>
                <a:lnTo>
                  <a:pt x="95250" y="23813"/>
                </a:lnTo>
                <a:lnTo>
                  <a:pt x="100013" y="28575"/>
                </a:lnTo>
                <a:lnTo>
                  <a:pt x="109538" y="28575"/>
                </a:lnTo>
                <a:lnTo>
                  <a:pt x="114300" y="33338"/>
                </a:lnTo>
                <a:lnTo>
                  <a:pt x="119063" y="38100"/>
                </a:lnTo>
                <a:lnTo>
                  <a:pt x="123825" y="42863"/>
                </a:lnTo>
                <a:lnTo>
                  <a:pt x="128588" y="47625"/>
                </a:lnTo>
                <a:lnTo>
                  <a:pt x="133350" y="52388"/>
                </a:lnTo>
                <a:lnTo>
                  <a:pt x="138113" y="57150"/>
                </a:lnTo>
                <a:lnTo>
                  <a:pt x="147638" y="57150"/>
                </a:lnTo>
                <a:lnTo>
                  <a:pt x="152400" y="61913"/>
                </a:lnTo>
                <a:lnTo>
                  <a:pt x="157163" y="66675"/>
                </a:lnTo>
                <a:lnTo>
                  <a:pt x="161925" y="71438"/>
                </a:lnTo>
                <a:lnTo>
                  <a:pt x="166688" y="76200"/>
                </a:lnTo>
                <a:lnTo>
                  <a:pt x="171450" y="80963"/>
                </a:lnTo>
                <a:lnTo>
                  <a:pt x="176213" y="85725"/>
                </a:lnTo>
                <a:lnTo>
                  <a:pt x="185738" y="85725"/>
                </a:lnTo>
                <a:lnTo>
                  <a:pt x="190500" y="90488"/>
                </a:lnTo>
                <a:lnTo>
                  <a:pt x="195263" y="95250"/>
                </a:lnTo>
                <a:lnTo>
                  <a:pt x="200025" y="100013"/>
                </a:lnTo>
                <a:lnTo>
                  <a:pt x="204788" y="104775"/>
                </a:lnTo>
                <a:lnTo>
                  <a:pt x="209550" y="109538"/>
                </a:lnTo>
                <a:lnTo>
                  <a:pt x="214313" y="114300"/>
                </a:lnTo>
                <a:lnTo>
                  <a:pt x="223838" y="114300"/>
                </a:lnTo>
                <a:lnTo>
                  <a:pt x="228600" y="119063"/>
                </a:lnTo>
                <a:lnTo>
                  <a:pt x="233363" y="123825"/>
                </a:lnTo>
                <a:lnTo>
                  <a:pt x="238125" y="128588"/>
                </a:lnTo>
                <a:lnTo>
                  <a:pt x="242888" y="133350"/>
                </a:lnTo>
                <a:lnTo>
                  <a:pt x="247650" y="138113"/>
                </a:lnTo>
                <a:lnTo>
                  <a:pt x="252413" y="142875"/>
                </a:lnTo>
                <a:lnTo>
                  <a:pt x="257175" y="147638"/>
                </a:lnTo>
                <a:lnTo>
                  <a:pt x="257175" y="157163"/>
                </a:lnTo>
                <a:lnTo>
                  <a:pt x="257175" y="166688"/>
                </a:lnTo>
                <a:lnTo>
                  <a:pt x="261938" y="171450"/>
                </a:lnTo>
                <a:lnTo>
                  <a:pt x="271463" y="171450"/>
                </a:lnTo>
                <a:lnTo>
                  <a:pt x="276225" y="176213"/>
                </a:lnTo>
                <a:lnTo>
                  <a:pt x="280988" y="180975"/>
                </a:lnTo>
                <a:lnTo>
                  <a:pt x="285750" y="185738"/>
                </a:lnTo>
                <a:lnTo>
                  <a:pt x="280988" y="190500"/>
                </a:lnTo>
                <a:lnTo>
                  <a:pt x="271463" y="190500"/>
                </a:lnTo>
                <a:lnTo>
                  <a:pt x="261938" y="190500"/>
                </a:lnTo>
                <a:lnTo>
                  <a:pt x="257175" y="195263"/>
                </a:lnTo>
                <a:lnTo>
                  <a:pt x="252413" y="200025"/>
                </a:lnTo>
                <a:lnTo>
                  <a:pt x="242888" y="200025"/>
                </a:lnTo>
                <a:lnTo>
                  <a:pt x="238125" y="204788"/>
                </a:lnTo>
                <a:lnTo>
                  <a:pt x="233363" y="209550"/>
                </a:lnTo>
                <a:lnTo>
                  <a:pt x="228600" y="214313"/>
                </a:lnTo>
                <a:lnTo>
                  <a:pt x="223838" y="219075"/>
                </a:lnTo>
                <a:lnTo>
                  <a:pt x="219075" y="223838"/>
                </a:lnTo>
                <a:lnTo>
                  <a:pt x="219075" y="233363"/>
                </a:lnTo>
                <a:lnTo>
                  <a:pt x="223838" y="238125"/>
                </a:lnTo>
                <a:lnTo>
                  <a:pt x="228600" y="242888"/>
                </a:lnTo>
                <a:lnTo>
                  <a:pt x="233363" y="247650"/>
                </a:lnTo>
                <a:lnTo>
                  <a:pt x="238125" y="252413"/>
                </a:lnTo>
                <a:lnTo>
                  <a:pt x="242888" y="257175"/>
                </a:lnTo>
                <a:lnTo>
                  <a:pt x="252413" y="257175"/>
                </a:lnTo>
                <a:lnTo>
                  <a:pt x="257175" y="261938"/>
                </a:lnTo>
                <a:lnTo>
                  <a:pt x="261938" y="266700"/>
                </a:lnTo>
                <a:lnTo>
                  <a:pt x="271463" y="266700"/>
                </a:lnTo>
                <a:lnTo>
                  <a:pt x="280988" y="266700"/>
                </a:lnTo>
                <a:lnTo>
                  <a:pt x="285750" y="271463"/>
                </a:lnTo>
                <a:lnTo>
                  <a:pt x="290513" y="276225"/>
                </a:lnTo>
                <a:lnTo>
                  <a:pt x="300038" y="276225"/>
                </a:lnTo>
                <a:lnTo>
                  <a:pt x="309563" y="276225"/>
                </a:lnTo>
                <a:lnTo>
                  <a:pt x="319088" y="276225"/>
                </a:lnTo>
                <a:lnTo>
                  <a:pt x="328613" y="276225"/>
                </a:lnTo>
                <a:lnTo>
                  <a:pt x="333375" y="280988"/>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85788" y="180975"/>
                </a:lnTo>
                <a:lnTo>
                  <a:pt x="581025" y="176213"/>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0538" y="171450"/>
                </a:lnTo>
                <a:lnTo>
                  <a:pt x="481013" y="171450"/>
                </a:lnTo>
                <a:lnTo>
                  <a:pt x="471488" y="171450"/>
                </a:lnTo>
                <a:lnTo>
                  <a:pt x="461963" y="171450"/>
                </a:lnTo>
                <a:lnTo>
                  <a:pt x="452438" y="171450"/>
                </a:lnTo>
                <a:lnTo>
                  <a:pt x="442913" y="171450"/>
                </a:lnTo>
                <a:lnTo>
                  <a:pt x="433388" y="171450"/>
                </a:lnTo>
                <a:lnTo>
                  <a:pt x="423863" y="171450"/>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33375" y="176213"/>
                </a:lnTo>
                <a:lnTo>
                  <a:pt x="328613" y="180975"/>
                </a:lnTo>
                <a:lnTo>
                  <a:pt x="323850" y="176213"/>
                </a:lnTo>
                <a:lnTo>
                  <a:pt x="319088" y="171450"/>
                </a:lnTo>
                <a:lnTo>
                  <a:pt x="314325" y="166688"/>
                </a:lnTo>
                <a:lnTo>
                  <a:pt x="314325" y="157163"/>
                </a:lnTo>
                <a:lnTo>
                  <a:pt x="309563" y="152400"/>
                </a:lnTo>
                <a:lnTo>
                  <a:pt x="304800" y="147638"/>
                </a:lnTo>
                <a:lnTo>
                  <a:pt x="300038" y="142875"/>
                </a:lnTo>
                <a:lnTo>
                  <a:pt x="295275" y="138113"/>
                </a:lnTo>
                <a:lnTo>
                  <a:pt x="295275" y="128588"/>
                </a:lnTo>
                <a:lnTo>
                  <a:pt x="290513" y="123825"/>
                </a:lnTo>
                <a:lnTo>
                  <a:pt x="280988" y="123825"/>
                </a:lnTo>
                <a:lnTo>
                  <a:pt x="276225" y="128588"/>
                </a:lnTo>
                <a:lnTo>
                  <a:pt x="271463" y="133350"/>
                </a:lnTo>
                <a:lnTo>
                  <a:pt x="261938" y="133350"/>
                </a:lnTo>
                <a:lnTo>
                  <a:pt x="257175" y="128588"/>
                </a:lnTo>
                <a:lnTo>
                  <a:pt x="252413" y="123825"/>
                </a:lnTo>
                <a:lnTo>
                  <a:pt x="247650" y="119063"/>
                </a:lnTo>
                <a:lnTo>
                  <a:pt x="242888" y="114300"/>
                </a:lnTo>
                <a:lnTo>
                  <a:pt x="238125" y="109538"/>
                </a:lnTo>
                <a:lnTo>
                  <a:pt x="233363" y="104775"/>
                </a:lnTo>
                <a:lnTo>
                  <a:pt x="223838" y="104775"/>
                </a:lnTo>
                <a:lnTo>
                  <a:pt x="219075" y="100013"/>
                </a:lnTo>
                <a:lnTo>
                  <a:pt x="214313" y="95250"/>
                </a:lnTo>
                <a:lnTo>
                  <a:pt x="209550" y="90488"/>
                </a:lnTo>
                <a:lnTo>
                  <a:pt x="204788" y="85725"/>
                </a:lnTo>
                <a:lnTo>
                  <a:pt x="200025" y="80963"/>
                </a:lnTo>
                <a:lnTo>
                  <a:pt x="195263" y="76200"/>
                </a:lnTo>
                <a:lnTo>
                  <a:pt x="185738" y="76200"/>
                </a:lnTo>
                <a:lnTo>
                  <a:pt x="180975" y="71438"/>
                </a:lnTo>
                <a:lnTo>
                  <a:pt x="176213" y="66675"/>
                </a:lnTo>
                <a:lnTo>
                  <a:pt x="171450" y="61913"/>
                </a:lnTo>
                <a:lnTo>
                  <a:pt x="166688" y="57150"/>
                </a:lnTo>
                <a:lnTo>
                  <a:pt x="161925" y="52388"/>
                </a:lnTo>
                <a:lnTo>
                  <a:pt x="157163" y="47625"/>
                </a:lnTo>
                <a:lnTo>
                  <a:pt x="147638" y="47625"/>
                </a:lnTo>
                <a:lnTo>
                  <a:pt x="142875" y="42863"/>
                </a:lnTo>
                <a:lnTo>
                  <a:pt x="138113" y="38100"/>
                </a:lnTo>
                <a:lnTo>
                  <a:pt x="133350" y="33338"/>
                </a:lnTo>
                <a:lnTo>
                  <a:pt x="128588" y="28575"/>
                </a:lnTo>
                <a:lnTo>
                  <a:pt x="123825" y="23813"/>
                </a:lnTo>
                <a:lnTo>
                  <a:pt x="119063" y="19050"/>
                </a:lnTo>
                <a:lnTo>
                  <a:pt x="109538" y="19050"/>
                </a:lnTo>
                <a:lnTo>
                  <a:pt x="104775" y="14288"/>
                </a:lnTo>
                <a:lnTo>
                  <a:pt x="100013" y="9525"/>
                </a:lnTo>
                <a:lnTo>
                  <a:pt x="95250" y="4763"/>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42988" y="0"/>
                </a:lnTo>
                <a:lnTo>
                  <a:pt x="1052513" y="0"/>
                </a:lnTo>
                <a:lnTo>
                  <a:pt x="1062038" y="0"/>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B39579"/>
          </a:solidFill>
          <a:ln xmlns:a="http://schemas.openxmlformats.org/drawingml/2006/main" w="0">
            <a:noFill/>
            <a:prstDash val="solid"/>
          </a:ln>
        </p:spPr>
      </p:sp>
      <p:sp>
        <p:nvSpPr>
          <p:cNvPr id="667" name="layout-orange-74-1">
            <a:extLst xmlns:a="http://schemas.openxmlformats.org/drawingml/2006/main">
              <a:ext uri="{FF2B5EF4-FFF2-40B4-BE49-F238E27FC236}">
                <a16:creationId xmlns:a16="http://schemas.microsoft.com/office/drawing/2014/main" id="{2D129F8A-379A-4C35-BF5B-50C94D6BC27B}"/>
              </a:ext>
            </a:extLst>
          </p:cNvPr>
          <p:cNvSpPr>
            <a:spLocks xmlns:a="http://schemas.openxmlformats.org/drawingml/2006/main" noGrp="1"/>
          </p:cNvSpPr>
          <p:nvPr/>
        </p:nvSpPr>
        <p:spPr>
          <a:xfrm xmlns:a="http://schemas.openxmlformats.org/drawingml/2006/main" rot="0">
            <a:off x="2171700" y="3552825"/>
            <a:ext cx="447675" cy="95250"/>
          </a:xfrm>
          <a:custGeom xmlns:a="http://schemas.openxmlformats.org/drawingml/2006/main">
            <a:pathLst>
              <a:path w="447675" h="95250">
                <a:moveTo>
                  <a:pt x="123825" y="4763"/>
                </a:move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4313" y="9525"/>
                </a:lnTo>
                <a:lnTo>
                  <a:pt x="204788" y="9525"/>
                </a:lnTo>
                <a:lnTo>
                  <a:pt x="200025" y="14288"/>
                </a:lnTo>
                <a:lnTo>
                  <a:pt x="200025" y="23813"/>
                </a:lnTo>
                <a:lnTo>
                  <a:pt x="195263" y="28575"/>
                </a:lnTo>
                <a:lnTo>
                  <a:pt x="190500" y="33338"/>
                </a:lnTo>
                <a:lnTo>
                  <a:pt x="190500" y="42863"/>
                </a:lnTo>
                <a:lnTo>
                  <a:pt x="190500" y="52388"/>
                </a:lnTo>
                <a:lnTo>
                  <a:pt x="195263" y="57150"/>
                </a:lnTo>
                <a:lnTo>
                  <a:pt x="200025" y="61913"/>
                </a:lnTo>
                <a:lnTo>
                  <a:pt x="204788" y="66675"/>
                </a:lnTo>
                <a:lnTo>
                  <a:pt x="209550" y="71438"/>
                </a:lnTo>
                <a:lnTo>
                  <a:pt x="214313" y="76200"/>
                </a:lnTo>
                <a:lnTo>
                  <a:pt x="223838" y="76200"/>
                </a:lnTo>
                <a:lnTo>
                  <a:pt x="233363" y="76200"/>
                </a:lnTo>
                <a:lnTo>
                  <a:pt x="242888" y="76200"/>
                </a:lnTo>
                <a:lnTo>
                  <a:pt x="252413" y="76200"/>
                </a:lnTo>
                <a:lnTo>
                  <a:pt x="257175" y="71438"/>
                </a:lnTo>
                <a:lnTo>
                  <a:pt x="261938" y="66675"/>
                </a:lnTo>
                <a:lnTo>
                  <a:pt x="266700" y="61913"/>
                </a:lnTo>
                <a:lnTo>
                  <a:pt x="271463" y="57150"/>
                </a:lnTo>
                <a:lnTo>
                  <a:pt x="276225" y="52388"/>
                </a:lnTo>
                <a:lnTo>
                  <a:pt x="276225" y="42863"/>
                </a:lnTo>
                <a:lnTo>
                  <a:pt x="276225" y="33338"/>
                </a:lnTo>
                <a:lnTo>
                  <a:pt x="271463" y="28575"/>
                </a:lnTo>
                <a:lnTo>
                  <a:pt x="266700" y="23813"/>
                </a:lnTo>
                <a:lnTo>
                  <a:pt x="266700" y="14288"/>
                </a:lnTo>
                <a:lnTo>
                  <a:pt x="261938" y="9525"/>
                </a:lnTo>
                <a:lnTo>
                  <a:pt x="252413" y="9525"/>
                </a:lnTo>
                <a:lnTo>
                  <a:pt x="247650" y="4763"/>
                </a:ln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7188" y="9525"/>
                </a:lnTo>
                <a:lnTo>
                  <a:pt x="366713" y="9525"/>
                </a:lnTo>
                <a:lnTo>
                  <a:pt x="376238" y="9525"/>
                </a:lnTo>
                <a:lnTo>
                  <a:pt x="381000" y="14288"/>
                </a:lnTo>
                <a:lnTo>
                  <a:pt x="385763" y="19050"/>
                </a:lnTo>
                <a:lnTo>
                  <a:pt x="395288" y="19050"/>
                </a:lnTo>
                <a:lnTo>
                  <a:pt x="404813" y="19050"/>
                </a:lnTo>
                <a:lnTo>
                  <a:pt x="414338" y="19050"/>
                </a:lnTo>
                <a:lnTo>
                  <a:pt x="419100" y="23813"/>
                </a:lnTo>
                <a:lnTo>
                  <a:pt x="423863" y="28575"/>
                </a:lnTo>
                <a:lnTo>
                  <a:pt x="433388" y="28575"/>
                </a:lnTo>
                <a:lnTo>
                  <a:pt x="438150" y="33338"/>
                </a:lnTo>
                <a:lnTo>
                  <a:pt x="442913" y="38100"/>
                </a:lnTo>
                <a:lnTo>
                  <a:pt x="447675" y="42863"/>
                </a:lnTo>
                <a:lnTo>
                  <a:pt x="447675" y="52388"/>
                </a:lnTo>
                <a:lnTo>
                  <a:pt x="442913" y="57150"/>
                </a:lnTo>
                <a:lnTo>
                  <a:pt x="438150" y="61913"/>
                </a:lnTo>
                <a:lnTo>
                  <a:pt x="433388" y="66675"/>
                </a:lnTo>
                <a:lnTo>
                  <a:pt x="423863" y="66675"/>
                </a:lnTo>
                <a:lnTo>
                  <a:pt x="419100" y="71438"/>
                </a:lnTo>
                <a:lnTo>
                  <a:pt x="414338" y="76200"/>
                </a:lnTo>
                <a:lnTo>
                  <a:pt x="404813" y="76200"/>
                </a:lnTo>
                <a:lnTo>
                  <a:pt x="395288" y="76200"/>
                </a:lnTo>
                <a:lnTo>
                  <a:pt x="385763" y="76200"/>
                </a:lnTo>
                <a:lnTo>
                  <a:pt x="381000" y="80963"/>
                </a:lnTo>
                <a:lnTo>
                  <a:pt x="376238" y="85725"/>
                </a:lnTo>
                <a:lnTo>
                  <a:pt x="366713" y="85725"/>
                </a:lnTo>
                <a:lnTo>
                  <a:pt x="357188" y="85725"/>
                </a:lnTo>
                <a:lnTo>
                  <a:pt x="347663" y="85725"/>
                </a:lnTo>
                <a:lnTo>
                  <a:pt x="338138" y="85725"/>
                </a:lnTo>
                <a:lnTo>
                  <a:pt x="328613" y="85725"/>
                </a:lnTo>
                <a:lnTo>
                  <a:pt x="319088" y="85725"/>
                </a:lnTo>
                <a:lnTo>
                  <a:pt x="309563" y="85725"/>
                </a:lnTo>
                <a:lnTo>
                  <a:pt x="304800" y="90488"/>
                </a:lnTo>
                <a:lnTo>
                  <a:pt x="300038" y="95250"/>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42875" y="90488"/>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9525" y="52388"/>
                </a:lnTo>
                <a:lnTo>
                  <a:pt x="4763" y="47625"/>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B39579"/>
          </a:solidFill>
          <a:ln xmlns:a="http://schemas.openxmlformats.org/drawingml/2006/main" w="0">
            <a:noFill/>
            <a:prstDash val="solid"/>
          </a:ln>
        </p:spPr>
      </p:sp>
      <p:sp>
        <p:nvSpPr>
          <p:cNvPr id="668" name="layout-orange-75-0">
            <a:extLst xmlns:a="http://schemas.openxmlformats.org/drawingml/2006/main">
              <a:ext uri="{FF2B5EF4-FFF2-40B4-BE49-F238E27FC236}">
                <a16:creationId xmlns:a16="http://schemas.microsoft.com/office/drawing/2014/main" id="{6D4D4460-20F1-473E-8B1B-13ED1E66670F}"/>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0" y="4763"/>
                </a:moveTo>
                <a:lnTo>
                  <a:pt x="4763" y="0"/>
                </a:lnTo>
                <a:lnTo>
                  <a:pt x="14288" y="0"/>
                </a:lnTo>
                <a:lnTo>
                  <a:pt x="23813" y="0"/>
                </a:lnTo>
                <a:lnTo>
                  <a:pt x="33338" y="0"/>
                </a:lnTo>
                <a:lnTo>
                  <a:pt x="42863" y="0"/>
                </a:lnTo>
                <a:lnTo>
                  <a:pt x="52388" y="0"/>
                </a:lnTo>
                <a:lnTo>
                  <a:pt x="61913" y="0"/>
                </a:lnTo>
                <a:lnTo>
                  <a:pt x="66675" y="4763"/>
                </a:lnTo>
                <a:lnTo>
                  <a:pt x="71438" y="9525"/>
                </a:lnTo>
                <a:lnTo>
                  <a:pt x="80963" y="9525"/>
                </a:lnTo>
                <a:lnTo>
                  <a:pt x="85725" y="14288"/>
                </a:lnTo>
                <a:lnTo>
                  <a:pt x="90488" y="19050"/>
                </a:lnTo>
                <a:lnTo>
                  <a:pt x="95250" y="23813"/>
                </a:lnTo>
                <a:lnTo>
                  <a:pt x="100013" y="28575"/>
                </a:lnTo>
                <a:lnTo>
                  <a:pt x="109538" y="28575"/>
                </a:lnTo>
                <a:lnTo>
                  <a:pt x="114300" y="33338"/>
                </a:lnTo>
                <a:lnTo>
                  <a:pt x="119063" y="38100"/>
                </a:lnTo>
                <a:lnTo>
                  <a:pt x="123825" y="42863"/>
                </a:lnTo>
                <a:lnTo>
                  <a:pt x="128588" y="47625"/>
                </a:lnTo>
                <a:lnTo>
                  <a:pt x="133350" y="52388"/>
                </a:lnTo>
                <a:lnTo>
                  <a:pt x="138113" y="57150"/>
                </a:lnTo>
                <a:lnTo>
                  <a:pt x="142875" y="61913"/>
                </a:lnTo>
                <a:lnTo>
                  <a:pt x="147638" y="66675"/>
                </a:lnTo>
                <a:lnTo>
                  <a:pt x="157163" y="66675"/>
                </a:lnTo>
                <a:lnTo>
                  <a:pt x="161925" y="71438"/>
                </a:lnTo>
                <a:lnTo>
                  <a:pt x="166688" y="76200"/>
                </a:lnTo>
                <a:lnTo>
                  <a:pt x="171450" y="80963"/>
                </a:lnTo>
                <a:lnTo>
                  <a:pt x="176213" y="85725"/>
                </a:lnTo>
                <a:lnTo>
                  <a:pt x="185738" y="85725"/>
                </a:lnTo>
                <a:lnTo>
                  <a:pt x="190500" y="90488"/>
                </a:lnTo>
                <a:lnTo>
                  <a:pt x="195263" y="95250"/>
                </a:lnTo>
                <a:lnTo>
                  <a:pt x="200025" y="100013"/>
                </a:lnTo>
                <a:lnTo>
                  <a:pt x="204788" y="104775"/>
                </a:lnTo>
                <a:lnTo>
                  <a:pt x="209550" y="109538"/>
                </a:lnTo>
                <a:lnTo>
                  <a:pt x="214313" y="114300"/>
                </a:lnTo>
                <a:lnTo>
                  <a:pt x="223838" y="114300"/>
                </a:lnTo>
                <a:lnTo>
                  <a:pt x="228600" y="119063"/>
                </a:lnTo>
                <a:lnTo>
                  <a:pt x="233363" y="123825"/>
                </a:lnTo>
                <a:lnTo>
                  <a:pt x="238125" y="128588"/>
                </a:lnTo>
                <a:lnTo>
                  <a:pt x="242888" y="133350"/>
                </a:lnTo>
                <a:lnTo>
                  <a:pt x="247650" y="138113"/>
                </a:lnTo>
                <a:lnTo>
                  <a:pt x="252413" y="142875"/>
                </a:lnTo>
                <a:lnTo>
                  <a:pt x="257175" y="147638"/>
                </a:lnTo>
                <a:lnTo>
                  <a:pt x="257175" y="157163"/>
                </a:lnTo>
                <a:lnTo>
                  <a:pt x="257175" y="166688"/>
                </a:lnTo>
                <a:lnTo>
                  <a:pt x="261938" y="171450"/>
                </a:lnTo>
                <a:lnTo>
                  <a:pt x="271463" y="171450"/>
                </a:lnTo>
                <a:lnTo>
                  <a:pt x="276225" y="176213"/>
                </a:lnTo>
                <a:lnTo>
                  <a:pt x="280988" y="180975"/>
                </a:lnTo>
                <a:lnTo>
                  <a:pt x="285750" y="185738"/>
                </a:lnTo>
                <a:lnTo>
                  <a:pt x="280988" y="190500"/>
                </a:lnTo>
                <a:lnTo>
                  <a:pt x="271463" y="190500"/>
                </a:lnTo>
                <a:lnTo>
                  <a:pt x="261938" y="190500"/>
                </a:lnTo>
                <a:lnTo>
                  <a:pt x="257175" y="195263"/>
                </a:lnTo>
                <a:lnTo>
                  <a:pt x="252413" y="200025"/>
                </a:lnTo>
                <a:lnTo>
                  <a:pt x="242888" y="200025"/>
                </a:lnTo>
                <a:lnTo>
                  <a:pt x="238125" y="204788"/>
                </a:lnTo>
                <a:lnTo>
                  <a:pt x="233363" y="209550"/>
                </a:lnTo>
                <a:lnTo>
                  <a:pt x="228600" y="214313"/>
                </a:lnTo>
                <a:lnTo>
                  <a:pt x="223838" y="219075"/>
                </a:lnTo>
                <a:lnTo>
                  <a:pt x="219075" y="223838"/>
                </a:lnTo>
                <a:lnTo>
                  <a:pt x="219075" y="233363"/>
                </a:lnTo>
                <a:lnTo>
                  <a:pt x="223838" y="238125"/>
                </a:lnTo>
                <a:lnTo>
                  <a:pt x="228600" y="242888"/>
                </a:lnTo>
                <a:lnTo>
                  <a:pt x="233363" y="247650"/>
                </a:lnTo>
                <a:lnTo>
                  <a:pt x="238125" y="252413"/>
                </a:lnTo>
                <a:lnTo>
                  <a:pt x="242888" y="257175"/>
                </a:lnTo>
                <a:lnTo>
                  <a:pt x="252413" y="257175"/>
                </a:lnTo>
                <a:lnTo>
                  <a:pt x="257175" y="261938"/>
                </a:lnTo>
                <a:lnTo>
                  <a:pt x="261938" y="266700"/>
                </a:lnTo>
                <a:lnTo>
                  <a:pt x="271463" y="266700"/>
                </a:lnTo>
                <a:lnTo>
                  <a:pt x="280988" y="266700"/>
                </a:lnTo>
                <a:lnTo>
                  <a:pt x="285750" y="271463"/>
                </a:lnTo>
                <a:lnTo>
                  <a:pt x="290513" y="276225"/>
                </a:lnTo>
                <a:lnTo>
                  <a:pt x="300038" y="276225"/>
                </a:lnTo>
                <a:lnTo>
                  <a:pt x="309563" y="276225"/>
                </a:lnTo>
                <a:lnTo>
                  <a:pt x="319088" y="276225"/>
                </a:lnTo>
                <a:lnTo>
                  <a:pt x="328613" y="276225"/>
                </a:lnTo>
                <a:lnTo>
                  <a:pt x="333375" y="280988"/>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85788" y="180975"/>
                </a:lnTo>
                <a:lnTo>
                  <a:pt x="581025" y="176213"/>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0538" y="171450"/>
                </a:lnTo>
                <a:lnTo>
                  <a:pt x="481013" y="171450"/>
                </a:lnTo>
                <a:lnTo>
                  <a:pt x="471488" y="171450"/>
                </a:lnTo>
                <a:lnTo>
                  <a:pt x="461963" y="171450"/>
                </a:lnTo>
                <a:lnTo>
                  <a:pt x="452438" y="171450"/>
                </a:lnTo>
                <a:lnTo>
                  <a:pt x="442913" y="171450"/>
                </a:lnTo>
                <a:lnTo>
                  <a:pt x="433388" y="171450"/>
                </a:lnTo>
                <a:lnTo>
                  <a:pt x="423863" y="171450"/>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33375" y="176213"/>
                </a:lnTo>
                <a:lnTo>
                  <a:pt x="328613" y="180975"/>
                </a:lnTo>
                <a:lnTo>
                  <a:pt x="323850" y="176213"/>
                </a:lnTo>
                <a:lnTo>
                  <a:pt x="319088" y="171450"/>
                </a:lnTo>
                <a:lnTo>
                  <a:pt x="314325" y="166688"/>
                </a:lnTo>
                <a:lnTo>
                  <a:pt x="314325" y="157163"/>
                </a:lnTo>
                <a:lnTo>
                  <a:pt x="309563" y="152400"/>
                </a:lnTo>
                <a:lnTo>
                  <a:pt x="304800" y="147638"/>
                </a:lnTo>
                <a:lnTo>
                  <a:pt x="300038" y="142875"/>
                </a:lnTo>
                <a:lnTo>
                  <a:pt x="295275" y="138113"/>
                </a:lnTo>
                <a:lnTo>
                  <a:pt x="295275" y="128588"/>
                </a:lnTo>
                <a:lnTo>
                  <a:pt x="290513" y="123825"/>
                </a:lnTo>
                <a:lnTo>
                  <a:pt x="280988" y="123825"/>
                </a:lnTo>
                <a:lnTo>
                  <a:pt x="276225" y="128588"/>
                </a:lnTo>
                <a:lnTo>
                  <a:pt x="271463" y="133350"/>
                </a:lnTo>
                <a:lnTo>
                  <a:pt x="261938" y="133350"/>
                </a:lnTo>
                <a:lnTo>
                  <a:pt x="257175" y="128588"/>
                </a:lnTo>
                <a:lnTo>
                  <a:pt x="252413" y="123825"/>
                </a:lnTo>
                <a:lnTo>
                  <a:pt x="247650" y="119063"/>
                </a:lnTo>
                <a:lnTo>
                  <a:pt x="242888" y="114300"/>
                </a:lnTo>
                <a:lnTo>
                  <a:pt x="238125" y="109538"/>
                </a:lnTo>
                <a:lnTo>
                  <a:pt x="233363" y="104775"/>
                </a:lnTo>
                <a:lnTo>
                  <a:pt x="223838" y="104775"/>
                </a:lnTo>
                <a:lnTo>
                  <a:pt x="219075" y="100013"/>
                </a:lnTo>
                <a:lnTo>
                  <a:pt x="214313" y="95250"/>
                </a:lnTo>
                <a:lnTo>
                  <a:pt x="209550" y="90488"/>
                </a:lnTo>
                <a:lnTo>
                  <a:pt x="204788" y="85725"/>
                </a:lnTo>
                <a:lnTo>
                  <a:pt x="200025" y="80963"/>
                </a:lnTo>
                <a:lnTo>
                  <a:pt x="195263" y="76200"/>
                </a:lnTo>
                <a:lnTo>
                  <a:pt x="185738" y="76200"/>
                </a:lnTo>
                <a:lnTo>
                  <a:pt x="180975" y="71438"/>
                </a:lnTo>
                <a:lnTo>
                  <a:pt x="176213" y="66675"/>
                </a:lnTo>
                <a:lnTo>
                  <a:pt x="171450" y="61913"/>
                </a:lnTo>
                <a:lnTo>
                  <a:pt x="166688" y="57150"/>
                </a:lnTo>
                <a:lnTo>
                  <a:pt x="161925" y="52388"/>
                </a:lnTo>
                <a:lnTo>
                  <a:pt x="157163" y="47625"/>
                </a:lnTo>
                <a:lnTo>
                  <a:pt x="147638" y="47625"/>
                </a:lnTo>
                <a:lnTo>
                  <a:pt x="142875" y="42863"/>
                </a:lnTo>
                <a:lnTo>
                  <a:pt x="138113" y="38100"/>
                </a:lnTo>
                <a:lnTo>
                  <a:pt x="133350" y="33338"/>
                </a:lnTo>
                <a:lnTo>
                  <a:pt x="128588" y="28575"/>
                </a:lnTo>
                <a:lnTo>
                  <a:pt x="123825" y="23813"/>
                </a:lnTo>
                <a:lnTo>
                  <a:pt x="119063" y="19050"/>
                </a:lnTo>
                <a:lnTo>
                  <a:pt x="109538" y="19050"/>
                </a:lnTo>
                <a:lnTo>
                  <a:pt x="104775" y="14288"/>
                </a:lnTo>
                <a:lnTo>
                  <a:pt x="100013" y="9525"/>
                </a:lnTo>
                <a:lnTo>
                  <a:pt x="95250" y="4763"/>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42988" y="0"/>
                </a:lnTo>
                <a:lnTo>
                  <a:pt x="1052513" y="0"/>
                </a:lnTo>
                <a:lnTo>
                  <a:pt x="1062038" y="0"/>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B89674"/>
          </a:solidFill>
          <a:ln xmlns:a="http://schemas.openxmlformats.org/drawingml/2006/main" w="0">
            <a:noFill/>
            <a:prstDash val="solid"/>
          </a:ln>
        </p:spPr>
      </p:sp>
      <p:sp>
        <p:nvSpPr>
          <p:cNvPr id="669" name="layout-orange-75-1">
            <a:extLst xmlns:a="http://schemas.openxmlformats.org/drawingml/2006/main">
              <a:ext uri="{FF2B5EF4-FFF2-40B4-BE49-F238E27FC236}">
                <a16:creationId xmlns:a16="http://schemas.microsoft.com/office/drawing/2014/main" id="{870B66B3-58B0-4334-8873-1FD784C33B5B}"/>
              </a:ext>
            </a:extLst>
          </p:cNvPr>
          <p:cNvSpPr>
            <a:spLocks xmlns:a="http://schemas.openxmlformats.org/drawingml/2006/main" noGrp="1"/>
          </p:cNvSpPr>
          <p:nvPr/>
        </p:nvSpPr>
        <p:spPr>
          <a:xfrm xmlns:a="http://schemas.openxmlformats.org/drawingml/2006/main" rot="0">
            <a:off x="2171700" y="3552825"/>
            <a:ext cx="447675" cy="95250"/>
          </a:xfrm>
          <a:custGeom xmlns:a="http://schemas.openxmlformats.org/drawingml/2006/main">
            <a:pathLst>
              <a:path w="447675" h="95250">
                <a:moveTo>
                  <a:pt x="123825" y="4763"/>
                </a:move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4313" y="9525"/>
                </a:lnTo>
                <a:lnTo>
                  <a:pt x="204788" y="9525"/>
                </a:lnTo>
                <a:lnTo>
                  <a:pt x="200025" y="14288"/>
                </a:lnTo>
                <a:lnTo>
                  <a:pt x="200025" y="23813"/>
                </a:lnTo>
                <a:lnTo>
                  <a:pt x="195263" y="28575"/>
                </a:lnTo>
                <a:lnTo>
                  <a:pt x="190500" y="33338"/>
                </a:lnTo>
                <a:lnTo>
                  <a:pt x="190500" y="42863"/>
                </a:lnTo>
                <a:lnTo>
                  <a:pt x="190500" y="52388"/>
                </a:lnTo>
                <a:lnTo>
                  <a:pt x="195263" y="57150"/>
                </a:lnTo>
                <a:lnTo>
                  <a:pt x="200025" y="61913"/>
                </a:lnTo>
                <a:lnTo>
                  <a:pt x="204788" y="66675"/>
                </a:lnTo>
                <a:lnTo>
                  <a:pt x="209550" y="71438"/>
                </a:lnTo>
                <a:lnTo>
                  <a:pt x="214313" y="76200"/>
                </a:lnTo>
                <a:lnTo>
                  <a:pt x="223838" y="76200"/>
                </a:lnTo>
                <a:lnTo>
                  <a:pt x="233363" y="76200"/>
                </a:lnTo>
                <a:lnTo>
                  <a:pt x="242888" y="76200"/>
                </a:lnTo>
                <a:lnTo>
                  <a:pt x="252413" y="76200"/>
                </a:lnTo>
                <a:lnTo>
                  <a:pt x="257175" y="71438"/>
                </a:lnTo>
                <a:lnTo>
                  <a:pt x="261938" y="66675"/>
                </a:lnTo>
                <a:lnTo>
                  <a:pt x="266700" y="61913"/>
                </a:lnTo>
                <a:lnTo>
                  <a:pt x="271463" y="57150"/>
                </a:lnTo>
                <a:lnTo>
                  <a:pt x="276225" y="52388"/>
                </a:lnTo>
                <a:lnTo>
                  <a:pt x="276225" y="42863"/>
                </a:lnTo>
                <a:lnTo>
                  <a:pt x="276225" y="33338"/>
                </a:lnTo>
                <a:lnTo>
                  <a:pt x="271463" y="28575"/>
                </a:lnTo>
                <a:lnTo>
                  <a:pt x="266700" y="23813"/>
                </a:lnTo>
                <a:lnTo>
                  <a:pt x="266700" y="14288"/>
                </a:lnTo>
                <a:lnTo>
                  <a:pt x="261938" y="9525"/>
                </a:lnTo>
                <a:lnTo>
                  <a:pt x="252413" y="9525"/>
                </a:lnTo>
                <a:lnTo>
                  <a:pt x="247650" y="4763"/>
                </a:ln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7188" y="9525"/>
                </a:lnTo>
                <a:lnTo>
                  <a:pt x="366713" y="9525"/>
                </a:lnTo>
                <a:lnTo>
                  <a:pt x="376238" y="9525"/>
                </a:lnTo>
                <a:lnTo>
                  <a:pt x="381000" y="14288"/>
                </a:lnTo>
                <a:lnTo>
                  <a:pt x="385763" y="19050"/>
                </a:lnTo>
                <a:lnTo>
                  <a:pt x="395288" y="19050"/>
                </a:lnTo>
                <a:lnTo>
                  <a:pt x="404813" y="19050"/>
                </a:lnTo>
                <a:lnTo>
                  <a:pt x="414338" y="19050"/>
                </a:lnTo>
                <a:lnTo>
                  <a:pt x="419100" y="23813"/>
                </a:lnTo>
                <a:lnTo>
                  <a:pt x="423863" y="28575"/>
                </a:lnTo>
                <a:lnTo>
                  <a:pt x="433388" y="28575"/>
                </a:lnTo>
                <a:lnTo>
                  <a:pt x="438150" y="33338"/>
                </a:lnTo>
                <a:lnTo>
                  <a:pt x="442913" y="38100"/>
                </a:lnTo>
                <a:lnTo>
                  <a:pt x="447675" y="42863"/>
                </a:lnTo>
                <a:lnTo>
                  <a:pt x="447675" y="52388"/>
                </a:lnTo>
                <a:lnTo>
                  <a:pt x="442913" y="57150"/>
                </a:lnTo>
                <a:lnTo>
                  <a:pt x="438150" y="61913"/>
                </a:lnTo>
                <a:lnTo>
                  <a:pt x="433388" y="66675"/>
                </a:lnTo>
                <a:lnTo>
                  <a:pt x="423863" y="66675"/>
                </a:lnTo>
                <a:lnTo>
                  <a:pt x="419100" y="71438"/>
                </a:lnTo>
                <a:lnTo>
                  <a:pt x="414338" y="76200"/>
                </a:lnTo>
                <a:lnTo>
                  <a:pt x="404813" y="76200"/>
                </a:lnTo>
                <a:lnTo>
                  <a:pt x="395288" y="76200"/>
                </a:lnTo>
                <a:lnTo>
                  <a:pt x="385763" y="76200"/>
                </a:lnTo>
                <a:lnTo>
                  <a:pt x="381000" y="80963"/>
                </a:lnTo>
                <a:lnTo>
                  <a:pt x="376238" y="85725"/>
                </a:lnTo>
                <a:lnTo>
                  <a:pt x="366713" y="85725"/>
                </a:lnTo>
                <a:lnTo>
                  <a:pt x="357188" y="85725"/>
                </a:lnTo>
                <a:lnTo>
                  <a:pt x="347663" y="85725"/>
                </a:lnTo>
                <a:lnTo>
                  <a:pt x="338138" y="85725"/>
                </a:lnTo>
                <a:lnTo>
                  <a:pt x="328613" y="85725"/>
                </a:lnTo>
                <a:lnTo>
                  <a:pt x="319088" y="85725"/>
                </a:lnTo>
                <a:lnTo>
                  <a:pt x="309563" y="85725"/>
                </a:lnTo>
                <a:lnTo>
                  <a:pt x="304800" y="90488"/>
                </a:lnTo>
                <a:lnTo>
                  <a:pt x="300038" y="95250"/>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42875" y="90488"/>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9525" y="52388"/>
                </a:lnTo>
                <a:lnTo>
                  <a:pt x="4763" y="47625"/>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B89674"/>
          </a:solidFill>
          <a:ln xmlns:a="http://schemas.openxmlformats.org/drawingml/2006/main" w="0">
            <a:noFill/>
            <a:prstDash val="solid"/>
          </a:ln>
        </p:spPr>
      </p:sp>
      <p:sp>
        <p:nvSpPr>
          <p:cNvPr id="670" name="layout-orange-76-0">
            <a:extLst xmlns:a="http://schemas.openxmlformats.org/drawingml/2006/main">
              <a:ext uri="{FF2B5EF4-FFF2-40B4-BE49-F238E27FC236}">
                <a16:creationId xmlns:a16="http://schemas.microsoft.com/office/drawing/2014/main" id="{C2C3B2CE-0C96-4AB7-93E7-28220540E0B7}"/>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0" y="4763"/>
                </a:moveTo>
                <a:lnTo>
                  <a:pt x="4763" y="0"/>
                </a:lnTo>
                <a:lnTo>
                  <a:pt x="14288" y="0"/>
                </a:lnTo>
                <a:lnTo>
                  <a:pt x="23813" y="0"/>
                </a:lnTo>
                <a:lnTo>
                  <a:pt x="33338" y="0"/>
                </a:lnTo>
                <a:lnTo>
                  <a:pt x="42863" y="0"/>
                </a:lnTo>
                <a:lnTo>
                  <a:pt x="52388" y="0"/>
                </a:lnTo>
                <a:lnTo>
                  <a:pt x="61913" y="0"/>
                </a:lnTo>
                <a:lnTo>
                  <a:pt x="66675" y="4763"/>
                </a:lnTo>
                <a:lnTo>
                  <a:pt x="71438" y="9525"/>
                </a:lnTo>
                <a:lnTo>
                  <a:pt x="80963" y="9525"/>
                </a:lnTo>
                <a:lnTo>
                  <a:pt x="85725" y="14288"/>
                </a:lnTo>
                <a:lnTo>
                  <a:pt x="90488" y="19050"/>
                </a:lnTo>
                <a:lnTo>
                  <a:pt x="95250" y="23813"/>
                </a:lnTo>
                <a:lnTo>
                  <a:pt x="100013" y="28575"/>
                </a:lnTo>
                <a:lnTo>
                  <a:pt x="104775" y="33338"/>
                </a:lnTo>
                <a:lnTo>
                  <a:pt x="109538" y="38100"/>
                </a:lnTo>
                <a:lnTo>
                  <a:pt x="119063" y="38100"/>
                </a:lnTo>
                <a:lnTo>
                  <a:pt x="123825" y="42863"/>
                </a:lnTo>
                <a:lnTo>
                  <a:pt x="128588" y="47625"/>
                </a:lnTo>
                <a:lnTo>
                  <a:pt x="133350" y="52388"/>
                </a:lnTo>
                <a:lnTo>
                  <a:pt x="138113" y="57150"/>
                </a:lnTo>
                <a:lnTo>
                  <a:pt x="142875" y="61913"/>
                </a:lnTo>
                <a:lnTo>
                  <a:pt x="147638" y="66675"/>
                </a:lnTo>
                <a:lnTo>
                  <a:pt x="157163" y="66675"/>
                </a:lnTo>
                <a:lnTo>
                  <a:pt x="161925" y="71438"/>
                </a:lnTo>
                <a:lnTo>
                  <a:pt x="166688" y="76200"/>
                </a:lnTo>
                <a:lnTo>
                  <a:pt x="171450" y="80963"/>
                </a:lnTo>
                <a:lnTo>
                  <a:pt x="176213" y="85725"/>
                </a:lnTo>
                <a:lnTo>
                  <a:pt x="185738" y="85725"/>
                </a:lnTo>
                <a:lnTo>
                  <a:pt x="190500" y="90488"/>
                </a:lnTo>
                <a:lnTo>
                  <a:pt x="195263" y="95250"/>
                </a:lnTo>
                <a:lnTo>
                  <a:pt x="200025" y="100013"/>
                </a:lnTo>
                <a:lnTo>
                  <a:pt x="204788" y="104775"/>
                </a:lnTo>
                <a:lnTo>
                  <a:pt x="209550" y="109538"/>
                </a:lnTo>
                <a:lnTo>
                  <a:pt x="214313" y="114300"/>
                </a:lnTo>
                <a:lnTo>
                  <a:pt x="219075" y="119063"/>
                </a:lnTo>
                <a:lnTo>
                  <a:pt x="223838" y="123825"/>
                </a:lnTo>
                <a:lnTo>
                  <a:pt x="233363" y="123825"/>
                </a:lnTo>
                <a:lnTo>
                  <a:pt x="238125" y="128588"/>
                </a:lnTo>
                <a:lnTo>
                  <a:pt x="242888" y="133350"/>
                </a:lnTo>
                <a:lnTo>
                  <a:pt x="247650" y="138113"/>
                </a:lnTo>
                <a:lnTo>
                  <a:pt x="252413" y="142875"/>
                </a:lnTo>
                <a:lnTo>
                  <a:pt x="257175" y="147638"/>
                </a:lnTo>
                <a:lnTo>
                  <a:pt x="257175" y="157163"/>
                </a:lnTo>
                <a:lnTo>
                  <a:pt x="257175" y="166688"/>
                </a:lnTo>
                <a:lnTo>
                  <a:pt x="261938" y="171450"/>
                </a:lnTo>
                <a:lnTo>
                  <a:pt x="271463" y="171450"/>
                </a:lnTo>
                <a:lnTo>
                  <a:pt x="276225" y="176213"/>
                </a:lnTo>
                <a:lnTo>
                  <a:pt x="280988" y="180975"/>
                </a:lnTo>
                <a:lnTo>
                  <a:pt x="285750" y="185738"/>
                </a:lnTo>
                <a:lnTo>
                  <a:pt x="280988" y="190500"/>
                </a:lnTo>
                <a:lnTo>
                  <a:pt x="271463" y="190500"/>
                </a:lnTo>
                <a:lnTo>
                  <a:pt x="261938" y="190500"/>
                </a:lnTo>
                <a:lnTo>
                  <a:pt x="257175" y="195263"/>
                </a:lnTo>
                <a:lnTo>
                  <a:pt x="252413" y="200025"/>
                </a:lnTo>
                <a:lnTo>
                  <a:pt x="242888" y="200025"/>
                </a:lnTo>
                <a:lnTo>
                  <a:pt x="238125" y="204788"/>
                </a:lnTo>
                <a:lnTo>
                  <a:pt x="233363" y="209550"/>
                </a:lnTo>
                <a:lnTo>
                  <a:pt x="228600" y="214313"/>
                </a:lnTo>
                <a:lnTo>
                  <a:pt x="223838" y="219075"/>
                </a:lnTo>
                <a:lnTo>
                  <a:pt x="219075" y="223838"/>
                </a:lnTo>
                <a:lnTo>
                  <a:pt x="219075" y="233363"/>
                </a:lnTo>
                <a:lnTo>
                  <a:pt x="223838" y="238125"/>
                </a:lnTo>
                <a:lnTo>
                  <a:pt x="228600" y="242888"/>
                </a:lnTo>
                <a:lnTo>
                  <a:pt x="233363" y="247650"/>
                </a:lnTo>
                <a:lnTo>
                  <a:pt x="238125" y="252413"/>
                </a:lnTo>
                <a:lnTo>
                  <a:pt x="242888" y="257175"/>
                </a:lnTo>
                <a:lnTo>
                  <a:pt x="252413" y="257175"/>
                </a:lnTo>
                <a:lnTo>
                  <a:pt x="257175" y="261938"/>
                </a:lnTo>
                <a:lnTo>
                  <a:pt x="261938" y="266700"/>
                </a:lnTo>
                <a:lnTo>
                  <a:pt x="271463" y="266700"/>
                </a:lnTo>
                <a:lnTo>
                  <a:pt x="280988" y="266700"/>
                </a:lnTo>
                <a:lnTo>
                  <a:pt x="285750" y="271463"/>
                </a:lnTo>
                <a:lnTo>
                  <a:pt x="290513" y="276225"/>
                </a:lnTo>
                <a:lnTo>
                  <a:pt x="300038" y="276225"/>
                </a:lnTo>
                <a:lnTo>
                  <a:pt x="309563" y="276225"/>
                </a:lnTo>
                <a:lnTo>
                  <a:pt x="319088" y="276225"/>
                </a:lnTo>
                <a:lnTo>
                  <a:pt x="328613" y="276225"/>
                </a:lnTo>
                <a:lnTo>
                  <a:pt x="333375" y="280988"/>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85788" y="180975"/>
                </a:lnTo>
                <a:lnTo>
                  <a:pt x="581025" y="176213"/>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0538" y="171450"/>
                </a:lnTo>
                <a:lnTo>
                  <a:pt x="481013" y="171450"/>
                </a:lnTo>
                <a:lnTo>
                  <a:pt x="471488" y="171450"/>
                </a:lnTo>
                <a:lnTo>
                  <a:pt x="461963" y="171450"/>
                </a:lnTo>
                <a:lnTo>
                  <a:pt x="452438" y="171450"/>
                </a:lnTo>
                <a:lnTo>
                  <a:pt x="442913" y="171450"/>
                </a:lnTo>
                <a:lnTo>
                  <a:pt x="433388" y="171450"/>
                </a:lnTo>
                <a:lnTo>
                  <a:pt x="423863" y="171450"/>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33375" y="176213"/>
                </a:lnTo>
                <a:lnTo>
                  <a:pt x="328613" y="180975"/>
                </a:lnTo>
                <a:lnTo>
                  <a:pt x="323850" y="176213"/>
                </a:lnTo>
                <a:lnTo>
                  <a:pt x="319088" y="171450"/>
                </a:lnTo>
                <a:lnTo>
                  <a:pt x="314325" y="166688"/>
                </a:lnTo>
                <a:lnTo>
                  <a:pt x="314325" y="157163"/>
                </a:lnTo>
                <a:lnTo>
                  <a:pt x="309563" y="152400"/>
                </a:lnTo>
                <a:lnTo>
                  <a:pt x="304800" y="147638"/>
                </a:lnTo>
                <a:lnTo>
                  <a:pt x="300038" y="142875"/>
                </a:lnTo>
                <a:lnTo>
                  <a:pt x="295275" y="138113"/>
                </a:lnTo>
                <a:lnTo>
                  <a:pt x="295275" y="128588"/>
                </a:lnTo>
                <a:lnTo>
                  <a:pt x="290513" y="123825"/>
                </a:lnTo>
                <a:lnTo>
                  <a:pt x="280988" y="123825"/>
                </a:lnTo>
                <a:lnTo>
                  <a:pt x="276225" y="128588"/>
                </a:lnTo>
                <a:lnTo>
                  <a:pt x="271463" y="133350"/>
                </a:lnTo>
                <a:lnTo>
                  <a:pt x="261938" y="133350"/>
                </a:lnTo>
                <a:lnTo>
                  <a:pt x="257175" y="128588"/>
                </a:lnTo>
                <a:lnTo>
                  <a:pt x="252413" y="123825"/>
                </a:lnTo>
                <a:lnTo>
                  <a:pt x="247650" y="119063"/>
                </a:lnTo>
                <a:lnTo>
                  <a:pt x="242888" y="114300"/>
                </a:lnTo>
                <a:lnTo>
                  <a:pt x="238125" y="109538"/>
                </a:lnTo>
                <a:lnTo>
                  <a:pt x="233363" y="104775"/>
                </a:lnTo>
                <a:lnTo>
                  <a:pt x="223838" y="104775"/>
                </a:lnTo>
                <a:lnTo>
                  <a:pt x="219075" y="100013"/>
                </a:lnTo>
                <a:lnTo>
                  <a:pt x="214313" y="95250"/>
                </a:lnTo>
                <a:lnTo>
                  <a:pt x="209550" y="90488"/>
                </a:lnTo>
                <a:lnTo>
                  <a:pt x="204788" y="85725"/>
                </a:lnTo>
                <a:lnTo>
                  <a:pt x="200025" y="80963"/>
                </a:lnTo>
                <a:lnTo>
                  <a:pt x="195263" y="76200"/>
                </a:lnTo>
                <a:lnTo>
                  <a:pt x="185738" y="76200"/>
                </a:lnTo>
                <a:lnTo>
                  <a:pt x="180975" y="71438"/>
                </a:lnTo>
                <a:lnTo>
                  <a:pt x="176213" y="66675"/>
                </a:lnTo>
                <a:lnTo>
                  <a:pt x="171450" y="61913"/>
                </a:lnTo>
                <a:lnTo>
                  <a:pt x="166688" y="57150"/>
                </a:lnTo>
                <a:lnTo>
                  <a:pt x="161925" y="52388"/>
                </a:lnTo>
                <a:lnTo>
                  <a:pt x="157163" y="47625"/>
                </a:lnTo>
                <a:lnTo>
                  <a:pt x="147638" y="47625"/>
                </a:lnTo>
                <a:lnTo>
                  <a:pt x="142875" y="42863"/>
                </a:lnTo>
                <a:lnTo>
                  <a:pt x="138113" y="38100"/>
                </a:lnTo>
                <a:lnTo>
                  <a:pt x="133350" y="33338"/>
                </a:lnTo>
                <a:lnTo>
                  <a:pt x="128588" y="28575"/>
                </a:lnTo>
                <a:lnTo>
                  <a:pt x="123825" y="23813"/>
                </a:lnTo>
                <a:lnTo>
                  <a:pt x="119063" y="19050"/>
                </a:lnTo>
                <a:lnTo>
                  <a:pt x="114300" y="14288"/>
                </a:lnTo>
                <a:lnTo>
                  <a:pt x="109538" y="9525"/>
                </a:lnTo>
                <a:lnTo>
                  <a:pt x="100013" y="9525"/>
                </a:lnTo>
                <a:lnTo>
                  <a:pt x="95250" y="4763"/>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42988" y="0"/>
                </a:lnTo>
                <a:lnTo>
                  <a:pt x="1052513" y="0"/>
                </a:lnTo>
                <a:lnTo>
                  <a:pt x="1062038" y="0"/>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B3987D"/>
          </a:solidFill>
          <a:ln xmlns:a="http://schemas.openxmlformats.org/drawingml/2006/main" w="0">
            <a:noFill/>
            <a:prstDash val="solid"/>
          </a:ln>
        </p:spPr>
      </p:sp>
      <p:sp>
        <p:nvSpPr>
          <p:cNvPr id="671" name="layout-orange-76-1">
            <a:extLst xmlns:a="http://schemas.openxmlformats.org/drawingml/2006/main">
              <a:ext uri="{FF2B5EF4-FFF2-40B4-BE49-F238E27FC236}">
                <a16:creationId xmlns:a16="http://schemas.microsoft.com/office/drawing/2014/main" id="{EBC43F22-6F62-4418-AB90-EA8FC8404371}"/>
              </a:ext>
            </a:extLst>
          </p:cNvPr>
          <p:cNvSpPr>
            <a:spLocks xmlns:a="http://schemas.openxmlformats.org/drawingml/2006/main" noGrp="1"/>
          </p:cNvSpPr>
          <p:nvPr/>
        </p:nvSpPr>
        <p:spPr>
          <a:xfrm xmlns:a="http://schemas.openxmlformats.org/drawingml/2006/main" rot="0">
            <a:off x="2171700" y="3552825"/>
            <a:ext cx="447675" cy="95250"/>
          </a:xfrm>
          <a:custGeom xmlns:a="http://schemas.openxmlformats.org/drawingml/2006/main">
            <a:pathLst>
              <a:path w="447675" h="95250">
                <a:moveTo>
                  <a:pt x="123825" y="4763"/>
                </a:move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4313" y="9525"/>
                </a:lnTo>
                <a:lnTo>
                  <a:pt x="204788" y="9525"/>
                </a:lnTo>
                <a:lnTo>
                  <a:pt x="200025" y="14288"/>
                </a:lnTo>
                <a:lnTo>
                  <a:pt x="195263" y="19050"/>
                </a:lnTo>
                <a:lnTo>
                  <a:pt x="190500" y="23813"/>
                </a:lnTo>
                <a:lnTo>
                  <a:pt x="190500" y="33338"/>
                </a:lnTo>
                <a:lnTo>
                  <a:pt x="190500" y="42863"/>
                </a:lnTo>
                <a:lnTo>
                  <a:pt x="190500" y="52388"/>
                </a:lnTo>
                <a:lnTo>
                  <a:pt x="195263" y="57150"/>
                </a:lnTo>
                <a:lnTo>
                  <a:pt x="200025" y="61913"/>
                </a:lnTo>
                <a:lnTo>
                  <a:pt x="204788" y="66675"/>
                </a:lnTo>
                <a:lnTo>
                  <a:pt x="209550" y="71438"/>
                </a:lnTo>
                <a:lnTo>
                  <a:pt x="214313" y="76200"/>
                </a:lnTo>
                <a:lnTo>
                  <a:pt x="223838" y="76200"/>
                </a:lnTo>
                <a:lnTo>
                  <a:pt x="233363" y="76200"/>
                </a:lnTo>
                <a:lnTo>
                  <a:pt x="242888" y="76200"/>
                </a:lnTo>
                <a:lnTo>
                  <a:pt x="252413" y="76200"/>
                </a:lnTo>
                <a:lnTo>
                  <a:pt x="257175" y="71438"/>
                </a:lnTo>
                <a:lnTo>
                  <a:pt x="261938" y="66675"/>
                </a:lnTo>
                <a:lnTo>
                  <a:pt x="266700" y="61913"/>
                </a:lnTo>
                <a:lnTo>
                  <a:pt x="271463" y="57150"/>
                </a:lnTo>
                <a:lnTo>
                  <a:pt x="276225" y="52388"/>
                </a:lnTo>
                <a:lnTo>
                  <a:pt x="276225" y="42863"/>
                </a:lnTo>
                <a:lnTo>
                  <a:pt x="276225" y="33338"/>
                </a:lnTo>
                <a:lnTo>
                  <a:pt x="271463" y="28575"/>
                </a:lnTo>
                <a:lnTo>
                  <a:pt x="266700" y="23813"/>
                </a:lnTo>
                <a:lnTo>
                  <a:pt x="266700" y="14288"/>
                </a:lnTo>
                <a:lnTo>
                  <a:pt x="261938" y="9525"/>
                </a:lnTo>
                <a:lnTo>
                  <a:pt x="252413" y="9525"/>
                </a:lnTo>
                <a:lnTo>
                  <a:pt x="247650" y="4763"/>
                </a:ln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7188" y="9525"/>
                </a:lnTo>
                <a:lnTo>
                  <a:pt x="366713" y="9525"/>
                </a:lnTo>
                <a:lnTo>
                  <a:pt x="376238" y="9525"/>
                </a:lnTo>
                <a:lnTo>
                  <a:pt x="381000" y="14288"/>
                </a:lnTo>
                <a:lnTo>
                  <a:pt x="385763" y="19050"/>
                </a:lnTo>
                <a:lnTo>
                  <a:pt x="395288" y="19050"/>
                </a:lnTo>
                <a:lnTo>
                  <a:pt x="404813" y="19050"/>
                </a:lnTo>
                <a:lnTo>
                  <a:pt x="414338" y="19050"/>
                </a:lnTo>
                <a:lnTo>
                  <a:pt x="419100" y="23813"/>
                </a:lnTo>
                <a:lnTo>
                  <a:pt x="423863" y="28575"/>
                </a:lnTo>
                <a:lnTo>
                  <a:pt x="433388" y="28575"/>
                </a:lnTo>
                <a:lnTo>
                  <a:pt x="438150" y="33338"/>
                </a:lnTo>
                <a:lnTo>
                  <a:pt x="442913" y="38100"/>
                </a:lnTo>
                <a:lnTo>
                  <a:pt x="447675" y="42863"/>
                </a:lnTo>
                <a:lnTo>
                  <a:pt x="447675" y="52388"/>
                </a:lnTo>
                <a:lnTo>
                  <a:pt x="442913" y="57150"/>
                </a:lnTo>
                <a:lnTo>
                  <a:pt x="438150" y="61913"/>
                </a:lnTo>
                <a:lnTo>
                  <a:pt x="433388" y="66675"/>
                </a:lnTo>
                <a:lnTo>
                  <a:pt x="423863" y="66675"/>
                </a:lnTo>
                <a:lnTo>
                  <a:pt x="419100" y="71438"/>
                </a:lnTo>
                <a:lnTo>
                  <a:pt x="414338" y="76200"/>
                </a:lnTo>
                <a:lnTo>
                  <a:pt x="404813" y="76200"/>
                </a:lnTo>
                <a:lnTo>
                  <a:pt x="395288" y="76200"/>
                </a:lnTo>
                <a:lnTo>
                  <a:pt x="385763" y="76200"/>
                </a:lnTo>
                <a:lnTo>
                  <a:pt x="381000" y="80963"/>
                </a:lnTo>
                <a:lnTo>
                  <a:pt x="376238" y="85725"/>
                </a:lnTo>
                <a:lnTo>
                  <a:pt x="366713" y="85725"/>
                </a:lnTo>
                <a:lnTo>
                  <a:pt x="357188" y="85725"/>
                </a:lnTo>
                <a:lnTo>
                  <a:pt x="347663" y="85725"/>
                </a:lnTo>
                <a:lnTo>
                  <a:pt x="338138" y="85725"/>
                </a:lnTo>
                <a:lnTo>
                  <a:pt x="328613" y="85725"/>
                </a:lnTo>
                <a:lnTo>
                  <a:pt x="319088" y="85725"/>
                </a:lnTo>
                <a:lnTo>
                  <a:pt x="309563" y="85725"/>
                </a:lnTo>
                <a:lnTo>
                  <a:pt x="304800" y="90488"/>
                </a:lnTo>
                <a:lnTo>
                  <a:pt x="300038" y="95250"/>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42875" y="90488"/>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9525" y="52388"/>
                </a:lnTo>
                <a:lnTo>
                  <a:pt x="4763" y="47625"/>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B3987D"/>
          </a:solidFill>
          <a:ln xmlns:a="http://schemas.openxmlformats.org/drawingml/2006/main" w="0">
            <a:noFill/>
            <a:prstDash val="solid"/>
          </a:ln>
        </p:spPr>
      </p:sp>
      <p:sp>
        <p:nvSpPr>
          <p:cNvPr id="672" name="layout-orange-78-0">
            <a:extLst xmlns:a="http://schemas.openxmlformats.org/drawingml/2006/main">
              <a:ext uri="{FF2B5EF4-FFF2-40B4-BE49-F238E27FC236}">
                <a16:creationId xmlns:a16="http://schemas.microsoft.com/office/drawing/2014/main" id="{48C10A67-AED7-4D8F-B639-1145E99B239D}"/>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0" y="4763"/>
                </a:moveTo>
                <a:lnTo>
                  <a:pt x="4763" y="0"/>
                </a:lnTo>
                <a:lnTo>
                  <a:pt x="14288" y="0"/>
                </a:lnTo>
                <a:lnTo>
                  <a:pt x="23813" y="0"/>
                </a:lnTo>
                <a:lnTo>
                  <a:pt x="33338" y="0"/>
                </a:lnTo>
                <a:lnTo>
                  <a:pt x="42863" y="0"/>
                </a:lnTo>
                <a:lnTo>
                  <a:pt x="52388" y="0"/>
                </a:lnTo>
                <a:lnTo>
                  <a:pt x="61913" y="0"/>
                </a:lnTo>
                <a:lnTo>
                  <a:pt x="66675" y="4763"/>
                </a:lnTo>
                <a:lnTo>
                  <a:pt x="71438" y="9525"/>
                </a:lnTo>
                <a:lnTo>
                  <a:pt x="80963" y="9525"/>
                </a:lnTo>
                <a:lnTo>
                  <a:pt x="85725" y="14288"/>
                </a:lnTo>
                <a:lnTo>
                  <a:pt x="90488" y="19050"/>
                </a:lnTo>
                <a:lnTo>
                  <a:pt x="95250" y="23813"/>
                </a:lnTo>
                <a:lnTo>
                  <a:pt x="100013" y="28575"/>
                </a:lnTo>
                <a:lnTo>
                  <a:pt x="104775" y="33338"/>
                </a:lnTo>
                <a:lnTo>
                  <a:pt x="109538" y="38100"/>
                </a:lnTo>
                <a:lnTo>
                  <a:pt x="119063" y="38100"/>
                </a:lnTo>
                <a:lnTo>
                  <a:pt x="123825" y="42863"/>
                </a:lnTo>
                <a:lnTo>
                  <a:pt x="128588" y="47625"/>
                </a:lnTo>
                <a:lnTo>
                  <a:pt x="133350" y="52388"/>
                </a:lnTo>
                <a:lnTo>
                  <a:pt x="138113" y="57150"/>
                </a:lnTo>
                <a:lnTo>
                  <a:pt x="142875" y="61913"/>
                </a:lnTo>
                <a:lnTo>
                  <a:pt x="147638" y="66675"/>
                </a:lnTo>
                <a:lnTo>
                  <a:pt x="157163" y="66675"/>
                </a:lnTo>
                <a:lnTo>
                  <a:pt x="161925" y="71438"/>
                </a:lnTo>
                <a:lnTo>
                  <a:pt x="166688" y="76200"/>
                </a:lnTo>
                <a:lnTo>
                  <a:pt x="171450" y="80963"/>
                </a:lnTo>
                <a:lnTo>
                  <a:pt x="176213" y="85725"/>
                </a:lnTo>
                <a:lnTo>
                  <a:pt x="180975" y="90488"/>
                </a:lnTo>
                <a:lnTo>
                  <a:pt x="185738" y="95250"/>
                </a:lnTo>
                <a:lnTo>
                  <a:pt x="195263" y="95250"/>
                </a:lnTo>
                <a:lnTo>
                  <a:pt x="200025" y="100013"/>
                </a:lnTo>
                <a:lnTo>
                  <a:pt x="204788" y="104775"/>
                </a:lnTo>
                <a:lnTo>
                  <a:pt x="209550" y="109538"/>
                </a:lnTo>
                <a:lnTo>
                  <a:pt x="214313" y="114300"/>
                </a:lnTo>
                <a:lnTo>
                  <a:pt x="219075" y="119063"/>
                </a:lnTo>
                <a:lnTo>
                  <a:pt x="223838" y="123825"/>
                </a:lnTo>
                <a:lnTo>
                  <a:pt x="233363" y="123825"/>
                </a:lnTo>
                <a:lnTo>
                  <a:pt x="238125" y="128588"/>
                </a:lnTo>
                <a:lnTo>
                  <a:pt x="242888" y="133350"/>
                </a:lnTo>
                <a:lnTo>
                  <a:pt x="247650" y="138113"/>
                </a:lnTo>
                <a:lnTo>
                  <a:pt x="252413" y="142875"/>
                </a:lnTo>
                <a:lnTo>
                  <a:pt x="257175" y="147638"/>
                </a:lnTo>
                <a:lnTo>
                  <a:pt x="257175" y="157163"/>
                </a:lnTo>
                <a:lnTo>
                  <a:pt x="257175" y="166688"/>
                </a:lnTo>
                <a:lnTo>
                  <a:pt x="261938" y="171450"/>
                </a:lnTo>
                <a:lnTo>
                  <a:pt x="271463" y="171450"/>
                </a:lnTo>
                <a:lnTo>
                  <a:pt x="276225" y="176213"/>
                </a:lnTo>
                <a:lnTo>
                  <a:pt x="280988" y="180975"/>
                </a:lnTo>
                <a:lnTo>
                  <a:pt x="285750" y="185738"/>
                </a:lnTo>
                <a:lnTo>
                  <a:pt x="280988" y="190500"/>
                </a:lnTo>
                <a:lnTo>
                  <a:pt x="271463" y="190500"/>
                </a:lnTo>
                <a:lnTo>
                  <a:pt x="261938" y="190500"/>
                </a:lnTo>
                <a:lnTo>
                  <a:pt x="257175" y="195263"/>
                </a:lnTo>
                <a:lnTo>
                  <a:pt x="252413" y="200025"/>
                </a:lnTo>
                <a:lnTo>
                  <a:pt x="242888" y="200025"/>
                </a:lnTo>
                <a:lnTo>
                  <a:pt x="238125" y="204788"/>
                </a:lnTo>
                <a:lnTo>
                  <a:pt x="233363" y="209550"/>
                </a:lnTo>
                <a:lnTo>
                  <a:pt x="228600" y="214313"/>
                </a:lnTo>
                <a:lnTo>
                  <a:pt x="223838" y="219075"/>
                </a:lnTo>
                <a:lnTo>
                  <a:pt x="219075" y="223838"/>
                </a:lnTo>
                <a:lnTo>
                  <a:pt x="219075" y="233363"/>
                </a:lnTo>
                <a:lnTo>
                  <a:pt x="223838" y="238125"/>
                </a:lnTo>
                <a:lnTo>
                  <a:pt x="228600" y="242888"/>
                </a:lnTo>
                <a:lnTo>
                  <a:pt x="233363" y="247650"/>
                </a:lnTo>
                <a:lnTo>
                  <a:pt x="238125" y="252413"/>
                </a:lnTo>
                <a:lnTo>
                  <a:pt x="242888" y="257175"/>
                </a:lnTo>
                <a:lnTo>
                  <a:pt x="252413" y="257175"/>
                </a:lnTo>
                <a:lnTo>
                  <a:pt x="257175" y="261938"/>
                </a:lnTo>
                <a:lnTo>
                  <a:pt x="261938" y="266700"/>
                </a:lnTo>
                <a:lnTo>
                  <a:pt x="271463" y="266700"/>
                </a:lnTo>
                <a:lnTo>
                  <a:pt x="280988" y="266700"/>
                </a:lnTo>
                <a:lnTo>
                  <a:pt x="285750" y="271463"/>
                </a:lnTo>
                <a:lnTo>
                  <a:pt x="290513" y="276225"/>
                </a:lnTo>
                <a:lnTo>
                  <a:pt x="300038" y="276225"/>
                </a:lnTo>
                <a:lnTo>
                  <a:pt x="309563" y="276225"/>
                </a:lnTo>
                <a:lnTo>
                  <a:pt x="319088" y="276225"/>
                </a:lnTo>
                <a:lnTo>
                  <a:pt x="328613" y="276225"/>
                </a:lnTo>
                <a:lnTo>
                  <a:pt x="333375" y="280988"/>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85788" y="180975"/>
                </a:lnTo>
                <a:lnTo>
                  <a:pt x="581025" y="176213"/>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0538" y="171450"/>
                </a:lnTo>
                <a:lnTo>
                  <a:pt x="481013" y="171450"/>
                </a:lnTo>
                <a:lnTo>
                  <a:pt x="471488" y="171450"/>
                </a:lnTo>
                <a:lnTo>
                  <a:pt x="461963" y="171450"/>
                </a:lnTo>
                <a:lnTo>
                  <a:pt x="452438" y="171450"/>
                </a:lnTo>
                <a:lnTo>
                  <a:pt x="442913" y="171450"/>
                </a:lnTo>
                <a:lnTo>
                  <a:pt x="433388" y="171450"/>
                </a:lnTo>
                <a:lnTo>
                  <a:pt x="423863" y="171450"/>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33375" y="176213"/>
                </a:lnTo>
                <a:lnTo>
                  <a:pt x="328613" y="180975"/>
                </a:lnTo>
                <a:lnTo>
                  <a:pt x="323850" y="176213"/>
                </a:lnTo>
                <a:lnTo>
                  <a:pt x="319088" y="171450"/>
                </a:lnTo>
                <a:lnTo>
                  <a:pt x="314325" y="166688"/>
                </a:lnTo>
                <a:lnTo>
                  <a:pt x="314325" y="157163"/>
                </a:lnTo>
                <a:lnTo>
                  <a:pt x="309563" y="152400"/>
                </a:lnTo>
                <a:lnTo>
                  <a:pt x="304800" y="147638"/>
                </a:lnTo>
                <a:lnTo>
                  <a:pt x="300038" y="142875"/>
                </a:lnTo>
                <a:lnTo>
                  <a:pt x="295275" y="138113"/>
                </a:lnTo>
                <a:lnTo>
                  <a:pt x="295275" y="128588"/>
                </a:lnTo>
                <a:lnTo>
                  <a:pt x="290513" y="123825"/>
                </a:lnTo>
                <a:lnTo>
                  <a:pt x="280988" y="123825"/>
                </a:lnTo>
                <a:lnTo>
                  <a:pt x="276225" y="128588"/>
                </a:lnTo>
                <a:lnTo>
                  <a:pt x="271463" y="133350"/>
                </a:lnTo>
                <a:lnTo>
                  <a:pt x="261938" y="133350"/>
                </a:lnTo>
                <a:lnTo>
                  <a:pt x="257175" y="128588"/>
                </a:lnTo>
                <a:lnTo>
                  <a:pt x="252413" y="123825"/>
                </a:lnTo>
                <a:lnTo>
                  <a:pt x="247650" y="119063"/>
                </a:lnTo>
                <a:lnTo>
                  <a:pt x="242888" y="114300"/>
                </a:lnTo>
                <a:lnTo>
                  <a:pt x="238125" y="109538"/>
                </a:lnTo>
                <a:lnTo>
                  <a:pt x="233363" y="104775"/>
                </a:lnTo>
                <a:lnTo>
                  <a:pt x="223838" y="104775"/>
                </a:lnTo>
                <a:lnTo>
                  <a:pt x="219075" y="100013"/>
                </a:lnTo>
                <a:lnTo>
                  <a:pt x="214313" y="95250"/>
                </a:lnTo>
                <a:lnTo>
                  <a:pt x="209550" y="90488"/>
                </a:lnTo>
                <a:lnTo>
                  <a:pt x="204788" y="85725"/>
                </a:lnTo>
                <a:lnTo>
                  <a:pt x="200025" y="80963"/>
                </a:lnTo>
                <a:lnTo>
                  <a:pt x="195263" y="76200"/>
                </a:lnTo>
                <a:lnTo>
                  <a:pt x="185738" y="76200"/>
                </a:lnTo>
                <a:lnTo>
                  <a:pt x="180975" y="71438"/>
                </a:lnTo>
                <a:lnTo>
                  <a:pt x="176213" y="66675"/>
                </a:lnTo>
                <a:lnTo>
                  <a:pt x="171450" y="61913"/>
                </a:lnTo>
                <a:lnTo>
                  <a:pt x="166688" y="57150"/>
                </a:lnTo>
                <a:lnTo>
                  <a:pt x="161925" y="52388"/>
                </a:lnTo>
                <a:lnTo>
                  <a:pt x="157163" y="47625"/>
                </a:lnTo>
                <a:lnTo>
                  <a:pt x="147638" y="47625"/>
                </a:lnTo>
                <a:lnTo>
                  <a:pt x="142875" y="42863"/>
                </a:lnTo>
                <a:lnTo>
                  <a:pt x="138113" y="38100"/>
                </a:lnTo>
                <a:lnTo>
                  <a:pt x="133350" y="33338"/>
                </a:lnTo>
                <a:lnTo>
                  <a:pt x="128588" y="28575"/>
                </a:lnTo>
                <a:lnTo>
                  <a:pt x="123825" y="23813"/>
                </a:lnTo>
                <a:lnTo>
                  <a:pt x="119063" y="19050"/>
                </a:lnTo>
                <a:lnTo>
                  <a:pt x="114300" y="14288"/>
                </a:lnTo>
                <a:lnTo>
                  <a:pt x="109538" y="9525"/>
                </a:lnTo>
                <a:lnTo>
                  <a:pt x="100013" y="9525"/>
                </a:lnTo>
                <a:lnTo>
                  <a:pt x="95250" y="4763"/>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42988" y="0"/>
                </a:lnTo>
                <a:lnTo>
                  <a:pt x="1052513" y="0"/>
                </a:lnTo>
                <a:lnTo>
                  <a:pt x="1062038" y="0"/>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C19D78"/>
          </a:solidFill>
          <a:ln xmlns:a="http://schemas.openxmlformats.org/drawingml/2006/main" w="0">
            <a:noFill/>
            <a:prstDash val="solid"/>
          </a:ln>
        </p:spPr>
      </p:sp>
      <p:sp>
        <p:nvSpPr>
          <p:cNvPr id="673" name="layout-orange-78-1">
            <a:extLst xmlns:a="http://schemas.openxmlformats.org/drawingml/2006/main">
              <a:ext uri="{FF2B5EF4-FFF2-40B4-BE49-F238E27FC236}">
                <a16:creationId xmlns:a16="http://schemas.microsoft.com/office/drawing/2014/main" id="{5EA0C334-E54B-4583-89D2-C28499901AF9}"/>
              </a:ext>
            </a:extLst>
          </p:cNvPr>
          <p:cNvSpPr>
            <a:spLocks xmlns:a="http://schemas.openxmlformats.org/drawingml/2006/main" noGrp="1"/>
          </p:cNvSpPr>
          <p:nvPr/>
        </p:nvSpPr>
        <p:spPr>
          <a:xfrm xmlns:a="http://schemas.openxmlformats.org/drawingml/2006/main" rot="0">
            <a:off x="2171700" y="3552825"/>
            <a:ext cx="447675" cy="95250"/>
          </a:xfrm>
          <a:custGeom xmlns:a="http://schemas.openxmlformats.org/drawingml/2006/main">
            <a:pathLst>
              <a:path w="447675" h="95250">
                <a:moveTo>
                  <a:pt x="123825" y="4763"/>
                </a:move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4313" y="9525"/>
                </a:lnTo>
                <a:lnTo>
                  <a:pt x="204788" y="9525"/>
                </a:lnTo>
                <a:lnTo>
                  <a:pt x="200025" y="14288"/>
                </a:lnTo>
                <a:lnTo>
                  <a:pt x="195263" y="19050"/>
                </a:lnTo>
                <a:lnTo>
                  <a:pt x="190500" y="23813"/>
                </a:lnTo>
                <a:lnTo>
                  <a:pt x="190500" y="33338"/>
                </a:lnTo>
                <a:lnTo>
                  <a:pt x="190500" y="42863"/>
                </a:lnTo>
                <a:lnTo>
                  <a:pt x="190500" y="52388"/>
                </a:lnTo>
                <a:lnTo>
                  <a:pt x="195263" y="57150"/>
                </a:lnTo>
                <a:lnTo>
                  <a:pt x="200025" y="61913"/>
                </a:lnTo>
                <a:lnTo>
                  <a:pt x="204788" y="66675"/>
                </a:lnTo>
                <a:lnTo>
                  <a:pt x="209550" y="71438"/>
                </a:lnTo>
                <a:lnTo>
                  <a:pt x="214313" y="76200"/>
                </a:lnTo>
                <a:lnTo>
                  <a:pt x="223838" y="76200"/>
                </a:lnTo>
                <a:lnTo>
                  <a:pt x="233363" y="76200"/>
                </a:lnTo>
                <a:lnTo>
                  <a:pt x="242888" y="76200"/>
                </a:lnTo>
                <a:lnTo>
                  <a:pt x="252413" y="76200"/>
                </a:lnTo>
                <a:lnTo>
                  <a:pt x="257175" y="71438"/>
                </a:lnTo>
                <a:lnTo>
                  <a:pt x="261938" y="66675"/>
                </a:lnTo>
                <a:lnTo>
                  <a:pt x="266700" y="61913"/>
                </a:lnTo>
                <a:lnTo>
                  <a:pt x="271463" y="57150"/>
                </a:lnTo>
                <a:lnTo>
                  <a:pt x="276225" y="52388"/>
                </a:lnTo>
                <a:lnTo>
                  <a:pt x="276225" y="42863"/>
                </a:lnTo>
                <a:lnTo>
                  <a:pt x="276225" y="33338"/>
                </a:lnTo>
                <a:lnTo>
                  <a:pt x="271463" y="28575"/>
                </a:lnTo>
                <a:lnTo>
                  <a:pt x="266700" y="23813"/>
                </a:lnTo>
                <a:lnTo>
                  <a:pt x="266700" y="14288"/>
                </a:lnTo>
                <a:lnTo>
                  <a:pt x="261938" y="9525"/>
                </a:lnTo>
                <a:lnTo>
                  <a:pt x="252413" y="9525"/>
                </a:lnTo>
                <a:lnTo>
                  <a:pt x="247650" y="4763"/>
                </a:ln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7188" y="9525"/>
                </a:lnTo>
                <a:lnTo>
                  <a:pt x="366713" y="9525"/>
                </a:lnTo>
                <a:lnTo>
                  <a:pt x="376238" y="9525"/>
                </a:lnTo>
                <a:lnTo>
                  <a:pt x="381000" y="14288"/>
                </a:lnTo>
                <a:lnTo>
                  <a:pt x="385763" y="19050"/>
                </a:lnTo>
                <a:lnTo>
                  <a:pt x="395288" y="19050"/>
                </a:lnTo>
                <a:lnTo>
                  <a:pt x="404813" y="19050"/>
                </a:lnTo>
                <a:lnTo>
                  <a:pt x="414338" y="19050"/>
                </a:lnTo>
                <a:lnTo>
                  <a:pt x="419100" y="23813"/>
                </a:lnTo>
                <a:lnTo>
                  <a:pt x="423863" y="28575"/>
                </a:lnTo>
                <a:lnTo>
                  <a:pt x="433388" y="28575"/>
                </a:lnTo>
                <a:lnTo>
                  <a:pt x="438150" y="33338"/>
                </a:lnTo>
                <a:lnTo>
                  <a:pt x="442913" y="38100"/>
                </a:lnTo>
                <a:lnTo>
                  <a:pt x="447675" y="42863"/>
                </a:lnTo>
                <a:lnTo>
                  <a:pt x="447675" y="52388"/>
                </a:lnTo>
                <a:lnTo>
                  <a:pt x="442913" y="57150"/>
                </a:lnTo>
                <a:lnTo>
                  <a:pt x="438150" y="61913"/>
                </a:lnTo>
                <a:lnTo>
                  <a:pt x="433388" y="66675"/>
                </a:lnTo>
                <a:lnTo>
                  <a:pt x="423863" y="66675"/>
                </a:lnTo>
                <a:lnTo>
                  <a:pt x="419100" y="71438"/>
                </a:lnTo>
                <a:lnTo>
                  <a:pt x="414338" y="76200"/>
                </a:lnTo>
                <a:lnTo>
                  <a:pt x="404813" y="76200"/>
                </a:lnTo>
                <a:lnTo>
                  <a:pt x="395288" y="76200"/>
                </a:lnTo>
                <a:lnTo>
                  <a:pt x="385763" y="76200"/>
                </a:lnTo>
                <a:lnTo>
                  <a:pt x="381000" y="80963"/>
                </a:lnTo>
                <a:lnTo>
                  <a:pt x="376238" y="85725"/>
                </a:lnTo>
                <a:lnTo>
                  <a:pt x="366713" y="85725"/>
                </a:lnTo>
                <a:lnTo>
                  <a:pt x="357188" y="85725"/>
                </a:lnTo>
                <a:lnTo>
                  <a:pt x="347663" y="85725"/>
                </a:lnTo>
                <a:lnTo>
                  <a:pt x="338138" y="85725"/>
                </a:lnTo>
                <a:lnTo>
                  <a:pt x="328613" y="85725"/>
                </a:lnTo>
                <a:lnTo>
                  <a:pt x="319088" y="85725"/>
                </a:lnTo>
                <a:lnTo>
                  <a:pt x="309563" y="85725"/>
                </a:lnTo>
                <a:lnTo>
                  <a:pt x="304800" y="90488"/>
                </a:lnTo>
                <a:lnTo>
                  <a:pt x="300038" y="95250"/>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42875" y="90488"/>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9525" y="52388"/>
                </a:lnTo>
                <a:lnTo>
                  <a:pt x="4763" y="47625"/>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C19D78"/>
          </a:solidFill>
          <a:ln xmlns:a="http://schemas.openxmlformats.org/drawingml/2006/main" w="0">
            <a:noFill/>
            <a:prstDash val="solid"/>
          </a:ln>
        </p:spPr>
      </p:sp>
      <p:sp>
        <p:nvSpPr>
          <p:cNvPr id="674" name="layout-orange-80-0">
            <a:extLst xmlns:a="http://schemas.openxmlformats.org/drawingml/2006/main">
              <a:ext uri="{FF2B5EF4-FFF2-40B4-BE49-F238E27FC236}">
                <a16:creationId xmlns:a16="http://schemas.microsoft.com/office/drawing/2014/main" id="{E10A1B25-9C7F-4CC1-A578-C5C5A03FEE14}"/>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0" y="4763"/>
                </a:moveTo>
                <a:lnTo>
                  <a:pt x="4763" y="0"/>
                </a:lnTo>
                <a:lnTo>
                  <a:pt x="14288" y="0"/>
                </a:lnTo>
                <a:lnTo>
                  <a:pt x="23813" y="0"/>
                </a:lnTo>
                <a:lnTo>
                  <a:pt x="33338" y="0"/>
                </a:lnTo>
                <a:lnTo>
                  <a:pt x="42863" y="0"/>
                </a:lnTo>
                <a:lnTo>
                  <a:pt x="52388" y="0"/>
                </a:lnTo>
                <a:lnTo>
                  <a:pt x="61913" y="0"/>
                </a:lnTo>
                <a:lnTo>
                  <a:pt x="66675" y="4763"/>
                </a:lnTo>
                <a:lnTo>
                  <a:pt x="71438" y="9525"/>
                </a:lnTo>
                <a:lnTo>
                  <a:pt x="80963" y="9525"/>
                </a:lnTo>
                <a:lnTo>
                  <a:pt x="85725" y="14288"/>
                </a:lnTo>
                <a:lnTo>
                  <a:pt x="90488" y="19050"/>
                </a:lnTo>
                <a:lnTo>
                  <a:pt x="95250" y="23813"/>
                </a:lnTo>
                <a:lnTo>
                  <a:pt x="100013" y="28575"/>
                </a:lnTo>
                <a:lnTo>
                  <a:pt x="104775" y="33338"/>
                </a:lnTo>
                <a:lnTo>
                  <a:pt x="109538" y="38100"/>
                </a:lnTo>
                <a:lnTo>
                  <a:pt x="119063" y="38100"/>
                </a:lnTo>
                <a:lnTo>
                  <a:pt x="123825" y="42863"/>
                </a:lnTo>
                <a:lnTo>
                  <a:pt x="128588" y="47625"/>
                </a:lnTo>
                <a:lnTo>
                  <a:pt x="133350" y="52388"/>
                </a:lnTo>
                <a:lnTo>
                  <a:pt x="138113" y="57150"/>
                </a:lnTo>
                <a:lnTo>
                  <a:pt x="142875" y="61913"/>
                </a:lnTo>
                <a:lnTo>
                  <a:pt x="147638" y="66675"/>
                </a:lnTo>
                <a:lnTo>
                  <a:pt x="157163" y="66675"/>
                </a:lnTo>
                <a:lnTo>
                  <a:pt x="161925" y="71438"/>
                </a:lnTo>
                <a:lnTo>
                  <a:pt x="166688" y="76200"/>
                </a:lnTo>
                <a:lnTo>
                  <a:pt x="171450" y="80963"/>
                </a:lnTo>
                <a:lnTo>
                  <a:pt x="176213" y="85725"/>
                </a:lnTo>
                <a:lnTo>
                  <a:pt x="180975" y="90488"/>
                </a:lnTo>
                <a:lnTo>
                  <a:pt x="185738" y="95250"/>
                </a:lnTo>
                <a:lnTo>
                  <a:pt x="195263" y="95250"/>
                </a:lnTo>
                <a:lnTo>
                  <a:pt x="200025" y="100013"/>
                </a:lnTo>
                <a:lnTo>
                  <a:pt x="204788" y="104775"/>
                </a:lnTo>
                <a:lnTo>
                  <a:pt x="209550" y="109538"/>
                </a:lnTo>
                <a:lnTo>
                  <a:pt x="214313" y="114300"/>
                </a:lnTo>
                <a:lnTo>
                  <a:pt x="219075" y="119063"/>
                </a:lnTo>
                <a:lnTo>
                  <a:pt x="223838" y="123825"/>
                </a:lnTo>
                <a:lnTo>
                  <a:pt x="233363" y="123825"/>
                </a:lnTo>
                <a:lnTo>
                  <a:pt x="238125" y="128588"/>
                </a:lnTo>
                <a:lnTo>
                  <a:pt x="242888" y="133350"/>
                </a:lnTo>
                <a:lnTo>
                  <a:pt x="247650" y="138113"/>
                </a:lnTo>
                <a:lnTo>
                  <a:pt x="252413" y="142875"/>
                </a:lnTo>
                <a:lnTo>
                  <a:pt x="257175" y="147638"/>
                </a:lnTo>
                <a:lnTo>
                  <a:pt x="257175" y="157163"/>
                </a:lnTo>
                <a:lnTo>
                  <a:pt x="252413" y="161925"/>
                </a:lnTo>
                <a:lnTo>
                  <a:pt x="247650" y="166688"/>
                </a:lnTo>
                <a:lnTo>
                  <a:pt x="252413" y="171450"/>
                </a:lnTo>
                <a:lnTo>
                  <a:pt x="261938" y="171450"/>
                </a:lnTo>
                <a:lnTo>
                  <a:pt x="271463" y="171450"/>
                </a:lnTo>
                <a:lnTo>
                  <a:pt x="276225" y="176213"/>
                </a:lnTo>
                <a:lnTo>
                  <a:pt x="280988" y="180975"/>
                </a:lnTo>
                <a:lnTo>
                  <a:pt x="285750" y="185738"/>
                </a:lnTo>
                <a:lnTo>
                  <a:pt x="280988" y="190500"/>
                </a:lnTo>
                <a:lnTo>
                  <a:pt x="271463" y="190500"/>
                </a:lnTo>
                <a:lnTo>
                  <a:pt x="261938" y="190500"/>
                </a:lnTo>
                <a:lnTo>
                  <a:pt x="257175" y="195263"/>
                </a:lnTo>
                <a:lnTo>
                  <a:pt x="252413" y="200025"/>
                </a:lnTo>
                <a:lnTo>
                  <a:pt x="242888" y="200025"/>
                </a:lnTo>
                <a:lnTo>
                  <a:pt x="238125" y="204788"/>
                </a:lnTo>
                <a:lnTo>
                  <a:pt x="233363" y="209550"/>
                </a:lnTo>
                <a:lnTo>
                  <a:pt x="228600" y="214313"/>
                </a:lnTo>
                <a:lnTo>
                  <a:pt x="223838" y="219075"/>
                </a:lnTo>
                <a:lnTo>
                  <a:pt x="219075" y="223838"/>
                </a:lnTo>
                <a:lnTo>
                  <a:pt x="219075" y="233363"/>
                </a:lnTo>
                <a:lnTo>
                  <a:pt x="223838" y="238125"/>
                </a:lnTo>
                <a:lnTo>
                  <a:pt x="228600" y="242888"/>
                </a:lnTo>
                <a:lnTo>
                  <a:pt x="233363" y="247650"/>
                </a:lnTo>
                <a:lnTo>
                  <a:pt x="238125" y="252413"/>
                </a:lnTo>
                <a:lnTo>
                  <a:pt x="242888" y="257175"/>
                </a:lnTo>
                <a:lnTo>
                  <a:pt x="252413" y="257175"/>
                </a:lnTo>
                <a:lnTo>
                  <a:pt x="257175" y="261938"/>
                </a:lnTo>
                <a:lnTo>
                  <a:pt x="261938" y="266700"/>
                </a:lnTo>
                <a:lnTo>
                  <a:pt x="271463" y="266700"/>
                </a:lnTo>
                <a:lnTo>
                  <a:pt x="280988" y="266700"/>
                </a:lnTo>
                <a:lnTo>
                  <a:pt x="285750" y="271463"/>
                </a:lnTo>
                <a:lnTo>
                  <a:pt x="290513" y="276225"/>
                </a:lnTo>
                <a:lnTo>
                  <a:pt x="300038" y="276225"/>
                </a:lnTo>
                <a:lnTo>
                  <a:pt x="309563" y="276225"/>
                </a:lnTo>
                <a:lnTo>
                  <a:pt x="319088" y="276225"/>
                </a:lnTo>
                <a:lnTo>
                  <a:pt x="328613" y="276225"/>
                </a:lnTo>
                <a:lnTo>
                  <a:pt x="333375" y="280988"/>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85788" y="180975"/>
                </a:lnTo>
                <a:lnTo>
                  <a:pt x="581025" y="176213"/>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0538" y="171450"/>
                </a:lnTo>
                <a:lnTo>
                  <a:pt x="481013" y="171450"/>
                </a:lnTo>
                <a:lnTo>
                  <a:pt x="471488" y="171450"/>
                </a:lnTo>
                <a:lnTo>
                  <a:pt x="461963" y="171450"/>
                </a:lnTo>
                <a:lnTo>
                  <a:pt x="452438" y="171450"/>
                </a:lnTo>
                <a:lnTo>
                  <a:pt x="442913" y="171450"/>
                </a:lnTo>
                <a:lnTo>
                  <a:pt x="433388" y="171450"/>
                </a:lnTo>
                <a:lnTo>
                  <a:pt x="423863" y="171450"/>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33375" y="176213"/>
                </a:lnTo>
                <a:lnTo>
                  <a:pt x="328613" y="180975"/>
                </a:lnTo>
                <a:lnTo>
                  <a:pt x="323850" y="176213"/>
                </a:lnTo>
                <a:lnTo>
                  <a:pt x="319088" y="171450"/>
                </a:lnTo>
                <a:lnTo>
                  <a:pt x="314325" y="166688"/>
                </a:lnTo>
                <a:lnTo>
                  <a:pt x="314325" y="157163"/>
                </a:lnTo>
                <a:lnTo>
                  <a:pt x="309563" y="152400"/>
                </a:lnTo>
                <a:lnTo>
                  <a:pt x="304800" y="147638"/>
                </a:lnTo>
                <a:lnTo>
                  <a:pt x="300038" y="142875"/>
                </a:lnTo>
                <a:lnTo>
                  <a:pt x="295275" y="138113"/>
                </a:lnTo>
                <a:lnTo>
                  <a:pt x="295275" y="128588"/>
                </a:lnTo>
                <a:lnTo>
                  <a:pt x="290513" y="123825"/>
                </a:lnTo>
                <a:lnTo>
                  <a:pt x="280988" y="123825"/>
                </a:lnTo>
                <a:lnTo>
                  <a:pt x="276225" y="128588"/>
                </a:lnTo>
                <a:lnTo>
                  <a:pt x="271463" y="133350"/>
                </a:lnTo>
                <a:lnTo>
                  <a:pt x="261938" y="133350"/>
                </a:lnTo>
                <a:lnTo>
                  <a:pt x="257175" y="128588"/>
                </a:lnTo>
                <a:lnTo>
                  <a:pt x="252413" y="123825"/>
                </a:lnTo>
                <a:lnTo>
                  <a:pt x="247650" y="119063"/>
                </a:lnTo>
                <a:lnTo>
                  <a:pt x="242888" y="114300"/>
                </a:lnTo>
                <a:lnTo>
                  <a:pt x="238125" y="109538"/>
                </a:lnTo>
                <a:lnTo>
                  <a:pt x="233363" y="104775"/>
                </a:lnTo>
                <a:lnTo>
                  <a:pt x="223838" y="104775"/>
                </a:lnTo>
                <a:lnTo>
                  <a:pt x="219075" y="100013"/>
                </a:lnTo>
                <a:lnTo>
                  <a:pt x="214313" y="95250"/>
                </a:lnTo>
                <a:lnTo>
                  <a:pt x="209550" y="90488"/>
                </a:lnTo>
                <a:lnTo>
                  <a:pt x="204788" y="85725"/>
                </a:lnTo>
                <a:lnTo>
                  <a:pt x="200025" y="80963"/>
                </a:lnTo>
                <a:lnTo>
                  <a:pt x="195263" y="76200"/>
                </a:lnTo>
                <a:lnTo>
                  <a:pt x="185738" y="76200"/>
                </a:lnTo>
                <a:lnTo>
                  <a:pt x="180975" y="71438"/>
                </a:lnTo>
                <a:lnTo>
                  <a:pt x="176213" y="66675"/>
                </a:lnTo>
                <a:lnTo>
                  <a:pt x="171450" y="61913"/>
                </a:lnTo>
                <a:lnTo>
                  <a:pt x="166688" y="57150"/>
                </a:lnTo>
                <a:lnTo>
                  <a:pt x="161925" y="52388"/>
                </a:lnTo>
                <a:lnTo>
                  <a:pt x="157163" y="47625"/>
                </a:lnTo>
                <a:lnTo>
                  <a:pt x="152400" y="42863"/>
                </a:lnTo>
                <a:lnTo>
                  <a:pt x="147638" y="38100"/>
                </a:lnTo>
                <a:lnTo>
                  <a:pt x="138113" y="38100"/>
                </a:lnTo>
                <a:lnTo>
                  <a:pt x="133350" y="33338"/>
                </a:lnTo>
                <a:lnTo>
                  <a:pt x="128588" y="28575"/>
                </a:lnTo>
                <a:lnTo>
                  <a:pt x="123825" y="23813"/>
                </a:lnTo>
                <a:lnTo>
                  <a:pt x="119063" y="19050"/>
                </a:lnTo>
                <a:lnTo>
                  <a:pt x="114300" y="14288"/>
                </a:lnTo>
                <a:lnTo>
                  <a:pt x="109538" y="9525"/>
                </a:lnTo>
                <a:lnTo>
                  <a:pt x="100013" y="9525"/>
                </a:lnTo>
                <a:lnTo>
                  <a:pt x="95250" y="4763"/>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42988" y="0"/>
                </a:lnTo>
                <a:lnTo>
                  <a:pt x="1052513" y="0"/>
                </a:lnTo>
                <a:lnTo>
                  <a:pt x="1062038" y="0"/>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DA9176"/>
          </a:solidFill>
          <a:ln xmlns:a="http://schemas.openxmlformats.org/drawingml/2006/main" w="0">
            <a:noFill/>
            <a:prstDash val="solid"/>
          </a:ln>
        </p:spPr>
      </p:sp>
      <p:sp>
        <p:nvSpPr>
          <p:cNvPr id="675" name="layout-orange-80-1">
            <a:extLst xmlns:a="http://schemas.openxmlformats.org/drawingml/2006/main">
              <a:ext uri="{FF2B5EF4-FFF2-40B4-BE49-F238E27FC236}">
                <a16:creationId xmlns:a16="http://schemas.microsoft.com/office/drawing/2014/main" id="{4F615335-189D-427B-9AF9-007F82965625}"/>
              </a:ext>
            </a:extLst>
          </p:cNvPr>
          <p:cNvSpPr>
            <a:spLocks xmlns:a="http://schemas.openxmlformats.org/drawingml/2006/main" noGrp="1"/>
          </p:cNvSpPr>
          <p:nvPr/>
        </p:nvSpPr>
        <p:spPr>
          <a:xfrm xmlns:a="http://schemas.openxmlformats.org/drawingml/2006/main" rot="0">
            <a:off x="2171700" y="3552825"/>
            <a:ext cx="447675" cy="95250"/>
          </a:xfrm>
          <a:custGeom xmlns:a="http://schemas.openxmlformats.org/drawingml/2006/main">
            <a:pathLst>
              <a:path w="447675" h="95250">
                <a:moveTo>
                  <a:pt x="123825" y="4763"/>
                </a:move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4313" y="9525"/>
                </a:lnTo>
                <a:lnTo>
                  <a:pt x="204788" y="9525"/>
                </a:lnTo>
                <a:lnTo>
                  <a:pt x="200025" y="14288"/>
                </a:lnTo>
                <a:lnTo>
                  <a:pt x="195263" y="19050"/>
                </a:lnTo>
                <a:lnTo>
                  <a:pt x="190500" y="23813"/>
                </a:lnTo>
                <a:lnTo>
                  <a:pt x="190500" y="33338"/>
                </a:lnTo>
                <a:lnTo>
                  <a:pt x="190500" y="42863"/>
                </a:lnTo>
                <a:lnTo>
                  <a:pt x="190500" y="52388"/>
                </a:lnTo>
                <a:lnTo>
                  <a:pt x="195263" y="57150"/>
                </a:lnTo>
                <a:lnTo>
                  <a:pt x="200025" y="61913"/>
                </a:lnTo>
                <a:lnTo>
                  <a:pt x="204788" y="66675"/>
                </a:lnTo>
                <a:lnTo>
                  <a:pt x="209550" y="71438"/>
                </a:lnTo>
                <a:lnTo>
                  <a:pt x="214313" y="76200"/>
                </a:lnTo>
                <a:lnTo>
                  <a:pt x="223838" y="76200"/>
                </a:lnTo>
                <a:lnTo>
                  <a:pt x="233363" y="76200"/>
                </a:lnTo>
                <a:lnTo>
                  <a:pt x="242888" y="76200"/>
                </a:lnTo>
                <a:lnTo>
                  <a:pt x="252413" y="76200"/>
                </a:lnTo>
                <a:lnTo>
                  <a:pt x="257175" y="71438"/>
                </a:lnTo>
                <a:lnTo>
                  <a:pt x="261938" y="66675"/>
                </a:lnTo>
                <a:lnTo>
                  <a:pt x="266700" y="61913"/>
                </a:lnTo>
                <a:lnTo>
                  <a:pt x="271463" y="57150"/>
                </a:lnTo>
                <a:lnTo>
                  <a:pt x="276225" y="52388"/>
                </a:lnTo>
                <a:lnTo>
                  <a:pt x="276225" y="42863"/>
                </a:lnTo>
                <a:lnTo>
                  <a:pt x="276225" y="33338"/>
                </a:lnTo>
                <a:lnTo>
                  <a:pt x="271463" y="28575"/>
                </a:lnTo>
                <a:lnTo>
                  <a:pt x="266700" y="23813"/>
                </a:lnTo>
                <a:lnTo>
                  <a:pt x="266700" y="14288"/>
                </a:lnTo>
                <a:lnTo>
                  <a:pt x="261938" y="9525"/>
                </a:lnTo>
                <a:lnTo>
                  <a:pt x="252413" y="9525"/>
                </a:lnTo>
                <a:lnTo>
                  <a:pt x="247650" y="4763"/>
                </a:ln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7188" y="9525"/>
                </a:lnTo>
                <a:lnTo>
                  <a:pt x="366713" y="9525"/>
                </a:lnTo>
                <a:lnTo>
                  <a:pt x="376238" y="9525"/>
                </a:lnTo>
                <a:lnTo>
                  <a:pt x="381000" y="14288"/>
                </a:lnTo>
                <a:lnTo>
                  <a:pt x="385763" y="19050"/>
                </a:lnTo>
                <a:lnTo>
                  <a:pt x="395288" y="19050"/>
                </a:lnTo>
                <a:lnTo>
                  <a:pt x="404813" y="19050"/>
                </a:lnTo>
                <a:lnTo>
                  <a:pt x="414338" y="19050"/>
                </a:lnTo>
                <a:lnTo>
                  <a:pt x="419100" y="23813"/>
                </a:lnTo>
                <a:lnTo>
                  <a:pt x="423863" y="28575"/>
                </a:lnTo>
                <a:lnTo>
                  <a:pt x="433388" y="28575"/>
                </a:lnTo>
                <a:lnTo>
                  <a:pt x="438150" y="33338"/>
                </a:lnTo>
                <a:lnTo>
                  <a:pt x="442913" y="38100"/>
                </a:lnTo>
                <a:lnTo>
                  <a:pt x="447675" y="42863"/>
                </a:lnTo>
                <a:lnTo>
                  <a:pt x="447675" y="52388"/>
                </a:lnTo>
                <a:lnTo>
                  <a:pt x="442913" y="57150"/>
                </a:lnTo>
                <a:lnTo>
                  <a:pt x="438150" y="61913"/>
                </a:lnTo>
                <a:lnTo>
                  <a:pt x="433388" y="66675"/>
                </a:lnTo>
                <a:lnTo>
                  <a:pt x="423863" y="66675"/>
                </a:lnTo>
                <a:lnTo>
                  <a:pt x="419100" y="71438"/>
                </a:lnTo>
                <a:lnTo>
                  <a:pt x="414338" y="76200"/>
                </a:lnTo>
                <a:lnTo>
                  <a:pt x="404813" y="76200"/>
                </a:lnTo>
                <a:lnTo>
                  <a:pt x="395288" y="76200"/>
                </a:lnTo>
                <a:lnTo>
                  <a:pt x="385763" y="76200"/>
                </a:lnTo>
                <a:lnTo>
                  <a:pt x="381000" y="80963"/>
                </a:lnTo>
                <a:lnTo>
                  <a:pt x="376238" y="85725"/>
                </a:lnTo>
                <a:lnTo>
                  <a:pt x="366713" y="85725"/>
                </a:lnTo>
                <a:lnTo>
                  <a:pt x="357188" y="85725"/>
                </a:lnTo>
                <a:lnTo>
                  <a:pt x="347663" y="85725"/>
                </a:lnTo>
                <a:lnTo>
                  <a:pt x="338138" y="85725"/>
                </a:lnTo>
                <a:lnTo>
                  <a:pt x="328613" y="85725"/>
                </a:lnTo>
                <a:lnTo>
                  <a:pt x="319088" y="85725"/>
                </a:lnTo>
                <a:lnTo>
                  <a:pt x="309563" y="85725"/>
                </a:lnTo>
                <a:lnTo>
                  <a:pt x="304800" y="90488"/>
                </a:lnTo>
                <a:lnTo>
                  <a:pt x="300038" y="95250"/>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42875" y="90488"/>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9525" y="52388"/>
                </a:lnTo>
                <a:lnTo>
                  <a:pt x="4763" y="47625"/>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DA9176"/>
          </a:solidFill>
          <a:ln xmlns:a="http://schemas.openxmlformats.org/drawingml/2006/main" w="0">
            <a:noFill/>
            <a:prstDash val="solid"/>
          </a:ln>
        </p:spPr>
      </p:sp>
      <p:sp>
        <p:nvSpPr>
          <p:cNvPr id="676" name="layout-orange-81-0">
            <a:extLst xmlns:a="http://schemas.openxmlformats.org/drawingml/2006/main">
              <a:ext uri="{FF2B5EF4-FFF2-40B4-BE49-F238E27FC236}">
                <a16:creationId xmlns:a16="http://schemas.microsoft.com/office/drawing/2014/main" id="{A085F3FB-27AD-4121-8B46-90BF270A231A}"/>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0" y="4763"/>
                </a:moveTo>
                <a:lnTo>
                  <a:pt x="4763" y="0"/>
                </a:lnTo>
                <a:lnTo>
                  <a:pt x="14288" y="0"/>
                </a:lnTo>
                <a:lnTo>
                  <a:pt x="23813" y="0"/>
                </a:lnTo>
                <a:lnTo>
                  <a:pt x="33338" y="0"/>
                </a:lnTo>
                <a:lnTo>
                  <a:pt x="42863" y="0"/>
                </a:lnTo>
                <a:lnTo>
                  <a:pt x="52388" y="0"/>
                </a:lnTo>
                <a:lnTo>
                  <a:pt x="61913" y="0"/>
                </a:lnTo>
                <a:lnTo>
                  <a:pt x="66675" y="4763"/>
                </a:lnTo>
                <a:lnTo>
                  <a:pt x="71438" y="9525"/>
                </a:lnTo>
                <a:lnTo>
                  <a:pt x="80963" y="9525"/>
                </a:lnTo>
                <a:lnTo>
                  <a:pt x="85725" y="14288"/>
                </a:lnTo>
                <a:lnTo>
                  <a:pt x="90488" y="19050"/>
                </a:lnTo>
                <a:lnTo>
                  <a:pt x="95250" y="23813"/>
                </a:lnTo>
                <a:lnTo>
                  <a:pt x="100013" y="28575"/>
                </a:lnTo>
                <a:lnTo>
                  <a:pt x="104775" y="33338"/>
                </a:lnTo>
                <a:lnTo>
                  <a:pt x="109538" y="38100"/>
                </a:lnTo>
                <a:lnTo>
                  <a:pt x="119063" y="38100"/>
                </a:lnTo>
                <a:lnTo>
                  <a:pt x="123825" y="42863"/>
                </a:lnTo>
                <a:lnTo>
                  <a:pt x="128588" y="47625"/>
                </a:lnTo>
                <a:lnTo>
                  <a:pt x="133350" y="52388"/>
                </a:lnTo>
                <a:lnTo>
                  <a:pt x="138113" y="57150"/>
                </a:lnTo>
                <a:lnTo>
                  <a:pt x="142875" y="61913"/>
                </a:lnTo>
                <a:lnTo>
                  <a:pt x="147638" y="66675"/>
                </a:lnTo>
                <a:lnTo>
                  <a:pt x="157163" y="66675"/>
                </a:lnTo>
                <a:lnTo>
                  <a:pt x="161925" y="71438"/>
                </a:lnTo>
                <a:lnTo>
                  <a:pt x="166688" y="76200"/>
                </a:lnTo>
                <a:lnTo>
                  <a:pt x="171450" y="80963"/>
                </a:lnTo>
                <a:lnTo>
                  <a:pt x="176213" y="85725"/>
                </a:lnTo>
                <a:lnTo>
                  <a:pt x="180975" y="90488"/>
                </a:lnTo>
                <a:lnTo>
                  <a:pt x="185738" y="95250"/>
                </a:lnTo>
                <a:lnTo>
                  <a:pt x="195263" y="95250"/>
                </a:lnTo>
                <a:lnTo>
                  <a:pt x="200025" y="100013"/>
                </a:lnTo>
                <a:lnTo>
                  <a:pt x="204788" y="104775"/>
                </a:lnTo>
                <a:lnTo>
                  <a:pt x="209550" y="109538"/>
                </a:lnTo>
                <a:lnTo>
                  <a:pt x="214313" y="114300"/>
                </a:lnTo>
                <a:lnTo>
                  <a:pt x="219075" y="119063"/>
                </a:lnTo>
                <a:lnTo>
                  <a:pt x="223838" y="123825"/>
                </a:lnTo>
                <a:lnTo>
                  <a:pt x="233363" y="123825"/>
                </a:lnTo>
                <a:lnTo>
                  <a:pt x="238125" y="128588"/>
                </a:lnTo>
                <a:lnTo>
                  <a:pt x="242888" y="133350"/>
                </a:lnTo>
                <a:lnTo>
                  <a:pt x="247650" y="138113"/>
                </a:lnTo>
                <a:lnTo>
                  <a:pt x="252413" y="142875"/>
                </a:lnTo>
                <a:lnTo>
                  <a:pt x="257175" y="147638"/>
                </a:lnTo>
                <a:lnTo>
                  <a:pt x="257175" y="157163"/>
                </a:lnTo>
                <a:lnTo>
                  <a:pt x="252413" y="161925"/>
                </a:lnTo>
                <a:lnTo>
                  <a:pt x="247650" y="166688"/>
                </a:lnTo>
                <a:lnTo>
                  <a:pt x="252413" y="171450"/>
                </a:lnTo>
                <a:lnTo>
                  <a:pt x="261938" y="171450"/>
                </a:lnTo>
                <a:lnTo>
                  <a:pt x="271463" y="171450"/>
                </a:lnTo>
                <a:lnTo>
                  <a:pt x="276225" y="176213"/>
                </a:lnTo>
                <a:lnTo>
                  <a:pt x="280988" y="180975"/>
                </a:lnTo>
                <a:lnTo>
                  <a:pt x="285750" y="185738"/>
                </a:lnTo>
                <a:lnTo>
                  <a:pt x="280988" y="190500"/>
                </a:lnTo>
                <a:lnTo>
                  <a:pt x="271463" y="190500"/>
                </a:lnTo>
                <a:lnTo>
                  <a:pt x="261938" y="190500"/>
                </a:lnTo>
                <a:lnTo>
                  <a:pt x="257175" y="195263"/>
                </a:lnTo>
                <a:lnTo>
                  <a:pt x="252413" y="200025"/>
                </a:lnTo>
                <a:lnTo>
                  <a:pt x="242888" y="200025"/>
                </a:lnTo>
                <a:lnTo>
                  <a:pt x="238125" y="204788"/>
                </a:lnTo>
                <a:lnTo>
                  <a:pt x="233363" y="209550"/>
                </a:lnTo>
                <a:lnTo>
                  <a:pt x="228600" y="214313"/>
                </a:lnTo>
                <a:lnTo>
                  <a:pt x="223838" y="219075"/>
                </a:lnTo>
                <a:lnTo>
                  <a:pt x="219075" y="223838"/>
                </a:lnTo>
                <a:lnTo>
                  <a:pt x="219075" y="233363"/>
                </a:lnTo>
                <a:lnTo>
                  <a:pt x="223838" y="238125"/>
                </a:lnTo>
                <a:lnTo>
                  <a:pt x="228600" y="242888"/>
                </a:lnTo>
                <a:lnTo>
                  <a:pt x="233363" y="247650"/>
                </a:lnTo>
                <a:lnTo>
                  <a:pt x="238125" y="252413"/>
                </a:lnTo>
                <a:lnTo>
                  <a:pt x="242888" y="257175"/>
                </a:lnTo>
                <a:lnTo>
                  <a:pt x="252413" y="257175"/>
                </a:lnTo>
                <a:lnTo>
                  <a:pt x="257175" y="261938"/>
                </a:lnTo>
                <a:lnTo>
                  <a:pt x="261938" y="266700"/>
                </a:lnTo>
                <a:lnTo>
                  <a:pt x="271463" y="266700"/>
                </a:lnTo>
                <a:lnTo>
                  <a:pt x="280988" y="266700"/>
                </a:lnTo>
                <a:lnTo>
                  <a:pt x="285750" y="271463"/>
                </a:lnTo>
                <a:lnTo>
                  <a:pt x="290513" y="276225"/>
                </a:lnTo>
                <a:lnTo>
                  <a:pt x="300038" y="276225"/>
                </a:lnTo>
                <a:lnTo>
                  <a:pt x="309563" y="276225"/>
                </a:lnTo>
                <a:lnTo>
                  <a:pt x="319088" y="276225"/>
                </a:lnTo>
                <a:lnTo>
                  <a:pt x="328613" y="276225"/>
                </a:lnTo>
                <a:lnTo>
                  <a:pt x="333375" y="280988"/>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85788" y="180975"/>
                </a:lnTo>
                <a:lnTo>
                  <a:pt x="581025" y="176213"/>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0538" y="171450"/>
                </a:lnTo>
                <a:lnTo>
                  <a:pt x="481013" y="171450"/>
                </a:lnTo>
                <a:lnTo>
                  <a:pt x="471488" y="171450"/>
                </a:lnTo>
                <a:lnTo>
                  <a:pt x="461963" y="171450"/>
                </a:lnTo>
                <a:lnTo>
                  <a:pt x="452438" y="171450"/>
                </a:lnTo>
                <a:lnTo>
                  <a:pt x="442913" y="171450"/>
                </a:lnTo>
                <a:lnTo>
                  <a:pt x="433388" y="171450"/>
                </a:lnTo>
                <a:lnTo>
                  <a:pt x="423863" y="171450"/>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33375" y="176213"/>
                </a:lnTo>
                <a:lnTo>
                  <a:pt x="328613" y="180975"/>
                </a:lnTo>
                <a:lnTo>
                  <a:pt x="323850" y="176213"/>
                </a:lnTo>
                <a:lnTo>
                  <a:pt x="319088" y="171450"/>
                </a:lnTo>
                <a:lnTo>
                  <a:pt x="314325" y="166688"/>
                </a:lnTo>
                <a:lnTo>
                  <a:pt x="314325" y="157163"/>
                </a:lnTo>
                <a:lnTo>
                  <a:pt x="309563" y="152400"/>
                </a:lnTo>
                <a:lnTo>
                  <a:pt x="304800" y="147638"/>
                </a:lnTo>
                <a:lnTo>
                  <a:pt x="300038" y="142875"/>
                </a:lnTo>
                <a:lnTo>
                  <a:pt x="295275" y="138113"/>
                </a:lnTo>
                <a:lnTo>
                  <a:pt x="295275" y="128588"/>
                </a:lnTo>
                <a:lnTo>
                  <a:pt x="290513" y="123825"/>
                </a:lnTo>
                <a:lnTo>
                  <a:pt x="280988" y="123825"/>
                </a:lnTo>
                <a:lnTo>
                  <a:pt x="276225" y="128588"/>
                </a:lnTo>
                <a:lnTo>
                  <a:pt x="271463" y="133350"/>
                </a:lnTo>
                <a:lnTo>
                  <a:pt x="261938" y="133350"/>
                </a:lnTo>
                <a:lnTo>
                  <a:pt x="257175" y="128588"/>
                </a:lnTo>
                <a:lnTo>
                  <a:pt x="252413" y="123825"/>
                </a:lnTo>
                <a:lnTo>
                  <a:pt x="247650" y="119063"/>
                </a:lnTo>
                <a:lnTo>
                  <a:pt x="242888" y="114300"/>
                </a:lnTo>
                <a:lnTo>
                  <a:pt x="238125" y="109538"/>
                </a:lnTo>
                <a:lnTo>
                  <a:pt x="233363" y="104775"/>
                </a:lnTo>
                <a:lnTo>
                  <a:pt x="223838" y="104775"/>
                </a:lnTo>
                <a:lnTo>
                  <a:pt x="219075" y="100013"/>
                </a:lnTo>
                <a:lnTo>
                  <a:pt x="214313" y="95250"/>
                </a:lnTo>
                <a:lnTo>
                  <a:pt x="209550" y="90488"/>
                </a:lnTo>
                <a:lnTo>
                  <a:pt x="204788" y="85725"/>
                </a:lnTo>
                <a:lnTo>
                  <a:pt x="200025" y="80963"/>
                </a:lnTo>
                <a:lnTo>
                  <a:pt x="195263" y="76200"/>
                </a:lnTo>
                <a:lnTo>
                  <a:pt x="190500" y="71438"/>
                </a:lnTo>
                <a:lnTo>
                  <a:pt x="185738" y="66675"/>
                </a:lnTo>
                <a:lnTo>
                  <a:pt x="176213" y="66675"/>
                </a:lnTo>
                <a:lnTo>
                  <a:pt x="171450" y="61913"/>
                </a:lnTo>
                <a:lnTo>
                  <a:pt x="166688" y="57150"/>
                </a:lnTo>
                <a:lnTo>
                  <a:pt x="161925" y="52388"/>
                </a:lnTo>
                <a:lnTo>
                  <a:pt x="157163" y="47625"/>
                </a:lnTo>
                <a:lnTo>
                  <a:pt x="152400" y="42863"/>
                </a:lnTo>
                <a:lnTo>
                  <a:pt x="147638" y="38100"/>
                </a:lnTo>
                <a:lnTo>
                  <a:pt x="138113" y="38100"/>
                </a:lnTo>
                <a:lnTo>
                  <a:pt x="133350" y="33338"/>
                </a:lnTo>
                <a:lnTo>
                  <a:pt x="128588" y="28575"/>
                </a:lnTo>
                <a:lnTo>
                  <a:pt x="123825" y="23813"/>
                </a:lnTo>
                <a:lnTo>
                  <a:pt x="119063" y="19050"/>
                </a:lnTo>
                <a:lnTo>
                  <a:pt x="114300" y="14288"/>
                </a:lnTo>
                <a:lnTo>
                  <a:pt x="109538" y="9525"/>
                </a:lnTo>
                <a:lnTo>
                  <a:pt x="100013" y="9525"/>
                </a:lnTo>
                <a:lnTo>
                  <a:pt x="95250" y="4763"/>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42988" y="0"/>
                </a:lnTo>
                <a:lnTo>
                  <a:pt x="1052513" y="0"/>
                </a:lnTo>
                <a:lnTo>
                  <a:pt x="1062038" y="0"/>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D9A46D"/>
          </a:solidFill>
          <a:ln xmlns:a="http://schemas.openxmlformats.org/drawingml/2006/main" w="0">
            <a:noFill/>
            <a:prstDash val="solid"/>
          </a:ln>
        </p:spPr>
      </p:sp>
      <p:sp>
        <p:nvSpPr>
          <p:cNvPr id="677" name="layout-orange-81-1">
            <a:extLst xmlns:a="http://schemas.openxmlformats.org/drawingml/2006/main">
              <a:ext uri="{FF2B5EF4-FFF2-40B4-BE49-F238E27FC236}">
                <a16:creationId xmlns:a16="http://schemas.microsoft.com/office/drawing/2014/main" id="{C52AC4D4-0790-406E-8654-B7A6A3E65C7A}"/>
              </a:ext>
            </a:extLst>
          </p:cNvPr>
          <p:cNvSpPr>
            <a:spLocks xmlns:a="http://schemas.openxmlformats.org/drawingml/2006/main" noGrp="1"/>
          </p:cNvSpPr>
          <p:nvPr/>
        </p:nvSpPr>
        <p:spPr>
          <a:xfrm xmlns:a="http://schemas.openxmlformats.org/drawingml/2006/main" rot="0">
            <a:off x="2171700" y="3552825"/>
            <a:ext cx="447675" cy="95250"/>
          </a:xfrm>
          <a:custGeom xmlns:a="http://schemas.openxmlformats.org/drawingml/2006/main">
            <a:pathLst>
              <a:path w="447675" h="95250">
                <a:moveTo>
                  <a:pt x="123825" y="4763"/>
                </a:moveTo>
                <a:lnTo>
                  <a:pt x="128588" y="0"/>
                </a:lnTo>
                <a:lnTo>
                  <a:pt x="138113" y="0"/>
                </a:lnTo>
                <a:lnTo>
                  <a:pt x="147638" y="0"/>
                </a:lnTo>
                <a:lnTo>
                  <a:pt x="157163" y="0"/>
                </a:lnTo>
                <a:lnTo>
                  <a:pt x="166688" y="0"/>
                </a:lnTo>
                <a:lnTo>
                  <a:pt x="176213" y="0"/>
                </a:lnTo>
                <a:lnTo>
                  <a:pt x="185738" y="0"/>
                </a:lnTo>
                <a:lnTo>
                  <a:pt x="195263" y="0"/>
                </a:lnTo>
                <a:lnTo>
                  <a:pt x="204788" y="0"/>
                </a:lnTo>
                <a:lnTo>
                  <a:pt x="209550" y="4763"/>
                </a:lnTo>
                <a:lnTo>
                  <a:pt x="204788" y="9525"/>
                </a:lnTo>
                <a:lnTo>
                  <a:pt x="200025" y="14288"/>
                </a:lnTo>
                <a:lnTo>
                  <a:pt x="195263" y="19050"/>
                </a:lnTo>
                <a:lnTo>
                  <a:pt x="190500" y="23813"/>
                </a:lnTo>
                <a:lnTo>
                  <a:pt x="190500" y="33338"/>
                </a:lnTo>
                <a:lnTo>
                  <a:pt x="190500" y="42863"/>
                </a:lnTo>
                <a:lnTo>
                  <a:pt x="190500" y="52388"/>
                </a:lnTo>
                <a:lnTo>
                  <a:pt x="195263" y="57150"/>
                </a:lnTo>
                <a:lnTo>
                  <a:pt x="200025" y="61913"/>
                </a:lnTo>
                <a:lnTo>
                  <a:pt x="204788" y="66675"/>
                </a:lnTo>
                <a:lnTo>
                  <a:pt x="209550" y="71438"/>
                </a:lnTo>
                <a:lnTo>
                  <a:pt x="214313" y="76200"/>
                </a:lnTo>
                <a:lnTo>
                  <a:pt x="223838" y="76200"/>
                </a:lnTo>
                <a:lnTo>
                  <a:pt x="233363" y="76200"/>
                </a:lnTo>
                <a:lnTo>
                  <a:pt x="242888" y="76200"/>
                </a:lnTo>
                <a:lnTo>
                  <a:pt x="252413" y="76200"/>
                </a:lnTo>
                <a:lnTo>
                  <a:pt x="257175" y="71438"/>
                </a:lnTo>
                <a:lnTo>
                  <a:pt x="261938" y="66675"/>
                </a:lnTo>
                <a:lnTo>
                  <a:pt x="266700" y="61913"/>
                </a:lnTo>
                <a:lnTo>
                  <a:pt x="271463" y="57150"/>
                </a:lnTo>
                <a:lnTo>
                  <a:pt x="276225" y="52388"/>
                </a:lnTo>
                <a:lnTo>
                  <a:pt x="276225" y="42863"/>
                </a:lnTo>
                <a:lnTo>
                  <a:pt x="276225" y="33338"/>
                </a:lnTo>
                <a:lnTo>
                  <a:pt x="271463" y="28575"/>
                </a:lnTo>
                <a:lnTo>
                  <a:pt x="266700" y="23813"/>
                </a:lnTo>
                <a:lnTo>
                  <a:pt x="266700" y="14288"/>
                </a:lnTo>
                <a:lnTo>
                  <a:pt x="261938" y="9525"/>
                </a:lnTo>
                <a:lnTo>
                  <a:pt x="252413" y="9525"/>
                </a:lnTo>
                <a:lnTo>
                  <a:pt x="247650" y="4763"/>
                </a:ln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7188" y="9525"/>
                </a:lnTo>
                <a:lnTo>
                  <a:pt x="366713" y="9525"/>
                </a:lnTo>
                <a:lnTo>
                  <a:pt x="376238" y="9525"/>
                </a:lnTo>
                <a:lnTo>
                  <a:pt x="381000" y="14288"/>
                </a:lnTo>
                <a:lnTo>
                  <a:pt x="385763" y="19050"/>
                </a:lnTo>
                <a:lnTo>
                  <a:pt x="395288" y="19050"/>
                </a:lnTo>
                <a:lnTo>
                  <a:pt x="404813" y="19050"/>
                </a:lnTo>
                <a:lnTo>
                  <a:pt x="414338" y="19050"/>
                </a:lnTo>
                <a:lnTo>
                  <a:pt x="419100" y="23813"/>
                </a:lnTo>
                <a:lnTo>
                  <a:pt x="423863" y="28575"/>
                </a:lnTo>
                <a:lnTo>
                  <a:pt x="433388" y="28575"/>
                </a:lnTo>
                <a:lnTo>
                  <a:pt x="438150" y="33338"/>
                </a:lnTo>
                <a:lnTo>
                  <a:pt x="442913" y="38100"/>
                </a:lnTo>
                <a:lnTo>
                  <a:pt x="447675" y="42863"/>
                </a:lnTo>
                <a:lnTo>
                  <a:pt x="447675" y="52388"/>
                </a:lnTo>
                <a:lnTo>
                  <a:pt x="442913" y="57150"/>
                </a:lnTo>
                <a:lnTo>
                  <a:pt x="438150" y="61913"/>
                </a:lnTo>
                <a:lnTo>
                  <a:pt x="433388" y="66675"/>
                </a:lnTo>
                <a:lnTo>
                  <a:pt x="423863" y="66675"/>
                </a:lnTo>
                <a:lnTo>
                  <a:pt x="419100" y="71438"/>
                </a:lnTo>
                <a:lnTo>
                  <a:pt x="414338" y="76200"/>
                </a:lnTo>
                <a:lnTo>
                  <a:pt x="404813" y="76200"/>
                </a:lnTo>
                <a:lnTo>
                  <a:pt x="395288" y="76200"/>
                </a:lnTo>
                <a:lnTo>
                  <a:pt x="385763" y="76200"/>
                </a:lnTo>
                <a:lnTo>
                  <a:pt x="381000" y="80963"/>
                </a:lnTo>
                <a:lnTo>
                  <a:pt x="376238" y="85725"/>
                </a:lnTo>
                <a:lnTo>
                  <a:pt x="366713" y="85725"/>
                </a:lnTo>
                <a:lnTo>
                  <a:pt x="357188" y="85725"/>
                </a:lnTo>
                <a:lnTo>
                  <a:pt x="347663" y="85725"/>
                </a:lnTo>
                <a:lnTo>
                  <a:pt x="338138" y="85725"/>
                </a:lnTo>
                <a:lnTo>
                  <a:pt x="328613" y="85725"/>
                </a:lnTo>
                <a:lnTo>
                  <a:pt x="319088" y="85725"/>
                </a:lnTo>
                <a:lnTo>
                  <a:pt x="309563" y="85725"/>
                </a:lnTo>
                <a:lnTo>
                  <a:pt x="304800" y="90488"/>
                </a:lnTo>
                <a:lnTo>
                  <a:pt x="300038" y="95250"/>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42875" y="90488"/>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9525" y="52388"/>
                </a:lnTo>
                <a:lnTo>
                  <a:pt x="4763" y="47625"/>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D9A46D"/>
          </a:solidFill>
          <a:ln xmlns:a="http://schemas.openxmlformats.org/drawingml/2006/main" w="0">
            <a:noFill/>
            <a:prstDash val="solid"/>
          </a:ln>
        </p:spPr>
      </p:sp>
      <p:sp>
        <p:nvSpPr>
          <p:cNvPr id="678" name="layout-orange-82-0">
            <a:extLst xmlns:a="http://schemas.openxmlformats.org/drawingml/2006/main">
              <a:ext uri="{FF2B5EF4-FFF2-40B4-BE49-F238E27FC236}">
                <a16:creationId xmlns:a16="http://schemas.microsoft.com/office/drawing/2014/main" id="{BAF26AB7-73FF-4298-9B44-8F607F005F03}"/>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0" y="4763"/>
                </a:moveTo>
                <a:lnTo>
                  <a:pt x="4763" y="0"/>
                </a:lnTo>
                <a:lnTo>
                  <a:pt x="14288" y="0"/>
                </a:lnTo>
                <a:lnTo>
                  <a:pt x="23813" y="0"/>
                </a:lnTo>
                <a:lnTo>
                  <a:pt x="33338" y="0"/>
                </a:lnTo>
                <a:lnTo>
                  <a:pt x="42863" y="0"/>
                </a:lnTo>
                <a:lnTo>
                  <a:pt x="52388" y="0"/>
                </a:lnTo>
                <a:lnTo>
                  <a:pt x="61913" y="0"/>
                </a:lnTo>
                <a:lnTo>
                  <a:pt x="66675" y="4763"/>
                </a:lnTo>
                <a:lnTo>
                  <a:pt x="71438" y="9525"/>
                </a:lnTo>
                <a:lnTo>
                  <a:pt x="76200" y="14288"/>
                </a:lnTo>
                <a:lnTo>
                  <a:pt x="80963" y="19050"/>
                </a:lnTo>
                <a:lnTo>
                  <a:pt x="90488" y="19050"/>
                </a:lnTo>
                <a:lnTo>
                  <a:pt x="95250" y="23813"/>
                </a:lnTo>
                <a:lnTo>
                  <a:pt x="100013" y="28575"/>
                </a:lnTo>
                <a:lnTo>
                  <a:pt x="104775" y="33338"/>
                </a:lnTo>
                <a:lnTo>
                  <a:pt x="109538" y="38100"/>
                </a:lnTo>
                <a:lnTo>
                  <a:pt x="119063" y="38100"/>
                </a:lnTo>
                <a:lnTo>
                  <a:pt x="123825" y="42863"/>
                </a:lnTo>
                <a:lnTo>
                  <a:pt x="128588" y="47625"/>
                </a:lnTo>
                <a:lnTo>
                  <a:pt x="133350" y="52388"/>
                </a:lnTo>
                <a:lnTo>
                  <a:pt x="138113" y="57150"/>
                </a:lnTo>
                <a:lnTo>
                  <a:pt x="142875" y="61913"/>
                </a:lnTo>
                <a:lnTo>
                  <a:pt x="147638" y="66675"/>
                </a:lnTo>
                <a:lnTo>
                  <a:pt x="157163" y="66675"/>
                </a:lnTo>
                <a:lnTo>
                  <a:pt x="161925" y="71438"/>
                </a:lnTo>
                <a:lnTo>
                  <a:pt x="166688" y="76200"/>
                </a:lnTo>
                <a:lnTo>
                  <a:pt x="171450" y="80963"/>
                </a:lnTo>
                <a:lnTo>
                  <a:pt x="176213" y="85725"/>
                </a:lnTo>
                <a:lnTo>
                  <a:pt x="180975" y="90488"/>
                </a:lnTo>
                <a:lnTo>
                  <a:pt x="185738" y="95250"/>
                </a:lnTo>
                <a:lnTo>
                  <a:pt x="195263" y="95250"/>
                </a:lnTo>
                <a:lnTo>
                  <a:pt x="200025" y="100013"/>
                </a:lnTo>
                <a:lnTo>
                  <a:pt x="204788" y="104775"/>
                </a:lnTo>
                <a:lnTo>
                  <a:pt x="209550" y="109538"/>
                </a:lnTo>
                <a:lnTo>
                  <a:pt x="214313" y="114300"/>
                </a:lnTo>
                <a:lnTo>
                  <a:pt x="219075" y="119063"/>
                </a:lnTo>
                <a:lnTo>
                  <a:pt x="223838" y="123825"/>
                </a:lnTo>
                <a:lnTo>
                  <a:pt x="233363" y="123825"/>
                </a:lnTo>
                <a:lnTo>
                  <a:pt x="238125" y="128588"/>
                </a:lnTo>
                <a:lnTo>
                  <a:pt x="242888" y="133350"/>
                </a:lnTo>
                <a:lnTo>
                  <a:pt x="247650" y="138113"/>
                </a:lnTo>
                <a:lnTo>
                  <a:pt x="252413" y="142875"/>
                </a:lnTo>
                <a:lnTo>
                  <a:pt x="257175" y="147638"/>
                </a:lnTo>
                <a:lnTo>
                  <a:pt x="257175" y="157163"/>
                </a:lnTo>
                <a:lnTo>
                  <a:pt x="252413" y="161925"/>
                </a:lnTo>
                <a:lnTo>
                  <a:pt x="247650" y="166688"/>
                </a:lnTo>
                <a:lnTo>
                  <a:pt x="252413" y="171450"/>
                </a:lnTo>
                <a:lnTo>
                  <a:pt x="261938" y="171450"/>
                </a:lnTo>
                <a:lnTo>
                  <a:pt x="271463" y="171450"/>
                </a:lnTo>
                <a:lnTo>
                  <a:pt x="276225" y="176213"/>
                </a:lnTo>
                <a:lnTo>
                  <a:pt x="280988" y="180975"/>
                </a:lnTo>
                <a:lnTo>
                  <a:pt x="285750" y="185738"/>
                </a:lnTo>
                <a:lnTo>
                  <a:pt x="280988" y="190500"/>
                </a:lnTo>
                <a:lnTo>
                  <a:pt x="271463" y="190500"/>
                </a:lnTo>
                <a:lnTo>
                  <a:pt x="261938" y="190500"/>
                </a:lnTo>
                <a:lnTo>
                  <a:pt x="257175" y="195263"/>
                </a:lnTo>
                <a:lnTo>
                  <a:pt x="252413" y="200025"/>
                </a:lnTo>
                <a:lnTo>
                  <a:pt x="242888" y="200025"/>
                </a:lnTo>
                <a:lnTo>
                  <a:pt x="238125" y="204788"/>
                </a:lnTo>
                <a:lnTo>
                  <a:pt x="233363" y="209550"/>
                </a:lnTo>
                <a:lnTo>
                  <a:pt x="228600" y="214313"/>
                </a:lnTo>
                <a:lnTo>
                  <a:pt x="223838" y="219075"/>
                </a:lnTo>
                <a:lnTo>
                  <a:pt x="219075" y="223838"/>
                </a:lnTo>
                <a:lnTo>
                  <a:pt x="219075" y="233363"/>
                </a:lnTo>
                <a:lnTo>
                  <a:pt x="223838" y="238125"/>
                </a:lnTo>
                <a:lnTo>
                  <a:pt x="228600" y="242888"/>
                </a:lnTo>
                <a:lnTo>
                  <a:pt x="233363" y="247650"/>
                </a:lnTo>
                <a:lnTo>
                  <a:pt x="238125" y="252413"/>
                </a:lnTo>
                <a:lnTo>
                  <a:pt x="242888" y="257175"/>
                </a:lnTo>
                <a:lnTo>
                  <a:pt x="252413" y="257175"/>
                </a:lnTo>
                <a:lnTo>
                  <a:pt x="257175" y="261938"/>
                </a:lnTo>
                <a:lnTo>
                  <a:pt x="261938" y="266700"/>
                </a:lnTo>
                <a:lnTo>
                  <a:pt x="271463" y="266700"/>
                </a:lnTo>
                <a:lnTo>
                  <a:pt x="280988" y="266700"/>
                </a:lnTo>
                <a:lnTo>
                  <a:pt x="285750" y="271463"/>
                </a:lnTo>
                <a:lnTo>
                  <a:pt x="290513" y="276225"/>
                </a:lnTo>
                <a:lnTo>
                  <a:pt x="300038" y="276225"/>
                </a:lnTo>
                <a:lnTo>
                  <a:pt x="309563" y="276225"/>
                </a:lnTo>
                <a:lnTo>
                  <a:pt x="319088" y="276225"/>
                </a:lnTo>
                <a:lnTo>
                  <a:pt x="328613" y="276225"/>
                </a:lnTo>
                <a:lnTo>
                  <a:pt x="333375" y="280988"/>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85788" y="180975"/>
                </a:lnTo>
                <a:lnTo>
                  <a:pt x="581025" y="176213"/>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0538" y="171450"/>
                </a:lnTo>
                <a:lnTo>
                  <a:pt x="481013" y="171450"/>
                </a:lnTo>
                <a:lnTo>
                  <a:pt x="471488" y="171450"/>
                </a:lnTo>
                <a:lnTo>
                  <a:pt x="461963" y="171450"/>
                </a:lnTo>
                <a:lnTo>
                  <a:pt x="452438" y="171450"/>
                </a:lnTo>
                <a:lnTo>
                  <a:pt x="442913" y="171450"/>
                </a:lnTo>
                <a:lnTo>
                  <a:pt x="433388" y="171450"/>
                </a:lnTo>
                <a:lnTo>
                  <a:pt x="423863" y="171450"/>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33375" y="176213"/>
                </a:lnTo>
                <a:lnTo>
                  <a:pt x="328613" y="180975"/>
                </a:lnTo>
                <a:lnTo>
                  <a:pt x="323850" y="176213"/>
                </a:lnTo>
                <a:lnTo>
                  <a:pt x="319088" y="171450"/>
                </a:lnTo>
                <a:lnTo>
                  <a:pt x="314325" y="166688"/>
                </a:lnTo>
                <a:lnTo>
                  <a:pt x="314325" y="157163"/>
                </a:lnTo>
                <a:lnTo>
                  <a:pt x="309563" y="152400"/>
                </a:lnTo>
                <a:lnTo>
                  <a:pt x="304800" y="147638"/>
                </a:lnTo>
                <a:lnTo>
                  <a:pt x="300038" y="142875"/>
                </a:lnTo>
                <a:lnTo>
                  <a:pt x="295275" y="138113"/>
                </a:lnTo>
                <a:lnTo>
                  <a:pt x="295275" y="128588"/>
                </a:lnTo>
                <a:lnTo>
                  <a:pt x="290513" y="123825"/>
                </a:lnTo>
                <a:lnTo>
                  <a:pt x="280988" y="123825"/>
                </a:lnTo>
                <a:lnTo>
                  <a:pt x="276225" y="128588"/>
                </a:lnTo>
                <a:lnTo>
                  <a:pt x="271463" y="133350"/>
                </a:lnTo>
                <a:lnTo>
                  <a:pt x="261938" y="133350"/>
                </a:lnTo>
                <a:lnTo>
                  <a:pt x="257175" y="128588"/>
                </a:lnTo>
                <a:lnTo>
                  <a:pt x="252413" y="123825"/>
                </a:lnTo>
                <a:lnTo>
                  <a:pt x="247650" y="119063"/>
                </a:lnTo>
                <a:lnTo>
                  <a:pt x="242888" y="114300"/>
                </a:lnTo>
                <a:lnTo>
                  <a:pt x="238125" y="109538"/>
                </a:lnTo>
                <a:lnTo>
                  <a:pt x="233363" y="104775"/>
                </a:lnTo>
                <a:lnTo>
                  <a:pt x="223838" y="104775"/>
                </a:lnTo>
                <a:lnTo>
                  <a:pt x="219075" y="100013"/>
                </a:lnTo>
                <a:lnTo>
                  <a:pt x="214313" y="95250"/>
                </a:lnTo>
                <a:lnTo>
                  <a:pt x="209550" y="90488"/>
                </a:lnTo>
                <a:lnTo>
                  <a:pt x="204788" y="85725"/>
                </a:lnTo>
                <a:lnTo>
                  <a:pt x="200025" y="80963"/>
                </a:lnTo>
                <a:lnTo>
                  <a:pt x="195263" y="76200"/>
                </a:lnTo>
                <a:lnTo>
                  <a:pt x="190500" y="71438"/>
                </a:lnTo>
                <a:lnTo>
                  <a:pt x="185738" y="66675"/>
                </a:lnTo>
                <a:lnTo>
                  <a:pt x="176213" y="66675"/>
                </a:lnTo>
                <a:lnTo>
                  <a:pt x="171450" y="61913"/>
                </a:lnTo>
                <a:lnTo>
                  <a:pt x="166688" y="57150"/>
                </a:lnTo>
                <a:lnTo>
                  <a:pt x="161925" y="52388"/>
                </a:lnTo>
                <a:lnTo>
                  <a:pt x="157163" y="47625"/>
                </a:lnTo>
                <a:lnTo>
                  <a:pt x="152400" y="42863"/>
                </a:lnTo>
                <a:lnTo>
                  <a:pt x="147638" y="38100"/>
                </a:lnTo>
                <a:lnTo>
                  <a:pt x="138113" y="38100"/>
                </a:lnTo>
                <a:lnTo>
                  <a:pt x="133350" y="33338"/>
                </a:lnTo>
                <a:lnTo>
                  <a:pt x="128588" y="28575"/>
                </a:lnTo>
                <a:lnTo>
                  <a:pt x="123825" y="23813"/>
                </a:lnTo>
                <a:lnTo>
                  <a:pt x="119063" y="19050"/>
                </a:lnTo>
                <a:lnTo>
                  <a:pt x="114300" y="14288"/>
                </a:lnTo>
                <a:lnTo>
                  <a:pt x="109538" y="9525"/>
                </a:lnTo>
                <a:lnTo>
                  <a:pt x="100013" y="9525"/>
                </a:lnTo>
                <a:lnTo>
                  <a:pt x="95250" y="4763"/>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42988" y="0"/>
                </a:lnTo>
                <a:lnTo>
                  <a:pt x="1052513" y="0"/>
                </a:lnTo>
                <a:lnTo>
                  <a:pt x="1062038" y="0"/>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D1A679"/>
          </a:solidFill>
          <a:ln xmlns:a="http://schemas.openxmlformats.org/drawingml/2006/main" w="0">
            <a:noFill/>
            <a:prstDash val="solid"/>
          </a:ln>
        </p:spPr>
      </p:sp>
      <p:sp>
        <p:nvSpPr>
          <p:cNvPr id="679" name="layout-orange-82-1">
            <a:extLst xmlns:a="http://schemas.openxmlformats.org/drawingml/2006/main">
              <a:ext uri="{FF2B5EF4-FFF2-40B4-BE49-F238E27FC236}">
                <a16:creationId xmlns:a16="http://schemas.microsoft.com/office/drawing/2014/main" id="{A3664E96-BB75-4280-AF72-F4F47E61B7D4}"/>
              </a:ext>
            </a:extLst>
          </p:cNvPr>
          <p:cNvSpPr>
            <a:spLocks xmlns:a="http://schemas.openxmlformats.org/drawingml/2006/main" noGrp="1"/>
          </p:cNvSpPr>
          <p:nvPr/>
        </p:nvSpPr>
        <p:spPr>
          <a:xfrm xmlns:a="http://schemas.openxmlformats.org/drawingml/2006/main" rot="0">
            <a:off x="2171700" y="3552825"/>
            <a:ext cx="447675" cy="95250"/>
          </a:xfrm>
          <a:custGeom xmlns:a="http://schemas.openxmlformats.org/drawingml/2006/main">
            <a:pathLst>
              <a:path w="447675" h="95250">
                <a:moveTo>
                  <a:pt x="123825" y="4763"/>
                </a:moveTo>
                <a:lnTo>
                  <a:pt x="128588" y="0"/>
                </a:lnTo>
                <a:lnTo>
                  <a:pt x="138113" y="0"/>
                </a:lnTo>
                <a:lnTo>
                  <a:pt x="147638" y="0"/>
                </a:lnTo>
                <a:lnTo>
                  <a:pt x="157163" y="0"/>
                </a:lnTo>
                <a:lnTo>
                  <a:pt x="166688" y="0"/>
                </a:lnTo>
                <a:lnTo>
                  <a:pt x="176213" y="0"/>
                </a:lnTo>
                <a:lnTo>
                  <a:pt x="185738" y="0"/>
                </a:lnTo>
                <a:lnTo>
                  <a:pt x="195263" y="0"/>
                </a:lnTo>
                <a:lnTo>
                  <a:pt x="204788" y="0"/>
                </a:lnTo>
                <a:lnTo>
                  <a:pt x="209550" y="4763"/>
                </a:lnTo>
                <a:lnTo>
                  <a:pt x="204788" y="9525"/>
                </a:lnTo>
                <a:lnTo>
                  <a:pt x="200025" y="14288"/>
                </a:lnTo>
                <a:lnTo>
                  <a:pt x="195263" y="19050"/>
                </a:lnTo>
                <a:lnTo>
                  <a:pt x="190500" y="23813"/>
                </a:lnTo>
                <a:lnTo>
                  <a:pt x="190500" y="33338"/>
                </a:lnTo>
                <a:lnTo>
                  <a:pt x="190500" y="42863"/>
                </a:lnTo>
                <a:lnTo>
                  <a:pt x="190500" y="52388"/>
                </a:lnTo>
                <a:lnTo>
                  <a:pt x="195263" y="57150"/>
                </a:lnTo>
                <a:lnTo>
                  <a:pt x="200025" y="61913"/>
                </a:lnTo>
                <a:lnTo>
                  <a:pt x="204788" y="66675"/>
                </a:lnTo>
                <a:lnTo>
                  <a:pt x="209550" y="71438"/>
                </a:lnTo>
                <a:lnTo>
                  <a:pt x="214313" y="76200"/>
                </a:lnTo>
                <a:lnTo>
                  <a:pt x="223838" y="76200"/>
                </a:lnTo>
                <a:lnTo>
                  <a:pt x="233363" y="76200"/>
                </a:lnTo>
                <a:lnTo>
                  <a:pt x="242888" y="76200"/>
                </a:lnTo>
                <a:lnTo>
                  <a:pt x="252413" y="76200"/>
                </a:lnTo>
                <a:lnTo>
                  <a:pt x="257175" y="71438"/>
                </a:lnTo>
                <a:lnTo>
                  <a:pt x="261938" y="66675"/>
                </a:lnTo>
                <a:lnTo>
                  <a:pt x="266700" y="61913"/>
                </a:lnTo>
                <a:lnTo>
                  <a:pt x="271463" y="57150"/>
                </a:lnTo>
                <a:lnTo>
                  <a:pt x="276225" y="52388"/>
                </a:lnTo>
                <a:lnTo>
                  <a:pt x="276225" y="42863"/>
                </a:lnTo>
                <a:lnTo>
                  <a:pt x="276225" y="33338"/>
                </a:lnTo>
                <a:lnTo>
                  <a:pt x="271463" y="28575"/>
                </a:lnTo>
                <a:lnTo>
                  <a:pt x="266700" y="23813"/>
                </a:lnTo>
                <a:lnTo>
                  <a:pt x="266700" y="14288"/>
                </a:lnTo>
                <a:lnTo>
                  <a:pt x="261938" y="9525"/>
                </a:lnTo>
                <a:lnTo>
                  <a:pt x="252413" y="9525"/>
                </a:lnTo>
                <a:lnTo>
                  <a:pt x="247650" y="4763"/>
                </a:ln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7188" y="9525"/>
                </a:lnTo>
                <a:lnTo>
                  <a:pt x="366713" y="9525"/>
                </a:lnTo>
                <a:lnTo>
                  <a:pt x="376238" y="9525"/>
                </a:lnTo>
                <a:lnTo>
                  <a:pt x="381000" y="14288"/>
                </a:lnTo>
                <a:lnTo>
                  <a:pt x="385763" y="19050"/>
                </a:lnTo>
                <a:lnTo>
                  <a:pt x="395288" y="19050"/>
                </a:lnTo>
                <a:lnTo>
                  <a:pt x="404813" y="19050"/>
                </a:lnTo>
                <a:lnTo>
                  <a:pt x="414338" y="19050"/>
                </a:lnTo>
                <a:lnTo>
                  <a:pt x="419100" y="23813"/>
                </a:lnTo>
                <a:lnTo>
                  <a:pt x="423863" y="28575"/>
                </a:lnTo>
                <a:lnTo>
                  <a:pt x="433388" y="28575"/>
                </a:lnTo>
                <a:lnTo>
                  <a:pt x="438150" y="33338"/>
                </a:lnTo>
                <a:lnTo>
                  <a:pt x="442913" y="38100"/>
                </a:lnTo>
                <a:lnTo>
                  <a:pt x="447675" y="42863"/>
                </a:lnTo>
                <a:lnTo>
                  <a:pt x="447675" y="52388"/>
                </a:lnTo>
                <a:lnTo>
                  <a:pt x="442913" y="57150"/>
                </a:lnTo>
                <a:lnTo>
                  <a:pt x="438150" y="61913"/>
                </a:lnTo>
                <a:lnTo>
                  <a:pt x="433388" y="66675"/>
                </a:lnTo>
                <a:lnTo>
                  <a:pt x="423863" y="66675"/>
                </a:lnTo>
                <a:lnTo>
                  <a:pt x="419100" y="71438"/>
                </a:lnTo>
                <a:lnTo>
                  <a:pt x="414338" y="76200"/>
                </a:lnTo>
                <a:lnTo>
                  <a:pt x="404813" y="76200"/>
                </a:lnTo>
                <a:lnTo>
                  <a:pt x="395288" y="76200"/>
                </a:lnTo>
                <a:lnTo>
                  <a:pt x="385763" y="76200"/>
                </a:lnTo>
                <a:lnTo>
                  <a:pt x="381000" y="80963"/>
                </a:lnTo>
                <a:lnTo>
                  <a:pt x="376238" y="85725"/>
                </a:lnTo>
                <a:lnTo>
                  <a:pt x="366713" y="85725"/>
                </a:lnTo>
                <a:lnTo>
                  <a:pt x="357188" y="85725"/>
                </a:lnTo>
                <a:lnTo>
                  <a:pt x="347663" y="85725"/>
                </a:lnTo>
                <a:lnTo>
                  <a:pt x="338138" y="85725"/>
                </a:lnTo>
                <a:lnTo>
                  <a:pt x="328613" y="85725"/>
                </a:lnTo>
                <a:lnTo>
                  <a:pt x="319088" y="85725"/>
                </a:lnTo>
                <a:lnTo>
                  <a:pt x="309563" y="85725"/>
                </a:lnTo>
                <a:lnTo>
                  <a:pt x="304800" y="90488"/>
                </a:lnTo>
                <a:lnTo>
                  <a:pt x="300038" y="95250"/>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42875" y="90488"/>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9525" y="52388"/>
                </a:lnTo>
                <a:lnTo>
                  <a:pt x="4763" y="47625"/>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D1A679"/>
          </a:solidFill>
          <a:ln xmlns:a="http://schemas.openxmlformats.org/drawingml/2006/main" w="0">
            <a:noFill/>
            <a:prstDash val="solid"/>
          </a:ln>
        </p:spPr>
      </p:sp>
      <p:sp>
        <p:nvSpPr>
          <p:cNvPr id="680" name="layout-orange-83-0">
            <a:extLst xmlns:a="http://schemas.openxmlformats.org/drawingml/2006/main">
              <a:ext uri="{FF2B5EF4-FFF2-40B4-BE49-F238E27FC236}">
                <a16:creationId xmlns:a16="http://schemas.microsoft.com/office/drawing/2014/main" id="{C94E93F7-7376-4A24-936B-E2200F96F7D1}"/>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0" y="4763"/>
                </a:moveTo>
                <a:lnTo>
                  <a:pt x="4763" y="0"/>
                </a:lnTo>
                <a:lnTo>
                  <a:pt x="14288" y="0"/>
                </a:lnTo>
                <a:lnTo>
                  <a:pt x="23813" y="0"/>
                </a:lnTo>
                <a:lnTo>
                  <a:pt x="33338" y="0"/>
                </a:lnTo>
                <a:lnTo>
                  <a:pt x="42863" y="0"/>
                </a:lnTo>
                <a:lnTo>
                  <a:pt x="52388" y="0"/>
                </a:lnTo>
                <a:lnTo>
                  <a:pt x="61913" y="0"/>
                </a:lnTo>
                <a:lnTo>
                  <a:pt x="66675" y="4763"/>
                </a:lnTo>
                <a:lnTo>
                  <a:pt x="71438" y="9525"/>
                </a:lnTo>
                <a:lnTo>
                  <a:pt x="76200" y="14288"/>
                </a:lnTo>
                <a:lnTo>
                  <a:pt x="80963" y="19050"/>
                </a:lnTo>
                <a:lnTo>
                  <a:pt x="90488" y="19050"/>
                </a:lnTo>
                <a:lnTo>
                  <a:pt x="95250" y="23813"/>
                </a:lnTo>
                <a:lnTo>
                  <a:pt x="100013" y="28575"/>
                </a:lnTo>
                <a:lnTo>
                  <a:pt x="104775" y="33338"/>
                </a:lnTo>
                <a:lnTo>
                  <a:pt x="109538" y="38100"/>
                </a:lnTo>
                <a:lnTo>
                  <a:pt x="119063" y="38100"/>
                </a:lnTo>
                <a:lnTo>
                  <a:pt x="123825" y="42863"/>
                </a:lnTo>
                <a:lnTo>
                  <a:pt x="128588" y="47625"/>
                </a:lnTo>
                <a:lnTo>
                  <a:pt x="133350" y="52388"/>
                </a:lnTo>
                <a:lnTo>
                  <a:pt x="138113" y="57150"/>
                </a:lnTo>
                <a:lnTo>
                  <a:pt x="142875" y="61913"/>
                </a:lnTo>
                <a:lnTo>
                  <a:pt x="147638" y="66675"/>
                </a:lnTo>
                <a:lnTo>
                  <a:pt x="157163" y="66675"/>
                </a:lnTo>
                <a:lnTo>
                  <a:pt x="161925" y="71438"/>
                </a:lnTo>
                <a:lnTo>
                  <a:pt x="166688" y="76200"/>
                </a:lnTo>
                <a:lnTo>
                  <a:pt x="171450" y="80963"/>
                </a:lnTo>
                <a:lnTo>
                  <a:pt x="176213" y="85725"/>
                </a:lnTo>
                <a:lnTo>
                  <a:pt x="180975" y="90488"/>
                </a:lnTo>
                <a:lnTo>
                  <a:pt x="185738" y="95250"/>
                </a:lnTo>
                <a:lnTo>
                  <a:pt x="195263" y="95250"/>
                </a:lnTo>
                <a:lnTo>
                  <a:pt x="200025" y="100013"/>
                </a:lnTo>
                <a:lnTo>
                  <a:pt x="204788" y="104775"/>
                </a:lnTo>
                <a:lnTo>
                  <a:pt x="209550" y="109538"/>
                </a:lnTo>
                <a:lnTo>
                  <a:pt x="214313" y="114300"/>
                </a:lnTo>
                <a:lnTo>
                  <a:pt x="219075" y="119063"/>
                </a:lnTo>
                <a:lnTo>
                  <a:pt x="223838" y="123825"/>
                </a:lnTo>
                <a:lnTo>
                  <a:pt x="233363" y="123825"/>
                </a:lnTo>
                <a:lnTo>
                  <a:pt x="238125" y="128588"/>
                </a:lnTo>
                <a:lnTo>
                  <a:pt x="242888" y="133350"/>
                </a:lnTo>
                <a:lnTo>
                  <a:pt x="247650" y="138113"/>
                </a:lnTo>
                <a:lnTo>
                  <a:pt x="252413" y="142875"/>
                </a:lnTo>
                <a:lnTo>
                  <a:pt x="257175" y="147638"/>
                </a:lnTo>
                <a:lnTo>
                  <a:pt x="257175" y="157163"/>
                </a:lnTo>
                <a:lnTo>
                  <a:pt x="252413" y="161925"/>
                </a:lnTo>
                <a:lnTo>
                  <a:pt x="247650" y="166688"/>
                </a:lnTo>
                <a:lnTo>
                  <a:pt x="252413" y="171450"/>
                </a:lnTo>
                <a:lnTo>
                  <a:pt x="261938" y="171450"/>
                </a:lnTo>
                <a:lnTo>
                  <a:pt x="271463" y="171450"/>
                </a:lnTo>
                <a:lnTo>
                  <a:pt x="276225" y="176213"/>
                </a:lnTo>
                <a:lnTo>
                  <a:pt x="280988" y="180975"/>
                </a:lnTo>
                <a:lnTo>
                  <a:pt x="285750" y="185738"/>
                </a:lnTo>
                <a:lnTo>
                  <a:pt x="280988" y="190500"/>
                </a:lnTo>
                <a:lnTo>
                  <a:pt x="271463" y="190500"/>
                </a:lnTo>
                <a:lnTo>
                  <a:pt x="261938" y="190500"/>
                </a:lnTo>
                <a:lnTo>
                  <a:pt x="257175" y="195263"/>
                </a:lnTo>
                <a:lnTo>
                  <a:pt x="252413" y="200025"/>
                </a:lnTo>
                <a:lnTo>
                  <a:pt x="242888" y="200025"/>
                </a:lnTo>
                <a:lnTo>
                  <a:pt x="238125" y="204788"/>
                </a:lnTo>
                <a:lnTo>
                  <a:pt x="233363" y="209550"/>
                </a:lnTo>
                <a:lnTo>
                  <a:pt x="228600" y="214313"/>
                </a:lnTo>
                <a:lnTo>
                  <a:pt x="223838" y="219075"/>
                </a:lnTo>
                <a:lnTo>
                  <a:pt x="219075" y="223838"/>
                </a:lnTo>
                <a:lnTo>
                  <a:pt x="219075" y="233363"/>
                </a:lnTo>
                <a:lnTo>
                  <a:pt x="223838" y="238125"/>
                </a:lnTo>
                <a:lnTo>
                  <a:pt x="228600" y="242888"/>
                </a:lnTo>
                <a:lnTo>
                  <a:pt x="233363" y="247650"/>
                </a:lnTo>
                <a:lnTo>
                  <a:pt x="238125" y="252413"/>
                </a:lnTo>
                <a:lnTo>
                  <a:pt x="242888" y="257175"/>
                </a:lnTo>
                <a:lnTo>
                  <a:pt x="252413" y="257175"/>
                </a:lnTo>
                <a:lnTo>
                  <a:pt x="257175" y="261938"/>
                </a:lnTo>
                <a:lnTo>
                  <a:pt x="261938" y="266700"/>
                </a:lnTo>
                <a:lnTo>
                  <a:pt x="271463" y="266700"/>
                </a:lnTo>
                <a:lnTo>
                  <a:pt x="280988" y="266700"/>
                </a:lnTo>
                <a:lnTo>
                  <a:pt x="285750" y="271463"/>
                </a:lnTo>
                <a:lnTo>
                  <a:pt x="290513" y="276225"/>
                </a:lnTo>
                <a:lnTo>
                  <a:pt x="300038" y="276225"/>
                </a:lnTo>
                <a:lnTo>
                  <a:pt x="309563" y="276225"/>
                </a:lnTo>
                <a:lnTo>
                  <a:pt x="319088" y="276225"/>
                </a:lnTo>
                <a:lnTo>
                  <a:pt x="328613" y="276225"/>
                </a:lnTo>
                <a:lnTo>
                  <a:pt x="333375" y="280988"/>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85788" y="180975"/>
                </a:lnTo>
                <a:lnTo>
                  <a:pt x="581025" y="176213"/>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0538" y="171450"/>
                </a:lnTo>
                <a:lnTo>
                  <a:pt x="481013" y="171450"/>
                </a:lnTo>
                <a:lnTo>
                  <a:pt x="471488" y="171450"/>
                </a:lnTo>
                <a:lnTo>
                  <a:pt x="461963" y="171450"/>
                </a:lnTo>
                <a:lnTo>
                  <a:pt x="452438" y="171450"/>
                </a:lnTo>
                <a:lnTo>
                  <a:pt x="442913" y="171450"/>
                </a:lnTo>
                <a:lnTo>
                  <a:pt x="433388" y="171450"/>
                </a:lnTo>
                <a:lnTo>
                  <a:pt x="423863" y="171450"/>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33375" y="176213"/>
                </a:lnTo>
                <a:lnTo>
                  <a:pt x="328613" y="180975"/>
                </a:lnTo>
                <a:lnTo>
                  <a:pt x="323850" y="176213"/>
                </a:lnTo>
                <a:lnTo>
                  <a:pt x="319088" y="171450"/>
                </a:lnTo>
                <a:lnTo>
                  <a:pt x="314325" y="166688"/>
                </a:lnTo>
                <a:lnTo>
                  <a:pt x="314325" y="157163"/>
                </a:lnTo>
                <a:lnTo>
                  <a:pt x="309563" y="152400"/>
                </a:lnTo>
                <a:lnTo>
                  <a:pt x="304800" y="147638"/>
                </a:lnTo>
                <a:lnTo>
                  <a:pt x="300038" y="142875"/>
                </a:lnTo>
                <a:lnTo>
                  <a:pt x="295275" y="138113"/>
                </a:lnTo>
                <a:lnTo>
                  <a:pt x="295275" y="128588"/>
                </a:lnTo>
                <a:lnTo>
                  <a:pt x="290513" y="123825"/>
                </a:lnTo>
                <a:lnTo>
                  <a:pt x="280988" y="123825"/>
                </a:lnTo>
                <a:lnTo>
                  <a:pt x="276225" y="128588"/>
                </a:lnTo>
                <a:lnTo>
                  <a:pt x="271463" y="133350"/>
                </a:lnTo>
                <a:lnTo>
                  <a:pt x="261938" y="133350"/>
                </a:lnTo>
                <a:lnTo>
                  <a:pt x="257175" y="128588"/>
                </a:lnTo>
                <a:lnTo>
                  <a:pt x="252413" y="123825"/>
                </a:lnTo>
                <a:lnTo>
                  <a:pt x="247650" y="119063"/>
                </a:lnTo>
                <a:lnTo>
                  <a:pt x="242888" y="114300"/>
                </a:lnTo>
                <a:lnTo>
                  <a:pt x="238125" y="109538"/>
                </a:lnTo>
                <a:lnTo>
                  <a:pt x="233363" y="104775"/>
                </a:lnTo>
                <a:lnTo>
                  <a:pt x="228600" y="100013"/>
                </a:lnTo>
                <a:lnTo>
                  <a:pt x="223838" y="95250"/>
                </a:lnTo>
                <a:lnTo>
                  <a:pt x="214313" y="95250"/>
                </a:lnTo>
                <a:lnTo>
                  <a:pt x="209550" y="90488"/>
                </a:lnTo>
                <a:lnTo>
                  <a:pt x="204788" y="85725"/>
                </a:lnTo>
                <a:lnTo>
                  <a:pt x="200025" y="80963"/>
                </a:lnTo>
                <a:lnTo>
                  <a:pt x="195263" y="76200"/>
                </a:lnTo>
                <a:lnTo>
                  <a:pt x="190500" y="71438"/>
                </a:lnTo>
                <a:lnTo>
                  <a:pt x="185738" y="66675"/>
                </a:lnTo>
                <a:lnTo>
                  <a:pt x="176213" y="66675"/>
                </a:lnTo>
                <a:lnTo>
                  <a:pt x="171450" y="61913"/>
                </a:lnTo>
                <a:lnTo>
                  <a:pt x="166688" y="57150"/>
                </a:lnTo>
                <a:lnTo>
                  <a:pt x="161925" y="52388"/>
                </a:lnTo>
                <a:lnTo>
                  <a:pt x="157163" y="47625"/>
                </a:lnTo>
                <a:lnTo>
                  <a:pt x="152400" y="42863"/>
                </a:lnTo>
                <a:lnTo>
                  <a:pt x="147638" y="38100"/>
                </a:lnTo>
                <a:lnTo>
                  <a:pt x="138113" y="38100"/>
                </a:lnTo>
                <a:lnTo>
                  <a:pt x="133350" y="33338"/>
                </a:lnTo>
                <a:lnTo>
                  <a:pt x="128588" y="28575"/>
                </a:lnTo>
                <a:lnTo>
                  <a:pt x="123825" y="23813"/>
                </a:lnTo>
                <a:lnTo>
                  <a:pt x="119063" y="19050"/>
                </a:lnTo>
                <a:lnTo>
                  <a:pt x="114300" y="14288"/>
                </a:lnTo>
                <a:lnTo>
                  <a:pt x="109538" y="9525"/>
                </a:lnTo>
                <a:lnTo>
                  <a:pt x="104775" y="4763"/>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42988" y="0"/>
                </a:lnTo>
                <a:lnTo>
                  <a:pt x="1052513" y="0"/>
                </a:lnTo>
                <a:lnTo>
                  <a:pt x="1062038" y="0"/>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1996A"/>
          </a:solidFill>
          <a:ln xmlns:a="http://schemas.openxmlformats.org/drawingml/2006/main" w="0">
            <a:noFill/>
            <a:prstDash val="solid"/>
          </a:ln>
        </p:spPr>
      </p:sp>
      <p:sp>
        <p:nvSpPr>
          <p:cNvPr id="681" name="layout-orange-83-1">
            <a:extLst xmlns:a="http://schemas.openxmlformats.org/drawingml/2006/main">
              <a:ext uri="{FF2B5EF4-FFF2-40B4-BE49-F238E27FC236}">
                <a16:creationId xmlns:a16="http://schemas.microsoft.com/office/drawing/2014/main" id="{AEB1FECB-AE03-4A80-A760-AB3023768A9B}"/>
              </a:ext>
            </a:extLst>
          </p:cNvPr>
          <p:cNvSpPr>
            <a:spLocks xmlns:a="http://schemas.openxmlformats.org/drawingml/2006/main" noGrp="1"/>
          </p:cNvSpPr>
          <p:nvPr/>
        </p:nvSpPr>
        <p:spPr>
          <a:xfrm xmlns:a="http://schemas.openxmlformats.org/drawingml/2006/main" rot="0">
            <a:off x="2171700" y="3552825"/>
            <a:ext cx="447675" cy="95250"/>
          </a:xfrm>
          <a:custGeom xmlns:a="http://schemas.openxmlformats.org/drawingml/2006/main">
            <a:pathLst>
              <a:path w="447675" h="95250">
                <a:moveTo>
                  <a:pt x="123825" y="4763"/>
                </a:moveTo>
                <a:lnTo>
                  <a:pt x="128588" y="0"/>
                </a:lnTo>
                <a:lnTo>
                  <a:pt x="138113" y="0"/>
                </a:lnTo>
                <a:lnTo>
                  <a:pt x="147638" y="0"/>
                </a:lnTo>
                <a:lnTo>
                  <a:pt x="157163" y="0"/>
                </a:lnTo>
                <a:lnTo>
                  <a:pt x="166688" y="0"/>
                </a:lnTo>
                <a:lnTo>
                  <a:pt x="176213" y="0"/>
                </a:lnTo>
                <a:lnTo>
                  <a:pt x="185738" y="0"/>
                </a:lnTo>
                <a:lnTo>
                  <a:pt x="195263" y="0"/>
                </a:lnTo>
                <a:lnTo>
                  <a:pt x="204788" y="0"/>
                </a:lnTo>
                <a:lnTo>
                  <a:pt x="209550" y="4763"/>
                </a:lnTo>
                <a:lnTo>
                  <a:pt x="204788" y="9525"/>
                </a:lnTo>
                <a:lnTo>
                  <a:pt x="200025" y="14288"/>
                </a:lnTo>
                <a:lnTo>
                  <a:pt x="195263" y="19050"/>
                </a:lnTo>
                <a:lnTo>
                  <a:pt x="190500" y="23813"/>
                </a:lnTo>
                <a:lnTo>
                  <a:pt x="190500" y="33338"/>
                </a:lnTo>
                <a:lnTo>
                  <a:pt x="190500" y="42863"/>
                </a:lnTo>
                <a:lnTo>
                  <a:pt x="190500" y="52388"/>
                </a:lnTo>
                <a:lnTo>
                  <a:pt x="195263" y="57150"/>
                </a:lnTo>
                <a:lnTo>
                  <a:pt x="200025" y="61913"/>
                </a:lnTo>
                <a:lnTo>
                  <a:pt x="204788" y="66675"/>
                </a:lnTo>
                <a:lnTo>
                  <a:pt x="209550" y="71438"/>
                </a:lnTo>
                <a:lnTo>
                  <a:pt x="214313" y="76200"/>
                </a:lnTo>
                <a:lnTo>
                  <a:pt x="223838" y="76200"/>
                </a:lnTo>
                <a:lnTo>
                  <a:pt x="233363" y="76200"/>
                </a:lnTo>
                <a:lnTo>
                  <a:pt x="242888" y="76200"/>
                </a:lnTo>
                <a:lnTo>
                  <a:pt x="252413" y="76200"/>
                </a:lnTo>
                <a:lnTo>
                  <a:pt x="257175" y="71438"/>
                </a:lnTo>
                <a:lnTo>
                  <a:pt x="261938" y="66675"/>
                </a:lnTo>
                <a:lnTo>
                  <a:pt x="266700" y="61913"/>
                </a:lnTo>
                <a:lnTo>
                  <a:pt x="271463" y="57150"/>
                </a:lnTo>
                <a:lnTo>
                  <a:pt x="276225" y="52388"/>
                </a:lnTo>
                <a:lnTo>
                  <a:pt x="276225" y="42863"/>
                </a:lnTo>
                <a:lnTo>
                  <a:pt x="276225" y="33338"/>
                </a:lnTo>
                <a:lnTo>
                  <a:pt x="271463" y="28575"/>
                </a:lnTo>
                <a:lnTo>
                  <a:pt x="266700" y="23813"/>
                </a:lnTo>
                <a:lnTo>
                  <a:pt x="266700" y="14288"/>
                </a:lnTo>
                <a:lnTo>
                  <a:pt x="261938" y="9525"/>
                </a:lnTo>
                <a:lnTo>
                  <a:pt x="252413" y="9525"/>
                </a:lnTo>
                <a:lnTo>
                  <a:pt x="247650" y="4763"/>
                </a:ln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7188" y="9525"/>
                </a:lnTo>
                <a:lnTo>
                  <a:pt x="366713" y="9525"/>
                </a:lnTo>
                <a:lnTo>
                  <a:pt x="376238" y="9525"/>
                </a:lnTo>
                <a:lnTo>
                  <a:pt x="381000" y="14288"/>
                </a:lnTo>
                <a:lnTo>
                  <a:pt x="385763" y="19050"/>
                </a:lnTo>
                <a:lnTo>
                  <a:pt x="395288" y="19050"/>
                </a:lnTo>
                <a:lnTo>
                  <a:pt x="404813" y="19050"/>
                </a:lnTo>
                <a:lnTo>
                  <a:pt x="414338" y="19050"/>
                </a:lnTo>
                <a:lnTo>
                  <a:pt x="419100" y="23813"/>
                </a:lnTo>
                <a:lnTo>
                  <a:pt x="423863" y="28575"/>
                </a:lnTo>
                <a:lnTo>
                  <a:pt x="433388" y="28575"/>
                </a:lnTo>
                <a:lnTo>
                  <a:pt x="438150" y="33338"/>
                </a:lnTo>
                <a:lnTo>
                  <a:pt x="442913" y="38100"/>
                </a:lnTo>
                <a:lnTo>
                  <a:pt x="447675" y="42863"/>
                </a:lnTo>
                <a:lnTo>
                  <a:pt x="447675" y="52388"/>
                </a:lnTo>
                <a:lnTo>
                  <a:pt x="442913" y="57150"/>
                </a:lnTo>
                <a:lnTo>
                  <a:pt x="438150" y="61913"/>
                </a:lnTo>
                <a:lnTo>
                  <a:pt x="433388" y="66675"/>
                </a:lnTo>
                <a:lnTo>
                  <a:pt x="423863" y="66675"/>
                </a:lnTo>
                <a:lnTo>
                  <a:pt x="419100" y="71438"/>
                </a:lnTo>
                <a:lnTo>
                  <a:pt x="414338" y="76200"/>
                </a:lnTo>
                <a:lnTo>
                  <a:pt x="404813" y="76200"/>
                </a:lnTo>
                <a:lnTo>
                  <a:pt x="395288" y="76200"/>
                </a:lnTo>
                <a:lnTo>
                  <a:pt x="385763" y="76200"/>
                </a:lnTo>
                <a:lnTo>
                  <a:pt x="381000" y="80963"/>
                </a:lnTo>
                <a:lnTo>
                  <a:pt x="376238" y="85725"/>
                </a:lnTo>
                <a:lnTo>
                  <a:pt x="366713" y="85725"/>
                </a:lnTo>
                <a:lnTo>
                  <a:pt x="357188" y="85725"/>
                </a:lnTo>
                <a:lnTo>
                  <a:pt x="347663" y="85725"/>
                </a:lnTo>
                <a:lnTo>
                  <a:pt x="338138" y="85725"/>
                </a:lnTo>
                <a:lnTo>
                  <a:pt x="328613" y="85725"/>
                </a:lnTo>
                <a:lnTo>
                  <a:pt x="319088" y="85725"/>
                </a:lnTo>
                <a:lnTo>
                  <a:pt x="309563" y="85725"/>
                </a:lnTo>
                <a:lnTo>
                  <a:pt x="304800" y="90488"/>
                </a:lnTo>
                <a:lnTo>
                  <a:pt x="300038" y="95250"/>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42875" y="90488"/>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9525" y="52388"/>
                </a:lnTo>
                <a:lnTo>
                  <a:pt x="4763" y="47625"/>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F1996A"/>
          </a:solidFill>
          <a:ln xmlns:a="http://schemas.openxmlformats.org/drawingml/2006/main" w="0">
            <a:noFill/>
            <a:prstDash val="solid"/>
          </a:ln>
        </p:spPr>
      </p:sp>
      <p:sp>
        <p:nvSpPr>
          <p:cNvPr id="682" name="layout-orange-84-0">
            <a:extLst xmlns:a="http://schemas.openxmlformats.org/drawingml/2006/main">
              <a:ext uri="{FF2B5EF4-FFF2-40B4-BE49-F238E27FC236}">
                <a16:creationId xmlns:a16="http://schemas.microsoft.com/office/drawing/2014/main" id="{D9FE469F-183A-4EE2-9F3B-F30C97A33DB4}"/>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0" y="4763"/>
                </a:moveTo>
                <a:lnTo>
                  <a:pt x="4763" y="0"/>
                </a:lnTo>
                <a:lnTo>
                  <a:pt x="9525" y="4763"/>
                </a:lnTo>
                <a:lnTo>
                  <a:pt x="14288" y="9525"/>
                </a:lnTo>
                <a:lnTo>
                  <a:pt x="19050" y="4763"/>
                </a:lnTo>
                <a:lnTo>
                  <a:pt x="23813" y="0"/>
                </a:lnTo>
                <a:lnTo>
                  <a:pt x="33338" y="0"/>
                </a:lnTo>
                <a:lnTo>
                  <a:pt x="42863" y="0"/>
                </a:lnTo>
                <a:lnTo>
                  <a:pt x="52388" y="0"/>
                </a:lnTo>
                <a:lnTo>
                  <a:pt x="61913" y="0"/>
                </a:lnTo>
                <a:lnTo>
                  <a:pt x="66675" y="4763"/>
                </a:lnTo>
                <a:lnTo>
                  <a:pt x="71438" y="9525"/>
                </a:lnTo>
                <a:lnTo>
                  <a:pt x="76200" y="14288"/>
                </a:lnTo>
                <a:lnTo>
                  <a:pt x="80963" y="19050"/>
                </a:lnTo>
                <a:lnTo>
                  <a:pt x="90488" y="19050"/>
                </a:lnTo>
                <a:lnTo>
                  <a:pt x="95250" y="23813"/>
                </a:lnTo>
                <a:lnTo>
                  <a:pt x="100013" y="28575"/>
                </a:lnTo>
                <a:lnTo>
                  <a:pt x="104775" y="33338"/>
                </a:lnTo>
                <a:lnTo>
                  <a:pt x="109538" y="38100"/>
                </a:lnTo>
                <a:lnTo>
                  <a:pt x="119063" y="38100"/>
                </a:lnTo>
                <a:lnTo>
                  <a:pt x="123825" y="42863"/>
                </a:lnTo>
                <a:lnTo>
                  <a:pt x="128588" y="47625"/>
                </a:lnTo>
                <a:lnTo>
                  <a:pt x="133350" y="52388"/>
                </a:lnTo>
                <a:lnTo>
                  <a:pt x="138113" y="57150"/>
                </a:lnTo>
                <a:lnTo>
                  <a:pt x="142875" y="61913"/>
                </a:lnTo>
                <a:lnTo>
                  <a:pt x="147638" y="66675"/>
                </a:lnTo>
                <a:lnTo>
                  <a:pt x="157163" y="66675"/>
                </a:lnTo>
                <a:lnTo>
                  <a:pt x="161925" y="71438"/>
                </a:lnTo>
                <a:lnTo>
                  <a:pt x="166688" y="76200"/>
                </a:lnTo>
                <a:lnTo>
                  <a:pt x="171450" y="80963"/>
                </a:lnTo>
                <a:lnTo>
                  <a:pt x="176213" y="85725"/>
                </a:lnTo>
                <a:lnTo>
                  <a:pt x="180975" y="90488"/>
                </a:lnTo>
                <a:lnTo>
                  <a:pt x="185738" y="95250"/>
                </a:lnTo>
                <a:lnTo>
                  <a:pt x="195263" y="95250"/>
                </a:lnTo>
                <a:lnTo>
                  <a:pt x="200025" y="100013"/>
                </a:lnTo>
                <a:lnTo>
                  <a:pt x="204788" y="104775"/>
                </a:lnTo>
                <a:lnTo>
                  <a:pt x="209550" y="109538"/>
                </a:lnTo>
                <a:lnTo>
                  <a:pt x="214313" y="114300"/>
                </a:lnTo>
                <a:lnTo>
                  <a:pt x="219075" y="119063"/>
                </a:lnTo>
                <a:lnTo>
                  <a:pt x="223838" y="123825"/>
                </a:lnTo>
                <a:lnTo>
                  <a:pt x="233363" y="123825"/>
                </a:lnTo>
                <a:lnTo>
                  <a:pt x="238125" y="128588"/>
                </a:lnTo>
                <a:lnTo>
                  <a:pt x="242888" y="133350"/>
                </a:lnTo>
                <a:lnTo>
                  <a:pt x="247650" y="138113"/>
                </a:lnTo>
                <a:lnTo>
                  <a:pt x="252413" y="142875"/>
                </a:lnTo>
                <a:lnTo>
                  <a:pt x="257175" y="147638"/>
                </a:lnTo>
                <a:lnTo>
                  <a:pt x="257175" y="157163"/>
                </a:lnTo>
                <a:lnTo>
                  <a:pt x="252413" y="161925"/>
                </a:lnTo>
                <a:lnTo>
                  <a:pt x="247650" y="166688"/>
                </a:lnTo>
                <a:lnTo>
                  <a:pt x="252413" y="171450"/>
                </a:lnTo>
                <a:lnTo>
                  <a:pt x="261938" y="171450"/>
                </a:lnTo>
                <a:lnTo>
                  <a:pt x="271463" y="171450"/>
                </a:lnTo>
                <a:lnTo>
                  <a:pt x="276225" y="176213"/>
                </a:lnTo>
                <a:lnTo>
                  <a:pt x="280988" y="180975"/>
                </a:lnTo>
                <a:lnTo>
                  <a:pt x="285750" y="185738"/>
                </a:lnTo>
                <a:lnTo>
                  <a:pt x="280988" y="190500"/>
                </a:lnTo>
                <a:lnTo>
                  <a:pt x="271463" y="190500"/>
                </a:lnTo>
                <a:lnTo>
                  <a:pt x="261938" y="190500"/>
                </a:lnTo>
                <a:lnTo>
                  <a:pt x="252413" y="190500"/>
                </a:lnTo>
                <a:lnTo>
                  <a:pt x="247650" y="195263"/>
                </a:lnTo>
                <a:lnTo>
                  <a:pt x="242888" y="200025"/>
                </a:lnTo>
                <a:lnTo>
                  <a:pt x="238125" y="204788"/>
                </a:lnTo>
                <a:lnTo>
                  <a:pt x="233363" y="209550"/>
                </a:lnTo>
                <a:lnTo>
                  <a:pt x="228600" y="214313"/>
                </a:lnTo>
                <a:lnTo>
                  <a:pt x="223838" y="219075"/>
                </a:lnTo>
                <a:lnTo>
                  <a:pt x="219075" y="223838"/>
                </a:lnTo>
                <a:lnTo>
                  <a:pt x="219075" y="233363"/>
                </a:lnTo>
                <a:lnTo>
                  <a:pt x="223838" y="238125"/>
                </a:lnTo>
                <a:lnTo>
                  <a:pt x="228600" y="242888"/>
                </a:lnTo>
                <a:lnTo>
                  <a:pt x="233363" y="247650"/>
                </a:lnTo>
                <a:lnTo>
                  <a:pt x="238125" y="252413"/>
                </a:lnTo>
                <a:lnTo>
                  <a:pt x="242888" y="257175"/>
                </a:lnTo>
                <a:lnTo>
                  <a:pt x="252413" y="257175"/>
                </a:lnTo>
                <a:lnTo>
                  <a:pt x="257175" y="261938"/>
                </a:lnTo>
                <a:lnTo>
                  <a:pt x="261938" y="266700"/>
                </a:lnTo>
                <a:lnTo>
                  <a:pt x="271463" y="266700"/>
                </a:lnTo>
                <a:lnTo>
                  <a:pt x="280988" y="266700"/>
                </a:lnTo>
                <a:lnTo>
                  <a:pt x="285750" y="271463"/>
                </a:lnTo>
                <a:lnTo>
                  <a:pt x="290513" y="276225"/>
                </a:lnTo>
                <a:lnTo>
                  <a:pt x="300038" y="276225"/>
                </a:lnTo>
                <a:lnTo>
                  <a:pt x="309563" y="276225"/>
                </a:lnTo>
                <a:lnTo>
                  <a:pt x="319088" y="276225"/>
                </a:lnTo>
                <a:lnTo>
                  <a:pt x="328613" y="276225"/>
                </a:lnTo>
                <a:lnTo>
                  <a:pt x="333375" y="280988"/>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85788" y="180975"/>
                </a:lnTo>
                <a:lnTo>
                  <a:pt x="581025" y="176213"/>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0538" y="171450"/>
                </a:lnTo>
                <a:lnTo>
                  <a:pt x="481013" y="171450"/>
                </a:lnTo>
                <a:lnTo>
                  <a:pt x="471488" y="171450"/>
                </a:lnTo>
                <a:lnTo>
                  <a:pt x="461963" y="171450"/>
                </a:lnTo>
                <a:lnTo>
                  <a:pt x="452438" y="171450"/>
                </a:lnTo>
                <a:lnTo>
                  <a:pt x="442913" y="171450"/>
                </a:lnTo>
                <a:lnTo>
                  <a:pt x="433388" y="171450"/>
                </a:lnTo>
                <a:lnTo>
                  <a:pt x="423863" y="171450"/>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33375" y="176213"/>
                </a:lnTo>
                <a:lnTo>
                  <a:pt x="328613" y="180975"/>
                </a:lnTo>
                <a:lnTo>
                  <a:pt x="323850" y="176213"/>
                </a:lnTo>
                <a:lnTo>
                  <a:pt x="319088" y="171450"/>
                </a:lnTo>
                <a:lnTo>
                  <a:pt x="314325" y="166688"/>
                </a:lnTo>
                <a:lnTo>
                  <a:pt x="314325" y="157163"/>
                </a:lnTo>
                <a:lnTo>
                  <a:pt x="309563" y="152400"/>
                </a:lnTo>
                <a:lnTo>
                  <a:pt x="304800" y="147638"/>
                </a:lnTo>
                <a:lnTo>
                  <a:pt x="300038" y="142875"/>
                </a:lnTo>
                <a:lnTo>
                  <a:pt x="295275" y="138113"/>
                </a:lnTo>
                <a:lnTo>
                  <a:pt x="295275" y="128588"/>
                </a:lnTo>
                <a:lnTo>
                  <a:pt x="290513" y="123825"/>
                </a:lnTo>
                <a:lnTo>
                  <a:pt x="280988" y="123825"/>
                </a:lnTo>
                <a:lnTo>
                  <a:pt x="276225" y="128588"/>
                </a:lnTo>
                <a:lnTo>
                  <a:pt x="271463" y="133350"/>
                </a:lnTo>
                <a:lnTo>
                  <a:pt x="261938" y="133350"/>
                </a:lnTo>
                <a:lnTo>
                  <a:pt x="257175" y="128588"/>
                </a:lnTo>
                <a:lnTo>
                  <a:pt x="252413" y="123825"/>
                </a:lnTo>
                <a:lnTo>
                  <a:pt x="247650" y="119063"/>
                </a:lnTo>
                <a:lnTo>
                  <a:pt x="242888" y="114300"/>
                </a:lnTo>
                <a:lnTo>
                  <a:pt x="238125" y="109538"/>
                </a:lnTo>
                <a:lnTo>
                  <a:pt x="233363" y="104775"/>
                </a:lnTo>
                <a:lnTo>
                  <a:pt x="228600" y="100013"/>
                </a:lnTo>
                <a:lnTo>
                  <a:pt x="223838" y="95250"/>
                </a:lnTo>
                <a:lnTo>
                  <a:pt x="214313" y="95250"/>
                </a:lnTo>
                <a:lnTo>
                  <a:pt x="209550" y="90488"/>
                </a:lnTo>
                <a:lnTo>
                  <a:pt x="204788" y="85725"/>
                </a:lnTo>
                <a:lnTo>
                  <a:pt x="200025" y="80963"/>
                </a:lnTo>
                <a:lnTo>
                  <a:pt x="195263" y="76200"/>
                </a:lnTo>
                <a:lnTo>
                  <a:pt x="190500" y="71438"/>
                </a:lnTo>
                <a:lnTo>
                  <a:pt x="185738" y="66675"/>
                </a:lnTo>
                <a:lnTo>
                  <a:pt x="176213" y="66675"/>
                </a:lnTo>
                <a:lnTo>
                  <a:pt x="171450" y="61913"/>
                </a:lnTo>
                <a:lnTo>
                  <a:pt x="166688" y="57150"/>
                </a:lnTo>
                <a:lnTo>
                  <a:pt x="161925" y="52388"/>
                </a:lnTo>
                <a:lnTo>
                  <a:pt x="157163" y="47625"/>
                </a:lnTo>
                <a:lnTo>
                  <a:pt x="152400" y="42863"/>
                </a:lnTo>
                <a:lnTo>
                  <a:pt x="147638" y="38100"/>
                </a:lnTo>
                <a:lnTo>
                  <a:pt x="138113" y="38100"/>
                </a:lnTo>
                <a:lnTo>
                  <a:pt x="133350" y="33338"/>
                </a:lnTo>
                <a:lnTo>
                  <a:pt x="128588" y="28575"/>
                </a:lnTo>
                <a:lnTo>
                  <a:pt x="123825" y="23813"/>
                </a:lnTo>
                <a:lnTo>
                  <a:pt x="119063" y="19050"/>
                </a:lnTo>
                <a:lnTo>
                  <a:pt x="114300" y="14288"/>
                </a:lnTo>
                <a:lnTo>
                  <a:pt x="109538" y="9525"/>
                </a:lnTo>
                <a:lnTo>
                  <a:pt x="104775" y="4763"/>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23938" y="0"/>
                </a:lnTo>
                <a:lnTo>
                  <a:pt x="1033463" y="0"/>
                </a:lnTo>
                <a:lnTo>
                  <a:pt x="1042988" y="0"/>
                </a:lnTo>
                <a:lnTo>
                  <a:pt x="1052513" y="0"/>
                </a:lnTo>
                <a:lnTo>
                  <a:pt x="1057275" y="4763"/>
                </a:lnTo>
                <a:lnTo>
                  <a:pt x="1062038" y="9525"/>
                </a:lnTo>
                <a:lnTo>
                  <a:pt x="1066800" y="4763"/>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0AA62"/>
          </a:solidFill>
          <a:ln xmlns:a="http://schemas.openxmlformats.org/drawingml/2006/main" w="0">
            <a:noFill/>
            <a:prstDash val="solid"/>
          </a:ln>
        </p:spPr>
      </p:sp>
      <p:sp>
        <p:nvSpPr>
          <p:cNvPr id="683" name="layout-orange-84-1">
            <a:extLst xmlns:a="http://schemas.openxmlformats.org/drawingml/2006/main">
              <a:ext uri="{FF2B5EF4-FFF2-40B4-BE49-F238E27FC236}">
                <a16:creationId xmlns:a16="http://schemas.microsoft.com/office/drawing/2014/main" id="{FA263A0F-3049-4BB3-BDA6-A3C6F1242386}"/>
              </a:ext>
            </a:extLst>
          </p:cNvPr>
          <p:cNvSpPr>
            <a:spLocks xmlns:a="http://schemas.openxmlformats.org/drawingml/2006/main" noGrp="1"/>
          </p:cNvSpPr>
          <p:nvPr/>
        </p:nvSpPr>
        <p:spPr>
          <a:xfrm xmlns:a="http://schemas.openxmlformats.org/drawingml/2006/main" rot="0">
            <a:off x="2171700" y="3552825"/>
            <a:ext cx="447675" cy="95250"/>
          </a:xfrm>
          <a:custGeom xmlns:a="http://schemas.openxmlformats.org/drawingml/2006/main">
            <a:pathLst>
              <a:path w="447675" h="95250">
                <a:moveTo>
                  <a:pt x="123825" y="4763"/>
                </a:moveTo>
                <a:lnTo>
                  <a:pt x="128588" y="0"/>
                </a:lnTo>
                <a:lnTo>
                  <a:pt x="138113" y="0"/>
                </a:lnTo>
                <a:lnTo>
                  <a:pt x="147638" y="0"/>
                </a:lnTo>
                <a:lnTo>
                  <a:pt x="157163" y="0"/>
                </a:lnTo>
                <a:lnTo>
                  <a:pt x="166688" y="0"/>
                </a:lnTo>
                <a:lnTo>
                  <a:pt x="176213" y="0"/>
                </a:lnTo>
                <a:lnTo>
                  <a:pt x="185738" y="0"/>
                </a:lnTo>
                <a:lnTo>
                  <a:pt x="195263" y="0"/>
                </a:lnTo>
                <a:lnTo>
                  <a:pt x="204788" y="0"/>
                </a:lnTo>
                <a:lnTo>
                  <a:pt x="209550" y="4763"/>
                </a:lnTo>
                <a:lnTo>
                  <a:pt x="204788" y="9525"/>
                </a:lnTo>
                <a:lnTo>
                  <a:pt x="200025" y="14288"/>
                </a:lnTo>
                <a:lnTo>
                  <a:pt x="195263" y="19050"/>
                </a:lnTo>
                <a:lnTo>
                  <a:pt x="190500" y="23813"/>
                </a:lnTo>
                <a:lnTo>
                  <a:pt x="190500" y="33338"/>
                </a:lnTo>
                <a:lnTo>
                  <a:pt x="190500" y="42863"/>
                </a:lnTo>
                <a:lnTo>
                  <a:pt x="190500" y="52388"/>
                </a:lnTo>
                <a:lnTo>
                  <a:pt x="195263" y="57150"/>
                </a:lnTo>
                <a:lnTo>
                  <a:pt x="200025" y="61913"/>
                </a:lnTo>
                <a:lnTo>
                  <a:pt x="204788" y="66675"/>
                </a:lnTo>
                <a:lnTo>
                  <a:pt x="209550" y="71438"/>
                </a:lnTo>
                <a:lnTo>
                  <a:pt x="214313" y="76200"/>
                </a:lnTo>
                <a:lnTo>
                  <a:pt x="223838" y="76200"/>
                </a:lnTo>
                <a:lnTo>
                  <a:pt x="233363" y="76200"/>
                </a:lnTo>
                <a:lnTo>
                  <a:pt x="242888" y="76200"/>
                </a:lnTo>
                <a:lnTo>
                  <a:pt x="252413" y="76200"/>
                </a:lnTo>
                <a:lnTo>
                  <a:pt x="257175" y="71438"/>
                </a:lnTo>
                <a:lnTo>
                  <a:pt x="261938" y="66675"/>
                </a:lnTo>
                <a:lnTo>
                  <a:pt x="266700" y="61913"/>
                </a:lnTo>
                <a:lnTo>
                  <a:pt x="271463" y="57150"/>
                </a:lnTo>
                <a:lnTo>
                  <a:pt x="276225" y="52388"/>
                </a:lnTo>
                <a:lnTo>
                  <a:pt x="276225" y="42863"/>
                </a:lnTo>
                <a:lnTo>
                  <a:pt x="276225" y="33338"/>
                </a:lnTo>
                <a:lnTo>
                  <a:pt x="276225" y="23813"/>
                </a:lnTo>
                <a:lnTo>
                  <a:pt x="271463" y="19050"/>
                </a:lnTo>
                <a:lnTo>
                  <a:pt x="266700" y="14288"/>
                </a:lnTo>
                <a:lnTo>
                  <a:pt x="261938" y="9525"/>
                </a:lnTo>
                <a:lnTo>
                  <a:pt x="252413" y="9525"/>
                </a:lnTo>
                <a:lnTo>
                  <a:pt x="247650" y="4763"/>
                </a:lnTo>
                <a:lnTo>
                  <a:pt x="252413" y="0"/>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7188" y="9525"/>
                </a:lnTo>
                <a:lnTo>
                  <a:pt x="366713" y="9525"/>
                </a:lnTo>
                <a:lnTo>
                  <a:pt x="376238" y="9525"/>
                </a:lnTo>
                <a:lnTo>
                  <a:pt x="381000" y="14288"/>
                </a:lnTo>
                <a:lnTo>
                  <a:pt x="385763" y="19050"/>
                </a:lnTo>
                <a:lnTo>
                  <a:pt x="395288" y="19050"/>
                </a:lnTo>
                <a:lnTo>
                  <a:pt x="404813" y="19050"/>
                </a:lnTo>
                <a:lnTo>
                  <a:pt x="414338" y="19050"/>
                </a:lnTo>
                <a:lnTo>
                  <a:pt x="419100" y="23813"/>
                </a:lnTo>
                <a:lnTo>
                  <a:pt x="423863" y="28575"/>
                </a:lnTo>
                <a:lnTo>
                  <a:pt x="433388" y="28575"/>
                </a:lnTo>
                <a:lnTo>
                  <a:pt x="438150" y="33338"/>
                </a:lnTo>
                <a:lnTo>
                  <a:pt x="442913" y="38100"/>
                </a:lnTo>
                <a:lnTo>
                  <a:pt x="447675" y="42863"/>
                </a:lnTo>
                <a:lnTo>
                  <a:pt x="447675" y="52388"/>
                </a:lnTo>
                <a:lnTo>
                  <a:pt x="442913" y="57150"/>
                </a:lnTo>
                <a:lnTo>
                  <a:pt x="438150" y="61913"/>
                </a:lnTo>
                <a:lnTo>
                  <a:pt x="433388" y="66675"/>
                </a:lnTo>
                <a:lnTo>
                  <a:pt x="423863" y="66675"/>
                </a:lnTo>
                <a:lnTo>
                  <a:pt x="419100" y="71438"/>
                </a:lnTo>
                <a:lnTo>
                  <a:pt x="414338" y="76200"/>
                </a:lnTo>
                <a:lnTo>
                  <a:pt x="404813" y="76200"/>
                </a:lnTo>
                <a:lnTo>
                  <a:pt x="395288" y="76200"/>
                </a:lnTo>
                <a:lnTo>
                  <a:pt x="385763" y="76200"/>
                </a:lnTo>
                <a:lnTo>
                  <a:pt x="381000" y="80963"/>
                </a:lnTo>
                <a:lnTo>
                  <a:pt x="376238" y="85725"/>
                </a:lnTo>
                <a:lnTo>
                  <a:pt x="366713" y="85725"/>
                </a:lnTo>
                <a:lnTo>
                  <a:pt x="357188" y="85725"/>
                </a:lnTo>
                <a:lnTo>
                  <a:pt x="347663" y="85725"/>
                </a:lnTo>
                <a:lnTo>
                  <a:pt x="338138" y="85725"/>
                </a:lnTo>
                <a:lnTo>
                  <a:pt x="328613" y="85725"/>
                </a:lnTo>
                <a:lnTo>
                  <a:pt x="319088" y="85725"/>
                </a:lnTo>
                <a:lnTo>
                  <a:pt x="309563" y="85725"/>
                </a:lnTo>
                <a:lnTo>
                  <a:pt x="304800" y="90488"/>
                </a:lnTo>
                <a:lnTo>
                  <a:pt x="300038" y="95250"/>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42875" y="90488"/>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9525" y="52388"/>
                </a:lnTo>
                <a:lnTo>
                  <a:pt x="4763" y="47625"/>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F0AA62"/>
          </a:solidFill>
          <a:ln xmlns:a="http://schemas.openxmlformats.org/drawingml/2006/main" w="0">
            <a:noFill/>
            <a:prstDash val="solid"/>
          </a:ln>
        </p:spPr>
      </p:sp>
      <p:sp>
        <p:nvSpPr>
          <p:cNvPr id="684" name="layout-orange-85-0">
            <a:extLst xmlns:a="http://schemas.openxmlformats.org/drawingml/2006/main">
              <a:ext uri="{FF2B5EF4-FFF2-40B4-BE49-F238E27FC236}">
                <a16:creationId xmlns:a16="http://schemas.microsoft.com/office/drawing/2014/main" id="{8AD098E7-41AA-40D9-A26D-935C62ECC59C}"/>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0" y="4763"/>
                </a:moveTo>
                <a:lnTo>
                  <a:pt x="4763" y="0"/>
                </a:lnTo>
                <a:lnTo>
                  <a:pt x="9525" y="4763"/>
                </a:lnTo>
                <a:lnTo>
                  <a:pt x="9525" y="14288"/>
                </a:lnTo>
                <a:lnTo>
                  <a:pt x="9525" y="23813"/>
                </a:lnTo>
                <a:lnTo>
                  <a:pt x="9525" y="33338"/>
                </a:lnTo>
                <a:lnTo>
                  <a:pt x="9525" y="42863"/>
                </a:lnTo>
                <a:lnTo>
                  <a:pt x="14288" y="47625"/>
                </a:lnTo>
                <a:lnTo>
                  <a:pt x="19050" y="42863"/>
                </a:lnTo>
                <a:lnTo>
                  <a:pt x="23813" y="38100"/>
                </a:lnTo>
                <a:lnTo>
                  <a:pt x="28575" y="33338"/>
                </a:lnTo>
                <a:lnTo>
                  <a:pt x="33338" y="28575"/>
                </a:lnTo>
                <a:lnTo>
                  <a:pt x="38100" y="23813"/>
                </a:lnTo>
                <a:lnTo>
                  <a:pt x="42863" y="19050"/>
                </a:lnTo>
                <a:lnTo>
                  <a:pt x="47625" y="14288"/>
                </a:lnTo>
                <a:lnTo>
                  <a:pt x="52388" y="9525"/>
                </a:lnTo>
                <a:lnTo>
                  <a:pt x="57150" y="4763"/>
                </a:lnTo>
                <a:lnTo>
                  <a:pt x="61913" y="0"/>
                </a:lnTo>
                <a:lnTo>
                  <a:pt x="66675" y="4763"/>
                </a:lnTo>
                <a:lnTo>
                  <a:pt x="71438" y="9525"/>
                </a:lnTo>
                <a:lnTo>
                  <a:pt x="76200" y="14288"/>
                </a:lnTo>
                <a:lnTo>
                  <a:pt x="80963" y="19050"/>
                </a:lnTo>
                <a:lnTo>
                  <a:pt x="90488" y="19050"/>
                </a:lnTo>
                <a:lnTo>
                  <a:pt x="95250" y="23813"/>
                </a:lnTo>
                <a:lnTo>
                  <a:pt x="100013" y="28575"/>
                </a:lnTo>
                <a:lnTo>
                  <a:pt x="104775" y="33338"/>
                </a:lnTo>
                <a:lnTo>
                  <a:pt x="109538" y="38100"/>
                </a:lnTo>
                <a:lnTo>
                  <a:pt x="114300" y="42863"/>
                </a:lnTo>
                <a:lnTo>
                  <a:pt x="119063" y="47625"/>
                </a:lnTo>
                <a:lnTo>
                  <a:pt x="128588" y="47625"/>
                </a:lnTo>
                <a:lnTo>
                  <a:pt x="133350" y="52388"/>
                </a:lnTo>
                <a:lnTo>
                  <a:pt x="138113" y="57150"/>
                </a:lnTo>
                <a:lnTo>
                  <a:pt x="142875" y="61913"/>
                </a:lnTo>
                <a:lnTo>
                  <a:pt x="147638" y="66675"/>
                </a:lnTo>
                <a:lnTo>
                  <a:pt x="157163" y="66675"/>
                </a:lnTo>
                <a:lnTo>
                  <a:pt x="161925" y="71438"/>
                </a:lnTo>
                <a:lnTo>
                  <a:pt x="166688" y="76200"/>
                </a:lnTo>
                <a:lnTo>
                  <a:pt x="171450" y="80963"/>
                </a:lnTo>
                <a:lnTo>
                  <a:pt x="176213" y="85725"/>
                </a:lnTo>
                <a:lnTo>
                  <a:pt x="180975" y="90488"/>
                </a:lnTo>
                <a:lnTo>
                  <a:pt x="185738" y="95250"/>
                </a:lnTo>
                <a:lnTo>
                  <a:pt x="195263" y="95250"/>
                </a:lnTo>
                <a:lnTo>
                  <a:pt x="200025" y="100013"/>
                </a:lnTo>
                <a:lnTo>
                  <a:pt x="204788" y="104775"/>
                </a:lnTo>
                <a:lnTo>
                  <a:pt x="209550" y="109538"/>
                </a:lnTo>
                <a:lnTo>
                  <a:pt x="214313" y="114300"/>
                </a:lnTo>
                <a:lnTo>
                  <a:pt x="219075" y="119063"/>
                </a:lnTo>
                <a:lnTo>
                  <a:pt x="223838" y="123825"/>
                </a:lnTo>
                <a:lnTo>
                  <a:pt x="233363" y="123825"/>
                </a:lnTo>
                <a:lnTo>
                  <a:pt x="238125" y="128588"/>
                </a:lnTo>
                <a:lnTo>
                  <a:pt x="242888" y="133350"/>
                </a:lnTo>
                <a:lnTo>
                  <a:pt x="247650" y="138113"/>
                </a:lnTo>
                <a:lnTo>
                  <a:pt x="252413" y="142875"/>
                </a:lnTo>
                <a:lnTo>
                  <a:pt x="257175" y="147638"/>
                </a:lnTo>
                <a:lnTo>
                  <a:pt x="257175" y="157163"/>
                </a:lnTo>
                <a:lnTo>
                  <a:pt x="252413" y="161925"/>
                </a:lnTo>
                <a:lnTo>
                  <a:pt x="247650" y="166688"/>
                </a:lnTo>
                <a:lnTo>
                  <a:pt x="252413" y="171450"/>
                </a:lnTo>
                <a:lnTo>
                  <a:pt x="261938" y="171450"/>
                </a:lnTo>
                <a:lnTo>
                  <a:pt x="271463" y="171450"/>
                </a:lnTo>
                <a:lnTo>
                  <a:pt x="276225" y="176213"/>
                </a:lnTo>
                <a:lnTo>
                  <a:pt x="276225" y="185738"/>
                </a:lnTo>
                <a:lnTo>
                  <a:pt x="271463" y="190500"/>
                </a:lnTo>
                <a:lnTo>
                  <a:pt x="261938" y="190500"/>
                </a:lnTo>
                <a:lnTo>
                  <a:pt x="252413" y="190500"/>
                </a:lnTo>
                <a:lnTo>
                  <a:pt x="247650" y="195263"/>
                </a:lnTo>
                <a:lnTo>
                  <a:pt x="242888" y="200025"/>
                </a:lnTo>
                <a:lnTo>
                  <a:pt x="238125" y="204788"/>
                </a:lnTo>
                <a:lnTo>
                  <a:pt x="233363" y="209550"/>
                </a:lnTo>
                <a:lnTo>
                  <a:pt x="223838" y="209550"/>
                </a:lnTo>
                <a:lnTo>
                  <a:pt x="219075" y="214313"/>
                </a:lnTo>
                <a:lnTo>
                  <a:pt x="219075" y="223838"/>
                </a:lnTo>
                <a:lnTo>
                  <a:pt x="219075" y="233363"/>
                </a:lnTo>
                <a:lnTo>
                  <a:pt x="223838" y="238125"/>
                </a:lnTo>
                <a:lnTo>
                  <a:pt x="228600" y="242888"/>
                </a:lnTo>
                <a:lnTo>
                  <a:pt x="233363" y="247650"/>
                </a:lnTo>
                <a:lnTo>
                  <a:pt x="238125" y="252413"/>
                </a:lnTo>
                <a:lnTo>
                  <a:pt x="242888" y="257175"/>
                </a:lnTo>
                <a:lnTo>
                  <a:pt x="252413" y="257175"/>
                </a:lnTo>
                <a:lnTo>
                  <a:pt x="257175" y="261938"/>
                </a:lnTo>
                <a:lnTo>
                  <a:pt x="261938" y="266700"/>
                </a:lnTo>
                <a:lnTo>
                  <a:pt x="271463" y="266700"/>
                </a:lnTo>
                <a:lnTo>
                  <a:pt x="280988" y="266700"/>
                </a:lnTo>
                <a:lnTo>
                  <a:pt x="285750" y="271463"/>
                </a:lnTo>
                <a:lnTo>
                  <a:pt x="290513" y="276225"/>
                </a:lnTo>
                <a:lnTo>
                  <a:pt x="300038" y="276225"/>
                </a:lnTo>
                <a:lnTo>
                  <a:pt x="309563" y="276225"/>
                </a:lnTo>
                <a:lnTo>
                  <a:pt x="319088" y="276225"/>
                </a:lnTo>
                <a:lnTo>
                  <a:pt x="328613" y="276225"/>
                </a:lnTo>
                <a:lnTo>
                  <a:pt x="333375" y="280988"/>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85788" y="180975"/>
                </a:lnTo>
                <a:lnTo>
                  <a:pt x="581025" y="176213"/>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0538" y="171450"/>
                </a:lnTo>
                <a:lnTo>
                  <a:pt x="481013" y="171450"/>
                </a:lnTo>
                <a:lnTo>
                  <a:pt x="471488" y="171450"/>
                </a:lnTo>
                <a:lnTo>
                  <a:pt x="461963" y="171450"/>
                </a:lnTo>
                <a:lnTo>
                  <a:pt x="452438" y="171450"/>
                </a:lnTo>
                <a:lnTo>
                  <a:pt x="442913" y="171450"/>
                </a:lnTo>
                <a:lnTo>
                  <a:pt x="433388" y="171450"/>
                </a:lnTo>
                <a:lnTo>
                  <a:pt x="423863" y="171450"/>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33375" y="176213"/>
                </a:lnTo>
                <a:lnTo>
                  <a:pt x="328613" y="180975"/>
                </a:lnTo>
                <a:lnTo>
                  <a:pt x="323850" y="176213"/>
                </a:lnTo>
                <a:lnTo>
                  <a:pt x="319088" y="171450"/>
                </a:lnTo>
                <a:lnTo>
                  <a:pt x="314325" y="166688"/>
                </a:lnTo>
                <a:lnTo>
                  <a:pt x="314325" y="157163"/>
                </a:lnTo>
                <a:lnTo>
                  <a:pt x="309563" y="152400"/>
                </a:lnTo>
                <a:lnTo>
                  <a:pt x="304800" y="147638"/>
                </a:lnTo>
                <a:lnTo>
                  <a:pt x="300038" y="142875"/>
                </a:lnTo>
                <a:lnTo>
                  <a:pt x="295275" y="138113"/>
                </a:lnTo>
                <a:lnTo>
                  <a:pt x="295275" y="128588"/>
                </a:lnTo>
                <a:lnTo>
                  <a:pt x="290513" y="123825"/>
                </a:lnTo>
                <a:lnTo>
                  <a:pt x="280988" y="123825"/>
                </a:lnTo>
                <a:lnTo>
                  <a:pt x="276225" y="128588"/>
                </a:lnTo>
                <a:lnTo>
                  <a:pt x="271463" y="133350"/>
                </a:lnTo>
                <a:lnTo>
                  <a:pt x="261938" y="133350"/>
                </a:lnTo>
                <a:lnTo>
                  <a:pt x="257175" y="128588"/>
                </a:lnTo>
                <a:lnTo>
                  <a:pt x="252413" y="123825"/>
                </a:lnTo>
                <a:lnTo>
                  <a:pt x="247650" y="119063"/>
                </a:lnTo>
                <a:lnTo>
                  <a:pt x="242888" y="114300"/>
                </a:lnTo>
                <a:lnTo>
                  <a:pt x="238125" y="109538"/>
                </a:lnTo>
                <a:lnTo>
                  <a:pt x="233363" y="104775"/>
                </a:lnTo>
                <a:lnTo>
                  <a:pt x="228600" y="100013"/>
                </a:lnTo>
                <a:lnTo>
                  <a:pt x="223838" y="95250"/>
                </a:lnTo>
                <a:lnTo>
                  <a:pt x="214313" y="95250"/>
                </a:lnTo>
                <a:lnTo>
                  <a:pt x="209550" y="90488"/>
                </a:lnTo>
                <a:lnTo>
                  <a:pt x="204788" y="85725"/>
                </a:lnTo>
                <a:lnTo>
                  <a:pt x="200025" y="80963"/>
                </a:lnTo>
                <a:lnTo>
                  <a:pt x="195263" y="76200"/>
                </a:lnTo>
                <a:lnTo>
                  <a:pt x="190500" y="71438"/>
                </a:lnTo>
                <a:lnTo>
                  <a:pt x="185738" y="66675"/>
                </a:lnTo>
                <a:lnTo>
                  <a:pt x="176213" y="66675"/>
                </a:lnTo>
                <a:lnTo>
                  <a:pt x="171450" y="61913"/>
                </a:lnTo>
                <a:lnTo>
                  <a:pt x="166688" y="57150"/>
                </a:lnTo>
                <a:lnTo>
                  <a:pt x="161925" y="52388"/>
                </a:lnTo>
                <a:lnTo>
                  <a:pt x="157163" y="47625"/>
                </a:lnTo>
                <a:lnTo>
                  <a:pt x="152400" y="42863"/>
                </a:lnTo>
                <a:lnTo>
                  <a:pt x="147638" y="38100"/>
                </a:lnTo>
                <a:lnTo>
                  <a:pt x="138113" y="38100"/>
                </a:lnTo>
                <a:lnTo>
                  <a:pt x="133350" y="33338"/>
                </a:lnTo>
                <a:lnTo>
                  <a:pt x="128588" y="28575"/>
                </a:lnTo>
                <a:lnTo>
                  <a:pt x="123825" y="23813"/>
                </a:lnTo>
                <a:lnTo>
                  <a:pt x="119063" y="19050"/>
                </a:lnTo>
                <a:lnTo>
                  <a:pt x="114300" y="14288"/>
                </a:lnTo>
                <a:lnTo>
                  <a:pt x="109538" y="9525"/>
                </a:lnTo>
                <a:lnTo>
                  <a:pt x="104775" y="4763"/>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4888" y="0"/>
                </a:lnTo>
                <a:lnTo>
                  <a:pt x="1014413" y="0"/>
                </a:lnTo>
                <a:lnTo>
                  <a:pt x="1019175" y="4763"/>
                </a:lnTo>
                <a:lnTo>
                  <a:pt x="1023938" y="9525"/>
                </a:lnTo>
                <a:lnTo>
                  <a:pt x="1028700" y="14288"/>
                </a:lnTo>
                <a:lnTo>
                  <a:pt x="1033463" y="19050"/>
                </a:lnTo>
                <a:lnTo>
                  <a:pt x="1038225" y="23813"/>
                </a:lnTo>
                <a:lnTo>
                  <a:pt x="1042988" y="28575"/>
                </a:lnTo>
                <a:lnTo>
                  <a:pt x="1047750" y="33338"/>
                </a:lnTo>
                <a:lnTo>
                  <a:pt x="1052513" y="38100"/>
                </a:lnTo>
                <a:lnTo>
                  <a:pt x="1057275" y="42863"/>
                </a:lnTo>
                <a:lnTo>
                  <a:pt x="1062038" y="47625"/>
                </a:lnTo>
                <a:lnTo>
                  <a:pt x="1066800" y="42863"/>
                </a:lnTo>
                <a:lnTo>
                  <a:pt x="1066800" y="33338"/>
                </a:lnTo>
                <a:lnTo>
                  <a:pt x="1066800" y="23813"/>
                </a:lnTo>
                <a:lnTo>
                  <a:pt x="1066800" y="14288"/>
                </a:lnTo>
                <a:lnTo>
                  <a:pt x="1066800" y="4763"/>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14288" y="838200"/>
                </a:moveTo>
                <a:lnTo>
                  <a:pt x="9525" y="842963"/>
                </a:lnTo>
                <a:lnTo>
                  <a:pt x="9525" y="852488"/>
                </a:lnTo>
                <a:lnTo>
                  <a:pt x="9525" y="862013"/>
                </a:lnTo>
                <a:lnTo>
                  <a:pt x="14288" y="866775"/>
                </a:lnTo>
                <a:lnTo>
                  <a:pt x="23813" y="866775"/>
                </a:lnTo>
                <a:lnTo>
                  <a:pt x="33338" y="866775"/>
                </a:lnTo>
                <a:lnTo>
                  <a:pt x="38100" y="862013"/>
                </a:lnTo>
                <a:lnTo>
                  <a:pt x="33338" y="857250"/>
                </a:lnTo>
                <a:lnTo>
                  <a:pt x="28575" y="852488"/>
                </a:lnTo>
                <a:lnTo>
                  <a:pt x="23813" y="847725"/>
                </a:lnTo>
                <a:lnTo>
                  <a:pt x="19050" y="842963"/>
                </a:lnTo>
                <a:lnTo>
                  <a:pt x="14288" y="838200"/>
                </a:lnTo>
                <a:close/>
              </a:path>
            </a:pathLst>
          </a:custGeom>
          <a:solidFill xmlns:a="http://schemas.openxmlformats.org/drawingml/2006/main">
            <a:srgbClr val="EFAC65"/>
          </a:solidFill>
          <a:ln xmlns:a="http://schemas.openxmlformats.org/drawingml/2006/main" w="0">
            <a:noFill/>
            <a:prstDash val="solid"/>
          </a:ln>
        </p:spPr>
      </p:sp>
      <p:sp>
        <p:nvSpPr>
          <p:cNvPr id="685" name="layout-orange-85-1">
            <a:extLst xmlns:a="http://schemas.openxmlformats.org/drawingml/2006/main">
              <a:ext uri="{FF2B5EF4-FFF2-40B4-BE49-F238E27FC236}">
                <a16:creationId xmlns:a16="http://schemas.microsoft.com/office/drawing/2014/main" id="{9AE7C9BE-73A4-440C-A510-32B942560C64}"/>
              </a:ext>
            </a:extLst>
          </p:cNvPr>
          <p:cNvSpPr>
            <a:spLocks xmlns:a="http://schemas.openxmlformats.org/drawingml/2006/main" noGrp="1"/>
          </p:cNvSpPr>
          <p:nvPr/>
        </p:nvSpPr>
        <p:spPr>
          <a:xfrm xmlns:a="http://schemas.openxmlformats.org/drawingml/2006/main" rot="0">
            <a:off x="2171700" y="3552825"/>
            <a:ext cx="447675" cy="95250"/>
          </a:xfrm>
          <a:custGeom xmlns:a="http://schemas.openxmlformats.org/drawingml/2006/main">
            <a:pathLst>
              <a:path w="447675" h="95250">
                <a:moveTo>
                  <a:pt x="123825" y="4763"/>
                </a:moveTo>
                <a:lnTo>
                  <a:pt x="128588" y="0"/>
                </a:lnTo>
                <a:lnTo>
                  <a:pt x="138113" y="0"/>
                </a:lnTo>
                <a:lnTo>
                  <a:pt x="147638" y="0"/>
                </a:lnTo>
                <a:lnTo>
                  <a:pt x="157163" y="0"/>
                </a:lnTo>
                <a:lnTo>
                  <a:pt x="166688" y="0"/>
                </a:lnTo>
                <a:lnTo>
                  <a:pt x="176213" y="0"/>
                </a:lnTo>
                <a:lnTo>
                  <a:pt x="185738" y="0"/>
                </a:lnTo>
                <a:lnTo>
                  <a:pt x="195263" y="0"/>
                </a:lnTo>
                <a:lnTo>
                  <a:pt x="204788" y="0"/>
                </a:lnTo>
                <a:lnTo>
                  <a:pt x="209550" y="4763"/>
                </a:lnTo>
                <a:lnTo>
                  <a:pt x="204788" y="9525"/>
                </a:lnTo>
                <a:lnTo>
                  <a:pt x="200025" y="14288"/>
                </a:lnTo>
                <a:lnTo>
                  <a:pt x="195263" y="19050"/>
                </a:lnTo>
                <a:lnTo>
                  <a:pt x="190500" y="23813"/>
                </a:lnTo>
                <a:lnTo>
                  <a:pt x="190500" y="33338"/>
                </a:lnTo>
                <a:lnTo>
                  <a:pt x="190500" y="42863"/>
                </a:lnTo>
                <a:lnTo>
                  <a:pt x="190500" y="52388"/>
                </a:lnTo>
                <a:lnTo>
                  <a:pt x="195263" y="57150"/>
                </a:lnTo>
                <a:lnTo>
                  <a:pt x="200025" y="61913"/>
                </a:lnTo>
                <a:lnTo>
                  <a:pt x="204788" y="66675"/>
                </a:lnTo>
                <a:lnTo>
                  <a:pt x="209550" y="71438"/>
                </a:lnTo>
                <a:lnTo>
                  <a:pt x="214313" y="76200"/>
                </a:lnTo>
                <a:lnTo>
                  <a:pt x="223838" y="76200"/>
                </a:lnTo>
                <a:lnTo>
                  <a:pt x="233363" y="76200"/>
                </a:lnTo>
                <a:lnTo>
                  <a:pt x="242888" y="76200"/>
                </a:lnTo>
                <a:lnTo>
                  <a:pt x="252413" y="76200"/>
                </a:lnTo>
                <a:lnTo>
                  <a:pt x="257175" y="71438"/>
                </a:lnTo>
                <a:lnTo>
                  <a:pt x="261938" y="66675"/>
                </a:lnTo>
                <a:lnTo>
                  <a:pt x="266700" y="61913"/>
                </a:lnTo>
                <a:lnTo>
                  <a:pt x="271463" y="57150"/>
                </a:lnTo>
                <a:lnTo>
                  <a:pt x="276225" y="52388"/>
                </a:lnTo>
                <a:lnTo>
                  <a:pt x="276225" y="42863"/>
                </a:lnTo>
                <a:lnTo>
                  <a:pt x="276225" y="33338"/>
                </a:lnTo>
                <a:lnTo>
                  <a:pt x="276225" y="23813"/>
                </a:lnTo>
                <a:lnTo>
                  <a:pt x="271463" y="19050"/>
                </a:lnTo>
                <a:lnTo>
                  <a:pt x="266700" y="14288"/>
                </a:lnTo>
                <a:lnTo>
                  <a:pt x="261938" y="9525"/>
                </a:lnTo>
                <a:lnTo>
                  <a:pt x="257175" y="4763"/>
                </a:lnTo>
                <a:lnTo>
                  <a:pt x="261938" y="0"/>
                </a:lnTo>
                <a:lnTo>
                  <a:pt x="271463" y="0"/>
                </a:lnTo>
                <a:lnTo>
                  <a:pt x="280988" y="0"/>
                </a:lnTo>
                <a:lnTo>
                  <a:pt x="290513" y="0"/>
                </a:lnTo>
                <a:lnTo>
                  <a:pt x="300038" y="0"/>
                </a:lnTo>
                <a:lnTo>
                  <a:pt x="309563" y="0"/>
                </a:lnTo>
                <a:lnTo>
                  <a:pt x="319088" y="0"/>
                </a:lnTo>
                <a:lnTo>
                  <a:pt x="323850" y="4763"/>
                </a:lnTo>
                <a:lnTo>
                  <a:pt x="328613" y="9525"/>
                </a:lnTo>
                <a:lnTo>
                  <a:pt x="338138" y="9525"/>
                </a:lnTo>
                <a:lnTo>
                  <a:pt x="347663" y="9525"/>
                </a:lnTo>
                <a:lnTo>
                  <a:pt x="357188" y="9525"/>
                </a:lnTo>
                <a:lnTo>
                  <a:pt x="366713" y="9525"/>
                </a:lnTo>
                <a:lnTo>
                  <a:pt x="376238" y="9525"/>
                </a:lnTo>
                <a:lnTo>
                  <a:pt x="381000" y="14288"/>
                </a:lnTo>
                <a:lnTo>
                  <a:pt x="385763" y="19050"/>
                </a:lnTo>
                <a:lnTo>
                  <a:pt x="395288" y="19050"/>
                </a:lnTo>
                <a:lnTo>
                  <a:pt x="404813" y="19050"/>
                </a:lnTo>
                <a:lnTo>
                  <a:pt x="414338" y="19050"/>
                </a:lnTo>
                <a:lnTo>
                  <a:pt x="419100" y="23813"/>
                </a:lnTo>
                <a:lnTo>
                  <a:pt x="423863" y="28575"/>
                </a:lnTo>
                <a:lnTo>
                  <a:pt x="433388" y="28575"/>
                </a:lnTo>
                <a:lnTo>
                  <a:pt x="438150" y="33338"/>
                </a:lnTo>
                <a:lnTo>
                  <a:pt x="442913" y="38100"/>
                </a:lnTo>
                <a:lnTo>
                  <a:pt x="447675" y="42863"/>
                </a:lnTo>
                <a:lnTo>
                  <a:pt x="447675" y="52388"/>
                </a:lnTo>
                <a:lnTo>
                  <a:pt x="442913" y="57150"/>
                </a:lnTo>
                <a:lnTo>
                  <a:pt x="438150" y="61913"/>
                </a:lnTo>
                <a:lnTo>
                  <a:pt x="433388" y="66675"/>
                </a:lnTo>
                <a:lnTo>
                  <a:pt x="423863" y="66675"/>
                </a:lnTo>
                <a:lnTo>
                  <a:pt x="419100" y="71438"/>
                </a:lnTo>
                <a:lnTo>
                  <a:pt x="414338" y="76200"/>
                </a:lnTo>
                <a:lnTo>
                  <a:pt x="404813" y="76200"/>
                </a:lnTo>
                <a:lnTo>
                  <a:pt x="395288" y="76200"/>
                </a:lnTo>
                <a:lnTo>
                  <a:pt x="385763" y="76200"/>
                </a:lnTo>
                <a:lnTo>
                  <a:pt x="381000" y="80963"/>
                </a:lnTo>
                <a:lnTo>
                  <a:pt x="376238" y="85725"/>
                </a:lnTo>
                <a:lnTo>
                  <a:pt x="366713" y="85725"/>
                </a:lnTo>
                <a:lnTo>
                  <a:pt x="357188" y="85725"/>
                </a:lnTo>
                <a:lnTo>
                  <a:pt x="347663" y="85725"/>
                </a:lnTo>
                <a:lnTo>
                  <a:pt x="338138" y="85725"/>
                </a:lnTo>
                <a:lnTo>
                  <a:pt x="328613" y="85725"/>
                </a:lnTo>
                <a:lnTo>
                  <a:pt x="319088" y="85725"/>
                </a:lnTo>
                <a:lnTo>
                  <a:pt x="309563" y="85725"/>
                </a:lnTo>
                <a:lnTo>
                  <a:pt x="304800" y="90488"/>
                </a:lnTo>
                <a:lnTo>
                  <a:pt x="300038" y="95250"/>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42875" y="90488"/>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9525" y="52388"/>
                </a:lnTo>
                <a:lnTo>
                  <a:pt x="4763" y="47625"/>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EFAC65"/>
          </a:solidFill>
          <a:ln xmlns:a="http://schemas.openxmlformats.org/drawingml/2006/main" w="0">
            <a:noFill/>
            <a:prstDash val="solid"/>
          </a:ln>
        </p:spPr>
      </p:sp>
      <p:sp>
        <p:nvSpPr>
          <p:cNvPr id="686" name="layout-orange-86-0">
            <a:extLst xmlns:a="http://schemas.openxmlformats.org/drawingml/2006/main">
              <a:ext uri="{FF2B5EF4-FFF2-40B4-BE49-F238E27FC236}">
                <a16:creationId xmlns:a16="http://schemas.microsoft.com/office/drawing/2014/main" id="{03C59AB0-B927-450F-B308-ABA1271835ED}"/>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14288" y="76200"/>
                </a:lnTo>
                <a:lnTo>
                  <a:pt x="23813" y="76200"/>
                </a:lnTo>
                <a:lnTo>
                  <a:pt x="28575" y="71438"/>
                </a:lnTo>
                <a:lnTo>
                  <a:pt x="28575" y="61913"/>
                </a:lnTo>
                <a:lnTo>
                  <a:pt x="33338" y="57150"/>
                </a:lnTo>
                <a:lnTo>
                  <a:pt x="38100" y="52388"/>
                </a:lnTo>
                <a:lnTo>
                  <a:pt x="42863" y="47625"/>
                </a:lnTo>
                <a:lnTo>
                  <a:pt x="47625" y="42863"/>
                </a:lnTo>
                <a:lnTo>
                  <a:pt x="52388" y="38100"/>
                </a:lnTo>
                <a:lnTo>
                  <a:pt x="57150" y="33338"/>
                </a:lnTo>
                <a:lnTo>
                  <a:pt x="57150" y="23813"/>
                </a:lnTo>
                <a:lnTo>
                  <a:pt x="61913" y="19050"/>
                </a:lnTo>
                <a:lnTo>
                  <a:pt x="66675" y="14288"/>
                </a:lnTo>
                <a:lnTo>
                  <a:pt x="71438" y="9525"/>
                </a:lnTo>
                <a:lnTo>
                  <a:pt x="76200" y="14288"/>
                </a:lnTo>
                <a:lnTo>
                  <a:pt x="80963" y="19050"/>
                </a:lnTo>
                <a:lnTo>
                  <a:pt x="90488" y="19050"/>
                </a:lnTo>
                <a:lnTo>
                  <a:pt x="95250" y="23813"/>
                </a:lnTo>
                <a:lnTo>
                  <a:pt x="100013" y="28575"/>
                </a:lnTo>
                <a:lnTo>
                  <a:pt x="104775" y="33338"/>
                </a:lnTo>
                <a:lnTo>
                  <a:pt x="109538" y="38100"/>
                </a:lnTo>
                <a:lnTo>
                  <a:pt x="114300" y="42863"/>
                </a:lnTo>
                <a:lnTo>
                  <a:pt x="119063" y="47625"/>
                </a:lnTo>
                <a:lnTo>
                  <a:pt x="128588" y="47625"/>
                </a:lnTo>
                <a:lnTo>
                  <a:pt x="133350" y="52388"/>
                </a:lnTo>
                <a:lnTo>
                  <a:pt x="138113" y="57150"/>
                </a:lnTo>
                <a:lnTo>
                  <a:pt x="142875" y="61913"/>
                </a:lnTo>
                <a:lnTo>
                  <a:pt x="147638" y="66675"/>
                </a:lnTo>
                <a:lnTo>
                  <a:pt x="152400" y="71438"/>
                </a:lnTo>
                <a:lnTo>
                  <a:pt x="157163" y="76200"/>
                </a:lnTo>
                <a:lnTo>
                  <a:pt x="166688" y="76200"/>
                </a:lnTo>
                <a:lnTo>
                  <a:pt x="171450" y="80963"/>
                </a:lnTo>
                <a:lnTo>
                  <a:pt x="176213" y="85725"/>
                </a:lnTo>
                <a:lnTo>
                  <a:pt x="180975" y="90488"/>
                </a:lnTo>
                <a:lnTo>
                  <a:pt x="185738" y="95250"/>
                </a:lnTo>
                <a:lnTo>
                  <a:pt x="195263" y="95250"/>
                </a:lnTo>
                <a:lnTo>
                  <a:pt x="200025" y="100013"/>
                </a:lnTo>
                <a:lnTo>
                  <a:pt x="204788" y="104775"/>
                </a:lnTo>
                <a:lnTo>
                  <a:pt x="209550" y="109538"/>
                </a:lnTo>
                <a:lnTo>
                  <a:pt x="214313" y="114300"/>
                </a:lnTo>
                <a:lnTo>
                  <a:pt x="219075" y="119063"/>
                </a:lnTo>
                <a:lnTo>
                  <a:pt x="223838" y="123825"/>
                </a:lnTo>
                <a:lnTo>
                  <a:pt x="233363" y="123825"/>
                </a:lnTo>
                <a:lnTo>
                  <a:pt x="238125" y="128588"/>
                </a:lnTo>
                <a:lnTo>
                  <a:pt x="242888" y="133350"/>
                </a:lnTo>
                <a:lnTo>
                  <a:pt x="247650" y="138113"/>
                </a:lnTo>
                <a:lnTo>
                  <a:pt x="252413" y="142875"/>
                </a:lnTo>
                <a:lnTo>
                  <a:pt x="257175" y="147638"/>
                </a:lnTo>
                <a:lnTo>
                  <a:pt x="257175" y="157163"/>
                </a:lnTo>
                <a:lnTo>
                  <a:pt x="252413" y="161925"/>
                </a:lnTo>
                <a:lnTo>
                  <a:pt x="247650" y="166688"/>
                </a:lnTo>
                <a:lnTo>
                  <a:pt x="252413" y="171450"/>
                </a:lnTo>
                <a:lnTo>
                  <a:pt x="261938" y="171450"/>
                </a:lnTo>
                <a:lnTo>
                  <a:pt x="271463" y="171450"/>
                </a:lnTo>
                <a:lnTo>
                  <a:pt x="276225" y="176213"/>
                </a:lnTo>
                <a:lnTo>
                  <a:pt x="276225" y="185738"/>
                </a:lnTo>
                <a:lnTo>
                  <a:pt x="271463" y="190500"/>
                </a:lnTo>
                <a:lnTo>
                  <a:pt x="261938" y="190500"/>
                </a:lnTo>
                <a:lnTo>
                  <a:pt x="252413" y="190500"/>
                </a:lnTo>
                <a:lnTo>
                  <a:pt x="247650" y="195263"/>
                </a:lnTo>
                <a:lnTo>
                  <a:pt x="242888" y="200025"/>
                </a:lnTo>
                <a:lnTo>
                  <a:pt x="238125" y="204788"/>
                </a:lnTo>
                <a:lnTo>
                  <a:pt x="233363" y="209550"/>
                </a:lnTo>
                <a:lnTo>
                  <a:pt x="223838" y="209550"/>
                </a:lnTo>
                <a:lnTo>
                  <a:pt x="219075" y="214313"/>
                </a:lnTo>
                <a:lnTo>
                  <a:pt x="219075" y="223838"/>
                </a:lnTo>
                <a:lnTo>
                  <a:pt x="219075" y="233363"/>
                </a:lnTo>
                <a:lnTo>
                  <a:pt x="223838" y="238125"/>
                </a:lnTo>
                <a:lnTo>
                  <a:pt x="228600" y="242888"/>
                </a:lnTo>
                <a:lnTo>
                  <a:pt x="233363" y="247650"/>
                </a:lnTo>
                <a:lnTo>
                  <a:pt x="238125" y="252413"/>
                </a:lnTo>
                <a:lnTo>
                  <a:pt x="242888" y="257175"/>
                </a:lnTo>
                <a:lnTo>
                  <a:pt x="252413" y="257175"/>
                </a:lnTo>
                <a:lnTo>
                  <a:pt x="257175" y="261938"/>
                </a:lnTo>
                <a:lnTo>
                  <a:pt x="261938" y="266700"/>
                </a:lnTo>
                <a:lnTo>
                  <a:pt x="271463" y="266700"/>
                </a:lnTo>
                <a:lnTo>
                  <a:pt x="280988" y="266700"/>
                </a:lnTo>
                <a:lnTo>
                  <a:pt x="285750" y="271463"/>
                </a:lnTo>
                <a:lnTo>
                  <a:pt x="290513" y="276225"/>
                </a:lnTo>
                <a:lnTo>
                  <a:pt x="300038" y="276225"/>
                </a:lnTo>
                <a:lnTo>
                  <a:pt x="309563" y="276225"/>
                </a:lnTo>
                <a:lnTo>
                  <a:pt x="319088" y="276225"/>
                </a:lnTo>
                <a:lnTo>
                  <a:pt x="328613" y="276225"/>
                </a:lnTo>
                <a:lnTo>
                  <a:pt x="333375" y="280988"/>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85788" y="180975"/>
                </a:lnTo>
                <a:lnTo>
                  <a:pt x="581025" y="176213"/>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0538" y="171450"/>
                </a:lnTo>
                <a:lnTo>
                  <a:pt x="481013" y="171450"/>
                </a:lnTo>
                <a:lnTo>
                  <a:pt x="471488" y="171450"/>
                </a:lnTo>
                <a:lnTo>
                  <a:pt x="461963" y="171450"/>
                </a:lnTo>
                <a:lnTo>
                  <a:pt x="452438" y="171450"/>
                </a:lnTo>
                <a:lnTo>
                  <a:pt x="442913" y="171450"/>
                </a:lnTo>
                <a:lnTo>
                  <a:pt x="433388" y="171450"/>
                </a:lnTo>
                <a:lnTo>
                  <a:pt x="423863" y="171450"/>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33375" y="176213"/>
                </a:lnTo>
                <a:lnTo>
                  <a:pt x="328613" y="180975"/>
                </a:lnTo>
                <a:lnTo>
                  <a:pt x="323850" y="176213"/>
                </a:lnTo>
                <a:lnTo>
                  <a:pt x="319088" y="171450"/>
                </a:lnTo>
                <a:lnTo>
                  <a:pt x="314325" y="166688"/>
                </a:lnTo>
                <a:lnTo>
                  <a:pt x="314325" y="157163"/>
                </a:lnTo>
                <a:lnTo>
                  <a:pt x="309563" y="152400"/>
                </a:lnTo>
                <a:lnTo>
                  <a:pt x="304800" y="147638"/>
                </a:lnTo>
                <a:lnTo>
                  <a:pt x="300038" y="142875"/>
                </a:lnTo>
                <a:lnTo>
                  <a:pt x="295275" y="138113"/>
                </a:lnTo>
                <a:lnTo>
                  <a:pt x="295275" y="128588"/>
                </a:lnTo>
                <a:lnTo>
                  <a:pt x="290513" y="123825"/>
                </a:lnTo>
                <a:lnTo>
                  <a:pt x="280988" y="123825"/>
                </a:lnTo>
                <a:lnTo>
                  <a:pt x="276225" y="128588"/>
                </a:lnTo>
                <a:lnTo>
                  <a:pt x="271463" y="133350"/>
                </a:lnTo>
                <a:lnTo>
                  <a:pt x="266700" y="128588"/>
                </a:lnTo>
                <a:lnTo>
                  <a:pt x="261938" y="123825"/>
                </a:lnTo>
                <a:lnTo>
                  <a:pt x="252413" y="123825"/>
                </a:lnTo>
                <a:lnTo>
                  <a:pt x="247650" y="119063"/>
                </a:lnTo>
                <a:lnTo>
                  <a:pt x="242888" y="114300"/>
                </a:lnTo>
                <a:lnTo>
                  <a:pt x="238125" y="109538"/>
                </a:lnTo>
                <a:lnTo>
                  <a:pt x="233363" y="104775"/>
                </a:lnTo>
                <a:lnTo>
                  <a:pt x="228600" y="100013"/>
                </a:lnTo>
                <a:lnTo>
                  <a:pt x="223838" y="95250"/>
                </a:lnTo>
                <a:lnTo>
                  <a:pt x="214313" y="95250"/>
                </a:lnTo>
                <a:lnTo>
                  <a:pt x="209550" y="90488"/>
                </a:lnTo>
                <a:lnTo>
                  <a:pt x="204788" y="85725"/>
                </a:lnTo>
                <a:lnTo>
                  <a:pt x="200025" y="80963"/>
                </a:lnTo>
                <a:lnTo>
                  <a:pt x="195263" y="76200"/>
                </a:lnTo>
                <a:lnTo>
                  <a:pt x="190500" y="71438"/>
                </a:lnTo>
                <a:lnTo>
                  <a:pt x="185738" y="66675"/>
                </a:lnTo>
                <a:lnTo>
                  <a:pt x="176213" y="66675"/>
                </a:lnTo>
                <a:lnTo>
                  <a:pt x="171450" y="61913"/>
                </a:lnTo>
                <a:lnTo>
                  <a:pt x="166688" y="57150"/>
                </a:lnTo>
                <a:lnTo>
                  <a:pt x="161925" y="52388"/>
                </a:lnTo>
                <a:lnTo>
                  <a:pt x="157163" y="47625"/>
                </a:lnTo>
                <a:lnTo>
                  <a:pt x="152400" y="42863"/>
                </a:lnTo>
                <a:lnTo>
                  <a:pt x="147638" y="38100"/>
                </a:lnTo>
                <a:lnTo>
                  <a:pt x="142875" y="33338"/>
                </a:lnTo>
                <a:lnTo>
                  <a:pt x="138113" y="28575"/>
                </a:lnTo>
                <a:lnTo>
                  <a:pt x="128588" y="28575"/>
                </a:lnTo>
                <a:lnTo>
                  <a:pt x="123825" y="23813"/>
                </a:lnTo>
                <a:lnTo>
                  <a:pt x="119063" y="19050"/>
                </a:lnTo>
                <a:lnTo>
                  <a:pt x="114300" y="14288"/>
                </a:lnTo>
                <a:lnTo>
                  <a:pt x="109538" y="9525"/>
                </a:lnTo>
                <a:lnTo>
                  <a:pt x="104775" y="4763"/>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5838" y="0"/>
                </a:lnTo>
                <a:lnTo>
                  <a:pt x="995363" y="0"/>
                </a:lnTo>
                <a:lnTo>
                  <a:pt x="1000125" y="4763"/>
                </a:lnTo>
                <a:lnTo>
                  <a:pt x="1004888" y="9525"/>
                </a:lnTo>
                <a:lnTo>
                  <a:pt x="1009650" y="14288"/>
                </a:lnTo>
                <a:lnTo>
                  <a:pt x="1014413" y="19050"/>
                </a:lnTo>
                <a:lnTo>
                  <a:pt x="1019175" y="23813"/>
                </a:lnTo>
                <a:lnTo>
                  <a:pt x="1019175" y="33338"/>
                </a:lnTo>
                <a:lnTo>
                  <a:pt x="1023938" y="38100"/>
                </a:lnTo>
                <a:lnTo>
                  <a:pt x="1028700" y="42863"/>
                </a:lnTo>
                <a:lnTo>
                  <a:pt x="1033463" y="47625"/>
                </a:lnTo>
                <a:lnTo>
                  <a:pt x="1038225" y="52388"/>
                </a:lnTo>
                <a:lnTo>
                  <a:pt x="1042988" y="57150"/>
                </a:lnTo>
                <a:lnTo>
                  <a:pt x="1047750" y="61913"/>
                </a:lnTo>
                <a:lnTo>
                  <a:pt x="1047750" y="71438"/>
                </a:lnTo>
                <a:lnTo>
                  <a:pt x="1052513" y="76200"/>
                </a:lnTo>
                <a:lnTo>
                  <a:pt x="1062038" y="76200"/>
                </a:lnTo>
                <a:lnTo>
                  <a:pt x="1066800" y="71438"/>
                </a:lnTo>
                <a:lnTo>
                  <a:pt x="1066800" y="61913"/>
                </a:lnTo>
                <a:lnTo>
                  <a:pt x="1066800" y="52388"/>
                </a:lnTo>
                <a:lnTo>
                  <a:pt x="1066800" y="42863"/>
                </a:lnTo>
                <a:lnTo>
                  <a:pt x="1066800" y="33338"/>
                </a:lnTo>
                <a:lnTo>
                  <a:pt x="1066800" y="23813"/>
                </a:lnTo>
                <a:lnTo>
                  <a:pt x="1066800" y="14288"/>
                </a:lnTo>
                <a:lnTo>
                  <a:pt x="1066800" y="4763"/>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14288" y="800100"/>
                </a:moveTo>
                <a:lnTo>
                  <a:pt x="9525" y="804863"/>
                </a:lnTo>
                <a:lnTo>
                  <a:pt x="9525" y="814388"/>
                </a:lnTo>
                <a:lnTo>
                  <a:pt x="9525" y="823913"/>
                </a:lnTo>
                <a:lnTo>
                  <a:pt x="9525" y="833438"/>
                </a:lnTo>
                <a:lnTo>
                  <a:pt x="9525" y="842963"/>
                </a:lnTo>
                <a:lnTo>
                  <a:pt x="9525" y="852488"/>
                </a:lnTo>
                <a:lnTo>
                  <a:pt x="9525" y="862013"/>
                </a:lnTo>
                <a:lnTo>
                  <a:pt x="14288" y="866775"/>
                </a:lnTo>
                <a:lnTo>
                  <a:pt x="23813" y="866775"/>
                </a:lnTo>
                <a:lnTo>
                  <a:pt x="33338" y="866775"/>
                </a:lnTo>
                <a:lnTo>
                  <a:pt x="42863" y="866775"/>
                </a:lnTo>
                <a:lnTo>
                  <a:pt x="52388" y="866775"/>
                </a:lnTo>
                <a:lnTo>
                  <a:pt x="61913" y="866775"/>
                </a:lnTo>
                <a:lnTo>
                  <a:pt x="66675" y="862013"/>
                </a:lnTo>
                <a:lnTo>
                  <a:pt x="61913" y="857250"/>
                </a:lnTo>
                <a:lnTo>
                  <a:pt x="57150" y="852488"/>
                </a:lnTo>
                <a:lnTo>
                  <a:pt x="52388" y="847725"/>
                </a:lnTo>
                <a:lnTo>
                  <a:pt x="47625" y="842963"/>
                </a:lnTo>
                <a:lnTo>
                  <a:pt x="42863" y="838200"/>
                </a:lnTo>
                <a:lnTo>
                  <a:pt x="38100" y="833438"/>
                </a:lnTo>
                <a:lnTo>
                  <a:pt x="38100" y="823913"/>
                </a:lnTo>
                <a:lnTo>
                  <a:pt x="33338" y="819150"/>
                </a:lnTo>
                <a:lnTo>
                  <a:pt x="28575" y="814388"/>
                </a:lnTo>
                <a:lnTo>
                  <a:pt x="23813" y="809625"/>
                </a:lnTo>
                <a:lnTo>
                  <a:pt x="19050" y="804863"/>
                </a:lnTo>
                <a:lnTo>
                  <a:pt x="14288" y="800100"/>
                </a:lnTo>
                <a:close/>
              </a:path>
            </a:pathLst>
          </a:custGeom>
          <a:solidFill xmlns:a="http://schemas.openxmlformats.org/drawingml/2006/main">
            <a:srgbClr val="F0AE68"/>
          </a:solidFill>
          <a:ln xmlns:a="http://schemas.openxmlformats.org/drawingml/2006/main" w="0">
            <a:noFill/>
            <a:prstDash val="solid"/>
          </a:ln>
        </p:spPr>
      </p:sp>
      <p:sp>
        <p:nvSpPr>
          <p:cNvPr id="687" name="layout-orange-86-1">
            <a:extLst xmlns:a="http://schemas.openxmlformats.org/drawingml/2006/main">
              <a:ext uri="{FF2B5EF4-FFF2-40B4-BE49-F238E27FC236}">
                <a16:creationId xmlns:a16="http://schemas.microsoft.com/office/drawing/2014/main" id="{7F0B8839-B53F-46CA-9204-503AF028C3A0}"/>
              </a:ext>
            </a:extLst>
          </p:cNvPr>
          <p:cNvSpPr>
            <a:spLocks xmlns:a="http://schemas.openxmlformats.org/drawingml/2006/main" noGrp="1"/>
          </p:cNvSpPr>
          <p:nvPr/>
        </p:nvSpPr>
        <p:spPr>
          <a:xfrm xmlns:a="http://schemas.openxmlformats.org/drawingml/2006/main" rot="0">
            <a:off x="2181225" y="3552825"/>
            <a:ext cx="438150" cy="95250"/>
          </a:xfrm>
          <a:custGeom xmlns:a="http://schemas.openxmlformats.org/drawingml/2006/main">
            <a:pathLst>
              <a:path w="438150" h="95250">
                <a:moveTo>
                  <a:pt x="114300" y="4763"/>
                </a:moveTo>
                <a:lnTo>
                  <a:pt x="119063" y="0"/>
                </a:lnTo>
                <a:lnTo>
                  <a:pt x="128588" y="0"/>
                </a:lnTo>
                <a:lnTo>
                  <a:pt x="138113" y="0"/>
                </a:lnTo>
                <a:lnTo>
                  <a:pt x="147638" y="0"/>
                </a:lnTo>
                <a:lnTo>
                  <a:pt x="157163" y="0"/>
                </a:lnTo>
                <a:lnTo>
                  <a:pt x="166688" y="0"/>
                </a:lnTo>
                <a:lnTo>
                  <a:pt x="176213" y="0"/>
                </a:lnTo>
                <a:lnTo>
                  <a:pt x="185738" y="0"/>
                </a:lnTo>
                <a:lnTo>
                  <a:pt x="195263" y="0"/>
                </a:lnTo>
                <a:lnTo>
                  <a:pt x="200025" y="4763"/>
                </a:lnTo>
                <a:lnTo>
                  <a:pt x="195263" y="9525"/>
                </a:lnTo>
                <a:lnTo>
                  <a:pt x="190500" y="14288"/>
                </a:lnTo>
                <a:lnTo>
                  <a:pt x="185738" y="19050"/>
                </a:lnTo>
                <a:lnTo>
                  <a:pt x="180975" y="23813"/>
                </a:lnTo>
                <a:lnTo>
                  <a:pt x="180975" y="33338"/>
                </a:lnTo>
                <a:lnTo>
                  <a:pt x="180975" y="42863"/>
                </a:lnTo>
                <a:lnTo>
                  <a:pt x="180975" y="52388"/>
                </a:lnTo>
                <a:lnTo>
                  <a:pt x="185738" y="57150"/>
                </a:lnTo>
                <a:lnTo>
                  <a:pt x="190500" y="61913"/>
                </a:lnTo>
                <a:lnTo>
                  <a:pt x="195263" y="66675"/>
                </a:lnTo>
                <a:lnTo>
                  <a:pt x="200025" y="71438"/>
                </a:lnTo>
                <a:lnTo>
                  <a:pt x="204788" y="76200"/>
                </a:lnTo>
                <a:lnTo>
                  <a:pt x="214313" y="76200"/>
                </a:lnTo>
                <a:lnTo>
                  <a:pt x="223838" y="76200"/>
                </a:lnTo>
                <a:lnTo>
                  <a:pt x="233363" y="76200"/>
                </a:lnTo>
                <a:lnTo>
                  <a:pt x="242888" y="76200"/>
                </a:lnTo>
                <a:lnTo>
                  <a:pt x="247650" y="71438"/>
                </a:lnTo>
                <a:lnTo>
                  <a:pt x="252413" y="66675"/>
                </a:lnTo>
                <a:lnTo>
                  <a:pt x="257175" y="61913"/>
                </a:lnTo>
                <a:lnTo>
                  <a:pt x="261938" y="57150"/>
                </a:lnTo>
                <a:lnTo>
                  <a:pt x="266700" y="52388"/>
                </a:lnTo>
                <a:lnTo>
                  <a:pt x="266700" y="42863"/>
                </a:lnTo>
                <a:lnTo>
                  <a:pt x="266700" y="33338"/>
                </a:lnTo>
                <a:lnTo>
                  <a:pt x="266700" y="23813"/>
                </a:lnTo>
                <a:lnTo>
                  <a:pt x="261938" y="19050"/>
                </a:lnTo>
                <a:lnTo>
                  <a:pt x="257175" y="14288"/>
                </a:lnTo>
                <a:lnTo>
                  <a:pt x="252413" y="9525"/>
                </a:lnTo>
                <a:lnTo>
                  <a:pt x="247650" y="4763"/>
                </a:lnTo>
                <a:lnTo>
                  <a:pt x="252413" y="0"/>
                </a:lnTo>
                <a:lnTo>
                  <a:pt x="261938" y="0"/>
                </a:lnTo>
                <a:lnTo>
                  <a:pt x="271463" y="0"/>
                </a:lnTo>
                <a:lnTo>
                  <a:pt x="280988" y="0"/>
                </a:lnTo>
                <a:lnTo>
                  <a:pt x="290513" y="0"/>
                </a:lnTo>
                <a:lnTo>
                  <a:pt x="300038" y="0"/>
                </a:lnTo>
                <a:lnTo>
                  <a:pt x="309563" y="0"/>
                </a:lnTo>
                <a:lnTo>
                  <a:pt x="314325" y="4763"/>
                </a:lnTo>
                <a:lnTo>
                  <a:pt x="319088" y="9525"/>
                </a:lnTo>
                <a:lnTo>
                  <a:pt x="328613" y="9525"/>
                </a:lnTo>
                <a:lnTo>
                  <a:pt x="338138" y="9525"/>
                </a:lnTo>
                <a:lnTo>
                  <a:pt x="347663" y="9525"/>
                </a:lnTo>
                <a:lnTo>
                  <a:pt x="357188" y="9525"/>
                </a:lnTo>
                <a:lnTo>
                  <a:pt x="366713" y="9525"/>
                </a:lnTo>
                <a:lnTo>
                  <a:pt x="371475" y="14288"/>
                </a:lnTo>
                <a:lnTo>
                  <a:pt x="376238" y="19050"/>
                </a:lnTo>
                <a:lnTo>
                  <a:pt x="385763" y="19050"/>
                </a:lnTo>
                <a:lnTo>
                  <a:pt x="395288" y="19050"/>
                </a:lnTo>
                <a:lnTo>
                  <a:pt x="404813" y="19050"/>
                </a:lnTo>
                <a:lnTo>
                  <a:pt x="409575" y="23813"/>
                </a:lnTo>
                <a:lnTo>
                  <a:pt x="414338" y="28575"/>
                </a:lnTo>
                <a:lnTo>
                  <a:pt x="423863" y="28575"/>
                </a:lnTo>
                <a:lnTo>
                  <a:pt x="428625" y="33338"/>
                </a:lnTo>
                <a:lnTo>
                  <a:pt x="433388" y="38100"/>
                </a:lnTo>
                <a:lnTo>
                  <a:pt x="438150" y="42863"/>
                </a:lnTo>
                <a:lnTo>
                  <a:pt x="438150" y="52388"/>
                </a:lnTo>
                <a:lnTo>
                  <a:pt x="433388" y="57150"/>
                </a:lnTo>
                <a:lnTo>
                  <a:pt x="428625" y="61913"/>
                </a:lnTo>
                <a:lnTo>
                  <a:pt x="423863" y="66675"/>
                </a:lnTo>
                <a:lnTo>
                  <a:pt x="414338" y="66675"/>
                </a:lnTo>
                <a:lnTo>
                  <a:pt x="409575" y="71438"/>
                </a:lnTo>
                <a:lnTo>
                  <a:pt x="404813" y="76200"/>
                </a:lnTo>
                <a:lnTo>
                  <a:pt x="395288" y="76200"/>
                </a:lnTo>
                <a:lnTo>
                  <a:pt x="385763" y="76200"/>
                </a:lnTo>
                <a:lnTo>
                  <a:pt x="376238" y="76200"/>
                </a:lnTo>
                <a:lnTo>
                  <a:pt x="371475" y="80963"/>
                </a:lnTo>
                <a:lnTo>
                  <a:pt x="366713" y="85725"/>
                </a:lnTo>
                <a:lnTo>
                  <a:pt x="357188" y="85725"/>
                </a:lnTo>
                <a:lnTo>
                  <a:pt x="347663" y="85725"/>
                </a:lnTo>
                <a:lnTo>
                  <a:pt x="338138" y="85725"/>
                </a:lnTo>
                <a:lnTo>
                  <a:pt x="328613" y="85725"/>
                </a:lnTo>
                <a:lnTo>
                  <a:pt x="319088" y="85725"/>
                </a:lnTo>
                <a:lnTo>
                  <a:pt x="309563" y="85725"/>
                </a:lnTo>
                <a:lnTo>
                  <a:pt x="300038" y="85725"/>
                </a:lnTo>
                <a:lnTo>
                  <a:pt x="295275" y="90488"/>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38113" y="95250"/>
                </a:lnTo>
                <a:lnTo>
                  <a:pt x="133350" y="90488"/>
                </a:lnTo>
                <a:lnTo>
                  <a:pt x="128588" y="85725"/>
                </a:lnTo>
                <a:lnTo>
                  <a:pt x="119063" y="85725"/>
                </a:lnTo>
                <a:lnTo>
                  <a:pt x="109538" y="85725"/>
                </a:lnTo>
                <a:lnTo>
                  <a:pt x="100013" y="85725"/>
                </a:lnTo>
                <a:lnTo>
                  <a:pt x="90488" y="85725"/>
                </a:lnTo>
                <a:lnTo>
                  <a:pt x="80963" y="85725"/>
                </a:lnTo>
                <a:lnTo>
                  <a:pt x="71438" y="85725"/>
                </a:lnTo>
                <a:lnTo>
                  <a:pt x="66675" y="80963"/>
                </a:lnTo>
                <a:lnTo>
                  <a:pt x="61913" y="76200"/>
                </a:lnTo>
                <a:lnTo>
                  <a:pt x="52388" y="76200"/>
                </a:lnTo>
                <a:lnTo>
                  <a:pt x="42863" y="76200"/>
                </a:lnTo>
                <a:lnTo>
                  <a:pt x="33338" y="76200"/>
                </a:lnTo>
                <a:lnTo>
                  <a:pt x="28575" y="71438"/>
                </a:lnTo>
                <a:lnTo>
                  <a:pt x="23813" y="66675"/>
                </a:lnTo>
                <a:lnTo>
                  <a:pt x="14288" y="66675"/>
                </a:lnTo>
                <a:lnTo>
                  <a:pt x="9525" y="61913"/>
                </a:lnTo>
                <a:lnTo>
                  <a:pt x="4763" y="57150"/>
                </a:lnTo>
                <a:lnTo>
                  <a:pt x="0" y="52388"/>
                </a:lnTo>
                <a:lnTo>
                  <a:pt x="0" y="42863"/>
                </a:lnTo>
                <a:lnTo>
                  <a:pt x="4763" y="38100"/>
                </a:lnTo>
                <a:lnTo>
                  <a:pt x="9525" y="33338"/>
                </a:lnTo>
                <a:lnTo>
                  <a:pt x="14288" y="28575"/>
                </a:lnTo>
                <a:lnTo>
                  <a:pt x="23813" y="28575"/>
                </a:lnTo>
                <a:lnTo>
                  <a:pt x="28575" y="23813"/>
                </a:lnTo>
                <a:lnTo>
                  <a:pt x="33338" y="19050"/>
                </a:lnTo>
                <a:lnTo>
                  <a:pt x="42863" y="19050"/>
                </a:lnTo>
                <a:lnTo>
                  <a:pt x="52388" y="19050"/>
                </a:lnTo>
                <a:lnTo>
                  <a:pt x="57150" y="14288"/>
                </a:lnTo>
                <a:lnTo>
                  <a:pt x="61913" y="9525"/>
                </a:lnTo>
                <a:lnTo>
                  <a:pt x="71438" y="9525"/>
                </a:lnTo>
                <a:lnTo>
                  <a:pt x="80963" y="9525"/>
                </a:lnTo>
                <a:lnTo>
                  <a:pt x="90488" y="9525"/>
                </a:lnTo>
                <a:lnTo>
                  <a:pt x="100013" y="9525"/>
                </a:lnTo>
                <a:lnTo>
                  <a:pt x="109538" y="9525"/>
                </a:lnTo>
                <a:lnTo>
                  <a:pt x="114300" y="4763"/>
                </a:lnTo>
                <a:close/>
              </a:path>
            </a:pathLst>
          </a:custGeom>
          <a:solidFill xmlns:a="http://schemas.openxmlformats.org/drawingml/2006/main">
            <a:srgbClr val="F0AE68"/>
          </a:solidFill>
          <a:ln xmlns:a="http://schemas.openxmlformats.org/drawingml/2006/main" w="0">
            <a:noFill/>
            <a:prstDash val="solid"/>
          </a:ln>
        </p:spPr>
      </p:sp>
      <p:sp>
        <p:nvSpPr>
          <p:cNvPr id="688" name="layout-orange-87-0">
            <a:extLst xmlns:a="http://schemas.openxmlformats.org/drawingml/2006/main">
              <a:ext uri="{FF2B5EF4-FFF2-40B4-BE49-F238E27FC236}">
                <a16:creationId xmlns:a16="http://schemas.microsoft.com/office/drawing/2014/main" id="{9CF158A7-868B-4F10-958B-FD1A34F998AF}"/>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14288" y="104775"/>
                </a:lnTo>
                <a:lnTo>
                  <a:pt x="19050" y="100013"/>
                </a:lnTo>
                <a:lnTo>
                  <a:pt x="23813" y="95250"/>
                </a:lnTo>
                <a:lnTo>
                  <a:pt x="28575" y="90488"/>
                </a:lnTo>
                <a:lnTo>
                  <a:pt x="28575" y="80963"/>
                </a:lnTo>
                <a:lnTo>
                  <a:pt x="33338" y="76200"/>
                </a:lnTo>
                <a:lnTo>
                  <a:pt x="38100" y="71438"/>
                </a:lnTo>
                <a:lnTo>
                  <a:pt x="42863" y="66675"/>
                </a:lnTo>
                <a:lnTo>
                  <a:pt x="47625" y="61913"/>
                </a:lnTo>
                <a:lnTo>
                  <a:pt x="47625" y="52388"/>
                </a:lnTo>
                <a:lnTo>
                  <a:pt x="52388" y="47625"/>
                </a:lnTo>
                <a:lnTo>
                  <a:pt x="57150" y="42863"/>
                </a:lnTo>
                <a:lnTo>
                  <a:pt x="61913" y="38100"/>
                </a:lnTo>
                <a:lnTo>
                  <a:pt x="66675" y="33338"/>
                </a:lnTo>
                <a:lnTo>
                  <a:pt x="71438" y="28575"/>
                </a:lnTo>
                <a:lnTo>
                  <a:pt x="76200" y="23813"/>
                </a:lnTo>
                <a:lnTo>
                  <a:pt x="80963" y="19050"/>
                </a:lnTo>
                <a:lnTo>
                  <a:pt x="85725" y="23813"/>
                </a:lnTo>
                <a:lnTo>
                  <a:pt x="90488" y="28575"/>
                </a:lnTo>
                <a:lnTo>
                  <a:pt x="100013" y="28575"/>
                </a:lnTo>
                <a:lnTo>
                  <a:pt x="104775" y="33338"/>
                </a:lnTo>
                <a:lnTo>
                  <a:pt x="109538" y="38100"/>
                </a:lnTo>
                <a:lnTo>
                  <a:pt x="114300" y="42863"/>
                </a:lnTo>
                <a:lnTo>
                  <a:pt x="119063" y="47625"/>
                </a:lnTo>
                <a:lnTo>
                  <a:pt x="128588" y="47625"/>
                </a:lnTo>
                <a:lnTo>
                  <a:pt x="133350" y="52388"/>
                </a:lnTo>
                <a:lnTo>
                  <a:pt x="138113" y="57150"/>
                </a:lnTo>
                <a:lnTo>
                  <a:pt x="142875" y="61913"/>
                </a:lnTo>
                <a:lnTo>
                  <a:pt x="147638" y="66675"/>
                </a:lnTo>
                <a:lnTo>
                  <a:pt x="152400" y="71438"/>
                </a:lnTo>
                <a:lnTo>
                  <a:pt x="157163" y="76200"/>
                </a:lnTo>
                <a:lnTo>
                  <a:pt x="166688" y="76200"/>
                </a:lnTo>
                <a:lnTo>
                  <a:pt x="171450" y="80963"/>
                </a:lnTo>
                <a:lnTo>
                  <a:pt x="176213" y="85725"/>
                </a:lnTo>
                <a:lnTo>
                  <a:pt x="180975" y="90488"/>
                </a:lnTo>
                <a:lnTo>
                  <a:pt x="185738" y="95250"/>
                </a:lnTo>
                <a:lnTo>
                  <a:pt x="190500" y="100013"/>
                </a:lnTo>
                <a:lnTo>
                  <a:pt x="195263" y="104775"/>
                </a:lnTo>
                <a:lnTo>
                  <a:pt x="204788" y="104775"/>
                </a:lnTo>
                <a:lnTo>
                  <a:pt x="209550" y="109538"/>
                </a:lnTo>
                <a:lnTo>
                  <a:pt x="214313" y="114300"/>
                </a:lnTo>
                <a:lnTo>
                  <a:pt x="219075" y="119063"/>
                </a:lnTo>
                <a:lnTo>
                  <a:pt x="223838" y="123825"/>
                </a:lnTo>
                <a:lnTo>
                  <a:pt x="233363" y="123825"/>
                </a:lnTo>
                <a:lnTo>
                  <a:pt x="238125" y="128588"/>
                </a:lnTo>
                <a:lnTo>
                  <a:pt x="242888" y="133350"/>
                </a:lnTo>
                <a:lnTo>
                  <a:pt x="247650" y="138113"/>
                </a:lnTo>
                <a:lnTo>
                  <a:pt x="252413" y="142875"/>
                </a:lnTo>
                <a:lnTo>
                  <a:pt x="257175" y="147638"/>
                </a:lnTo>
                <a:lnTo>
                  <a:pt x="257175" y="157163"/>
                </a:lnTo>
                <a:lnTo>
                  <a:pt x="252413" y="161925"/>
                </a:lnTo>
                <a:lnTo>
                  <a:pt x="247650" y="166688"/>
                </a:lnTo>
                <a:lnTo>
                  <a:pt x="252413" y="171450"/>
                </a:lnTo>
                <a:lnTo>
                  <a:pt x="261938" y="171450"/>
                </a:lnTo>
                <a:lnTo>
                  <a:pt x="271463" y="171450"/>
                </a:lnTo>
                <a:lnTo>
                  <a:pt x="276225" y="176213"/>
                </a:lnTo>
                <a:lnTo>
                  <a:pt x="276225" y="185738"/>
                </a:lnTo>
                <a:lnTo>
                  <a:pt x="271463" y="190500"/>
                </a:lnTo>
                <a:lnTo>
                  <a:pt x="261938" y="190500"/>
                </a:lnTo>
                <a:lnTo>
                  <a:pt x="252413" y="190500"/>
                </a:lnTo>
                <a:lnTo>
                  <a:pt x="247650" y="195263"/>
                </a:lnTo>
                <a:lnTo>
                  <a:pt x="242888" y="200025"/>
                </a:lnTo>
                <a:lnTo>
                  <a:pt x="233363" y="200025"/>
                </a:lnTo>
                <a:lnTo>
                  <a:pt x="228600" y="204788"/>
                </a:lnTo>
                <a:lnTo>
                  <a:pt x="223838" y="209550"/>
                </a:lnTo>
                <a:lnTo>
                  <a:pt x="219075" y="214313"/>
                </a:lnTo>
                <a:lnTo>
                  <a:pt x="219075" y="223838"/>
                </a:lnTo>
                <a:lnTo>
                  <a:pt x="219075" y="233363"/>
                </a:lnTo>
                <a:lnTo>
                  <a:pt x="223838" y="238125"/>
                </a:lnTo>
                <a:lnTo>
                  <a:pt x="228600" y="242888"/>
                </a:lnTo>
                <a:lnTo>
                  <a:pt x="233363" y="247650"/>
                </a:lnTo>
                <a:lnTo>
                  <a:pt x="238125" y="252413"/>
                </a:lnTo>
                <a:lnTo>
                  <a:pt x="242888" y="257175"/>
                </a:lnTo>
                <a:lnTo>
                  <a:pt x="252413" y="257175"/>
                </a:lnTo>
                <a:lnTo>
                  <a:pt x="257175" y="261938"/>
                </a:lnTo>
                <a:lnTo>
                  <a:pt x="261938" y="266700"/>
                </a:lnTo>
                <a:lnTo>
                  <a:pt x="271463" y="266700"/>
                </a:lnTo>
                <a:lnTo>
                  <a:pt x="280988" y="266700"/>
                </a:lnTo>
                <a:lnTo>
                  <a:pt x="285750" y="271463"/>
                </a:lnTo>
                <a:lnTo>
                  <a:pt x="290513" y="276225"/>
                </a:lnTo>
                <a:lnTo>
                  <a:pt x="300038" y="276225"/>
                </a:lnTo>
                <a:lnTo>
                  <a:pt x="309563" y="276225"/>
                </a:lnTo>
                <a:lnTo>
                  <a:pt x="319088" y="276225"/>
                </a:lnTo>
                <a:lnTo>
                  <a:pt x="328613" y="276225"/>
                </a:lnTo>
                <a:lnTo>
                  <a:pt x="333375" y="280988"/>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85788" y="180975"/>
                </a:lnTo>
                <a:lnTo>
                  <a:pt x="581025" y="176213"/>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0538" y="171450"/>
                </a:lnTo>
                <a:lnTo>
                  <a:pt x="481013" y="171450"/>
                </a:lnTo>
                <a:lnTo>
                  <a:pt x="471488" y="171450"/>
                </a:lnTo>
                <a:lnTo>
                  <a:pt x="461963" y="171450"/>
                </a:lnTo>
                <a:lnTo>
                  <a:pt x="452438" y="171450"/>
                </a:lnTo>
                <a:lnTo>
                  <a:pt x="442913" y="171450"/>
                </a:lnTo>
                <a:lnTo>
                  <a:pt x="433388" y="171450"/>
                </a:lnTo>
                <a:lnTo>
                  <a:pt x="423863" y="171450"/>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28613" y="171450"/>
                </a:lnTo>
                <a:lnTo>
                  <a:pt x="319088" y="171450"/>
                </a:lnTo>
                <a:lnTo>
                  <a:pt x="314325" y="166688"/>
                </a:lnTo>
                <a:lnTo>
                  <a:pt x="314325" y="157163"/>
                </a:lnTo>
                <a:lnTo>
                  <a:pt x="309563" y="152400"/>
                </a:lnTo>
                <a:lnTo>
                  <a:pt x="304800" y="147638"/>
                </a:lnTo>
                <a:lnTo>
                  <a:pt x="300038" y="142875"/>
                </a:lnTo>
                <a:lnTo>
                  <a:pt x="295275" y="138113"/>
                </a:lnTo>
                <a:lnTo>
                  <a:pt x="295275" y="128588"/>
                </a:lnTo>
                <a:lnTo>
                  <a:pt x="290513" y="123825"/>
                </a:lnTo>
                <a:lnTo>
                  <a:pt x="280988" y="123825"/>
                </a:lnTo>
                <a:lnTo>
                  <a:pt x="276225" y="128588"/>
                </a:lnTo>
                <a:lnTo>
                  <a:pt x="271463" y="133350"/>
                </a:lnTo>
                <a:lnTo>
                  <a:pt x="266700" y="128588"/>
                </a:lnTo>
                <a:lnTo>
                  <a:pt x="261938" y="123825"/>
                </a:lnTo>
                <a:lnTo>
                  <a:pt x="252413" y="123825"/>
                </a:lnTo>
                <a:lnTo>
                  <a:pt x="247650" y="119063"/>
                </a:lnTo>
                <a:lnTo>
                  <a:pt x="242888" y="114300"/>
                </a:lnTo>
                <a:lnTo>
                  <a:pt x="238125" y="109538"/>
                </a:lnTo>
                <a:lnTo>
                  <a:pt x="233363" y="104775"/>
                </a:lnTo>
                <a:lnTo>
                  <a:pt x="228600" y="100013"/>
                </a:lnTo>
                <a:lnTo>
                  <a:pt x="223838" y="95250"/>
                </a:lnTo>
                <a:lnTo>
                  <a:pt x="214313" y="95250"/>
                </a:lnTo>
                <a:lnTo>
                  <a:pt x="209550" y="90488"/>
                </a:lnTo>
                <a:lnTo>
                  <a:pt x="204788" y="85725"/>
                </a:lnTo>
                <a:lnTo>
                  <a:pt x="200025" y="80963"/>
                </a:lnTo>
                <a:lnTo>
                  <a:pt x="195263" y="76200"/>
                </a:lnTo>
                <a:lnTo>
                  <a:pt x="190500" y="71438"/>
                </a:lnTo>
                <a:lnTo>
                  <a:pt x="185738" y="66675"/>
                </a:lnTo>
                <a:lnTo>
                  <a:pt x="176213" y="66675"/>
                </a:lnTo>
                <a:lnTo>
                  <a:pt x="171450" y="61913"/>
                </a:lnTo>
                <a:lnTo>
                  <a:pt x="166688" y="57150"/>
                </a:lnTo>
                <a:lnTo>
                  <a:pt x="161925" y="52388"/>
                </a:lnTo>
                <a:lnTo>
                  <a:pt x="157163" y="47625"/>
                </a:lnTo>
                <a:lnTo>
                  <a:pt x="152400" y="42863"/>
                </a:lnTo>
                <a:lnTo>
                  <a:pt x="147638" y="38100"/>
                </a:lnTo>
                <a:lnTo>
                  <a:pt x="142875" y="33338"/>
                </a:lnTo>
                <a:lnTo>
                  <a:pt x="138113" y="28575"/>
                </a:lnTo>
                <a:lnTo>
                  <a:pt x="128588" y="28575"/>
                </a:lnTo>
                <a:lnTo>
                  <a:pt x="123825" y="23813"/>
                </a:lnTo>
                <a:lnTo>
                  <a:pt x="119063" y="19050"/>
                </a:lnTo>
                <a:lnTo>
                  <a:pt x="114300" y="14288"/>
                </a:lnTo>
                <a:lnTo>
                  <a:pt x="109538" y="9525"/>
                </a:lnTo>
                <a:lnTo>
                  <a:pt x="104775" y="4763"/>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7738" y="0"/>
                </a:lnTo>
                <a:lnTo>
                  <a:pt x="957263" y="0"/>
                </a:lnTo>
                <a:lnTo>
                  <a:pt x="966788" y="0"/>
                </a:lnTo>
                <a:lnTo>
                  <a:pt x="976313" y="0"/>
                </a:lnTo>
                <a:lnTo>
                  <a:pt x="981075" y="4763"/>
                </a:lnTo>
                <a:lnTo>
                  <a:pt x="985838" y="9525"/>
                </a:lnTo>
                <a:lnTo>
                  <a:pt x="990600" y="14288"/>
                </a:lnTo>
                <a:lnTo>
                  <a:pt x="995363" y="19050"/>
                </a:lnTo>
                <a:lnTo>
                  <a:pt x="1000125" y="23813"/>
                </a:lnTo>
                <a:lnTo>
                  <a:pt x="1004888" y="28575"/>
                </a:lnTo>
                <a:lnTo>
                  <a:pt x="1009650" y="33338"/>
                </a:lnTo>
                <a:lnTo>
                  <a:pt x="1009650" y="42863"/>
                </a:lnTo>
                <a:lnTo>
                  <a:pt x="1014413" y="47625"/>
                </a:lnTo>
                <a:lnTo>
                  <a:pt x="1019175" y="52388"/>
                </a:lnTo>
                <a:lnTo>
                  <a:pt x="1023938" y="57150"/>
                </a:lnTo>
                <a:lnTo>
                  <a:pt x="1028700" y="61913"/>
                </a:lnTo>
                <a:lnTo>
                  <a:pt x="1033463" y="66675"/>
                </a:lnTo>
                <a:lnTo>
                  <a:pt x="1038225" y="71438"/>
                </a:lnTo>
                <a:lnTo>
                  <a:pt x="1042988" y="76200"/>
                </a:lnTo>
                <a:lnTo>
                  <a:pt x="1047750" y="80963"/>
                </a:lnTo>
                <a:lnTo>
                  <a:pt x="1047750" y="90488"/>
                </a:lnTo>
                <a:lnTo>
                  <a:pt x="1052513" y="95250"/>
                </a:lnTo>
                <a:lnTo>
                  <a:pt x="1057275" y="100013"/>
                </a:lnTo>
                <a:lnTo>
                  <a:pt x="1062038" y="104775"/>
                </a:lnTo>
                <a:lnTo>
                  <a:pt x="1066800" y="100013"/>
                </a:lnTo>
                <a:lnTo>
                  <a:pt x="1066800" y="90488"/>
                </a:lnTo>
                <a:lnTo>
                  <a:pt x="1066800" y="80963"/>
                </a:lnTo>
                <a:lnTo>
                  <a:pt x="1066800" y="71438"/>
                </a:lnTo>
                <a:lnTo>
                  <a:pt x="1066800" y="61913"/>
                </a:lnTo>
                <a:lnTo>
                  <a:pt x="1066800" y="52388"/>
                </a:lnTo>
                <a:lnTo>
                  <a:pt x="1066800" y="42863"/>
                </a:lnTo>
                <a:lnTo>
                  <a:pt x="1066800" y="33338"/>
                </a:lnTo>
                <a:lnTo>
                  <a:pt x="1066800" y="23813"/>
                </a:lnTo>
                <a:lnTo>
                  <a:pt x="1066800" y="14288"/>
                </a:lnTo>
                <a:lnTo>
                  <a:pt x="1066800" y="4763"/>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0" y="862013"/>
                </a:lnTo>
                <a:lnTo>
                  <a:pt x="0" y="852488"/>
                </a:lnTo>
                <a:lnTo>
                  <a:pt x="0" y="842963"/>
                </a:lnTo>
                <a:lnTo>
                  <a:pt x="0" y="833438"/>
                </a:lnTo>
                <a:lnTo>
                  <a:pt x="0" y="823913"/>
                </a:lnTo>
                <a:lnTo>
                  <a:pt x="0" y="814388"/>
                </a:lnTo>
                <a:lnTo>
                  <a:pt x="0" y="804863"/>
                </a:lnTo>
                <a:lnTo>
                  <a:pt x="0" y="795338"/>
                </a:lnTo>
                <a:lnTo>
                  <a:pt x="0" y="785813"/>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14288" y="771525"/>
                </a:moveTo>
                <a:lnTo>
                  <a:pt x="9525" y="776288"/>
                </a:lnTo>
                <a:lnTo>
                  <a:pt x="9525" y="785813"/>
                </a:lnTo>
                <a:lnTo>
                  <a:pt x="9525" y="795338"/>
                </a:lnTo>
                <a:lnTo>
                  <a:pt x="9525" y="804863"/>
                </a:lnTo>
                <a:lnTo>
                  <a:pt x="9525" y="814388"/>
                </a:lnTo>
                <a:lnTo>
                  <a:pt x="9525" y="823913"/>
                </a:lnTo>
                <a:lnTo>
                  <a:pt x="9525" y="833438"/>
                </a:lnTo>
                <a:lnTo>
                  <a:pt x="9525" y="842963"/>
                </a:lnTo>
                <a:lnTo>
                  <a:pt x="9525" y="852488"/>
                </a:lnTo>
                <a:lnTo>
                  <a:pt x="9525" y="862013"/>
                </a:lnTo>
                <a:lnTo>
                  <a:pt x="14288" y="866775"/>
                </a:lnTo>
                <a:lnTo>
                  <a:pt x="23813" y="866775"/>
                </a:lnTo>
                <a:lnTo>
                  <a:pt x="33338" y="866775"/>
                </a:lnTo>
                <a:lnTo>
                  <a:pt x="42863" y="866775"/>
                </a:lnTo>
                <a:lnTo>
                  <a:pt x="52388" y="866775"/>
                </a:lnTo>
                <a:lnTo>
                  <a:pt x="61913" y="866775"/>
                </a:lnTo>
                <a:lnTo>
                  <a:pt x="71438" y="866775"/>
                </a:lnTo>
                <a:lnTo>
                  <a:pt x="80963" y="866775"/>
                </a:lnTo>
                <a:lnTo>
                  <a:pt x="90488" y="866775"/>
                </a:lnTo>
                <a:lnTo>
                  <a:pt x="95250" y="862013"/>
                </a:lnTo>
                <a:lnTo>
                  <a:pt x="90488" y="857250"/>
                </a:lnTo>
                <a:lnTo>
                  <a:pt x="85725" y="852488"/>
                </a:lnTo>
                <a:lnTo>
                  <a:pt x="80963" y="847725"/>
                </a:lnTo>
                <a:lnTo>
                  <a:pt x="76200" y="842963"/>
                </a:lnTo>
                <a:lnTo>
                  <a:pt x="71438" y="838200"/>
                </a:lnTo>
                <a:lnTo>
                  <a:pt x="66675" y="833438"/>
                </a:lnTo>
                <a:lnTo>
                  <a:pt x="61913" y="828675"/>
                </a:lnTo>
                <a:lnTo>
                  <a:pt x="57150" y="823913"/>
                </a:lnTo>
                <a:lnTo>
                  <a:pt x="57150" y="814388"/>
                </a:lnTo>
                <a:lnTo>
                  <a:pt x="52388" y="809625"/>
                </a:lnTo>
                <a:lnTo>
                  <a:pt x="47625" y="804863"/>
                </a:lnTo>
                <a:lnTo>
                  <a:pt x="42863" y="800100"/>
                </a:lnTo>
                <a:lnTo>
                  <a:pt x="38100" y="795338"/>
                </a:lnTo>
                <a:lnTo>
                  <a:pt x="38100" y="785813"/>
                </a:lnTo>
                <a:lnTo>
                  <a:pt x="33338" y="781050"/>
                </a:lnTo>
                <a:lnTo>
                  <a:pt x="23813" y="781050"/>
                </a:lnTo>
                <a:lnTo>
                  <a:pt x="19050" y="776288"/>
                </a:lnTo>
                <a:lnTo>
                  <a:pt x="14288" y="771525"/>
                </a:lnTo>
                <a:close/>
              </a:path>
            </a:pathLst>
          </a:custGeom>
          <a:solidFill xmlns:a="http://schemas.openxmlformats.org/drawingml/2006/main">
            <a:srgbClr val="F1AF6C"/>
          </a:solidFill>
          <a:ln xmlns:a="http://schemas.openxmlformats.org/drawingml/2006/main" w="0">
            <a:noFill/>
            <a:prstDash val="solid"/>
          </a:ln>
        </p:spPr>
      </p:sp>
      <p:sp>
        <p:nvSpPr>
          <p:cNvPr id="689" name="layout-orange-87-1">
            <a:extLst xmlns:a="http://schemas.openxmlformats.org/drawingml/2006/main">
              <a:ext uri="{FF2B5EF4-FFF2-40B4-BE49-F238E27FC236}">
                <a16:creationId xmlns:a16="http://schemas.microsoft.com/office/drawing/2014/main" id="{B67743E3-79A4-41AA-86B9-47C0F9BAF5FE}"/>
              </a:ext>
            </a:extLst>
          </p:cNvPr>
          <p:cNvSpPr>
            <a:spLocks xmlns:a="http://schemas.openxmlformats.org/drawingml/2006/main" noGrp="1"/>
          </p:cNvSpPr>
          <p:nvPr/>
        </p:nvSpPr>
        <p:spPr>
          <a:xfrm xmlns:a="http://schemas.openxmlformats.org/drawingml/2006/main" rot="0">
            <a:off x="2181225" y="3552825"/>
            <a:ext cx="438150" cy="95250"/>
          </a:xfrm>
          <a:custGeom xmlns:a="http://schemas.openxmlformats.org/drawingml/2006/main">
            <a:pathLst>
              <a:path w="438150" h="95250">
                <a:moveTo>
                  <a:pt x="114300" y="4763"/>
                </a:moveTo>
                <a:lnTo>
                  <a:pt x="119063" y="0"/>
                </a:lnTo>
                <a:lnTo>
                  <a:pt x="128588" y="0"/>
                </a:lnTo>
                <a:lnTo>
                  <a:pt x="138113" y="0"/>
                </a:lnTo>
                <a:lnTo>
                  <a:pt x="147638" y="0"/>
                </a:lnTo>
                <a:lnTo>
                  <a:pt x="157163" y="0"/>
                </a:lnTo>
                <a:lnTo>
                  <a:pt x="166688" y="0"/>
                </a:lnTo>
                <a:lnTo>
                  <a:pt x="176213" y="0"/>
                </a:lnTo>
                <a:lnTo>
                  <a:pt x="185738" y="0"/>
                </a:lnTo>
                <a:lnTo>
                  <a:pt x="195263" y="0"/>
                </a:lnTo>
                <a:lnTo>
                  <a:pt x="200025" y="4763"/>
                </a:lnTo>
                <a:lnTo>
                  <a:pt x="195263" y="9525"/>
                </a:lnTo>
                <a:lnTo>
                  <a:pt x="190500" y="14288"/>
                </a:lnTo>
                <a:lnTo>
                  <a:pt x="185738" y="19050"/>
                </a:lnTo>
                <a:lnTo>
                  <a:pt x="180975" y="23813"/>
                </a:lnTo>
                <a:lnTo>
                  <a:pt x="180975" y="33338"/>
                </a:lnTo>
                <a:lnTo>
                  <a:pt x="180975" y="42863"/>
                </a:lnTo>
                <a:lnTo>
                  <a:pt x="180975" y="52388"/>
                </a:lnTo>
                <a:lnTo>
                  <a:pt x="185738" y="57150"/>
                </a:lnTo>
                <a:lnTo>
                  <a:pt x="190500" y="61913"/>
                </a:lnTo>
                <a:lnTo>
                  <a:pt x="195263" y="66675"/>
                </a:lnTo>
                <a:lnTo>
                  <a:pt x="200025" y="71438"/>
                </a:lnTo>
                <a:lnTo>
                  <a:pt x="204788" y="76200"/>
                </a:lnTo>
                <a:lnTo>
                  <a:pt x="214313" y="76200"/>
                </a:lnTo>
                <a:lnTo>
                  <a:pt x="223838" y="76200"/>
                </a:lnTo>
                <a:lnTo>
                  <a:pt x="233363" y="76200"/>
                </a:lnTo>
                <a:lnTo>
                  <a:pt x="242888" y="76200"/>
                </a:lnTo>
                <a:lnTo>
                  <a:pt x="247650" y="71438"/>
                </a:lnTo>
                <a:lnTo>
                  <a:pt x="252413" y="66675"/>
                </a:lnTo>
                <a:lnTo>
                  <a:pt x="257175" y="61913"/>
                </a:lnTo>
                <a:lnTo>
                  <a:pt x="261938" y="57150"/>
                </a:lnTo>
                <a:lnTo>
                  <a:pt x="266700" y="52388"/>
                </a:lnTo>
                <a:lnTo>
                  <a:pt x="266700" y="42863"/>
                </a:lnTo>
                <a:lnTo>
                  <a:pt x="266700" y="33338"/>
                </a:lnTo>
                <a:lnTo>
                  <a:pt x="266700" y="23813"/>
                </a:lnTo>
                <a:lnTo>
                  <a:pt x="261938" y="19050"/>
                </a:lnTo>
                <a:lnTo>
                  <a:pt x="257175" y="14288"/>
                </a:lnTo>
                <a:lnTo>
                  <a:pt x="252413" y="9525"/>
                </a:lnTo>
                <a:lnTo>
                  <a:pt x="247650" y="4763"/>
                </a:lnTo>
                <a:lnTo>
                  <a:pt x="252413" y="0"/>
                </a:lnTo>
                <a:lnTo>
                  <a:pt x="261938" y="0"/>
                </a:lnTo>
                <a:lnTo>
                  <a:pt x="271463" y="0"/>
                </a:lnTo>
                <a:lnTo>
                  <a:pt x="280988" y="0"/>
                </a:lnTo>
                <a:lnTo>
                  <a:pt x="290513" y="0"/>
                </a:lnTo>
                <a:lnTo>
                  <a:pt x="300038" y="0"/>
                </a:lnTo>
                <a:lnTo>
                  <a:pt x="309563" y="0"/>
                </a:lnTo>
                <a:lnTo>
                  <a:pt x="314325" y="4763"/>
                </a:lnTo>
                <a:lnTo>
                  <a:pt x="319088" y="9525"/>
                </a:lnTo>
                <a:lnTo>
                  <a:pt x="328613" y="9525"/>
                </a:lnTo>
                <a:lnTo>
                  <a:pt x="338138" y="9525"/>
                </a:lnTo>
                <a:lnTo>
                  <a:pt x="347663" y="9525"/>
                </a:lnTo>
                <a:lnTo>
                  <a:pt x="357188" y="9525"/>
                </a:lnTo>
                <a:lnTo>
                  <a:pt x="366713" y="9525"/>
                </a:lnTo>
                <a:lnTo>
                  <a:pt x="371475" y="14288"/>
                </a:lnTo>
                <a:lnTo>
                  <a:pt x="376238" y="19050"/>
                </a:lnTo>
                <a:lnTo>
                  <a:pt x="385763" y="19050"/>
                </a:lnTo>
                <a:lnTo>
                  <a:pt x="395288" y="19050"/>
                </a:lnTo>
                <a:lnTo>
                  <a:pt x="404813" y="19050"/>
                </a:lnTo>
                <a:lnTo>
                  <a:pt x="409575" y="23813"/>
                </a:lnTo>
                <a:lnTo>
                  <a:pt x="414338" y="28575"/>
                </a:lnTo>
                <a:lnTo>
                  <a:pt x="423863" y="28575"/>
                </a:lnTo>
                <a:lnTo>
                  <a:pt x="428625" y="33338"/>
                </a:lnTo>
                <a:lnTo>
                  <a:pt x="433388" y="38100"/>
                </a:lnTo>
                <a:lnTo>
                  <a:pt x="438150" y="42863"/>
                </a:lnTo>
                <a:lnTo>
                  <a:pt x="438150" y="52388"/>
                </a:lnTo>
                <a:lnTo>
                  <a:pt x="433388" y="57150"/>
                </a:lnTo>
                <a:lnTo>
                  <a:pt x="428625" y="61913"/>
                </a:lnTo>
                <a:lnTo>
                  <a:pt x="423863" y="66675"/>
                </a:lnTo>
                <a:lnTo>
                  <a:pt x="414338" y="66675"/>
                </a:lnTo>
                <a:lnTo>
                  <a:pt x="409575" y="71438"/>
                </a:lnTo>
                <a:lnTo>
                  <a:pt x="404813" y="76200"/>
                </a:lnTo>
                <a:lnTo>
                  <a:pt x="395288" y="76200"/>
                </a:lnTo>
                <a:lnTo>
                  <a:pt x="385763" y="76200"/>
                </a:lnTo>
                <a:lnTo>
                  <a:pt x="376238" y="76200"/>
                </a:lnTo>
                <a:lnTo>
                  <a:pt x="371475" y="80963"/>
                </a:lnTo>
                <a:lnTo>
                  <a:pt x="366713" y="85725"/>
                </a:lnTo>
                <a:lnTo>
                  <a:pt x="357188" y="85725"/>
                </a:lnTo>
                <a:lnTo>
                  <a:pt x="347663" y="85725"/>
                </a:lnTo>
                <a:lnTo>
                  <a:pt x="338138" y="85725"/>
                </a:lnTo>
                <a:lnTo>
                  <a:pt x="328613" y="85725"/>
                </a:lnTo>
                <a:lnTo>
                  <a:pt x="319088" y="85725"/>
                </a:lnTo>
                <a:lnTo>
                  <a:pt x="309563" y="85725"/>
                </a:lnTo>
                <a:lnTo>
                  <a:pt x="300038" y="85725"/>
                </a:lnTo>
                <a:lnTo>
                  <a:pt x="295275" y="90488"/>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38113" y="95250"/>
                </a:lnTo>
                <a:lnTo>
                  <a:pt x="133350" y="90488"/>
                </a:lnTo>
                <a:lnTo>
                  <a:pt x="128588" y="85725"/>
                </a:lnTo>
                <a:lnTo>
                  <a:pt x="119063" y="85725"/>
                </a:lnTo>
                <a:lnTo>
                  <a:pt x="109538" y="85725"/>
                </a:lnTo>
                <a:lnTo>
                  <a:pt x="100013" y="85725"/>
                </a:lnTo>
                <a:lnTo>
                  <a:pt x="90488" y="85725"/>
                </a:lnTo>
                <a:lnTo>
                  <a:pt x="80963" y="85725"/>
                </a:lnTo>
                <a:lnTo>
                  <a:pt x="71438" y="85725"/>
                </a:lnTo>
                <a:lnTo>
                  <a:pt x="66675" y="80963"/>
                </a:lnTo>
                <a:lnTo>
                  <a:pt x="61913" y="76200"/>
                </a:lnTo>
                <a:lnTo>
                  <a:pt x="52388" y="76200"/>
                </a:lnTo>
                <a:lnTo>
                  <a:pt x="42863" y="76200"/>
                </a:lnTo>
                <a:lnTo>
                  <a:pt x="33338" y="76200"/>
                </a:lnTo>
                <a:lnTo>
                  <a:pt x="28575" y="71438"/>
                </a:lnTo>
                <a:lnTo>
                  <a:pt x="23813" y="66675"/>
                </a:lnTo>
                <a:lnTo>
                  <a:pt x="14288" y="66675"/>
                </a:lnTo>
                <a:lnTo>
                  <a:pt x="9525" y="61913"/>
                </a:lnTo>
                <a:lnTo>
                  <a:pt x="4763" y="57150"/>
                </a:lnTo>
                <a:lnTo>
                  <a:pt x="0" y="52388"/>
                </a:lnTo>
                <a:lnTo>
                  <a:pt x="0" y="42863"/>
                </a:lnTo>
                <a:lnTo>
                  <a:pt x="4763" y="38100"/>
                </a:lnTo>
                <a:lnTo>
                  <a:pt x="9525" y="33338"/>
                </a:lnTo>
                <a:lnTo>
                  <a:pt x="14288" y="28575"/>
                </a:lnTo>
                <a:lnTo>
                  <a:pt x="23813" y="28575"/>
                </a:lnTo>
                <a:lnTo>
                  <a:pt x="28575" y="23813"/>
                </a:lnTo>
                <a:lnTo>
                  <a:pt x="33338" y="19050"/>
                </a:lnTo>
                <a:lnTo>
                  <a:pt x="42863" y="19050"/>
                </a:lnTo>
                <a:lnTo>
                  <a:pt x="52388" y="19050"/>
                </a:lnTo>
                <a:lnTo>
                  <a:pt x="57150" y="14288"/>
                </a:lnTo>
                <a:lnTo>
                  <a:pt x="61913" y="9525"/>
                </a:lnTo>
                <a:lnTo>
                  <a:pt x="71438" y="9525"/>
                </a:lnTo>
                <a:lnTo>
                  <a:pt x="80963" y="9525"/>
                </a:lnTo>
                <a:lnTo>
                  <a:pt x="90488" y="9525"/>
                </a:lnTo>
                <a:lnTo>
                  <a:pt x="100013" y="9525"/>
                </a:lnTo>
                <a:lnTo>
                  <a:pt x="109538" y="9525"/>
                </a:lnTo>
                <a:lnTo>
                  <a:pt x="114300" y="4763"/>
                </a:lnTo>
                <a:close/>
              </a:path>
            </a:pathLst>
          </a:custGeom>
          <a:solidFill xmlns:a="http://schemas.openxmlformats.org/drawingml/2006/main">
            <a:srgbClr val="F1AF6C"/>
          </a:solidFill>
          <a:ln xmlns:a="http://schemas.openxmlformats.org/drawingml/2006/main" w="0">
            <a:noFill/>
            <a:prstDash val="solid"/>
          </a:ln>
        </p:spPr>
      </p:sp>
      <p:sp>
        <p:nvSpPr>
          <p:cNvPr id="690" name="layout-orange-88-0">
            <a:extLst xmlns:a="http://schemas.openxmlformats.org/drawingml/2006/main">
              <a:ext uri="{FF2B5EF4-FFF2-40B4-BE49-F238E27FC236}">
                <a16:creationId xmlns:a16="http://schemas.microsoft.com/office/drawing/2014/main" id="{F55B9901-9ECD-4FCE-AFBB-A452476BE187}"/>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14288" y="152400"/>
                </a:lnTo>
                <a:lnTo>
                  <a:pt x="19050" y="147638"/>
                </a:lnTo>
                <a:lnTo>
                  <a:pt x="19050" y="138113"/>
                </a:lnTo>
                <a:lnTo>
                  <a:pt x="19050" y="128588"/>
                </a:lnTo>
                <a:lnTo>
                  <a:pt x="23813" y="123825"/>
                </a:lnTo>
                <a:lnTo>
                  <a:pt x="28575" y="119063"/>
                </a:lnTo>
                <a:lnTo>
                  <a:pt x="33338" y="114300"/>
                </a:lnTo>
                <a:lnTo>
                  <a:pt x="38100" y="109538"/>
                </a:lnTo>
                <a:lnTo>
                  <a:pt x="42863" y="104775"/>
                </a:lnTo>
                <a:lnTo>
                  <a:pt x="47625" y="100013"/>
                </a:lnTo>
                <a:lnTo>
                  <a:pt x="52388" y="95250"/>
                </a:lnTo>
                <a:lnTo>
                  <a:pt x="57150" y="90488"/>
                </a:lnTo>
                <a:lnTo>
                  <a:pt x="57150" y="80963"/>
                </a:lnTo>
                <a:lnTo>
                  <a:pt x="61913" y="76200"/>
                </a:lnTo>
                <a:lnTo>
                  <a:pt x="66675" y="71438"/>
                </a:lnTo>
                <a:lnTo>
                  <a:pt x="71438" y="66675"/>
                </a:lnTo>
                <a:lnTo>
                  <a:pt x="76200" y="61913"/>
                </a:lnTo>
                <a:lnTo>
                  <a:pt x="76200" y="52388"/>
                </a:lnTo>
                <a:lnTo>
                  <a:pt x="80963" y="47625"/>
                </a:lnTo>
                <a:lnTo>
                  <a:pt x="85725" y="42863"/>
                </a:lnTo>
                <a:lnTo>
                  <a:pt x="90488" y="38100"/>
                </a:lnTo>
                <a:lnTo>
                  <a:pt x="95250" y="33338"/>
                </a:lnTo>
                <a:lnTo>
                  <a:pt x="100013" y="28575"/>
                </a:lnTo>
                <a:lnTo>
                  <a:pt x="104775" y="33338"/>
                </a:lnTo>
                <a:lnTo>
                  <a:pt x="109538" y="38100"/>
                </a:lnTo>
                <a:lnTo>
                  <a:pt x="114300" y="42863"/>
                </a:lnTo>
                <a:lnTo>
                  <a:pt x="119063" y="47625"/>
                </a:lnTo>
                <a:lnTo>
                  <a:pt x="128588" y="47625"/>
                </a:lnTo>
                <a:lnTo>
                  <a:pt x="133350" y="52388"/>
                </a:lnTo>
                <a:lnTo>
                  <a:pt x="138113" y="57150"/>
                </a:lnTo>
                <a:lnTo>
                  <a:pt x="142875" y="61913"/>
                </a:lnTo>
                <a:lnTo>
                  <a:pt x="147638" y="66675"/>
                </a:lnTo>
                <a:lnTo>
                  <a:pt x="152400" y="71438"/>
                </a:lnTo>
                <a:lnTo>
                  <a:pt x="157163" y="76200"/>
                </a:lnTo>
                <a:lnTo>
                  <a:pt x="166688" y="76200"/>
                </a:lnTo>
                <a:lnTo>
                  <a:pt x="171450" y="80963"/>
                </a:lnTo>
                <a:lnTo>
                  <a:pt x="176213" y="85725"/>
                </a:lnTo>
                <a:lnTo>
                  <a:pt x="180975" y="90488"/>
                </a:lnTo>
                <a:lnTo>
                  <a:pt x="185738" y="95250"/>
                </a:lnTo>
                <a:lnTo>
                  <a:pt x="190500" y="100013"/>
                </a:lnTo>
                <a:lnTo>
                  <a:pt x="195263" y="104775"/>
                </a:lnTo>
                <a:lnTo>
                  <a:pt x="204788" y="104775"/>
                </a:lnTo>
                <a:lnTo>
                  <a:pt x="209550" y="109538"/>
                </a:lnTo>
                <a:lnTo>
                  <a:pt x="214313" y="114300"/>
                </a:lnTo>
                <a:lnTo>
                  <a:pt x="219075" y="119063"/>
                </a:lnTo>
                <a:lnTo>
                  <a:pt x="223838" y="123825"/>
                </a:lnTo>
                <a:lnTo>
                  <a:pt x="228600" y="128588"/>
                </a:lnTo>
                <a:lnTo>
                  <a:pt x="233363" y="133350"/>
                </a:lnTo>
                <a:lnTo>
                  <a:pt x="242888" y="133350"/>
                </a:lnTo>
                <a:lnTo>
                  <a:pt x="247650" y="138113"/>
                </a:lnTo>
                <a:lnTo>
                  <a:pt x="252413" y="142875"/>
                </a:lnTo>
                <a:lnTo>
                  <a:pt x="257175" y="147638"/>
                </a:lnTo>
                <a:lnTo>
                  <a:pt x="257175" y="157163"/>
                </a:lnTo>
                <a:lnTo>
                  <a:pt x="252413" y="161925"/>
                </a:lnTo>
                <a:lnTo>
                  <a:pt x="247650" y="166688"/>
                </a:lnTo>
                <a:lnTo>
                  <a:pt x="252413" y="171450"/>
                </a:lnTo>
                <a:lnTo>
                  <a:pt x="261938" y="171450"/>
                </a:lnTo>
                <a:lnTo>
                  <a:pt x="271463" y="171450"/>
                </a:lnTo>
                <a:lnTo>
                  <a:pt x="276225" y="176213"/>
                </a:lnTo>
                <a:lnTo>
                  <a:pt x="276225" y="185738"/>
                </a:lnTo>
                <a:lnTo>
                  <a:pt x="271463" y="190500"/>
                </a:lnTo>
                <a:lnTo>
                  <a:pt x="261938" y="190500"/>
                </a:lnTo>
                <a:lnTo>
                  <a:pt x="252413" y="190500"/>
                </a:lnTo>
                <a:lnTo>
                  <a:pt x="247650" y="195263"/>
                </a:lnTo>
                <a:lnTo>
                  <a:pt x="242888" y="200025"/>
                </a:lnTo>
                <a:lnTo>
                  <a:pt x="233363" y="200025"/>
                </a:lnTo>
                <a:lnTo>
                  <a:pt x="228600" y="204788"/>
                </a:lnTo>
                <a:lnTo>
                  <a:pt x="223838" y="209550"/>
                </a:lnTo>
                <a:lnTo>
                  <a:pt x="219075" y="214313"/>
                </a:lnTo>
                <a:lnTo>
                  <a:pt x="219075" y="223838"/>
                </a:lnTo>
                <a:lnTo>
                  <a:pt x="219075" y="233363"/>
                </a:lnTo>
                <a:lnTo>
                  <a:pt x="223838" y="238125"/>
                </a:lnTo>
                <a:lnTo>
                  <a:pt x="228600" y="242888"/>
                </a:lnTo>
                <a:lnTo>
                  <a:pt x="233363" y="247650"/>
                </a:lnTo>
                <a:lnTo>
                  <a:pt x="238125" y="252413"/>
                </a:lnTo>
                <a:lnTo>
                  <a:pt x="242888" y="257175"/>
                </a:lnTo>
                <a:lnTo>
                  <a:pt x="252413" y="257175"/>
                </a:lnTo>
                <a:lnTo>
                  <a:pt x="257175" y="261938"/>
                </a:lnTo>
                <a:lnTo>
                  <a:pt x="261938" y="266700"/>
                </a:lnTo>
                <a:lnTo>
                  <a:pt x="271463" y="266700"/>
                </a:lnTo>
                <a:lnTo>
                  <a:pt x="280988" y="266700"/>
                </a:lnTo>
                <a:lnTo>
                  <a:pt x="285750" y="271463"/>
                </a:lnTo>
                <a:lnTo>
                  <a:pt x="290513" y="276225"/>
                </a:lnTo>
                <a:lnTo>
                  <a:pt x="300038" y="276225"/>
                </a:lnTo>
                <a:lnTo>
                  <a:pt x="309563" y="276225"/>
                </a:lnTo>
                <a:lnTo>
                  <a:pt x="319088" y="276225"/>
                </a:lnTo>
                <a:lnTo>
                  <a:pt x="328613" y="276225"/>
                </a:lnTo>
                <a:lnTo>
                  <a:pt x="333375" y="280988"/>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85788" y="180975"/>
                </a:lnTo>
                <a:lnTo>
                  <a:pt x="581025" y="176213"/>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0538" y="171450"/>
                </a:lnTo>
                <a:lnTo>
                  <a:pt x="481013" y="171450"/>
                </a:lnTo>
                <a:lnTo>
                  <a:pt x="476250" y="166688"/>
                </a:lnTo>
                <a:lnTo>
                  <a:pt x="471488" y="161925"/>
                </a:lnTo>
                <a:lnTo>
                  <a:pt x="461963" y="161925"/>
                </a:lnTo>
                <a:lnTo>
                  <a:pt x="452438" y="161925"/>
                </a:lnTo>
                <a:lnTo>
                  <a:pt x="442913" y="161925"/>
                </a:lnTo>
                <a:lnTo>
                  <a:pt x="438150" y="166688"/>
                </a:lnTo>
                <a:lnTo>
                  <a:pt x="433388" y="171450"/>
                </a:lnTo>
                <a:lnTo>
                  <a:pt x="423863" y="171450"/>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28613" y="171450"/>
                </a:lnTo>
                <a:lnTo>
                  <a:pt x="319088" y="171450"/>
                </a:lnTo>
                <a:lnTo>
                  <a:pt x="314325" y="166688"/>
                </a:lnTo>
                <a:lnTo>
                  <a:pt x="314325" y="157163"/>
                </a:lnTo>
                <a:lnTo>
                  <a:pt x="309563" y="152400"/>
                </a:lnTo>
                <a:lnTo>
                  <a:pt x="304800" y="147638"/>
                </a:lnTo>
                <a:lnTo>
                  <a:pt x="300038" y="142875"/>
                </a:lnTo>
                <a:lnTo>
                  <a:pt x="295275" y="138113"/>
                </a:lnTo>
                <a:lnTo>
                  <a:pt x="295275" y="128588"/>
                </a:lnTo>
                <a:lnTo>
                  <a:pt x="290513" y="123825"/>
                </a:lnTo>
                <a:lnTo>
                  <a:pt x="280988" y="123825"/>
                </a:lnTo>
                <a:lnTo>
                  <a:pt x="276225" y="128588"/>
                </a:lnTo>
                <a:lnTo>
                  <a:pt x="271463" y="133350"/>
                </a:lnTo>
                <a:lnTo>
                  <a:pt x="266700" y="128588"/>
                </a:lnTo>
                <a:lnTo>
                  <a:pt x="261938" y="123825"/>
                </a:lnTo>
                <a:lnTo>
                  <a:pt x="252413" y="123825"/>
                </a:lnTo>
                <a:lnTo>
                  <a:pt x="247650" y="119063"/>
                </a:lnTo>
                <a:lnTo>
                  <a:pt x="242888" y="114300"/>
                </a:lnTo>
                <a:lnTo>
                  <a:pt x="238125" y="109538"/>
                </a:lnTo>
                <a:lnTo>
                  <a:pt x="233363" y="104775"/>
                </a:lnTo>
                <a:lnTo>
                  <a:pt x="228600" y="100013"/>
                </a:lnTo>
                <a:lnTo>
                  <a:pt x="223838" y="95250"/>
                </a:lnTo>
                <a:lnTo>
                  <a:pt x="214313" y="95250"/>
                </a:lnTo>
                <a:lnTo>
                  <a:pt x="209550" y="90488"/>
                </a:lnTo>
                <a:lnTo>
                  <a:pt x="204788" y="85725"/>
                </a:lnTo>
                <a:lnTo>
                  <a:pt x="200025" y="80963"/>
                </a:lnTo>
                <a:lnTo>
                  <a:pt x="195263" y="76200"/>
                </a:lnTo>
                <a:lnTo>
                  <a:pt x="190500" y="71438"/>
                </a:lnTo>
                <a:lnTo>
                  <a:pt x="185738" y="66675"/>
                </a:lnTo>
                <a:lnTo>
                  <a:pt x="180975" y="61913"/>
                </a:lnTo>
                <a:lnTo>
                  <a:pt x="176213" y="57150"/>
                </a:lnTo>
                <a:lnTo>
                  <a:pt x="166688" y="57150"/>
                </a:lnTo>
                <a:lnTo>
                  <a:pt x="161925" y="52388"/>
                </a:lnTo>
                <a:lnTo>
                  <a:pt x="157163" y="47625"/>
                </a:lnTo>
                <a:lnTo>
                  <a:pt x="152400" y="42863"/>
                </a:lnTo>
                <a:lnTo>
                  <a:pt x="147638" y="38100"/>
                </a:lnTo>
                <a:lnTo>
                  <a:pt x="142875" y="33338"/>
                </a:lnTo>
                <a:lnTo>
                  <a:pt x="138113" y="28575"/>
                </a:lnTo>
                <a:lnTo>
                  <a:pt x="128588" y="28575"/>
                </a:lnTo>
                <a:lnTo>
                  <a:pt x="123825" y="23813"/>
                </a:lnTo>
                <a:lnTo>
                  <a:pt x="119063" y="19050"/>
                </a:lnTo>
                <a:lnTo>
                  <a:pt x="114300" y="14288"/>
                </a:lnTo>
                <a:lnTo>
                  <a:pt x="119063" y="9525"/>
                </a:lnTo>
                <a:lnTo>
                  <a:pt x="123825" y="4763"/>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9163" y="0"/>
                </a:lnTo>
                <a:lnTo>
                  <a:pt x="928688" y="0"/>
                </a:lnTo>
                <a:lnTo>
                  <a:pt x="938213" y="0"/>
                </a:lnTo>
                <a:lnTo>
                  <a:pt x="942975" y="4763"/>
                </a:lnTo>
                <a:lnTo>
                  <a:pt x="947738" y="9525"/>
                </a:lnTo>
                <a:lnTo>
                  <a:pt x="957263" y="9525"/>
                </a:lnTo>
                <a:lnTo>
                  <a:pt x="962025" y="14288"/>
                </a:lnTo>
                <a:lnTo>
                  <a:pt x="966788" y="19050"/>
                </a:lnTo>
                <a:lnTo>
                  <a:pt x="971550" y="23813"/>
                </a:lnTo>
                <a:lnTo>
                  <a:pt x="976313" y="28575"/>
                </a:lnTo>
                <a:lnTo>
                  <a:pt x="981075" y="33338"/>
                </a:lnTo>
                <a:lnTo>
                  <a:pt x="981075" y="42863"/>
                </a:lnTo>
                <a:lnTo>
                  <a:pt x="985838" y="47625"/>
                </a:lnTo>
                <a:lnTo>
                  <a:pt x="990600" y="52388"/>
                </a:lnTo>
                <a:lnTo>
                  <a:pt x="995363" y="57150"/>
                </a:lnTo>
                <a:lnTo>
                  <a:pt x="1000125" y="61913"/>
                </a:lnTo>
                <a:lnTo>
                  <a:pt x="1004888" y="66675"/>
                </a:lnTo>
                <a:lnTo>
                  <a:pt x="1009650" y="71438"/>
                </a:lnTo>
                <a:lnTo>
                  <a:pt x="1014413" y="76200"/>
                </a:lnTo>
                <a:lnTo>
                  <a:pt x="1019175" y="80963"/>
                </a:lnTo>
                <a:lnTo>
                  <a:pt x="1019175" y="90488"/>
                </a:lnTo>
                <a:lnTo>
                  <a:pt x="1023938" y="95250"/>
                </a:lnTo>
                <a:lnTo>
                  <a:pt x="1028700" y="100013"/>
                </a:lnTo>
                <a:lnTo>
                  <a:pt x="1033463" y="104775"/>
                </a:lnTo>
                <a:lnTo>
                  <a:pt x="1038225" y="109538"/>
                </a:lnTo>
                <a:lnTo>
                  <a:pt x="1042988" y="114300"/>
                </a:lnTo>
                <a:lnTo>
                  <a:pt x="1047750" y="119063"/>
                </a:lnTo>
                <a:lnTo>
                  <a:pt x="1047750" y="128588"/>
                </a:lnTo>
                <a:lnTo>
                  <a:pt x="1052513" y="133350"/>
                </a:lnTo>
                <a:lnTo>
                  <a:pt x="1057275" y="138113"/>
                </a:lnTo>
                <a:lnTo>
                  <a:pt x="1057275" y="147638"/>
                </a:lnTo>
                <a:lnTo>
                  <a:pt x="1062038" y="152400"/>
                </a:lnTo>
                <a:lnTo>
                  <a:pt x="1066800" y="147638"/>
                </a:lnTo>
                <a:lnTo>
                  <a:pt x="1066800" y="138113"/>
                </a:lnTo>
                <a:lnTo>
                  <a:pt x="1066800" y="128588"/>
                </a:lnTo>
                <a:lnTo>
                  <a:pt x="1066800" y="119063"/>
                </a:lnTo>
                <a:lnTo>
                  <a:pt x="1066800" y="109538"/>
                </a:lnTo>
                <a:lnTo>
                  <a:pt x="1066800" y="100013"/>
                </a:lnTo>
                <a:lnTo>
                  <a:pt x="1066800" y="90488"/>
                </a:lnTo>
                <a:lnTo>
                  <a:pt x="1066800" y="80963"/>
                </a:lnTo>
                <a:lnTo>
                  <a:pt x="1066800" y="71438"/>
                </a:lnTo>
                <a:lnTo>
                  <a:pt x="1066800" y="61913"/>
                </a:lnTo>
                <a:lnTo>
                  <a:pt x="1066800" y="52388"/>
                </a:lnTo>
                <a:lnTo>
                  <a:pt x="1066800" y="42863"/>
                </a:lnTo>
                <a:lnTo>
                  <a:pt x="1066800" y="33338"/>
                </a:lnTo>
                <a:lnTo>
                  <a:pt x="1066800" y="23813"/>
                </a:lnTo>
                <a:lnTo>
                  <a:pt x="1066800" y="14288"/>
                </a:lnTo>
                <a:lnTo>
                  <a:pt x="1066800" y="4763"/>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4763" y="866775"/>
                </a:lnTo>
                <a:lnTo>
                  <a:pt x="14288" y="866775"/>
                </a:lnTo>
                <a:lnTo>
                  <a:pt x="23813" y="866775"/>
                </a:lnTo>
                <a:lnTo>
                  <a:pt x="33338" y="866775"/>
                </a:lnTo>
                <a:lnTo>
                  <a:pt x="42863" y="866775"/>
                </a:lnTo>
                <a:lnTo>
                  <a:pt x="52388" y="866775"/>
                </a:lnTo>
                <a:lnTo>
                  <a:pt x="61913" y="866775"/>
                </a:lnTo>
                <a:lnTo>
                  <a:pt x="71438" y="866775"/>
                </a:lnTo>
                <a:lnTo>
                  <a:pt x="80963" y="866775"/>
                </a:lnTo>
                <a:lnTo>
                  <a:pt x="90488" y="866775"/>
                </a:lnTo>
                <a:lnTo>
                  <a:pt x="100013" y="866775"/>
                </a:lnTo>
                <a:lnTo>
                  <a:pt x="109538" y="866775"/>
                </a:lnTo>
                <a:lnTo>
                  <a:pt x="114300" y="862013"/>
                </a:lnTo>
                <a:lnTo>
                  <a:pt x="114300" y="852488"/>
                </a:lnTo>
                <a:lnTo>
                  <a:pt x="109538" y="847725"/>
                </a:lnTo>
                <a:lnTo>
                  <a:pt x="100013" y="847725"/>
                </a:lnTo>
                <a:lnTo>
                  <a:pt x="95250" y="842963"/>
                </a:lnTo>
                <a:lnTo>
                  <a:pt x="90488" y="838200"/>
                </a:lnTo>
                <a:lnTo>
                  <a:pt x="85725" y="833438"/>
                </a:lnTo>
                <a:lnTo>
                  <a:pt x="85725" y="823913"/>
                </a:lnTo>
                <a:lnTo>
                  <a:pt x="85725" y="814388"/>
                </a:lnTo>
                <a:lnTo>
                  <a:pt x="80963" y="809625"/>
                </a:lnTo>
                <a:lnTo>
                  <a:pt x="71438" y="809625"/>
                </a:lnTo>
                <a:lnTo>
                  <a:pt x="66675" y="804863"/>
                </a:lnTo>
                <a:lnTo>
                  <a:pt x="61913" y="800100"/>
                </a:lnTo>
                <a:lnTo>
                  <a:pt x="57150" y="795338"/>
                </a:lnTo>
                <a:lnTo>
                  <a:pt x="57150" y="785813"/>
                </a:lnTo>
                <a:lnTo>
                  <a:pt x="52388" y="781050"/>
                </a:lnTo>
                <a:lnTo>
                  <a:pt x="47625" y="776288"/>
                </a:lnTo>
                <a:lnTo>
                  <a:pt x="42863" y="771525"/>
                </a:lnTo>
                <a:lnTo>
                  <a:pt x="38100" y="766763"/>
                </a:lnTo>
                <a:lnTo>
                  <a:pt x="33338" y="762000"/>
                </a:lnTo>
                <a:lnTo>
                  <a:pt x="28575" y="757238"/>
                </a:lnTo>
                <a:lnTo>
                  <a:pt x="23813" y="752475"/>
                </a:lnTo>
                <a:lnTo>
                  <a:pt x="19050" y="747713"/>
                </a:lnTo>
                <a:lnTo>
                  <a:pt x="19050" y="738188"/>
                </a:lnTo>
                <a:lnTo>
                  <a:pt x="19050" y="728663"/>
                </a:lnTo>
                <a:lnTo>
                  <a:pt x="14288" y="723900"/>
                </a:lnTo>
                <a:lnTo>
                  <a:pt x="9525" y="728663"/>
                </a:lnTo>
                <a:lnTo>
                  <a:pt x="9525" y="738188"/>
                </a:lnTo>
                <a:lnTo>
                  <a:pt x="9525" y="747713"/>
                </a:lnTo>
                <a:lnTo>
                  <a:pt x="9525" y="757238"/>
                </a:lnTo>
                <a:lnTo>
                  <a:pt x="9525" y="766763"/>
                </a:lnTo>
                <a:lnTo>
                  <a:pt x="9525" y="776288"/>
                </a:lnTo>
                <a:lnTo>
                  <a:pt x="4763" y="781050"/>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1B270"/>
          </a:solidFill>
          <a:ln xmlns:a="http://schemas.openxmlformats.org/drawingml/2006/main" w="0">
            <a:noFill/>
            <a:prstDash val="solid"/>
          </a:ln>
        </p:spPr>
      </p:sp>
      <p:sp>
        <p:nvSpPr>
          <p:cNvPr id="691" name="layout-orange-88-1">
            <a:extLst xmlns:a="http://schemas.openxmlformats.org/drawingml/2006/main">
              <a:ext uri="{FF2B5EF4-FFF2-40B4-BE49-F238E27FC236}">
                <a16:creationId xmlns:a16="http://schemas.microsoft.com/office/drawing/2014/main" id="{BA93AC89-7535-4891-86CD-853E5D368F30}"/>
              </a:ext>
            </a:extLst>
          </p:cNvPr>
          <p:cNvSpPr>
            <a:spLocks xmlns:a="http://schemas.openxmlformats.org/drawingml/2006/main" noGrp="1"/>
          </p:cNvSpPr>
          <p:nvPr/>
        </p:nvSpPr>
        <p:spPr>
          <a:xfrm xmlns:a="http://schemas.openxmlformats.org/drawingml/2006/main" rot="0">
            <a:off x="2181225" y="3552825"/>
            <a:ext cx="438150" cy="95250"/>
          </a:xfrm>
          <a:custGeom xmlns:a="http://schemas.openxmlformats.org/drawingml/2006/main">
            <a:pathLst>
              <a:path w="438150" h="95250">
                <a:moveTo>
                  <a:pt x="114300" y="4763"/>
                </a:moveTo>
                <a:lnTo>
                  <a:pt x="119063" y="0"/>
                </a:lnTo>
                <a:lnTo>
                  <a:pt x="128588" y="0"/>
                </a:lnTo>
                <a:lnTo>
                  <a:pt x="138113" y="0"/>
                </a:lnTo>
                <a:lnTo>
                  <a:pt x="147638" y="0"/>
                </a:lnTo>
                <a:lnTo>
                  <a:pt x="157163" y="0"/>
                </a:lnTo>
                <a:lnTo>
                  <a:pt x="166688" y="0"/>
                </a:lnTo>
                <a:lnTo>
                  <a:pt x="176213" y="0"/>
                </a:lnTo>
                <a:lnTo>
                  <a:pt x="185738" y="0"/>
                </a:lnTo>
                <a:lnTo>
                  <a:pt x="195263" y="0"/>
                </a:lnTo>
                <a:lnTo>
                  <a:pt x="200025" y="4763"/>
                </a:lnTo>
                <a:lnTo>
                  <a:pt x="195263" y="9525"/>
                </a:lnTo>
                <a:lnTo>
                  <a:pt x="190500" y="14288"/>
                </a:lnTo>
                <a:lnTo>
                  <a:pt x="185738" y="19050"/>
                </a:lnTo>
                <a:lnTo>
                  <a:pt x="180975" y="23813"/>
                </a:lnTo>
                <a:lnTo>
                  <a:pt x="180975" y="33338"/>
                </a:lnTo>
                <a:lnTo>
                  <a:pt x="180975" y="42863"/>
                </a:lnTo>
                <a:lnTo>
                  <a:pt x="180975" y="52388"/>
                </a:lnTo>
                <a:lnTo>
                  <a:pt x="185738" y="57150"/>
                </a:lnTo>
                <a:lnTo>
                  <a:pt x="190500" y="61913"/>
                </a:lnTo>
                <a:lnTo>
                  <a:pt x="195263" y="66675"/>
                </a:lnTo>
                <a:lnTo>
                  <a:pt x="200025" y="71438"/>
                </a:lnTo>
                <a:lnTo>
                  <a:pt x="204788" y="76200"/>
                </a:lnTo>
                <a:lnTo>
                  <a:pt x="214313" y="76200"/>
                </a:lnTo>
                <a:lnTo>
                  <a:pt x="223838" y="76200"/>
                </a:lnTo>
                <a:lnTo>
                  <a:pt x="233363" y="76200"/>
                </a:lnTo>
                <a:lnTo>
                  <a:pt x="242888" y="76200"/>
                </a:lnTo>
                <a:lnTo>
                  <a:pt x="247650" y="71438"/>
                </a:lnTo>
                <a:lnTo>
                  <a:pt x="252413" y="66675"/>
                </a:lnTo>
                <a:lnTo>
                  <a:pt x="257175" y="61913"/>
                </a:lnTo>
                <a:lnTo>
                  <a:pt x="261938" y="57150"/>
                </a:lnTo>
                <a:lnTo>
                  <a:pt x="266700" y="52388"/>
                </a:lnTo>
                <a:lnTo>
                  <a:pt x="266700" y="42863"/>
                </a:lnTo>
                <a:lnTo>
                  <a:pt x="266700" y="33338"/>
                </a:lnTo>
                <a:lnTo>
                  <a:pt x="266700" y="23813"/>
                </a:lnTo>
                <a:lnTo>
                  <a:pt x="261938" y="19050"/>
                </a:lnTo>
                <a:lnTo>
                  <a:pt x="257175" y="14288"/>
                </a:lnTo>
                <a:lnTo>
                  <a:pt x="252413" y="9525"/>
                </a:lnTo>
                <a:lnTo>
                  <a:pt x="247650" y="4763"/>
                </a:lnTo>
                <a:lnTo>
                  <a:pt x="252413" y="0"/>
                </a:lnTo>
                <a:lnTo>
                  <a:pt x="261938" y="0"/>
                </a:lnTo>
                <a:lnTo>
                  <a:pt x="271463" y="0"/>
                </a:lnTo>
                <a:lnTo>
                  <a:pt x="280988" y="0"/>
                </a:lnTo>
                <a:lnTo>
                  <a:pt x="290513" y="0"/>
                </a:lnTo>
                <a:lnTo>
                  <a:pt x="300038" y="0"/>
                </a:lnTo>
                <a:lnTo>
                  <a:pt x="309563" y="0"/>
                </a:lnTo>
                <a:lnTo>
                  <a:pt x="314325" y="4763"/>
                </a:lnTo>
                <a:lnTo>
                  <a:pt x="319088" y="9525"/>
                </a:lnTo>
                <a:lnTo>
                  <a:pt x="328613" y="9525"/>
                </a:lnTo>
                <a:lnTo>
                  <a:pt x="338138" y="9525"/>
                </a:lnTo>
                <a:lnTo>
                  <a:pt x="347663" y="9525"/>
                </a:lnTo>
                <a:lnTo>
                  <a:pt x="357188" y="9525"/>
                </a:lnTo>
                <a:lnTo>
                  <a:pt x="366713" y="9525"/>
                </a:lnTo>
                <a:lnTo>
                  <a:pt x="371475" y="14288"/>
                </a:lnTo>
                <a:lnTo>
                  <a:pt x="376238" y="19050"/>
                </a:lnTo>
                <a:lnTo>
                  <a:pt x="385763" y="19050"/>
                </a:lnTo>
                <a:lnTo>
                  <a:pt x="395288" y="19050"/>
                </a:lnTo>
                <a:lnTo>
                  <a:pt x="404813" y="19050"/>
                </a:lnTo>
                <a:lnTo>
                  <a:pt x="409575" y="23813"/>
                </a:lnTo>
                <a:lnTo>
                  <a:pt x="414338" y="28575"/>
                </a:lnTo>
                <a:lnTo>
                  <a:pt x="423863" y="28575"/>
                </a:lnTo>
                <a:lnTo>
                  <a:pt x="428625" y="33338"/>
                </a:lnTo>
                <a:lnTo>
                  <a:pt x="433388" y="38100"/>
                </a:lnTo>
                <a:lnTo>
                  <a:pt x="438150" y="42863"/>
                </a:lnTo>
                <a:lnTo>
                  <a:pt x="438150" y="52388"/>
                </a:lnTo>
                <a:lnTo>
                  <a:pt x="433388" y="57150"/>
                </a:lnTo>
                <a:lnTo>
                  <a:pt x="428625" y="61913"/>
                </a:lnTo>
                <a:lnTo>
                  <a:pt x="423863" y="66675"/>
                </a:lnTo>
                <a:lnTo>
                  <a:pt x="414338" y="66675"/>
                </a:lnTo>
                <a:lnTo>
                  <a:pt x="409575" y="71438"/>
                </a:lnTo>
                <a:lnTo>
                  <a:pt x="404813" y="76200"/>
                </a:lnTo>
                <a:lnTo>
                  <a:pt x="395288" y="76200"/>
                </a:lnTo>
                <a:lnTo>
                  <a:pt x="385763" y="76200"/>
                </a:lnTo>
                <a:lnTo>
                  <a:pt x="376238" y="76200"/>
                </a:lnTo>
                <a:lnTo>
                  <a:pt x="371475" y="80963"/>
                </a:lnTo>
                <a:lnTo>
                  <a:pt x="366713" y="85725"/>
                </a:lnTo>
                <a:lnTo>
                  <a:pt x="357188" y="85725"/>
                </a:lnTo>
                <a:lnTo>
                  <a:pt x="347663" y="85725"/>
                </a:lnTo>
                <a:lnTo>
                  <a:pt x="338138" y="85725"/>
                </a:lnTo>
                <a:lnTo>
                  <a:pt x="328613" y="85725"/>
                </a:lnTo>
                <a:lnTo>
                  <a:pt x="319088" y="85725"/>
                </a:lnTo>
                <a:lnTo>
                  <a:pt x="309563" y="85725"/>
                </a:lnTo>
                <a:lnTo>
                  <a:pt x="300038" y="85725"/>
                </a:lnTo>
                <a:lnTo>
                  <a:pt x="295275" y="90488"/>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38113" y="95250"/>
                </a:lnTo>
                <a:lnTo>
                  <a:pt x="133350" y="90488"/>
                </a:lnTo>
                <a:lnTo>
                  <a:pt x="128588" y="85725"/>
                </a:lnTo>
                <a:lnTo>
                  <a:pt x="119063" y="85725"/>
                </a:lnTo>
                <a:lnTo>
                  <a:pt x="109538" y="85725"/>
                </a:lnTo>
                <a:lnTo>
                  <a:pt x="100013" y="85725"/>
                </a:lnTo>
                <a:lnTo>
                  <a:pt x="90488" y="85725"/>
                </a:lnTo>
                <a:lnTo>
                  <a:pt x="80963" y="85725"/>
                </a:lnTo>
                <a:lnTo>
                  <a:pt x="71438" y="85725"/>
                </a:lnTo>
                <a:lnTo>
                  <a:pt x="66675" y="80963"/>
                </a:lnTo>
                <a:lnTo>
                  <a:pt x="61913" y="76200"/>
                </a:lnTo>
                <a:lnTo>
                  <a:pt x="52388" y="76200"/>
                </a:lnTo>
                <a:lnTo>
                  <a:pt x="42863" y="76200"/>
                </a:lnTo>
                <a:lnTo>
                  <a:pt x="33338" y="76200"/>
                </a:lnTo>
                <a:lnTo>
                  <a:pt x="28575" y="71438"/>
                </a:lnTo>
                <a:lnTo>
                  <a:pt x="23813" y="66675"/>
                </a:lnTo>
                <a:lnTo>
                  <a:pt x="14288" y="66675"/>
                </a:lnTo>
                <a:lnTo>
                  <a:pt x="9525" y="61913"/>
                </a:lnTo>
                <a:lnTo>
                  <a:pt x="4763" y="57150"/>
                </a:lnTo>
                <a:lnTo>
                  <a:pt x="0" y="52388"/>
                </a:lnTo>
                <a:lnTo>
                  <a:pt x="0" y="42863"/>
                </a:lnTo>
                <a:lnTo>
                  <a:pt x="4763" y="38100"/>
                </a:lnTo>
                <a:lnTo>
                  <a:pt x="9525" y="33338"/>
                </a:lnTo>
                <a:lnTo>
                  <a:pt x="14288" y="28575"/>
                </a:lnTo>
                <a:lnTo>
                  <a:pt x="23813" y="28575"/>
                </a:lnTo>
                <a:lnTo>
                  <a:pt x="28575" y="23813"/>
                </a:lnTo>
                <a:lnTo>
                  <a:pt x="33338" y="19050"/>
                </a:lnTo>
                <a:lnTo>
                  <a:pt x="42863" y="19050"/>
                </a:lnTo>
                <a:lnTo>
                  <a:pt x="52388" y="19050"/>
                </a:lnTo>
                <a:lnTo>
                  <a:pt x="57150" y="14288"/>
                </a:lnTo>
                <a:lnTo>
                  <a:pt x="61913" y="9525"/>
                </a:lnTo>
                <a:lnTo>
                  <a:pt x="71438" y="9525"/>
                </a:lnTo>
                <a:lnTo>
                  <a:pt x="80963" y="9525"/>
                </a:lnTo>
                <a:lnTo>
                  <a:pt x="90488" y="9525"/>
                </a:lnTo>
                <a:lnTo>
                  <a:pt x="100013" y="9525"/>
                </a:lnTo>
                <a:lnTo>
                  <a:pt x="109538" y="9525"/>
                </a:lnTo>
                <a:lnTo>
                  <a:pt x="114300" y="4763"/>
                </a:lnTo>
                <a:close/>
              </a:path>
            </a:pathLst>
          </a:custGeom>
          <a:solidFill xmlns:a="http://schemas.openxmlformats.org/drawingml/2006/main">
            <a:srgbClr val="F1B270"/>
          </a:solidFill>
          <a:ln xmlns:a="http://schemas.openxmlformats.org/drawingml/2006/main" w="0">
            <a:noFill/>
            <a:prstDash val="solid"/>
          </a:ln>
        </p:spPr>
      </p:sp>
      <p:sp>
        <p:nvSpPr>
          <p:cNvPr id="692" name="layout-orange-88-2">
            <a:extLst xmlns:a="http://schemas.openxmlformats.org/drawingml/2006/main">
              <a:ext uri="{FF2B5EF4-FFF2-40B4-BE49-F238E27FC236}">
                <a16:creationId xmlns:a16="http://schemas.microsoft.com/office/drawing/2014/main" id="{9E5577AF-7F41-4BCE-A309-6409B25AD16E}"/>
              </a:ext>
            </a:extLst>
          </p:cNvPr>
          <p:cNvSpPr>
            <a:spLocks xmlns:a="http://schemas.openxmlformats.org/drawingml/2006/main" noGrp="1"/>
          </p:cNvSpPr>
          <p:nvPr/>
        </p:nvSpPr>
        <p:spPr>
          <a:xfrm xmlns:a="http://schemas.openxmlformats.org/drawingml/2006/main" rot="0">
            <a:off x="1943100" y="4162425"/>
            <a:ext cx="9525" cy="66675"/>
          </a:xfrm>
          <a:custGeom xmlns:a="http://schemas.openxmlformats.org/drawingml/2006/main">
            <a:pathLst>
              <a:path w="9525" h="66675">
                <a:moveTo>
                  <a:pt x="0" y="4763"/>
                </a:moveTo>
                <a:lnTo>
                  <a:pt x="4763" y="0"/>
                </a:lnTo>
                <a:lnTo>
                  <a:pt x="9525" y="4763"/>
                </a:lnTo>
                <a:lnTo>
                  <a:pt x="9525" y="14288"/>
                </a:lnTo>
                <a:lnTo>
                  <a:pt x="9525" y="23813"/>
                </a:lnTo>
                <a:lnTo>
                  <a:pt x="9525" y="33338"/>
                </a:lnTo>
                <a:lnTo>
                  <a:pt x="9525" y="42863"/>
                </a:lnTo>
                <a:lnTo>
                  <a:pt x="9525" y="52388"/>
                </a:lnTo>
                <a:lnTo>
                  <a:pt x="9525" y="61913"/>
                </a:lnTo>
                <a:lnTo>
                  <a:pt x="4763" y="66675"/>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1B270"/>
          </a:solidFill>
          <a:ln xmlns:a="http://schemas.openxmlformats.org/drawingml/2006/main" w="0">
            <a:noFill/>
            <a:prstDash val="solid"/>
          </a:ln>
        </p:spPr>
      </p:sp>
      <p:sp>
        <p:nvSpPr>
          <p:cNvPr id="693" name="layout-orange-89-0">
            <a:extLst xmlns:a="http://schemas.openxmlformats.org/drawingml/2006/main">
              <a:ext uri="{FF2B5EF4-FFF2-40B4-BE49-F238E27FC236}">
                <a16:creationId xmlns:a16="http://schemas.microsoft.com/office/drawing/2014/main" id="{99716739-2E61-486F-BEF7-C32660E91569}"/>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14288" y="200025"/>
                </a:lnTo>
                <a:lnTo>
                  <a:pt x="19050" y="195263"/>
                </a:lnTo>
                <a:lnTo>
                  <a:pt x="19050" y="185738"/>
                </a:lnTo>
                <a:lnTo>
                  <a:pt x="23813" y="180975"/>
                </a:lnTo>
                <a:lnTo>
                  <a:pt x="28575" y="176213"/>
                </a:lnTo>
                <a:lnTo>
                  <a:pt x="28575" y="166688"/>
                </a:lnTo>
                <a:lnTo>
                  <a:pt x="33338" y="161925"/>
                </a:lnTo>
                <a:lnTo>
                  <a:pt x="38100" y="157163"/>
                </a:lnTo>
                <a:lnTo>
                  <a:pt x="38100" y="147638"/>
                </a:lnTo>
                <a:lnTo>
                  <a:pt x="42863" y="142875"/>
                </a:lnTo>
                <a:lnTo>
                  <a:pt x="47625" y="138113"/>
                </a:lnTo>
                <a:lnTo>
                  <a:pt x="47625" y="128588"/>
                </a:lnTo>
                <a:lnTo>
                  <a:pt x="52388" y="123825"/>
                </a:lnTo>
                <a:lnTo>
                  <a:pt x="57150" y="119063"/>
                </a:lnTo>
                <a:lnTo>
                  <a:pt x="57150" y="109538"/>
                </a:lnTo>
                <a:lnTo>
                  <a:pt x="61913" y="104775"/>
                </a:lnTo>
                <a:lnTo>
                  <a:pt x="71438" y="104775"/>
                </a:lnTo>
                <a:lnTo>
                  <a:pt x="76200" y="100013"/>
                </a:lnTo>
                <a:lnTo>
                  <a:pt x="76200" y="90488"/>
                </a:lnTo>
                <a:lnTo>
                  <a:pt x="80963" y="85725"/>
                </a:lnTo>
                <a:lnTo>
                  <a:pt x="85725" y="80963"/>
                </a:lnTo>
                <a:lnTo>
                  <a:pt x="90488" y="76200"/>
                </a:lnTo>
                <a:lnTo>
                  <a:pt x="95250" y="71438"/>
                </a:lnTo>
                <a:lnTo>
                  <a:pt x="100013" y="66675"/>
                </a:lnTo>
                <a:lnTo>
                  <a:pt x="104775" y="61913"/>
                </a:lnTo>
                <a:lnTo>
                  <a:pt x="104775" y="52388"/>
                </a:lnTo>
                <a:lnTo>
                  <a:pt x="109538" y="47625"/>
                </a:lnTo>
                <a:lnTo>
                  <a:pt x="119063" y="47625"/>
                </a:lnTo>
                <a:lnTo>
                  <a:pt x="123825" y="52388"/>
                </a:lnTo>
                <a:lnTo>
                  <a:pt x="128588" y="57150"/>
                </a:lnTo>
                <a:lnTo>
                  <a:pt x="138113" y="57150"/>
                </a:lnTo>
                <a:lnTo>
                  <a:pt x="142875" y="61913"/>
                </a:lnTo>
                <a:lnTo>
                  <a:pt x="147638" y="66675"/>
                </a:lnTo>
                <a:lnTo>
                  <a:pt x="152400" y="71438"/>
                </a:lnTo>
                <a:lnTo>
                  <a:pt x="157163" y="76200"/>
                </a:lnTo>
                <a:lnTo>
                  <a:pt x="166688" y="76200"/>
                </a:lnTo>
                <a:lnTo>
                  <a:pt x="171450" y="80963"/>
                </a:lnTo>
                <a:lnTo>
                  <a:pt x="176213" y="85725"/>
                </a:lnTo>
                <a:lnTo>
                  <a:pt x="180975" y="90488"/>
                </a:lnTo>
                <a:lnTo>
                  <a:pt x="185738" y="95250"/>
                </a:lnTo>
                <a:lnTo>
                  <a:pt x="190500" y="100013"/>
                </a:lnTo>
                <a:lnTo>
                  <a:pt x="195263" y="104775"/>
                </a:lnTo>
                <a:lnTo>
                  <a:pt x="204788" y="104775"/>
                </a:lnTo>
                <a:lnTo>
                  <a:pt x="209550" y="109538"/>
                </a:lnTo>
                <a:lnTo>
                  <a:pt x="214313" y="114300"/>
                </a:lnTo>
                <a:lnTo>
                  <a:pt x="219075" y="119063"/>
                </a:lnTo>
                <a:lnTo>
                  <a:pt x="223838" y="123825"/>
                </a:lnTo>
                <a:lnTo>
                  <a:pt x="228600" y="128588"/>
                </a:lnTo>
                <a:lnTo>
                  <a:pt x="233363" y="133350"/>
                </a:lnTo>
                <a:lnTo>
                  <a:pt x="242888" y="133350"/>
                </a:lnTo>
                <a:lnTo>
                  <a:pt x="247650" y="138113"/>
                </a:lnTo>
                <a:lnTo>
                  <a:pt x="252413" y="142875"/>
                </a:lnTo>
                <a:lnTo>
                  <a:pt x="257175" y="147638"/>
                </a:lnTo>
                <a:lnTo>
                  <a:pt x="257175" y="157163"/>
                </a:lnTo>
                <a:lnTo>
                  <a:pt x="252413" y="161925"/>
                </a:lnTo>
                <a:lnTo>
                  <a:pt x="247650" y="166688"/>
                </a:lnTo>
                <a:lnTo>
                  <a:pt x="252413" y="171450"/>
                </a:lnTo>
                <a:lnTo>
                  <a:pt x="261938" y="171450"/>
                </a:lnTo>
                <a:lnTo>
                  <a:pt x="271463" y="171450"/>
                </a:lnTo>
                <a:lnTo>
                  <a:pt x="276225" y="176213"/>
                </a:lnTo>
                <a:lnTo>
                  <a:pt x="276225" y="185738"/>
                </a:lnTo>
                <a:lnTo>
                  <a:pt x="271463" y="190500"/>
                </a:lnTo>
                <a:lnTo>
                  <a:pt x="261938" y="190500"/>
                </a:lnTo>
                <a:lnTo>
                  <a:pt x="252413" y="190500"/>
                </a:lnTo>
                <a:lnTo>
                  <a:pt x="247650" y="195263"/>
                </a:lnTo>
                <a:lnTo>
                  <a:pt x="242888" y="200025"/>
                </a:lnTo>
                <a:lnTo>
                  <a:pt x="233363" y="200025"/>
                </a:lnTo>
                <a:lnTo>
                  <a:pt x="228600" y="204788"/>
                </a:lnTo>
                <a:lnTo>
                  <a:pt x="223838" y="209550"/>
                </a:lnTo>
                <a:lnTo>
                  <a:pt x="219075" y="214313"/>
                </a:lnTo>
                <a:lnTo>
                  <a:pt x="219075" y="223838"/>
                </a:lnTo>
                <a:lnTo>
                  <a:pt x="219075" y="233363"/>
                </a:lnTo>
                <a:lnTo>
                  <a:pt x="219075" y="242888"/>
                </a:lnTo>
                <a:lnTo>
                  <a:pt x="223838" y="247650"/>
                </a:lnTo>
                <a:lnTo>
                  <a:pt x="233363" y="247650"/>
                </a:lnTo>
                <a:lnTo>
                  <a:pt x="238125" y="252413"/>
                </a:lnTo>
                <a:lnTo>
                  <a:pt x="242888" y="257175"/>
                </a:lnTo>
                <a:lnTo>
                  <a:pt x="252413" y="257175"/>
                </a:lnTo>
                <a:lnTo>
                  <a:pt x="257175" y="261938"/>
                </a:lnTo>
                <a:lnTo>
                  <a:pt x="261938" y="266700"/>
                </a:lnTo>
                <a:lnTo>
                  <a:pt x="271463" y="266700"/>
                </a:lnTo>
                <a:lnTo>
                  <a:pt x="280988" y="266700"/>
                </a:lnTo>
                <a:lnTo>
                  <a:pt x="285750" y="271463"/>
                </a:lnTo>
                <a:lnTo>
                  <a:pt x="290513" y="276225"/>
                </a:lnTo>
                <a:lnTo>
                  <a:pt x="300038" y="276225"/>
                </a:lnTo>
                <a:lnTo>
                  <a:pt x="309563" y="276225"/>
                </a:lnTo>
                <a:lnTo>
                  <a:pt x="319088" y="276225"/>
                </a:lnTo>
                <a:lnTo>
                  <a:pt x="328613" y="276225"/>
                </a:lnTo>
                <a:lnTo>
                  <a:pt x="333375" y="280988"/>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90550" y="176213"/>
                </a:lnTo>
                <a:lnTo>
                  <a:pt x="585788" y="171450"/>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0538" y="171450"/>
                </a:lnTo>
                <a:lnTo>
                  <a:pt x="481013" y="171450"/>
                </a:lnTo>
                <a:lnTo>
                  <a:pt x="476250" y="166688"/>
                </a:lnTo>
                <a:lnTo>
                  <a:pt x="471488" y="161925"/>
                </a:lnTo>
                <a:lnTo>
                  <a:pt x="461963" y="161925"/>
                </a:lnTo>
                <a:lnTo>
                  <a:pt x="452438" y="161925"/>
                </a:lnTo>
                <a:lnTo>
                  <a:pt x="442913" y="161925"/>
                </a:lnTo>
                <a:lnTo>
                  <a:pt x="433388" y="161925"/>
                </a:lnTo>
                <a:lnTo>
                  <a:pt x="428625" y="166688"/>
                </a:lnTo>
                <a:lnTo>
                  <a:pt x="423863" y="171450"/>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28613" y="171450"/>
                </a:lnTo>
                <a:lnTo>
                  <a:pt x="319088" y="171450"/>
                </a:lnTo>
                <a:lnTo>
                  <a:pt x="314325" y="166688"/>
                </a:lnTo>
                <a:lnTo>
                  <a:pt x="314325" y="157163"/>
                </a:lnTo>
                <a:lnTo>
                  <a:pt x="309563" y="152400"/>
                </a:lnTo>
                <a:lnTo>
                  <a:pt x="304800" y="147638"/>
                </a:lnTo>
                <a:lnTo>
                  <a:pt x="304800" y="138113"/>
                </a:lnTo>
                <a:lnTo>
                  <a:pt x="300038" y="133350"/>
                </a:lnTo>
                <a:lnTo>
                  <a:pt x="295275" y="128588"/>
                </a:lnTo>
                <a:lnTo>
                  <a:pt x="290513" y="123825"/>
                </a:lnTo>
                <a:lnTo>
                  <a:pt x="280988" y="123825"/>
                </a:lnTo>
                <a:lnTo>
                  <a:pt x="276225" y="128588"/>
                </a:lnTo>
                <a:lnTo>
                  <a:pt x="271463" y="133350"/>
                </a:lnTo>
                <a:lnTo>
                  <a:pt x="266700" y="128588"/>
                </a:lnTo>
                <a:lnTo>
                  <a:pt x="261938" y="123825"/>
                </a:lnTo>
                <a:lnTo>
                  <a:pt x="252413" y="123825"/>
                </a:lnTo>
                <a:lnTo>
                  <a:pt x="247650" y="119063"/>
                </a:lnTo>
                <a:lnTo>
                  <a:pt x="242888" y="114300"/>
                </a:lnTo>
                <a:lnTo>
                  <a:pt x="238125" y="109538"/>
                </a:lnTo>
                <a:lnTo>
                  <a:pt x="233363" y="104775"/>
                </a:lnTo>
                <a:lnTo>
                  <a:pt x="228600" y="100013"/>
                </a:lnTo>
                <a:lnTo>
                  <a:pt x="223838" y="95250"/>
                </a:lnTo>
                <a:lnTo>
                  <a:pt x="214313" y="95250"/>
                </a:lnTo>
                <a:lnTo>
                  <a:pt x="209550" y="90488"/>
                </a:lnTo>
                <a:lnTo>
                  <a:pt x="204788" y="85725"/>
                </a:lnTo>
                <a:lnTo>
                  <a:pt x="200025" y="80963"/>
                </a:lnTo>
                <a:lnTo>
                  <a:pt x="195263" y="76200"/>
                </a:lnTo>
                <a:lnTo>
                  <a:pt x="190500" y="71438"/>
                </a:lnTo>
                <a:lnTo>
                  <a:pt x="185738" y="66675"/>
                </a:lnTo>
                <a:lnTo>
                  <a:pt x="180975" y="61913"/>
                </a:lnTo>
                <a:lnTo>
                  <a:pt x="176213" y="57150"/>
                </a:lnTo>
                <a:lnTo>
                  <a:pt x="166688" y="57150"/>
                </a:lnTo>
                <a:lnTo>
                  <a:pt x="161925" y="52388"/>
                </a:lnTo>
                <a:lnTo>
                  <a:pt x="157163" y="47625"/>
                </a:lnTo>
                <a:lnTo>
                  <a:pt x="152400" y="42863"/>
                </a:lnTo>
                <a:lnTo>
                  <a:pt x="147638" y="38100"/>
                </a:lnTo>
                <a:lnTo>
                  <a:pt x="142875" y="33338"/>
                </a:lnTo>
                <a:lnTo>
                  <a:pt x="138113" y="28575"/>
                </a:lnTo>
                <a:lnTo>
                  <a:pt x="133350" y="23813"/>
                </a:lnTo>
                <a:lnTo>
                  <a:pt x="138113" y="19050"/>
                </a:lnTo>
                <a:lnTo>
                  <a:pt x="142875" y="14288"/>
                </a:lnTo>
                <a:lnTo>
                  <a:pt x="147638" y="9525"/>
                </a:lnTo>
                <a:lnTo>
                  <a:pt x="152400" y="4763"/>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90588" y="0"/>
                </a:lnTo>
                <a:lnTo>
                  <a:pt x="900113" y="0"/>
                </a:lnTo>
                <a:lnTo>
                  <a:pt x="909638" y="0"/>
                </a:lnTo>
                <a:lnTo>
                  <a:pt x="914400" y="4763"/>
                </a:lnTo>
                <a:lnTo>
                  <a:pt x="919163" y="9525"/>
                </a:lnTo>
                <a:lnTo>
                  <a:pt x="923925" y="14288"/>
                </a:lnTo>
                <a:lnTo>
                  <a:pt x="928688" y="19050"/>
                </a:lnTo>
                <a:lnTo>
                  <a:pt x="938213" y="19050"/>
                </a:lnTo>
                <a:lnTo>
                  <a:pt x="942975" y="23813"/>
                </a:lnTo>
                <a:lnTo>
                  <a:pt x="947738" y="28575"/>
                </a:lnTo>
                <a:lnTo>
                  <a:pt x="952500" y="33338"/>
                </a:lnTo>
                <a:lnTo>
                  <a:pt x="952500" y="42863"/>
                </a:lnTo>
                <a:lnTo>
                  <a:pt x="957263" y="47625"/>
                </a:lnTo>
                <a:lnTo>
                  <a:pt x="962025" y="52388"/>
                </a:lnTo>
                <a:lnTo>
                  <a:pt x="966788" y="57150"/>
                </a:lnTo>
                <a:lnTo>
                  <a:pt x="971550" y="61913"/>
                </a:lnTo>
                <a:lnTo>
                  <a:pt x="976313" y="66675"/>
                </a:lnTo>
                <a:lnTo>
                  <a:pt x="981075" y="71438"/>
                </a:lnTo>
                <a:lnTo>
                  <a:pt x="985838" y="76200"/>
                </a:lnTo>
                <a:lnTo>
                  <a:pt x="990600" y="80963"/>
                </a:lnTo>
                <a:lnTo>
                  <a:pt x="995363" y="85725"/>
                </a:lnTo>
                <a:lnTo>
                  <a:pt x="1000125" y="90488"/>
                </a:lnTo>
                <a:lnTo>
                  <a:pt x="1000125" y="100013"/>
                </a:lnTo>
                <a:lnTo>
                  <a:pt x="1004888" y="104775"/>
                </a:lnTo>
                <a:lnTo>
                  <a:pt x="1014413" y="104775"/>
                </a:lnTo>
                <a:lnTo>
                  <a:pt x="1019175" y="109538"/>
                </a:lnTo>
                <a:lnTo>
                  <a:pt x="1019175" y="119063"/>
                </a:lnTo>
                <a:lnTo>
                  <a:pt x="1019175" y="128588"/>
                </a:lnTo>
                <a:lnTo>
                  <a:pt x="1023938" y="133350"/>
                </a:lnTo>
                <a:lnTo>
                  <a:pt x="1028700" y="138113"/>
                </a:lnTo>
                <a:lnTo>
                  <a:pt x="1033463" y="142875"/>
                </a:lnTo>
                <a:lnTo>
                  <a:pt x="1038225" y="147638"/>
                </a:lnTo>
                <a:lnTo>
                  <a:pt x="1038225" y="157163"/>
                </a:lnTo>
                <a:lnTo>
                  <a:pt x="1042988" y="161925"/>
                </a:lnTo>
                <a:lnTo>
                  <a:pt x="1047750" y="166688"/>
                </a:lnTo>
                <a:lnTo>
                  <a:pt x="1047750" y="176213"/>
                </a:lnTo>
                <a:lnTo>
                  <a:pt x="1052513" y="180975"/>
                </a:lnTo>
                <a:lnTo>
                  <a:pt x="1057275" y="185738"/>
                </a:lnTo>
                <a:lnTo>
                  <a:pt x="1057275" y="195263"/>
                </a:lnTo>
                <a:lnTo>
                  <a:pt x="1062038" y="200025"/>
                </a:lnTo>
                <a:lnTo>
                  <a:pt x="1066800" y="195263"/>
                </a:lnTo>
                <a:lnTo>
                  <a:pt x="1066800" y="185738"/>
                </a:lnTo>
                <a:lnTo>
                  <a:pt x="1066800" y="176213"/>
                </a:lnTo>
                <a:lnTo>
                  <a:pt x="1066800" y="166688"/>
                </a:lnTo>
                <a:lnTo>
                  <a:pt x="1066800" y="157163"/>
                </a:lnTo>
                <a:lnTo>
                  <a:pt x="1066800" y="147638"/>
                </a:lnTo>
                <a:lnTo>
                  <a:pt x="1066800" y="138113"/>
                </a:lnTo>
                <a:lnTo>
                  <a:pt x="1066800" y="128588"/>
                </a:lnTo>
                <a:lnTo>
                  <a:pt x="1066800" y="119063"/>
                </a:lnTo>
                <a:lnTo>
                  <a:pt x="1066800" y="109538"/>
                </a:lnTo>
                <a:lnTo>
                  <a:pt x="1066800" y="100013"/>
                </a:lnTo>
                <a:lnTo>
                  <a:pt x="1066800" y="90488"/>
                </a:lnTo>
                <a:lnTo>
                  <a:pt x="1066800" y="80963"/>
                </a:lnTo>
                <a:lnTo>
                  <a:pt x="1066800" y="71438"/>
                </a:lnTo>
                <a:lnTo>
                  <a:pt x="1066800" y="61913"/>
                </a:lnTo>
                <a:lnTo>
                  <a:pt x="1066800" y="52388"/>
                </a:lnTo>
                <a:lnTo>
                  <a:pt x="1066800" y="42863"/>
                </a:lnTo>
                <a:lnTo>
                  <a:pt x="1066800" y="33338"/>
                </a:lnTo>
                <a:lnTo>
                  <a:pt x="1066800" y="23813"/>
                </a:lnTo>
                <a:lnTo>
                  <a:pt x="1066800" y="14288"/>
                </a:lnTo>
                <a:lnTo>
                  <a:pt x="1066800" y="4763"/>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4763" y="866775"/>
                </a:lnTo>
                <a:lnTo>
                  <a:pt x="14288" y="866775"/>
                </a:lnTo>
                <a:lnTo>
                  <a:pt x="23813" y="866775"/>
                </a:lnTo>
                <a:lnTo>
                  <a:pt x="33338" y="866775"/>
                </a:lnTo>
                <a:lnTo>
                  <a:pt x="42863" y="866775"/>
                </a:lnTo>
                <a:lnTo>
                  <a:pt x="52388" y="866775"/>
                </a:lnTo>
                <a:lnTo>
                  <a:pt x="61913" y="866775"/>
                </a:lnTo>
                <a:lnTo>
                  <a:pt x="71438" y="866775"/>
                </a:lnTo>
                <a:lnTo>
                  <a:pt x="80963" y="866775"/>
                </a:lnTo>
                <a:lnTo>
                  <a:pt x="90488" y="866775"/>
                </a:lnTo>
                <a:lnTo>
                  <a:pt x="100013" y="866775"/>
                </a:lnTo>
                <a:lnTo>
                  <a:pt x="109538" y="866775"/>
                </a:lnTo>
                <a:lnTo>
                  <a:pt x="119063" y="866775"/>
                </a:lnTo>
                <a:lnTo>
                  <a:pt x="128588" y="866775"/>
                </a:lnTo>
                <a:lnTo>
                  <a:pt x="133350" y="862013"/>
                </a:lnTo>
                <a:lnTo>
                  <a:pt x="128588" y="857250"/>
                </a:lnTo>
                <a:lnTo>
                  <a:pt x="123825" y="852488"/>
                </a:lnTo>
                <a:lnTo>
                  <a:pt x="119063" y="847725"/>
                </a:lnTo>
                <a:lnTo>
                  <a:pt x="114300" y="842963"/>
                </a:lnTo>
                <a:lnTo>
                  <a:pt x="109538" y="838200"/>
                </a:lnTo>
                <a:lnTo>
                  <a:pt x="104775" y="833438"/>
                </a:lnTo>
                <a:lnTo>
                  <a:pt x="104775" y="823913"/>
                </a:lnTo>
                <a:lnTo>
                  <a:pt x="100013" y="819150"/>
                </a:lnTo>
                <a:lnTo>
                  <a:pt x="95250" y="814388"/>
                </a:lnTo>
                <a:lnTo>
                  <a:pt x="90488" y="809625"/>
                </a:lnTo>
                <a:lnTo>
                  <a:pt x="85725" y="804863"/>
                </a:lnTo>
                <a:lnTo>
                  <a:pt x="80963" y="800100"/>
                </a:lnTo>
                <a:lnTo>
                  <a:pt x="76200" y="795338"/>
                </a:lnTo>
                <a:lnTo>
                  <a:pt x="76200" y="785813"/>
                </a:lnTo>
                <a:lnTo>
                  <a:pt x="71438" y="781050"/>
                </a:lnTo>
                <a:lnTo>
                  <a:pt x="66675" y="776288"/>
                </a:lnTo>
                <a:lnTo>
                  <a:pt x="61913" y="771525"/>
                </a:lnTo>
                <a:lnTo>
                  <a:pt x="57150" y="766763"/>
                </a:lnTo>
                <a:lnTo>
                  <a:pt x="57150" y="757238"/>
                </a:lnTo>
                <a:lnTo>
                  <a:pt x="52388" y="752475"/>
                </a:lnTo>
                <a:lnTo>
                  <a:pt x="47625" y="747713"/>
                </a:lnTo>
                <a:lnTo>
                  <a:pt x="47625" y="738188"/>
                </a:lnTo>
                <a:lnTo>
                  <a:pt x="42863" y="733425"/>
                </a:lnTo>
                <a:lnTo>
                  <a:pt x="38100" y="728663"/>
                </a:lnTo>
                <a:lnTo>
                  <a:pt x="33338" y="723900"/>
                </a:lnTo>
                <a:lnTo>
                  <a:pt x="28575" y="719138"/>
                </a:lnTo>
                <a:lnTo>
                  <a:pt x="28575" y="709613"/>
                </a:lnTo>
                <a:lnTo>
                  <a:pt x="28575" y="700088"/>
                </a:lnTo>
                <a:lnTo>
                  <a:pt x="23813" y="695325"/>
                </a:lnTo>
                <a:lnTo>
                  <a:pt x="19050" y="690563"/>
                </a:lnTo>
                <a:lnTo>
                  <a:pt x="19050" y="681038"/>
                </a:lnTo>
                <a:lnTo>
                  <a:pt x="14288" y="676275"/>
                </a:lnTo>
                <a:lnTo>
                  <a:pt x="9525" y="681038"/>
                </a:lnTo>
                <a:lnTo>
                  <a:pt x="9525" y="690563"/>
                </a:lnTo>
                <a:lnTo>
                  <a:pt x="9525" y="700088"/>
                </a:lnTo>
                <a:lnTo>
                  <a:pt x="9525" y="709613"/>
                </a:lnTo>
                <a:lnTo>
                  <a:pt x="9525" y="719138"/>
                </a:lnTo>
                <a:lnTo>
                  <a:pt x="9525" y="728663"/>
                </a:lnTo>
                <a:lnTo>
                  <a:pt x="9525" y="738188"/>
                </a:lnTo>
                <a:lnTo>
                  <a:pt x="9525" y="747713"/>
                </a:lnTo>
                <a:lnTo>
                  <a:pt x="9525" y="757238"/>
                </a:lnTo>
                <a:lnTo>
                  <a:pt x="9525" y="766763"/>
                </a:lnTo>
                <a:lnTo>
                  <a:pt x="9525" y="776288"/>
                </a:lnTo>
                <a:lnTo>
                  <a:pt x="4763" y="781050"/>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2B473"/>
          </a:solidFill>
          <a:ln xmlns:a="http://schemas.openxmlformats.org/drawingml/2006/main" w="0">
            <a:noFill/>
            <a:prstDash val="solid"/>
          </a:ln>
        </p:spPr>
      </p:sp>
      <p:sp>
        <p:nvSpPr>
          <p:cNvPr id="694" name="layout-orange-89-1">
            <a:extLst xmlns:a="http://schemas.openxmlformats.org/drawingml/2006/main">
              <a:ext uri="{FF2B5EF4-FFF2-40B4-BE49-F238E27FC236}">
                <a16:creationId xmlns:a16="http://schemas.microsoft.com/office/drawing/2014/main" id="{DB960CFF-56A3-4DCF-B432-5FFF235AA548}"/>
              </a:ext>
            </a:extLst>
          </p:cNvPr>
          <p:cNvSpPr>
            <a:spLocks xmlns:a="http://schemas.openxmlformats.org/drawingml/2006/main" noGrp="1"/>
          </p:cNvSpPr>
          <p:nvPr/>
        </p:nvSpPr>
        <p:spPr>
          <a:xfrm xmlns:a="http://schemas.openxmlformats.org/drawingml/2006/main" rot="0">
            <a:off x="2181225" y="3552825"/>
            <a:ext cx="438150" cy="95250"/>
          </a:xfrm>
          <a:custGeom xmlns:a="http://schemas.openxmlformats.org/drawingml/2006/main">
            <a:pathLst>
              <a:path w="438150" h="95250">
                <a:moveTo>
                  <a:pt x="123825" y="4763"/>
                </a:moveTo>
                <a:lnTo>
                  <a:pt x="128588" y="0"/>
                </a:lnTo>
                <a:lnTo>
                  <a:pt x="138113" y="0"/>
                </a:lnTo>
                <a:lnTo>
                  <a:pt x="147638" y="0"/>
                </a:lnTo>
                <a:lnTo>
                  <a:pt x="157163" y="0"/>
                </a:lnTo>
                <a:lnTo>
                  <a:pt x="166688" y="0"/>
                </a:lnTo>
                <a:lnTo>
                  <a:pt x="176213" y="0"/>
                </a:lnTo>
                <a:lnTo>
                  <a:pt x="185738" y="0"/>
                </a:lnTo>
                <a:lnTo>
                  <a:pt x="195263" y="0"/>
                </a:lnTo>
                <a:lnTo>
                  <a:pt x="200025" y="4763"/>
                </a:lnTo>
                <a:lnTo>
                  <a:pt x="195263" y="9525"/>
                </a:lnTo>
                <a:lnTo>
                  <a:pt x="190500" y="14288"/>
                </a:lnTo>
                <a:lnTo>
                  <a:pt x="185738" y="19050"/>
                </a:lnTo>
                <a:lnTo>
                  <a:pt x="180975" y="23813"/>
                </a:lnTo>
                <a:lnTo>
                  <a:pt x="180975" y="33338"/>
                </a:lnTo>
                <a:lnTo>
                  <a:pt x="180975" y="42863"/>
                </a:lnTo>
                <a:lnTo>
                  <a:pt x="180975" y="52388"/>
                </a:lnTo>
                <a:lnTo>
                  <a:pt x="185738" y="57150"/>
                </a:lnTo>
                <a:lnTo>
                  <a:pt x="190500" y="61913"/>
                </a:lnTo>
                <a:lnTo>
                  <a:pt x="195263" y="66675"/>
                </a:lnTo>
                <a:lnTo>
                  <a:pt x="200025" y="71438"/>
                </a:lnTo>
                <a:lnTo>
                  <a:pt x="204788" y="76200"/>
                </a:lnTo>
                <a:lnTo>
                  <a:pt x="214313" y="76200"/>
                </a:lnTo>
                <a:lnTo>
                  <a:pt x="223838" y="76200"/>
                </a:lnTo>
                <a:lnTo>
                  <a:pt x="233363" y="76200"/>
                </a:lnTo>
                <a:lnTo>
                  <a:pt x="242888" y="76200"/>
                </a:lnTo>
                <a:lnTo>
                  <a:pt x="247650" y="71438"/>
                </a:lnTo>
                <a:lnTo>
                  <a:pt x="252413" y="66675"/>
                </a:lnTo>
                <a:lnTo>
                  <a:pt x="257175" y="61913"/>
                </a:lnTo>
                <a:lnTo>
                  <a:pt x="261938" y="57150"/>
                </a:lnTo>
                <a:lnTo>
                  <a:pt x="266700" y="52388"/>
                </a:lnTo>
                <a:lnTo>
                  <a:pt x="266700" y="42863"/>
                </a:lnTo>
                <a:lnTo>
                  <a:pt x="266700" y="33338"/>
                </a:lnTo>
                <a:lnTo>
                  <a:pt x="266700" y="23813"/>
                </a:lnTo>
                <a:lnTo>
                  <a:pt x="261938" y="19050"/>
                </a:lnTo>
                <a:lnTo>
                  <a:pt x="257175" y="14288"/>
                </a:lnTo>
                <a:lnTo>
                  <a:pt x="252413" y="9525"/>
                </a:lnTo>
                <a:lnTo>
                  <a:pt x="247650" y="4763"/>
                </a:lnTo>
                <a:lnTo>
                  <a:pt x="252413" y="0"/>
                </a:lnTo>
                <a:lnTo>
                  <a:pt x="261938" y="0"/>
                </a:lnTo>
                <a:lnTo>
                  <a:pt x="271463" y="0"/>
                </a:lnTo>
                <a:lnTo>
                  <a:pt x="280988" y="0"/>
                </a:lnTo>
                <a:lnTo>
                  <a:pt x="290513" y="0"/>
                </a:lnTo>
                <a:lnTo>
                  <a:pt x="300038" y="0"/>
                </a:lnTo>
                <a:lnTo>
                  <a:pt x="309563" y="0"/>
                </a:lnTo>
                <a:lnTo>
                  <a:pt x="314325" y="4763"/>
                </a:lnTo>
                <a:lnTo>
                  <a:pt x="319088" y="9525"/>
                </a:lnTo>
                <a:lnTo>
                  <a:pt x="328613" y="9525"/>
                </a:lnTo>
                <a:lnTo>
                  <a:pt x="338138" y="9525"/>
                </a:lnTo>
                <a:lnTo>
                  <a:pt x="347663" y="9525"/>
                </a:lnTo>
                <a:lnTo>
                  <a:pt x="357188" y="9525"/>
                </a:lnTo>
                <a:lnTo>
                  <a:pt x="366713" y="9525"/>
                </a:lnTo>
                <a:lnTo>
                  <a:pt x="371475" y="14288"/>
                </a:lnTo>
                <a:lnTo>
                  <a:pt x="376238" y="19050"/>
                </a:lnTo>
                <a:lnTo>
                  <a:pt x="385763" y="19050"/>
                </a:lnTo>
                <a:lnTo>
                  <a:pt x="395288" y="19050"/>
                </a:lnTo>
                <a:lnTo>
                  <a:pt x="404813" y="19050"/>
                </a:lnTo>
                <a:lnTo>
                  <a:pt x="409575" y="23813"/>
                </a:lnTo>
                <a:lnTo>
                  <a:pt x="414338" y="28575"/>
                </a:lnTo>
                <a:lnTo>
                  <a:pt x="423863" y="28575"/>
                </a:lnTo>
                <a:lnTo>
                  <a:pt x="428625" y="33338"/>
                </a:lnTo>
                <a:lnTo>
                  <a:pt x="433388" y="38100"/>
                </a:lnTo>
                <a:lnTo>
                  <a:pt x="438150" y="42863"/>
                </a:lnTo>
                <a:lnTo>
                  <a:pt x="438150" y="52388"/>
                </a:lnTo>
                <a:lnTo>
                  <a:pt x="433388" y="57150"/>
                </a:lnTo>
                <a:lnTo>
                  <a:pt x="428625" y="61913"/>
                </a:lnTo>
                <a:lnTo>
                  <a:pt x="423863" y="66675"/>
                </a:lnTo>
                <a:lnTo>
                  <a:pt x="414338" y="66675"/>
                </a:lnTo>
                <a:lnTo>
                  <a:pt x="409575" y="71438"/>
                </a:lnTo>
                <a:lnTo>
                  <a:pt x="404813" y="76200"/>
                </a:lnTo>
                <a:lnTo>
                  <a:pt x="395288" y="76200"/>
                </a:lnTo>
                <a:lnTo>
                  <a:pt x="385763" y="76200"/>
                </a:lnTo>
                <a:lnTo>
                  <a:pt x="376238" y="76200"/>
                </a:lnTo>
                <a:lnTo>
                  <a:pt x="371475" y="80963"/>
                </a:lnTo>
                <a:lnTo>
                  <a:pt x="366713" y="85725"/>
                </a:lnTo>
                <a:lnTo>
                  <a:pt x="357188" y="85725"/>
                </a:lnTo>
                <a:lnTo>
                  <a:pt x="347663" y="85725"/>
                </a:lnTo>
                <a:lnTo>
                  <a:pt x="338138" y="85725"/>
                </a:lnTo>
                <a:lnTo>
                  <a:pt x="328613" y="85725"/>
                </a:lnTo>
                <a:lnTo>
                  <a:pt x="319088" y="85725"/>
                </a:lnTo>
                <a:lnTo>
                  <a:pt x="309563" y="85725"/>
                </a:lnTo>
                <a:lnTo>
                  <a:pt x="300038" y="85725"/>
                </a:lnTo>
                <a:lnTo>
                  <a:pt x="295275" y="90488"/>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38113" y="95250"/>
                </a:lnTo>
                <a:lnTo>
                  <a:pt x="133350" y="90488"/>
                </a:lnTo>
                <a:lnTo>
                  <a:pt x="128588" y="85725"/>
                </a:lnTo>
                <a:lnTo>
                  <a:pt x="119063" y="85725"/>
                </a:lnTo>
                <a:lnTo>
                  <a:pt x="109538" y="85725"/>
                </a:lnTo>
                <a:lnTo>
                  <a:pt x="100013" y="85725"/>
                </a:lnTo>
                <a:lnTo>
                  <a:pt x="90488" y="85725"/>
                </a:lnTo>
                <a:lnTo>
                  <a:pt x="80963" y="85725"/>
                </a:lnTo>
                <a:lnTo>
                  <a:pt x="71438" y="85725"/>
                </a:lnTo>
                <a:lnTo>
                  <a:pt x="66675" y="80963"/>
                </a:lnTo>
                <a:lnTo>
                  <a:pt x="61913" y="76200"/>
                </a:lnTo>
                <a:lnTo>
                  <a:pt x="52388" y="76200"/>
                </a:lnTo>
                <a:lnTo>
                  <a:pt x="42863" y="76200"/>
                </a:lnTo>
                <a:lnTo>
                  <a:pt x="33338" y="76200"/>
                </a:lnTo>
                <a:lnTo>
                  <a:pt x="28575" y="71438"/>
                </a:lnTo>
                <a:lnTo>
                  <a:pt x="23813" y="66675"/>
                </a:lnTo>
                <a:lnTo>
                  <a:pt x="14288" y="66675"/>
                </a:lnTo>
                <a:lnTo>
                  <a:pt x="9525" y="61913"/>
                </a:lnTo>
                <a:lnTo>
                  <a:pt x="4763" y="57150"/>
                </a:lnTo>
                <a:lnTo>
                  <a:pt x="0" y="52388"/>
                </a:lnTo>
                <a:lnTo>
                  <a:pt x="0" y="42863"/>
                </a:lnTo>
                <a:lnTo>
                  <a:pt x="4763" y="38100"/>
                </a:lnTo>
                <a:lnTo>
                  <a:pt x="9525" y="33338"/>
                </a:lnTo>
                <a:lnTo>
                  <a:pt x="14288" y="28575"/>
                </a:lnTo>
                <a:lnTo>
                  <a:pt x="23813" y="28575"/>
                </a:lnTo>
                <a:lnTo>
                  <a:pt x="28575" y="23813"/>
                </a:lnTo>
                <a:lnTo>
                  <a:pt x="33338" y="19050"/>
                </a:lnTo>
                <a:lnTo>
                  <a:pt x="42863" y="19050"/>
                </a:lnTo>
                <a:lnTo>
                  <a:pt x="52388" y="19050"/>
                </a:lnTo>
                <a:lnTo>
                  <a:pt x="57150" y="14288"/>
                </a:lnTo>
                <a:lnTo>
                  <a:pt x="61913" y="9525"/>
                </a:lnTo>
                <a:lnTo>
                  <a:pt x="71438" y="9525"/>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F2B473"/>
          </a:solidFill>
          <a:ln xmlns:a="http://schemas.openxmlformats.org/drawingml/2006/main" w="0">
            <a:noFill/>
            <a:prstDash val="solid"/>
          </a:ln>
        </p:spPr>
      </p:sp>
      <p:sp>
        <p:nvSpPr>
          <p:cNvPr id="695" name="layout-orange-89-2">
            <a:extLst xmlns:a="http://schemas.openxmlformats.org/drawingml/2006/main">
              <a:ext uri="{FF2B5EF4-FFF2-40B4-BE49-F238E27FC236}">
                <a16:creationId xmlns:a16="http://schemas.microsoft.com/office/drawing/2014/main" id="{5302DE77-5F39-4CA0-8695-33D06DBEA354}"/>
              </a:ext>
            </a:extLst>
          </p:cNvPr>
          <p:cNvSpPr>
            <a:spLocks xmlns:a="http://schemas.openxmlformats.org/drawingml/2006/main" noGrp="1"/>
          </p:cNvSpPr>
          <p:nvPr/>
        </p:nvSpPr>
        <p:spPr>
          <a:xfrm xmlns:a="http://schemas.openxmlformats.org/drawingml/2006/main" rot="0">
            <a:off x="1943100" y="4162425"/>
            <a:ext cx="9525" cy="38100"/>
          </a:xfrm>
          <a:custGeom xmlns:a="http://schemas.openxmlformats.org/drawingml/2006/main">
            <a:pathLst>
              <a:path w="9525" h="38100">
                <a:moveTo>
                  <a:pt x="0" y="4763"/>
                </a:moveTo>
                <a:lnTo>
                  <a:pt x="4763" y="0"/>
                </a:lnTo>
                <a:lnTo>
                  <a:pt x="9525" y="4763"/>
                </a:lnTo>
                <a:lnTo>
                  <a:pt x="9525" y="14288"/>
                </a:lnTo>
                <a:lnTo>
                  <a:pt x="9525" y="23813"/>
                </a:lnTo>
                <a:lnTo>
                  <a:pt x="9525" y="33338"/>
                </a:lnTo>
                <a:lnTo>
                  <a:pt x="4763" y="38100"/>
                </a:lnTo>
                <a:lnTo>
                  <a:pt x="0" y="33338"/>
                </a:lnTo>
                <a:lnTo>
                  <a:pt x="0" y="23813"/>
                </a:lnTo>
                <a:lnTo>
                  <a:pt x="0" y="14288"/>
                </a:lnTo>
                <a:lnTo>
                  <a:pt x="0" y="4763"/>
                </a:lnTo>
                <a:close/>
              </a:path>
            </a:pathLst>
          </a:custGeom>
          <a:solidFill xmlns:a="http://schemas.openxmlformats.org/drawingml/2006/main">
            <a:srgbClr val="F2B473"/>
          </a:solidFill>
          <a:ln xmlns:a="http://schemas.openxmlformats.org/drawingml/2006/main" w="0">
            <a:noFill/>
            <a:prstDash val="solid"/>
          </a:ln>
        </p:spPr>
      </p:sp>
      <p:sp>
        <p:nvSpPr>
          <p:cNvPr id="696" name="layout-orange-90-0">
            <a:extLst xmlns:a="http://schemas.openxmlformats.org/drawingml/2006/main">
              <a:ext uri="{FF2B5EF4-FFF2-40B4-BE49-F238E27FC236}">
                <a16:creationId xmlns:a16="http://schemas.microsoft.com/office/drawing/2014/main" id="{A0E86B82-DF0B-4E86-AC61-B13D14B2118B}"/>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14288" y="228600"/>
                </a:lnTo>
                <a:lnTo>
                  <a:pt x="19050" y="223838"/>
                </a:lnTo>
                <a:lnTo>
                  <a:pt x="23813" y="219075"/>
                </a:lnTo>
                <a:lnTo>
                  <a:pt x="28575" y="214313"/>
                </a:lnTo>
                <a:lnTo>
                  <a:pt x="28575" y="204788"/>
                </a:lnTo>
                <a:lnTo>
                  <a:pt x="33338" y="200025"/>
                </a:lnTo>
                <a:lnTo>
                  <a:pt x="38100" y="195263"/>
                </a:lnTo>
                <a:lnTo>
                  <a:pt x="38100" y="185738"/>
                </a:lnTo>
                <a:lnTo>
                  <a:pt x="42863" y="180975"/>
                </a:lnTo>
                <a:lnTo>
                  <a:pt x="47625" y="176213"/>
                </a:lnTo>
                <a:lnTo>
                  <a:pt x="47625" y="166688"/>
                </a:lnTo>
                <a:lnTo>
                  <a:pt x="47625" y="157163"/>
                </a:lnTo>
                <a:lnTo>
                  <a:pt x="52388" y="152400"/>
                </a:lnTo>
                <a:lnTo>
                  <a:pt x="57150" y="147638"/>
                </a:lnTo>
                <a:lnTo>
                  <a:pt x="61913" y="142875"/>
                </a:lnTo>
                <a:lnTo>
                  <a:pt x="66675" y="138113"/>
                </a:lnTo>
                <a:lnTo>
                  <a:pt x="66675" y="128588"/>
                </a:lnTo>
                <a:lnTo>
                  <a:pt x="71438" y="123825"/>
                </a:lnTo>
                <a:lnTo>
                  <a:pt x="76200" y="119063"/>
                </a:lnTo>
                <a:lnTo>
                  <a:pt x="80963" y="114300"/>
                </a:lnTo>
                <a:lnTo>
                  <a:pt x="85725" y="109538"/>
                </a:lnTo>
                <a:lnTo>
                  <a:pt x="90488" y="104775"/>
                </a:lnTo>
                <a:lnTo>
                  <a:pt x="95250" y="100013"/>
                </a:lnTo>
                <a:lnTo>
                  <a:pt x="100013" y="95250"/>
                </a:lnTo>
                <a:lnTo>
                  <a:pt x="104775" y="90488"/>
                </a:lnTo>
                <a:lnTo>
                  <a:pt x="104775" y="80963"/>
                </a:lnTo>
                <a:lnTo>
                  <a:pt x="109538" y="76200"/>
                </a:lnTo>
                <a:lnTo>
                  <a:pt x="114300" y="71438"/>
                </a:lnTo>
                <a:lnTo>
                  <a:pt x="119063" y="66675"/>
                </a:lnTo>
                <a:lnTo>
                  <a:pt x="123825" y="61913"/>
                </a:lnTo>
                <a:lnTo>
                  <a:pt x="128588" y="57150"/>
                </a:lnTo>
                <a:lnTo>
                  <a:pt x="138113" y="57150"/>
                </a:lnTo>
                <a:lnTo>
                  <a:pt x="142875" y="61913"/>
                </a:lnTo>
                <a:lnTo>
                  <a:pt x="147638" y="66675"/>
                </a:lnTo>
                <a:lnTo>
                  <a:pt x="152400" y="71438"/>
                </a:lnTo>
                <a:lnTo>
                  <a:pt x="157163" y="76200"/>
                </a:lnTo>
                <a:lnTo>
                  <a:pt x="166688" y="76200"/>
                </a:lnTo>
                <a:lnTo>
                  <a:pt x="171450" y="80963"/>
                </a:lnTo>
                <a:lnTo>
                  <a:pt x="176213" y="85725"/>
                </a:lnTo>
                <a:lnTo>
                  <a:pt x="180975" y="90488"/>
                </a:lnTo>
                <a:lnTo>
                  <a:pt x="185738" y="95250"/>
                </a:lnTo>
                <a:lnTo>
                  <a:pt x="190500" y="100013"/>
                </a:lnTo>
                <a:lnTo>
                  <a:pt x="195263" y="104775"/>
                </a:lnTo>
                <a:lnTo>
                  <a:pt x="204788" y="104775"/>
                </a:lnTo>
                <a:lnTo>
                  <a:pt x="209550" y="109538"/>
                </a:lnTo>
                <a:lnTo>
                  <a:pt x="214313" y="114300"/>
                </a:lnTo>
                <a:lnTo>
                  <a:pt x="219075" y="119063"/>
                </a:lnTo>
                <a:lnTo>
                  <a:pt x="223838" y="123825"/>
                </a:lnTo>
                <a:lnTo>
                  <a:pt x="228600" y="128588"/>
                </a:lnTo>
                <a:lnTo>
                  <a:pt x="233363" y="133350"/>
                </a:lnTo>
                <a:lnTo>
                  <a:pt x="242888" y="133350"/>
                </a:lnTo>
                <a:lnTo>
                  <a:pt x="247650" y="138113"/>
                </a:lnTo>
                <a:lnTo>
                  <a:pt x="252413" y="142875"/>
                </a:lnTo>
                <a:lnTo>
                  <a:pt x="257175" y="147638"/>
                </a:lnTo>
                <a:lnTo>
                  <a:pt x="257175" y="157163"/>
                </a:lnTo>
                <a:lnTo>
                  <a:pt x="252413" y="161925"/>
                </a:lnTo>
                <a:lnTo>
                  <a:pt x="247650" y="166688"/>
                </a:lnTo>
                <a:lnTo>
                  <a:pt x="252413" y="171450"/>
                </a:lnTo>
                <a:lnTo>
                  <a:pt x="261938" y="171450"/>
                </a:lnTo>
                <a:lnTo>
                  <a:pt x="271463" y="171450"/>
                </a:lnTo>
                <a:lnTo>
                  <a:pt x="276225" y="176213"/>
                </a:lnTo>
                <a:lnTo>
                  <a:pt x="276225" y="185738"/>
                </a:lnTo>
                <a:lnTo>
                  <a:pt x="271463" y="190500"/>
                </a:lnTo>
                <a:lnTo>
                  <a:pt x="261938" y="190500"/>
                </a:lnTo>
                <a:lnTo>
                  <a:pt x="252413" y="190500"/>
                </a:lnTo>
                <a:lnTo>
                  <a:pt x="247650" y="195263"/>
                </a:lnTo>
                <a:lnTo>
                  <a:pt x="242888" y="200025"/>
                </a:lnTo>
                <a:lnTo>
                  <a:pt x="233363" y="200025"/>
                </a:lnTo>
                <a:lnTo>
                  <a:pt x="228600" y="204788"/>
                </a:lnTo>
                <a:lnTo>
                  <a:pt x="223838" y="209550"/>
                </a:lnTo>
                <a:lnTo>
                  <a:pt x="219075" y="214313"/>
                </a:lnTo>
                <a:lnTo>
                  <a:pt x="219075" y="223838"/>
                </a:lnTo>
                <a:lnTo>
                  <a:pt x="219075" y="233363"/>
                </a:lnTo>
                <a:lnTo>
                  <a:pt x="219075" y="242888"/>
                </a:lnTo>
                <a:lnTo>
                  <a:pt x="223838" y="247650"/>
                </a:lnTo>
                <a:lnTo>
                  <a:pt x="233363" y="247650"/>
                </a:lnTo>
                <a:lnTo>
                  <a:pt x="238125" y="252413"/>
                </a:lnTo>
                <a:lnTo>
                  <a:pt x="242888" y="257175"/>
                </a:lnTo>
                <a:lnTo>
                  <a:pt x="252413" y="257175"/>
                </a:lnTo>
                <a:lnTo>
                  <a:pt x="257175" y="261938"/>
                </a:lnTo>
                <a:lnTo>
                  <a:pt x="261938" y="266700"/>
                </a:lnTo>
                <a:lnTo>
                  <a:pt x="271463" y="266700"/>
                </a:lnTo>
                <a:lnTo>
                  <a:pt x="280988" y="266700"/>
                </a:lnTo>
                <a:lnTo>
                  <a:pt x="285750" y="271463"/>
                </a:lnTo>
                <a:lnTo>
                  <a:pt x="290513" y="276225"/>
                </a:lnTo>
                <a:lnTo>
                  <a:pt x="300038" y="276225"/>
                </a:lnTo>
                <a:lnTo>
                  <a:pt x="309563" y="276225"/>
                </a:lnTo>
                <a:lnTo>
                  <a:pt x="319088" y="276225"/>
                </a:lnTo>
                <a:lnTo>
                  <a:pt x="328613" y="276225"/>
                </a:lnTo>
                <a:lnTo>
                  <a:pt x="333375" y="280988"/>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90550" y="176213"/>
                </a:lnTo>
                <a:lnTo>
                  <a:pt x="585788" y="171450"/>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0538" y="171450"/>
                </a:lnTo>
                <a:lnTo>
                  <a:pt x="481013" y="171450"/>
                </a:lnTo>
                <a:lnTo>
                  <a:pt x="476250" y="166688"/>
                </a:lnTo>
                <a:lnTo>
                  <a:pt x="471488" y="161925"/>
                </a:lnTo>
                <a:lnTo>
                  <a:pt x="461963" y="161925"/>
                </a:lnTo>
                <a:lnTo>
                  <a:pt x="452438" y="161925"/>
                </a:lnTo>
                <a:lnTo>
                  <a:pt x="442913" y="161925"/>
                </a:lnTo>
                <a:lnTo>
                  <a:pt x="433388" y="161925"/>
                </a:lnTo>
                <a:lnTo>
                  <a:pt x="428625" y="166688"/>
                </a:lnTo>
                <a:lnTo>
                  <a:pt x="423863" y="171450"/>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28613" y="171450"/>
                </a:lnTo>
                <a:lnTo>
                  <a:pt x="319088" y="171450"/>
                </a:lnTo>
                <a:lnTo>
                  <a:pt x="314325" y="166688"/>
                </a:lnTo>
                <a:lnTo>
                  <a:pt x="314325" y="157163"/>
                </a:lnTo>
                <a:lnTo>
                  <a:pt x="309563" y="152400"/>
                </a:lnTo>
                <a:lnTo>
                  <a:pt x="304800" y="147638"/>
                </a:lnTo>
                <a:lnTo>
                  <a:pt x="304800" y="138113"/>
                </a:lnTo>
                <a:lnTo>
                  <a:pt x="300038" y="133350"/>
                </a:lnTo>
                <a:lnTo>
                  <a:pt x="295275" y="128588"/>
                </a:lnTo>
                <a:lnTo>
                  <a:pt x="290513" y="123825"/>
                </a:lnTo>
                <a:lnTo>
                  <a:pt x="280988" y="123825"/>
                </a:lnTo>
                <a:lnTo>
                  <a:pt x="276225" y="128588"/>
                </a:lnTo>
                <a:lnTo>
                  <a:pt x="271463" y="133350"/>
                </a:lnTo>
                <a:lnTo>
                  <a:pt x="266700" y="128588"/>
                </a:lnTo>
                <a:lnTo>
                  <a:pt x="261938" y="123825"/>
                </a:lnTo>
                <a:lnTo>
                  <a:pt x="252413" y="123825"/>
                </a:lnTo>
                <a:lnTo>
                  <a:pt x="247650" y="119063"/>
                </a:lnTo>
                <a:lnTo>
                  <a:pt x="242888" y="114300"/>
                </a:lnTo>
                <a:lnTo>
                  <a:pt x="238125" y="109538"/>
                </a:lnTo>
                <a:lnTo>
                  <a:pt x="233363" y="104775"/>
                </a:lnTo>
                <a:lnTo>
                  <a:pt x="228600" y="100013"/>
                </a:lnTo>
                <a:lnTo>
                  <a:pt x="223838" y="95250"/>
                </a:lnTo>
                <a:lnTo>
                  <a:pt x="219075" y="90488"/>
                </a:lnTo>
                <a:lnTo>
                  <a:pt x="214313" y="85725"/>
                </a:lnTo>
                <a:lnTo>
                  <a:pt x="204788" y="85725"/>
                </a:lnTo>
                <a:lnTo>
                  <a:pt x="200025" y="80963"/>
                </a:lnTo>
                <a:lnTo>
                  <a:pt x="195263" y="76200"/>
                </a:lnTo>
                <a:lnTo>
                  <a:pt x="190500" y="71438"/>
                </a:lnTo>
                <a:lnTo>
                  <a:pt x="185738" y="66675"/>
                </a:lnTo>
                <a:lnTo>
                  <a:pt x="180975" y="61913"/>
                </a:lnTo>
                <a:lnTo>
                  <a:pt x="176213" y="57150"/>
                </a:lnTo>
                <a:lnTo>
                  <a:pt x="166688" y="57150"/>
                </a:lnTo>
                <a:lnTo>
                  <a:pt x="161925" y="52388"/>
                </a:lnTo>
                <a:lnTo>
                  <a:pt x="157163" y="47625"/>
                </a:lnTo>
                <a:lnTo>
                  <a:pt x="152400" y="42863"/>
                </a:lnTo>
                <a:lnTo>
                  <a:pt x="152400" y="33338"/>
                </a:lnTo>
                <a:lnTo>
                  <a:pt x="152400" y="23813"/>
                </a:lnTo>
                <a:lnTo>
                  <a:pt x="157163" y="19050"/>
                </a:lnTo>
                <a:lnTo>
                  <a:pt x="166688" y="19050"/>
                </a:lnTo>
                <a:lnTo>
                  <a:pt x="171450" y="14288"/>
                </a:lnTo>
                <a:lnTo>
                  <a:pt x="176213" y="9525"/>
                </a:lnTo>
                <a:lnTo>
                  <a:pt x="180975" y="4763"/>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62013" y="0"/>
                </a:lnTo>
                <a:lnTo>
                  <a:pt x="871538" y="0"/>
                </a:lnTo>
                <a:lnTo>
                  <a:pt x="881063" y="0"/>
                </a:lnTo>
                <a:lnTo>
                  <a:pt x="885825" y="4763"/>
                </a:lnTo>
                <a:lnTo>
                  <a:pt x="890588" y="9525"/>
                </a:lnTo>
                <a:lnTo>
                  <a:pt x="900113" y="9525"/>
                </a:lnTo>
                <a:lnTo>
                  <a:pt x="904875" y="14288"/>
                </a:lnTo>
                <a:lnTo>
                  <a:pt x="909638" y="19050"/>
                </a:lnTo>
                <a:lnTo>
                  <a:pt x="919163" y="19050"/>
                </a:lnTo>
                <a:lnTo>
                  <a:pt x="923925" y="23813"/>
                </a:lnTo>
                <a:lnTo>
                  <a:pt x="923925" y="33338"/>
                </a:lnTo>
                <a:lnTo>
                  <a:pt x="928688" y="38100"/>
                </a:lnTo>
                <a:lnTo>
                  <a:pt x="933450" y="42863"/>
                </a:lnTo>
                <a:lnTo>
                  <a:pt x="938213" y="47625"/>
                </a:lnTo>
                <a:lnTo>
                  <a:pt x="942975" y="52388"/>
                </a:lnTo>
                <a:lnTo>
                  <a:pt x="947738" y="57150"/>
                </a:lnTo>
                <a:lnTo>
                  <a:pt x="952500" y="61913"/>
                </a:lnTo>
                <a:lnTo>
                  <a:pt x="957263" y="66675"/>
                </a:lnTo>
                <a:lnTo>
                  <a:pt x="962025" y="71438"/>
                </a:lnTo>
                <a:lnTo>
                  <a:pt x="966788" y="76200"/>
                </a:lnTo>
                <a:lnTo>
                  <a:pt x="971550" y="80963"/>
                </a:lnTo>
                <a:lnTo>
                  <a:pt x="971550" y="90488"/>
                </a:lnTo>
                <a:lnTo>
                  <a:pt x="976313" y="95250"/>
                </a:lnTo>
                <a:lnTo>
                  <a:pt x="981075" y="100013"/>
                </a:lnTo>
                <a:lnTo>
                  <a:pt x="985838" y="104775"/>
                </a:lnTo>
                <a:lnTo>
                  <a:pt x="990600" y="109538"/>
                </a:lnTo>
                <a:lnTo>
                  <a:pt x="995363" y="114300"/>
                </a:lnTo>
                <a:lnTo>
                  <a:pt x="1000125" y="119063"/>
                </a:lnTo>
                <a:lnTo>
                  <a:pt x="1000125" y="128588"/>
                </a:lnTo>
                <a:lnTo>
                  <a:pt x="1004888" y="133350"/>
                </a:lnTo>
                <a:lnTo>
                  <a:pt x="1009650" y="138113"/>
                </a:lnTo>
                <a:lnTo>
                  <a:pt x="1014413" y="142875"/>
                </a:lnTo>
                <a:lnTo>
                  <a:pt x="1019175" y="147638"/>
                </a:lnTo>
                <a:lnTo>
                  <a:pt x="1023938" y="152400"/>
                </a:lnTo>
                <a:lnTo>
                  <a:pt x="1028700" y="157163"/>
                </a:lnTo>
                <a:lnTo>
                  <a:pt x="1028700" y="166688"/>
                </a:lnTo>
                <a:lnTo>
                  <a:pt x="1028700" y="176213"/>
                </a:lnTo>
                <a:lnTo>
                  <a:pt x="1033463" y="180975"/>
                </a:lnTo>
                <a:lnTo>
                  <a:pt x="1038225" y="185738"/>
                </a:lnTo>
                <a:lnTo>
                  <a:pt x="1038225" y="195263"/>
                </a:lnTo>
                <a:lnTo>
                  <a:pt x="1042988" y="200025"/>
                </a:lnTo>
                <a:lnTo>
                  <a:pt x="1047750" y="204788"/>
                </a:lnTo>
                <a:lnTo>
                  <a:pt x="1047750" y="214313"/>
                </a:lnTo>
                <a:lnTo>
                  <a:pt x="1052513" y="219075"/>
                </a:lnTo>
                <a:lnTo>
                  <a:pt x="1057275" y="223838"/>
                </a:lnTo>
                <a:lnTo>
                  <a:pt x="1057275" y="233363"/>
                </a:lnTo>
                <a:lnTo>
                  <a:pt x="1062038" y="238125"/>
                </a:lnTo>
                <a:lnTo>
                  <a:pt x="1066800" y="233363"/>
                </a:lnTo>
                <a:lnTo>
                  <a:pt x="1066800" y="223838"/>
                </a:lnTo>
                <a:lnTo>
                  <a:pt x="1066800" y="214313"/>
                </a:lnTo>
                <a:lnTo>
                  <a:pt x="1066800" y="204788"/>
                </a:lnTo>
                <a:lnTo>
                  <a:pt x="1066800" y="195263"/>
                </a:lnTo>
                <a:lnTo>
                  <a:pt x="1066800" y="185738"/>
                </a:lnTo>
                <a:lnTo>
                  <a:pt x="1066800" y="176213"/>
                </a:lnTo>
                <a:lnTo>
                  <a:pt x="1066800" y="166688"/>
                </a:lnTo>
                <a:lnTo>
                  <a:pt x="1066800" y="157163"/>
                </a:lnTo>
                <a:lnTo>
                  <a:pt x="1066800" y="147638"/>
                </a:lnTo>
                <a:lnTo>
                  <a:pt x="1066800" y="138113"/>
                </a:lnTo>
                <a:lnTo>
                  <a:pt x="1066800" y="128588"/>
                </a:lnTo>
                <a:lnTo>
                  <a:pt x="1066800" y="119063"/>
                </a:lnTo>
                <a:lnTo>
                  <a:pt x="1066800" y="109538"/>
                </a:lnTo>
                <a:lnTo>
                  <a:pt x="1066800" y="100013"/>
                </a:lnTo>
                <a:lnTo>
                  <a:pt x="1066800" y="90488"/>
                </a:lnTo>
                <a:lnTo>
                  <a:pt x="1066800" y="80963"/>
                </a:lnTo>
                <a:lnTo>
                  <a:pt x="1066800" y="71438"/>
                </a:lnTo>
                <a:lnTo>
                  <a:pt x="1066800" y="61913"/>
                </a:lnTo>
                <a:lnTo>
                  <a:pt x="1066800" y="52388"/>
                </a:lnTo>
                <a:lnTo>
                  <a:pt x="1066800" y="42863"/>
                </a:lnTo>
                <a:lnTo>
                  <a:pt x="1066800" y="33338"/>
                </a:lnTo>
                <a:lnTo>
                  <a:pt x="1066800" y="23813"/>
                </a:lnTo>
                <a:lnTo>
                  <a:pt x="1066800" y="14288"/>
                </a:lnTo>
                <a:lnTo>
                  <a:pt x="1066800" y="4763"/>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4763" y="866775"/>
                </a:lnTo>
                <a:lnTo>
                  <a:pt x="14288" y="866775"/>
                </a:lnTo>
                <a:lnTo>
                  <a:pt x="23813" y="866775"/>
                </a:lnTo>
                <a:lnTo>
                  <a:pt x="33338" y="866775"/>
                </a:lnTo>
                <a:lnTo>
                  <a:pt x="42863" y="866775"/>
                </a:lnTo>
                <a:lnTo>
                  <a:pt x="52388" y="866775"/>
                </a:lnTo>
                <a:lnTo>
                  <a:pt x="61913" y="866775"/>
                </a:lnTo>
                <a:lnTo>
                  <a:pt x="71438" y="866775"/>
                </a:lnTo>
                <a:lnTo>
                  <a:pt x="80963" y="866775"/>
                </a:lnTo>
                <a:lnTo>
                  <a:pt x="90488" y="866775"/>
                </a:lnTo>
                <a:lnTo>
                  <a:pt x="100013" y="866775"/>
                </a:lnTo>
                <a:lnTo>
                  <a:pt x="109538" y="866775"/>
                </a:lnTo>
                <a:lnTo>
                  <a:pt x="119063" y="866775"/>
                </a:lnTo>
                <a:lnTo>
                  <a:pt x="128588" y="866775"/>
                </a:lnTo>
                <a:lnTo>
                  <a:pt x="138113" y="866775"/>
                </a:lnTo>
                <a:lnTo>
                  <a:pt x="147638" y="866775"/>
                </a:lnTo>
                <a:lnTo>
                  <a:pt x="157163" y="866775"/>
                </a:lnTo>
                <a:lnTo>
                  <a:pt x="161925" y="862013"/>
                </a:lnTo>
                <a:lnTo>
                  <a:pt x="157163" y="857250"/>
                </a:lnTo>
                <a:lnTo>
                  <a:pt x="152400" y="852488"/>
                </a:lnTo>
                <a:lnTo>
                  <a:pt x="147638" y="847725"/>
                </a:lnTo>
                <a:lnTo>
                  <a:pt x="142875" y="842963"/>
                </a:lnTo>
                <a:lnTo>
                  <a:pt x="138113" y="838200"/>
                </a:lnTo>
                <a:lnTo>
                  <a:pt x="133350" y="833438"/>
                </a:lnTo>
                <a:lnTo>
                  <a:pt x="133350" y="823913"/>
                </a:lnTo>
                <a:lnTo>
                  <a:pt x="128588" y="819150"/>
                </a:lnTo>
                <a:lnTo>
                  <a:pt x="123825" y="814388"/>
                </a:lnTo>
                <a:lnTo>
                  <a:pt x="119063" y="809625"/>
                </a:lnTo>
                <a:lnTo>
                  <a:pt x="114300" y="804863"/>
                </a:lnTo>
                <a:lnTo>
                  <a:pt x="109538" y="800100"/>
                </a:lnTo>
                <a:lnTo>
                  <a:pt x="104775" y="795338"/>
                </a:lnTo>
                <a:lnTo>
                  <a:pt x="100013" y="790575"/>
                </a:lnTo>
                <a:lnTo>
                  <a:pt x="95250" y="785813"/>
                </a:lnTo>
                <a:lnTo>
                  <a:pt x="90488" y="781050"/>
                </a:lnTo>
                <a:lnTo>
                  <a:pt x="85725" y="776288"/>
                </a:lnTo>
                <a:lnTo>
                  <a:pt x="80963" y="771525"/>
                </a:lnTo>
                <a:lnTo>
                  <a:pt x="76200" y="766763"/>
                </a:lnTo>
                <a:lnTo>
                  <a:pt x="76200" y="757238"/>
                </a:lnTo>
                <a:lnTo>
                  <a:pt x="71438" y="752475"/>
                </a:lnTo>
                <a:lnTo>
                  <a:pt x="66675" y="747713"/>
                </a:lnTo>
                <a:lnTo>
                  <a:pt x="66675" y="738188"/>
                </a:lnTo>
                <a:lnTo>
                  <a:pt x="61913" y="733425"/>
                </a:lnTo>
                <a:lnTo>
                  <a:pt x="57150" y="728663"/>
                </a:lnTo>
                <a:lnTo>
                  <a:pt x="52388" y="723900"/>
                </a:lnTo>
                <a:lnTo>
                  <a:pt x="47625" y="719138"/>
                </a:lnTo>
                <a:lnTo>
                  <a:pt x="47625" y="709613"/>
                </a:lnTo>
                <a:lnTo>
                  <a:pt x="47625" y="700088"/>
                </a:lnTo>
                <a:lnTo>
                  <a:pt x="42863" y="695325"/>
                </a:lnTo>
                <a:lnTo>
                  <a:pt x="38100" y="690563"/>
                </a:lnTo>
                <a:lnTo>
                  <a:pt x="33338" y="685800"/>
                </a:lnTo>
                <a:lnTo>
                  <a:pt x="28575" y="681038"/>
                </a:lnTo>
                <a:lnTo>
                  <a:pt x="28575" y="671513"/>
                </a:lnTo>
                <a:lnTo>
                  <a:pt x="23813" y="666750"/>
                </a:lnTo>
                <a:lnTo>
                  <a:pt x="19050" y="661988"/>
                </a:lnTo>
                <a:lnTo>
                  <a:pt x="19050" y="652463"/>
                </a:lnTo>
                <a:lnTo>
                  <a:pt x="14288" y="647700"/>
                </a:lnTo>
                <a:lnTo>
                  <a:pt x="9525" y="652463"/>
                </a:lnTo>
                <a:lnTo>
                  <a:pt x="9525" y="661988"/>
                </a:lnTo>
                <a:lnTo>
                  <a:pt x="9525" y="671513"/>
                </a:lnTo>
                <a:lnTo>
                  <a:pt x="9525" y="681038"/>
                </a:lnTo>
                <a:lnTo>
                  <a:pt x="9525" y="690563"/>
                </a:lnTo>
                <a:lnTo>
                  <a:pt x="9525" y="700088"/>
                </a:lnTo>
                <a:lnTo>
                  <a:pt x="9525" y="709613"/>
                </a:lnTo>
                <a:lnTo>
                  <a:pt x="9525" y="719138"/>
                </a:lnTo>
                <a:lnTo>
                  <a:pt x="9525" y="728663"/>
                </a:lnTo>
                <a:lnTo>
                  <a:pt x="9525" y="738188"/>
                </a:lnTo>
                <a:lnTo>
                  <a:pt x="9525" y="747713"/>
                </a:lnTo>
                <a:lnTo>
                  <a:pt x="9525" y="757238"/>
                </a:lnTo>
                <a:lnTo>
                  <a:pt x="9525" y="766763"/>
                </a:lnTo>
                <a:lnTo>
                  <a:pt x="9525" y="776288"/>
                </a:lnTo>
                <a:lnTo>
                  <a:pt x="4763" y="781050"/>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2B577"/>
          </a:solidFill>
          <a:ln xmlns:a="http://schemas.openxmlformats.org/drawingml/2006/main" w="0">
            <a:noFill/>
            <a:prstDash val="solid"/>
          </a:ln>
        </p:spPr>
      </p:sp>
      <p:sp>
        <p:nvSpPr>
          <p:cNvPr id="697" name="layout-orange-90-1">
            <a:extLst xmlns:a="http://schemas.openxmlformats.org/drawingml/2006/main">
              <a:ext uri="{FF2B5EF4-FFF2-40B4-BE49-F238E27FC236}">
                <a16:creationId xmlns:a16="http://schemas.microsoft.com/office/drawing/2014/main" id="{3FFF89E6-4890-43A7-B65F-484CD1EA349C}"/>
              </a:ext>
            </a:extLst>
          </p:cNvPr>
          <p:cNvSpPr>
            <a:spLocks xmlns:a="http://schemas.openxmlformats.org/drawingml/2006/main" noGrp="1"/>
          </p:cNvSpPr>
          <p:nvPr/>
        </p:nvSpPr>
        <p:spPr>
          <a:xfrm xmlns:a="http://schemas.openxmlformats.org/drawingml/2006/main" rot="0">
            <a:off x="2181225" y="3552825"/>
            <a:ext cx="438150" cy="95250"/>
          </a:xfrm>
          <a:custGeom xmlns:a="http://schemas.openxmlformats.org/drawingml/2006/main">
            <a:pathLst>
              <a:path w="438150" h="95250">
                <a:moveTo>
                  <a:pt x="123825" y="4763"/>
                </a:moveTo>
                <a:lnTo>
                  <a:pt x="128588" y="0"/>
                </a:lnTo>
                <a:lnTo>
                  <a:pt x="138113" y="0"/>
                </a:lnTo>
                <a:lnTo>
                  <a:pt x="147638" y="0"/>
                </a:lnTo>
                <a:lnTo>
                  <a:pt x="157163" y="0"/>
                </a:lnTo>
                <a:lnTo>
                  <a:pt x="166688" y="0"/>
                </a:lnTo>
                <a:lnTo>
                  <a:pt x="176213" y="0"/>
                </a:lnTo>
                <a:lnTo>
                  <a:pt x="185738" y="0"/>
                </a:lnTo>
                <a:lnTo>
                  <a:pt x="195263" y="0"/>
                </a:lnTo>
                <a:lnTo>
                  <a:pt x="200025" y="4763"/>
                </a:lnTo>
                <a:lnTo>
                  <a:pt x="195263" y="9525"/>
                </a:lnTo>
                <a:lnTo>
                  <a:pt x="190500" y="14288"/>
                </a:lnTo>
                <a:lnTo>
                  <a:pt x="185738" y="19050"/>
                </a:lnTo>
                <a:lnTo>
                  <a:pt x="180975" y="23813"/>
                </a:lnTo>
                <a:lnTo>
                  <a:pt x="180975" y="33338"/>
                </a:lnTo>
                <a:lnTo>
                  <a:pt x="180975" y="42863"/>
                </a:lnTo>
                <a:lnTo>
                  <a:pt x="180975" y="52388"/>
                </a:lnTo>
                <a:lnTo>
                  <a:pt x="185738" y="57150"/>
                </a:lnTo>
                <a:lnTo>
                  <a:pt x="190500" y="61913"/>
                </a:lnTo>
                <a:lnTo>
                  <a:pt x="195263" y="66675"/>
                </a:lnTo>
                <a:lnTo>
                  <a:pt x="200025" y="71438"/>
                </a:lnTo>
                <a:lnTo>
                  <a:pt x="204788" y="76200"/>
                </a:lnTo>
                <a:lnTo>
                  <a:pt x="214313" y="76200"/>
                </a:lnTo>
                <a:lnTo>
                  <a:pt x="223838" y="76200"/>
                </a:lnTo>
                <a:lnTo>
                  <a:pt x="233363" y="76200"/>
                </a:lnTo>
                <a:lnTo>
                  <a:pt x="242888" y="76200"/>
                </a:lnTo>
                <a:lnTo>
                  <a:pt x="247650" y="71438"/>
                </a:lnTo>
                <a:lnTo>
                  <a:pt x="252413" y="66675"/>
                </a:lnTo>
                <a:lnTo>
                  <a:pt x="257175" y="61913"/>
                </a:lnTo>
                <a:lnTo>
                  <a:pt x="261938" y="57150"/>
                </a:lnTo>
                <a:lnTo>
                  <a:pt x="266700" y="52388"/>
                </a:lnTo>
                <a:lnTo>
                  <a:pt x="266700" y="42863"/>
                </a:lnTo>
                <a:lnTo>
                  <a:pt x="266700" y="33338"/>
                </a:lnTo>
                <a:lnTo>
                  <a:pt x="266700" y="23813"/>
                </a:lnTo>
                <a:lnTo>
                  <a:pt x="261938" y="19050"/>
                </a:lnTo>
                <a:lnTo>
                  <a:pt x="257175" y="14288"/>
                </a:lnTo>
                <a:lnTo>
                  <a:pt x="252413" y="9525"/>
                </a:lnTo>
                <a:lnTo>
                  <a:pt x="247650" y="4763"/>
                </a:lnTo>
                <a:lnTo>
                  <a:pt x="252413" y="0"/>
                </a:lnTo>
                <a:lnTo>
                  <a:pt x="261938" y="0"/>
                </a:lnTo>
                <a:lnTo>
                  <a:pt x="271463" y="0"/>
                </a:lnTo>
                <a:lnTo>
                  <a:pt x="280988" y="0"/>
                </a:lnTo>
                <a:lnTo>
                  <a:pt x="290513" y="0"/>
                </a:lnTo>
                <a:lnTo>
                  <a:pt x="300038" y="0"/>
                </a:lnTo>
                <a:lnTo>
                  <a:pt x="309563" y="0"/>
                </a:lnTo>
                <a:lnTo>
                  <a:pt x="314325" y="4763"/>
                </a:lnTo>
                <a:lnTo>
                  <a:pt x="319088" y="9525"/>
                </a:lnTo>
                <a:lnTo>
                  <a:pt x="328613" y="9525"/>
                </a:lnTo>
                <a:lnTo>
                  <a:pt x="338138" y="9525"/>
                </a:lnTo>
                <a:lnTo>
                  <a:pt x="347663" y="9525"/>
                </a:lnTo>
                <a:lnTo>
                  <a:pt x="357188" y="9525"/>
                </a:lnTo>
                <a:lnTo>
                  <a:pt x="366713" y="9525"/>
                </a:lnTo>
                <a:lnTo>
                  <a:pt x="371475" y="14288"/>
                </a:lnTo>
                <a:lnTo>
                  <a:pt x="376238" y="19050"/>
                </a:lnTo>
                <a:lnTo>
                  <a:pt x="385763" y="19050"/>
                </a:lnTo>
                <a:lnTo>
                  <a:pt x="395288" y="19050"/>
                </a:lnTo>
                <a:lnTo>
                  <a:pt x="404813" y="19050"/>
                </a:lnTo>
                <a:lnTo>
                  <a:pt x="409575" y="23813"/>
                </a:lnTo>
                <a:lnTo>
                  <a:pt x="414338" y="28575"/>
                </a:lnTo>
                <a:lnTo>
                  <a:pt x="423863" y="28575"/>
                </a:lnTo>
                <a:lnTo>
                  <a:pt x="428625" y="33338"/>
                </a:lnTo>
                <a:lnTo>
                  <a:pt x="433388" y="38100"/>
                </a:lnTo>
                <a:lnTo>
                  <a:pt x="438150" y="42863"/>
                </a:lnTo>
                <a:lnTo>
                  <a:pt x="438150" y="52388"/>
                </a:lnTo>
                <a:lnTo>
                  <a:pt x="433388" y="57150"/>
                </a:lnTo>
                <a:lnTo>
                  <a:pt x="428625" y="61913"/>
                </a:lnTo>
                <a:lnTo>
                  <a:pt x="423863" y="66675"/>
                </a:lnTo>
                <a:lnTo>
                  <a:pt x="414338" y="66675"/>
                </a:lnTo>
                <a:lnTo>
                  <a:pt x="404813" y="66675"/>
                </a:lnTo>
                <a:lnTo>
                  <a:pt x="400050" y="71438"/>
                </a:lnTo>
                <a:lnTo>
                  <a:pt x="395288" y="76200"/>
                </a:lnTo>
                <a:lnTo>
                  <a:pt x="385763" y="76200"/>
                </a:lnTo>
                <a:lnTo>
                  <a:pt x="376238" y="76200"/>
                </a:lnTo>
                <a:lnTo>
                  <a:pt x="371475" y="80963"/>
                </a:lnTo>
                <a:lnTo>
                  <a:pt x="366713" y="85725"/>
                </a:lnTo>
                <a:lnTo>
                  <a:pt x="357188" y="85725"/>
                </a:lnTo>
                <a:lnTo>
                  <a:pt x="347663" y="85725"/>
                </a:lnTo>
                <a:lnTo>
                  <a:pt x="338138" y="85725"/>
                </a:lnTo>
                <a:lnTo>
                  <a:pt x="328613" y="85725"/>
                </a:lnTo>
                <a:lnTo>
                  <a:pt x="319088" y="85725"/>
                </a:lnTo>
                <a:lnTo>
                  <a:pt x="309563" y="85725"/>
                </a:lnTo>
                <a:lnTo>
                  <a:pt x="300038" y="85725"/>
                </a:lnTo>
                <a:lnTo>
                  <a:pt x="295275" y="90488"/>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38113" y="95250"/>
                </a:lnTo>
                <a:lnTo>
                  <a:pt x="133350" y="90488"/>
                </a:lnTo>
                <a:lnTo>
                  <a:pt x="128588" y="85725"/>
                </a:lnTo>
                <a:lnTo>
                  <a:pt x="119063" y="85725"/>
                </a:lnTo>
                <a:lnTo>
                  <a:pt x="109538" y="85725"/>
                </a:lnTo>
                <a:lnTo>
                  <a:pt x="100013" y="85725"/>
                </a:lnTo>
                <a:lnTo>
                  <a:pt x="90488" y="85725"/>
                </a:lnTo>
                <a:lnTo>
                  <a:pt x="80963" y="85725"/>
                </a:lnTo>
                <a:lnTo>
                  <a:pt x="71438" y="85725"/>
                </a:lnTo>
                <a:lnTo>
                  <a:pt x="66675" y="80963"/>
                </a:lnTo>
                <a:lnTo>
                  <a:pt x="61913" y="76200"/>
                </a:lnTo>
                <a:lnTo>
                  <a:pt x="52388" y="76200"/>
                </a:lnTo>
                <a:lnTo>
                  <a:pt x="42863" y="76200"/>
                </a:lnTo>
                <a:lnTo>
                  <a:pt x="33338" y="76200"/>
                </a:lnTo>
                <a:lnTo>
                  <a:pt x="28575" y="71438"/>
                </a:lnTo>
                <a:lnTo>
                  <a:pt x="23813" y="66675"/>
                </a:lnTo>
                <a:lnTo>
                  <a:pt x="14288" y="66675"/>
                </a:lnTo>
                <a:lnTo>
                  <a:pt x="9525" y="61913"/>
                </a:lnTo>
                <a:lnTo>
                  <a:pt x="4763" y="57150"/>
                </a:lnTo>
                <a:lnTo>
                  <a:pt x="0" y="52388"/>
                </a:lnTo>
                <a:lnTo>
                  <a:pt x="0" y="42863"/>
                </a:lnTo>
                <a:lnTo>
                  <a:pt x="4763" y="38100"/>
                </a:lnTo>
                <a:lnTo>
                  <a:pt x="9525" y="33338"/>
                </a:lnTo>
                <a:lnTo>
                  <a:pt x="14288" y="28575"/>
                </a:lnTo>
                <a:lnTo>
                  <a:pt x="23813" y="28575"/>
                </a:lnTo>
                <a:lnTo>
                  <a:pt x="28575" y="23813"/>
                </a:lnTo>
                <a:lnTo>
                  <a:pt x="33338" y="19050"/>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F2B577"/>
          </a:solidFill>
          <a:ln xmlns:a="http://schemas.openxmlformats.org/drawingml/2006/main" w="0">
            <a:noFill/>
            <a:prstDash val="solid"/>
          </a:ln>
        </p:spPr>
      </p:sp>
      <p:sp>
        <p:nvSpPr>
          <p:cNvPr id="698" name="layout-orange-91-0">
            <a:extLst xmlns:a="http://schemas.openxmlformats.org/drawingml/2006/main">
              <a:ext uri="{FF2B5EF4-FFF2-40B4-BE49-F238E27FC236}">
                <a16:creationId xmlns:a16="http://schemas.microsoft.com/office/drawing/2014/main" id="{5E91FB06-DBA2-470B-AF59-7A7FA76F91BE}"/>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14288" y="285750"/>
                </a:lnTo>
                <a:lnTo>
                  <a:pt x="19050" y="280988"/>
                </a:lnTo>
                <a:lnTo>
                  <a:pt x="19050" y="271463"/>
                </a:lnTo>
                <a:lnTo>
                  <a:pt x="23813" y="266700"/>
                </a:lnTo>
                <a:lnTo>
                  <a:pt x="28575" y="261938"/>
                </a:lnTo>
                <a:lnTo>
                  <a:pt x="28575" y="252413"/>
                </a:lnTo>
                <a:lnTo>
                  <a:pt x="28575" y="242888"/>
                </a:lnTo>
                <a:lnTo>
                  <a:pt x="33338" y="238125"/>
                </a:lnTo>
                <a:lnTo>
                  <a:pt x="38100" y="233363"/>
                </a:lnTo>
                <a:lnTo>
                  <a:pt x="42863" y="228600"/>
                </a:lnTo>
                <a:lnTo>
                  <a:pt x="47625" y="223838"/>
                </a:lnTo>
                <a:lnTo>
                  <a:pt x="47625" y="214313"/>
                </a:lnTo>
                <a:lnTo>
                  <a:pt x="47625" y="204788"/>
                </a:lnTo>
                <a:lnTo>
                  <a:pt x="52388" y="200025"/>
                </a:lnTo>
                <a:lnTo>
                  <a:pt x="57150" y="195263"/>
                </a:lnTo>
                <a:lnTo>
                  <a:pt x="57150" y="185738"/>
                </a:lnTo>
                <a:lnTo>
                  <a:pt x="61913" y="180975"/>
                </a:lnTo>
                <a:lnTo>
                  <a:pt x="66675" y="176213"/>
                </a:lnTo>
                <a:lnTo>
                  <a:pt x="66675" y="166688"/>
                </a:lnTo>
                <a:lnTo>
                  <a:pt x="71438" y="161925"/>
                </a:lnTo>
                <a:lnTo>
                  <a:pt x="76200" y="157163"/>
                </a:lnTo>
                <a:lnTo>
                  <a:pt x="80963" y="152400"/>
                </a:lnTo>
                <a:lnTo>
                  <a:pt x="85725" y="147638"/>
                </a:lnTo>
                <a:lnTo>
                  <a:pt x="85725" y="138113"/>
                </a:lnTo>
                <a:lnTo>
                  <a:pt x="90488" y="133350"/>
                </a:lnTo>
                <a:lnTo>
                  <a:pt x="95250" y="128588"/>
                </a:lnTo>
                <a:lnTo>
                  <a:pt x="95250" y="119063"/>
                </a:lnTo>
                <a:lnTo>
                  <a:pt x="100013" y="114300"/>
                </a:lnTo>
                <a:lnTo>
                  <a:pt x="104775" y="109538"/>
                </a:lnTo>
                <a:lnTo>
                  <a:pt x="109538" y="104775"/>
                </a:lnTo>
                <a:lnTo>
                  <a:pt x="114300" y="100013"/>
                </a:lnTo>
                <a:lnTo>
                  <a:pt x="119063" y="95250"/>
                </a:lnTo>
                <a:lnTo>
                  <a:pt x="123825" y="90488"/>
                </a:lnTo>
                <a:lnTo>
                  <a:pt x="128588" y="85725"/>
                </a:lnTo>
                <a:lnTo>
                  <a:pt x="133350" y="80963"/>
                </a:lnTo>
                <a:lnTo>
                  <a:pt x="138113" y="76200"/>
                </a:lnTo>
                <a:lnTo>
                  <a:pt x="142875" y="71438"/>
                </a:lnTo>
                <a:lnTo>
                  <a:pt x="147638" y="66675"/>
                </a:lnTo>
                <a:lnTo>
                  <a:pt x="152400" y="71438"/>
                </a:lnTo>
                <a:lnTo>
                  <a:pt x="157163" y="76200"/>
                </a:lnTo>
                <a:lnTo>
                  <a:pt x="161925" y="80963"/>
                </a:lnTo>
                <a:lnTo>
                  <a:pt x="166688" y="85725"/>
                </a:lnTo>
                <a:lnTo>
                  <a:pt x="176213" y="85725"/>
                </a:lnTo>
                <a:lnTo>
                  <a:pt x="180975" y="90488"/>
                </a:lnTo>
                <a:lnTo>
                  <a:pt x="185738" y="95250"/>
                </a:lnTo>
                <a:lnTo>
                  <a:pt x="190500" y="100013"/>
                </a:lnTo>
                <a:lnTo>
                  <a:pt x="195263" y="104775"/>
                </a:lnTo>
                <a:lnTo>
                  <a:pt x="204788" y="104775"/>
                </a:lnTo>
                <a:lnTo>
                  <a:pt x="209550" y="109538"/>
                </a:lnTo>
                <a:lnTo>
                  <a:pt x="214313" y="114300"/>
                </a:lnTo>
                <a:lnTo>
                  <a:pt x="219075" y="119063"/>
                </a:lnTo>
                <a:lnTo>
                  <a:pt x="223838" y="123825"/>
                </a:lnTo>
                <a:lnTo>
                  <a:pt x="228600" y="128588"/>
                </a:lnTo>
                <a:lnTo>
                  <a:pt x="233363" y="133350"/>
                </a:lnTo>
                <a:lnTo>
                  <a:pt x="242888" y="133350"/>
                </a:lnTo>
                <a:lnTo>
                  <a:pt x="247650" y="138113"/>
                </a:lnTo>
                <a:lnTo>
                  <a:pt x="252413" y="142875"/>
                </a:lnTo>
                <a:lnTo>
                  <a:pt x="257175" y="147638"/>
                </a:lnTo>
                <a:lnTo>
                  <a:pt x="257175" y="157163"/>
                </a:lnTo>
                <a:lnTo>
                  <a:pt x="252413" y="161925"/>
                </a:lnTo>
                <a:lnTo>
                  <a:pt x="247650" y="166688"/>
                </a:lnTo>
                <a:lnTo>
                  <a:pt x="252413" y="171450"/>
                </a:lnTo>
                <a:lnTo>
                  <a:pt x="261938" y="171450"/>
                </a:lnTo>
                <a:lnTo>
                  <a:pt x="271463" y="171450"/>
                </a:lnTo>
                <a:lnTo>
                  <a:pt x="276225" y="176213"/>
                </a:lnTo>
                <a:lnTo>
                  <a:pt x="276225" y="185738"/>
                </a:lnTo>
                <a:lnTo>
                  <a:pt x="271463" y="190500"/>
                </a:lnTo>
                <a:lnTo>
                  <a:pt x="261938" y="190500"/>
                </a:lnTo>
                <a:lnTo>
                  <a:pt x="252413" y="190500"/>
                </a:lnTo>
                <a:lnTo>
                  <a:pt x="247650" y="195263"/>
                </a:lnTo>
                <a:lnTo>
                  <a:pt x="242888" y="200025"/>
                </a:lnTo>
                <a:lnTo>
                  <a:pt x="233363" y="200025"/>
                </a:lnTo>
                <a:lnTo>
                  <a:pt x="228600" y="204788"/>
                </a:lnTo>
                <a:lnTo>
                  <a:pt x="223838" y="209550"/>
                </a:lnTo>
                <a:lnTo>
                  <a:pt x="219075" y="214313"/>
                </a:lnTo>
                <a:lnTo>
                  <a:pt x="219075" y="223838"/>
                </a:lnTo>
                <a:lnTo>
                  <a:pt x="219075" y="233363"/>
                </a:lnTo>
                <a:lnTo>
                  <a:pt x="219075" y="242888"/>
                </a:lnTo>
                <a:lnTo>
                  <a:pt x="223838" y="247650"/>
                </a:lnTo>
                <a:lnTo>
                  <a:pt x="233363" y="247650"/>
                </a:lnTo>
                <a:lnTo>
                  <a:pt x="238125" y="252413"/>
                </a:lnTo>
                <a:lnTo>
                  <a:pt x="242888" y="257175"/>
                </a:lnTo>
                <a:lnTo>
                  <a:pt x="247650" y="261938"/>
                </a:lnTo>
                <a:lnTo>
                  <a:pt x="252413" y="266700"/>
                </a:lnTo>
                <a:lnTo>
                  <a:pt x="261938" y="266700"/>
                </a:lnTo>
                <a:lnTo>
                  <a:pt x="271463" y="266700"/>
                </a:lnTo>
                <a:lnTo>
                  <a:pt x="280988" y="266700"/>
                </a:lnTo>
                <a:lnTo>
                  <a:pt x="285750" y="271463"/>
                </a:lnTo>
                <a:lnTo>
                  <a:pt x="290513" y="276225"/>
                </a:lnTo>
                <a:lnTo>
                  <a:pt x="300038" y="276225"/>
                </a:lnTo>
                <a:lnTo>
                  <a:pt x="309563" y="276225"/>
                </a:lnTo>
                <a:lnTo>
                  <a:pt x="319088" y="276225"/>
                </a:lnTo>
                <a:lnTo>
                  <a:pt x="328613" y="276225"/>
                </a:lnTo>
                <a:lnTo>
                  <a:pt x="333375" y="280988"/>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90550" y="176213"/>
                </a:lnTo>
                <a:lnTo>
                  <a:pt x="585788" y="171450"/>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5300" y="166688"/>
                </a:lnTo>
                <a:lnTo>
                  <a:pt x="490538" y="161925"/>
                </a:lnTo>
                <a:lnTo>
                  <a:pt x="481013" y="161925"/>
                </a:lnTo>
                <a:lnTo>
                  <a:pt x="471488" y="161925"/>
                </a:lnTo>
                <a:lnTo>
                  <a:pt x="461963" y="161925"/>
                </a:lnTo>
                <a:lnTo>
                  <a:pt x="452438" y="161925"/>
                </a:lnTo>
                <a:lnTo>
                  <a:pt x="442913" y="161925"/>
                </a:lnTo>
                <a:lnTo>
                  <a:pt x="433388" y="161925"/>
                </a:lnTo>
                <a:lnTo>
                  <a:pt x="423863" y="161925"/>
                </a:lnTo>
                <a:lnTo>
                  <a:pt x="419100" y="166688"/>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28613" y="171450"/>
                </a:lnTo>
                <a:lnTo>
                  <a:pt x="319088" y="171450"/>
                </a:lnTo>
                <a:lnTo>
                  <a:pt x="314325" y="166688"/>
                </a:lnTo>
                <a:lnTo>
                  <a:pt x="314325" y="157163"/>
                </a:lnTo>
                <a:lnTo>
                  <a:pt x="309563" y="152400"/>
                </a:lnTo>
                <a:lnTo>
                  <a:pt x="304800" y="147638"/>
                </a:lnTo>
                <a:lnTo>
                  <a:pt x="304800" y="138113"/>
                </a:lnTo>
                <a:lnTo>
                  <a:pt x="300038" y="133350"/>
                </a:lnTo>
                <a:lnTo>
                  <a:pt x="295275" y="128588"/>
                </a:lnTo>
                <a:lnTo>
                  <a:pt x="290513" y="123825"/>
                </a:lnTo>
                <a:lnTo>
                  <a:pt x="280988" y="123825"/>
                </a:lnTo>
                <a:lnTo>
                  <a:pt x="276225" y="128588"/>
                </a:lnTo>
                <a:lnTo>
                  <a:pt x="271463" y="133350"/>
                </a:lnTo>
                <a:lnTo>
                  <a:pt x="266700" y="128588"/>
                </a:lnTo>
                <a:lnTo>
                  <a:pt x="261938" y="123825"/>
                </a:lnTo>
                <a:lnTo>
                  <a:pt x="252413" y="123825"/>
                </a:lnTo>
                <a:lnTo>
                  <a:pt x="247650" y="119063"/>
                </a:lnTo>
                <a:lnTo>
                  <a:pt x="242888" y="114300"/>
                </a:lnTo>
                <a:lnTo>
                  <a:pt x="238125" y="109538"/>
                </a:lnTo>
                <a:lnTo>
                  <a:pt x="233363" y="104775"/>
                </a:lnTo>
                <a:lnTo>
                  <a:pt x="228600" y="100013"/>
                </a:lnTo>
                <a:lnTo>
                  <a:pt x="223838" y="95250"/>
                </a:lnTo>
                <a:lnTo>
                  <a:pt x="219075" y="90488"/>
                </a:lnTo>
                <a:lnTo>
                  <a:pt x="214313" y="85725"/>
                </a:lnTo>
                <a:lnTo>
                  <a:pt x="204788" y="85725"/>
                </a:lnTo>
                <a:lnTo>
                  <a:pt x="200025" y="80963"/>
                </a:lnTo>
                <a:lnTo>
                  <a:pt x="195263" y="76200"/>
                </a:lnTo>
                <a:lnTo>
                  <a:pt x="190500" y="71438"/>
                </a:lnTo>
                <a:lnTo>
                  <a:pt x="185738" y="66675"/>
                </a:lnTo>
                <a:lnTo>
                  <a:pt x="180975" y="61913"/>
                </a:lnTo>
                <a:lnTo>
                  <a:pt x="176213" y="57150"/>
                </a:lnTo>
                <a:lnTo>
                  <a:pt x="171450" y="52388"/>
                </a:lnTo>
                <a:lnTo>
                  <a:pt x="166688" y="47625"/>
                </a:lnTo>
                <a:lnTo>
                  <a:pt x="161925" y="42863"/>
                </a:lnTo>
                <a:lnTo>
                  <a:pt x="166688" y="38100"/>
                </a:lnTo>
                <a:lnTo>
                  <a:pt x="176213" y="38100"/>
                </a:lnTo>
                <a:lnTo>
                  <a:pt x="180975" y="33338"/>
                </a:lnTo>
                <a:lnTo>
                  <a:pt x="185738" y="28575"/>
                </a:lnTo>
                <a:lnTo>
                  <a:pt x="190500" y="23813"/>
                </a:lnTo>
                <a:lnTo>
                  <a:pt x="195263" y="19050"/>
                </a:lnTo>
                <a:lnTo>
                  <a:pt x="200025" y="14288"/>
                </a:lnTo>
                <a:lnTo>
                  <a:pt x="204788" y="9525"/>
                </a:lnTo>
                <a:lnTo>
                  <a:pt x="214313" y="9525"/>
                </a:lnTo>
                <a:lnTo>
                  <a:pt x="219075" y="4763"/>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23913" y="0"/>
                </a:lnTo>
                <a:lnTo>
                  <a:pt x="833438" y="0"/>
                </a:lnTo>
                <a:lnTo>
                  <a:pt x="842963" y="0"/>
                </a:lnTo>
                <a:lnTo>
                  <a:pt x="852488" y="0"/>
                </a:lnTo>
                <a:lnTo>
                  <a:pt x="857250" y="4763"/>
                </a:lnTo>
                <a:lnTo>
                  <a:pt x="862013" y="9525"/>
                </a:lnTo>
                <a:lnTo>
                  <a:pt x="871538" y="9525"/>
                </a:lnTo>
                <a:lnTo>
                  <a:pt x="876300" y="14288"/>
                </a:lnTo>
                <a:lnTo>
                  <a:pt x="881063" y="19050"/>
                </a:lnTo>
                <a:lnTo>
                  <a:pt x="885825" y="23813"/>
                </a:lnTo>
                <a:lnTo>
                  <a:pt x="890588" y="28575"/>
                </a:lnTo>
                <a:lnTo>
                  <a:pt x="895350" y="33338"/>
                </a:lnTo>
                <a:lnTo>
                  <a:pt x="900113" y="38100"/>
                </a:lnTo>
                <a:lnTo>
                  <a:pt x="904875" y="42863"/>
                </a:lnTo>
                <a:lnTo>
                  <a:pt x="909638" y="47625"/>
                </a:lnTo>
                <a:lnTo>
                  <a:pt x="914400" y="52388"/>
                </a:lnTo>
                <a:lnTo>
                  <a:pt x="919163" y="57150"/>
                </a:lnTo>
                <a:lnTo>
                  <a:pt x="923925" y="61913"/>
                </a:lnTo>
                <a:lnTo>
                  <a:pt x="928688" y="66675"/>
                </a:lnTo>
                <a:lnTo>
                  <a:pt x="933450" y="71438"/>
                </a:lnTo>
                <a:lnTo>
                  <a:pt x="938213" y="76200"/>
                </a:lnTo>
                <a:lnTo>
                  <a:pt x="942975" y="80963"/>
                </a:lnTo>
                <a:lnTo>
                  <a:pt x="947738" y="85725"/>
                </a:lnTo>
                <a:lnTo>
                  <a:pt x="952500" y="90488"/>
                </a:lnTo>
                <a:lnTo>
                  <a:pt x="957263" y="95250"/>
                </a:lnTo>
                <a:lnTo>
                  <a:pt x="962025" y="100013"/>
                </a:lnTo>
                <a:lnTo>
                  <a:pt x="966788" y="104775"/>
                </a:lnTo>
                <a:lnTo>
                  <a:pt x="971550" y="109538"/>
                </a:lnTo>
                <a:lnTo>
                  <a:pt x="971550" y="119063"/>
                </a:lnTo>
                <a:lnTo>
                  <a:pt x="976313" y="123825"/>
                </a:lnTo>
                <a:lnTo>
                  <a:pt x="981075" y="128588"/>
                </a:lnTo>
                <a:lnTo>
                  <a:pt x="985838" y="133350"/>
                </a:lnTo>
                <a:lnTo>
                  <a:pt x="990600" y="138113"/>
                </a:lnTo>
                <a:lnTo>
                  <a:pt x="990600" y="147638"/>
                </a:lnTo>
                <a:lnTo>
                  <a:pt x="995363" y="152400"/>
                </a:lnTo>
                <a:lnTo>
                  <a:pt x="1000125" y="157163"/>
                </a:lnTo>
                <a:lnTo>
                  <a:pt x="1004888" y="161925"/>
                </a:lnTo>
                <a:lnTo>
                  <a:pt x="1009650" y="166688"/>
                </a:lnTo>
                <a:lnTo>
                  <a:pt x="1009650" y="176213"/>
                </a:lnTo>
                <a:lnTo>
                  <a:pt x="1014413" y="180975"/>
                </a:lnTo>
                <a:lnTo>
                  <a:pt x="1019175" y="185738"/>
                </a:lnTo>
                <a:lnTo>
                  <a:pt x="1019175" y="195263"/>
                </a:lnTo>
                <a:lnTo>
                  <a:pt x="1023938" y="200025"/>
                </a:lnTo>
                <a:lnTo>
                  <a:pt x="1028700" y="204788"/>
                </a:lnTo>
                <a:lnTo>
                  <a:pt x="1028700" y="214313"/>
                </a:lnTo>
                <a:lnTo>
                  <a:pt x="1028700" y="223838"/>
                </a:lnTo>
                <a:lnTo>
                  <a:pt x="1033463" y="228600"/>
                </a:lnTo>
                <a:lnTo>
                  <a:pt x="1038225" y="233363"/>
                </a:lnTo>
                <a:lnTo>
                  <a:pt x="1042988" y="238125"/>
                </a:lnTo>
                <a:lnTo>
                  <a:pt x="1047750" y="242888"/>
                </a:lnTo>
                <a:lnTo>
                  <a:pt x="1047750" y="252413"/>
                </a:lnTo>
                <a:lnTo>
                  <a:pt x="1047750" y="261938"/>
                </a:lnTo>
                <a:lnTo>
                  <a:pt x="1052513" y="266700"/>
                </a:lnTo>
                <a:lnTo>
                  <a:pt x="1057275" y="271463"/>
                </a:lnTo>
                <a:lnTo>
                  <a:pt x="1057275" y="280988"/>
                </a:lnTo>
                <a:lnTo>
                  <a:pt x="1062038" y="285750"/>
                </a:lnTo>
                <a:lnTo>
                  <a:pt x="1066800" y="280988"/>
                </a:lnTo>
                <a:lnTo>
                  <a:pt x="1066800" y="271463"/>
                </a:lnTo>
                <a:lnTo>
                  <a:pt x="1066800" y="261938"/>
                </a:lnTo>
                <a:lnTo>
                  <a:pt x="1066800" y="252413"/>
                </a:lnTo>
                <a:lnTo>
                  <a:pt x="1066800" y="242888"/>
                </a:lnTo>
                <a:lnTo>
                  <a:pt x="1066800" y="233363"/>
                </a:lnTo>
                <a:lnTo>
                  <a:pt x="1066800" y="223838"/>
                </a:lnTo>
                <a:lnTo>
                  <a:pt x="1066800" y="214313"/>
                </a:lnTo>
                <a:lnTo>
                  <a:pt x="1066800" y="204788"/>
                </a:lnTo>
                <a:lnTo>
                  <a:pt x="1066800" y="195263"/>
                </a:lnTo>
                <a:lnTo>
                  <a:pt x="1066800" y="185738"/>
                </a:lnTo>
                <a:lnTo>
                  <a:pt x="1066800" y="176213"/>
                </a:lnTo>
                <a:lnTo>
                  <a:pt x="1066800" y="166688"/>
                </a:lnTo>
                <a:lnTo>
                  <a:pt x="1066800" y="157163"/>
                </a:lnTo>
                <a:lnTo>
                  <a:pt x="1066800" y="147638"/>
                </a:lnTo>
                <a:lnTo>
                  <a:pt x="1066800" y="138113"/>
                </a:lnTo>
                <a:lnTo>
                  <a:pt x="1066800" y="128588"/>
                </a:lnTo>
                <a:lnTo>
                  <a:pt x="1066800" y="119063"/>
                </a:lnTo>
                <a:lnTo>
                  <a:pt x="1066800" y="109538"/>
                </a:lnTo>
                <a:lnTo>
                  <a:pt x="1066800" y="100013"/>
                </a:lnTo>
                <a:lnTo>
                  <a:pt x="1066800" y="90488"/>
                </a:lnTo>
                <a:lnTo>
                  <a:pt x="1066800" y="80963"/>
                </a:lnTo>
                <a:lnTo>
                  <a:pt x="1066800" y="71438"/>
                </a:lnTo>
                <a:lnTo>
                  <a:pt x="1066800" y="61913"/>
                </a:lnTo>
                <a:lnTo>
                  <a:pt x="1066800" y="52388"/>
                </a:lnTo>
                <a:lnTo>
                  <a:pt x="1066800" y="42863"/>
                </a:lnTo>
                <a:lnTo>
                  <a:pt x="1066800" y="33338"/>
                </a:lnTo>
                <a:lnTo>
                  <a:pt x="1066800" y="23813"/>
                </a:lnTo>
                <a:lnTo>
                  <a:pt x="1066800" y="14288"/>
                </a:lnTo>
                <a:lnTo>
                  <a:pt x="1066800" y="4763"/>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4763" y="866775"/>
                </a:lnTo>
                <a:lnTo>
                  <a:pt x="14288" y="866775"/>
                </a:lnTo>
                <a:lnTo>
                  <a:pt x="23813" y="866775"/>
                </a:lnTo>
                <a:lnTo>
                  <a:pt x="33338" y="866775"/>
                </a:lnTo>
                <a:lnTo>
                  <a:pt x="42863" y="866775"/>
                </a:lnTo>
                <a:lnTo>
                  <a:pt x="52388" y="866775"/>
                </a:lnTo>
                <a:lnTo>
                  <a:pt x="61913" y="866775"/>
                </a:lnTo>
                <a:lnTo>
                  <a:pt x="71438" y="866775"/>
                </a:lnTo>
                <a:lnTo>
                  <a:pt x="80963" y="866775"/>
                </a:lnTo>
                <a:lnTo>
                  <a:pt x="90488" y="866775"/>
                </a:lnTo>
                <a:lnTo>
                  <a:pt x="100013" y="866775"/>
                </a:lnTo>
                <a:lnTo>
                  <a:pt x="109538" y="866775"/>
                </a:lnTo>
                <a:lnTo>
                  <a:pt x="119063" y="866775"/>
                </a:lnTo>
                <a:lnTo>
                  <a:pt x="128588" y="866775"/>
                </a:lnTo>
                <a:lnTo>
                  <a:pt x="138113" y="866775"/>
                </a:lnTo>
                <a:lnTo>
                  <a:pt x="147638" y="866775"/>
                </a:lnTo>
                <a:lnTo>
                  <a:pt x="157163" y="866775"/>
                </a:lnTo>
                <a:lnTo>
                  <a:pt x="166688" y="866775"/>
                </a:lnTo>
                <a:lnTo>
                  <a:pt x="176213" y="866775"/>
                </a:lnTo>
                <a:lnTo>
                  <a:pt x="185738" y="866775"/>
                </a:lnTo>
                <a:lnTo>
                  <a:pt x="190500" y="862013"/>
                </a:lnTo>
                <a:lnTo>
                  <a:pt x="185738" y="857250"/>
                </a:lnTo>
                <a:lnTo>
                  <a:pt x="180975" y="852488"/>
                </a:lnTo>
                <a:lnTo>
                  <a:pt x="176213" y="847725"/>
                </a:lnTo>
                <a:lnTo>
                  <a:pt x="171450" y="842963"/>
                </a:lnTo>
                <a:lnTo>
                  <a:pt x="166688" y="838200"/>
                </a:lnTo>
                <a:lnTo>
                  <a:pt x="161925" y="833438"/>
                </a:lnTo>
                <a:lnTo>
                  <a:pt x="157163" y="828675"/>
                </a:lnTo>
                <a:lnTo>
                  <a:pt x="152400" y="823913"/>
                </a:lnTo>
                <a:lnTo>
                  <a:pt x="147638" y="819150"/>
                </a:lnTo>
                <a:lnTo>
                  <a:pt x="142875" y="814388"/>
                </a:lnTo>
                <a:lnTo>
                  <a:pt x="138113" y="809625"/>
                </a:lnTo>
                <a:lnTo>
                  <a:pt x="133350" y="804863"/>
                </a:lnTo>
                <a:lnTo>
                  <a:pt x="128588" y="800100"/>
                </a:lnTo>
                <a:lnTo>
                  <a:pt x="123825" y="795338"/>
                </a:lnTo>
                <a:lnTo>
                  <a:pt x="123825" y="785813"/>
                </a:lnTo>
                <a:lnTo>
                  <a:pt x="119063" y="781050"/>
                </a:lnTo>
                <a:lnTo>
                  <a:pt x="114300" y="776288"/>
                </a:lnTo>
                <a:lnTo>
                  <a:pt x="109538" y="771525"/>
                </a:lnTo>
                <a:lnTo>
                  <a:pt x="104775" y="766763"/>
                </a:lnTo>
                <a:lnTo>
                  <a:pt x="104775" y="757238"/>
                </a:lnTo>
                <a:lnTo>
                  <a:pt x="100013" y="752475"/>
                </a:lnTo>
                <a:lnTo>
                  <a:pt x="95250" y="747713"/>
                </a:lnTo>
                <a:lnTo>
                  <a:pt x="90488" y="742950"/>
                </a:lnTo>
                <a:lnTo>
                  <a:pt x="85725" y="738188"/>
                </a:lnTo>
                <a:lnTo>
                  <a:pt x="85725" y="728663"/>
                </a:lnTo>
                <a:lnTo>
                  <a:pt x="80963" y="723900"/>
                </a:lnTo>
                <a:lnTo>
                  <a:pt x="71438" y="723900"/>
                </a:lnTo>
                <a:lnTo>
                  <a:pt x="66675" y="719138"/>
                </a:lnTo>
                <a:lnTo>
                  <a:pt x="66675" y="709613"/>
                </a:lnTo>
                <a:lnTo>
                  <a:pt x="66675" y="700088"/>
                </a:lnTo>
                <a:lnTo>
                  <a:pt x="61913" y="695325"/>
                </a:lnTo>
                <a:lnTo>
                  <a:pt x="57150" y="690563"/>
                </a:lnTo>
                <a:lnTo>
                  <a:pt x="57150" y="681038"/>
                </a:lnTo>
                <a:lnTo>
                  <a:pt x="52388" y="676275"/>
                </a:lnTo>
                <a:lnTo>
                  <a:pt x="47625" y="671513"/>
                </a:lnTo>
                <a:lnTo>
                  <a:pt x="47625" y="661988"/>
                </a:lnTo>
                <a:lnTo>
                  <a:pt x="42863" y="657225"/>
                </a:lnTo>
                <a:lnTo>
                  <a:pt x="38100" y="652463"/>
                </a:lnTo>
                <a:lnTo>
                  <a:pt x="33338" y="647700"/>
                </a:lnTo>
                <a:lnTo>
                  <a:pt x="28575" y="642938"/>
                </a:lnTo>
                <a:lnTo>
                  <a:pt x="28575" y="633413"/>
                </a:lnTo>
                <a:lnTo>
                  <a:pt x="28575" y="623888"/>
                </a:lnTo>
                <a:lnTo>
                  <a:pt x="23813" y="619125"/>
                </a:lnTo>
                <a:lnTo>
                  <a:pt x="19050" y="614363"/>
                </a:lnTo>
                <a:lnTo>
                  <a:pt x="23813" y="609600"/>
                </a:lnTo>
                <a:lnTo>
                  <a:pt x="28575" y="604838"/>
                </a:lnTo>
                <a:lnTo>
                  <a:pt x="23813" y="600075"/>
                </a:lnTo>
                <a:lnTo>
                  <a:pt x="19050" y="595313"/>
                </a:lnTo>
                <a:lnTo>
                  <a:pt x="19050" y="585788"/>
                </a:lnTo>
                <a:lnTo>
                  <a:pt x="14288" y="581025"/>
                </a:lnTo>
                <a:lnTo>
                  <a:pt x="9525" y="585788"/>
                </a:lnTo>
                <a:lnTo>
                  <a:pt x="9525" y="595313"/>
                </a:lnTo>
                <a:lnTo>
                  <a:pt x="9525" y="604838"/>
                </a:lnTo>
                <a:lnTo>
                  <a:pt x="9525" y="614363"/>
                </a:lnTo>
                <a:lnTo>
                  <a:pt x="9525" y="623888"/>
                </a:lnTo>
                <a:lnTo>
                  <a:pt x="9525" y="633413"/>
                </a:lnTo>
                <a:lnTo>
                  <a:pt x="9525" y="642938"/>
                </a:lnTo>
                <a:lnTo>
                  <a:pt x="9525" y="652463"/>
                </a:lnTo>
                <a:lnTo>
                  <a:pt x="9525" y="661988"/>
                </a:lnTo>
                <a:lnTo>
                  <a:pt x="9525" y="671513"/>
                </a:lnTo>
                <a:lnTo>
                  <a:pt x="9525" y="681038"/>
                </a:lnTo>
                <a:lnTo>
                  <a:pt x="9525" y="690563"/>
                </a:lnTo>
                <a:lnTo>
                  <a:pt x="9525" y="700088"/>
                </a:lnTo>
                <a:lnTo>
                  <a:pt x="9525" y="709613"/>
                </a:lnTo>
                <a:lnTo>
                  <a:pt x="9525" y="719138"/>
                </a:lnTo>
                <a:lnTo>
                  <a:pt x="9525" y="728663"/>
                </a:lnTo>
                <a:lnTo>
                  <a:pt x="9525" y="738188"/>
                </a:lnTo>
                <a:lnTo>
                  <a:pt x="9525" y="747713"/>
                </a:lnTo>
                <a:lnTo>
                  <a:pt x="9525" y="757238"/>
                </a:lnTo>
                <a:lnTo>
                  <a:pt x="9525" y="766763"/>
                </a:lnTo>
                <a:lnTo>
                  <a:pt x="9525" y="776288"/>
                </a:lnTo>
                <a:lnTo>
                  <a:pt x="4763" y="781050"/>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14288" y="295275"/>
                </a:moveTo>
                <a:lnTo>
                  <a:pt x="9525" y="300038"/>
                </a:lnTo>
                <a:lnTo>
                  <a:pt x="14288" y="304800"/>
                </a:lnTo>
                <a:lnTo>
                  <a:pt x="19050" y="300038"/>
                </a:lnTo>
                <a:lnTo>
                  <a:pt x="14288" y="295275"/>
                </a:lnTo>
                <a:close/>
                <a:moveTo>
                  <a:pt x="1062038" y="295275"/>
                </a:moveTo>
                <a:lnTo>
                  <a:pt x="1057275" y="300038"/>
                </a:lnTo>
                <a:lnTo>
                  <a:pt x="1057275" y="309563"/>
                </a:lnTo>
                <a:lnTo>
                  <a:pt x="1062038" y="314325"/>
                </a:lnTo>
                <a:lnTo>
                  <a:pt x="1066800" y="309563"/>
                </a:lnTo>
                <a:lnTo>
                  <a:pt x="1066800" y="300038"/>
                </a:lnTo>
                <a:lnTo>
                  <a:pt x="1062038" y="295275"/>
                </a:lnTo>
                <a:close/>
              </a:path>
            </a:pathLst>
          </a:custGeom>
          <a:solidFill xmlns:a="http://schemas.openxmlformats.org/drawingml/2006/main">
            <a:srgbClr val="F2B87B"/>
          </a:solidFill>
          <a:ln xmlns:a="http://schemas.openxmlformats.org/drawingml/2006/main" w="0">
            <a:noFill/>
            <a:prstDash val="solid"/>
          </a:ln>
        </p:spPr>
      </p:sp>
      <p:sp>
        <p:nvSpPr>
          <p:cNvPr id="699" name="layout-orange-91-1">
            <a:extLst xmlns:a="http://schemas.openxmlformats.org/drawingml/2006/main">
              <a:ext uri="{FF2B5EF4-FFF2-40B4-BE49-F238E27FC236}">
                <a16:creationId xmlns:a16="http://schemas.microsoft.com/office/drawing/2014/main" id="{4D0EFF6E-12CA-4349-B993-7667D00ADCD0}"/>
              </a:ext>
            </a:extLst>
          </p:cNvPr>
          <p:cNvSpPr>
            <a:spLocks xmlns:a="http://schemas.openxmlformats.org/drawingml/2006/main" noGrp="1"/>
          </p:cNvSpPr>
          <p:nvPr/>
        </p:nvSpPr>
        <p:spPr>
          <a:xfrm xmlns:a="http://schemas.openxmlformats.org/drawingml/2006/main" rot="0">
            <a:off x="2181225" y="3552825"/>
            <a:ext cx="438150" cy="95250"/>
          </a:xfrm>
          <a:custGeom xmlns:a="http://schemas.openxmlformats.org/drawingml/2006/main">
            <a:pathLst>
              <a:path w="438150" h="95250">
                <a:moveTo>
                  <a:pt x="123825" y="4763"/>
                </a:moveTo>
                <a:lnTo>
                  <a:pt x="128588" y="0"/>
                </a:lnTo>
                <a:lnTo>
                  <a:pt x="138113" y="0"/>
                </a:lnTo>
                <a:lnTo>
                  <a:pt x="147638" y="0"/>
                </a:lnTo>
                <a:lnTo>
                  <a:pt x="157163" y="0"/>
                </a:lnTo>
                <a:lnTo>
                  <a:pt x="166688" y="0"/>
                </a:lnTo>
                <a:lnTo>
                  <a:pt x="176213" y="0"/>
                </a:lnTo>
                <a:lnTo>
                  <a:pt x="185738" y="0"/>
                </a:lnTo>
                <a:lnTo>
                  <a:pt x="195263" y="0"/>
                </a:lnTo>
                <a:lnTo>
                  <a:pt x="200025" y="4763"/>
                </a:lnTo>
                <a:lnTo>
                  <a:pt x="195263" y="9525"/>
                </a:lnTo>
                <a:lnTo>
                  <a:pt x="190500" y="14288"/>
                </a:lnTo>
                <a:lnTo>
                  <a:pt x="185738" y="19050"/>
                </a:lnTo>
                <a:lnTo>
                  <a:pt x="180975" y="23813"/>
                </a:lnTo>
                <a:lnTo>
                  <a:pt x="180975" y="33338"/>
                </a:lnTo>
                <a:lnTo>
                  <a:pt x="180975" y="42863"/>
                </a:lnTo>
                <a:lnTo>
                  <a:pt x="180975" y="52388"/>
                </a:lnTo>
                <a:lnTo>
                  <a:pt x="185738" y="57150"/>
                </a:lnTo>
                <a:lnTo>
                  <a:pt x="190500" y="61913"/>
                </a:lnTo>
                <a:lnTo>
                  <a:pt x="195263" y="66675"/>
                </a:lnTo>
                <a:lnTo>
                  <a:pt x="200025" y="71438"/>
                </a:lnTo>
                <a:lnTo>
                  <a:pt x="204788" y="76200"/>
                </a:lnTo>
                <a:lnTo>
                  <a:pt x="214313" y="76200"/>
                </a:lnTo>
                <a:lnTo>
                  <a:pt x="223838" y="76200"/>
                </a:lnTo>
                <a:lnTo>
                  <a:pt x="233363" y="76200"/>
                </a:lnTo>
                <a:lnTo>
                  <a:pt x="242888" y="76200"/>
                </a:lnTo>
                <a:lnTo>
                  <a:pt x="247650" y="71438"/>
                </a:lnTo>
                <a:lnTo>
                  <a:pt x="252413" y="66675"/>
                </a:lnTo>
                <a:lnTo>
                  <a:pt x="257175" y="61913"/>
                </a:lnTo>
                <a:lnTo>
                  <a:pt x="261938" y="57150"/>
                </a:lnTo>
                <a:lnTo>
                  <a:pt x="266700" y="52388"/>
                </a:lnTo>
                <a:lnTo>
                  <a:pt x="266700" y="42863"/>
                </a:lnTo>
                <a:lnTo>
                  <a:pt x="266700" y="33338"/>
                </a:lnTo>
                <a:lnTo>
                  <a:pt x="266700" y="23813"/>
                </a:lnTo>
                <a:lnTo>
                  <a:pt x="261938" y="19050"/>
                </a:lnTo>
                <a:lnTo>
                  <a:pt x="257175" y="14288"/>
                </a:lnTo>
                <a:lnTo>
                  <a:pt x="252413" y="9525"/>
                </a:lnTo>
                <a:lnTo>
                  <a:pt x="247650" y="4763"/>
                </a:lnTo>
                <a:lnTo>
                  <a:pt x="252413" y="0"/>
                </a:lnTo>
                <a:lnTo>
                  <a:pt x="261938" y="0"/>
                </a:lnTo>
                <a:lnTo>
                  <a:pt x="271463" y="0"/>
                </a:lnTo>
                <a:lnTo>
                  <a:pt x="280988" y="0"/>
                </a:lnTo>
                <a:lnTo>
                  <a:pt x="290513" y="0"/>
                </a:lnTo>
                <a:lnTo>
                  <a:pt x="300038" y="0"/>
                </a:lnTo>
                <a:lnTo>
                  <a:pt x="309563" y="0"/>
                </a:lnTo>
                <a:lnTo>
                  <a:pt x="314325" y="4763"/>
                </a:lnTo>
                <a:lnTo>
                  <a:pt x="319088" y="9525"/>
                </a:lnTo>
                <a:lnTo>
                  <a:pt x="328613" y="9525"/>
                </a:lnTo>
                <a:lnTo>
                  <a:pt x="338138" y="9525"/>
                </a:lnTo>
                <a:lnTo>
                  <a:pt x="347663" y="9525"/>
                </a:lnTo>
                <a:lnTo>
                  <a:pt x="357188" y="9525"/>
                </a:lnTo>
                <a:lnTo>
                  <a:pt x="366713" y="9525"/>
                </a:lnTo>
                <a:lnTo>
                  <a:pt x="371475" y="14288"/>
                </a:lnTo>
                <a:lnTo>
                  <a:pt x="376238" y="19050"/>
                </a:lnTo>
                <a:lnTo>
                  <a:pt x="385763" y="19050"/>
                </a:lnTo>
                <a:lnTo>
                  <a:pt x="395288" y="19050"/>
                </a:lnTo>
                <a:lnTo>
                  <a:pt x="404813" y="19050"/>
                </a:lnTo>
                <a:lnTo>
                  <a:pt x="409575" y="23813"/>
                </a:lnTo>
                <a:lnTo>
                  <a:pt x="414338" y="28575"/>
                </a:lnTo>
                <a:lnTo>
                  <a:pt x="423863" y="28575"/>
                </a:lnTo>
                <a:lnTo>
                  <a:pt x="428625" y="33338"/>
                </a:lnTo>
                <a:lnTo>
                  <a:pt x="433388" y="38100"/>
                </a:lnTo>
                <a:lnTo>
                  <a:pt x="438150" y="42863"/>
                </a:lnTo>
                <a:lnTo>
                  <a:pt x="438150" y="52388"/>
                </a:lnTo>
                <a:lnTo>
                  <a:pt x="433388" y="57150"/>
                </a:lnTo>
                <a:lnTo>
                  <a:pt x="428625" y="61913"/>
                </a:lnTo>
                <a:lnTo>
                  <a:pt x="423863" y="66675"/>
                </a:lnTo>
                <a:lnTo>
                  <a:pt x="414338" y="66675"/>
                </a:lnTo>
                <a:lnTo>
                  <a:pt x="404813" y="66675"/>
                </a:lnTo>
                <a:lnTo>
                  <a:pt x="400050" y="71438"/>
                </a:lnTo>
                <a:lnTo>
                  <a:pt x="395288" y="76200"/>
                </a:lnTo>
                <a:lnTo>
                  <a:pt x="385763" y="76200"/>
                </a:lnTo>
                <a:lnTo>
                  <a:pt x="376238" y="76200"/>
                </a:lnTo>
                <a:lnTo>
                  <a:pt x="371475" y="80963"/>
                </a:lnTo>
                <a:lnTo>
                  <a:pt x="366713" y="85725"/>
                </a:lnTo>
                <a:lnTo>
                  <a:pt x="357188" y="85725"/>
                </a:lnTo>
                <a:lnTo>
                  <a:pt x="347663" y="85725"/>
                </a:lnTo>
                <a:lnTo>
                  <a:pt x="338138" y="85725"/>
                </a:lnTo>
                <a:lnTo>
                  <a:pt x="328613" y="85725"/>
                </a:lnTo>
                <a:lnTo>
                  <a:pt x="319088" y="85725"/>
                </a:lnTo>
                <a:lnTo>
                  <a:pt x="309563" y="85725"/>
                </a:lnTo>
                <a:lnTo>
                  <a:pt x="300038" y="85725"/>
                </a:lnTo>
                <a:lnTo>
                  <a:pt x="295275" y="90488"/>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42875" y="90488"/>
                </a:lnTo>
                <a:lnTo>
                  <a:pt x="138113" y="85725"/>
                </a:lnTo>
                <a:lnTo>
                  <a:pt x="128588" y="85725"/>
                </a:lnTo>
                <a:lnTo>
                  <a:pt x="119063" y="85725"/>
                </a:lnTo>
                <a:lnTo>
                  <a:pt x="109538" y="85725"/>
                </a:lnTo>
                <a:lnTo>
                  <a:pt x="100013" y="85725"/>
                </a:lnTo>
                <a:lnTo>
                  <a:pt x="90488" y="85725"/>
                </a:lnTo>
                <a:lnTo>
                  <a:pt x="80963" y="85725"/>
                </a:lnTo>
                <a:lnTo>
                  <a:pt x="71438" y="85725"/>
                </a:lnTo>
                <a:lnTo>
                  <a:pt x="66675" y="80963"/>
                </a:lnTo>
                <a:lnTo>
                  <a:pt x="61913" y="76200"/>
                </a:lnTo>
                <a:lnTo>
                  <a:pt x="52388" y="76200"/>
                </a:lnTo>
                <a:lnTo>
                  <a:pt x="42863" y="76200"/>
                </a:lnTo>
                <a:lnTo>
                  <a:pt x="33338" y="76200"/>
                </a:lnTo>
                <a:lnTo>
                  <a:pt x="28575" y="71438"/>
                </a:lnTo>
                <a:lnTo>
                  <a:pt x="23813" y="66675"/>
                </a:lnTo>
                <a:lnTo>
                  <a:pt x="14288" y="66675"/>
                </a:lnTo>
                <a:lnTo>
                  <a:pt x="9525" y="61913"/>
                </a:lnTo>
                <a:lnTo>
                  <a:pt x="4763" y="57150"/>
                </a:lnTo>
                <a:lnTo>
                  <a:pt x="0" y="52388"/>
                </a:lnTo>
                <a:lnTo>
                  <a:pt x="0" y="42863"/>
                </a:lnTo>
                <a:lnTo>
                  <a:pt x="4763" y="38100"/>
                </a:lnTo>
                <a:lnTo>
                  <a:pt x="9525" y="33338"/>
                </a:lnTo>
                <a:lnTo>
                  <a:pt x="14288" y="28575"/>
                </a:lnTo>
                <a:lnTo>
                  <a:pt x="23813" y="28575"/>
                </a:lnTo>
                <a:lnTo>
                  <a:pt x="28575" y="23813"/>
                </a:lnTo>
                <a:lnTo>
                  <a:pt x="33338" y="19050"/>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F2B87B"/>
          </a:solidFill>
          <a:ln xmlns:a="http://schemas.openxmlformats.org/drawingml/2006/main" w="0">
            <a:noFill/>
            <a:prstDash val="solid"/>
          </a:ln>
        </p:spPr>
      </p:sp>
      <p:sp>
        <p:nvSpPr>
          <p:cNvPr id="700" name="layout-orange-92-0">
            <a:extLst xmlns:a="http://schemas.openxmlformats.org/drawingml/2006/main">
              <a:ext uri="{FF2B5EF4-FFF2-40B4-BE49-F238E27FC236}">
                <a16:creationId xmlns:a16="http://schemas.microsoft.com/office/drawing/2014/main" id="{1B5C12C9-17E3-4DD8-8B40-9E536095895E}"/>
              </a:ext>
            </a:extLst>
          </p:cNvPr>
          <p:cNvSpPr>
            <a:spLocks xmlns:a="http://schemas.openxmlformats.org/drawingml/2006/main" noGrp="1"/>
          </p:cNvSpPr>
          <p:nvPr/>
        </p:nvSpPr>
        <p:spPr>
          <a:xfrm xmlns:a="http://schemas.openxmlformats.org/drawingml/2006/main" rot="0">
            <a:off x="1943100" y="3371850"/>
            <a:ext cx="9525" cy="781050"/>
          </a:xfrm>
          <a:custGeom xmlns:a="http://schemas.openxmlformats.org/drawingml/2006/main">
            <a:pathLst>
              <a:path w="9525" h="7810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9525" y="433388"/>
                </a:lnTo>
                <a:lnTo>
                  <a:pt x="9525" y="442913"/>
                </a:lnTo>
                <a:lnTo>
                  <a:pt x="9525" y="452438"/>
                </a:lnTo>
                <a:lnTo>
                  <a:pt x="9525" y="461963"/>
                </a:lnTo>
                <a:lnTo>
                  <a:pt x="9525" y="471488"/>
                </a:lnTo>
                <a:lnTo>
                  <a:pt x="9525" y="481013"/>
                </a:lnTo>
                <a:lnTo>
                  <a:pt x="9525" y="490538"/>
                </a:lnTo>
                <a:lnTo>
                  <a:pt x="9525" y="500063"/>
                </a:lnTo>
                <a:lnTo>
                  <a:pt x="9525" y="509588"/>
                </a:lnTo>
                <a:lnTo>
                  <a:pt x="9525" y="519113"/>
                </a:lnTo>
                <a:lnTo>
                  <a:pt x="9525" y="528638"/>
                </a:lnTo>
                <a:lnTo>
                  <a:pt x="9525" y="538163"/>
                </a:lnTo>
                <a:lnTo>
                  <a:pt x="9525" y="547688"/>
                </a:lnTo>
                <a:lnTo>
                  <a:pt x="9525" y="557213"/>
                </a:lnTo>
                <a:lnTo>
                  <a:pt x="9525" y="566738"/>
                </a:lnTo>
                <a:lnTo>
                  <a:pt x="9525" y="576263"/>
                </a:lnTo>
                <a:lnTo>
                  <a:pt x="9525" y="585788"/>
                </a:lnTo>
                <a:lnTo>
                  <a:pt x="9525" y="595313"/>
                </a:lnTo>
                <a:lnTo>
                  <a:pt x="9525" y="604838"/>
                </a:lnTo>
                <a:lnTo>
                  <a:pt x="9525" y="614363"/>
                </a:lnTo>
                <a:lnTo>
                  <a:pt x="9525" y="623888"/>
                </a:lnTo>
                <a:lnTo>
                  <a:pt x="9525" y="633413"/>
                </a:lnTo>
                <a:lnTo>
                  <a:pt x="9525" y="642938"/>
                </a:lnTo>
                <a:lnTo>
                  <a:pt x="9525" y="652463"/>
                </a:lnTo>
                <a:lnTo>
                  <a:pt x="9525" y="661988"/>
                </a:lnTo>
                <a:lnTo>
                  <a:pt x="9525" y="671513"/>
                </a:lnTo>
                <a:lnTo>
                  <a:pt x="9525" y="681038"/>
                </a:lnTo>
                <a:lnTo>
                  <a:pt x="9525" y="690563"/>
                </a:lnTo>
                <a:lnTo>
                  <a:pt x="9525" y="700088"/>
                </a:lnTo>
                <a:lnTo>
                  <a:pt x="9525" y="709613"/>
                </a:lnTo>
                <a:lnTo>
                  <a:pt x="9525" y="719138"/>
                </a:lnTo>
                <a:lnTo>
                  <a:pt x="9525" y="728663"/>
                </a:lnTo>
                <a:lnTo>
                  <a:pt x="9525" y="738188"/>
                </a:lnTo>
                <a:lnTo>
                  <a:pt x="9525" y="747713"/>
                </a:lnTo>
                <a:lnTo>
                  <a:pt x="9525" y="757238"/>
                </a:lnTo>
                <a:lnTo>
                  <a:pt x="9525" y="766763"/>
                </a:lnTo>
                <a:lnTo>
                  <a:pt x="9525" y="776288"/>
                </a:lnTo>
                <a:lnTo>
                  <a:pt x="4763" y="781050"/>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3BA7F"/>
          </a:solidFill>
          <a:ln xmlns:a="http://schemas.openxmlformats.org/drawingml/2006/main" w="0">
            <a:noFill/>
            <a:prstDash val="solid"/>
          </a:ln>
        </p:spPr>
      </p:sp>
      <p:sp>
        <p:nvSpPr>
          <p:cNvPr id="701" name="layout-orange-92-1">
            <a:extLst xmlns:a="http://schemas.openxmlformats.org/drawingml/2006/main">
              <a:ext uri="{FF2B5EF4-FFF2-40B4-BE49-F238E27FC236}">
                <a16:creationId xmlns:a16="http://schemas.microsoft.com/office/drawing/2014/main" id="{A50216AE-6247-45A0-892F-059F75623B81}"/>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257175" y="4763"/>
                </a:move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5338" y="0"/>
                </a:lnTo>
                <a:lnTo>
                  <a:pt x="804863" y="0"/>
                </a:lnTo>
                <a:lnTo>
                  <a:pt x="814388" y="0"/>
                </a:lnTo>
                <a:lnTo>
                  <a:pt x="819150" y="4763"/>
                </a:lnTo>
                <a:lnTo>
                  <a:pt x="823913" y="9525"/>
                </a:lnTo>
                <a:lnTo>
                  <a:pt x="833438" y="9525"/>
                </a:lnTo>
                <a:lnTo>
                  <a:pt x="838200" y="14288"/>
                </a:lnTo>
                <a:lnTo>
                  <a:pt x="842963" y="19050"/>
                </a:lnTo>
                <a:lnTo>
                  <a:pt x="852488" y="19050"/>
                </a:lnTo>
                <a:lnTo>
                  <a:pt x="857250" y="23813"/>
                </a:lnTo>
                <a:lnTo>
                  <a:pt x="862013" y="28575"/>
                </a:lnTo>
                <a:lnTo>
                  <a:pt x="866775" y="33338"/>
                </a:lnTo>
                <a:lnTo>
                  <a:pt x="871538" y="38100"/>
                </a:lnTo>
                <a:lnTo>
                  <a:pt x="876300" y="42863"/>
                </a:lnTo>
                <a:lnTo>
                  <a:pt x="881063" y="47625"/>
                </a:lnTo>
                <a:lnTo>
                  <a:pt x="885825" y="52388"/>
                </a:lnTo>
                <a:lnTo>
                  <a:pt x="890588" y="57150"/>
                </a:lnTo>
                <a:lnTo>
                  <a:pt x="895350" y="61913"/>
                </a:lnTo>
                <a:lnTo>
                  <a:pt x="900113" y="66675"/>
                </a:lnTo>
                <a:lnTo>
                  <a:pt x="904875" y="71438"/>
                </a:lnTo>
                <a:lnTo>
                  <a:pt x="909638" y="76200"/>
                </a:lnTo>
                <a:lnTo>
                  <a:pt x="914400" y="80963"/>
                </a:lnTo>
                <a:lnTo>
                  <a:pt x="919163" y="85725"/>
                </a:lnTo>
                <a:lnTo>
                  <a:pt x="923925" y="90488"/>
                </a:lnTo>
                <a:lnTo>
                  <a:pt x="928688" y="95250"/>
                </a:lnTo>
                <a:lnTo>
                  <a:pt x="933450" y="100013"/>
                </a:lnTo>
                <a:lnTo>
                  <a:pt x="938213" y="104775"/>
                </a:lnTo>
                <a:lnTo>
                  <a:pt x="942975" y="109538"/>
                </a:lnTo>
                <a:lnTo>
                  <a:pt x="942975" y="119063"/>
                </a:lnTo>
                <a:lnTo>
                  <a:pt x="947738" y="123825"/>
                </a:lnTo>
                <a:lnTo>
                  <a:pt x="952500" y="128588"/>
                </a:lnTo>
                <a:lnTo>
                  <a:pt x="957263" y="133350"/>
                </a:lnTo>
                <a:lnTo>
                  <a:pt x="962025" y="138113"/>
                </a:lnTo>
                <a:lnTo>
                  <a:pt x="962025" y="147638"/>
                </a:lnTo>
                <a:lnTo>
                  <a:pt x="966788" y="152400"/>
                </a:lnTo>
                <a:lnTo>
                  <a:pt x="976313" y="152400"/>
                </a:lnTo>
                <a:lnTo>
                  <a:pt x="981075" y="157163"/>
                </a:lnTo>
                <a:lnTo>
                  <a:pt x="981075" y="166688"/>
                </a:lnTo>
                <a:lnTo>
                  <a:pt x="981075" y="176213"/>
                </a:lnTo>
                <a:lnTo>
                  <a:pt x="985838" y="180975"/>
                </a:lnTo>
                <a:lnTo>
                  <a:pt x="990600" y="185738"/>
                </a:lnTo>
                <a:lnTo>
                  <a:pt x="990600" y="195263"/>
                </a:lnTo>
                <a:lnTo>
                  <a:pt x="995363" y="200025"/>
                </a:lnTo>
                <a:lnTo>
                  <a:pt x="1000125" y="204788"/>
                </a:lnTo>
                <a:lnTo>
                  <a:pt x="1004888" y="209550"/>
                </a:lnTo>
                <a:lnTo>
                  <a:pt x="1009650" y="214313"/>
                </a:lnTo>
                <a:lnTo>
                  <a:pt x="1009650" y="223838"/>
                </a:lnTo>
                <a:lnTo>
                  <a:pt x="1009650" y="233363"/>
                </a:lnTo>
                <a:lnTo>
                  <a:pt x="1014413" y="238125"/>
                </a:lnTo>
                <a:lnTo>
                  <a:pt x="1019175" y="242888"/>
                </a:lnTo>
                <a:lnTo>
                  <a:pt x="1019175" y="252413"/>
                </a:lnTo>
                <a:lnTo>
                  <a:pt x="1023938" y="257175"/>
                </a:lnTo>
                <a:lnTo>
                  <a:pt x="1028700" y="261938"/>
                </a:lnTo>
                <a:lnTo>
                  <a:pt x="1028700" y="271463"/>
                </a:lnTo>
                <a:lnTo>
                  <a:pt x="1033463" y="276225"/>
                </a:lnTo>
                <a:lnTo>
                  <a:pt x="1038225" y="280988"/>
                </a:lnTo>
                <a:lnTo>
                  <a:pt x="1038225" y="290513"/>
                </a:lnTo>
                <a:lnTo>
                  <a:pt x="1038225" y="300038"/>
                </a:lnTo>
                <a:lnTo>
                  <a:pt x="1038225" y="309563"/>
                </a:lnTo>
                <a:lnTo>
                  <a:pt x="1042988" y="314325"/>
                </a:lnTo>
                <a:lnTo>
                  <a:pt x="1047750" y="319088"/>
                </a:lnTo>
                <a:lnTo>
                  <a:pt x="1047750" y="328613"/>
                </a:lnTo>
                <a:lnTo>
                  <a:pt x="1047750" y="338138"/>
                </a:lnTo>
                <a:lnTo>
                  <a:pt x="1047750" y="347663"/>
                </a:lnTo>
                <a:lnTo>
                  <a:pt x="1052513" y="352425"/>
                </a:lnTo>
                <a:lnTo>
                  <a:pt x="1057275" y="357188"/>
                </a:lnTo>
                <a:lnTo>
                  <a:pt x="1052513" y="361950"/>
                </a:lnTo>
                <a:lnTo>
                  <a:pt x="1047750" y="366713"/>
                </a:lnTo>
                <a:lnTo>
                  <a:pt x="1047750" y="376238"/>
                </a:lnTo>
                <a:lnTo>
                  <a:pt x="1052513" y="381000"/>
                </a:lnTo>
                <a:lnTo>
                  <a:pt x="1057275" y="385763"/>
                </a:lnTo>
                <a:lnTo>
                  <a:pt x="1057275" y="395288"/>
                </a:lnTo>
                <a:lnTo>
                  <a:pt x="1057275" y="404813"/>
                </a:lnTo>
                <a:lnTo>
                  <a:pt x="1057275" y="414338"/>
                </a:lnTo>
                <a:lnTo>
                  <a:pt x="1062038" y="419100"/>
                </a:lnTo>
                <a:lnTo>
                  <a:pt x="1066800" y="414338"/>
                </a:lnTo>
                <a:lnTo>
                  <a:pt x="1066800" y="404813"/>
                </a:lnTo>
                <a:lnTo>
                  <a:pt x="1066800" y="395288"/>
                </a:lnTo>
                <a:lnTo>
                  <a:pt x="1066800" y="385763"/>
                </a:lnTo>
                <a:lnTo>
                  <a:pt x="1066800" y="376238"/>
                </a:lnTo>
                <a:lnTo>
                  <a:pt x="1066800" y="366713"/>
                </a:lnTo>
                <a:lnTo>
                  <a:pt x="1066800" y="357188"/>
                </a:lnTo>
                <a:lnTo>
                  <a:pt x="1066800" y="347663"/>
                </a:lnTo>
                <a:lnTo>
                  <a:pt x="1066800" y="338138"/>
                </a:lnTo>
                <a:lnTo>
                  <a:pt x="1066800" y="328613"/>
                </a:lnTo>
                <a:lnTo>
                  <a:pt x="1066800" y="319088"/>
                </a:lnTo>
                <a:lnTo>
                  <a:pt x="1066800" y="309563"/>
                </a:lnTo>
                <a:lnTo>
                  <a:pt x="1066800" y="300038"/>
                </a:lnTo>
                <a:lnTo>
                  <a:pt x="1066800" y="290513"/>
                </a:lnTo>
                <a:lnTo>
                  <a:pt x="1066800" y="280988"/>
                </a:lnTo>
                <a:lnTo>
                  <a:pt x="1066800" y="271463"/>
                </a:lnTo>
                <a:lnTo>
                  <a:pt x="1066800" y="261938"/>
                </a:lnTo>
                <a:lnTo>
                  <a:pt x="1066800" y="252413"/>
                </a:lnTo>
                <a:lnTo>
                  <a:pt x="1066800" y="242888"/>
                </a:lnTo>
                <a:lnTo>
                  <a:pt x="1066800" y="233363"/>
                </a:lnTo>
                <a:lnTo>
                  <a:pt x="1066800" y="223838"/>
                </a:lnTo>
                <a:lnTo>
                  <a:pt x="1066800" y="214313"/>
                </a:lnTo>
                <a:lnTo>
                  <a:pt x="1066800" y="204788"/>
                </a:lnTo>
                <a:lnTo>
                  <a:pt x="1066800" y="195263"/>
                </a:lnTo>
                <a:lnTo>
                  <a:pt x="1066800" y="185738"/>
                </a:lnTo>
                <a:lnTo>
                  <a:pt x="1066800" y="176213"/>
                </a:lnTo>
                <a:lnTo>
                  <a:pt x="1066800" y="166688"/>
                </a:lnTo>
                <a:lnTo>
                  <a:pt x="1066800" y="157163"/>
                </a:lnTo>
                <a:lnTo>
                  <a:pt x="1066800" y="147638"/>
                </a:lnTo>
                <a:lnTo>
                  <a:pt x="1066800" y="138113"/>
                </a:lnTo>
                <a:lnTo>
                  <a:pt x="1066800" y="128588"/>
                </a:lnTo>
                <a:lnTo>
                  <a:pt x="1066800" y="119063"/>
                </a:lnTo>
                <a:lnTo>
                  <a:pt x="1066800" y="109538"/>
                </a:lnTo>
                <a:lnTo>
                  <a:pt x="1066800" y="100013"/>
                </a:lnTo>
                <a:lnTo>
                  <a:pt x="1066800" y="90488"/>
                </a:lnTo>
                <a:lnTo>
                  <a:pt x="1066800" y="80963"/>
                </a:lnTo>
                <a:lnTo>
                  <a:pt x="1066800" y="71438"/>
                </a:lnTo>
                <a:lnTo>
                  <a:pt x="1066800" y="61913"/>
                </a:lnTo>
                <a:lnTo>
                  <a:pt x="1066800" y="52388"/>
                </a:lnTo>
                <a:lnTo>
                  <a:pt x="1066800" y="42863"/>
                </a:lnTo>
                <a:lnTo>
                  <a:pt x="1066800" y="33338"/>
                </a:lnTo>
                <a:lnTo>
                  <a:pt x="1066800" y="23813"/>
                </a:lnTo>
                <a:lnTo>
                  <a:pt x="1066800" y="14288"/>
                </a:lnTo>
                <a:lnTo>
                  <a:pt x="1066800" y="4763"/>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4763" y="866775"/>
                </a:lnTo>
                <a:lnTo>
                  <a:pt x="14288" y="866775"/>
                </a:lnTo>
                <a:lnTo>
                  <a:pt x="23813" y="866775"/>
                </a:lnTo>
                <a:lnTo>
                  <a:pt x="33338" y="866775"/>
                </a:lnTo>
                <a:lnTo>
                  <a:pt x="42863" y="866775"/>
                </a:lnTo>
                <a:lnTo>
                  <a:pt x="52388" y="866775"/>
                </a:lnTo>
                <a:lnTo>
                  <a:pt x="61913" y="866775"/>
                </a:lnTo>
                <a:lnTo>
                  <a:pt x="71438" y="866775"/>
                </a:lnTo>
                <a:lnTo>
                  <a:pt x="80963" y="866775"/>
                </a:lnTo>
                <a:lnTo>
                  <a:pt x="90488" y="866775"/>
                </a:lnTo>
                <a:lnTo>
                  <a:pt x="100013" y="866775"/>
                </a:lnTo>
                <a:lnTo>
                  <a:pt x="109538" y="866775"/>
                </a:lnTo>
                <a:lnTo>
                  <a:pt x="119063" y="866775"/>
                </a:lnTo>
                <a:lnTo>
                  <a:pt x="128588" y="866775"/>
                </a:lnTo>
                <a:lnTo>
                  <a:pt x="138113" y="866775"/>
                </a:lnTo>
                <a:lnTo>
                  <a:pt x="147638" y="866775"/>
                </a:lnTo>
                <a:lnTo>
                  <a:pt x="157163" y="866775"/>
                </a:lnTo>
                <a:lnTo>
                  <a:pt x="166688" y="866775"/>
                </a:lnTo>
                <a:lnTo>
                  <a:pt x="176213" y="866775"/>
                </a:lnTo>
                <a:lnTo>
                  <a:pt x="185738" y="866775"/>
                </a:lnTo>
                <a:lnTo>
                  <a:pt x="195263" y="866775"/>
                </a:lnTo>
                <a:lnTo>
                  <a:pt x="204788" y="866775"/>
                </a:lnTo>
                <a:lnTo>
                  <a:pt x="214313" y="866775"/>
                </a:lnTo>
                <a:lnTo>
                  <a:pt x="223838" y="866775"/>
                </a:lnTo>
                <a:lnTo>
                  <a:pt x="228600" y="862013"/>
                </a:lnTo>
                <a:lnTo>
                  <a:pt x="223838" y="857250"/>
                </a:lnTo>
                <a:lnTo>
                  <a:pt x="219075" y="852488"/>
                </a:lnTo>
                <a:lnTo>
                  <a:pt x="214313" y="847725"/>
                </a:lnTo>
                <a:lnTo>
                  <a:pt x="209550" y="842963"/>
                </a:lnTo>
                <a:lnTo>
                  <a:pt x="204788" y="838200"/>
                </a:lnTo>
                <a:lnTo>
                  <a:pt x="200025" y="833438"/>
                </a:lnTo>
                <a:lnTo>
                  <a:pt x="195263" y="828675"/>
                </a:lnTo>
                <a:lnTo>
                  <a:pt x="185738" y="828675"/>
                </a:lnTo>
                <a:lnTo>
                  <a:pt x="180975" y="823913"/>
                </a:lnTo>
                <a:lnTo>
                  <a:pt x="176213" y="819150"/>
                </a:lnTo>
                <a:lnTo>
                  <a:pt x="171450" y="814388"/>
                </a:lnTo>
                <a:lnTo>
                  <a:pt x="171450" y="804863"/>
                </a:lnTo>
                <a:lnTo>
                  <a:pt x="166688" y="800100"/>
                </a:lnTo>
                <a:lnTo>
                  <a:pt x="161925" y="795338"/>
                </a:lnTo>
                <a:lnTo>
                  <a:pt x="157163" y="790575"/>
                </a:lnTo>
                <a:lnTo>
                  <a:pt x="152400" y="785813"/>
                </a:lnTo>
                <a:lnTo>
                  <a:pt x="147638" y="781050"/>
                </a:lnTo>
                <a:lnTo>
                  <a:pt x="142875" y="776288"/>
                </a:lnTo>
                <a:lnTo>
                  <a:pt x="138113" y="771525"/>
                </a:lnTo>
                <a:lnTo>
                  <a:pt x="133350" y="766763"/>
                </a:lnTo>
                <a:lnTo>
                  <a:pt x="133350" y="757238"/>
                </a:lnTo>
                <a:lnTo>
                  <a:pt x="128588" y="752475"/>
                </a:lnTo>
                <a:lnTo>
                  <a:pt x="123825" y="747713"/>
                </a:lnTo>
                <a:lnTo>
                  <a:pt x="119063" y="742950"/>
                </a:lnTo>
                <a:lnTo>
                  <a:pt x="114300" y="738188"/>
                </a:lnTo>
                <a:lnTo>
                  <a:pt x="114300" y="728663"/>
                </a:lnTo>
                <a:lnTo>
                  <a:pt x="109538" y="723900"/>
                </a:lnTo>
                <a:lnTo>
                  <a:pt x="100013" y="723900"/>
                </a:lnTo>
                <a:lnTo>
                  <a:pt x="95250" y="719138"/>
                </a:lnTo>
                <a:lnTo>
                  <a:pt x="95250" y="709613"/>
                </a:lnTo>
                <a:lnTo>
                  <a:pt x="95250" y="700088"/>
                </a:lnTo>
                <a:lnTo>
                  <a:pt x="90488" y="695325"/>
                </a:lnTo>
                <a:lnTo>
                  <a:pt x="85725" y="690563"/>
                </a:lnTo>
                <a:lnTo>
                  <a:pt x="80963" y="685800"/>
                </a:lnTo>
                <a:lnTo>
                  <a:pt x="76200" y="681038"/>
                </a:lnTo>
                <a:lnTo>
                  <a:pt x="76200" y="671513"/>
                </a:lnTo>
                <a:lnTo>
                  <a:pt x="71438" y="666750"/>
                </a:lnTo>
                <a:lnTo>
                  <a:pt x="66675" y="661988"/>
                </a:lnTo>
                <a:lnTo>
                  <a:pt x="66675" y="652463"/>
                </a:lnTo>
                <a:lnTo>
                  <a:pt x="61913" y="647700"/>
                </a:lnTo>
                <a:lnTo>
                  <a:pt x="57150" y="642938"/>
                </a:lnTo>
                <a:lnTo>
                  <a:pt x="57150" y="633413"/>
                </a:lnTo>
                <a:lnTo>
                  <a:pt x="57150" y="623888"/>
                </a:lnTo>
                <a:lnTo>
                  <a:pt x="52388" y="619125"/>
                </a:lnTo>
                <a:lnTo>
                  <a:pt x="47625" y="614363"/>
                </a:lnTo>
                <a:lnTo>
                  <a:pt x="47625" y="604838"/>
                </a:lnTo>
                <a:lnTo>
                  <a:pt x="42863" y="600075"/>
                </a:lnTo>
                <a:lnTo>
                  <a:pt x="38100" y="595313"/>
                </a:lnTo>
                <a:lnTo>
                  <a:pt x="38100" y="585788"/>
                </a:lnTo>
                <a:lnTo>
                  <a:pt x="38100" y="576263"/>
                </a:lnTo>
                <a:lnTo>
                  <a:pt x="38100" y="566738"/>
                </a:lnTo>
                <a:lnTo>
                  <a:pt x="33338" y="561975"/>
                </a:lnTo>
                <a:lnTo>
                  <a:pt x="28575" y="557213"/>
                </a:lnTo>
                <a:lnTo>
                  <a:pt x="28575" y="547688"/>
                </a:lnTo>
                <a:lnTo>
                  <a:pt x="28575" y="538163"/>
                </a:lnTo>
                <a:lnTo>
                  <a:pt x="23813" y="533400"/>
                </a:lnTo>
                <a:lnTo>
                  <a:pt x="19050" y="528638"/>
                </a:lnTo>
                <a:lnTo>
                  <a:pt x="23813" y="523875"/>
                </a:lnTo>
                <a:lnTo>
                  <a:pt x="28575" y="519113"/>
                </a:lnTo>
                <a:lnTo>
                  <a:pt x="23813" y="514350"/>
                </a:lnTo>
                <a:lnTo>
                  <a:pt x="19050" y="509588"/>
                </a:lnTo>
                <a:lnTo>
                  <a:pt x="19050" y="500063"/>
                </a:lnTo>
                <a:lnTo>
                  <a:pt x="19050" y="490538"/>
                </a:lnTo>
                <a:lnTo>
                  <a:pt x="19050" y="481013"/>
                </a:lnTo>
                <a:lnTo>
                  <a:pt x="19050" y="471488"/>
                </a:lnTo>
                <a:lnTo>
                  <a:pt x="19050" y="461963"/>
                </a:lnTo>
                <a:lnTo>
                  <a:pt x="19050" y="452438"/>
                </a:lnTo>
                <a:lnTo>
                  <a:pt x="19050" y="442913"/>
                </a:lnTo>
                <a:lnTo>
                  <a:pt x="19050" y="433388"/>
                </a:lnTo>
                <a:lnTo>
                  <a:pt x="19050" y="423863"/>
                </a:lnTo>
                <a:lnTo>
                  <a:pt x="19050" y="414338"/>
                </a:lnTo>
                <a:lnTo>
                  <a:pt x="19050" y="404813"/>
                </a:lnTo>
                <a:lnTo>
                  <a:pt x="19050" y="395288"/>
                </a:lnTo>
                <a:lnTo>
                  <a:pt x="19050" y="385763"/>
                </a:lnTo>
                <a:lnTo>
                  <a:pt x="19050" y="376238"/>
                </a:lnTo>
                <a:lnTo>
                  <a:pt x="23813" y="371475"/>
                </a:lnTo>
                <a:lnTo>
                  <a:pt x="28575" y="366713"/>
                </a:lnTo>
                <a:lnTo>
                  <a:pt x="23813" y="361950"/>
                </a:lnTo>
                <a:lnTo>
                  <a:pt x="19050" y="357188"/>
                </a:lnTo>
                <a:lnTo>
                  <a:pt x="23813" y="352425"/>
                </a:lnTo>
                <a:lnTo>
                  <a:pt x="28575" y="347663"/>
                </a:lnTo>
                <a:lnTo>
                  <a:pt x="28575" y="338138"/>
                </a:lnTo>
                <a:lnTo>
                  <a:pt x="28575" y="328613"/>
                </a:lnTo>
                <a:lnTo>
                  <a:pt x="28575" y="319088"/>
                </a:lnTo>
                <a:lnTo>
                  <a:pt x="28575" y="309563"/>
                </a:lnTo>
                <a:lnTo>
                  <a:pt x="33338" y="304800"/>
                </a:lnTo>
                <a:lnTo>
                  <a:pt x="38100" y="300038"/>
                </a:lnTo>
                <a:lnTo>
                  <a:pt x="38100" y="290513"/>
                </a:lnTo>
                <a:lnTo>
                  <a:pt x="38100" y="280988"/>
                </a:lnTo>
                <a:lnTo>
                  <a:pt x="42863" y="276225"/>
                </a:lnTo>
                <a:lnTo>
                  <a:pt x="47625" y="271463"/>
                </a:lnTo>
                <a:lnTo>
                  <a:pt x="47625" y="261938"/>
                </a:lnTo>
                <a:lnTo>
                  <a:pt x="47625" y="252413"/>
                </a:lnTo>
                <a:lnTo>
                  <a:pt x="52388" y="247650"/>
                </a:lnTo>
                <a:lnTo>
                  <a:pt x="57150" y="242888"/>
                </a:lnTo>
                <a:lnTo>
                  <a:pt x="57150" y="233363"/>
                </a:lnTo>
                <a:lnTo>
                  <a:pt x="61913" y="228600"/>
                </a:lnTo>
                <a:lnTo>
                  <a:pt x="66675" y="223838"/>
                </a:lnTo>
                <a:lnTo>
                  <a:pt x="66675" y="214313"/>
                </a:lnTo>
                <a:lnTo>
                  <a:pt x="71438" y="209550"/>
                </a:lnTo>
                <a:lnTo>
                  <a:pt x="76200" y="204788"/>
                </a:lnTo>
                <a:lnTo>
                  <a:pt x="80963" y="200025"/>
                </a:lnTo>
                <a:lnTo>
                  <a:pt x="85725" y="195263"/>
                </a:lnTo>
                <a:lnTo>
                  <a:pt x="85725" y="185738"/>
                </a:lnTo>
                <a:lnTo>
                  <a:pt x="85725" y="176213"/>
                </a:lnTo>
                <a:lnTo>
                  <a:pt x="90488" y="171450"/>
                </a:lnTo>
                <a:lnTo>
                  <a:pt x="95250" y="166688"/>
                </a:lnTo>
                <a:lnTo>
                  <a:pt x="95250" y="157163"/>
                </a:lnTo>
                <a:lnTo>
                  <a:pt x="100013" y="152400"/>
                </a:lnTo>
                <a:lnTo>
                  <a:pt x="104775" y="147638"/>
                </a:lnTo>
                <a:lnTo>
                  <a:pt x="109538" y="142875"/>
                </a:lnTo>
                <a:lnTo>
                  <a:pt x="114300" y="138113"/>
                </a:lnTo>
                <a:lnTo>
                  <a:pt x="119063" y="133350"/>
                </a:lnTo>
                <a:lnTo>
                  <a:pt x="123825" y="128588"/>
                </a:lnTo>
                <a:lnTo>
                  <a:pt x="123825" y="119063"/>
                </a:lnTo>
                <a:lnTo>
                  <a:pt x="128588" y="114300"/>
                </a:lnTo>
                <a:lnTo>
                  <a:pt x="133350" y="109538"/>
                </a:lnTo>
                <a:lnTo>
                  <a:pt x="138113" y="104775"/>
                </a:lnTo>
                <a:lnTo>
                  <a:pt x="142875" y="100013"/>
                </a:lnTo>
                <a:lnTo>
                  <a:pt x="147638" y="95250"/>
                </a:lnTo>
                <a:lnTo>
                  <a:pt x="152400" y="90488"/>
                </a:lnTo>
                <a:lnTo>
                  <a:pt x="157163" y="85725"/>
                </a:lnTo>
                <a:lnTo>
                  <a:pt x="166688" y="85725"/>
                </a:lnTo>
                <a:lnTo>
                  <a:pt x="176213" y="85725"/>
                </a:lnTo>
                <a:lnTo>
                  <a:pt x="180975" y="90488"/>
                </a:lnTo>
                <a:lnTo>
                  <a:pt x="185738" y="95250"/>
                </a:lnTo>
                <a:lnTo>
                  <a:pt x="190500" y="100013"/>
                </a:lnTo>
                <a:lnTo>
                  <a:pt x="195263" y="104775"/>
                </a:lnTo>
                <a:lnTo>
                  <a:pt x="204788" y="104775"/>
                </a:lnTo>
                <a:lnTo>
                  <a:pt x="209550" y="109538"/>
                </a:lnTo>
                <a:lnTo>
                  <a:pt x="214313" y="114300"/>
                </a:lnTo>
                <a:lnTo>
                  <a:pt x="219075" y="119063"/>
                </a:lnTo>
                <a:lnTo>
                  <a:pt x="223838" y="123825"/>
                </a:lnTo>
                <a:lnTo>
                  <a:pt x="228600" y="128588"/>
                </a:lnTo>
                <a:lnTo>
                  <a:pt x="233363" y="133350"/>
                </a:lnTo>
                <a:lnTo>
                  <a:pt x="242888" y="133350"/>
                </a:lnTo>
                <a:lnTo>
                  <a:pt x="247650" y="138113"/>
                </a:lnTo>
                <a:lnTo>
                  <a:pt x="252413" y="142875"/>
                </a:lnTo>
                <a:lnTo>
                  <a:pt x="257175" y="147638"/>
                </a:lnTo>
                <a:lnTo>
                  <a:pt x="257175" y="157163"/>
                </a:lnTo>
                <a:lnTo>
                  <a:pt x="252413" y="161925"/>
                </a:lnTo>
                <a:lnTo>
                  <a:pt x="247650" y="166688"/>
                </a:lnTo>
                <a:lnTo>
                  <a:pt x="252413" y="171450"/>
                </a:lnTo>
                <a:lnTo>
                  <a:pt x="261938" y="171450"/>
                </a:lnTo>
                <a:lnTo>
                  <a:pt x="271463" y="171450"/>
                </a:lnTo>
                <a:lnTo>
                  <a:pt x="276225" y="176213"/>
                </a:lnTo>
                <a:lnTo>
                  <a:pt x="276225" y="185738"/>
                </a:lnTo>
                <a:lnTo>
                  <a:pt x="271463" y="190500"/>
                </a:lnTo>
                <a:lnTo>
                  <a:pt x="261938" y="190500"/>
                </a:lnTo>
                <a:lnTo>
                  <a:pt x="252413" y="190500"/>
                </a:lnTo>
                <a:lnTo>
                  <a:pt x="247650" y="195263"/>
                </a:lnTo>
                <a:lnTo>
                  <a:pt x="242888" y="200025"/>
                </a:lnTo>
                <a:lnTo>
                  <a:pt x="233363" y="200025"/>
                </a:lnTo>
                <a:lnTo>
                  <a:pt x="228600" y="204788"/>
                </a:lnTo>
                <a:lnTo>
                  <a:pt x="223838" y="209550"/>
                </a:lnTo>
                <a:lnTo>
                  <a:pt x="219075" y="214313"/>
                </a:lnTo>
                <a:lnTo>
                  <a:pt x="219075" y="223838"/>
                </a:lnTo>
                <a:lnTo>
                  <a:pt x="219075" y="233363"/>
                </a:lnTo>
                <a:lnTo>
                  <a:pt x="219075" y="242888"/>
                </a:lnTo>
                <a:lnTo>
                  <a:pt x="223838" y="247650"/>
                </a:lnTo>
                <a:lnTo>
                  <a:pt x="233363" y="247650"/>
                </a:lnTo>
                <a:lnTo>
                  <a:pt x="238125" y="252413"/>
                </a:lnTo>
                <a:lnTo>
                  <a:pt x="242888" y="257175"/>
                </a:lnTo>
                <a:lnTo>
                  <a:pt x="247650" y="261938"/>
                </a:lnTo>
                <a:lnTo>
                  <a:pt x="252413" y="266700"/>
                </a:lnTo>
                <a:lnTo>
                  <a:pt x="261938" y="266700"/>
                </a:lnTo>
                <a:lnTo>
                  <a:pt x="271463" y="266700"/>
                </a:lnTo>
                <a:lnTo>
                  <a:pt x="280988" y="266700"/>
                </a:lnTo>
                <a:lnTo>
                  <a:pt x="285750" y="271463"/>
                </a:lnTo>
                <a:lnTo>
                  <a:pt x="290513" y="276225"/>
                </a:lnTo>
                <a:lnTo>
                  <a:pt x="300038" y="276225"/>
                </a:lnTo>
                <a:lnTo>
                  <a:pt x="309563" y="276225"/>
                </a:lnTo>
                <a:lnTo>
                  <a:pt x="319088" y="276225"/>
                </a:lnTo>
                <a:lnTo>
                  <a:pt x="323850" y="280988"/>
                </a:lnTo>
                <a:lnTo>
                  <a:pt x="328613" y="285750"/>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3413" y="190500"/>
                </a:lnTo>
                <a:lnTo>
                  <a:pt x="628650" y="185738"/>
                </a:lnTo>
                <a:lnTo>
                  <a:pt x="623888" y="180975"/>
                </a:lnTo>
                <a:lnTo>
                  <a:pt x="614363" y="180975"/>
                </a:lnTo>
                <a:lnTo>
                  <a:pt x="604838" y="180975"/>
                </a:lnTo>
                <a:lnTo>
                  <a:pt x="595313" y="180975"/>
                </a:lnTo>
                <a:lnTo>
                  <a:pt x="590550" y="176213"/>
                </a:lnTo>
                <a:lnTo>
                  <a:pt x="585788" y="171450"/>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5300" y="166688"/>
                </a:lnTo>
                <a:lnTo>
                  <a:pt x="490538" y="161925"/>
                </a:lnTo>
                <a:lnTo>
                  <a:pt x="481013" y="161925"/>
                </a:lnTo>
                <a:lnTo>
                  <a:pt x="471488" y="161925"/>
                </a:lnTo>
                <a:lnTo>
                  <a:pt x="461963" y="161925"/>
                </a:lnTo>
                <a:lnTo>
                  <a:pt x="452438" y="161925"/>
                </a:lnTo>
                <a:lnTo>
                  <a:pt x="442913" y="161925"/>
                </a:lnTo>
                <a:lnTo>
                  <a:pt x="433388" y="161925"/>
                </a:lnTo>
                <a:lnTo>
                  <a:pt x="423863" y="161925"/>
                </a:lnTo>
                <a:lnTo>
                  <a:pt x="419100" y="166688"/>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28613" y="171450"/>
                </a:lnTo>
                <a:lnTo>
                  <a:pt x="319088" y="171450"/>
                </a:lnTo>
                <a:lnTo>
                  <a:pt x="314325" y="166688"/>
                </a:lnTo>
                <a:lnTo>
                  <a:pt x="314325" y="157163"/>
                </a:lnTo>
                <a:lnTo>
                  <a:pt x="309563" y="152400"/>
                </a:lnTo>
                <a:lnTo>
                  <a:pt x="304800" y="147638"/>
                </a:lnTo>
                <a:lnTo>
                  <a:pt x="304800" y="138113"/>
                </a:lnTo>
                <a:lnTo>
                  <a:pt x="300038" y="133350"/>
                </a:lnTo>
                <a:lnTo>
                  <a:pt x="295275" y="128588"/>
                </a:lnTo>
                <a:lnTo>
                  <a:pt x="290513" y="123825"/>
                </a:lnTo>
                <a:lnTo>
                  <a:pt x="280988" y="123825"/>
                </a:lnTo>
                <a:lnTo>
                  <a:pt x="276225" y="128588"/>
                </a:lnTo>
                <a:lnTo>
                  <a:pt x="271463" y="133350"/>
                </a:lnTo>
                <a:lnTo>
                  <a:pt x="266700" y="128588"/>
                </a:lnTo>
                <a:lnTo>
                  <a:pt x="261938" y="123825"/>
                </a:lnTo>
                <a:lnTo>
                  <a:pt x="252413" y="123825"/>
                </a:lnTo>
                <a:lnTo>
                  <a:pt x="247650" y="119063"/>
                </a:lnTo>
                <a:lnTo>
                  <a:pt x="242888" y="114300"/>
                </a:lnTo>
                <a:lnTo>
                  <a:pt x="238125" y="109538"/>
                </a:lnTo>
                <a:lnTo>
                  <a:pt x="233363" y="104775"/>
                </a:lnTo>
                <a:lnTo>
                  <a:pt x="228600" y="100013"/>
                </a:lnTo>
                <a:lnTo>
                  <a:pt x="223838" y="95250"/>
                </a:lnTo>
                <a:lnTo>
                  <a:pt x="219075" y="90488"/>
                </a:lnTo>
                <a:lnTo>
                  <a:pt x="214313" y="85725"/>
                </a:lnTo>
                <a:lnTo>
                  <a:pt x="204788" y="85725"/>
                </a:lnTo>
                <a:lnTo>
                  <a:pt x="200025" y="80963"/>
                </a:lnTo>
                <a:lnTo>
                  <a:pt x="195263" y="76200"/>
                </a:lnTo>
                <a:lnTo>
                  <a:pt x="190500" y="71438"/>
                </a:lnTo>
                <a:lnTo>
                  <a:pt x="185738" y="66675"/>
                </a:lnTo>
                <a:lnTo>
                  <a:pt x="180975" y="61913"/>
                </a:lnTo>
                <a:lnTo>
                  <a:pt x="185738" y="57150"/>
                </a:lnTo>
                <a:lnTo>
                  <a:pt x="190500" y="52388"/>
                </a:lnTo>
                <a:lnTo>
                  <a:pt x="195263" y="47625"/>
                </a:lnTo>
                <a:lnTo>
                  <a:pt x="200025" y="42863"/>
                </a:lnTo>
                <a:lnTo>
                  <a:pt x="204788" y="38100"/>
                </a:lnTo>
                <a:lnTo>
                  <a:pt x="209550" y="33338"/>
                </a:lnTo>
                <a:lnTo>
                  <a:pt x="214313" y="28575"/>
                </a:lnTo>
                <a:lnTo>
                  <a:pt x="219075" y="23813"/>
                </a:lnTo>
                <a:lnTo>
                  <a:pt x="223838" y="19050"/>
                </a:lnTo>
                <a:lnTo>
                  <a:pt x="233363" y="19050"/>
                </a:lnTo>
                <a:lnTo>
                  <a:pt x="238125" y="14288"/>
                </a:lnTo>
                <a:lnTo>
                  <a:pt x="242888" y="9525"/>
                </a:lnTo>
                <a:lnTo>
                  <a:pt x="252413" y="9525"/>
                </a:lnTo>
                <a:lnTo>
                  <a:pt x="257175" y="4763"/>
                </a:lnTo>
                <a:close/>
              </a:path>
            </a:pathLst>
          </a:custGeom>
          <a:solidFill xmlns:a="http://schemas.openxmlformats.org/drawingml/2006/main">
            <a:srgbClr val="F3BA7F"/>
          </a:solidFill>
          <a:ln xmlns:a="http://schemas.openxmlformats.org/drawingml/2006/main" w="0">
            <a:noFill/>
            <a:prstDash val="solid"/>
          </a:ln>
        </p:spPr>
      </p:sp>
      <p:sp>
        <p:nvSpPr>
          <p:cNvPr id="702" name="layout-orange-92-2">
            <a:extLst xmlns:a="http://schemas.openxmlformats.org/drawingml/2006/main">
              <a:ext uri="{FF2B5EF4-FFF2-40B4-BE49-F238E27FC236}">
                <a16:creationId xmlns:a16="http://schemas.microsoft.com/office/drawing/2014/main" id="{9D8661D0-8C30-4ECF-8A41-1272BA91C0A7}"/>
              </a:ext>
            </a:extLst>
          </p:cNvPr>
          <p:cNvSpPr>
            <a:spLocks xmlns:a="http://schemas.openxmlformats.org/drawingml/2006/main" noGrp="1"/>
          </p:cNvSpPr>
          <p:nvPr/>
        </p:nvSpPr>
        <p:spPr>
          <a:xfrm xmlns:a="http://schemas.openxmlformats.org/drawingml/2006/main" rot="0">
            <a:off x="2181225" y="3552825"/>
            <a:ext cx="438150" cy="95250"/>
          </a:xfrm>
          <a:custGeom xmlns:a="http://schemas.openxmlformats.org/drawingml/2006/main">
            <a:pathLst>
              <a:path w="438150" h="95250">
                <a:moveTo>
                  <a:pt x="133350" y="4763"/>
                </a:moveTo>
                <a:lnTo>
                  <a:pt x="138113" y="0"/>
                </a:lnTo>
                <a:lnTo>
                  <a:pt x="147638" y="0"/>
                </a:lnTo>
                <a:lnTo>
                  <a:pt x="157163" y="0"/>
                </a:lnTo>
                <a:lnTo>
                  <a:pt x="166688" y="0"/>
                </a:lnTo>
                <a:lnTo>
                  <a:pt x="176213" y="0"/>
                </a:lnTo>
                <a:lnTo>
                  <a:pt x="185738" y="0"/>
                </a:lnTo>
                <a:lnTo>
                  <a:pt x="195263" y="0"/>
                </a:lnTo>
                <a:lnTo>
                  <a:pt x="200025" y="4763"/>
                </a:lnTo>
                <a:lnTo>
                  <a:pt x="195263" y="9525"/>
                </a:lnTo>
                <a:lnTo>
                  <a:pt x="190500" y="14288"/>
                </a:lnTo>
                <a:lnTo>
                  <a:pt x="185738" y="19050"/>
                </a:lnTo>
                <a:lnTo>
                  <a:pt x="180975" y="23813"/>
                </a:lnTo>
                <a:lnTo>
                  <a:pt x="180975" y="33338"/>
                </a:lnTo>
                <a:lnTo>
                  <a:pt x="180975" y="42863"/>
                </a:lnTo>
                <a:lnTo>
                  <a:pt x="180975" y="52388"/>
                </a:lnTo>
                <a:lnTo>
                  <a:pt x="185738" y="57150"/>
                </a:lnTo>
                <a:lnTo>
                  <a:pt x="190500" y="61913"/>
                </a:lnTo>
                <a:lnTo>
                  <a:pt x="195263" y="66675"/>
                </a:lnTo>
                <a:lnTo>
                  <a:pt x="200025" y="71438"/>
                </a:lnTo>
                <a:lnTo>
                  <a:pt x="204788" y="76200"/>
                </a:lnTo>
                <a:lnTo>
                  <a:pt x="214313" y="76200"/>
                </a:lnTo>
                <a:lnTo>
                  <a:pt x="223838" y="76200"/>
                </a:lnTo>
                <a:lnTo>
                  <a:pt x="233363" y="76200"/>
                </a:lnTo>
                <a:lnTo>
                  <a:pt x="242888" y="76200"/>
                </a:lnTo>
                <a:lnTo>
                  <a:pt x="247650" y="71438"/>
                </a:lnTo>
                <a:lnTo>
                  <a:pt x="252413" y="66675"/>
                </a:lnTo>
                <a:lnTo>
                  <a:pt x="257175" y="61913"/>
                </a:lnTo>
                <a:lnTo>
                  <a:pt x="261938" y="57150"/>
                </a:lnTo>
                <a:lnTo>
                  <a:pt x="266700" y="52388"/>
                </a:lnTo>
                <a:lnTo>
                  <a:pt x="266700" y="42863"/>
                </a:lnTo>
                <a:lnTo>
                  <a:pt x="266700" y="33338"/>
                </a:lnTo>
                <a:lnTo>
                  <a:pt x="266700" y="23813"/>
                </a:lnTo>
                <a:lnTo>
                  <a:pt x="261938" y="19050"/>
                </a:lnTo>
                <a:lnTo>
                  <a:pt x="257175" y="14288"/>
                </a:lnTo>
                <a:lnTo>
                  <a:pt x="252413" y="9525"/>
                </a:lnTo>
                <a:lnTo>
                  <a:pt x="247650" y="4763"/>
                </a:lnTo>
                <a:lnTo>
                  <a:pt x="252413" y="0"/>
                </a:lnTo>
                <a:lnTo>
                  <a:pt x="261938" y="0"/>
                </a:lnTo>
                <a:lnTo>
                  <a:pt x="271463" y="0"/>
                </a:lnTo>
                <a:lnTo>
                  <a:pt x="280988" y="0"/>
                </a:lnTo>
                <a:lnTo>
                  <a:pt x="290513" y="0"/>
                </a:lnTo>
                <a:lnTo>
                  <a:pt x="300038" y="0"/>
                </a:lnTo>
                <a:lnTo>
                  <a:pt x="304800" y="4763"/>
                </a:lnTo>
                <a:lnTo>
                  <a:pt x="309563" y="9525"/>
                </a:lnTo>
                <a:lnTo>
                  <a:pt x="319088" y="9525"/>
                </a:lnTo>
                <a:lnTo>
                  <a:pt x="328613" y="9525"/>
                </a:lnTo>
                <a:lnTo>
                  <a:pt x="338138" y="9525"/>
                </a:lnTo>
                <a:lnTo>
                  <a:pt x="347663" y="9525"/>
                </a:lnTo>
                <a:lnTo>
                  <a:pt x="357188" y="9525"/>
                </a:lnTo>
                <a:lnTo>
                  <a:pt x="366713" y="9525"/>
                </a:lnTo>
                <a:lnTo>
                  <a:pt x="371475" y="14288"/>
                </a:lnTo>
                <a:lnTo>
                  <a:pt x="376238" y="19050"/>
                </a:lnTo>
                <a:lnTo>
                  <a:pt x="385763" y="19050"/>
                </a:lnTo>
                <a:lnTo>
                  <a:pt x="395288" y="19050"/>
                </a:lnTo>
                <a:lnTo>
                  <a:pt x="404813" y="19050"/>
                </a:lnTo>
                <a:lnTo>
                  <a:pt x="409575" y="23813"/>
                </a:lnTo>
                <a:lnTo>
                  <a:pt x="414338" y="28575"/>
                </a:lnTo>
                <a:lnTo>
                  <a:pt x="423863" y="28575"/>
                </a:lnTo>
                <a:lnTo>
                  <a:pt x="428625" y="33338"/>
                </a:lnTo>
                <a:lnTo>
                  <a:pt x="433388" y="38100"/>
                </a:lnTo>
                <a:lnTo>
                  <a:pt x="438150" y="42863"/>
                </a:lnTo>
                <a:lnTo>
                  <a:pt x="438150" y="52388"/>
                </a:lnTo>
                <a:lnTo>
                  <a:pt x="433388" y="57150"/>
                </a:lnTo>
                <a:lnTo>
                  <a:pt x="428625" y="61913"/>
                </a:lnTo>
                <a:lnTo>
                  <a:pt x="423863" y="66675"/>
                </a:lnTo>
                <a:lnTo>
                  <a:pt x="414338" y="66675"/>
                </a:lnTo>
                <a:lnTo>
                  <a:pt x="404813" y="66675"/>
                </a:lnTo>
                <a:lnTo>
                  <a:pt x="400050" y="71438"/>
                </a:lnTo>
                <a:lnTo>
                  <a:pt x="395288" y="76200"/>
                </a:lnTo>
                <a:lnTo>
                  <a:pt x="385763" y="76200"/>
                </a:lnTo>
                <a:lnTo>
                  <a:pt x="376238" y="76200"/>
                </a:lnTo>
                <a:lnTo>
                  <a:pt x="366713" y="76200"/>
                </a:lnTo>
                <a:lnTo>
                  <a:pt x="361950" y="80963"/>
                </a:lnTo>
                <a:lnTo>
                  <a:pt x="357188" y="85725"/>
                </a:lnTo>
                <a:lnTo>
                  <a:pt x="347663" y="85725"/>
                </a:lnTo>
                <a:lnTo>
                  <a:pt x="338138" y="85725"/>
                </a:lnTo>
                <a:lnTo>
                  <a:pt x="328613" y="85725"/>
                </a:lnTo>
                <a:lnTo>
                  <a:pt x="319088" y="85725"/>
                </a:lnTo>
                <a:lnTo>
                  <a:pt x="309563" y="85725"/>
                </a:lnTo>
                <a:lnTo>
                  <a:pt x="300038" y="85725"/>
                </a:lnTo>
                <a:lnTo>
                  <a:pt x="295275" y="90488"/>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42875" y="90488"/>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3338" y="76200"/>
                </a:lnTo>
                <a:lnTo>
                  <a:pt x="28575" y="71438"/>
                </a:lnTo>
                <a:lnTo>
                  <a:pt x="23813" y="66675"/>
                </a:lnTo>
                <a:lnTo>
                  <a:pt x="14288" y="66675"/>
                </a:lnTo>
                <a:lnTo>
                  <a:pt x="9525" y="61913"/>
                </a:lnTo>
                <a:lnTo>
                  <a:pt x="4763" y="57150"/>
                </a:lnTo>
                <a:lnTo>
                  <a:pt x="0" y="52388"/>
                </a:lnTo>
                <a:lnTo>
                  <a:pt x="0" y="42863"/>
                </a:lnTo>
                <a:lnTo>
                  <a:pt x="4763" y="38100"/>
                </a:lnTo>
                <a:lnTo>
                  <a:pt x="9525" y="33338"/>
                </a:lnTo>
                <a:lnTo>
                  <a:pt x="14288" y="28575"/>
                </a:lnTo>
                <a:lnTo>
                  <a:pt x="23813" y="28575"/>
                </a:lnTo>
                <a:lnTo>
                  <a:pt x="28575" y="23813"/>
                </a:lnTo>
                <a:lnTo>
                  <a:pt x="33338" y="19050"/>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8588" y="9525"/>
                </a:lnTo>
                <a:lnTo>
                  <a:pt x="133350" y="4763"/>
                </a:lnTo>
                <a:close/>
              </a:path>
            </a:pathLst>
          </a:custGeom>
          <a:solidFill xmlns:a="http://schemas.openxmlformats.org/drawingml/2006/main">
            <a:srgbClr val="F3BA7F"/>
          </a:solidFill>
          <a:ln xmlns:a="http://schemas.openxmlformats.org/drawingml/2006/main" w="0">
            <a:noFill/>
            <a:prstDash val="solid"/>
          </a:ln>
        </p:spPr>
      </p:sp>
      <p:sp>
        <p:nvSpPr>
          <p:cNvPr id="703" name="layout-orange-93-0">
            <a:extLst xmlns:a="http://schemas.openxmlformats.org/drawingml/2006/main">
              <a:ext uri="{FF2B5EF4-FFF2-40B4-BE49-F238E27FC236}">
                <a16:creationId xmlns:a16="http://schemas.microsoft.com/office/drawing/2014/main" id="{EDDE9412-4552-4647-99F7-66A191A19E4D}"/>
              </a:ext>
            </a:extLst>
          </p:cNvPr>
          <p:cNvSpPr>
            <a:spLocks xmlns:a="http://schemas.openxmlformats.org/drawingml/2006/main" noGrp="1"/>
          </p:cNvSpPr>
          <p:nvPr/>
        </p:nvSpPr>
        <p:spPr>
          <a:xfrm xmlns:a="http://schemas.openxmlformats.org/drawingml/2006/main" rot="0">
            <a:off x="1943100" y="3371850"/>
            <a:ext cx="9525" cy="781050"/>
          </a:xfrm>
          <a:custGeom xmlns:a="http://schemas.openxmlformats.org/drawingml/2006/main">
            <a:pathLst>
              <a:path w="9525" h="7810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9525" y="433388"/>
                </a:lnTo>
                <a:lnTo>
                  <a:pt x="9525" y="442913"/>
                </a:lnTo>
                <a:lnTo>
                  <a:pt x="9525" y="452438"/>
                </a:lnTo>
                <a:lnTo>
                  <a:pt x="9525" y="461963"/>
                </a:lnTo>
                <a:lnTo>
                  <a:pt x="9525" y="471488"/>
                </a:lnTo>
                <a:lnTo>
                  <a:pt x="9525" y="481013"/>
                </a:lnTo>
                <a:lnTo>
                  <a:pt x="9525" y="490538"/>
                </a:lnTo>
                <a:lnTo>
                  <a:pt x="9525" y="500063"/>
                </a:lnTo>
                <a:lnTo>
                  <a:pt x="9525" y="509588"/>
                </a:lnTo>
                <a:lnTo>
                  <a:pt x="9525" y="519113"/>
                </a:lnTo>
                <a:lnTo>
                  <a:pt x="9525" y="528638"/>
                </a:lnTo>
                <a:lnTo>
                  <a:pt x="9525" y="538163"/>
                </a:lnTo>
                <a:lnTo>
                  <a:pt x="9525" y="547688"/>
                </a:lnTo>
                <a:lnTo>
                  <a:pt x="9525" y="557213"/>
                </a:lnTo>
                <a:lnTo>
                  <a:pt x="9525" y="566738"/>
                </a:lnTo>
                <a:lnTo>
                  <a:pt x="9525" y="576263"/>
                </a:lnTo>
                <a:lnTo>
                  <a:pt x="9525" y="585788"/>
                </a:lnTo>
                <a:lnTo>
                  <a:pt x="9525" y="595313"/>
                </a:lnTo>
                <a:lnTo>
                  <a:pt x="9525" y="604838"/>
                </a:lnTo>
                <a:lnTo>
                  <a:pt x="9525" y="614363"/>
                </a:lnTo>
                <a:lnTo>
                  <a:pt x="9525" y="623888"/>
                </a:lnTo>
                <a:lnTo>
                  <a:pt x="9525" y="633413"/>
                </a:lnTo>
                <a:lnTo>
                  <a:pt x="9525" y="642938"/>
                </a:lnTo>
                <a:lnTo>
                  <a:pt x="9525" y="652463"/>
                </a:lnTo>
                <a:lnTo>
                  <a:pt x="9525" y="661988"/>
                </a:lnTo>
                <a:lnTo>
                  <a:pt x="9525" y="671513"/>
                </a:lnTo>
                <a:lnTo>
                  <a:pt x="9525" y="681038"/>
                </a:lnTo>
                <a:lnTo>
                  <a:pt x="9525" y="690563"/>
                </a:lnTo>
                <a:lnTo>
                  <a:pt x="9525" y="700088"/>
                </a:lnTo>
                <a:lnTo>
                  <a:pt x="9525" y="709613"/>
                </a:lnTo>
                <a:lnTo>
                  <a:pt x="9525" y="719138"/>
                </a:lnTo>
                <a:lnTo>
                  <a:pt x="9525" y="728663"/>
                </a:lnTo>
                <a:lnTo>
                  <a:pt x="9525" y="738188"/>
                </a:lnTo>
                <a:lnTo>
                  <a:pt x="9525" y="747713"/>
                </a:lnTo>
                <a:lnTo>
                  <a:pt x="9525" y="757238"/>
                </a:lnTo>
                <a:lnTo>
                  <a:pt x="9525" y="766763"/>
                </a:lnTo>
                <a:lnTo>
                  <a:pt x="9525" y="776288"/>
                </a:lnTo>
                <a:lnTo>
                  <a:pt x="4763" y="781050"/>
                </a:lnTo>
                <a:lnTo>
                  <a:pt x="0" y="776288"/>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3BB82"/>
          </a:solidFill>
          <a:ln xmlns:a="http://schemas.openxmlformats.org/drawingml/2006/main" w="0">
            <a:noFill/>
            <a:prstDash val="solid"/>
          </a:ln>
        </p:spPr>
      </p:sp>
      <p:sp>
        <p:nvSpPr>
          <p:cNvPr id="704" name="layout-orange-93-1">
            <a:extLst xmlns:a="http://schemas.openxmlformats.org/drawingml/2006/main">
              <a:ext uri="{FF2B5EF4-FFF2-40B4-BE49-F238E27FC236}">
                <a16:creationId xmlns:a16="http://schemas.microsoft.com/office/drawing/2014/main" id="{B1087E7A-6894-4BF3-B16F-BFF9C9DF4C38}"/>
              </a:ext>
            </a:extLst>
          </p:cNvPr>
          <p:cNvSpPr>
            <a:spLocks xmlns:a="http://schemas.openxmlformats.org/drawingml/2006/main" noGrp="1"/>
          </p:cNvSpPr>
          <p:nvPr/>
        </p:nvSpPr>
        <p:spPr>
          <a:xfrm xmlns:a="http://schemas.openxmlformats.org/drawingml/2006/main" rot="0">
            <a:off x="1943100" y="3371850"/>
            <a:ext cx="1076325" cy="876300"/>
          </a:xfrm>
          <a:custGeom xmlns:a="http://schemas.openxmlformats.org/drawingml/2006/main">
            <a:pathLst>
              <a:path w="1076325" h="876300">
                <a:moveTo>
                  <a:pt x="285750" y="4763"/>
                </a:move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71513" y="0"/>
                </a:lnTo>
                <a:lnTo>
                  <a:pt x="681038" y="0"/>
                </a:lnTo>
                <a:lnTo>
                  <a:pt x="690563" y="0"/>
                </a:lnTo>
                <a:lnTo>
                  <a:pt x="700088" y="0"/>
                </a:lnTo>
                <a:lnTo>
                  <a:pt x="709613" y="0"/>
                </a:lnTo>
                <a:lnTo>
                  <a:pt x="719138" y="0"/>
                </a:lnTo>
                <a:lnTo>
                  <a:pt x="728663" y="0"/>
                </a:lnTo>
                <a:lnTo>
                  <a:pt x="738188" y="0"/>
                </a:lnTo>
                <a:lnTo>
                  <a:pt x="747713" y="0"/>
                </a:lnTo>
                <a:lnTo>
                  <a:pt x="757238" y="0"/>
                </a:lnTo>
                <a:lnTo>
                  <a:pt x="766763" y="0"/>
                </a:lnTo>
                <a:lnTo>
                  <a:pt x="776288" y="0"/>
                </a:lnTo>
                <a:lnTo>
                  <a:pt x="785813" y="0"/>
                </a:lnTo>
                <a:lnTo>
                  <a:pt x="790575" y="4763"/>
                </a:lnTo>
                <a:lnTo>
                  <a:pt x="795338" y="9525"/>
                </a:lnTo>
                <a:lnTo>
                  <a:pt x="800100" y="14288"/>
                </a:lnTo>
                <a:lnTo>
                  <a:pt x="804863" y="19050"/>
                </a:lnTo>
                <a:lnTo>
                  <a:pt x="814388" y="19050"/>
                </a:lnTo>
                <a:lnTo>
                  <a:pt x="819150" y="23813"/>
                </a:lnTo>
                <a:lnTo>
                  <a:pt x="823913" y="28575"/>
                </a:lnTo>
                <a:lnTo>
                  <a:pt x="828675" y="33338"/>
                </a:lnTo>
                <a:lnTo>
                  <a:pt x="833438" y="38100"/>
                </a:lnTo>
                <a:lnTo>
                  <a:pt x="838200" y="42863"/>
                </a:lnTo>
                <a:lnTo>
                  <a:pt x="842963" y="47625"/>
                </a:lnTo>
                <a:lnTo>
                  <a:pt x="852488" y="47625"/>
                </a:lnTo>
                <a:lnTo>
                  <a:pt x="857250" y="52388"/>
                </a:lnTo>
                <a:lnTo>
                  <a:pt x="862013" y="57150"/>
                </a:lnTo>
                <a:lnTo>
                  <a:pt x="866775" y="61913"/>
                </a:lnTo>
                <a:lnTo>
                  <a:pt x="871538" y="66675"/>
                </a:lnTo>
                <a:lnTo>
                  <a:pt x="876300" y="71438"/>
                </a:lnTo>
                <a:lnTo>
                  <a:pt x="881063" y="76200"/>
                </a:lnTo>
                <a:lnTo>
                  <a:pt x="885825" y="80963"/>
                </a:lnTo>
                <a:lnTo>
                  <a:pt x="890588" y="85725"/>
                </a:lnTo>
                <a:lnTo>
                  <a:pt x="895350" y="90488"/>
                </a:lnTo>
                <a:lnTo>
                  <a:pt x="900113" y="95250"/>
                </a:lnTo>
                <a:lnTo>
                  <a:pt x="904875" y="100013"/>
                </a:lnTo>
                <a:lnTo>
                  <a:pt x="909638" y="104775"/>
                </a:lnTo>
                <a:lnTo>
                  <a:pt x="914400" y="109538"/>
                </a:lnTo>
                <a:lnTo>
                  <a:pt x="919163" y="114300"/>
                </a:lnTo>
                <a:lnTo>
                  <a:pt x="923925" y="119063"/>
                </a:lnTo>
                <a:lnTo>
                  <a:pt x="928688" y="123825"/>
                </a:lnTo>
                <a:lnTo>
                  <a:pt x="933450" y="128588"/>
                </a:lnTo>
                <a:lnTo>
                  <a:pt x="938213" y="133350"/>
                </a:lnTo>
                <a:lnTo>
                  <a:pt x="942975" y="138113"/>
                </a:lnTo>
                <a:lnTo>
                  <a:pt x="942975" y="147638"/>
                </a:lnTo>
                <a:lnTo>
                  <a:pt x="947738" y="152400"/>
                </a:lnTo>
                <a:lnTo>
                  <a:pt x="952500" y="157163"/>
                </a:lnTo>
                <a:lnTo>
                  <a:pt x="957263" y="161925"/>
                </a:lnTo>
                <a:lnTo>
                  <a:pt x="962025" y="166688"/>
                </a:lnTo>
                <a:lnTo>
                  <a:pt x="962025" y="176213"/>
                </a:lnTo>
                <a:lnTo>
                  <a:pt x="966788" y="180975"/>
                </a:lnTo>
                <a:lnTo>
                  <a:pt x="971550" y="185738"/>
                </a:lnTo>
                <a:lnTo>
                  <a:pt x="971550" y="195263"/>
                </a:lnTo>
                <a:lnTo>
                  <a:pt x="976313" y="200025"/>
                </a:lnTo>
                <a:lnTo>
                  <a:pt x="981075" y="204788"/>
                </a:lnTo>
                <a:lnTo>
                  <a:pt x="981075" y="214313"/>
                </a:lnTo>
                <a:lnTo>
                  <a:pt x="985838" y="219075"/>
                </a:lnTo>
                <a:lnTo>
                  <a:pt x="990600" y="223838"/>
                </a:lnTo>
                <a:lnTo>
                  <a:pt x="990600" y="233363"/>
                </a:lnTo>
                <a:lnTo>
                  <a:pt x="995363" y="238125"/>
                </a:lnTo>
                <a:lnTo>
                  <a:pt x="1000125" y="242888"/>
                </a:lnTo>
                <a:lnTo>
                  <a:pt x="1000125" y="252413"/>
                </a:lnTo>
                <a:lnTo>
                  <a:pt x="1004888" y="257175"/>
                </a:lnTo>
                <a:lnTo>
                  <a:pt x="1009650" y="261938"/>
                </a:lnTo>
                <a:lnTo>
                  <a:pt x="1009650" y="271463"/>
                </a:lnTo>
                <a:lnTo>
                  <a:pt x="1009650" y="280988"/>
                </a:lnTo>
                <a:lnTo>
                  <a:pt x="1014413" y="285750"/>
                </a:lnTo>
                <a:lnTo>
                  <a:pt x="1019175" y="290513"/>
                </a:lnTo>
                <a:lnTo>
                  <a:pt x="1019175" y="300038"/>
                </a:lnTo>
                <a:lnTo>
                  <a:pt x="1019175" y="309563"/>
                </a:lnTo>
                <a:lnTo>
                  <a:pt x="1019175" y="319088"/>
                </a:lnTo>
                <a:lnTo>
                  <a:pt x="1023938" y="323850"/>
                </a:lnTo>
                <a:lnTo>
                  <a:pt x="1028700" y="328613"/>
                </a:lnTo>
                <a:lnTo>
                  <a:pt x="1028700" y="338138"/>
                </a:lnTo>
                <a:lnTo>
                  <a:pt x="1028700" y="347663"/>
                </a:lnTo>
                <a:lnTo>
                  <a:pt x="1033463" y="352425"/>
                </a:lnTo>
                <a:lnTo>
                  <a:pt x="1038225" y="357188"/>
                </a:lnTo>
                <a:lnTo>
                  <a:pt x="1033463" y="361950"/>
                </a:lnTo>
                <a:lnTo>
                  <a:pt x="1028700" y="366713"/>
                </a:lnTo>
                <a:lnTo>
                  <a:pt x="1028700" y="376238"/>
                </a:lnTo>
                <a:lnTo>
                  <a:pt x="1033463" y="381000"/>
                </a:lnTo>
                <a:lnTo>
                  <a:pt x="1038225" y="385763"/>
                </a:lnTo>
                <a:lnTo>
                  <a:pt x="1038225" y="395288"/>
                </a:lnTo>
                <a:lnTo>
                  <a:pt x="1038225" y="404813"/>
                </a:lnTo>
                <a:lnTo>
                  <a:pt x="1038225" y="414338"/>
                </a:lnTo>
                <a:lnTo>
                  <a:pt x="1042988" y="419100"/>
                </a:lnTo>
                <a:lnTo>
                  <a:pt x="1052513" y="419100"/>
                </a:lnTo>
                <a:lnTo>
                  <a:pt x="1062038" y="419100"/>
                </a:lnTo>
                <a:lnTo>
                  <a:pt x="1066800" y="414338"/>
                </a:lnTo>
                <a:lnTo>
                  <a:pt x="1066800" y="404813"/>
                </a:lnTo>
                <a:lnTo>
                  <a:pt x="1066800" y="395288"/>
                </a:lnTo>
                <a:lnTo>
                  <a:pt x="1066800" y="385763"/>
                </a:lnTo>
                <a:lnTo>
                  <a:pt x="1066800" y="376238"/>
                </a:lnTo>
                <a:lnTo>
                  <a:pt x="1066800" y="366713"/>
                </a:lnTo>
                <a:lnTo>
                  <a:pt x="1066800" y="357188"/>
                </a:lnTo>
                <a:lnTo>
                  <a:pt x="1066800" y="347663"/>
                </a:lnTo>
                <a:lnTo>
                  <a:pt x="1066800" y="338138"/>
                </a:lnTo>
                <a:lnTo>
                  <a:pt x="1066800" y="328613"/>
                </a:lnTo>
                <a:lnTo>
                  <a:pt x="1066800" y="319088"/>
                </a:lnTo>
                <a:lnTo>
                  <a:pt x="1066800" y="309563"/>
                </a:lnTo>
                <a:lnTo>
                  <a:pt x="1066800" y="300038"/>
                </a:lnTo>
                <a:lnTo>
                  <a:pt x="1066800" y="290513"/>
                </a:lnTo>
                <a:lnTo>
                  <a:pt x="1066800" y="280988"/>
                </a:lnTo>
                <a:lnTo>
                  <a:pt x="1066800" y="271463"/>
                </a:lnTo>
                <a:lnTo>
                  <a:pt x="1066800" y="261938"/>
                </a:lnTo>
                <a:lnTo>
                  <a:pt x="1066800" y="252413"/>
                </a:lnTo>
                <a:lnTo>
                  <a:pt x="1066800" y="242888"/>
                </a:lnTo>
                <a:lnTo>
                  <a:pt x="1066800" y="233363"/>
                </a:lnTo>
                <a:lnTo>
                  <a:pt x="1066800" y="223838"/>
                </a:lnTo>
                <a:lnTo>
                  <a:pt x="1066800" y="214313"/>
                </a:lnTo>
                <a:lnTo>
                  <a:pt x="1066800" y="204788"/>
                </a:lnTo>
                <a:lnTo>
                  <a:pt x="1066800" y="195263"/>
                </a:lnTo>
                <a:lnTo>
                  <a:pt x="1066800" y="185738"/>
                </a:lnTo>
                <a:lnTo>
                  <a:pt x="1066800" y="176213"/>
                </a:lnTo>
                <a:lnTo>
                  <a:pt x="1066800" y="166688"/>
                </a:lnTo>
                <a:lnTo>
                  <a:pt x="1066800" y="157163"/>
                </a:lnTo>
                <a:lnTo>
                  <a:pt x="1066800" y="147638"/>
                </a:lnTo>
                <a:lnTo>
                  <a:pt x="1066800" y="138113"/>
                </a:lnTo>
                <a:lnTo>
                  <a:pt x="1066800" y="128588"/>
                </a:lnTo>
                <a:lnTo>
                  <a:pt x="1066800" y="119063"/>
                </a:lnTo>
                <a:lnTo>
                  <a:pt x="1066800" y="109538"/>
                </a:lnTo>
                <a:lnTo>
                  <a:pt x="1066800" y="100013"/>
                </a:lnTo>
                <a:lnTo>
                  <a:pt x="1066800" y="90488"/>
                </a:lnTo>
                <a:lnTo>
                  <a:pt x="1066800" y="80963"/>
                </a:lnTo>
                <a:lnTo>
                  <a:pt x="1066800" y="71438"/>
                </a:lnTo>
                <a:lnTo>
                  <a:pt x="1066800" y="61913"/>
                </a:lnTo>
                <a:lnTo>
                  <a:pt x="1066800" y="52388"/>
                </a:lnTo>
                <a:lnTo>
                  <a:pt x="1066800" y="42863"/>
                </a:lnTo>
                <a:lnTo>
                  <a:pt x="1066800" y="33338"/>
                </a:lnTo>
                <a:lnTo>
                  <a:pt x="1066800" y="23813"/>
                </a:lnTo>
                <a:lnTo>
                  <a:pt x="1066800" y="14288"/>
                </a:lnTo>
                <a:lnTo>
                  <a:pt x="1066800" y="4763"/>
                </a:lnTo>
                <a:lnTo>
                  <a:pt x="1071563" y="0"/>
                </a:lnTo>
                <a:lnTo>
                  <a:pt x="1076325" y="4763"/>
                </a:lnTo>
                <a:lnTo>
                  <a:pt x="1076325" y="14288"/>
                </a:lnTo>
                <a:lnTo>
                  <a:pt x="1076325" y="23813"/>
                </a:lnTo>
                <a:lnTo>
                  <a:pt x="1076325" y="33338"/>
                </a:lnTo>
                <a:lnTo>
                  <a:pt x="1076325" y="42863"/>
                </a:lnTo>
                <a:lnTo>
                  <a:pt x="1076325" y="52388"/>
                </a:lnTo>
                <a:lnTo>
                  <a:pt x="1076325" y="61913"/>
                </a:lnTo>
                <a:lnTo>
                  <a:pt x="1076325" y="71438"/>
                </a:lnTo>
                <a:lnTo>
                  <a:pt x="1076325" y="80963"/>
                </a:lnTo>
                <a:lnTo>
                  <a:pt x="1076325" y="90488"/>
                </a:lnTo>
                <a:lnTo>
                  <a:pt x="1076325" y="100013"/>
                </a:lnTo>
                <a:lnTo>
                  <a:pt x="1076325" y="109538"/>
                </a:lnTo>
                <a:lnTo>
                  <a:pt x="1076325" y="119063"/>
                </a:lnTo>
                <a:lnTo>
                  <a:pt x="1076325" y="128588"/>
                </a:lnTo>
                <a:lnTo>
                  <a:pt x="1076325" y="138113"/>
                </a:lnTo>
                <a:lnTo>
                  <a:pt x="1076325" y="147638"/>
                </a:lnTo>
                <a:lnTo>
                  <a:pt x="1076325" y="157163"/>
                </a:lnTo>
                <a:lnTo>
                  <a:pt x="1076325" y="166688"/>
                </a:lnTo>
                <a:lnTo>
                  <a:pt x="1076325" y="176213"/>
                </a:lnTo>
                <a:lnTo>
                  <a:pt x="1076325" y="185738"/>
                </a:lnTo>
                <a:lnTo>
                  <a:pt x="1076325" y="195263"/>
                </a:lnTo>
                <a:lnTo>
                  <a:pt x="1076325" y="204788"/>
                </a:lnTo>
                <a:lnTo>
                  <a:pt x="1076325" y="214313"/>
                </a:lnTo>
                <a:lnTo>
                  <a:pt x="1076325" y="223838"/>
                </a:lnTo>
                <a:lnTo>
                  <a:pt x="1076325" y="233363"/>
                </a:lnTo>
                <a:lnTo>
                  <a:pt x="1076325" y="242888"/>
                </a:lnTo>
                <a:lnTo>
                  <a:pt x="1076325" y="252413"/>
                </a:lnTo>
                <a:lnTo>
                  <a:pt x="1076325" y="261938"/>
                </a:lnTo>
                <a:lnTo>
                  <a:pt x="1076325" y="271463"/>
                </a:lnTo>
                <a:lnTo>
                  <a:pt x="1076325" y="280988"/>
                </a:lnTo>
                <a:lnTo>
                  <a:pt x="1076325" y="290513"/>
                </a:lnTo>
                <a:lnTo>
                  <a:pt x="1076325" y="300038"/>
                </a:lnTo>
                <a:lnTo>
                  <a:pt x="1076325" y="309563"/>
                </a:lnTo>
                <a:lnTo>
                  <a:pt x="1076325" y="319088"/>
                </a:lnTo>
                <a:lnTo>
                  <a:pt x="1076325" y="328613"/>
                </a:lnTo>
                <a:lnTo>
                  <a:pt x="1076325" y="338138"/>
                </a:lnTo>
                <a:lnTo>
                  <a:pt x="1076325" y="347663"/>
                </a:lnTo>
                <a:lnTo>
                  <a:pt x="1076325" y="357188"/>
                </a:lnTo>
                <a:lnTo>
                  <a:pt x="1076325" y="366713"/>
                </a:lnTo>
                <a:lnTo>
                  <a:pt x="1076325" y="376238"/>
                </a:lnTo>
                <a:lnTo>
                  <a:pt x="1076325" y="385763"/>
                </a:lnTo>
                <a:lnTo>
                  <a:pt x="1076325" y="395288"/>
                </a:lnTo>
                <a:lnTo>
                  <a:pt x="1076325" y="404813"/>
                </a:lnTo>
                <a:lnTo>
                  <a:pt x="1076325" y="414338"/>
                </a:lnTo>
                <a:lnTo>
                  <a:pt x="1076325" y="423863"/>
                </a:lnTo>
                <a:lnTo>
                  <a:pt x="1071563" y="428625"/>
                </a:lnTo>
                <a:lnTo>
                  <a:pt x="1062038" y="428625"/>
                </a:lnTo>
                <a:lnTo>
                  <a:pt x="1052513" y="428625"/>
                </a:lnTo>
                <a:lnTo>
                  <a:pt x="1042988" y="428625"/>
                </a:lnTo>
                <a:lnTo>
                  <a:pt x="1033463" y="428625"/>
                </a:lnTo>
                <a:lnTo>
                  <a:pt x="1023938" y="428625"/>
                </a:lnTo>
                <a:lnTo>
                  <a:pt x="1014413" y="428625"/>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8625" y="433388"/>
                </a:lnTo>
                <a:lnTo>
                  <a:pt x="428625" y="442913"/>
                </a:lnTo>
                <a:lnTo>
                  <a:pt x="428625" y="452438"/>
                </a:lnTo>
                <a:lnTo>
                  <a:pt x="428625" y="461963"/>
                </a:lnTo>
                <a:lnTo>
                  <a:pt x="428625" y="471488"/>
                </a:lnTo>
                <a:lnTo>
                  <a:pt x="428625" y="481013"/>
                </a:lnTo>
                <a:lnTo>
                  <a:pt x="428625" y="490538"/>
                </a:lnTo>
                <a:lnTo>
                  <a:pt x="428625" y="500063"/>
                </a:lnTo>
                <a:lnTo>
                  <a:pt x="428625" y="509588"/>
                </a:lnTo>
                <a:lnTo>
                  <a:pt x="428625" y="519113"/>
                </a:lnTo>
                <a:lnTo>
                  <a:pt x="428625" y="528638"/>
                </a:lnTo>
                <a:lnTo>
                  <a:pt x="428625" y="538163"/>
                </a:lnTo>
                <a:lnTo>
                  <a:pt x="428625" y="547688"/>
                </a:lnTo>
                <a:lnTo>
                  <a:pt x="428625" y="557213"/>
                </a:lnTo>
                <a:lnTo>
                  <a:pt x="428625" y="566738"/>
                </a:lnTo>
                <a:lnTo>
                  <a:pt x="428625" y="576263"/>
                </a:lnTo>
                <a:lnTo>
                  <a:pt x="428625" y="585788"/>
                </a:lnTo>
                <a:lnTo>
                  <a:pt x="428625" y="595313"/>
                </a:lnTo>
                <a:lnTo>
                  <a:pt x="428625" y="604838"/>
                </a:lnTo>
                <a:lnTo>
                  <a:pt x="428625" y="614363"/>
                </a:lnTo>
                <a:lnTo>
                  <a:pt x="428625" y="623888"/>
                </a:lnTo>
                <a:lnTo>
                  <a:pt x="428625" y="633413"/>
                </a:lnTo>
                <a:lnTo>
                  <a:pt x="428625" y="642938"/>
                </a:lnTo>
                <a:lnTo>
                  <a:pt x="428625" y="652463"/>
                </a:lnTo>
                <a:lnTo>
                  <a:pt x="428625" y="661988"/>
                </a:lnTo>
                <a:lnTo>
                  <a:pt x="428625" y="671513"/>
                </a:lnTo>
                <a:lnTo>
                  <a:pt x="428625" y="681038"/>
                </a:lnTo>
                <a:lnTo>
                  <a:pt x="428625" y="690563"/>
                </a:lnTo>
                <a:lnTo>
                  <a:pt x="428625" y="700088"/>
                </a:lnTo>
                <a:lnTo>
                  <a:pt x="428625" y="709613"/>
                </a:lnTo>
                <a:lnTo>
                  <a:pt x="428625" y="719138"/>
                </a:lnTo>
                <a:lnTo>
                  <a:pt x="428625" y="728663"/>
                </a:lnTo>
                <a:lnTo>
                  <a:pt x="428625" y="738188"/>
                </a:lnTo>
                <a:lnTo>
                  <a:pt x="428625" y="747713"/>
                </a:lnTo>
                <a:lnTo>
                  <a:pt x="428625" y="757238"/>
                </a:lnTo>
                <a:lnTo>
                  <a:pt x="428625" y="766763"/>
                </a:lnTo>
                <a:lnTo>
                  <a:pt x="428625" y="776288"/>
                </a:lnTo>
                <a:lnTo>
                  <a:pt x="433388" y="781050"/>
                </a:lnTo>
                <a:lnTo>
                  <a:pt x="438150" y="785813"/>
                </a:lnTo>
                <a:lnTo>
                  <a:pt x="438150" y="795338"/>
                </a:lnTo>
                <a:lnTo>
                  <a:pt x="438150" y="804863"/>
                </a:lnTo>
                <a:lnTo>
                  <a:pt x="438150" y="814388"/>
                </a:lnTo>
                <a:lnTo>
                  <a:pt x="438150" y="823913"/>
                </a:lnTo>
                <a:lnTo>
                  <a:pt x="438150" y="833438"/>
                </a:lnTo>
                <a:lnTo>
                  <a:pt x="438150" y="842963"/>
                </a:lnTo>
                <a:lnTo>
                  <a:pt x="438150" y="852488"/>
                </a:lnTo>
                <a:lnTo>
                  <a:pt x="438150" y="862013"/>
                </a:lnTo>
                <a:lnTo>
                  <a:pt x="433388" y="866775"/>
                </a:lnTo>
                <a:lnTo>
                  <a:pt x="423863" y="866775"/>
                </a:lnTo>
                <a:lnTo>
                  <a:pt x="414338" y="866775"/>
                </a:lnTo>
                <a:lnTo>
                  <a:pt x="404813" y="866775"/>
                </a:lnTo>
                <a:lnTo>
                  <a:pt x="395288" y="866775"/>
                </a:lnTo>
                <a:lnTo>
                  <a:pt x="385763" y="866775"/>
                </a:lnTo>
                <a:lnTo>
                  <a:pt x="376238" y="866775"/>
                </a:lnTo>
                <a:lnTo>
                  <a:pt x="366713" y="866775"/>
                </a:lnTo>
                <a:lnTo>
                  <a:pt x="357188" y="866775"/>
                </a:lnTo>
                <a:lnTo>
                  <a:pt x="347663" y="866775"/>
                </a:lnTo>
                <a:lnTo>
                  <a:pt x="338138" y="866775"/>
                </a:lnTo>
                <a:lnTo>
                  <a:pt x="328613" y="866775"/>
                </a:lnTo>
                <a:lnTo>
                  <a:pt x="319088" y="866775"/>
                </a:lnTo>
                <a:lnTo>
                  <a:pt x="314325" y="871538"/>
                </a:lnTo>
                <a:lnTo>
                  <a:pt x="309563" y="876300"/>
                </a:lnTo>
                <a:lnTo>
                  <a:pt x="300038" y="876300"/>
                </a:lnTo>
                <a:lnTo>
                  <a:pt x="290513" y="876300"/>
                </a:lnTo>
                <a:lnTo>
                  <a:pt x="280988" y="876300"/>
                </a:lnTo>
                <a:lnTo>
                  <a:pt x="271463" y="876300"/>
                </a:lnTo>
                <a:lnTo>
                  <a:pt x="261938" y="876300"/>
                </a:lnTo>
                <a:lnTo>
                  <a:pt x="252413" y="876300"/>
                </a:lnTo>
                <a:lnTo>
                  <a:pt x="242888" y="876300"/>
                </a:lnTo>
                <a:lnTo>
                  <a:pt x="233363" y="876300"/>
                </a:lnTo>
                <a:lnTo>
                  <a:pt x="223838" y="876300"/>
                </a:lnTo>
                <a:lnTo>
                  <a:pt x="214313" y="876300"/>
                </a:lnTo>
                <a:lnTo>
                  <a:pt x="204788" y="876300"/>
                </a:lnTo>
                <a:lnTo>
                  <a:pt x="195263" y="876300"/>
                </a:lnTo>
                <a:lnTo>
                  <a:pt x="185738" y="876300"/>
                </a:lnTo>
                <a:lnTo>
                  <a:pt x="176213" y="876300"/>
                </a:lnTo>
                <a:lnTo>
                  <a:pt x="166688" y="876300"/>
                </a:lnTo>
                <a:lnTo>
                  <a:pt x="157163" y="876300"/>
                </a:lnTo>
                <a:lnTo>
                  <a:pt x="147638" y="876300"/>
                </a:lnTo>
                <a:lnTo>
                  <a:pt x="138113" y="876300"/>
                </a:lnTo>
                <a:lnTo>
                  <a:pt x="128588" y="876300"/>
                </a:lnTo>
                <a:lnTo>
                  <a:pt x="119063" y="876300"/>
                </a:lnTo>
                <a:lnTo>
                  <a:pt x="109538" y="876300"/>
                </a:lnTo>
                <a:lnTo>
                  <a:pt x="100013" y="876300"/>
                </a:lnTo>
                <a:lnTo>
                  <a:pt x="90488" y="876300"/>
                </a:lnTo>
                <a:lnTo>
                  <a:pt x="80963" y="876300"/>
                </a:lnTo>
                <a:lnTo>
                  <a:pt x="71438" y="876300"/>
                </a:lnTo>
                <a:lnTo>
                  <a:pt x="61913" y="876300"/>
                </a:lnTo>
                <a:lnTo>
                  <a:pt x="52388" y="876300"/>
                </a:lnTo>
                <a:lnTo>
                  <a:pt x="42863" y="876300"/>
                </a:lnTo>
                <a:lnTo>
                  <a:pt x="33338" y="876300"/>
                </a:lnTo>
                <a:lnTo>
                  <a:pt x="23813" y="876300"/>
                </a:lnTo>
                <a:lnTo>
                  <a:pt x="14288" y="876300"/>
                </a:lnTo>
                <a:lnTo>
                  <a:pt x="4763" y="876300"/>
                </a:lnTo>
                <a:lnTo>
                  <a:pt x="0" y="871538"/>
                </a:lnTo>
                <a:lnTo>
                  <a:pt x="4763" y="866775"/>
                </a:lnTo>
                <a:lnTo>
                  <a:pt x="14288" y="866775"/>
                </a:lnTo>
                <a:lnTo>
                  <a:pt x="23813" y="866775"/>
                </a:lnTo>
                <a:lnTo>
                  <a:pt x="33338" y="866775"/>
                </a:lnTo>
                <a:lnTo>
                  <a:pt x="42863" y="866775"/>
                </a:lnTo>
                <a:lnTo>
                  <a:pt x="52388" y="866775"/>
                </a:lnTo>
                <a:lnTo>
                  <a:pt x="61913" y="866775"/>
                </a:lnTo>
                <a:lnTo>
                  <a:pt x="71438" y="866775"/>
                </a:lnTo>
                <a:lnTo>
                  <a:pt x="80963" y="866775"/>
                </a:lnTo>
                <a:lnTo>
                  <a:pt x="90488" y="866775"/>
                </a:lnTo>
                <a:lnTo>
                  <a:pt x="100013" y="866775"/>
                </a:lnTo>
                <a:lnTo>
                  <a:pt x="109538" y="866775"/>
                </a:lnTo>
                <a:lnTo>
                  <a:pt x="119063" y="866775"/>
                </a:lnTo>
                <a:lnTo>
                  <a:pt x="128588" y="866775"/>
                </a:lnTo>
                <a:lnTo>
                  <a:pt x="138113" y="866775"/>
                </a:lnTo>
                <a:lnTo>
                  <a:pt x="147638" y="866775"/>
                </a:lnTo>
                <a:lnTo>
                  <a:pt x="157163" y="866775"/>
                </a:lnTo>
                <a:lnTo>
                  <a:pt x="166688" y="866775"/>
                </a:lnTo>
                <a:lnTo>
                  <a:pt x="176213" y="866775"/>
                </a:lnTo>
                <a:lnTo>
                  <a:pt x="185738" y="866775"/>
                </a:lnTo>
                <a:lnTo>
                  <a:pt x="195263" y="866775"/>
                </a:lnTo>
                <a:lnTo>
                  <a:pt x="204788" y="866775"/>
                </a:lnTo>
                <a:lnTo>
                  <a:pt x="214313" y="866775"/>
                </a:lnTo>
                <a:lnTo>
                  <a:pt x="223838" y="866775"/>
                </a:lnTo>
                <a:lnTo>
                  <a:pt x="233363" y="866775"/>
                </a:lnTo>
                <a:lnTo>
                  <a:pt x="242888" y="866775"/>
                </a:lnTo>
                <a:lnTo>
                  <a:pt x="252413" y="866775"/>
                </a:lnTo>
                <a:lnTo>
                  <a:pt x="257175" y="862013"/>
                </a:lnTo>
                <a:lnTo>
                  <a:pt x="252413" y="857250"/>
                </a:lnTo>
                <a:lnTo>
                  <a:pt x="247650" y="852488"/>
                </a:lnTo>
                <a:lnTo>
                  <a:pt x="242888" y="847725"/>
                </a:lnTo>
                <a:lnTo>
                  <a:pt x="238125" y="842963"/>
                </a:lnTo>
                <a:lnTo>
                  <a:pt x="233363" y="838200"/>
                </a:lnTo>
                <a:lnTo>
                  <a:pt x="228600" y="833438"/>
                </a:lnTo>
                <a:lnTo>
                  <a:pt x="223838" y="828675"/>
                </a:lnTo>
                <a:lnTo>
                  <a:pt x="214313" y="828675"/>
                </a:lnTo>
                <a:lnTo>
                  <a:pt x="209550" y="823913"/>
                </a:lnTo>
                <a:lnTo>
                  <a:pt x="204788" y="819150"/>
                </a:lnTo>
                <a:lnTo>
                  <a:pt x="200025" y="814388"/>
                </a:lnTo>
                <a:lnTo>
                  <a:pt x="195263" y="809625"/>
                </a:lnTo>
                <a:lnTo>
                  <a:pt x="190500" y="804863"/>
                </a:lnTo>
                <a:lnTo>
                  <a:pt x="185738" y="800100"/>
                </a:lnTo>
                <a:lnTo>
                  <a:pt x="180975" y="795338"/>
                </a:lnTo>
                <a:lnTo>
                  <a:pt x="176213" y="790575"/>
                </a:lnTo>
                <a:lnTo>
                  <a:pt x="171450" y="785813"/>
                </a:lnTo>
                <a:lnTo>
                  <a:pt x="171450" y="776288"/>
                </a:lnTo>
                <a:lnTo>
                  <a:pt x="166688" y="771525"/>
                </a:lnTo>
                <a:lnTo>
                  <a:pt x="161925" y="766763"/>
                </a:lnTo>
                <a:lnTo>
                  <a:pt x="157163" y="762000"/>
                </a:lnTo>
                <a:lnTo>
                  <a:pt x="152400" y="757238"/>
                </a:lnTo>
                <a:lnTo>
                  <a:pt x="147638" y="752475"/>
                </a:lnTo>
                <a:lnTo>
                  <a:pt x="142875" y="747713"/>
                </a:lnTo>
                <a:lnTo>
                  <a:pt x="138113" y="742950"/>
                </a:lnTo>
                <a:lnTo>
                  <a:pt x="133350" y="738188"/>
                </a:lnTo>
                <a:lnTo>
                  <a:pt x="133350" y="728663"/>
                </a:lnTo>
                <a:lnTo>
                  <a:pt x="128588" y="723900"/>
                </a:lnTo>
                <a:lnTo>
                  <a:pt x="123825" y="719138"/>
                </a:lnTo>
                <a:lnTo>
                  <a:pt x="119063" y="714375"/>
                </a:lnTo>
                <a:lnTo>
                  <a:pt x="114300" y="709613"/>
                </a:lnTo>
                <a:lnTo>
                  <a:pt x="114300" y="700088"/>
                </a:lnTo>
                <a:lnTo>
                  <a:pt x="109538" y="695325"/>
                </a:lnTo>
                <a:lnTo>
                  <a:pt x="104775" y="690563"/>
                </a:lnTo>
                <a:lnTo>
                  <a:pt x="104775" y="681038"/>
                </a:lnTo>
                <a:lnTo>
                  <a:pt x="100013" y="676275"/>
                </a:lnTo>
                <a:lnTo>
                  <a:pt x="95250" y="671513"/>
                </a:lnTo>
                <a:lnTo>
                  <a:pt x="95250" y="661988"/>
                </a:lnTo>
                <a:lnTo>
                  <a:pt x="90488" y="657225"/>
                </a:lnTo>
                <a:lnTo>
                  <a:pt x="85725" y="652463"/>
                </a:lnTo>
                <a:lnTo>
                  <a:pt x="80963" y="647700"/>
                </a:lnTo>
                <a:lnTo>
                  <a:pt x="76200" y="642938"/>
                </a:lnTo>
                <a:lnTo>
                  <a:pt x="76200" y="633413"/>
                </a:lnTo>
                <a:lnTo>
                  <a:pt x="76200" y="623888"/>
                </a:lnTo>
                <a:lnTo>
                  <a:pt x="71438" y="619125"/>
                </a:lnTo>
                <a:lnTo>
                  <a:pt x="66675" y="614363"/>
                </a:lnTo>
                <a:lnTo>
                  <a:pt x="66675" y="604838"/>
                </a:lnTo>
                <a:lnTo>
                  <a:pt x="61913" y="600075"/>
                </a:lnTo>
                <a:lnTo>
                  <a:pt x="57150" y="595313"/>
                </a:lnTo>
                <a:lnTo>
                  <a:pt x="57150" y="585788"/>
                </a:lnTo>
                <a:lnTo>
                  <a:pt x="57150" y="576263"/>
                </a:lnTo>
                <a:lnTo>
                  <a:pt x="57150" y="566738"/>
                </a:lnTo>
                <a:lnTo>
                  <a:pt x="52388" y="561975"/>
                </a:lnTo>
                <a:lnTo>
                  <a:pt x="47625" y="557213"/>
                </a:lnTo>
                <a:lnTo>
                  <a:pt x="52388" y="552450"/>
                </a:lnTo>
                <a:lnTo>
                  <a:pt x="57150" y="547688"/>
                </a:lnTo>
                <a:lnTo>
                  <a:pt x="52388" y="542925"/>
                </a:lnTo>
                <a:lnTo>
                  <a:pt x="47625" y="538163"/>
                </a:lnTo>
                <a:lnTo>
                  <a:pt x="42863" y="533400"/>
                </a:lnTo>
                <a:lnTo>
                  <a:pt x="38100" y="528638"/>
                </a:lnTo>
                <a:lnTo>
                  <a:pt x="42863" y="523875"/>
                </a:lnTo>
                <a:lnTo>
                  <a:pt x="47625" y="519113"/>
                </a:lnTo>
                <a:lnTo>
                  <a:pt x="42863" y="514350"/>
                </a:lnTo>
                <a:lnTo>
                  <a:pt x="38100" y="509588"/>
                </a:lnTo>
                <a:lnTo>
                  <a:pt x="38100" y="500063"/>
                </a:lnTo>
                <a:lnTo>
                  <a:pt x="38100" y="490538"/>
                </a:lnTo>
                <a:lnTo>
                  <a:pt x="38100" y="481013"/>
                </a:lnTo>
                <a:lnTo>
                  <a:pt x="38100" y="471488"/>
                </a:lnTo>
                <a:lnTo>
                  <a:pt x="38100" y="461963"/>
                </a:lnTo>
                <a:lnTo>
                  <a:pt x="38100" y="452438"/>
                </a:lnTo>
                <a:lnTo>
                  <a:pt x="38100" y="442913"/>
                </a:lnTo>
                <a:lnTo>
                  <a:pt x="38100" y="433388"/>
                </a:lnTo>
                <a:lnTo>
                  <a:pt x="38100" y="423863"/>
                </a:lnTo>
                <a:lnTo>
                  <a:pt x="38100" y="414338"/>
                </a:lnTo>
                <a:lnTo>
                  <a:pt x="38100" y="404813"/>
                </a:lnTo>
                <a:lnTo>
                  <a:pt x="38100" y="395288"/>
                </a:lnTo>
                <a:lnTo>
                  <a:pt x="38100" y="385763"/>
                </a:lnTo>
                <a:lnTo>
                  <a:pt x="38100" y="376238"/>
                </a:lnTo>
                <a:lnTo>
                  <a:pt x="42863" y="371475"/>
                </a:lnTo>
                <a:lnTo>
                  <a:pt x="47625" y="366713"/>
                </a:lnTo>
                <a:lnTo>
                  <a:pt x="42863" y="361950"/>
                </a:lnTo>
                <a:lnTo>
                  <a:pt x="38100" y="357188"/>
                </a:lnTo>
                <a:lnTo>
                  <a:pt x="42863" y="352425"/>
                </a:lnTo>
                <a:lnTo>
                  <a:pt x="47625" y="347663"/>
                </a:lnTo>
                <a:lnTo>
                  <a:pt x="47625" y="338138"/>
                </a:lnTo>
                <a:lnTo>
                  <a:pt x="47625" y="328613"/>
                </a:lnTo>
                <a:lnTo>
                  <a:pt x="52388" y="323850"/>
                </a:lnTo>
                <a:lnTo>
                  <a:pt x="57150" y="319088"/>
                </a:lnTo>
                <a:lnTo>
                  <a:pt x="52388" y="314325"/>
                </a:lnTo>
                <a:lnTo>
                  <a:pt x="47625" y="309563"/>
                </a:lnTo>
                <a:lnTo>
                  <a:pt x="52388" y="304800"/>
                </a:lnTo>
                <a:lnTo>
                  <a:pt x="57150" y="300038"/>
                </a:lnTo>
                <a:lnTo>
                  <a:pt x="57150" y="290513"/>
                </a:lnTo>
                <a:lnTo>
                  <a:pt x="61913" y="285750"/>
                </a:lnTo>
                <a:lnTo>
                  <a:pt x="66675" y="280988"/>
                </a:lnTo>
                <a:lnTo>
                  <a:pt x="66675" y="271463"/>
                </a:lnTo>
                <a:lnTo>
                  <a:pt x="66675" y="261938"/>
                </a:lnTo>
                <a:lnTo>
                  <a:pt x="66675" y="252413"/>
                </a:lnTo>
                <a:lnTo>
                  <a:pt x="71438" y="247650"/>
                </a:lnTo>
                <a:lnTo>
                  <a:pt x="76200" y="242888"/>
                </a:lnTo>
                <a:lnTo>
                  <a:pt x="80963" y="238125"/>
                </a:lnTo>
                <a:lnTo>
                  <a:pt x="85725" y="233363"/>
                </a:lnTo>
                <a:lnTo>
                  <a:pt x="85725" y="223838"/>
                </a:lnTo>
                <a:lnTo>
                  <a:pt x="90488" y="219075"/>
                </a:lnTo>
                <a:lnTo>
                  <a:pt x="95250" y="214313"/>
                </a:lnTo>
                <a:lnTo>
                  <a:pt x="95250" y="204788"/>
                </a:lnTo>
                <a:lnTo>
                  <a:pt x="100013" y="200025"/>
                </a:lnTo>
                <a:lnTo>
                  <a:pt x="104775" y="195263"/>
                </a:lnTo>
                <a:lnTo>
                  <a:pt x="104775" y="185738"/>
                </a:lnTo>
                <a:lnTo>
                  <a:pt x="104775" y="176213"/>
                </a:lnTo>
                <a:lnTo>
                  <a:pt x="109538" y="171450"/>
                </a:lnTo>
                <a:lnTo>
                  <a:pt x="114300" y="166688"/>
                </a:lnTo>
                <a:lnTo>
                  <a:pt x="119063" y="161925"/>
                </a:lnTo>
                <a:lnTo>
                  <a:pt x="123825" y="157163"/>
                </a:lnTo>
                <a:lnTo>
                  <a:pt x="123825" y="147638"/>
                </a:lnTo>
                <a:lnTo>
                  <a:pt x="128588" y="142875"/>
                </a:lnTo>
                <a:lnTo>
                  <a:pt x="133350" y="138113"/>
                </a:lnTo>
                <a:lnTo>
                  <a:pt x="138113" y="133350"/>
                </a:lnTo>
                <a:lnTo>
                  <a:pt x="142875" y="128588"/>
                </a:lnTo>
                <a:lnTo>
                  <a:pt x="147638" y="123825"/>
                </a:lnTo>
                <a:lnTo>
                  <a:pt x="152400" y="119063"/>
                </a:lnTo>
                <a:lnTo>
                  <a:pt x="157163" y="114300"/>
                </a:lnTo>
                <a:lnTo>
                  <a:pt x="161925" y="109538"/>
                </a:lnTo>
                <a:lnTo>
                  <a:pt x="166688" y="104775"/>
                </a:lnTo>
                <a:lnTo>
                  <a:pt x="171450" y="100013"/>
                </a:lnTo>
                <a:lnTo>
                  <a:pt x="176213" y="95250"/>
                </a:lnTo>
                <a:lnTo>
                  <a:pt x="185738" y="95250"/>
                </a:lnTo>
                <a:lnTo>
                  <a:pt x="190500" y="100013"/>
                </a:lnTo>
                <a:lnTo>
                  <a:pt x="195263" y="104775"/>
                </a:lnTo>
                <a:lnTo>
                  <a:pt x="200025" y="109538"/>
                </a:lnTo>
                <a:lnTo>
                  <a:pt x="204788" y="114300"/>
                </a:lnTo>
                <a:lnTo>
                  <a:pt x="214313" y="114300"/>
                </a:lnTo>
                <a:lnTo>
                  <a:pt x="219075" y="119063"/>
                </a:lnTo>
                <a:lnTo>
                  <a:pt x="223838" y="123825"/>
                </a:lnTo>
                <a:lnTo>
                  <a:pt x="228600" y="128588"/>
                </a:lnTo>
                <a:lnTo>
                  <a:pt x="233363" y="133350"/>
                </a:lnTo>
                <a:lnTo>
                  <a:pt x="242888" y="133350"/>
                </a:lnTo>
                <a:lnTo>
                  <a:pt x="247650" y="138113"/>
                </a:lnTo>
                <a:lnTo>
                  <a:pt x="252413" y="142875"/>
                </a:lnTo>
                <a:lnTo>
                  <a:pt x="257175" y="147638"/>
                </a:lnTo>
                <a:lnTo>
                  <a:pt x="257175" y="157163"/>
                </a:lnTo>
                <a:lnTo>
                  <a:pt x="252413" y="161925"/>
                </a:lnTo>
                <a:lnTo>
                  <a:pt x="247650" y="166688"/>
                </a:lnTo>
                <a:lnTo>
                  <a:pt x="252413" y="171450"/>
                </a:lnTo>
                <a:lnTo>
                  <a:pt x="261938" y="171450"/>
                </a:lnTo>
                <a:lnTo>
                  <a:pt x="266700" y="176213"/>
                </a:lnTo>
                <a:lnTo>
                  <a:pt x="271463" y="180975"/>
                </a:lnTo>
                <a:lnTo>
                  <a:pt x="276225" y="185738"/>
                </a:lnTo>
                <a:lnTo>
                  <a:pt x="271463" y="190500"/>
                </a:lnTo>
                <a:lnTo>
                  <a:pt x="261938" y="190500"/>
                </a:lnTo>
                <a:lnTo>
                  <a:pt x="252413" y="190500"/>
                </a:lnTo>
                <a:lnTo>
                  <a:pt x="247650" y="195263"/>
                </a:lnTo>
                <a:lnTo>
                  <a:pt x="242888" y="200025"/>
                </a:lnTo>
                <a:lnTo>
                  <a:pt x="233363" y="200025"/>
                </a:lnTo>
                <a:lnTo>
                  <a:pt x="228600" y="204788"/>
                </a:lnTo>
                <a:lnTo>
                  <a:pt x="223838" y="209550"/>
                </a:lnTo>
                <a:lnTo>
                  <a:pt x="219075" y="214313"/>
                </a:lnTo>
                <a:lnTo>
                  <a:pt x="219075" y="223838"/>
                </a:lnTo>
                <a:lnTo>
                  <a:pt x="219075" y="233363"/>
                </a:lnTo>
                <a:lnTo>
                  <a:pt x="219075" y="242888"/>
                </a:lnTo>
                <a:lnTo>
                  <a:pt x="223838" y="247650"/>
                </a:lnTo>
                <a:lnTo>
                  <a:pt x="233363" y="247650"/>
                </a:lnTo>
                <a:lnTo>
                  <a:pt x="238125" y="252413"/>
                </a:lnTo>
                <a:lnTo>
                  <a:pt x="242888" y="257175"/>
                </a:lnTo>
                <a:lnTo>
                  <a:pt x="247650" y="261938"/>
                </a:lnTo>
                <a:lnTo>
                  <a:pt x="252413" y="266700"/>
                </a:lnTo>
                <a:lnTo>
                  <a:pt x="261938" y="266700"/>
                </a:lnTo>
                <a:lnTo>
                  <a:pt x="271463" y="266700"/>
                </a:lnTo>
                <a:lnTo>
                  <a:pt x="276225" y="271463"/>
                </a:lnTo>
                <a:lnTo>
                  <a:pt x="280988" y="276225"/>
                </a:lnTo>
                <a:lnTo>
                  <a:pt x="290513" y="276225"/>
                </a:lnTo>
                <a:lnTo>
                  <a:pt x="300038" y="276225"/>
                </a:lnTo>
                <a:lnTo>
                  <a:pt x="309563" y="276225"/>
                </a:lnTo>
                <a:lnTo>
                  <a:pt x="319088" y="276225"/>
                </a:lnTo>
                <a:lnTo>
                  <a:pt x="323850" y="280988"/>
                </a:lnTo>
                <a:lnTo>
                  <a:pt x="328613" y="285750"/>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9113" y="285750"/>
                </a:lnTo>
                <a:lnTo>
                  <a:pt x="528638" y="285750"/>
                </a:lnTo>
                <a:lnTo>
                  <a:pt x="538163" y="285750"/>
                </a:lnTo>
                <a:lnTo>
                  <a:pt x="547688" y="285750"/>
                </a:lnTo>
                <a:lnTo>
                  <a:pt x="557213" y="285750"/>
                </a:lnTo>
                <a:lnTo>
                  <a:pt x="566738" y="285750"/>
                </a:lnTo>
                <a:lnTo>
                  <a:pt x="576263" y="285750"/>
                </a:lnTo>
                <a:lnTo>
                  <a:pt x="581025" y="280988"/>
                </a:lnTo>
                <a:lnTo>
                  <a:pt x="585788" y="276225"/>
                </a:lnTo>
                <a:lnTo>
                  <a:pt x="595313" y="276225"/>
                </a:lnTo>
                <a:lnTo>
                  <a:pt x="604838" y="276225"/>
                </a:lnTo>
                <a:lnTo>
                  <a:pt x="614363" y="276225"/>
                </a:lnTo>
                <a:lnTo>
                  <a:pt x="623888" y="276225"/>
                </a:lnTo>
                <a:lnTo>
                  <a:pt x="628650" y="271463"/>
                </a:lnTo>
                <a:lnTo>
                  <a:pt x="633413" y="266700"/>
                </a:lnTo>
                <a:lnTo>
                  <a:pt x="642938" y="266700"/>
                </a:lnTo>
                <a:lnTo>
                  <a:pt x="652463" y="266700"/>
                </a:lnTo>
                <a:lnTo>
                  <a:pt x="657225" y="261938"/>
                </a:lnTo>
                <a:lnTo>
                  <a:pt x="661988" y="257175"/>
                </a:lnTo>
                <a:lnTo>
                  <a:pt x="671513" y="257175"/>
                </a:lnTo>
                <a:lnTo>
                  <a:pt x="676275" y="252413"/>
                </a:lnTo>
                <a:lnTo>
                  <a:pt x="681038" y="247650"/>
                </a:lnTo>
                <a:lnTo>
                  <a:pt x="685800" y="242888"/>
                </a:lnTo>
                <a:lnTo>
                  <a:pt x="690563" y="238125"/>
                </a:lnTo>
                <a:lnTo>
                  <a:pt x="695325" y="233363"/>
                </a:lnTo>
                <a:lnTo>
                  <a:pt x="695325" y="223838"/>
                </a:lnTo>
                <a:lnTo>
                  <a:pt x="690563" y="219075"/>
                </a:lnTo>
                <a:lnTo>
                  <a:pt x="685800" y="214313"/>
                </a:lnTo>
                <a:lnTo>
                  <a:pt x="681038" y="209550"/>
                </a:lnTo>
                <a:lnTo>
                  <a:pt x="676275" y="204788"/>
                </a:lnTo>
                <a:lnTo>
                  <a:pt x="671513" y="200025"/>
                </a:lnTo>
                <a:lnTo>
                  <a:pt x="661988" y="200025"/>
                </a:lnTo>
                <a:lnTo>
                  <a:pt x="657225" y="195263"/>
                </a:lnTo>
                <a:lnTo>
                  <a:pt x="652463" y="190500"/>
                </a:lnTo>
                <a:lnTo>
                  <a:pt x="642938" y="190500"/>
                </a:lnTo>
                <a:lnTo>
                  <a:pt x="638175" y="185738"/>
                </a:lnTo>
                <a:lnTo>
                  <a:pt x="633413" y="180975"/>
                </a:lnTo>
                <a:lnTo>
                  <a:pt x="623888" y="180975"/>
                </a:lnTo>
                <a:lnTo>
                  <a:pt x="614363" y="180975"/>
                </a:lnTo>
                <a:lnTo>
                  <a:pt x="604838" y="180975"/>
                </a:lnTo>
                <a:lnTo>
                  <a:pt x="595313" y="180975"/>
                </a:lnTo>
                <a:lnTo>
                  <a:pt x="590550" y="176213"/>
                </a:lnTo>
                <a:lnTo>
                  <a:pt x="585788" y="171450"/>
                </a:lnTo>
                <a:lnTo>
                  <a:pt x="576263" y="171450"/>
                </a:lnTo>
                <a:lnTo>
                  <a:pt x="566738" y="171450"/>
                </a:lnTo>
                <a:lnTo>
                  <a:pt x="557213" y="171450"/>
                </a:lnTo>
                <a:lnTo>
                  <a:pt x="547688" y="171450"/>
                </a:lnTo>
                <a:lnTo>
                  <a:pt x="538163" y="171450"/>
                </a:lnTo>
                <a:lnTo>
                  <a:pt x="528638" y="171450"/>
                </a:lnTo>
                <a:lnTo>
                  <a:pt x="519113" y="171450"/>
                </a:lnTo>
                <a:lnTo>
                  <a:pt x="509588" y="171450"/>
                </a:lnTo>
                <a:lnTo>
                  <a:pt x="500063" y="171450"/>
                </a:lnTo>
                <a:lnTo>
                  <a:pt x="495300" y="166688"/>
                </a:lnTo>
                <a:lnTo>
                  <a:pt x="490538" y="161925"/>
                </a:lnTo>
                <a:lnTo>
                  <a:pt x="481013" y="161925"/>
                </a:lnTo>
                <a:lnTo>
                  <a:pt x="471488" y="161925"/>
                </a:lnTo>
                <a:lnTo>
                  <a:pt x="461963" y="161925"/>
                </a:lnTo>
                <a:lnTo>
                  <a:pt x="452438" y="161925"/>
                </a:lnTo>
                <a:lnTo>
                  <a:pt x="442913" y="161925"/>
                </a:lnTo>
                <a:lnTo>
                  <a:pt x="433388" y="161925"/>
                </a:lnTo>
                <a:lnTo>
                  <a:pt x="423863" y="161925"/>
                </a:lnTo>
                <a:lnTo>
                  <a:pt x="414338" y="161925"/>
                </a:lnTo>
                <a:lnTo>
                  <a:pt x="409575" y="166688"/>
                </a:lnTo>
                <a:lnTo>
                  <a:pt x="404813" y="171450"/>
                </a:lnTo>
                <a:lnTo>
                  <a:pt x="395288" y="171450"/>
                </a:lnTo>
                <a:lnTo>
                  <a:pt x="385763" y="171450"/>
                </a:lnTo>
                <a:lnTo>
                  <a:pt x="376238" y="171450"/>
                </a:lnTo>
                <a:lnTo>
                  <a:pt x="366713" y="171450"/>
                </a:lnTo>
                <a:lnTo>
                  <a:pt x="357188" y="171450"/>
                </a:lnTo>
                <a:lnTo>
                  <a:pt x="347663" y="171450"/>
                </a:lnTo>
                <a:lnTo>
                  <a:pt x="338138" y="171450"/>
                </a:lnTo>
                <a:lnTo>
                  <a:pt x="328613" y="171450"/>
                </a:lnTo>
                <a:lnTo>
                  <a:pt x="319088" y="171450"/>
                </a:lnTo>
                <a:lnTo>
                  <a:pt x="314325" y="166688"/>
                </a:lnTo>
                <a:lnTo>
                  <a:pt x="314325" y="157163"/>
                </a:lnTo>
                <a:lnTo>
                  <a:pt x="309563" y="152400"/>
                </a:lnTo>
                <a:lnTo>
                  <a:pt x="304800" y="147638"/>
                </a:lnTo>
                <a:lnTo>
                  <a:pt x="304800" y="138113"/>
                </a:lnTo>
                <a:lnTo>
                  <a:pt x="300038" y="133350"/>
                </a:lnTo>
                <a:lnTo>
                  <a:pt x="295275" y="128588"/>
                </a:lnTo>
                <a:lnTo>
                  <a:pt x="290513" y="123825"/>
                </a:lnTo>
                <a:lnTo>
                  <a:pt x="280988" y="123825"/>
                </a:lnTo>
                <a:lnTo>
                  <a:pt x="276225" y="128588"/>
                </a:lnTo>
                <a:lnTo>
                  <a:pt x="271463" y="133350"/>
                </a:lnTo>
                <a:lnTo>
                  <a:pt x="266700" y="128588"/>
                </a:lnTo>
                <a:lnTo>
                  <a:pt x="261938" y="123825"/>
                </a:lnTo>
                <a:lnTo>
                  <a:pt x="257175" y="119063"/>
                </a:lnTo>
                <a:lnTo>
                  <a:pt x="252413" y="114300"/>
                </a:lnTo>
                <a:lnTo>
                  <a:pt x="242888" y="114300"/>
                </a:lnTo>
                <a:lnTo>
                  <a:pt x="238125" y="109538"/>
                </a:lnTo>
                <a:lnTo>
                  <a:pt x="233363" y="104775"/>
                </a:lnTo>
                <a:lnTo>
                  <a:pt x="228600" y="100013"/>
                </a:lnTo>
                <a:lnTo>
                  <a:pt x="223838" y="95250"/>
                </a:lnTo>
                <a:lnTo>
                  <a:pt x="219075" y="90488"/>
                </a:lnTo>
                <a:lnTo>
                  <a:pt x="214313" y="85725"/>
                </a:lnTo>
                <a:lnTo>
                  <a:pt x="209550" y="80963"/>
                </a:lnTo>
                <a:lnTo>
                  <a:pt x="204788" y="76200"/>
                </a:lnTo>
                <a:lnTo>
                  <a:pt x="200025" y="71438"/>
                </a:lnTo>
                <a:lnTo>
                  <a:pt x="204788" y="66675"/>
                </a:lnTo>
                <a:lnTo>
                  <a:pt x="209550" y="61913"/>
                </a:lnTo>
                <a:lnTo>
                  <a:pt x="214313" y="57150"/>
                </a:lnTo>
                <a:lnTo>
                  <a:pt x="219075" y="52388"/>
                </a:lnTo>
                <a:lnTo>
                  <a:pt x="223838" y="47625"/>
                </a:lnTo>
                <a:lnTo>
                  <a:pt x="233363" y="47625"/>
                </a:lnTo>
                <a:lnTo>
                  <a:pt x="238125" y="42863"/>
                </a:lnTo>
                <a:lnTo>
                  <a:pt x="242888" y="38100"/>
                </a:lnTo>
                <a:lnTo>
                  <a:pt x="247650" y="33338"/>
                </a:lnTo>
                <a:lnTo>
                  <a:pt x="252413" y="28575"/>
                </a:lnTo>
                <a:lnTo>
                  <a:pt x="257175" y="23813"/>
                </a:lnTo>
                <a:lnTo>
                  <a:pt x="261938" y="19050"/>
                </a:lnTo>
                <a:lnTo>
                  <a:pt x="266700" y="14288"/>
                </a:lnTo>
                <a:lnTo>
                  <a:pt x="271463" y="9525"/>
                </a:lnTo>
                <a:lnTo>
                  <a:pt x="280988" y="9525"/>
                </a:lnTo>
                <a:lnTo>
                  <a:pt x="285750" y="4763"/>
                </a:lnTo>
                <a:close/>
              </a:path>
            </a:pathLst>
          </a:custGeom>
          <a:solidFill xmlns:a="http://schemas.openxmlformats.org/drawingml/2006/main">
            <a:srgbClr val="F3BB82"/>
          </a:solidFill>
          <a:ln xmlns:a="http://schemas.openxmlformats.org/drawingml/2006/main" w="0">
            <a:noFill/>
            <a:prstDash val="solid"/>
          </a:ln>
        </p:spPr>
      </p:sp>
      <p:sp>
        <p:nvSpPr>
          <p:cNvPr id="705" name="layout-orange-93-2">
            <a:extLst xmlns:a="http://schemas.openxmlformats.org/drawingml/2006/main">
              <a:ext uri="{FF2B5EF4-FFF2-40B4-BE49-F238E27FC236}">
                <a16:creationId xmlns:a16="http://schemas.microsoft.com/office/drawing/2014/main" id="{9B7DAC4B-43E4-4C85-BD51-CEF42E9D7AF7}"/>
              </a:ext>
            </a:extLst>
          </p:cNvPr>
          <p:cNvSpPr>
            <a:spLocks xmlns:a="http://schemas.openxmlformats.org/drawingml/2006/main" noGrp="1"/>
          </p:cNvSpPr>
          <p:nvPr/>
        </p:nvSpPr>
        <p:spPr>
          <a:xfrm xmlns:a="http://schemas.openxmlformats.org/drawingml/2006/main" rot="0">
            <a:off x="2181225" y="3552825"/>
            <a:ext cx="438150" cy="95250"/>
          </a:xfrm>
          <a:custGeom xmlns:a="http://schemas.openxmlformats.org/drawingml/2006/main">
            <a:pathLst>
              <a:path w="438150" h="95250">
                <a:moveTo>
                  <a:pt x="133350" y="4763"/>
                </a:moveTo>
                <a:lnTo>
                  <a:pt x="138113" y="0"/>
                </a:lnTo>
                <a:lnTo>
                  <a:pt x="147638" y="0"/>
                </a:lnTo>
                <a:lnTo>
                  <a:pt x="157163" y="0"/>
                </a:lnTo>
                <a:lnTo>
                  <a:pt x="166688" y="0"/>
                </a:lnTo>
                <a:lnTo>
                  <a:pt x="176213" y="0"/>
                </a:lnTo>
                <a:lnTo>
                  <a:pt x="185738" y="0"/>
                </a:lnTo>
                <a:lnTo>
                  <a:pt x="195263" y="0"/>
                </a:lnTo>
                <a:lnTo>
                  <a:pt x="200025" y="4763"/>
                </a:lnTo>
                <a:lnTo>
                  <a:pt x="195263" y="9525"/>
                </a:lnTo>
                <a:lnTo>
                  <a:pt x="190500" y="14288"/>
                </a:lnTo>
                <a:lnTo>
                  <a:pt x="185738" y="19050"/>
                </a:lnTo>
                <a:lnTo>
                  <a:pt x="180975" y="23813"/>
                </a:lnTo>
                <a:lnTo>
                  <a:pt x="180975" y="33338"/>
                </a:lnTo>
                <a:lnTo>
                  <a:pt x="180975" y="42863"/>
                </a:lnTo>
                <a:lnTo>
                  <a:pt x="180975" y="52388"/>
                </a:lnTo>
                <a:lnTo>
                  <a:pt x="185738" y="57150"/>
                </a:lnTo>
                <a:lnTo>
                  <a:pt x="190500" y="61913"/>
                </a:lnTo>
                <a:lnTo>
                  <a:pt x="195263" y="66675"/>
                </a:lnTo>
                <a:lnTo>
                  <a:pt x="200025" y="71438"/>
                </a:lnTo>
                <a:lnTo>
                  <a:pt x="204788" y="76200"/>
                </a:lnTo>
                <a:lnTo>
                  <a:pt x="214313" y="76200"/>
                </a:lnTo>
                <a:lnTo>
                  <a:pt x="223838" y="76200"/>
                </a:lnTo>
                <a:lnTo>
                  <a:pt x="233363" y="76200"/>
                </a:lnTo>
                <a:lnTo>
                  <a:pt x="242888" y="76200"/>
                </a:lnTo>
                <a:lnTo>
                  <a:pt x="247650" y="71438"/>
                </a:lnTo>
                <a:lnTo>
                  <a:pt x="252413" y="66675"/>
                </a:lnTo>
                <a:lnTo>
                  <a:pt x="257175" y="61913"/>
                </a:lnTo>
                <a:lnTo>
                  <a:pt x="261938" y="57150"/>
                </a:lnTo>
                <a:lnTo>
                  <a:pt x="266700" y="52388"/>
                </a:lnTo>
                <a:lnTo>
                  <a:pt x="266700" y="42863"/>
                </a:lnTo>
                <a:lnTo>
                  <a:pt x="266700" y="33338"/>
                </a:lnTo>
                <a:lnTo>
                  <a:pt x="266700" y="23813"/>
                </a:lnTo>
                <a:lnTo>
                  <a:pt x="261938" y="19050"/>
                </a:lnTo>
                <a:lnTo>
                  <a:pt x="257175" y="14288"/>
                </a:lnTo>
                <a:lnTo>
                  <a:pt x="252413" y="9525"/>
                </a:lnTo>
                <a:lnTo>
                  <a:pt x="247650" y="4763"/>
                </a:lnTo>
                <a:lnTo>
                  <a:pt x="252413" y="0"/>
                </a:lnTo>
                <a:lnTo>
                  <a:pt x="261938" y="0"/>
                </a:lnTo>
                <a:lnTo>
                  <a:pt x="271463" y="0"/>
                </a:lnTo>
                <a:lnTo>
                  <a:pt x="280988" y="0"/>
                </a:lnTo>
                <a:lnTo>
                  <a:pt x="290513" y="0"/>
                </a:lnTo>
                <a:lnTo>
                  <a:pt x="300038" y="0"/>
                </a:lnTo>
                <a:lnTo>
                  <a:pt x="304800" y="4763"/>
                </a:lnTo>
                <a:lnTo>
                  <a:pt x="309563" y="9525"/>
                </a:lnTo>
                <a:lnTo>
                  <a:pt x="319088" y="9525"/>
                </a:lnTo>
                <a:lnTo>
                  <a:pt x="328613" y="9525"/>
                </a:lnTo>
                <a:lnTo>
                  <a:pt x="338138" y="9525"/>
                </a:lnTo>
                <a:lnTo>
                  <a:pt x="347663" y="9525"/>
                </a:lnTo>
                <a:lnTo>
                  <a:pt x="357188" y="9525"/>
                </a:lnTo>
                <a:lnTo>
                  <a:pt x="366713" y="9525"/>
                </a:lnTo>
                <a:lnTo>
                  <a:pt x="371475" y="14288"/>
                </a:lnTo>
                <a:lnTo>
                  <a:pt x="376238" y="19050"/>
                </a:lnTo>
                <a:lnTo>
                  <a:pt x="385763" y="19050"/>
                </a:lnTo>
                <a:lnTo>
                  <a:pt x="395288" y="19050"/>
                </a:lnTo>
                <a:lnTo>
                  <a:pt x="404813" y="19050"/>
                </a:lnTo>
                <a:lnTo>
                  <a:pt x="409575" y="23813"/>
                </a:lnTo>
                <a:lnTo>
                  <a:pt x="414338" y="28575"/>
                </a:lnTo>
                <a:lnTo>
                  <a:pt x="423863" y="28575"/>
                </a:lnTo>
                <a:lnTo>
                  <a:pt x="428625" y="33338"/>
                </a:lnTo>
                <a:lnTo>
                  <a:pt x="433388" y="38100"/>
                </a:lnTo>
                <a:lnTo>
                  <a:pt x="438150" y="42863"/>
                </a:lnTo>
                <a:lnTo>
                  <a:pt x="438150" y="52388"/>
                </a:lnTo>
                <a:lnTo>
                  <a:pt x="433388" y="57150"/>
                </a:lnTo>
                <a:lnTo>
                  <a:pt x="428625" y="61913"/>
                </a:lnTo>
                <a:lnTo>
                  <a:pt x="423863" y="66675"/>
                </a:lnTo>
                <a:lnTo>
                  <a:pt x="414338" y="66675"/>
                </a:lnTo>
                <a:lnTo>
                  <a:pt x="404813" y="66675"/>
                </a:lnTo>
                <a:lnTo>
                  <a:pt x="400050" y="71438"/>
                </a:lnTo>
                <a:lnTo>
                  <a:pt x="395288" y="76200"/>
                </a:lnTo>
                <a:lnTo>
                  <a:pt x="385763" y="76200"/>
                </a:lnTo>
                <a:lnTo>
                  <a:pt x="376238" y="76200"/>
                </a:lnTo>
                <a:lnTo>
                  <a:pt x="366713" y="76200"/>
                </a:lnTo>
                <a:lnTo>
                  <a:pt x="361950" y="80963"/>
                </a:lnTo>
                <a:lnTo>
                  <a:pt x="357188" y="85725"/>
                </a:lnTo>
                <a:lnTo>
                  <a:pt x="347663" y="85725"/>
                </a:lnTo>
                <a:lnTo>
                  <a:pt x="338138" y="85725"/>
                </a:lnTo>
                <a:lnTo>
                  <a:pt x="328613" y="85725"/>
                </a:lnTo>
                <a:lnTo>
                  <a:pt x="319088" y="85725"/>
                </a:lnTo>
                <a:lnTo>
                  <a:pt x="309563" y="85725"/>
                </a:lnTo>
                <a:lnTo>
                  <a:pt x="300038" y="85725"/>
                </a:lnTo>
                <a:lnTo>
                  <a:pt x="295275" y="90488"/>
                </a:lnTo>
                <a:lnTo>
                  <a:pt x="290513" y="95250"/>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42875" y="90488"/>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4288" y="66675"/>
                </a:lnTo>
                <a:lnTo>
                  <a:pt x="9525" y="61913"/>
                </a:lnTo>
                <a:lnTo>
                  <a:pt x="4763" y="57150"/>
                </a:lnTo>
                <a:lnTo>
                  <a:pt x="0" y="52388"/>
                </a:lnTo>
                <a:lnTo>
                  <a:pt x="0" y="42863"/>
                </a:lnTo>
                <a:lnTo>
                  <a:pt x="4763" y="38100"/>
                </a:lnTo>
                <a:lnTo>
                  <a:pt x="9525" y="33338"/>
                </a:lnTo>
                <a:lnTo>
                  <a:pt x="14288" y="28575"/>
                </a:lnTo>
                <a:lnTo>
                  <a:pt x="23813" y="28575"/>
                </a:lnTo>
                <a:lnTo>
                  <a:pt x="28575" y="23813"/>
                </a:lnTo>
                <a:lnTo>
                  <a:pt x="33338" y="19050"/>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8588" y="9525"/>
                </a:lnTo>
                <a:lnTo>
                  <a:pt x="133350" y="4763"/>
                </a:lnTo>
                <a:close/>
              </a:path>
            </a:pathLst>
          </a:custGeom>
          <a:solidFill xmlns:a="http://schemas.openxmlformats.org/drawingml/2006/main">
            <a:srgbClr val="F3BB82"/>
          </a:solidFill>
          <a:ln xmlns:a="http://schemas.openxmlformats.org/drawingml/2006/main" w="0">
            <a:noFill/>
            <a:prstDash val="solid"/>
          </a:ln>
        </p:spPr>
      </p:sp>
      <p:sp>
        <p:nvSpPr>
          <p:cNvPr id="706" name="layout-orange-94-0">
            <a:extLst xmlns:a="http://schemas.openxmlformats.org/drawingml/2006/main">
              <a:ext uri="{FF2B5EF4-FFF2-40B4-BE49-F238E27FC236}">
                <a16:creationId xmlns:a16="http://schemas.microsoft.com/office/drawing/2014/main" id="{630085E7-7BD4-4074-B3F1-7B1D397B506E}"/>
              </a:ext>
            </a:extLst>
          </p:cNvPr>
          <p:cNvSpPr>
            <a:spLocks xmlns:a="http://schemas.openxmlformats.org/drawingml/2006/main" noGrp="1"/>
          </p:cNvSpPr>
          <p:nvPr/>
        </p:nvSpPr>
        <p:spPr>
          <a:xfrm xmlns:a="http://schemas.openxmlformats.org/drawingml/2006/main" rot="0">
            <a:off x="2009775" y="3371850"/>
            <a:ext cx="1009650" cy="866775"/>
          </a:xfrm>
          <a:custGeom xmlns:a="http://schemas.openxmlformats.org/drawingml/2006/main">
            <a:pathLst>
              <a:path w="1009650" h="866775">
                <a:moveTo>
                  <a:pt x="276225" y="4763"/>
                </a:move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5313" y="0"/>
                </a:lnTo>
                <a:lnTo>
                  <a:pt x="604838" y="0"/>
                </a:lnTo>
                <a:lnTo>
                  <a:pt x="614363" y="0"/>
                </a:lnTo>
                <a:lnTo>
                  <a:pt x="623888" y="0"/>
                </a:lnTo>
                <a:lnTo>
                  <a:pt x="633413" y="0"/>
                </a:lnTo>
                <a:lnTo>
                  <a:pt x="642938" y="0"/>
                </a:lnTo>
                <a:lnTo>
                  <a:pt x="652463" y="0"/>
                </a:lnTo>
                <a:lnTo>
                  <a:pt x="661988" y="0"/>
                </a:lnTo>
                <a:lnTo>
                  <a:pt x="666750" y="4763"/>
                </a:lnTo>
                <a:lnTo>
                  <a:pt x="671513" y="9525"/>
                </a:lnTo>
                <a:lnTo>
                  <a:pt x="676275" y="14288"/>
                </a:lnTo>
                <a:lnTo>
                  <a:pt x="681038" y="19050"/>
                </a:lnTo>
                <a:lnTo>
                  <a:pt x="690563" y="19050"/>
                </a:lnTo>
                <a:lnTo>
                  <a:pt x="700088" y="19050"/>
                </a:lnTo>
                <a:lnTo>
                  <a:pt x="704850" y="23813"/>
                </a:lnTo>
                <a:lnTo>
                  <a:pt x="709613" y="28575"/>
                </a:lnTo>
                <a:lnTo>
                  <a:pt x="714375" y="33338"/>
                </a:lnTo>
                <a:lnTo>
                  <a:pt x="719138" y="38100"/>
                </a:lnTo>
                <a:lnTo>
                  <a:pt x="728663" y="38100"/>
                </a:lnTo>
                <a:lnTo>
                  <a:pt x="733425" y="42863"/>
                </a:lnTo>
                <a:lnTo>
                  <a:pt x="738188" y="47625"/>
                </a:lnTo>
                <a:lnTo>
                  <a:pt x="742950" y="52388"/>
                </a:lnTo>
                <a:lnTo>
                  <a:pt x="747713" y="57150"/>
                </a:lnTo>
                <a:lnTo>
                  <a:pt x="757238" y="57150"/>
                </a:lnTo>
                <a:lnTo>
                  <a:pt x="762000" y="61913"/>
                </a:lnTo>
                <a:lnTo>
                  <a:pt x="766763" y="66675"/>
                </a:lnTo>
                <a:lnTo>
                  <a:pt x="771525" y="71438"/>
                </a:lnTo>
                <a:lnTo>
                  <a:pt x="776288" y="76200"/>
                </a:lnTo>
                <a:lnTo>
                  <a:pt x="781050" y="80963"/>
                </a:lnTo>
                <a:lnTo>
                  <a:pt x="785813" y="85725"/>
                </a:lnTo>
                <a:lnTo>
                  <a:pt x="790575" y="90488"/>
                </a:lnTo>
                <a:lnTo>
                  <a:pt x="795338" y="95250"/>
                </a:lnTo>
                <a:lnTo>
                  <a:pt x="800100" y="100013"/>
                </a:lnTo>
                <a:lnTo>
                  <a:pt x="804863" y="104775"/>
                </a:lnTo>
                <a:lnTo>
                  <a:pt x="809625" y="109538"/>
                </a:lnTo>
                <a:lnTo>
                  <a:pt x="814388" y="114300"/>
                </a:lnTo>
                <a:lnTo>
                  <a:pt x="819150" y="119063"/>
                </a:lnTo>
                <a:lnTo>
                  <a:pt x="823913" y="123825"/>
                </a:lnTo>
                <a:lnTo>
                  <a:pt x="828675" y="128588"/>
                </a:lnTo>
                <a:lnTo>
                  <a:pt x="833438" y="133350"/>
                </a:lnTo>
                <a:lnTo>
                  <a:pt x="838200" y="138113"/>
                </a:lnTo>
                <a:lnTo>
                  <a:pt x="838200" y="147638"/>
                </a:lnTo>
                <a:lnTo>
                  <a:pt x="842963" y="152400"/>
                </a:lnTo>
                <a:lnTo>
                  <a:pt x="847725" y="157163"/>
                </a:lnTo>
                <a:lnTo>
                  <a:pt x="852488" y="161925"/>
                </a:lnTo>
                <a:lnTo>
                  <a:pt x="857250" y="166688"/>
                </a:lnTo>
                <a:lnTo>
                  <a:pt x="857250" y="176213"/>
                </a:lnTo>
                <a:lnTo>
                  <a:pt x="862013" y="180975"/>
                </a:lnTo>
                <a:lnTo>
                  <a:pt x="871538" y="180975"/>
                </a:lnTo>
                <a:lnTo>
                  <a:pt x="876300" y="185738"/>
                </a:lnTo>
                <a:lnTo>
                  <a:pt x="876300" y="195263"/>
                </a:lnTo>
                <a:lnTo>
                  <a:pt x="881063" y="200025"/>
                </a:lnTo>
                <a:lnTo>
                  <a:pt x="885825" y="204788"/>
                </a:lnTo>
                <a:lnTo>
                  <a:pt x="885825" y="214313"/>
                </a:lnTo>
                <a:lnTo>
                  <a:pt x="890588" y="219075"/>
                </a:lnTo>
                <a:lnTo>
                  <a:pt x="895350" y="223838"/>
                </a:lnTo>
                <a:lnTo>
                  <a:pt x="895350" y="233363"/>
                </a:lnTo>
                <a:lnTo>
                  <a:pt x="900113" y="238125"/>
                </a:lnTo>
                <a:lnTo>
                  <a:pt x="904875" y="242888"/>
                </a:lnTo>
                <a:lnTo>
                  <a:pt x="904875" y="252413"/>
                </a:lnTo>
                <a:lnTo>
                  <a:pt x="909638" y="257175"/>
                </a:lnTo>
                <a:lnTo>
                  <a:pt x="914400" y="261938"/>
                </a:lnTo>
                <a:lnTo>
                  <a:pt x="914400" y="271463"/>
                </a:lnTo>
                <a:lnTo>
                  <a:pt x="919163" y="276225"/>
                </a:lnTo>
                <a:lnTo>
                  <a:pt x="923925" y="280988"/>
                </a:lnTo>
                <a:lnTo>
                  <a:pt x="923925" y="290513"/>
                </a:lnTo>
                <a:lnTo>
                  <a:pt x="923925" y="300038"/>
                </a:lnTo>
                <a:lnTo>
                  <a:pt x="923925" y="309563"/>
                </a:lnTo>
                <a:lnTo>
                  <a:pt x="928688" y="314325"/>
                </a:lnTo>
                <a:lnTo>
                  <a:pt x="933450" y="319088"/>
                </a:lnTo>
                <a:lnTo>
                  <a:pt x="933450" y="328613"/>
                </a:lnTo>
                <a:lnTo>
                  <a:pt x="933450" y="338138"/>
                </a:lnTo>
                <a:lnTo>
                  <a:pt x="933450" y="347663"/>
                </a:lnTo>
                <a:lnTo>
                  <a:pt x="938213" y="352425"/>
                </a:lnTo>
                <a:lnTo>
                  <a:pt x="942975" y="357188"/>
                </a:lnTo>
                <a:lnTo>
                  <a:pt x="938213" y="361950"/>
                </a:lnTo>
                <a:lnTo>
                  <a:pt x="933450" y="366713"/>
                </a:lnTo>
                <a:lnTo>
                  <a:pt x="938213" y="371475"/>
                </a:lnTo>
                <a:lnTo>
                  <a:pt x="942975" y="376238"/>
                </a:lnTo>
                <a:lnTo>
                  <a:pt x="942975" y="385763"/>
                </a:lnTo>
                <a:lnTo>
                  <a:pt x="942975" y="395288"/>
                </a:lnTo>
                <a:lnTo>
                  <a:pt x="942975" y="404813"/>
                </a:lnTo>
                <a:lnTo>
                  <a:pt x="942975" y="414338"/>
                </a:lnTo>
                <a:lnTo>
                  <a:pt x="947738" y="419100"/>
                </a:lnTo>
                <a:lnTo>
                  <a:pt x="957263" y="419100"/>
                </a:lnTo>
                <a:lnTo>
                  <a:pt x="966788" y="419100"/>
                </a:lnTo>
                <a:lnTo>
                  <a:pt x="976313" y="419100"/>
                </a:lnTo>
                <a:lnTo>
                  <a:pt x="985838" y="419100"/>
                </a:lnTo>
                <a:lnTo>
                  <a:pt x="995363" y="419100"/>
                </a:lnTo>
                <a:lnTo>
                  <a:pt x="1000125" y="414338"/>
                </a:lnTo>
                <a:lnTo>
                  <a:pt x="1000125" y="404813"/>
                </a:lnTo>
                <a:lnTo>
                  <a:pt x="1000125" y="395288"/>
                </a:lnTo>
                <a:lnTo>
                  <a:pt x="1000125" y="385763"/>
                </a:lnTo>
                <a:lnTo>
                  <a:pt x="1000125" y="376238"/>
                </a:lnTo>
                <a:lnTo>
                  <a:pt x="1000125" y="366713"/>
                </a:lnTo>
                <a:lnTo>
                  <a:pt x="1000125" y="357188"/>
                </a:lnTo>
                <a:lnTo>
                  <a:pt x="1000125" y="347663"/>
                </a:lnTo>
                <a:lnTo>
                  <a:pt x="1000125" y="338138"/>
                </a:lnTo>
                <a:lnTo>
                  <a:pt x="1000125" y="328613"/>
                </a:lnTo>
                <a:lnTo>
                  <a:pt x="1000125" y="319088"/>
                </a:lnTo>
                <a:lnTo>
                  <a:pt x="1000125" y="309563"/>
                </a:lnTo>
                <a:lnTo>
                  <a:pt x="1000125" y="300038"/>
                </a:lnTo>
                <a:lnTo>
                  <a:pt x="1000125" y="290513"/>
                </a:lnTo>
                <a:lnTo>
                  <a:pt x="1000125" y="280988"/>
                </a:lnTo>
                <a:lnTo>
                  <a:pt x="1000125" y="271463"/>
                </a:lnTo>
                <a:lnTo>
                  <a:pt x="1000125" y="261938"/>
                </a:lnTo>
                <a:lnTo>
                  <a:pt x="1000125" y="252413"/>
                </a:lnTo>
                <a:lnTo>
                  <a:pt x="1000125" y="242888"/>
                </a:lnTo>
                <a:lnTo>
                  <a:pt x="1000125" y="233363"/>
                </a:lnTo>
                <a:lnTo>
                  <a:pt x="1000125" y="223838"/>
                </a:lnTo>
                <a:lnTo>
                  <a:pt x="1000125" y="214313"/>
                </a:lnTo>
                <a:lnTo>
                  <a:pt x="1000125" y="204788"/>
                </a:lnTo>
                <a:lnTo>
                  <a:pt x="1000125" y="195263"/>
                </a:lnTo>
                <a:lnTo>
                  <a:pt x="1000125" y="185738"/>
                </a:lnTo>
                <a:lnTo>
                  <a:pt x="1000125" y="176213"/>
                </a:lnTo>
                <a:lnTo>
                  <a:pt x="1000125" y="166688"/>
                </a:lnTo>
                <a:lnTo>
                  <a:pt x="1000125" y="157163"/>
                </a:lnTo>
                <a:lnTo>
                  <a:pt x="1000125" y="147638"/>
                </a:lnTo>
                <a:lnTo>
                  <a:pt x="1000125" y="138113"/>
                </a:lnTo>
                <a:lnTo>
                  <a:pt x="1000125" y="128588"/>
                </a:lnTo>
                <a:lnTo>
                  <a:pt x="1000125" y="119063"/>
                </a:lnTo>
                <a:lnTo>
                  <a:pt x="1000125" y="109538"/>
                </a:lnTo>
                <a:lnTo>
                  <a:pt x="1000125" y="100013"/>
                </a:lnTo>
                <a:lnTo>
                  <a:pt x="1000125" y="90488"/>
                </a:lnTo>
                <a:lnTo>
                  <a:pt x="1000125" y="80963"/>
                </a:lnTo>
                <a:lnTo>
                  <a:pt x="1000125" y="71438"/>
                </a:lnTo>
                <a:lnTo>
                  <a:pt x="1000125" y="61913"/>
                </a:lnTo>
                <a:lnTo>
                  <a:pt x="1000125" y="52388"/>
                </a:lnTo>
                <a:lnTo>
                  <a:pt x="1000125" y="42863"/>
                </a:lnTo>
                <a:lnTo>
                  <a:pt x="1000125" y="33338"/>
                </a:lnTo>
                <a:lnTo>
                  <a:pt x="1000125" y="23813"/>
                </a:lnTo>
                <a:lnTo>
                  <a:pt x="1000125" y="14288"/>
                </a:lnTo>
                <a:lnTo>
                  <a:pt x="1000125" y="4763"/>
                </a:lnTo>
                <a:lnTo>
                  <a:pt x="1004888" y="0"/>
                </a:lnTo>
                <a:lnTo>
                  <a:pt x="1009650" y="4763"/>
                </a:lnTo>
                <a:lnTo>
                  <a:pt x="1009650" y="14288"/>
                </a:lnTo>
                <a:lnTo>
                  <a:pt x="1009650" y="23813"/>
                </a:lnTo>
                <a:lnTo>
                  <a:pt x="1009650" y="33338"/>
                </a:lnTo>
                <a:lnTo>
                  <a:pt x="1009650" y="42863"/>
                </a:lnTo>
                <a:lnTo>
                  <a:pt x="1009650" y="52388"/>
                </a:lnTo>
                <a:lnTo>
                  <a:pt x="1009650" y="61913"/>
                </a:lnTo>
                <a:lnTo>
                  <a:pt x="1009650" y="71438"/>
                </a:lnTo>
                <a:lnTo>
                  <a:pt x="1009650" y="80963"/>
                </a:lnTo>
                <a:lnTo>
                  <a:pt x="1009650" y="90488"/>
                </a:lnTo>
                <a:lnTo>
                  <a:pt x="1009650" y="100013"/>
                </a:lnTo>
                <a:lnTo>
                  <a:pt x="1009650" y="109538"/>
                </a:lnTo>
                <a:lnTo>
                  <a:pt x="1009650" y="119063"/>
                </a:lnTo>
                <a:lnTo>
                  <a:pt x="1009650" y="128588"/>
                </a:lnTo>
                <a:lnTo>
                  <a:pt x="1009650" y="138113"/>
                </a:lnTo>
                <a:lnTo>
                  <a:pt x="1009650" y="147638"/>
                </a:lnTo>
                <a:lnTo>
                  <a:pt x="1009650" y="157163"/>
                </a:lnTo>
                <a:lnTo>
                  <a:pt x="1009650" y="166688"/>
                </a:lnTo>
                <a:lnTo>
                  <a:pt x="1009650" y="176213"/>
                </a:lnTo>
                <a:lnTo>
                  <a:pt x="1009650" y="185738"/>
                </a:lnTo>
                <a:lnTo>
                  <a:pt x="1009650" y="195263"/>
                </a:lnTo>
                <a:lnTo>
                  <a:pt x="1009650" y="204788"/>
                </a:lnTo>
                <a:lnTo>
                  <a:pt x="1009650" y="214313"/>
                </a:lnTo>
                <a:lnTo>
                  <a:pt x="1009650" y="223838"/>
                </a:lnTo>
                <a:lnTo>
                  <a:pt x="1009650" y="233363"/>
                </a:lnTo>
                <a:lnTo>
                  <a:pt x="1009650" y="242888"/>
                </a:lnTo>
                <a:lnTo>
                  <a:pt x="1009650" y="252413"/>
                </a:lnTo>
                <a:lnTo>
                  <a:pt x="1009650" y="261938"/>
                </a:lnTo>
                <a:lnTo>
                  <a:pt x="1009650" y="271463"/>
                </a:lnTo>
                <a:lnTo>
                  <a:pt x="1009650" y="280988"/>
                </a:lnTo>
                <a:lnTo>
                  <a:pt x="1009650" y="290513"/>
                </a:lnTo>
                <a:lnTo>
                  <a:pt x="1009650" y="300038"/>
                </a:lnTo>
                <a:lnTo>
                  <a:pt x="1009650" y="309563"/>
                </a:lnTo>
                <a:lnTo>
                  <a:pt x="1009650" y="319088"/>
                </a:lnTo>
                <a:lnTo>
                  <a:pt x="1009650" y="328613"/>
                </a:lnTo>
                <a:lnTo>
                  <a:pt x="1009650" y="338138"/>
                </a:lnTo>
                <a:lnTo>
                  <a:pt x="1009650" y="347663"/>
                </a:lnTo>
                <a:lnTo>
                  <a:pt x="1009650" y="357188"/>
                </a:lnTo>
                <a:lnTo>
                  <a:pt x="1009650" y="366713"/>
                </a:lnTo>
                <a:lnTo>
                  <a:pt x="1009650" y="376238"/>
                </a:lnTo>
                <a:lnTo>
                  <a:pt x="1009650" y="385763"/>
                </a:lnTo>
                <a:lnTo>
                  <a:pt x="1009650" y="395288"/>
                </a:lnTo>
                <a:lnTo>
                  <a:pt x="1009650" y="404813"/>
                </a:lnTo>
                <a:lnTo>
                  <a:pt x="1009650" y="414338"/>
                </a:lnTo>
                <a:lnTo>
                  <a:pt x="1009650" y="423863"/>
                </a:lnTo>
                <a:lnTo>
                  <a:pt x="1004888" y="428625"/>
                </a:lnTo>
                <a:lnTo>
                  <a:pt x="995363" y="428625"/>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3863" y="428625"/>
                </a:lnTo>
                <a:lnTo>
                  <a:pt x="414338" y="428625"/>
                </a:lnTo>
                <a:lnTo>
                  <a:pt x="404813" y="428625"/>
                </a:lnTo>
                <a:lnTo>
                  <a:pt x="395288" y="428625"/>
                </a:lnTo>
                <a:lnTo>
                  <a:pt x="385763" y="428625"/>
                </a:lnTo>
                <a:lnTo>
                  <a:pt x="376238" y="428625"/>
                </a:lnTo>
                <a:lnTo>
                  <a:pt x="366713" y="428625"/>
                </a:lnTo>
                <a:lnTo>
                  <a:pt x="361950" y="433388"/>
                </a:lnTo>
                <a:lnTo>
                  <a:pt x="361950" y="442913"/>
                </a:lnTo>
                <a:lnTo>
                  <a:pt x="361950" y="452438"/>
                </a:lnTo>
                <a:lnTo>
                  <a:pt x="361950" y="461963"/>
                </a:lnTo>
                <a:lnTo>
                  <a:pt x="361950" y="471488"/>
                </a:lnTo>
                <a:lnTo>
                  <a:pt x="361950" y="481013"/>
                </a:lnTo>
                <a:lnTo>
                  <a:pt x="361950" y="490538"/>
                </a:lnTo>
                <a:lnTo>
                  <a:pt x="361950" y="500063"/>
                </a:lnTo>
                <a:lnTo>
                  <a:pt x="361950" y="509588"/>
                </a:lnTo>
                <a:lnTo>
                  <a:pt x="361950" y="519113"/>
                </a:lnTo>
                <a:lnTo>
                  <a:pt x="361950" y="528638"/>
                </a:lnTo>
                <a:lnTo>
                  <a:pt x="361950" y="538163"/>
                </a:lnTo>
                <a:lnTo>
                  <a:pt x="361950" y="547688"/>
                </a:lnTo>
                <a:lnTo>
                  <a:pt x="361950" y="557213"/>
                </a:lnTo>
                <a:lnTo>
                  <a:pt x="361950" y="566738"/>
                </a:lnTo>
                <a:lnTo>
                  <a:pt x="361950" y="576263"/>
                </a:lnTo>
                <a:lnTo>
                  <a:pt x="361950" y="585788"/>
                </a:lnTo>
                <a:lnTo>
                  <a:pt x="361950" y="595313"/>
                </a:lnTo>
                <a:lnTo>
                  <a:pt x="361950" y="604838"/>
                </a:lnTo>
                <a:lnTo>
                  <a:pt x="361950" y="614363"/>
                </a:lnTo>
                <a:lnTo>
                  <a:pt x="361950" y="623888"/>
                </a:lnTo>
                <a:lnTo>
                  <a:pt x="361950" y="633413"/>
                </a:lnTo>
                <a:lnTo>
                  <a:pt x="361950" y="642938"/>
                </a:lnTo>
                <a:lnTo>
                  <a:pt x="361950" y="652463"/>
                </a:lnTo>
                <a:lnTo>
                  <a:pt x="361950" y="661988"/>
                </a:lnTo>
                <a:lnTo>
                  <a:pt x="361950" y="671513"/>
                </a:lnTo>
                <a:lnTo>
                  <a:pt x="361950" y="681038"/>
                </a:lnTo>
                <a:lnTo>
                  <a:pt x="361950" y="690563"/>
                </a:lnTo>
                <a:lnTo>
                  <a:pt x="361950" y="700088"/>
                </a:lnTo>
                <a:lnTo>
                  <a:pt x="361950" y="709613"/>
                </a:lnTo>
                <a:lnTo>
                  <a:pt x="361950" y="719138"/>
                </a:lnTo>
                <a:lnTo>
                  <a:pt x="361950" y="728663"/>
                </a:lnTo>
                <a:lnTo>
                  <a:pt x="361950" y="738188"/>
                </a:lnTo>
                <a:lnTo>
                  <a:pt x="361950" y="747713"/>
                </a:lnTo>
                <a:lnTo>
                  <a:pt x="361950" y="757238"/>
                </a:lnTo>
                <a:lnTo>
                  <a:pt x="361950" y="766763"/>
                </a:lnTo>
                <a:lnTo>
                  <a:pt x="361950" y="776288"/>
                </a:lnTo>
                <a:lnTo>
                  <a:pt x="366713" y="781050"/>
                </a:lnTo>
                <a:lnTo>
                  <a:pt x="371475" y="785813"/>
                </a:lnTo>
                <a:lnTo>
                  <a:pt x="371475" y="795338"/>
                </a:lnTo>
                <a:lnTo>
                  <a:pt x="371475" y="804863"/>
                </a:lnTo>
                <a:lnTo>
                  <a:pt x="371475" y="814388"/>
                </a:lnTo>
                <a:lnTo>
                  <a:pt x="371475" y="823913"/>
                </a:lnTo>
                <a:lnTo>
                  <a:pt x="371475" y="833438"/>
                </a:lnTo>
                <a:lnTo>
                  <a:pt x="371475" y="842963"/>
                </a:lnTo>
                <a:lnTo>
                  <a:pt x="371475" y="852488"/>
                </a:lnTo>
                <a:lnTo>
                  <a:pt x="371475" y="862013"/>
                </a:lnTo>
                <a:lnTo>
                  <a:pt x="366713" y="866775"/>
                </a:lnTo>
                <a:lnTo>
                  <a:pt x="357188" y="866775"/>
                </a:lnTo>
                <a:lnTo>
                  <a:pt x="347663" y="866775"/>
                </a:lnTo>
                <a:lnTo>
                  <a:pt x="338138" y="866775"/>
                </a:lnTo>
                <a:lnTo>
                  <a:pt x="328613" y="866775"/>
                </a:lnTo>
                <a:lnTo>
                  <a:pt x="319088" y="866775"/>
                </a:lnTo>
                <a:lnTo>
                  <a:pt x="309563" y="866775"/>
                </a:lnTo>
                <a:lnTo>
                  <a:pt x="300038" y="866775"/>
                </a:lnTo>
                <a:lnTo>
                  <a:pt x="290513" y="866775"/>
                </a:lnTo>
                <a:lnTo>
                  <a:pt x="280988" y="866775"/>
                </a:lnTo>
                <a:lnTo>
                  <a:pt x="271463" y="866775"/>
                </a:lnTo>
                <a:lnTo>
                  <a:pt x="266700" y="862013"/>
                </a:lnTo>
                <a:lnTo>
                  <a:pt x="261938" y="857250"/>
                </a:lnTo>
                <a:lnTo>
                  <a:pt x="252413" y="857250"/>
                </a:lnTo>
                <a:lnTo>
                  <a:pt x="247650" y="852488"/>
                </a:lnTo>
                <a:lnTo>
                  <a:pt x="242888" y="847725"/>
                </a:lnTo>
                <a:lnTo>
                  <a:pt x="238125" y="842963"/>
                </a:lnTo>
                <a:lnTo>
                  <a:pt x="233363" y="838200"/>
                </a:lnTo>
                <a:lnTo>
                  <a:pt x="223838" y="838200"/>
                </a:lnTo>
                <a:lnTo>
                  <a:pt x="214313" y="838200"/>
                </a:lnTo>
                <a:lnTo>
                  <a:pt x="209550" y="833438"/>
                </a:lnTo>
                <a:lnTo>
                  <a:pt x="204788" y="828675"/>
                </a:lnTo>
                <a:lnTo>
                  <a:pt x="200025" y="823913"/>
                </a:lnTo>
                <a:lnTo>
                  <a:pt x="195263" y="819150"/>
                </a:lnTo>
                <a:lnTo>
                  <a:pt x="190500" y="814388"/>
                </a:lnTo>
                <a:lnTo>
                  <a:pt x="185738" y="809625"/>
                </a:lnTo>
                <a:lnTo>
                  <a:pt x="180975" y="804863"/>
                </a:lnTo>
                <a:lnTo>
                  <a:pt x="176213" y="800100"/>
                </a:lnTo>
                <a:lnTo>
                  <a:pt x="171450" y="795338"/>
                </a:lnTo>
                <a:lnTo>
                  <a:pt x="166688" y="790575"/>
                </a:lnTo>
                <a:lnTo>
                  <a:pt x="157163" y="790575"/>
                </a:lnTo>
                <a:lnTo>
                  <a:pt x="152400" y="785813"/>
                </a:lnTo>
                <a:lnTo>
                  <a:pt x="147638" y="781050"/>
                </a:lnTo>
                <a:lnTo>
                  <a:pt x="142875" y="776288"/>
                </a:lnTo>
                <a:lnTo>
                  <a:pt x="138113" y="771525"/>
                </a:lnTo>
                <a:lnTo>
                  <a:pt x="128588" y="771525"/>
                </a:lnTo>
                <a:lnTo>
                  <a:pt x="123825" y="766763"/>
                </a:lnTo>
                <a:lnTo>
                  <a:pt x="119063" y="762000"/>
                </a:lnTo>
                <a:lnTo>
                  <a:pt x="114300" y="757238"/>
                </a:lnTo>
                <a:lnTo>
                  <a:pt x="114300" y="747713"/>
                </a:lnTo>
                <a:lnTo>
                  <a:pt x="109538" y="742950"/>
                </a:lnTo>
                <a:lnTo>
                  <a:pt x="104775" y="738188"/>
                </a:lnTo>
                <a:lnTo>
                  <a:pt x="100013" y="733425"/>
                </a:lnTo>
                <a:lnTo>
                  <a:pt x="95250" y="728663"/>
                </a:lnTo>
                <a:lnTo>
                  <a:pt x="90488" y="723900"/>
                </a:lnTo>
                <a:lnTo>
                  <a:pt x="85725" y="719138"/>
                </a:lnTo>
                <a:lnTo>
                  <a:pt x="85725" y="709613"/>
                </a:lnTo>
                <a:lnTo>
                  <a:pt x="80963" y="704850"/>
                </a:lnTo>
                <a:lnTo>
                  <a:pt x="76200" y="700088"/>
                </a:lnTo>
                <a:lnTo>
                  <a:pt x="71438" y="695325"/>
                </a:lnTo>
                <a:lnTo>
                  <a:pt x="66675" y="690563"/>
                </a:lnTo>
                <a:lnTo>
                  <a:pt x="66675" y="681038"/>
                </a:lnTo>
                <a:lnTo>
                  <a:pt x="61913" y="676275"/>
                </a:lnTo>
                <a:lnTo>
                  <a:pt x="57150" y="671513"/>
                </a:lnTo>
                <a:lnTo>
                  <a:pt x="57150" y="661988"/>
                </a:lnTo>
                <a:lnTo>
                  <a:pt x="52388" y="657225"/>
                </a:lnTo>
                <a:lnTo>
                  <a:pt x="47625" y="652463"/>
                </a:lnTo>
                <a:lnTo>
                  <a:pt x="47625" y="642938"/>
                </a:lnTo>
                <a:lnTo>
                  <a:pt x="42863" y="638175"/>
                </a:lnTo>
                <a:lnTo>
                  <a:pt x="38100" y="633413"/>
                </a:lnTo>
                <a:lnTo>
                  <a:pt x="38100" y="623888"/>
                </a:lnTo>
                <a:lnTo>
                  <a:pt x="33338" y="619125"/>
                </a:lnTo>
                <a:lnTo>
                  <a:pt x="28575" y="614363"/>
                </a:lnTo>
                <a:lnTo>
                  <a:pt x="28575" y="604838"/>
                </a:lnTo>
                <a:lnTo>
                  <a:pt x="23813" y="600075"/>
                </a:lnTo>
                <a:lnTo>
                  <a:pt x="19050" y="595313"/>
                </a:lnTo>
                <a:lnTo>
                  <a:pt x="19050" y="585788"/>
                </a:lnTo>
                <a:lnTo>
                  <a:pt x="19050" y="576263"/>
                </a:lnTo>
                <a:lnTo>
                  <a:pt x="19050" y="566738"/>
                </a:lnTo>
                <a:lnTo>
                  <a:pt x="14288" y="561975"/>
                </a:lnTo>
                <a:lnTo>
                  <a:pt x="9525" y="557213"/>
                </a:lnTo>
                <a:lnTo>
                  <a:pt x="9525" y="547688"/>
                </a:lnTo>
                <a:lnTo>
                  <a:pt x="9525" y="538163"/>
                </a:lnTo>
                <a:lnTo>
                  <a:pt x="4763" y="533400"/>
                </a:lnTo>
                <a:lnTo>
                  <a:pt x="0" y="528638"/>
                </a:lnTo>
                <a:lnTo>
                  <a:pt x="4763" y="523875"/>
                </a:lnTo>
                <a:lnTo>
                  <a:pt x="9525" y="519113"/>
                </a:lnTo>
                <a:lnTo>
                  <a:pt x="4763" y="514350"/>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4763" y="371475"/>
                </a:lnTo>
                <a:lnTo>
                  <a:pt x="9525" y="366713"/>
                </a:lnTo>
                <a:lnTo>
                  <a:pt x="4763" y="361950"/>
                </a:lnTo>
                <a:lnTo>
                  <a:pt x="0" y="357188"/>
                </a:lnTo>
                <a:lnTo>
                  <a:pt x="4763" y="352425"/>
                </a:lnTo>
                <a:lnTo>
                  <a:pt x="9525" y="347663"/>
                </a:lnTo>
                <a:lnTo>
                  <a:pt x="9525" y="338138"/>
                </a:lnTo>
                <a:lnTo>
                  <a:pt x="9525" y="328613"/>
                </a:lnTo>
                <a:lnTo>
                  <a:pt x="9525" y="319088"/>
                </a:lnTo>
                <a:lnTo>
                  <a:pt x="9525" y="309563"/>
                </a:lnTo>
                <a:lnTo>
                  <a:pt x="14288" y="304800"/>
                </a:lnTo>
                <a:lnTo>
                  <a:pt x="19050" y="300038"/>
                </a:lnTo>
                <a:lnTo>
                  <a:pt x="19050" y="290513"/>
                </a:lnTo>
                <a:lnTo>
                  <a:pt x="19050" y="280988"/>
                </a:lnTo>
                <a:lnTo>
                  <a:pt x="23813" y="276225"/>
                </a:lnTo>
                <a:lnTo>
                  <a:pt x="28575" y="271463"/>
                </a:lnTo>
                <a:lnTo>
                  <a:pt x="28575" y="261938"/>
                </a:lnTo>
                <a:lnTo>
                  <a:pt x="33338" y="257175"/>
                </a:lnTo>
                <a:lnTo>
                  <a:pt x="38100" y="252413"/>
                </a:lnTo>
                <a:lnTo>
                  <a:pt x="38100" y="242888"/>
                </a:lnTo>
                <a:lnTo>
                  <a:pt x="42863" y="238125"/>
                </a:lnTo>
                <a:lnTo>
                  <a:pt x="47625" y="233363"/>
                </a:lnTo>
                <a:lnTo>
                  <a:pt x="47625" y="223838"/>
                </a:lnTo>
                <a:lnTo>
                  <a:pt x="52388" y="219075"/>
                </a:lnTo>
                <a:lnTo>
                  <a:pt x="57150" y="214313"/>
                </a:lnTo>
                <a:lnTo>
                  <a:pt x="57150" y="204788"/>
                </a:lnTo>
                <a:lnTo>
                  <a:pt x="61913" y="200025"/>
                </a:lnTo>
                <a:lnTo>
                  <a:pt x="66675" y="195263"/>
                </a:lnTo>
                <a:lnTo>
                  <a:pt x="66675" y="185738"/>
                </a:lnTo>
                <a:lnTo>
                  <a:pt x="71438" y="180975"/>
                </a:lnTo>
                <a:lnTo>
                  <a:pt x="76200" y="176213"/>
                </a:lnTo>
                <a:lnTo>
                  <a:pt x="80963" y="171450"/>
                </a:lnTo>
                <a:lnTo>
                  <a:pt x="85725" y="166688"/>
                </a:lnTo>
                <a:lnTo>
                  <a:pt x="90488" y="161925"/>
                </a:lnTo>
                <a:lnTo>
                  <a:pt x="95250" y="157163"/>
                </a:lnTo>
                <a:lnTo>
                  <a:pt x="95250" y="147638"/>
                </a:lnTo>
                <a:lnTo>
                  <a:pt x="100013" y="142875"/>
                </a:lnTo>
                <a:lnTo>
                  <a:pt x="104775" y="138113"/>
                </a:lnTo>
                <a:lnTo>
                  <a:pt x="109538" y="133350"/>
                </a:lnTo>
                <a:lnTo>
                  <a:pt x="114300" y="128588"/>
                </a:lnTo>
                <a:lnTo>
                  <a:pt x="119063" y="123825"/>
                </a:lnTo>
                <a:lnTo>
                  <a:pt x="123825" y="119063"/>
                </a:lnTo>
                <a:lnTo>
                  <a:pt x="128588" y="114300"/>
                </a:lnTo>
                <a:lnTo>
                  <a:pt x="138113" y="114300"/>
                </a:lnTo>
                <a:lnTo>
                  <a:pt x="147638" y="114300"/>
                </a:lnTo>
                <a:lnTo>
                  <a:pt x="152400" y="119063"/>
                </a:lnTo>
                <a:lnTo>
                  <a:pt x="157163" y="123825"/>
                </a:lnTo>
                <a:lnTo>
                  <a:pt x="161925" y="128588"/>
                </a:lnTo>
                <a:lnTo>
                  <a:pt x="166688" y="133350"/>
                </a:lnTo>
                <a:lnTo>
                  <a:pt x="176213" y="133350"/>
                </a:lnTo>
                <a:lnTo>
                  <a:pt x="180975" y="138113"/>
                </a:lnTo>
                <a:lnTo>
                  <a:pt x="185738" y="142875"/>
                </a:lnTo>
                <a:lnTo>
                  <a:pt x="190500" y="147638"/>
                </a:lnTo>
                <a:lnTo>
                  <a:pt x="190500" y="157163"/>
                </a:lnTo>
                <a:lnTo>
                  <a:pt x="185738" y="161925"/>
                </a:lnTo>
                <a:lnTo>
                  <a:pt x="180975" y="166688"/>
                </a:lnTo>
                <a:lnTo>
                  <a:pt x="185738" y="171450"/>
                </a:lnTo>
                <a:lnTo>
                  <a:pt x="195263" y="171450"/>
                </a:lnTo>
                <a:lnTo>
                  <a:pt x="200025" y="176213"/>
                </a:lnTo>
                <a:lnTo>
                  <a:pt x="204788" y="180975"/>
                </a:lnTo>
                <a:lnTo>
                  <a:pt x="209550" y="185738"/>
                </a:lnTo>
                <a:lnTo>
                  <a:pt x="204788" y="190500"/>
                </a:lnTo>
                <a:lnTo>
                  <a:pt x="195263" y="190500"/>
                </a:lnTo>
                <a:lnTo>
                  <a:pt x="185738" y="190500"/>
                </a:lnTo>
                <a:lnTo>
                  <a:pt x="180975" y="195263"/>
                </a:lnTo>
                <a:lnTo>
                  <a:pt x="176213" y="200025"/>
                </a:lnTo>
                <a:lnTo>
                  <a:pt x="166688" y="200025"/>
                </a:lnTo>
                <a:lnTo>
                  <a:pt x="161925" y="204788"/>
                </a:lnTo>
                <a:lnTo>
                  <a:pt x="157163" y="209550"/>
                </a:lnTo>
                <a:lnTo>
                  <a:pt x="152400" y="214313"/>
                </a:lnTo>
                <a:lnTo>
                  <a:pt x="152400" y="223838"/>
                </a:lnTo>
                <a:lnTo>
                  <a:pt x="152400" y="233363"/>
                </a:lnTo>
                <a:lnTo>
                  <a:pt x="152400" y="242888"/>
                </a:lnTo>
                <a:lnTo>
                  <a:pt x="157163" y="247650"/>
                </a:lnTo>
                <a:lnTo>
                  <a:pt x="166688" y="247650"/>
                </a:lnTo>
                <a:lnTo>
                  <a:pt x="171450" y="252413"/>
                </a:lnTo>
                <a:lnTo>
                  <a:pt x="176213" y="257175"/>
                </a:lnTo>
                <a:lnTo>
                  <a:pt x="180975" y="261938"/>
                </a:lnTo>
                <a:lnTo>
                  <a:pt x="185738" y="266700"/>
                </a:lnTo>
                <a:lnTo>
                  <a:pt x="195263" y="266700"/>
                </a:lnTo>
                <a:lnTo>
                  <a:pt x="204788" y="266700"/>
                </a:lnTo>
                <a:lnTo>
                  <a:pt x="209550" y="271463"/>
                </a:lnTo>
                <a:lnTo>
                  <a:pt x="214313" y="276225"/>
                </a:lnTo>
                <a:lnTo>
                  <a:pt x="223838" y="276225"/>
                </a:lnTo>
                <a:lnTo>
                  <a:pt x="233363" y="276225"/>
                </a:lnTo>
                <a:lnTo>
                  <a:pt x="242888" y="276225"/>
                </a:lnTo>
                <a:lnTo>
                  <a:pt x="252413" y="276225"/>
                </a:lnTo>
                <a:lnTo>
                  <a:pt x="257175" y="280988"/>
                </a:lnTo>
                <a:lnTo>
                  <a:pt x="261938" y="285750"/>
                </a:lnTo>
                <a:lnTo>
                  <a:pt x="271463" y="285750"/>
                </a:lnTo>
                <a:lnTo>
                  <a:pt x="280988" y="285750"/>
                </a:lnTo>
                <a:lnTo>
                  <a:pt x="290513" y="285750"/>
                </a:lnTo>
                <a:lnTo>
                  <a:pt x="300038" y="285750"/>
                </a:lnTo>
                <a:lnTo>
                  <a:pt x="309563" y="285750"/>
                </a:lnTo>
                <a:lnTo>
                  <a:pt x="319088" y="285750"/>
                </a:lnTo>
                <a:lnTo>
                  <a:pt x="328613" y="285750"/>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500063" y="285750"/>
                </a:lnTo>
                <a:lnTo>
                  <a:pt x="509588" y="285750"/>
                </a:lnTo>
                <a:lnTo>
                  <a:pt x="514350" y="280988"/>
                </a:lnTo>
                <a:lnTo>
                  <a:pt x="519113" y="276225"/>
                </a:lnTo>
                <a:lnTo>
                  <a:pt x="528638" y="276225"/>
                </a:lnTo>
                <a:lnTo>
                  <a:pt x="538163" y="276225"/>
                </a:lnTo>
                <a:lnTo>
                  <a:pt x="547688" y="276225"/>
                </a:lnTo>
                <a:lnTo>
                  <a:pt x="557213" y="276225"/>
                </a:lnTo>
                <a:lnTo>
                  <a:pt x="561975" y="271463"/>
                </a:lnTo>
                <a:lnTo>
                  <a:pt x="566738" y="266700"/>
                </a:lnTo>
                <a:lnTo>
                  <a:pt x="576263" y="266700"/>
                </a:lnTo>
                <a:lnTo>
                  <a:pt x="585788" y="266700"/>
                </a:lnTo>
                <a:lnTo>
                  <a:pt x="590550" y="261938"/>
                </a:lnTo>
                <a:lnTo>
                  <a:pt x="595313" y="257175"/>
                </a:lnTo>
                <a:lnTo>
                  <a:pt x="604838" y="257175"/>
                </a:lnTo>
                <a:lnTo>
                  <a:pt x="609600" y="252413"/>
                </a:lnTo>
                <a:lnTo>
                  <a:pt x="614363" y="247650"/>
                </a:lnTo>
                <a:lnTo>
                  <a:pt x="619125" y="242888"/>
                </a:lnTo>
                <a:lnTo>
                  <a:pt x="623888" y="238125"/>
                </a:lnTo>
                <a:lnTo>
                  <a:pt x="628650" y="233363"/>
                </a:lnTo>
                <a:lnTo>
                  <a:pt x="628650" y="223838"/>
                </a:lnTo>
                <a:lnTo>
                  <a:pt x="623888" y="219075"/>
                </a:lnTo>
                <a:lnTo>
                  <a:pt x="619125" y="214313"/>
                </a:lnTo>
                <a:lnTo>
                  <a:pt x="614363" y="209550"/>
                </a:lnTo>
                <a:lnTo>
                  <a:pt x="609600" y="204788"/>
                </a:lnTo>
                <a:lnTo>
                  <a:pt x="604838" y="200025"/>
                </a:lnTo>
                <a:lnTo>
                  <a:pt x="600075" y="195263"/>
                </a:lnTo>
                <a:lnTo>
                  <a:pt x="595313" y="190500"/>
                </a:lnTo>
                <a:lnTo>
                  <a:pt x="585788" y="190500"/>
                </a:lnTo>
                <a:lnTo>
                  <a:pt x="576263" y="190500"/>
                </a:lnTo>
                <a:lnTo>
                  <a:pt x="571500" y="185738"/>
                </a:lnTo>
                <a:lnTo>
                  <a:pt x="566738" y="180975"/>
                </a:lnTo>
                <a:lnTo>
                  <a:pt x="557213" y="180975"/>
                </a:lnTo>
                <a:lnTo>
                  <a:pt x="547688" y="180975"/>
                </a:lnTo>
                <a:lnTo>
                  <a:pt x="538163" y="180975"/>
                </a:lnTo>
                <a:lnTo>
                  <a:pt x="528638" y="180975"/>
                </a:lnTo>
                <a:lnTo>
                  <a:pt x="523875" y="176213"/>
                </a:lnTo>
                <a:lnTo>
                  <a:pt x="519113" y="171450"/>
                </a:lnTo>
                <a:lnTo>
                  <a:pt x="509588" y="171450"/>
                </a:lnTo>
                <a:lnTo>
                  <a:pt x="500063" y="171450"/>
                </a:lnTo>
                <a:lnTo>
                  <a:pt x="490538" y="171450"/>
                </a:lnTo>
                <a:lnTo>
                  <a:pt x="481013" y="171450"/>
                </a:lnTo>
                <a:lnTo>
                  <a:pt x="471488" y="171450"/>
                </a:lnTo>
                <a:lnTo>
                  <a:pt x="461963" y="171450"/>
                </a:lnTo>
                <a:lnTo>
                  <a:pt x="452438" y="171450"/>
                </a:lnTo>
                <a:lnTo>
                  <a:pt x="442913" y="171450"/>
                </a:lnTo>
                <a:lnTo>
                  <a:pt x="438150" y="166688"/>
                </a:lnTo>
                <a:lnTo>
                  <a:pt x="433388" y="161925"/>
                </a:lnTo>
                <a:lnTo>
                  <a:pt x="423863" y="161925"/>
                </a:lnTo>
                <a:lnTo>
                  <a:pt x="414338" y="161925"/>
                </a:lnTo>
                <a:lnTo>
                  <a:pt x="404813" y="161925"/>
                </a:lnTo>
                <a:lnTo>
                  <a:pt x="395288" y="161925"/>
                </a:lnTo>
                <a:lnTo>
                  <a:pt x="385763" y="161925"/>
                </a:lnTo>
                <a:lnTo>
                  <a:pt x="376238" y="161925"/>
                </a:lnTo>
                <a:lnTo>
                  <a:pt x="366713" y="161925"/>
                </a:lnTo>
                <a:lnTo>
                  <a:pt x="357188" y="161925"/>
                </a:lnTo>
                <a:lnTo>
                  <a:pt x="347663" y="161925"/>
                </a:lnTo>
                <a:lnTo>
                  <a:pt x="338138" y="161925"/>
                </a:lnTo>
                <a:lnTo>
                  <a:pt x="333375" y="166688"/>
                </a:lnTo>
                <a:lnTo>
                  <a:pt x="328613" y="171450"/>
                </a:lnTo>
                <a:lnTo>
                  <a:pt x="319088" y="171450"/>
                </a:lnTo>
                <a:lnTo>
                  <a:pt x="309563" y="171450"/>
                </a:lnTo>
                <a:lnTo>
                  <a:pt x="300038" y="171450"/>
                </a:lnTo>
                <a:lnTo>
                  <a:pt x="290513" y="171450"/>
                </a:lnTo>
                <a:lnTo>
                  <a:pt x="280988" y="171450"/>
                </a:lnTo>
                <a:lnTo>
                  <a:pt x="271463" y="171450"/>
                </a:lnTo>
                <a:lnTo>
                  <a:pt x="261938" y="171450"/>
                </a:lnTo>
                <a:lnTo>
                  <a:pt x="252413" y="171450"/>
                </a:lnTo>
                <a:lnTo>
                  <a:pt x="247650" y="166688"/>
                </a:lnTo>
                <a:lnTo>
                  <a:pt x="247650" y="157163"/>
                </a:lnTo>
                <a:lnTo>
                  <a:pt x="242888" y="152400"/>
                </a:lnTo>
                <a:lnTo>
                  <a:pt x="238125" y="147638"/>
                </a:lnTo>
                <a:lnTo>
                  <a:pt x="238125" y="138113"/>
                </a:lnTo>
                <a:lnTo>
                  <a:pt x="233363" y="133350"/>
                </a:lnTo>
                <a:lnTo>
                  <a:pt x="228600" y="128588"/>
                </a:lnTo>
                <a:lnTo>
                  <a:pt x="223838" y="123825"/>
                </a:lnTo>
                <a:lnTo>
                  <a:pt x="214313" y="123825"/>
                </a:lnTo>
                <a:lnTo>
                  <a:pt x="209550" y="128588"/>
                </a:lnTo>
                <a:lnTo>
                  <a:pt x="204788" y="133350"/>
                </a:lnTo>
                <a:lnTo>
                  <a:pt x="200025" y="128588"/>
                </a:lnTo>
                <a:lnTo>
                  <a:pt x="195263" y="123825"/>
                </a:lnTo>
                <a:lnTo>
                  <a:pt x="190500" y="119063"/>
                </a:lnTo>
                <a:lnTo>
                  <a:pt x="185738" y="114300"/>
                </a:lnTo>
                <a:lnTo>
                  <a:pt x="176213" y="114300"/>
                </a:lnTo>
                <a:lnTo>
                  <a:pt x="171450" y="109538"/>
                </a:lnTo>
                <a:lnTo>
                  <a:pt x="166688" y="104775"/>
                </a:lnTo>
                <a:lnTo>
                  <a:pt x="161925" y="100013"/>
                </a:lnTo>
                <a:lnTo>
                  <a:pt x="157163" y="95250"/>
                </a:lnTo>
                <a:lnTo>
                  <a:pt x="152400" y="90488"/>
                </a:lnTo>
                <a:lnTo>
                  <a:pt x="157163" y="85725"/>
                </a:lnTo>
                <a:lnTo>
                  <a:pt x="161925" y="80963"/>
                </a:lnTo>
                <a:lnTo>
                  <a:pt x="166688" y="76200"/>
                </a:lnTo>
                <a:lnTo>
                  <a:pt x="171450" y="71438"/>
                </a:lnTo>
                <a:lnTo>
                  <a:pt x="176213" y="66675"/>
                </a:lnTo>
                <a:lnTo>
                  <a:pt x="180975" y="61913"/>
                </a:lnTo>
                <a:lnTo>
                  <a:pt x="185738" y="57150"/>
                </a:lnTo>
                <a:lnTo>
                  <a:pt x="195263" y="57150"/>
                </a:lnTo>
                <a:lnTo>
                  <a:pt x="200025" y="52388"/>
                </a:lnTo>
                <a:lnTo>
                  <a:pt x="204788" y="47625"/>
                </a:lnTo>
                <a:lnTo>
                  <a:pt x="209550" y="42863"/>
                </a:lnTo>
                <a:lnTo>
                  <a:pt x="214313" y="38100"/>
                </a:lnTo>
                <a:lnTo>
                  <a:pt x="223838" y="38100"/>
                </a:lnTo>
                <a:lnTo>
                  <a:pt x="228600" y="33338"/>
                </a:lnTo>
                <a:lnTo>
                  <a:pt x="233363" y="28575"/>
                </a:lnTo>
                <a:lnTo>
                  <a:pt x="238125" y="23813"/>
                </a:lnTo>
                <a:lnTo>
                  <a:pt x="242888" y="19050"/>
                </a:lnTo>
                <a:lnTo>
                  <a:pt x="252413" y="19050"/>
                </a:lnTo>
                <a:lnTo>
                  <a:pt x="261938" y="19050"/>
                </a:lnTo>
                <a:lnTo>
                  <a:pt x="266700" y="14288"/>
                </a:lnTo>
                <a:lnTo>
                  <a:pt x="271463" y="9525"/>
                </a:lnTo>
                <a:lnTo>
                  <a:pt x="276225" y="4763"/>
                </a:lnTo>
                <a:close/>
              </a:path>
            </a:pathLst>
          </a:custGeom>
          <a:solidFill xmlns:a="http://schemas.openxmlformats.org/drawingml/2006/main">
            <a:srgbClr val="F3BE86"/>
          </a:solidFill>
          <a:ln xmlns:a="http://schemas.openxmlformats.org/drawingml/2006/main" w="0">
            <a:noFill/>
            <a:prstDash val="solid"/>
          </a:ln>
        </p:spPr>
      </p:sp>
      <p:sp>
        <p:nvSpPr>
          <p:cNvPr id="707" name="layout-orange-94-1">
            <a:extLst xmlns:a="http://schemas.openxmlformats.org/drawingml/2006/main">
              <a:ext uri="{FF2B5EF4-FFF2-40B4-BE49-F238E27FC236}">
                <a16:creationId xmlns:a16="http://schemas.microsoft.com/office/drawing/2014/main" id="{C88F5A12-BB62-4C11-A12B-89CB4976E705}"/>
              </a:ext>
            </a:extLst>
          </p:cNvPr>
          <p:cNvSpPr>
            <a:spLocks xmlns:a="http://schemas.openxmlformats.org/drawingml/2006/main" noGrp="1"/>
          </p:cNvSpPr>
          <p:nvPr/>
        </p:nvSpPr>
        <p:spPr>
          <a:xfrm xmlns:a="http://schemas.openxmlformats.org/drawingml/2006/main" rot="0">
            <a:off x="1943100" y="3381375"/>
            <a:ext cx="9525" cy="771525"/>
          </a:xfrm>
          <a:custGeom xmlns:a="http://schemas.openxmlformats.org/drawingml/2006/main">
            <a:pathLst>
              <a:path w="9525" h="7715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9525" y="433388"/>
                </a:lnTo>
                <a:lnTo>
                  <a:pt x="9525" y="442913"/>
                </a:lnTo>
                <a:lnTo>
                  <a:pt x="9525" y="452438"/>
                </a:lnTo>
                <a:lnTo>
                  <a:pt x="9525" y="461963"/>
                </a:lnTo>
                <a:lnTo>
                  <a:pt x="9525" y="471488"/>
                </a:lnTo>
                <a:lnTo>
                  <a:pt x="9525" y="481013"/>
                </a:lnTo>
                <a:lnTo>
                  <a:pt x="9525" y="490538"/>
                </a:lnTo>
                <a:lnTo>
                  <a:pt x="9525" y="500063"/>
                </a:lnTo>
                <a:lnTo>
                  <a:pt x="9525" y="509588"/>
                </a:lnTo>
                <a:lnTo>
                  <a:pt x="9525" y="519113"/>
                </a:lnTo>
                <a:lnTo>
                  <a:pt x="9525" y="528638"/>
                </a:lnTo>
                <a:lnTo>
                  <a:pt x="9525" y="538163"/>
                </a:lnTo>
                <a:lnTo>
                  <a:pt x="9525" y="547688"/>
                </a:lnTo>
                <a:lnTo>
                  <a:pt x="9525" y="557213"/>
                </a:lnTo>
                <a:lnTo>
                  <a:pt x="9525" y="566738"/>
                </a:lnTo>
                <a:lnTo>
                  <a:pt x="9525" y="576263"/>
                </a:lnTo>
                <a:lnTo>
                  <a:pt x="9525" y="585788"/>
                </a:lnTo>
                <a:lnTo>
                  <a:pt x="9525" y="595313"/>
                </a:lnTo>
                <a:lnTo>
                  <a:pt x="9525" y="604838"/>
                </a:lnTo>
                <a:lnTo>
                  <a:pt x="9525" y="614363"/>
                </a:lnTo>
                <a:lnTo>
                  <a:pt x="9525" y="623888"/>
                </a:lnTo>
                <a:lnTo>
                  <a:pt x="9525" y="633413"/>
                </a:lnTo>
                <a:lnTo>
                  <a:pt x="9525" y="642938"/>
                </a:lnTo>
                <a:lnTo>
                  <a:pt x="9525" y="652463"/>
                </a:lnTo>
                <a:lnTo>
                  <a:pt x="9525" y="661988"/>
                </a:lnTo>
                <a:lnTo>
                  <a:pt x="9525" y="671513"/>
                </a:lnTo>
                <a:lnTo>
                  <a:pt x="9525" y="681038"/>
                </a:lnTo>
                <a:lnTo>
                  <a:pt x="9525" y="690563"/>
                </a:lnTo>
                <a:lnTo>
                  <a:pt x="9525" y="700088"/>
                </a:lnTo>
                <a:lnTo>
                  <a:pt x="9525" y="709613"/>
                </a:lnTo>
                <a:lnTo>
                  <a:pt x="9525" y="719138"/>
                </a:lnTo>
                <a:lnTo>
                  <a:pt x="9525" y="728663"/>
                </a:lnTo>
                <a:lnTo>
                  <a:pt x="9525" y="738188"/>
                </a:lnTo>
                <a:lnTo>
                  <a:pt x="9525" y="747713"/>
                </a:lnTo>
                <a:lnTo>
                  <a:pt x="9525" y="757238"/>
                </a:lnTo>
                <a:lnTo>
                  <a:pt x="9525" y="766763"/>
                </a:lnTo>
                <a:lnTo>
                  <a:pt x="4763" y="771525"/>
                </a:lnTo>
                <a:lnTo>
                  <a:pt x="0" y="766763"/>
                </a:lnTo>
                <a:lnTo>
                  <a:pt x="0" y="757238"/>
                </a:lnTo>
                <a:lnTo>
                  <a:pt x="0" y="747713"/>
                </a:lnTo>
                <a:lnTo>
                  <a:pt x="0" y="738188"/>
                </a:lnTo>
                <a:lnTo>
                  <a:pt x="0" y="728663"/>
                </a:lnTo>
                <a:lnTo>
                  <a:pt x="0" y="719138"/>
                </a:lnTo>
                <a:lnTo>
                  <a:pt x="0" y="709613"/>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3BE86"/>
          </a:solidFill>
          <a:ln xmlns:a="http://schemas.openxmlformats.org/drawingml/2006/main" w="0">
            <a:noFill/>
            <a:prstDash val="solid"/>
          </a:ln>
        </p:spPr>
      </p:sp>
      <p:sp>
        <p:nvSpPr>
          <p:cNvPr id="708" name="layout-orange-94-2">
            <a:extLst xmlns:a="http://schemas.openxmlformats.org/drawingml/2006/main">
              <a:ext uri="{FF2B5EF4-FFF2-40B4-BE49-F238E27FC236}">
                <a16:creationId xmlns:a16="http://schemas.microsoft.com/office/drawing/2014/main" id="{A3987CAA-7ABC-4D99-91D2-EC7177B5A21B}"/>
              </a:ext>
            </a:extLst>
          </p:cNvPr>
          <p:cNvSpPr>
            <a:spLocks xmlns:a="http://schemas.openxmlformats.org/drawingml/2006/main" noGrp="1"/>
          </p:cNvSpPr>
          <p:nvPr/>
        </p:nvSpPr>
        <p:spPr>
          <a:xfrm xmlns:a="http://schemas.openxmlformats.org/drawingml/2006/main" rot="0">
            <a:off x="2181225" y="3552825"/>
            <a:ext cx="438150" cy="95250"/>
          </a:xfrm>
          <a:custGeom xmlns:a="http://schemas.openxmlformats.org/drawingml/2006/main">
            <a:pathLst>
              <a:path w="438150" h="95250">
                <a:moveTo>
                  <a:pt x="133350" y="4763"/>
                </a:moveTo>
                <a:lnTo>
                  <a:pt x="138113" y="0"/>
                </a:lnTo>
                <a:lnTo>
                  <a:pt x="147638" y="0"/>
                </a:lnTo>
                <a:lnTo>
                  <a:pt x="157163" y="0"/>
                </a:lnTo>
                <a:lnTo>
                  <a:pt x="166688" y="0"/>
                </a:lnTo>
                <a:lnTo>
                  <a:pt x="176213" y="0"/>
                </a:lnTo>
                <a:lnTo>
                  <a:pt x="185738" y="0"/>
                </a:lnTo>
                <a:lnTo>
                  <a:pt x="195263" y="0"/>
                </a:lnTo>
                <a:lnTo>
                  <a:pt x="200025" y="4763"/>
                </a:lnTo>
                <a:lnTo>
                  <a:pt x="195263" y="9525"/>
                </a:lnTo>
                <a:lnTo>
                  <a:pt x="190500" y="14288"/>
                </a:lnTo>
                <a:lnTo>
                  <a:pt x="185738" y="19050"/>
                </a:lnTo>
                <a:lnTo>
                  <a:pt x="180975" y="23813"/>
                </a:lnTo>
                <a:lnTo>
                  <a:pt x="180975" y="33338"/>
                </a:lnTo>
                <a:lnTo>
                  <a:pt x="180975" y="42863"/>
                </a:lnTo>
                <a:lnTo>
                  <a:pt x="180975" y="52388"/>
                </a:lnTo>
                <a:lnTo>
                  <a:pt x="185738" y="57150"/>
                </a:lnTo>
                <a:lnTo>
                  <a:pt x="190500" y="61913"/>
                </a:lnTo>
                <a:lnTo>
                  <a:pt x="195263" y="66675"/>
                </a:lnTo>
                <a:lnTo>
                  <a:pt x="200025" y="71438"/>
                </a:lnTo>
                <a:lnTo>
                  <a:pt x="204788" y="76200"/>
                </a:lnTo>
                <a:lnTo>
                  <a:pt x="214313" y="76200"/>
                </a:lnTo>
                <a:lnTo>
                  <a:pt x="223838" y="76200"/>
                </a:lnTo>
                <a:lnTo>
                  <a:pt x="233363" y="76200"/>
                </a:lnTo>
                <a:lnTo>
                  <a:pt x="242888" y="76200"/>
                </a:lnTo>
                <a:lnTo>
                  <a:pt x="247650" y="71438"/>
                </a:lnTo>
                <a:lnTo>
                  <a:pt x="252413" y="66675"/>
                </a:lnTo>
                <a:lnTo>
                  <a:pt x="257175" y="61913"/>
                </a:lnTo>
                <a:lnTo>
                  <a:pt x="261938" y="57150"/>
                </a:lnTo>
                <a:lnTo>
                  <a:pt x="266700" y="52388"/>
                </a:lnTo>
                <a:lnTo>
                  <a:pt x="266700" y="42863"/>
                </a:lnTo>
                <a:lnTo>
                  <a:pt x="266700" y="33338"/>
                </a:lnTo>
                <a:lnTo>
                  <a:pt x="266700" y="23813"/>
                </a:lnTo>
                <a:lnTo>
                  <a:pt x="261938" y="19050"/>
                </a:lnTo>
                <a:lnTo>
                  <a:pt x="257175" y="14288"/>
                </a:lnTo>
                <a:lnTo>
                  <a:pt x="252413" y="9525"/>
                </a:lnTo>
                <a:lnTo>
                  <a:pt x="247650" y="4763"/>
                </a:lnTo>
                <a:lnTo>
                  <a:pt x="252413" y="0"/>
                </a:lnTo>
                <a:lnTo>
                  <a:pt x="261938" y="0"/>
                </a:lnTo>
                <a:lnTo>
                  <a:pt x="271463" y="0"/>
                </a:lnTo>
                <a:lnTo>
                  <a:pt x="280988" y="0"/>
                </a:lnTo>
                <a:lnTo>
                  <a:pt x="290513" y="0"/>
                </a:lnTo>
                <a:lnTo>
                  <a:pt x="300038" y="0"/>
                </a:lnTo>
                <a:lnTo>
                  <a:pt x="304800" y="4763"/>
                </a:lnTo>
                <a:lnTo>
                  <a:pt x="309563" y="9525"/>
                </a:lnTo>
                <a:lnTo>
                  <a:pt x="319088" y="9525"/>
                </a:lnTo>
                <a:lnTo>
                  <a:pt x="328613" y="9525"/>
                </a:lnTo>
                <a:lnTo>
                  <a:pt x="338138" y="9525"/>
                </a:lnTo>
                <a:lnTo>
                  <a:pt x="347663" y="9525"/>
                </a:lnTo>
                <a:lnTo>
                  <a:pt x="357188" y="9525"/>
                </a:lnTo>
                <a:lnTo>
                  <a:pt x="366713" y="9525"/>
                </a:lnTo>
                <a:lnTo>
                  <a:pt x="371475" y="14288"/>
                </a:lnTo>
                <a:lnTo>
                  <a:pt x="376238" y="19050"/>
                </a:lnTo>
                <a:lnTo>
                  <a:pt x="385763" y="19050"/>
                </a:lnTo>
                <a:lnTo>
                  <a:pt x="395288" y="19050"/>
                </a:lnTo>
                <a:lnTo>
                  <a:pt x="404813" y="19050"/>
                </a:lnTo>
                <a:lnTo>
                  <a:pt x="409575" y="23813"/>
                </a:lnTo>
                <a:lnTo>
                  <a:pt x="414338" y="28575"/>
                </a:lnTo>
                <a:lnTo>
                  <a:pt x="423863" y="28575"/>
                </a:lnTo>
                <a:lnTo>
                  <a:pt x="428625" y="33338"/>
                </a:lnTo>
                <a:lnTo>
                  <a:pt x="433388" y="38100"/>
                </a:lnTo>
                <a:lnTo>
                  <a:pt x="438150" y="42863"/>
                </a:lnTo>
                <a:lnTo>
                  <a:pt x="438150" y="52388"/>
                </a:lnTo>
                <a:lnTo>
                  <a:pt x="433388" y="57150"/>
                </a:lnTo>
                <a:lnTo>
                  <a:pt x="428625" y="61913"/>
                </a:lnTo>
                <a:lnTo>
                  <a:pt x="423863" y="66675"/>
                </a:lnTo>
                <a:lnTo>
                  <a:pt x="414338" y="66675"/>
                </a:lnTo>
                <a:lnTo>
                  <a:pt x="404813" y="66675"/>
                </a:lnTo>
                <a:lnTo>
                  <a:pt x="400050" y="71438"/>
                </a:lnTo>
                <a:lnTo>
                  <a:pt x="395288" y="76200"/>
                </a:lnTo>
                <a:lnTo>
                  <a:pt x="385763" y="76200"/>
                </a:lnTo>
                <a:lnTo>
                  <a:pt x="376238" y="76200"/>
                </a:lnTo>
                <a:lnTo>
                  <a:pt x="366713" y="76200"/>
                </a:lnTo>
                <a:lnTo>
                  <a:pt x="361950" y="80963"/>
                </a:lnTo>
                <a:lnTo>
                  <a:pt x="357188" y="85725"/>
                </a:lnTo>
                <a:lnTo>
                  <a:pt x="347663" y="85725"/>
                </a:lnTo>
                <a:lnTo>
                  <a:pt x="338138" y="85725"/>
                </a:lnTo>
                <a:lnTo>
                  <a:pt x="328613" y="85725"/>
                </a:lnTo>
                <a:lnTo>
                  <a:pt x="319088" y="85725"/>
                </a:lnTo>
                <a:lnTo>
                  <a:pt x="309563" y="85725"/>
                </a:lnTo>
                <a:lnTo>
                  <a:pt x="300038" y="85725"/>
                </a:lnTo>
                <a:lnTo>
                  <a:pt x="290513" y="85725"/>
                </a:lnTo>
                <a:lnTo>
                  <a:pt x="285750" y="90488"/>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42875" y="90488"/>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4288" y="66675"/>
                </a:lnTo>
                <a:lnTo>
                  <a:pt x="9525" y="61913"/>
                </a:lnTo>
                <a:lnTo>
                  <a:pt x="4763" y="57150"/>
                </a:lnTo>
                <a:lnTo>
                  <a:pt x="0" y="52388"/>
                </a:lnTo>
                <a:lnTo>
                  <a:pt x="0" y="42863"/>
                </a:lnTo>
                <a:lnTo>
                  <a:pt x="4763" y="38100"/>
                </a:lnTo>
                <a:lnTo>
                  <a:pt x="9525" y="33338"/>
                </a:lnTo>
                <a:lnTo>
                  <a:pt x="14288" y="28575"/>
                </a:lnTo>
                <a:lnTo>
                  <a:pt x="23813" y="28575"/>
                </a:lnTo>
                <a:lnTo>
                  <a:pt x="28575" y="23813"/>
                </a:lnTo>
                <a:lnTo>
                  <a:pt x="33338" y="19050"/>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8588" y="9525"/>
                </a:lnTo>
                <a:lnTo>
                  <a:pt x="133350" y="4763"/>
                </a:lnTo>
                <a:close/>
              </a:path>
            </a:pathLst>
          </a:custGeom>
          <a:solidFill xmlns:a="http://schemas.openxmlformats.org/drawingml/2006/main">
            <a:srgbClr val="F3BE86"/>
          </a:solidFill>
          <a:ln xmlns:a="http://schemas.openxmlformats.org/drawingml/2006/main" w="0">
            <a:noFill/>
            <a:prstDash val="solid"/>
          </a:ln>
        </p:spPr>
      </p:sp>
      <p:sp>
        <p:nvSpPr>
          <p:cNvPr id="709" name="layout-orange-94-3">
            <a:extLst xmlns:a="http://schemas.openxmlformats.org/drawingml/2006/main">
              <a:ext uri="{FF2B5EF4-FFF2-40B4-BE49-F238E27FC236}">
                <a16:creationId xmlns:a16="http://schemas.microsoft.com/office/drawing/2014/main" id="{810BCC15-4D3F-45BF-85FD-6EF2FA028F9E}"/>
              </a:ext>
            </a:extLst>
          </p:cNvPr>
          <p:cNvSpPr>
            <a:spLocks xmlns:a="http://schemas.openxmlformats.org/drawingml/2006/main" noGrp="1"/>
          </p:cNvSpPr>
          <p:nvPr/>
        </p:nvSpPr>
        <p:spPr>
          <a:xfrm xmlns:a="http://schemas.openxmlformats.org/drawingml/2006/main" rot="0">
            <a:off x="1943100" y="4238625"/>
            <a:ext cx="314325" cy="9525"/>
          </a:xfrm>
          <a:custGeom xmlns:a="http://schemas.openxmlformats.org/drawingml/2006/main">
            <a:pathLst>
              <a:path w="31432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4325" y="4763"/>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F3BE86"/>
          </a:solidFill>
          <a:ln xmlns:a="http://schemas.openxmlformats.org/drawingml/2006/main" w="0">
            <a:noFill/>
            <a:prstDash val="solid"/>
          </a:ln>
        </p:spPr>
      </p:sp>
      <p:sp>
        <p:nvSpPr>
          <p:cNvPr id="710" name="layout-orange-95-0">
            <a:extLst xmlns:a="http://schemas.openxmlformats.org/drawingml/2006/main">
              <a:ext uri="{FF2B5EF4-FFF2-40B4-BE49-F238E27FC236}">
                <a16:creationId xmlns:a16="http://schemas.microsoft.com/office/drawing/2014/main" id="{1C638627-2528-4019-950B-0813FDFA9332}"/>
              </a:ext>
            </a:extLst>
          </p:cNvPr>
          <p:cNvSpPr>
            <a:spLocks xmlns:a="http://schemas.openxmlformats.org/drawingml/2006/main" noGrp="1"/>
          </p:cNvSpPr>
          <p:nvPr/>
        </p:nvSpPr>
        <p:spPr>
          <a:xfrm xmlns:a="http://schemas.openxmlformats.org/drawingml/2006/main" rot="0">
            <a:off x="2028825" y="3371850"/>
            <a:ext cx="990600" cy="866775"/>
          </a:xfrm>
          <a:custGeom xmlns:a="http://schemas.openxmlformats.org/drawingml/2006/main">
            <a:pathLst>
              <a:path w="990600" h="866775">
                <a:moveTo>
                  <a:pt x="314325" y="4763"/>
                </a:move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90538" y="0"/>
                </a:lnTo>
                <a:lnTo>
                  <a:pt x="500063" y="0"/>
                </a:lnTo>
                <a:lnTo>
                  <a:pt x="509588" y="0"/>
                </a:lnTo>
                <a:lnTo>
                  <a:pt x="519113" y="0"/>
                </a:lnTo>
                <a:lnTo>
                  <a:pt x="528638" y="0"/>
                </a:lnTo>
                <a:lnTo>
                  <a:pt x="538163" y="0"/>
                </a:lnTo>
                <a:lnTo>
                  <a:pt x="547688" y="0"/>
                </a:lnTo>
                <a:lnTo>
                  <a:pt x="557213" y="0"/>
                </a:lnTo>
                <a:lnTo>
                  <a:pt x="566738" y="0"/>
                </a:lnTo>
                <a:lnTo>
                  <a:pt x="576263" y="0"/>
                </a:lnTo>
                <a:lnTo>
                  <a:pt x="585788" y="0"/>
                </a:lnTo>
                <a:lnTo>
                  <a:pt x="590550" y="4763"/>
                </a:lnTo>
                <a:lnTo>
                  <a:pt x="595313" y="9525"/>
                </a:lnTo>
                <a:lnTo>
                  <a:pt x="604838" y="9525"/>
                </a:lnTo>
                <a:lnTo>
                  <a:pt x="609600" y="14288"/>
                </a:lnTo>
                <a:lnTo>
                  <a:pt x="614363" y="19050"/>
                </a:lnTo>
                <a:lnTo>
                  <a:pt x="623888" y="19050"/>
                </a:lnTo>
                <a:lnTo>
                  <a:pt x="633413" y="19050"/>
                </a:lnTo>
                <a:lnTo>
                  <a:pt x="638175" y="23813"/>
                </a:lnTo>
                <a:lnTo>
                  <a:pt x="642938" y="28575"/>
                </a:lnTo>
                <a:lnTo>
                  <a:pt x="652463" y="28575"/>
                </a:lnTo>
                <a:lnTo>
                  <a:pt x="657225" y="33338"/>
                </a:lnTo>
                <a:lnTo>
                  <a:pt x="661988" y="38100"/>
                </a:lnTo>
                <a:lnTo>
                  <a:pt x="671513" y="38100"/>
                </a:lnTo>
                <a:lnTo>
                  <a:pt x="676275" y="42863"/>
                </a:lnTo>
                <a:lnTo>
                  <a:pt x="681038" y="47625"/>
                </a:lnTo>
                <a:lnTo>
                  <a:pt x="690563" y="47625"/>
                </a:lnTo>
                <a:lnTo>
                  <a:pt x="695325" y="52388"/>
                </a:lnTo>
                <a:lnTo>
                  <a:pt x="700088" y="57150"/>
                </a:lnTo>
                <a:lnTo>
                  <a:pt x="704850" y="61913"/>
                </a:lnTo>
                <a:lnTo>
                  <a:pt x="709613" y="66675"/>
                </a:lnTo>
                <a:lnTo>
                  <a:pt x="719138" y="66675"/>
                </a:lnTo>
                <a:lnTo>
                  <a:pt x="723900" y="71438"/>
                </a:lnTo>
                <a:lnTo>
                  <a:pt x="728663" y="76200"/>
                </a:lnTo>
                <a:lnTo>
                  <a:pt x="733425" y="80963"/>
                </a:lnTo>
                <a:lnTo>
                  <a:pt x="738188" y="85725"/>
                </a:lnTo>
                <a:lnTo>
                  <a:pt x="742950" y="90488"/>
                </a:lnTo>
                <a:lnTo>
                  <a:pt x="747713" y="95250"/>
                </a:lnTo>
                <a:lnTo>
                  <a:pt x="752475" y="100013"/>
                </a:lnTo>
                <a:lnTo>
                  <a:pt x="757238" y="104775"/>
                </a:lnTo>
                <a:lnTo>
                  <a:pt x="762000" y="109538"/>
                </a:lnTo>
                <a:lnTo>
                  <a:pt x="766763" y="114300"/>
                </a:lnTo>
                <a:lnTo>
                  <a:pt x="771525" y="119063"/>
                </a:lnTo>
                <a:lnTo>
                  <a:pt x="776288" y="123825"/>
                </a:lnTo>
                <a:lnTo>
                  <a:pt x="785813" y="123825"/>
                </a:lnTo>
                <a:lnTo>
                  <a:pt x="790575" y="128588"/>
                </a:lnTo>
                <a:lnTo>
                  <a:pt x="790575" y="138113"/>
                </a:lnTo>
                <a:lnTo>
                  <a:pt x="795338" y="142875"/>
                </a:lnTo>
                <a:lnTo>
                  <a:pt x="800100" y="147638"/>
                </a:lnTo>
                <a:lnTo>
                  <a:pt x="804863" y="152400"/>
                </a:lnTo>
                <a:lnTo>
                  <a:pt x="809625" y="157163"/>
                </a:lnTo>
                <a:lnTo>
                  <a:pt x="814388" y="161925"/>
                </a:lnTo>
                <a:lnTo>
                  <a:pt x="819150" y="166688"/>
                </a:lnTo>
                <a:lnTo>
                  <a:pt x="819150" y="176213"/>
                </a:lnTo>
                <a:lnTo>
                  <a:pt x="823913" y="180975"/>
                </a:lnTo>
                <a:lnTo>
                  <a:pt x="828675" y="185738"/>
                </a:lnTo>
                <a:lnTo>
                  <a:pt x="833438" y="190500"/>
                </a:lnTo>
                <a:lnTo>
                  <a:pt x="838200" y="195263"/>
                </a:lnTo>
                <a:lnTo>
                  <a:pt x="842963" y="200025"/>
                </a:lnTo>
                <a:lnTo>
                  <a:pt x="847725" y="204788"/>
                </a:lnTo>
                <a:lnTo>
                  <a:pt x="847725" y="214313"/>
                </a:lnTo>
                <a:lnTo>
                  <a:pt x="847725" y="223838"/>
                </a:lnTo>
                <a:lnTo>
                  <a:pt x="852488" y="228600"/>
                </a:lnTo>
                <a:lnTo>
                  <a:pt x="857250" y="233363"/>
                </a:lnTo>
                <a:lnTo>
                  <a:pt x="857250" y="242888"/>
                </a:lnTo>
                <a:lnTo>
                  <a:pt x="862013" y="247650"/>
                </a:lnTo>
                <a:lnTo>
                  <a:pt x="866775" y="252413"/>
                </a:lnTo>
                <a:lnTo>
                  <a:pt x="866775" y="261938"/>
                </a:lnTo>
                <a:lnTo>
                  <a:pt x="871538" y="266700"/>
                </a:lnTo>
                <a:lnTo>
                  <a:pt x="876300" y="271463"/>
                </a:lnTo>
                <a:lnTo>
                  <a:pt x="876300" y="280988"/>
                </a:lnTo>
                <a:lnTo>
                  <a:pt x="881063" y="285750"/>
                </a:lnTo>
                <a:lnTo>
                  <a:pt x="885825" y="290513"/>
                </a:lnTo>
                <a:lnTo>
                  <a:pt x="885825" y="300038"/>
                </a:lnTo>
                <a:lnTo>
                  <a:pt x="885825" y="309563"/>
                </a:lnTo>
                <a:lnTo>
                  <a:pt x="885825" y="319088"/>
                </a:lnTo>
                <a:lnTo>
                  <a:pt x="885825" y="328613"/>
                </a:lnTo>
                <a:lnTo>
                  <a:pt x="890588" y="333375"/>
                </a:lnTo>
                <a:lnTo>
                  <a:pt x="895350" y="338138"/>
                </a:lnTo>
                <a:lnTo>
                  <a:pt x="895350" y="347663"/>
                </a:lnTo>
                <a:lnTo>
                  <a:pt x="900113" y="352425"/>
                </a:lnTo>
                <a:lnTo>
                  <a:pt x="904875" y="357188"/>
                </a:lnTo>
                <a:lnTo>
                  <a:pt x="900113" y="361950"/>
                </a:lnTo>
                <a:lnTo>
                  <a:pt x="895350" y="366713"/>
                </a:lnTo>
                <a:lnTo>
                  <a:pt x="900113" y="371475"/>
                </a:lnTo>
                <a:lnTo>
                  <a:pt x="904875" y="376238"/>
                </a:lnTo>
                <a:lnTo>
                  <a:pt x="904875" y="385763"/>
                </a:lnTo>
                <a:lnTo>
                  <a:pt x="904875" y="395288"/>
                </a:lnTo>
                <a:lnTo>
                  <a:pt x="904875" y="404813"/>
                </a:lnTo>
                <a:lnTo>
                  <a:pt x="904875" y="414338"/>
                </a:lnTo>
                <a:lnTo>
                  <a:pt x="909638" y="419100"/>
                </a:lnTo>
                <a:lnTo>
                  <a:pt x="919163" y="419100"/>
                </a:lnTo>
                <a:lnTo>
                  <a:pt x="928688" y="419100"/>
                </a:lnTo>
                <a:lnTo>
                  <a:pt x="938213" y="419100"/>
                </a:lnTo>
                <a:lnTo>
                  <a:pt x="947738" y="419100"/>
                </a:lnTo>
                <a:lnTo>
                  <a:pt x="957263" y="419100"/>
                </a:lnTo>
                <a:lnTo>
                  <a:pt x="966788" y="419100"/>
                </a:lnTo>
                <a:lnTo>
                  <a:pt x="976313" y="419100"/>
                </a:lnTo>
                <a:lnTo>
                  <a:pt x="981075" y="414338"/>
                </a:lnTo>
                <a:lnTo>
                  <a:pt x="981075" y="404813"/>
                </a:lnTo>
                <a:lnTo>
                  <a:pt x="981075" y="395288"/>
                </a:lnTo>
                <a:lnTo>
                  <a:pt x="981075" y="385763"/>
                </a:lnTo>
                <a:lnTo>
                  <a:pt x="981075" y="376238"/>
                </a:lnTo>
                <a:lnTo>
                  <a:pt x="981075" y="366713"/>
                </a:lnTo>
                <a:lnTo>
                  <a:pt x="981075" y="357188"/>
                </a:lnTo>
                <a:lnTo>
                  <a:pt x="981075" y="347663"/>
                </a:lnTo>
                <a:lnTo>
                  <a:pt x="981075" y="338138"/>
                </a:lnTo>
                <a:lnTo>
                  <a:pt x="981075" y="328613"/>
                </a:lnTo>
                <a:lnTo>
                  <a:pt x="981075" y="319088"/>
                </a:lnTo>
                <a:lnTo>
                  <a:pt x="981075" y="309563"/>
                </a:lnTo>
                <a:lnTo>
                  <a:pt x="981075" y="300038"/>
                </a:lnTo>
                <a:lnTo>
                  <a:pt x="981075" y="290513"/>
                </a:lnTo>
                <a:lnTo>
                  <a:pt x="981075" y="280988"/>
                </a:lnTo>
                <a:lnTo>
                  <a:pt x="981075" y="271463"/>
                </a:lnTo>
                <a:lnTo>
                  <a:pt x="981075" y="261938"/>
                </a:lnTo>
                <a:lnTo>
                  <a:pt x="981075" y="252413"/>
                </a:lnTo>
                <a:lnTo>
                  <a:pt x="981075" y="242888"/>
                </a:lnTo>
                <a:lnTo>
                  <a:pt x="981075" y="233363"/>
                </a:lnTo>
                <a:lnTo>
                  <a:pt x="981075" y="223838"/>
                </a:lnTo>
                <a:lnTo>
                  <a:pt x="981075" y="214313"/>
                </a:lnTo>
                <a:lnTo>
                  <a:pt x="981075" y="204788"/>
                </a:lnTo>
                <a:lnTo>
                  <a:pt x="981075" y="195263"/>
                </a:lnTo>
                <a:lnTo>
                  <a:pt x="981075" y="185738"/>
                </a:lnTo>
                <a:lnTo>
                  <a:pt x="981075" y="176213"/>
                </a:lnTo>
                <a:lnTo>
                  <a:pt x="981075" y="166688"/>
                </a:lnTo>
                <a:lnTo>
                  <a:pt x="981075" y="157163"/>
                </a:lnTo>
                <a:lnTo>
                  <a:pt x="981075" y="147638"/>
                </a:lnTo>
                <a:lnTo>
                  <a:pt x="981075" y="138113"/>
                </a:lnTo>
                <a:lnTo>
                  <a:pt x="981075" y="128588"/>
                </a:lnTo>
                <a:lnTo>
                  <a:pt x="981075" y="119063"/>
                </a:lnTo>
                <a:lnTo>
                  <a:pt x="981075" y="109538"/>
                </a:lnTo>
                <a:lnTo>
                  <a:pt x="981075" y="100013"/>
                </a:lnTo>
                <a:lnTo>
                  <a:pt x="981075" y="90488"/>
                </a:lnTo>
                <a:lnTo>
                  <a:pt x="981075" y="80963"/>
                </a:lnTo>
                <a:lnTo>
                  <a:pt x="981075" y="71438"/>
                </a:lnTo>
                <a:lnTo>
                  <a:pt x="981075" y="61913"/>
                </a:lnTo>
                <a:lnTo>
                  <a:pt x="981075" y="52388"/>
                </a:lnTo>
                <a:lnTo>
                  <a:pt x="981075" y="42863"/>
                </a:lnTo>
                <a:lnTo>
                  <a:pt x="981075" y="33338"/>
                </a:lnTo>
                <a:lnTo>
                  <a:pt x="981075" y="23813"/>
                </a:lnTo>
                <a:lnTo>
                  <a:pt x="981075" y="14288"/>
                </a:lnTo>
                <a:lnTo>
                  <a:pt x="981075" y="4763"/>
                </a:lnTo>
                <a:lnTo>
                  <a:pt x="985838" y="0"/>
                </a:lnTo>
                <a:lnTo>
                  <a:pt x="990600" y="4763"/>
                </a:lnTo>
                <a:lnTo>
                  <a:pt x="990600" y="14288"/>
                </a:lnTo>
                <a:lnTo>
                  <a:pt x="990600" y="23813"/>
                </a:lnTo>
                <a:lnTo>
                  <a:pt x="990600" y="33338"/>
                </a:lnTo>
                <a:lnTo>
                  <a:pt x="990600" y="42863"/>
                </a:lnTo>
                <a:lnTo>
                  <a:pt x="990600" y="52388"/>
                </a:lnTo>
                <a:lnTo>
                  <a:pt x="990600" y="61913"/>
                </a:lnTo>
                <a:lnTo>
                  <a:pt x="990600" y="71438"/>
                </a:lnTo>
                <a:lnTo>
                  <a:pt x="990600" y="80963"/>
                </a:lnTo>
                <a:lnTo>
                  <a:pt x="990600" y="90488"/>
                </a:lnTo>
                <a:lnTo>
                  <a:pt x="990600" y="100013"/>
                </a:lnTo>
                <a:lnTo>
                  <a:pt x="990600" y="109538"/>
                </a:lnTo>
                <a:lnTo>
                  <a:pt x="990600" y="119063"/>
                </a:lnTo>
                <a:lnTo>
                  <a:pt x="990600" y="128588"/>
                </a:lnTo>
                <a:lnTo>
                  <a:pt x="990600" y="138113"/>
                </a:lnTo>
                <a:lnTo>
                  <a:pt x="990600" y="147638"/>
                </a:lnTo>
                <a:lnTo>
                  <a:pt x="990600" y="157163"/>
                </a:lnTo>
                <a:lnTo>
                  <a:pt x="990600" y="166688"/>
                </a:lnTo>
                <a:lnTo>
                  <a:pt x="990600" y="176213"/>
                </a:lnTo>
                <a:lnTo>
                  <a:pt x="990600" y="185738"/>
                </a:lnTo>
                <a:lnTo>
                  <a:pt x="990600" y="195263"/>
                </a:lnTo>
                <a:lnTo>
                  <a:pt x="990600" y="204788"/>
                </a:lnTo>
                <a:lnTo>
                  <a:pt x="990600" y="214313"/>
                </a:lnTo>
                <a:lnTo>
                  <a:pt x="990600" y="223838"/>
                </a:lnTo>
                <a:lnTo>
                  <a:pt x="990600" y="233363"/>
                </a:lnTo>
                <a:lnTo>
                  <a:pt x="990600" y="242888"/>
                </a:lnTo>
                <a:lnTo>
                  <a:pt x="990600" y="252413"/>
                </a:lnTo>
                <a:lnTo>
                  <a:pt x="990600" y="261938"/>
                </a:lnTo>
                <a:lnTo>
                  <a:pt x="990600" y="271463"/>
                </a:lnTo>
                <a:lnTo>
                  <a:pt x="990600" y="280988"/>
                </a:lnTo>
                <a:lnTo>
                  <a:pt x="990600" y="290513"/>
                </a:lnTo>
                <a:lnTo>
                  <a:pt x="990600" y="300038"/>
                </a:lnTo>
                <a:lnTo>
                  <a:pt x="990600" y="309563"/>
                </a:lnTo>
                <a:lnTo>
                  <a:pt x="990600" y="319088"/>
                </a:lnTo>
                <a:lnTo>
                  <a:pt x="990600" y="328613"/>
                </a:lnTo>
                <a:lnTo>
                  <a:pt x="990600" y="338138"/>
                </a:lnTo>
                <a:lnTo>
                  <a:pt x="990600" y="347663"/>
                </a:lnTo>
                <a:lnTo>
                  <a:pt x="990600" y="357188"/>
                </a:lnTo>
                <a:lnTo>
                  <a:pt x="990600" y="366713"/>
                </a:lnTo>
                <a:lnTo>
                  <a:pt x="990600" y="376238"/>
                </a:lnTo>
                <a:lnTo>
                  <a:pt x="990600" y="385763"/>
                </a:lnTo>
                <a:lnTo>
                  <a:pt x="990600" y="395288"/>
                </a:lnTo>
                <a:lnTo>
                  <a:pt x="990600" y="404813"/>
                </a:lnTo>
                <a:lnTo>
                  <a:pt x="990600" y="414338"/>
                </a:lnTo>
                <a:lnTo>
                  <a:pt x="990600" y="423863"/>
                </a:lnTo>
                <a:lnTo>
                  <a:pt x="985838" y="428625"/>
                </a:lnTo>
                <a:lnTo>
                  <a:pt x="976313" y="428625"/>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3863" y="428625"/>
                </a:lnTo>
                <a:lnTo>
                  <a:pt x="414338" y="428625"/>
                </a:lnTo>
                <a:lnTo>
                  <a:pt x="404813" y="428625"/>
                </a:lnTo>
                <a:lnTo>
                  <a:pt x="395288" y="428625"/>
                </a:lnTo>
                <a:lnTo>
                  <a:pt x="385763" y="428625"/>
                </a:lnTo>
                <a:lnTo>
                  <a:pt x="376238" y="428625"/>
                </a:lnTo>
                <a:lnTo>
                  <a:pt x="366713" y="428625"/>
                </a:lnTo>
                <a:lnTo>
                  <a:pt x="357188" y="428625"/>
                </a:lnTo>
                <a:lnTo>
                  <a:pt x="347663" y="428625"/>
                </a:lnTo>
                <a:lnTo>
                  <a:pt x="342900" y="433388"/>
                </a:lnTo>
                <a:lnTo>
                  <a:pt x="342900" y="442913"/>
                </a:lnTo>
                <a:lnTo>
                  <a:pt x="342900" y="452438"/>
                </a:lnTo>
                <a:lnTo>
                  <a:pt x="342900" y="461963"/>
                </a:lnTo>
                <a:lnTo>
                  <a:pt x="342900" y="471488"/>
                </a:lnTo>
                <a:lnTo>
                  <a:pt x="342900" y="481013"/>
                </a:lnTo>
                <a:lnTo>
                  <a:pt x="342900" y="490538"/>
                </a:lnTo>
                <a:lnTo>
                  <a:pt x="342900" y="500063"/>
                </a:lnTo>
                <a:lnTo>
                  <a:pt x="342900" y="509588"/>
                </a:lnTo>
                <a:lnTo>
                  <a:pt x="342900" y="519113"/>
                </a:lnTo>
                <a:lnTo>
                  <a:pt x="342900" y="528638"/>
                </a:lnTo>
                <a:lnTo>
                  <a:pt x="342900" y="538163"/>
                </a:lnTo>
                <a:lnTo>
                  <a:pt x="342900" y="547688"/>
                </a:lnTo>
                <a:lnTo>
                  <a:pt x="342900" y="557213"/>
                </a:lnTo>
                <a:lnTo>
                  <a:pt x="342900" y="566738"/>
                </a:lnTo>
                <a:lnTo>
                  <a:pt x="342900" y="576263"/>
                </a:lnTo>
                <a:lnTo>
                  <a:pt x="342900" y="585788"/>
                </a:lnTo>
                <a:lnTo>
                  <a:pt x="342900" y="595313"/>
                </a:lnTo>
                <a:lnTo>
                  <a:pt x="342900" y="604838"/>
                </a:lnTo>
                <a:lnTo>
                  <a:pt x="342900" y="614363"/>
                </a:lnTo>
                <a:lnTo>
                  <a:pt x="342900" y="623888"/>
                </a:lnTo>
                <a:lnTo>
                  <a:pt x="342900" y="633413"/>
                </a:lnTo>
                <a:lnTo>
                  <a:pt x="342900" y="642938"/>
                </a:lnTo>
                <a:lnTo>
                  <a:pt x="342900" y="652463"/>
                </a:lnTo>
                <a:lnTo>
                  <a:pt x="342900" y="661988"/>
                </a:lnTo>
                <a:lnTo>
                  <a:pt x="342900" y="671513"/>
                </a:lnTo>
                <a:lnTo>
                  <a:pt x="342900" y="681038"/>
                </a:lnTo>
                <a:lnTo>
                  <a:pt x="342900" y="690563"/>
                </a:lnTo>
                <a:lnTo>
                  <a:pt x="342900" y="700088"/>
                </a:lnTo>
                <a:lnTo>
                  <a:pt x="342900" y="709613"/>
                </a:lnTo>
                <a:lnTo>
                  <a:pt x="342900" y="719138"/>
                </a:lnTo>
                <a:lnTo>
                  <a:pt x="342900" y="728663"/>
                </a:lnTo>
                <a:lnTo>
                  <a:pt x="342900" y="738188"/>
                </a:lnTo>
                <a:lnTo>
                  <a:pt x="342900" y="747713"/>
                </a:lnTo>
                <a:lnTo>
                  <a:pt x="342900" y="757238"/>
                </a:lnTo>
                <a:lnTo>
                  <a:pt x="342900" y="766763"/>
                </a:lnTo>
                <a:lnTo>
                  <a:pt x="342900" y="776288"/>
                </a:lnTo>
                <a:lnTo>
                  <a:pt x="347663" y="781050"/>
                </a:lnTo>
                <a:lnTo>
                  <a:pt x="352425" y="785813"/>
                </a:lnTo>
                <a:lnTo>
                  <a:pt x="352425" y="795338"/>
                </a:lnTo>
                <a:lnTo>
                  <a:pt x="352425" y="804863"/>
                </a:lnTo>
                <a:lnTo>
                  <a:pt x="352425" y="814388"/>
                </a:lnTo>
                <a:lnTo>
                  <a:pt x="352425" y="823913"/>
                </a:lnTo>
                <a:lnTo>
                  <a:pt x="352425" y="833438"/>
                </a:lnTo>
                <a:lnTo>
                  <a:pt x="352425" y="842963"/>
                </a:lnTo>
                <a:lnTo>
                  <a:pt x="352425" y="852488"/>
                </a:lnTo>
                <a:lnTo>
                  <a:pt x="352425" y="862013"/>
                </a:lnTo>
                <a:lnTo>
                  <a:pt x="347663" y="866775"/>
                </a:lnTo>
                <a:lnTo>
                  <a:pt x="338138" y="866775"/>
                </a:lnTo>
                <a:lnTo>
                  <a:pt x="328613" y="866775"/>
                </a:lnTo>
                <a:lnTo>
                  <a:pt x="319088" y="866775"/>
                </a:lnTo>
                <a:lnTo>
                  <a:pt x="309563" y="866775"/>
                </a:lnTo>
                <a:lnTo>
                  <a:pt x="300038" y="866775"/>
                </a:lnTo>
                <a:lnTo>
                  <a:pt x="290513" y="866775"/>
                </a:lnTo>
                <a:lnTo>
                  <a:pt x="285750" y="862013"/>
                </a:lnTo>
                <a:lnTo>
                  <a:pt x="280988" y="857250"/>
                </a:lnTo>
                <a:lnTo>
                  <a:pt x="271463" y="857250"/>
                </a:lnTo>
                <a:lnTo>
                  <a:pt x="266700" y="852488"/>
                </a:lnTo>
                <a:lnTo>
                  <a:pt x="261938" y="847725"/>
                </a:lnTo>
                <a:lnTo>
                  <a:pt x="252413" y="847725"/>
                </a:lnTo>
                <a:lnTo>
                  <a:pt x="247650" y="842963"/>
                </a:lnTo>
                <a:lnTo>
                  <a:pt x="242888" y="838200"/>
                </a:lnTo>
                <a:lnTo>
                  <a:pt x="233363" y="838200"/>
                </a:lnTo>
                <a:lnTo>
                  <a:pt x="228600" y="833438"/>
                </a:lnTo>
                <a:lnTo>
                  <a:pt x="223838" y="828675"/>
                </a:lnTo>
                <a:lnTo>
                  <a:pt x="214313" y="828675"/>
                </a:lnTo>
                <a:lnTo>
                  <a:pt x="209550" y="823913"/>
                </a:lnTo>
                <a:lnTo>
                  <a:pt x="204788" y="819150"/>
                </a:lnTo>
                <a:lnTo>
                  <a:pt x="195263" y="819150"/>
                </a:lnTo>
                <a:lnTo>
                  <a:pt x="190500" y="814388"/>
                </a:lnTo>
                <a:lnTo>
                  <a:pt x="185738" y="809625"/>
                </a:lnTo>
                <a:lnTo>
                  <a:pt x="180975" y="804863"/>
                </a:lnTo>
                <a:lnTo>
                  <a:pt x="176213" y="800100"/>
                </a:lnTo>
                <a:lnTo>
                  <a:pt x="171450" y="795338"/>
                </a:lnTo>
                <a:lnTo>
                  <a:pt x="166688" y="790575"/>
                </a:lnTo>
                <a:lnTo>
                  <a:pt x="161925" y="785813"/>
                </a:lnTo>
                <a:lnTo>
                  <a:pt x="157163" y="781050"/>
                </a:lnTo>
                <a:lnTo>
                  <a:pt x="152400" y="776288"/>
                </a:lnTo>
                <a:lnTo>
                  <a:pt x="147638" y="771525"/>
                </a:lnTo>
                <a:lnTo>
                  <a:pt x="138113" y="771525"/>
                </a:lnTo>
                <a:lnTo>
                  <a:pt x="133350" y="766763"/>
                </a:lnTo>
                <a:lnTo>
                  <a:pt x="128588" y="762000"/>
                </a:lnTo>
                <a:lnTo>
                  <a:pt x="123825" y="757238"/>
                </a:lnTo>
                <a:lnTo>
                  <a:pt x="119063" y="752475"/>
                </a:lnTo>
                <a:lnTo>
                  <a:pt x="114300" y="747713"/>
                </a:lnTo>
                <a:lnTo>
                  <a:pt x="109538" y="742950"/>
                </a:lnTo>
                <a:lnTo>
                  <a:pt x="104775" y="738188"/>
                </a:lnTo>
                <a:lnTo>
                  <a:pt x="104775" y="728663"/>
                </a:lnTo>
                <a:lnTo>
                  <a:pt x="100013" y="723900"/>
                </a:lnTo>
                <a:lnTo>
                  <a:pt x="95250" y="719138"/>
                </a:lnTo>
                <a:lnTo>
                  <a:pt x="90488" y="714375"/>
                </a:lnTo>
                <a:lnTo>
                  <a:pt x="85725" y="709613"/>
                </a:lnTo>
                <a:lnTo>
                  <a:pt x="85725" y="700088"/>
                </a:lnTo>
                <a:lnTo>
                  <a:pt x="80963" y="695325"/>
                </a:lnTo>
                <a:lnTo>
                  <a:pt x="76200" y="690563"/>
                </a:lnTo>
                <a:lnTo>
                  <a:pt x="71438" y="685800"/>
                </a:lnTo>
                <a:lnTo>
                  <a:pt x="66675" y="681038"/>
                </a:lnTo>
                <a:lnTo>
                  <a:pt x="61913" y="676275"/>
                </a:lnTo>
                <a:lnTo>
                  <a:pt x="57150" y="671513"/>
                </a:lnTo>
                <a:lnTo>
                  <a:pt x="57150" y="661988"/>
                </a:lnTo>
                <a:lnTo>
                  <a:pt x="57150" y="652463"/>
                </a:lnTo>
                <a:lnTo>
                  <a:pt x="52388" y="647700"/>
                </a:lnTo>
                <a:lnTo>
                  <a:pt x="47625" y="642938"/>
                </a:lnTo>
                <a:lnTo>
                  <a:pt x="42863" y="638175"/>
                </a:lnTo>
                <a:lnTo>
                  <a:pt x="38100" y="633413"/>
                </a:lnTo>
                <a:lnTo>
                  <a:pt x="38100" y="623888"/>
                </a:lnTo>
                <a:lnTo>
                  <a:pt x="33338" y="619125"/>
                </a:lnTo>
                <a:lnTo>
                  <a:pt x="28575" y="614363"/>
                </a:lnTo>
                <a:lnTo>
                  <a:pt x="28575" y="604838"/>
                </a:lnTo>
                <a:lnTo>
                  <a:pt x="23813" y="600075"/>
                </a:lnTo>
                <a:lnTo>
                  <a:pt x="19050" y="595313"/>
                </a:lnTo>
                <a:lnTo>
                  <a:pt x="19050" y="585788"/>
                </a:lnTo>
                <a:lnTo>
                  <a:pt x="19050" y="576263"/>
                </a:lnTo>
                <a:lnTo>
                  <a:pt x="19050" y="566738"/>
                </a:lnTo>
                <a:lnTo>
                  <a:pt x="14288" y="561975"/>
                </a:lnTo>
                <a:lnTo>
                  <a:pt x="9525" y="557213"/>
                </a:lnTo>
                <a:lnTo>
                  <a:pt x="14288" y="552450"/>
                </a:lnTo>
                <a:lnTo>
                  <a:pt x="19050" y="547688"/>
                </a:lnTo>
                <a:lnTo>
                  <a:pt x="14288" y="542925"/>
                </a:lnTo>
                <a:lnTo>
                  <a:pt x="9525" y="538163"/>
                </a:lnTo>
                <a:lnTo>
                  <a:pt x="9525" y="528638"/>
                </a:lnTo>
                <a:lnTo>
                  <a:pt x="9525" y="519113"/>
                </a:lnTo>
                <a:lnTo>
                  <a:pt x="4763" y="514350"/>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4763" y="371475"/>
                </a:lnTo>
                <a:lnTo>
                  <a:pt x="9525" y="366713"/>
                </a:lnTo>
                <a:lnTo>
                  <a:pt x="4763" y="361950"/>
                </a:lnTo>
                <a:lnTo>
                  <a:pt x="0" y="357188"/>
                </a:lnTo>
                <a:lnTo>
                  <a:pt x="4763" y="352425"/>
                </a:lnTo>
                <a:lnTo>
                  <a:pt x="9525" y="347663"/>
                </a:lnTo>
                <a:lnTo>
                  <a:pt x="9525" y="338138"/>
                </a:lnTo>
                <a:lnTo>
                  <a:pt x="9525" y="328613"/>
                </a:lnTo>
                <a:lnTo>
                  <a:pt x="14288" y="323850"/>
                </a:lnTo>
                <a:lnTo>
                  <a:pt x="19050" y="319088"/>
                </a:lnTo>
                <a:lnTo>
                  <a:pt x="14288" y="314325"/>
                </a:lnTo>
                <a:lnTo>
                  <a:pt x="9525" y="309563"/>
                </a:lnTo>
                <a:lnTo>
                  <a:pt x="14288" y="304800"/>
                </a:lnTo>
                <a:lnTo>
                  <a:pt x="19050" y="300038"/>
                </a:lnTo>
                <a:lnTo>
                  <a:pt x="19050" y="290513"/>
                </a:lnTo>
                <a:lnTo>
                  <a:pt x="23813" y="285750"/>
                </a:lnTo>
                <a:lnTo>
                  <a:pt x="28575" y="280988"/>
                </a:lnTo>
                <a:lnTo>
                  <a:pt x="28575" y="271463"/>
                </a:lnTo>
                <a:lnTo>
                  <a:pt x="33338" y="266700"/>
                </a:lnTo>
                <a:lnTo>
                  <a:pt x="38100" y="261938"/>
                </a:lnTo>
                <a:lnTo>
                  <a:pt x="38100" y="252413"/>
                </a:lnTo>
                <a:lnTo>
                  <a:pt x="42863" y="247650"/>
                </a:lnTo>
                <a:lnTo>
                  <a:pt x="47625" y="242888"/>
                </a:lnTo>
                <a:lnTo>
                  <a:pt x="47625" y="233363"/>
                </a:lnTo>
                <a:lnTo>
                  <a:pt x="47625" y="223838"/>
                </a:lnTo>
                <a:lnTo>
                  <a:pt x="52388" y="219075"/>
                </a:lnTo>
                <a:lnTo>
                  <a:pt x="57150" y="214313"/>
                </a:lnTo>
                <a:lnTo>
                  <a:pt x="57150" y="204788"/>
                </a:lnTo>
                <a:lnTo>
                  <a:pt x="61913" y="200025"/>
                </a:lnTo>
                <a:lnTo>
                  <a:pt x="66675" y="195263"/>
                </a:lnTo>
                <a:lnTo>
                  <a:pt x="71438" y="190500"/>
                </a:lnTo>
                <a:lnTo>
                  <a:pt x="76200" y="185738"/>
                </a:lnTo>
                <a:lnTo>
                  <a:pt x="76200" y="176213"/>
                </a:lnTo>
                <a:lnTo>
                  <a:pt x="80963" y="171450"/>
                </a:lnTo>
                <a:lnTo>
                  <a:pt x="85725" y="166688"/>
                </a:lnTo>
                <a:lnTo>
                  <a:pt x="90488" y="161925"/>
                </a:lnTo>
                <a:lnTo>
                  <a:pt x="95250" y="157163"/>
                </a:lnTo>
                <a:lnTo>
                  <a:pt x="95250" y="147638"/>
                </a:lnTo>
                <a:lnTo>
                  <a:pt x="100013" y="142875"/>
                </a:lnTo>
                <a:lnTo>
                  <a:pt x="104775" y="138113"/>
                </a:lnTo>
                <a:lnTo>
                  <a:pt x="109538" y="133350"/>
                </a:lnTo>
                <a:lnTo>
                  <a:pt x="114300" y="128588"/>
                </a:lnTo>
                <a:lnTo>
                  <a:pt x="119063" y="123825"/>
                </a:lnTo>
                <a:lnTo>
                  <a:pt x="123825" y="119063"/>
                </a:lnTo>
                <a:lnTo>
                  <a:pt x="128588" y="114300"/>
                </a:lnTo>
                <a:lnTo>
                  <a:pt x="133350" y="119063"/>
                </a:lnTo>
                <a:lnTo>
                  <a:pt x="138113" y="123825"/>
                </a:lnTo>
                <a:lnTo>
                  <a:pt x="142875" y="128588"/>
                </a:lnTo>
                <a:lnTo>
                  <a:pt x="147638" y="133350"/>
                </a:lnTo>
                <a:lnTo>
                  <a:pt x="152400" y="138113"/>
                </a:lnTo>
                <a:lnTo>
                  <a:pt x="157163" y="142875"/>
                </a:lnTo>
                <a:lnTo>
                  <a:pt x="166688" y="142875"/>
                </a:lnTo>
                <a:lnTo>
                  <a:pt x="171450" y="147638"/>
                </a:lnTo>
                <a:lnTo>
                  <a:pt x="166688" y="152400"/>
                </a:lnTo>
                <a:lnTo>
                  <a:pt x="161925" y="157163"/>
                </a:lnTo>
                <a:lnTo>
                  <a:pt x="161925" y="166688"/>
                </a:lnTo>
                <a:lnTo>
                  <a:pt x="166688" y="171450"/>
                </a:lnTo>
                <a:lnTo>
                  <a:pt x="176213" y="171450"/>
                </a:lnTo>
                <a:lnTo>
                  <a:pt x="180975" y="176213"/>
                </a:lnTo>
                <a:lnTo>
                  <a:pt x="185738" y="180975"/>
                </a:lnTo>
                <a:lnTo>
                  <a:pt x="190500" y="185738"/>
                </a:lnTo>
                <a:lnTo>
                  <a:pt x="185738" y="190500"/>
                </a:lnTo>
                <a:lnTo>
                  <a:pt x="176213" y="190500"/>
                </a:lnTo>
                <a:lnTo>
                  <a:pt x="166688" y="190500"/>
                </a:lnTo>
                <a:lnTo>
                  <a:pt x="161925" y="195263"/>
                </a:lnTo>
                <a:lnTo>
                  <a:pt x="157163" y="200025"/>
                </a:lnTo>
                <a:lnTo>
                  <a:pt x="147638" y="200025"/>
                </a:lnTo>
                <a:lnTo>
                  <a:pt x="142875" y="204788"/>
                </a:lnTo>
                <a:lnTo>
                  <a:pt x="138113" y="209550"/>
                </a:lnTo>
                <a:lnTo>
                  <a:pt x="133350" y="214313"/>
                </a:lnTo>
                <a:lnTo>
                  <a:pt x="133350" y="223838"/>
                </a:lnTo>
                <a:lnTo>
                  <a:pt x="133350" y="233363"/>
                </a:lnTo>
                <a:lnTo>
                  <a:pt x="133350" y="242888"/>
                </a:lnTo>
                <a:lnTo>
                  <a:pt x="138113" y="247650"/>
                </a:lnTo>
                <a:lnTo>
                  <a:pt x="142875" y="252413"/>
                </a:lnTo>
                <a:lnTo>
                  <a:pt x="147638" y="257175"/>
                </a:lnTo>
                <a:lnTo>
                  <a:pt x="157163" y="257175"/>
                </a:lnTo>
                <a:lnTo>
                  <a:pt x="161925" y="261938"/>
                </a:lnTo>
                <a:lnTo>
                  <a:pt x="166688" y="266700"/>
                </a:lnTo>
                <a:lnTo>
                  <a:pt x="176213" y="266700"/>
                </a:lnTo>
                <a:lnTo>
                  <a:pt x="185738" y="266700"/>
                </a:lnTo>
                <a:lnTo>
                  <a:pt x="190500" y="271463"/>
                </a:lnTo>
                <a:lnTo>
                  <a:pt x="195263" y="276225"/>
                </a:lnTo>
                <a:lnTo>
                  <a:pt x="204788" y="276225"/>
                </a:lnTo>
                <a:lnTo>
                  <a:pt x="214313" y="276225"/>
                </a:lnTo>
                <a:lnTo>
                  <a:pt x="223838" y="276225"/>
                </a:lnTo>
                <a:lnTo>
                  <a:pt x="233363" y="276225"/>
                </a:lnTo>
                <a:lnTo>
                  <a:pt x="238125" y="280988"/>
                </a:lnTo>
                <a:lnTo>
                  <a:pt x="242888" y="285750"/>
                </a:lnTo>
                <a:lnTo>
                  <a:pt x="252413" y="285750"/>
                </a:lnTo>
                <a:lnTo>
                  <a:pt x="261938" y="285750"/>
                </a:lnTo>
                <a:lnTo>
                  <a:pt x="271463" y="285750"/>
                </a:lnTo>
                <a:lnTo>
                  <a:pt x="280988" y="285750"/>
                </a:lnTo>
                <a:lnTo>
                  <a:pt x="290513" y="285750"/>
                </a:lnTo>
                <a:lnTo>
                  <a:pt x="300038" y="285750"/>
                </a:lnTo>
                <a:lnTo>
                  <a:pt x="309563" y="285750"/>
                </a:lnTo>
                <a:lnTo>
                  <a:pt x="319088" y="285750"/>
                </a:lnTo>
                <a:lnTo>
                  <a:pt x="328613" y="285750"/>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81013" y="285750"/>
                </a:lnTo>
                <a:lnTo>
                  <a:pt x="490538" y="285750"/>
                </a:lnTo>
                <a:lnTo>
                  <a:pt x="495300" y="280988"/>
                </a:lnTo>
                <a:lnTo>
                  <a:pt x="500063" y="276225"/>
                </a:lnTo>
                <a:lnTo>
                  <a:pt x="509588" y="276225"/>
                </a:lnTo>
                <a:lnTo>
                  <a:pt x="519113" y="276225"/>
                </a:lnTo>
                <a:lnTo>
                  <a:pt x="528638" y="276225"/>
                </a:lnTo>
                <a:lnTo>
                  <a:pt x="538163" y="276225"/>
                </a:lnTo>
                <a:lnTo>
                  <a:pt x="542925" y="271463"/>
                </a:lnTo>
                <a:lnTo>
                  <a:pt x="547688" y="266700"/>
                </a:lnTo>
                <a:lnTo>
                  <a:pt x="557213" y="266700"/>
                </a:lnTo>
                <a:lnTo>
                  <a:pt x="566738" y="266700"/>
                </a:lnTo>
                <a:lnTo>
                  <a:pt x="571500" y="261938"/>
                </a:lnTo>
                <a:lnTo>
                  <a:pt x="576263" y="257175"/>
                </a:lnTo>
                <a:lnTo>
                  <a:pt x="585788" y="257175"/>
                </a:lnTo>
                <a:lnTo>
                  <a:pt x="590550" y="252413"/>
                </a:lnTo>
                <a:lnTo>
                  <a:pt x="595313" y="247650"/>
                </a:lnTo>
                <a:lnTo>
                  <a:pt x="600075" y="242888"/>
                </a:lnTo>
                <a:lnTo>
                  <a:pt x="604838" y="238125"/>
                </a:lnTo>
                <a:lnTo>
                  <a:pt x="609600" y="233363"/>
                </a:lnTo>
                <a:lnTo>
                  <a:pt x="609600" y="223838"/>
                </a:lnTo>
                <a:lnTo>
                  <a:pt x="604838" y="219075"/>
                </a:lnTo>
                <a:lnTo>
                  <a:pt x="600075" y="214313"/>
                </a:lnTo>
                <a:lnTo>
                  <a:pt x="595313" y="209550"/>
                </a:lnTo>
                <a:lnTo>
                  <a:pt x="590550" y="204788"/>
                </a:lnTo>
                <a:lnTo>
                  <a:pt x="585788" y="200025"/>
                </a:lnTo>
                <a:lnTo>
                  <a:pt x="581025" y="195263"/>
                </a:lnTo>
                <a:lnTo>
                  <a:pt x="576263" y="190500"/>
                </a:lnTo>
                <a:lnTo>
                  <a:pt x="566738" y="190500"/>
                </a:lnTo>
                <a:lnTo>
                  <a:pt x="557213" y="190500"/>
                </a:lnTo>
                <a:lnTo>
                  <a:pt x="552450" y="185738"/>
                </a:lnTo>
                <a:lnTo>
                  <a:pt x="547688" y="180975"/>
                </a:lnTo>
                <a:lnTo>
                  <a:pt x="538163" y="180975"/>
                </a:lnTo>
                <a:lnTo>
                  <a:pt x="528638" y="180975"/>
                </a:lnTo>
                <a:lnTo>
                  <a:pt x="519113" y="180975"/>
                </a:lnTo>
                <a:lnTo>
                  <a:pt x="509588" y="180975"/>
                </a:lnTo>
                <a:lnTo>
                  <a:pt x="504825" y="176213"/>
                </a:lnTo>
                <a:lnTo>
                  <a:pt x="500063" y="171450"/>
                </a:lnTo>
                <a:lnTo>
                  <a:pt x="490538" y="171450"/>
                </a:lnTo>
                <a:lnTo>
                  <a:pt x="481013" y="171450"/>
                </a:lnTo>
                <a:lnTo>
                  <a:pt x="471488" y="171450"/>
                </a:lnTo>
                <a:lnTo>
                  <a:pt x="461963" y="171450"/>
                </a:lnTo>
                <a:lnTo>
                  <a:pt x="452438" y="171450"/>
                </a:lnTo>
                <a:lnTo>
                  <a:pt x="442913" y="171450"/>
                </a:lnTo>
                <a:lnTo>
                  <a:pt x="433388" y="171450"/>
                </a:lnTo>
                <a:lnTo>
                  <a:pt x="423863" y="171450"/>
                </a:lnTo>
                <a:lnTo>
                  <a:pt x="419100" y="166688"/>
                </a:lnTo>
                <a:lnTo>
                  <a:pt x="414338" y="161925"/>
                </a:lnTo>
                <a:lnTo>
                  <a:pt x="404813" y="161925"/>
                </a:lnTo>
                <a:lnTo>
                  <a:pt x="395288" y="161925"/>
                </a:lnTo>
                <a:lnTo>
                  <a:pt x="385763" y="161925"/>
                </a:lnTo>
                <a:lnTo>
                  <a:pt x="376238" y="161925"/>
                </a:lnTo>
                <a:lnTo>
                  <a:pt x="366713" y="161925"/>
                </a:lnTo>
                <a:lnTo>
                  <a:pt x="357188" y="161925"/>
                </a:lnTo>
                <a:lnTo>
                  <a:pt x="347663" y="161925"/>
                </a:lnTo>
                <a:lnTo>
                  <a:pt x="338138" y="161925"/>
                </a:lnTo>
                <a:lnTo>
                  <a:pt x="328613" y="161925"/>
                </a:lnTo>
                <a:lnTo>
                  <a:pt x="319088" y="161925"/>
                </a:lnTo>
                <a:lnTo>
                  <a:pt x="314325" y="166688"/>
                </a:lnTo>
                <a:lnTo>
                  <a:pt x="309563" y="171450"/>
                </a:lnTo>
                <a:lnTo>
                  <a:pt x="300038" y="171450"/>
                </a:lnTo>
                <a:lnTo>
                  <a:pt x="290513" y="171450"/>
                </a:lnTo>
                <a:lnTo>
                  <a:pt x="280988" y="171450"/>
                </a:lnTo>
                <a:lnTo>
                  <a:pt x="271463" y="171450"/>
                </a:lnTo>
                <a:lnTo>
                  <a:pt x="261938" y="171450"/>
                </a:lnTo>
                <a:lnTo>
                  <a:pt x="252413" y="171450"/>
                </a:lnTo>
                <a:lnTo>
                  <a:pt x="242888" y="171450"/>
                </a:lnTo>
                <a:lnTo>
                  <a:pt x="238125" y="166688"/>
                </a:lnTo>
                <a:lnTo>
                  <a:pt x="233363" y="161925"/>
                </a:lnTo>
                <a:lnTo>
                  <a:pt x="228600" y="157163"/>
                </a:lnTo>
                <a:lnTo>
                  <a:pt x="223838" y="152400"/>
                </a:lnTo>
                <a:lnTo>
                  <a:pt x="219075" y="147638"/>
                </a:lnTo>
                <a:lnTo>
                  <a:pt x="219075" y="138113"/>
                </a:lnTo>
                <a:lnTo>
                  <a:pt x="214313" y="133350"/>
                </a:lnTo>
                <a:lnTo>
                  <a:pt x="209550" y="128588"/>
                </a:lnTo>
                <a:lnTo>
                  <a:pt x="204788" y="123825"/>
                </a:lnTo>
                <a:lnTo>
                  <a:pt x="200025" y="119063"/>
                </a:lnTo>
                <a:lnTo>
                  <a:pt x="195263" y="114300"/>
                </a:lnTo>
                <a:lnTo>
                  <a:pt x="190500" y="119063"/>
                </a:lnTo>
                <a:lnTo>
                  <a:pt x="190500" y="128588"/>
                </a:lnTo>
                <a:lnTo>
                  <a:pt x="185738" y="133350"/>
                </a:lnTo>
                <a:lnTo>
                  <a:pt x="180975" y="128588"/>
                </a:lnTo>
                <a:lnTo>
                  <a:pt x="176213" y="123825"/>
                </a:lnTo>
                <a:lnTo>
                  <a:pt x="171450" y="119063"/>
                </a:lnTo>
                <a:lnTo>
                  <a:pt x="166688" y="114300"/>
                </a:lnTo>
                <a:lnTo>
                  <a:pt x="157163" y="114300"/>
                </a:lnTo>
                <a:lnTo>
                  <a:pt x="152400" y="109538"/>
                </a:lnTo>
                <a:lnTo>
                  <a:pt x="152400" y="100013"/>
                </a:lnTo>
                <a:lnTo>
                  <a:pt x="157163" y="95250"/>
                </a:lnTo>
                <a:lnTo>
                  <a:pt x="161925" y="90488"/>
                </a:lnTo>
                <a:lnTo>
                  <a:pt x="166688" y="85725"/>
                </a:lnTo>
                <a:lnTo>
                  <a:pt x="171450" y="80963"/>
                </a:lnTo>
                <a:lnTo>
                  <a:pt x="176213" y="76200"/>
                </a:lnTo>
                <a:lnTo>
                  <a:pt x="180975" y="71438"/>
                </a:lnTo>
                <a:lnTo>
                  <a:pt x="185738" y="66675"/>
                </a:lnTo>
                <a:lnTo>
                  <a:pt x="195263" y="66675"/>
                </a:lnTo>
                <a:lnTo>
                  <a:pt x="200025" y="61913"/>
                </a:lnTo>
                <a:lnTo>
                  <a:pt x="204788" y="57150"/>
                </a:lnTo>
                <a:lnTo>
                  <a:pt x="209550" y="52388"/>
                </a:lnTo>
                <a:lnTo>
                  <a:pt x="214313" y="47625"/>
                </a:lnTo>
                <a:lnTo>
                  <a:pt x="223838" y="47625"/>
                </a:lnTo>
                <a:lnTo>
                  <a:pt x="228600" y="42863"/>
                </a:lnTo>
                <a:lnTo>
                  <a:pt x="233363" y="38100"/>
                </a:lnTo>
                <a:lnTo>
                  <a:pt x="242888" y="38100"/>
                </a:lnTo>
                <a:lnTo>
                  <a:pt x="247650" y="33338"/>
                </a:lnTo>
                <a:lnTo>
                  <a:pt x="252413" y="28575"/>
                </a:lnTo>
                <a:lnTo>
                  <a:pt x="261938" y="28575"/>
                </a:lnTo>
                <a:lnTo>
                  <a:pt x="266700" y="23813"/>
                </a:lnTo>
                <a:lnTo>
                  <a:pt x="271463" y="19050"/>
                </a:lnTo>
                <a:lnTo>
                  <a:pt x="280988" y="19050"/>
                </a:lnTo>
                <a:lnTo>
                  <a:pt x="290513" y="19050"/>
                </a:lnTo>
                <a:lnTo>
                  <a:pt x="295275" y="14288"/>
                </a:lnTo>
                <a:lnTo>
                  <a:pt x="300038" y="9525"/>
                </a:lnTo>
                <a:lnTo>
                  <a:pt x="309563" y="9525"/>
                </a:lnTo>
                <a:lnTo>
                  <a:pt x="314325" y="4763"/>
                </a:lnTo>
                <a:close/>
              </a:path>
            </a:pathLst>
          </a:custGeom>
          <a:solidFill xmlns:a="http://schemas.openxmlformats.org/drawingml/2006/main">
            <a:srgbClr val="F3BF8A"/>
          </a:solidFill>
          <a:ln xmlns:a="http://schemas.openxmlformats.org/drawingml/2006/main" w="0">
            <a:noFill/>
            <a:prstDash val="solid"/>
          </a:ln>
        </p:spPr>
      </p:sp>
      <p:sp>
        <p:nvSpPr>
          <p:cNvPr id="711" name="layout-orange-95-1">
            <a:extLst xmlns:a="http://schemas.openxmlformats.org/drawingml/2006/main">
              <a:ext uri="{FF2B5EF4-FFF2-40B4-BE49-F238E27FC236}">
                <a16:creationId xmlns:a16="http://schemas.microsoft.com/office/drawing/2014/main" id="{F4FF05DF-0D71-4B1D-89E0-573B1424DE92}"/>
              </a:ext>
            </a:extLst>
          </p:cNvPr>
          <p:cNvSpPr>
            <a:spLocks xmlns:a="http://schemas.openxmlformats.org/drawingml/2006/main" noGrp="1"/>
          </p:cNvSpPr>
          <p:nvPr/>
        </p:nvSpPr>
        <p:spPr>
          <a:xfrm xmlns:a="http://schemas.openxmlformats.org/drawingml/2006/main" rot="0">
            <a:off x="1943100" y="3448050"/>
            <a:ext cx="9525" cy="704850"/>
          </a:xfrm>
          <a:custGeom xmlns:a="http://schemas.openxmlformats.org/drawingml/2006/main">
            <a:pathLst>
              <a:path w="9525" h="7048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9525" y="433388"/>
                </a:lnTo>
                <a:lnTo>
                  <a:pt x="9525" y="442913"/>
                </a:lnTo>
                <a:lnTo>
                  <a:pt x="9525" y="452438"/>
                </a:lnTo>
                <a:lnTo>
                  <a:pt x="9525" y="461963"/>
                </a:lnTo>
                <a:lnTo>
                  <a:pt x="9525" y="471488"/>
                </a:lnTo>
                <a:lnTo>
                  <a:pt x="9525" y="481013"/>
                </a:lnTo>
                <a:lnTo>
                  <a:pt x="9525" y="490538"/>
                </a:lnTo>
                <a:lnTo>
                  <a:pt x="9525" y="500063"/>
                </a:lnTo>
                <a:lnTo>
                  <a:pt x="9525" y="509588"/>
                </a:lnTo>
                <a:lnTo>
                  <a:pt x="9525" y="519113"/>
                </a:lnTo>
                <a:lnTo>
                  <a:pt x="9525" y="528638"/>
                </a:lnTo>
                <a:lnTo>
                  <a:pt x="9525" y="538163"/>
                </a:lnTo>
                <a:lnTo>
                  <a:pt x="9525" y="547688"/>
                </a:lnTo>
                <a:lnTo>
                  <a:pt x="9525" y="557213"/>
                </a:lnTo>
                <a:lnTo>
                  <a:pt x="9525" y="566738"/>
                </a:lnTo>
                <a:lnTo>
                  <a:pt x="9525" y="576263"/>
                </a:lnTo>
                <a:lnTo>
                  <a:pt x="9525" y="585788"/>
                </a:lnTo>
                <a:lnTo>
                  <a:pt x="9525" y="595313"/>
                </a:lnTo>
                <a:lnTo>
                  <a:pt x="9525" y="604838"/>
                </a:lnTo>
                <a:lnTo>
                  <a:pt x="9525" y="614363"/>
                </a:lnTo>
                <a:lnTo>
                  <a:pt x="9525" y="623888"/>
                </a:lnTo>
                <a:lnTo>
                  <a:pt x="9525" y="633413"/>
                </a:lnTo>
                <a:lnTo>
                  <a:pt x="9525" y="642938"/>
                </a:lnTo>
                <a:lnTo>
                  <a:pt x="9525" y="652463"/>
                </a:lnTo>
                <a:lnTo>
                  <a:pt x="9525" y="661988"/>
                </a:lnTo>
                <a:lnTo>
                  <a:pt x="9525" y="671513"/>
                </a:lnTo>
                <a:lnTo>
                  <a:pt x="9525" y="681038"/>
                </a:lnTo>
                <a:lnTo>
                  <a:pt x="9525" y="690563"/>
                </a:lnTo>
                <a:lnTo>
                  <a:pt x="9525" y="700088"/>
                </a:lnTo>
                <a:lnTo>
                  <a:pt x="4763" y="704850"/>
                </a:lnTo>
                <a:lnTo>
                  <a:pt x="0" y="700088"/>
                </a:lnTo>
                <a:lnTo>
                  <a:pt x="0" y="690563"/>
                </a:lnTo>
                <a:lnTo>
                  <a:pt x="0" y="681038"/>
                </a:lnTo>
                <a:lnTo>
                  <a:pt x="0" y="671513"/>
                </a:lnTo>
                <a:lnTo>
                  <a:pt x="0" y="661988"/>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3BF8A"/>
          </a:solidFill>
          <a:ln xmlns:a="http://schemas.openxmlformats.org/drawingml/2006/main" w="0">
            <a:noFill/>
            <a:prstDash val="solid"/>
          </a:ln>
        </p:spPr>
      </p:sp>
      <p:sp>
        <p:nvSpPr>
          <p:cNvPr id="712" name="layout-orange-95-2">
            <a:extLst xmlns:a="http://schemas.openxmlformats.org/drawingml/2006/main">
              <a:ext uri="{FF2B5EF4-FFF2-40B4-BE49-F238E27FC236}">
                <a16:creationId xmlns:a16="http://schemas.microsoft.com/office/drawing/2014/main" id="{980D8ABA-C2A3-46F1-9601-DBF22C43D791}"/>
              </a:ext>
            </a:extLst>
          </p:cNvPr>
          <p:cNvSpPr>
            <a:spLocks xmlns:a="http://schemas.openxmlformats.org/drawingml/2006/main" noGrp="1"/>
          </p:cNvSpPr>
          <p:nvPr/>
        </p:nvSpPr>
        <p:spPr>
          <a:xfrm xmlns:a="http://schemas.openxmlformats.org/drawingml/2006/main" rot="0">
            <a:off x="2181225" y="3552825"/>
            <a:ext cx="438150" cy="95250"/>
          </a:xfrm>
          <a:custGeom xmlns:a="http://schemas.openxmlformats.org/drawingml/2006/main">
            <a:pathLst>
              <a:path w="438150" h="95250">
                <a:moveTo>
                  <a:pt x="133350" y="4763"/>
                </a:moveTo>
                <a:lnTo>
                  <a:pt x="138113" y="0"/>
                </a:lnTo>
                <a:lnTo>
                  <a:pt x="147638" y="0"/>
                </a:lnTo>
                <a:lnTo>
                  <a:pt x="157163" y="0"/>
                </a:lnTo>
                <a:lnTo>
                  <a:pt x="166688" y="0"/>
                </a:lnTo>
                <a:lnTo>
                  <a:pt x="176213" y="0"/>
                </a:lnTo>
                <a:lnTo>
                  <a:pt x="185738" y="0"/>
                </a:lnTo>
                <a:lnTo>
                  <a:pt x="195263" y="0"/>
                </a:lnTo>
                <a:lnTo>
                  <a:pt x="200025" y="4763"/>
                </a:lnTo>
                <a:lnTo>
                  <a:pt x="195263" y="9525"/>
                </a:lnTo>
                <a:lnTo>
                  <a:pt x="190500" y="14288"/>
                </a:lnTo>
                <a:lnTo>
                  <a:pt x="185738" y="19050"/>
                </a:lnTo>
                <a:lnTo>
                  <a:pt x="180975" y="23813"/>
                </a:lnTo>
                <a:lnTo>
                  <a:pt x="180975" y="33338"/>
                </a:lnTo>
                <a:lnTo>
                  <a:pt x="180975" y="42863"/>
                </a:lnTo>
                <a:lnTo>
                  <a:pt x="180975" y="52388"/>
                </a:lnTo>
                <a:lnTo>
                  <a:pt x="185738" y="57150"/>
                </a:lnTo>
                <a:lnTo>
                  <a:pt x="190500" y="61913"/>
                </a:lnTo>
                <a:lnTo>
                  <a:pt x="195263" y="66675"/>
                </a:lnTo>
                <a:lnTo>
                  <a:pt x="200025" y="71438"/>
                </a:lnTo>
                <a:lnTo>
                  <a:pt x="204788" y="76200"/>
                </a:lnTo>
                <a:lnTo>
                  <a:pt x="214313" y="76200"/>
                </a:lnTo>
                <a:lnTo>
                  <a:pt x="223838" y="76200"/>
                </a:lnTo>
                <a:lnTo>
                  <a:pt x="233363" y="76200"/>
                </a:lnTo>
                <a:lnTo>
                  <a:pt x="242888" y="76200"/>
                </a:lnTo>
                <a:lnTo>
                  <a:pt x="247650" y="71438"/>
                </a:lnTo>
                <a:lnTo>
                  <a:pt x="252413" y="66675"/>
                </a:lnTo>
                <a:lnTo>
                  <a:pt x="257175" y="61913"/>
                </a:lnTo>
                <a:lnTo>
                  <a:pt x="261938" y="57150"/>
                </a:lnTo>
                <a:lnTo>
                  <a:pt x="266700" y="52388"/>
                </a:lnTo>
                <a:lnTo>
                  <a:pt x="266700" y="42863"/>
                </a:lnTo>
                <a:lnTo>
                  <a:pt x="266700" y="33338"/>
                </a:lnTo>
                <a:lnTo>
                  <a:pt x="266700" y="23813"/>
                </a:lnTo>
                <a:lnTo>
                  <a:pt x="261938" y="19050"/>
                </a:lnTo>
                <a:lnTo>
                  <a:pt x="257175" y="14288"/>
                </a:lnTo>
                <a:lnTo>
                  <a:pt x="252413" y="9525"/>
                </a:lnTo>
                <a:lnTo>
                  <a:pt x="247650" y="4763"/>
                </a:lnTo>
                <a:lnTo>
                  <a:pt x="252413" y="0"/>
                </a:lnTo>
                <a:lnTo>
                  <a:pt x="261938" y="0"/>
                </a:lnTo>
                <a:lnTo>
                  <a:pt x="271463" y="0"/>
                </a:lnTo>
                <a:lnTo>
                  <a:pt x="280988" y="0"/>
                </a:lnTo>
                <a:lnTo>
                  <a:pt x="290513" y="0"/>
                </a:lnTo>
                <a:lnTo>
                  <a:pt x="300038" y="0"/>
                </a:lnTo>
                <a:lnTo>
                  <a:pt x="304800" y="4763"/>
                </a:lnTo>
                <a:lnTo>
                  <a:pt x="309563" y="9525"/>
                </a:lnTo>
                <a:lnTo>
                  <a:pt x="319088" y="9525"/>
                </a:lnTo>
                <a:lnTo>
                  <a:pt x="328613" y="9525"/>
                </a:lnTo>
                <a:lnTo>
                  <a:pt x="338138" y="9525"/>
                </a:lnTo>
                <a:lnTo>
                  <a:pt x="347663" y="9525"/>
                </a:lnTo>
                <a:lnTo>
                  <a:pt x="357188" y="9525"/>
                </a:lnTo>
                <a:lnTo>
                  <a:pt x="366713" y="9525"/>
                </a:lnTo>
                <a:lnTo>
                  <a:pt x="371475" y="14288"/>
                </a:lnTo>
                <a:lnTo>
                  <a:pt x="376238" y="19050"/>
                </a:lnTo>
                <a:lnTo>
                  <a:pt x="385763" y="19050"/>
                </a:lnTo>
                <a:lnTo>
                  <a:pt x="395288" y="19050"/>
                </a:lnTo>
                <a:lnTo>
                  <a:pt x="404813" y="19050"/>
                </a:lnTo>
                <a:lnTo>
                  <a:pt x="409575" y="23813"/>
                </a:lnTo>
                <a:lnTo>
                  <a:pt x="414338" y="28575"/>
                </a:lnTo>
                <a:lnTo>
                  <a:pt x="423863" y="28575"/>
                </a:lnTo>
                <a:lnTo>
                  <a:pt x="428625" y="33338"/>
                </a:lnTo>
                <a:lnTo>
                  <a:pt x="433388" y="38100"/>
                </a:lnTo>
                <a:lnTo>
                  <a:pt x="438150" y="42863"/>
                </a:lnTo>
                <a:lnTo>
                  <a:pt x="438150" y="52388"/>
                </a:lnTo>
                <a:lnTo>
                  <a:pt x="433388" y="57150"/>
                </a:lnTo>
                <a:lnTo>
                  <a:pt x="428625" y="61913"/>
                </a:lnTo>
                <a:lnTo>
                  <a:pt x="423863" y="66675"/>
                </a:lnTo>
                <a:lnTo>
                  <a:pt x="414338" y="66675"/>
                </a:lnTo>
                <a:lnTo>
                  <a:pt x="404813" y="66675"/>
                </a:lnTo>
                <a:lnTo>
                  <a:pt x="400050" y="71438"/>
                </a:lnTo>
                <a:lnTo>
                  <a:pt x="395288" y="76200"/>
                </a:lnTo>
                <a:lnTo>
                  <a:pt x="385763" y="76200"/>
                </a:lnTo>
                <a:lnTo>
                  <a:pt x="376238" y="76200"/>
                </a:lnTo>
                <a:lnTo>
                  <a:pt x="366713" y="76200"/>
                </a:lnTo>
                <a:lnTo>
                  <a:pt x="361950" y="80963"/>
                </a:lnTo>
                <a:lnTo>
                  <a:pt x="357188" y="85725"/>
                </a:lnTo>
                <a:lnTo>
                  <a:pt x="347663" y="85725"/>
                </a:lnTo>
                <a:lnTo>
                  <a:pt x="338138" y="85725"/>
                </a:lnTo>
                <a:lnTo>
                  <a:pt x="328613" y="85725"/>
                </a:lnTo>
                <a:lnTo>
                  <a:pt x="319088" y="85725"/>
                </a:lnTo>
                <a:lnTo>
                  <a:pt x="309563" y="85725"/>
                </a:lnTo>
                <a:lnTo>
                  <a:pt x="300038" y="85725"/>
                </a:lnTo>
                <a:lnTo>
                  <a:pt x="290513" y="85725"/>
                </a:lnTo>
                <a:lnTo>
                  <a:pt x="285750" y="90488"/>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42875" y="90488"/>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4288" y="66675"/>
                </a:lnTo>
                <a:lnTo>
                  <a:pt x="9525" y="61913"/>
                </a:lnTo>
                <a:lnTo>
                  <a:pt x="4763" y="57150"/>
                </a:lnTo>
                <a:lnTo>
                  <a:pt x="0" y="52388"/>
                </a:lnTo>
                <a:lnTo>
                  <a:pt x="0" y="42863"/>
                </a:lnTo>
                <a:lnTo>
                  <a:pt x="4763" y="38100"/>
                </a:lnTo>
                <a:lnTo>
                  <a:pt x="9525" y="33338"/>
                </a:lnTo>
                <a:lnTo>
                  <a:pt x="14288" y="28575"/>
                </a:lnTo>
                <a:lnTo>
                  <a:pt x="23813" y="28575"/>
                </a:lnTo>
                <a:lnTo>
                  <a:pt x="28575" y="23813"/>
                </a:lnTo>
                <a:lnTo>
                  <a:pt x="33338" y="19050"/>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8588" y="9525"/>
                </a:lnTo>
                <a:lnTo>
                  <a:pt x="133350" y="4763"/>
                </a:lnTo>
                <a:close/>
              </a:path>
            </a:pathLst>
          </a:custGeom>
          <a:solidFill xmlns:a="http://schemas.openxmlformats.org/drawingml/2006/main">
            <a:srgbClr val="F3BF8A"/>
          </a:solidFill>
          <a:ln xmlns:a="http://schemas.openxmlformats.org/drawingml/2006/main" w="0">
            <a:noFill/>
            <a:prstDash val="solid"/>
          </a:ln>
        </p:spPr>
      </p:sp>
      <p:sp>
        <p:nvSpPr>
          <p:cNvPr id="713" name="layout-orange-95-3">
            <a:extLst xmlns:a="http://schemas.openxmlformats.org/drawingml/2006/main">
              <a:ext uri="{FF2B5EF4-FFF2-40B4-BE49-F238E27FC236}">
                <a16:creationId xmlns:a16="http://schemas.microsoft.com/office/drawing/2014/main" id="{9C6EA958-5B81-48E3-A698-8F21581C31EA}"/>
              </a:ext>
            </a:extLst>
          </p:cNvPr>
          <p:cNvSpPr>
            <a:spLocks xmlns:a="http://schemas.openxmlformats.org/drawingml/2006/main" noGrp="1"/>
          </p:cNvSpPr>
          <p:nvPr/>
        </p:nvSpPr>
        <p:spPr>
          <a:xfrm xmlns:a="http://schemas.openxmlformats.org/drawingml/2006/main" rot="0">
            <a:off x="1943100" y="4238625"/>
            <a:ext cx="314325" cy="9525"/>
          </a:xfrm>
          <a:custGeom xmlns:a="http://schemas.openxmlformats.org/drawingml/2006/main">
            <a:pathLst>
              <a:path w="31432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4325" y="4763"/>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F3BF8A"/>
          </a:solidFill>
          <a:ln xmlns:a="http://schemas.openxmlformats.org/drawingml/2006/main" w="0">
            <a:noFill/>
            <a:prstDash val="solid"/>
          </a:ln>
        </p:spPr>
      </p:sp>
      <p:sp>
        <p:nvSpPr>
          <p:cNvPr id="714" name="layout-orange-96-0">
            <a:extLst xmlns:a="http://schemas.openxmlformats.org/drawingml/2006/main">
              <a:ext uri="{FF2B5EF4-FFF2-40B4-BE49-F238E27FC236}">
                <a16:creationId xmlns:a16="http://schemas.microsoft.com/office/drawing/2014/main" id="{7BBA06C4-B02B-44E8-8232-32963C5C0E6B}"/>
              </a:ext>
            </a:extLst>
          </p:cNvPr>
          <p:cNvSpPr>
            <a:spLocks xmlns:a="http://schemas.openxmlformats.org/drawingml/2006/main" noGrp="1"/>
          </p:cNvSpPr>
          <p:nvPr/>
        </p:nvSpPr>
        <p:spPr>
          <a:xfrm xmlns:a="http://schemas.openxmlformats.org/drawingml/2006/main" rot="0">
            <a:off x="2047875" y="3371850"/>
            <a:ext cx="971550" cy="866775"/>
          </a:xfrm>
          <a:custGeom xmlns:a="http://schemas.openxmlformats.org/drawingml/2006/main">
            <a:pathLst>
              <a:path w="971550" h="866775">
                <a:moveTo>
                  <a:pt x="400050" y="4763"/>
                </a:moveTo>
                <a:lnTo>
                  <a:pt x="404813" y="0"/>
                </a:lnTo>
                <a:lnTo>
                  <a:pt x="414338" y="0"/>
                </a:lnTo>
                <a:lnTo>
                  <a:pt x="423863" y="0"/>
                </a:lnTo>
                <a:lnTo>
                  <a:pt x="433388" y="0"/>
                </a:lnTo>
                <a:lnTo>
                  <a:pt x="442913" y="0"/>
                </a:lnTo>
                <a:lnTo>
                  <a:pt x="452438" y="0"/>
                </a:lnTo>
                <a:lnTo>
                  <a:pt x="461963" y="0"/>
                </a:lnTo>
                <a:lnTo>
                  <a:pt x="466725" y="4763"/>
                </a:lnTo>
                <a:lnTo>
                  <a:pt x="471488" y="9525"/>
                </a:lnTo>
                <a:lnTo>
                  <a:pt x="481013" y="9525"/>
                </a:lnTo>
                <a:lnTo>
                  <a:pt x="490538" y="9525"/>
                </a:lnTo>
                <a:lnTo>
                  <a:pt x="500063" y="9525"/>
                </a:lnTo>
                <a:lnTo>
                  <a:pt x="509588" y="9525"/>
                </a:lnTo>
                <a:lnTo>
                  <a:pt x="519113" y="9525"/>
                </a:lnTo>
                <a:lnTo>
                  <a:pt x="523875" y="14288"/>
                </a:lnTo>
                <a:lnTo>
                  <a:pt x="528638" y="19050"/>
                </a:lnTo>
                <a:lnTo>
                  <a:pt x="538163" y="19050"/>
                </a:lnTo>
                <a:lnTo>
                  <a:pt x="547688" y="19050"/>
                </a:lnTo>
                <a:lnTo>
                  <a:pt x="557213" y="19050"/>
                </a:lnTo>
                <a:lnTo>
                  <a:pt x="561975" y="23813"/>
                </a:lnTo>
                <a:lnTo>
                  <a:pt x="566738" y="28575"/>
                </a:lnTo>
                <a:lnTo>
                  <a:pt x="576263" y="28575"/>
                </a:lnTo>
                <a:lnTo>
                  <a:pt x="585788" y="28575"/>
                </a:lnTo>
                <a:lnTo>
                  <a:pt x="590550" y="33338"/>
                </a:lnTo>
                <a:lnTo>
                  <a:pt x="595313" y="38100"/>
                </a:lnTo>
                <a:lnTo>
                  <a:pt x="604838" y="38100"/>
                </a:lnTo>
                <a:lnTo>
                  <a:pt x="614363" y="38100"/>
                </a:lnTo>
                <a:lnTo>
                  <a:pt x="619125" y="42863"/>
                </a:lnTo>
                <a:lnTo>
                  <a:pt x="623888" y="47625"/>
                </a:lnTo>
                <a:lnTo>
                  <a:pt x="628650" y="52388"/>
                </a:lnTo>
                <a:lnTo>
                  <a:pt x="633413" y="57150"/>
                </a:lnTo>
                <a:lnTo>
                  <a:pt x="642938" y="57150"/>
                </a:lnTo>
                <a:lnTo>
                  <a:pt x="647700" y="61913"/>
                </a:lnTo>
                <a:lnTo>
                  <a:pt x="652463" y="66675"/>
                </a:lnTo>
                <a:lnTo>
                  <a:pt x="661988" y="66675"/>
                </a:lnTo>
                <a:lnTo>
                  <a:pt x="666750" y="71438"/>
                </a:lnTo>
                <a:lnTo>
                  <a:pt x="671513" y="76200"/>
                </a:lnTo>
                <a:lnTo>
                  <a:pt x="676275" y="80963"/>
                </a:lnTo>
                <a:lnTo>
                  <a:pt x="681038" y="85725"/>
                </a:lnTo>
                <a:lnTo>
                  <a:pt x="685800" y="90488"/>
                </a:lnTo>
                <a:lnTo>
                  <a:pt x="690563" y="95250"/>
                </a:lnTo>
                <a:lnTo>
                  <a:pt x="700088" y="95250"/>
                </a:lnTo>
                <a:lnTo>
                  <a:pt x="704850" y="100013"/>
                </a:lnTo>
                <a:lnTo>
                  <a:pt x="709613" y="104775"/>
                </a:lnTo>
                <a:lnTo>
                  <a:pt x="714375" y="109538"/>
                </a:lnTo>
                <a:lnTo>
                  <a:pt x="719138" y="114300"/>
                </a:lnTo>
                <a:lnTo>
                  <a:pt x="723900" y="119063"/>
                </a:lnTo>
                <a:lnTo>
                  <a:pt x="728663" y="123825"/>
                </a:lnTo>
                <a:lnTo>
                  <a:pt x="738188" y="123825"/>
                </a:lnTo>
                <a:lnTo>
                  <a:pt x="742950" y="128588"/>
                </a:lnTo>
                <a:lnTo>
                  <a:pt x="742950" y="138113"/>
                </a:lnTo>
                <a:lnTo>
                  <a:pt x="747713" y="142875"/>
                </a:lnTo>
                <a:lnTo>
                  <a:pt x="752475" y="147638"/>
                </a:lnTo>
                <a:lnTo>
                  <a:pt x="757238" y="152400"/>
                </a:lnTo>
                <a:lnTo>
                  <a:pt x="762000" y="157163"/>
                </a:lnTo>
                <a:lnTo>
                  <a:pt x="766763" y="161925"/>
                </a:lnTo>
                <a:lnTo>
                  <a:pt x="771525" y="166688"/>
                </a:lnTo>
                <a:lnTo>
                  <a:pt x="776288" y="171450"/>
                </a:lnTo>
                <a:lnTo>
                  <a:pt x="781050" y="176213"/>
                </a:lnTo>
                <a:lnTo>
                  <a:pt x="785813" y="180975"/>
                </a:lnTo>
                <a:lnTo>
                  <a:pt x="790575" y="185738"/>
                </a:lnTo>
                <a:lnTo>
                  <a:pt x="790575" y="195263"/>
                </a:lnTo>
                <a:lnTo>
                  <a:pt x="795338" y="200025"/>
                </a:lnTo>
                <a:lnTo>
                  <a:pt x="800100" y="204788"/>
                </a:lnTo>
                <a:lnTo>
                  <a:pt x="804863" y="209550"/>
                </a:lnTo>
                <a:lnTo>
                  <a:pt x="809625" y="214313"/>
                </a:lnTo>
                <a:lnTo>
                  <a:pt x="809625" y="223838"/>
                </a:lnTo>
                <a:lnTo>
                  <a:pt x="814388" y="228600"/>
                </a:lnTo>
                <a:lnTo>
                  <a:pt x="819150" y="233363"/>
                </a:lnTo>
                <a:lnTo>
                  <a:pt x="819150" y="242888"/>
                </a:lnTo>
                <a:lnTo>
                  <a:pt x="823913" y="247650"/>
                </a:lnTo>
                <a:lnTo>
                  <a:pt x="828675" y="252413"/>
                </a:lnTo>
                <a:lnTo>
                  <a:pt x="828675" y="261938"/>
                </a:lnTo>
                <a:lnTo>
                  <a:pt x="828675" y="271463"/>
                </a:lnTo>
                <a:lnTo>
                  <a:pt x="833438" y="276225"/>
                </a:lnTo>
                <a:lnTo>
                  <a:pt x="838200" y="280988"/>
                </a:lnTo>
                <a:lnTo>
                  <a:pt x="838200" y="290513"/>
                </a:lnTo>
                <a:lnTo>
                  <a:pt x="838200" y="300038"/>
                </a:lnTo>
                <a:lnTo>
                  <a:pt x="842963" y="304800"/>
                </a:lnTo>
                <a:lnTo>
                  <a:pt x="847725" y="309563"/>
                </a:lnTo>
                <a:lnTo>
                  <a:pt x="847725" y="319088"/>
                </a:lnTo>
                <a:lnTo>
                  <a:pt x="847725" y="328613"/>
                </a:lnTo>
                <a:lnTo>
                  <a:pt x="852488" y="333375"/>
                </a:lnTo>
                <a:lnTo>
                  <a:pt x="857250" y="338138"/>
                </a:lnTo>
                <a:lnTo>
                  <a:pt x="857250" y="347663"/>
                </a:lnTo>
                <a:lnTo>
                  <a:pt x="862013" y="352425"/>
                </a:lnTo>
                <a:lnTo>
                  <a:pt x="866775" y="357188"/>
                </a:lnTo>
                <a:lnTo>
                  <a:pt x="862013" y="361950"/>
                </a:lnTo>
                <a:lnTo>
                  <a:pt x="857250" y="366713"/>
                </a:lnTo>
                <a:lnTo>
                  <a:pt x="862013" y="371475"/>
                </a:lnTo>
                <a:lnTo>
                  <a:pt x="866775" y="376238"/>
                </a:lnTo>
                <a:lnTo>
                  <a:pt x="866775" y="385763"/>
                </a:lnTo>
                <a:lnTo>
                  <a:pt x="866775" y="395288"/>
                </a:lnTo>
                <a:lnTo>
                  <a:pt x="866775" y="404813"/>
                </a:lnTo>
                <a:lnTo>
                  <a:pt x="866775" y="414338"/>
                </a:lnTo>
                <a:lnTo>
                  <a:pt x="871538" y="419100"/>
                </a:lnTo>
                <a:lnTo>
                  <a:pt x="881063" y="419100"/>
                </a:lnTo>
                <a:lnTo>
                  <a:pt x="890588" y="419100"/>
                </a:lnTo>
                <a:lnTo>
                  <a:pt x="900113" y="419100"/>
                </a:lnTo>
                <a:lnTo>
                  <a:pt x="909638" y="419100"/>
                </a:lnTo>
                <a:lnTo>
                  <a:pt x="919163" y="419100"/>
                </a:lnTo>
                <a:lnTo>
                  <a:pt x="928688" y="419100"/>
                </a:lnTo>
                <a:lnTo>
                  <a:pt x="938213" y="419100"/>
                </a:lnTo>
                <a:lnTo>
                  <a:pt x="947738" y="419100"/>
                </a:lnTo>
                <a:lnTo>
                  <a:pt x="957263" y="419100"/>
                </a:lnTo>
                <a:lnTo>
                  <a:pt x="962025" y="414338"/>
                </a:lnTo>
                <a:lnTo>
                  <a:pt x="962025" y="404813"/>
                </a:lnTo>
                <a:lnTo>
                  <a:pt x="962025" y="395288"/>
                </a:lnTo>
                <a:lnTo>
                  <a:pt x="962025" y="385763"/>
                </a:lnTo>
                <a:lnTo>
                  <a:pt x="962025" y="376238"/>
                </a:lnTo>
                <a:lnTo>
                  <a:pt x="962025" y="366713"/>
                </a:lnTo>
                <a:lnTo>
                  <a:pt x="962025" y="357188"/>
                </a:lnTo>
                <a:lnTo>
                  <a:pt x="962025" y="347663"/>
                </a:lnTo>
                <a:lnTo>
                  <a:pt x="962025" y="338138"/>
                </a:lnTo>
                <a:lnTo>
                  <a:pt x="962025" y="328613"/>
                </a:lnTo>
                <a:lnTo>
                  <a:pt x="962025" y="319088"/>
                </a:lnTo>
                <a:lnTo>
                  <a:pt x="962025" y="309563"/>
                </a:lnTo>
                <a:lnTo>
                  <a:pt x="962025" y="300038"/>
                </a:lnTo>
                <a:lnTo>
                  <a:pt x="962025" y="290513"/>
                </a:lnTo>
                <a:lnTo>
                  <a:pt x="962025" y="280988"/>
                </a:lnTo>
                <a:lnTo>
                  <a:pt x="962025" y="271463"/>
                </a:lnTo>
                <a:lnTo>
                  <a:pt x="962025" y="261938"/>
                </a:lnTo>
                <a:lnTo>
                  <a:pt x="962025" y="252413"/>
                </a:lnTo>
                <a:lnTo>
                  <a:pt x="962025" y="242888"/>
                </a:lnTo>
                <a:lnTo>
                  <a:pt x="962025" y="233363"/>
                </a:lnTo>
                <a:lnTo>
                  <a:pt x="962025" y="223838"/>
                </a:lnTo>
                <a:lnTo>
                  <a:pt x="962025" y="214313"/>
                </a:lnTo>
                <a:lnTo>
                  <a:pt x="962025" y="204788"/>
                </a:lnTo>
                <a:lnTo>
                  <a:pt x="962025" y="195263"/>
                </a:lnTo>
                <a:lnTo>
                  <a:pt x="962025" y="185738"/>
                </a:lnTo>
                <a:lnTo>
                  <a:pt x="962025" y="176213"/>
                </a:lnTo>
                <a:lnTo>
                  <a:pt x="962025" y="166688"/>
                </a:lnTo>
                <a:lnTo>
                  <a:pt x="962025" y="157163"/>
                </a:lnTo>
                <a:lnTo>
                  <a:pt x="962025" y="147638"/>
                </a:lnTo>
                <a:lnTo>
                  <a:pt x="962025" y="138113"/>
                </a:lnTo>
                <a:lnTo>
                  <a:pt x="962025" y="128588"/>
                </a:lnTo>
                <a:lnTo>
                  <a:pt x="962025" y="119063"/>
                </a:lnTo>
                <a:lnTo>
                  <a:pt x="962025" y="109538"/>
                </a:lnTo>
                <a:lnTo>
                  <a:pt x="962025" y="100013"/>
                </a:lnTo>
                <a:lnTo>
                  <a:pt x="962025" y="90488"/>
                </a:lnTo>
                <a:lnTo>
                  <a:pt x="962025" y="80963"/>
                </a:lnTo>
                <a:lnTo>
                  <a:pt x="962025" y="71438"/>
                </a:lnTo>
                <a:lnTo>
                  <a:pt x="962025" y="61913"/>
                </a:lnTo>
                <a:lnTo>
                  <a:pt x="962025" y="52388"/>
                </a:lnTo>
                <a:lnTo>
                  <a:pt x="962025" y="42863"/>
                </a:lnTo>
                <a:lnTo>
                  <a:pt x="962025" y="33338"/>
                </a:lnTo>
                <a:lnTo>
                  <a:pt x="962025" y="23813"/>
                </a:lnTo>
                <a:lnTo>
                  <a:pt x="962025" y="14288"/>
                </a:lnTo>
                <a:lnTo>
                  <a:pt x="962025" y="4763"/>
                </a:lnTo>
                <a:lnTo>
                  <a:pt x="966788" y="0"/>
                </a:lnTo>
                <a:lnTo>
                  <a:pt x="971550" y="4763"/>
                </a:lnTo>
                <a:lnTo>
                  <a:pt x="971550" y="14288"/>
                </a:lnTo>
                <a:lnTo>
                  <a:pt x="971550" y="23813"/>
                </a:lnTo>
                <a:lnTo>
                  <a:pt x="971550" y="33338"/>
                </a:lnTo>
                <a:lnTo>
                  <a:pt x="971550" y="42863"/>
                </a:lnTo>
                <a:lnTo>
                  <a:pt x="971550" y="52388"/>
                </a:lnTo>
                <a:lnTo>
                  <a:pt x="971550" y="61913"/>
                </a:lnTo>
                <a:lnTo>
                  <a:pt x="971550" y="71438"/>
                </a:lnTo>
                <a:lnTo>
                  <a:pt x="971550" y="80963"/>
                </a:lnTo>
                <a:lnTo>
                  <a:pt x="971550" y="90488"/>
                </a:lnTo>
                <a:lnTo>
                  <a:pt x="971550" y="100013"/>
                </a:lnTo>
                <a:lnTo>
                  <a:pt x="971550" y="109538"/>
                </a:lnTo>
                <a:lnTo>
                  <a:pt x="971550" y="119063"/>
                </a:lnTo>
                <a:lnTo>
                  <a:pt x="971550" y="128588"/>
                </a:lnTo>
                <a:lnTo>
                  <a:pt x="971550" y="138113"/>
                </a:lnTo>
                <a:lnTo>
                  <a:pt x="971550" y="147638"/>
                </a:lnTo>
                <a:lnTo>
                  <a:pt x="971550" y="157163"/>
                </a:lnTo>
                <a:lnTo>
                  <a:pt x="971550" y="166688"/>
                </a:lnTo>
                <a:lnTo>
                  <a:pt x="971550" y="176213"/>
                </a:lnTo>
                <a:lnTo>
                  <a:pt x="971550" y="185738"/>
                </a:lnTo>
                <a:lnTo>
                  <a:pt x="971550" y="195263"/>
                </a:lnTo>
                <a:lnTo>
                  <a:pt x="971550" y="204788"/>
                </a:lnTo>
                <a:lnTo>
                  <a:pt x="971550" y="214313"/>
                </a:lnTo>
                <a:lnTo>
                  <a:pt x="971550" y="223838"/>
                </a:lnTo>
                <a:lnTo>
                  <a:pt x="971550" y="233363"/>
                </a:lnTo>
                <a:lnTo>
                  <a:pt x="971550" y="242888"/>
                </a:lnTo>
                <a:lnTo>
                  <a:pt x="971550" y="252413"/>
                </a:lnTo>
                <a:lnTo>
                  <a:pt x="971550" y="261938"/>
                </a:lnTo>
                <a:lnTo>
                  <a:pt x="971550" y="271463"/>
                </a:lnTo>
                <a:lnTo>
                  <a:pt x="971550" y="280988"/>
                </a:lnTo>
                <a:lnTo>
                  <a:pt x="971550" y="290513"/>
                </a:lnTo>
                <a:lnTo>
                  <a:pt x="971550" y="300038"/>
                </a:lnTo>
                <a:lnTo>
                  <a:pt x="971550" y="309563"/>
                </a:lnTo>
                <a:lnTo>
                  <a:pt x="971550" y="319088"/>
                </a:lnTo>
                <a:lnTo>
                  <a:pt x="971550" y="328613"/>
                </a:lnTo>
                <a:lnTo>
                  <a:pt x="971550" y="338138"/>
                </a:lnTo>
                <a:lnTo>
                  <a:pt x="971550" y="347663"/>
                </a:lnTo>
                <a:lnTo>
                  <a:pt x="971550" y="357188"/>
                </a:lnTo>
                <a:lnTo>
                  <a:pt x="971550" y="366713"/>
                </a:lnTo>
                <a:lnTo>
                  <a:pt x="971550" y="376238"/>
                </a:lnTo>
                <a:lnTo>
                  <a:pt x="971550" y="385763"/>
                </a:lnTo>
                <a:lnTo>
                  <a:pt x="971550" y="395288"/>
                </a:lnTo>
                <a:lnTo>
                  <a:pt x="971550" y="404813"/>
                </a:lnTo>
                <a:lnTo>
                  <a:pt x="971550" y="414338"/>
                </a:lnTo>
                <a:lnTo>
                  <a:pt x="971550" y="423863"/>
                </a:lnTo>
                <a:lnTo>
                  <a:pt x="966788" y="428625"/>
                </a:lnTo>
                <a:lnTo>
                  <a:pt x="957263" y="428625"/>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3863" y="428625"/>
                </a:lnTo>
                <a:lnTo>
                  <a:pt x="414338" y="428625"/>
                </a:lnTo>
                <a:lnTo>
                  <a:pt x="404813" y="428625"/>
                </a:lnTo>
                <a:lnTo>
                  <a:pt x="395288" y="428625"/>
                </a:lnTo>
                <a:lnTo>
                  <a:pt x="385763" y="428625"/>
                </a:lnTo>
                <a:lnTo>
                  <a:pt x="376238" y="428625"/>
                </a:lnTo>
                <a:lnTo>
                  <a:pt x="366713" y="428625"/>
                </a:lnTo>
                <a:lnTo>
                  <a:pt x="357188" y="428625"/>
                </a:lnTo>
                <a:lnTo>
                  <a:pt x="347663" y="428625"/>
                </a:lnTo>
                <a:lnTo>
                  <a:pt x="338138" y="428625"/>
                </a:lnTo>
                <a:lnTo>
                  <a:pt x="328613" y="428625"/>
                </a:lnTo>
                <a:lnTo>
                  <a:pt x="323850" y="433388"/>
                </a:lnTo>
                <a:lnTo>
                  <a:pt x="323850" y="442913"/>
                </a:lnTo>
                <a:lnTo>
                  <a:pt x="323850" y="452438"/>
                </a:lnTo>
                <a:lnTo>
                  <a:pt x="323850" y="461963"/>
                </a:lnTo>
                <a:lnTo>
                  <a:pt x="323850" y="471488"/>
                </a:lnTo>
                <a:lnTo>
                  <a:pt x="323850" y="481013"/>
                </a:lnTo>
                <a:lnTo>
                  <a:pt x="323850" y="490538"/>
                </a:lnTo>
                <a:lnTo>
                  <a:pt x="323850" y="500063"/>
                </a:lnTo>
                <a:lnTo>
                  <a:pt x="323850" y="509588"/>
                </a:lnTo>
                <a:lnTo>
                  <a:pt x="323850" y="519113"/>
                </a:lnTo>
                <a:lnTo>
                  <a:pt x="323850" y="528638"/>
                </a:lnTo>
                <a:lnTo>
                  <a:pt x="323850" y="538163"/>
                </a:lnTo>
                <a:lnTo>
                  <a:pt x="323850" y="547688"/>
                </a:lnTo>
                <a:lnTo>
                  <a:pt x="323850" y="557213"/>
                </a:lnTo>
                <a:lnTo>
                  <a:pt x="323850" y="566738"/>
                </a:lnTo>
                <a:lnTo>
                  <a:pt x="323850" y="576263"/>
                </a:lnTo>
                <a:lnTo>
                  <a:pt x="323850" y="585788"/>
                </a:lnTo>
                <a:lnTo>
                  <a:pt x="323850" y="595313"/>
                </a:lnTo>
                <a:lnTo>
                  <a:pt x="323850" y="604838"/>
                </a:lnTo>
                <a:lnTo>
                  <a:pt x="323850" y="614363"/>
                </a:lnTo>
                <a:lnTo>
                  <a:pt x="323850" y="623888"/>
                </a:lnTo>
                <a:lnTo>
                  <a:pt x="323850" y="633413"/>
                </a:lnTo>
                <a:lnTo>
                  <a:pt x="323850" y="642938"/>
                </a:lnTo>
                <a:lnTo>
                  <a:pt x="323850" y="652463"/>
                </a:lnTo>
                <a:lnTo>
                  <a:pt x="323850" y="661988"/>
                </a:lnTo>
                <a:lnTo>
                  <a:pt x="323850" y="671513"/>
                </a:lnTo>
                <a:lnTo>
                  <a:pt x="323850" y="681038"/>
                </a:lnTo>
                <a:lnTo>
                  <a:pt x="323850" y="690563"/>
                </a:lnTo>
                <a:lnTo>
                  <a:pt x="323850" y="700088"/>
                </a:lnTo>
                <a:lnTo>
                  <a:pt x="323850" y="709613"/>
                </a:lnTo>
                <a:lnTo>
                  <a:pt x="323850" y="719138"/>
                </a:lnTo>
                <a:lnTo>
                  <a:pt x="323850" y="728663"/>
                </a:lnTo>
                <a:lnTo>
                  <a:pt x="323850" y="738188"/>
                </a:lnTo>
                <a:lnTo>
                  <a:pt x="323850" y="747713"/>
                </a:lnTo>
                <a:lnTo>
                  <a:pt x="323850" y="757238"/>
                </a:lnTo>
                <a:lnTo>
                  <a:pt x="323850" y="766763"/>
                </a:lnTo>
                <a:lnTo>
                  <a:pt x="323850" y="776288"/>
                </a:lnTo>
                <a:lnTo>
                  <a:pt x="328613" y="781050"/>
                </a:lnTo>
                <a:lnTo>
                  <a:pt x="333375" y="785813"/>
                </a:lnTo>
                <a:lnTo>
                  <a:pt x="333375" y="795338"/>
                </a:lnTo>
                <a:lnTo>
                  <a:pt x="333375" y="804863"/>
                </a:lnTo>
                <a:lnTo>
                  <a:pt x="333375" y="814388"/>
                </a:lnTo>
                <a:lnTo>
                  <a:pt x="333375" y="823913"/>
                </a:lnTo>
                <a:lnTo>
                  <a:pt x="333375" y="833438"/>
                </a:lnTo>
                <a:lnTo>
                  <a:pt x="333375" y="842963"/>
                </a:lnTo>
                <a:lnTo>
                  <a:pt x="333375" y="852488"/>
                </a:lnTo>
                <a:lnTo>
                  <a:pt x="333375" y="862013"/>
                </a:lnTo>
                <a:lnTo>
                  <a:pt x="328613" y="866775"/>
                </a:lnTo>
                <a:lnTo>
                  <a:pt x="323850" y="862013"/>
                </a:lnTo>
                <a:lnTo>
                  <a:pt x="323850" y="852488"/>
                </a:lnTo>
                <a:lnTo>
                  <a:pt x="319088" y="847725"/>
                </a:lnTo>
                <a:lnTo>
                  <a:pt x="309563" y="847725"/>
                </a:lnTo>
                <a:lnTo>
                  <a:pt x="300038" y="847725"/>
                </a:lnTo>
                <a:lnTo>
                  <a:pt x="290513" y="847725"/>
                </a:lnTo>
                <a:lnTo>
                  <a:pt x="285750" y="842963"/>
                </a:lnTo>
                <a:lnTo>
                  <a:pt x="280988" y="838200"/>
                </a:lnTo>
                <a:lnTo>
                  <a:pt x="271463" y="838200"/>
                </a:lnTo>
                <a:lnTo>
                  <a:pt x="266700" y="833438"/>
                </a:lnTo>
                <a:lnTo>
                  <a:pt x="261938" y="828675"/>
                </a:lnTo>
                <a:lnTo>
                  <a:pt x="252413" y="828675"/>
                </a:lnTo>
                <a:lnTo>
                  <a:pt x="247650" y="823913"/>
                </a:lnTo>
                <a:lnTo>
                  <a:pt x="242888" y="819150"/>
                </a:lnTo>
                <a:lnTo>
                  <a:pt x="233363" y="819150"/>
                </a:lnTo>
                <a:lnTo>
                  <a:pt x="223838" y="819150"/>
                </a:lnTo>
                <a:lnTo>
                  <a:pt x="219075" y="814388"/>
                </a:lnTo>
                <a:lnTo>
                  <a:pt x="214313" y="809625"/>
                </a:lnTo>
                <a:lnTo>
                  <a:pt x="209550" y="804863"/>
                </a:lnTo>
                <a:lnTo>
                  <a:pt x="204788" y="800100"/>
                </a:lnTo>
                <a:lnTo>
                  <a:pt x="200025" y="795338"/>
                </a:lnTo>
                <a:lnTo>
                  <a:pt x="195263" y="790575"/>
                </a:lnTo>
                <a:lnTo>
                  <a:pt x="185738" y="790575"/>
                </a:lnTo>
                <a:lnTo>
                  <a:pt x="180975" y="785813"/>
                </a:lnTo>
                <a:lnTo>
                  <a:pt x="176213" y="781050"/>
                </a:lnTo>
                <a:lnTo>
                  <a:pt x="166688" y="781050"/>
                </a:lnTo>
                <a:lnTo>
                  <a:pt x="161925" y="776288"/>
                </a:lnTo>
                <a:lnTo>
                  <a:pt x="157163" y="771525"/>
                </a:lnTo>
                <a:lnTo>
                  <a:pt x="147638" y="771525"/>
                </a:lnTo>
                <a:lnTo>
                  <a:pt x="142875" y="766763"/>
                </a:lnTo>
                <a:lnTo>
                  <a:pt x="138113" y="762000"/>
                </a:lnTo>
                <a:lnTo>
                  <a:pt x="133350" y="757238"/>
                </a:lnTo>
                <a:lnTo>
                  <a:pt x="128588" y="752475"/>
                </a:lnTo>
                <a:lnTo>
                  <a:pt x="123825" y="747713"/>
                </a:lnTo>
                <a:lnTo>
                  <a:pt x="119063" y="742950"/>
                </a:lnTo>
                <a:lnTo>
                  <a:pt x="114300" y="738188"/>
                </a:lnTo>
                <a:lnTo>
                  <a:pt x="109538" y="733425"/>
                </a:lnTo>
                <a:lnTo>
                  <a:pt x="104775" y="728663"/>
                </a:lnTo>
                <a:lnTo>
                  <a:pt x="104775" y="719138"/>
                </a:lnTo>
                <a:lnTo>
                  <a:pt x="100013" y="714375"/>
                </a:lnTo>
                <a:lnTo>
                  <a:pt x="95250" y="709613"/>
                </a:lnTo>
                <a:lnTo>
                  <a:pt x="90488" y="704850"/>
                </a:lnTo>
                <a:lnTo>
                  <a:pt x="85725" y="700088"/>
                </a:lnTo>
                <a:lnTo>
                  <a:pt x="80963" y="695325"/>
                </a:lnTo>
                <a:lnTo>
                  <a:pt x="76200" y="690563"/>
                </a:lnTo>
                <a:lnTo>
                  <a:pt x="76200" y="681038"/>
                </a:lnTo>
                <a:lnTo>
                  <a:pt x="71438" y="676275"/>
                </a:lnTo>
                <a:lnTo>
                  <a:pt x="66675" y="671513"/>
                </a:lnTo>
                <a:lnTo>
                  <a:pt x="61913" y="666750"/>
                </a:lnTo>
                <a:lnTo>
                  <a:pt x="57150" y="661988"/>
                </a:lnTo>
                <a:lnTo>
                  <a:pt x="57150" y="652463"/>
                </a:lnTo>
                <a:lnTo>
                  <a:pt x="52388" y="647700"/>
                </a:lnTo>
                <a:lnTo>
                  <a:pt x="47625" y="642938"/>
                </a:lnTo>
                <a:lnTo>
                  <a:pt x="47625" y="633413"/>
                </a:lnTo>
                <a:lnTo>
                  <a:pt x="42863" y="628650"/>
                </a:lnTo>
                <a:lnTo>
                  <a:pt x="38100" y="623888"/>
                </a:lnTo>
                <a:lnTo>
                  <a:pt x="38100" y="614363"/>
                </a:lnTo>
                <a:lnTo>
                  <a:pt x="33338" y="609600"/>
                </a:lnTo>
                <a:lnTo>
                  <a:pt x="28575" y="604838"/>
                </a:lnTo>
                <a:lnTo>
                  <a:pt x="23813" y="600075"/>
                </a:lnTo>
                <a:lnTo>
                  <a:pt x="19050" y="595313"/>
                </a:lnTo>
                <a:lnTo>
                  <a:pt x="23813" y="590550"/>
                </a:lnTo>
                <a:lnTo>
                  <a:pt x="28575" y="585788"/>
                </a:lnTo>
                <a:lnTo>
                  <a:pt x="23813" y="581025"/>
                </a:lnTo>
                <a:lnTo>
                  <a:pt x="19050" y="576263"/>
                </a:lnTo>
                <a:lnTo>
                  <a:pt x="19050" y="566738"/>
                </a:lnTo>
                <a:lnTo>
                  <a:pt x="14288" y="561975"/>
                </a:lnTo>
                <a:lnTo>
                  <a:pt x="9525" y="557213"/>
                </a:lnTo>
                <a:lnTo>
                  <a:pt x="14288" y="552450"/>
                </a:lnTo>
                <a:lnTo>
                  <a:pt x="19050" y="547688"/>
                </a:lnTo>
                <a:lnTo>
                  <a:pt x="14288" y="542925"/>
                </a:lnTo>
                <a:lnTo>
                  <a:pt x="9525" y="538163"/>
                </a:lnTo>
                <a:lnTo>
                  <a:pt x="9525" y="528638"/>
                </a:lnTo>
                <a:lnTo>
                  <a:pt x="9525" y="519113"/>
                </a:lnTo>
                <a:lnTo>
                  <a:pt x="4763" y="514350"/>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4763" y="371475"/>
                </a:lnTo>
                <a:lnTo>
                  <a:pt x="9525" y="366713"/>
                </a:lnTo>
                <a:lnTo>
                  <a:pt x="4763" y="361950"/>
                </a:lnTo>
                <a:lnTo>
                  <a:pt x="0" y="357188"/>
                </a:lnTo>
                <a:lnTo>
                  <a:pt x="4763" y="352425"/>
                </a:lnTo>
                <a:lnTo>
                  <a:pt x="9525" y="347663"/>
                </a:lnTo>
                <a:lnTo>
                  <a:pt x="9525" y="338138"/>
                </a:lnTo>
                <a:lnTo>
                  <a:pt x="9525" y="328613"/>
                </a:lnTo>
                <a:lnTo>
                  <a:pt x="14288" y="323850"/>
                </a:lnTo>
                <a:lnTo>
                  <a:pt x="19050" y="319088"/>
                </a:lnTo>
                <a:lnTo>
                  <a:pt x="19050" y="309563"/>
                </a:lnTo>
                <a:lnTo>
                  <a:pt x="19050" y="300038"/>
                </a:lnTo>
                <a:lnTo>
                  <a:pt x="23813" y="295275"/>
                </a:lnTo>
                <a:lnTo>
                  <a:pt x="28575" y="290513"/>
                </a:lnTo>
                <a:lnTo>
                  <a:pt x="28575" y="280988"/>
                </a:lnTo>
                <a:lnTo>
                  <a:pt x="33338" y="276225"/>
                </a:lnTo>
                <a:lnTo>
                  <a:pt x="38100" y="271463"/>
                </a:lnTo>
                <a:lnTo>
                  <a:pt x="38100" y="261938"/>
                </a:lnTo>
                <a:lnTo>
                  <a:pt x="38100" y="252413"/>
                </a:lnTo>
                <a:lnTo>
                  <a:pt x="42863" y="247650"/>
                </a:lnTo>
                <a:lnTo>
                  <a:pt x="47625" y="242888"/>
                </a:lnTo>
                <a:lnTo>
                  <a:pt x="47625" y="233363"/>
                </a:lnTo>
                <a:lnTo>
                  <a:pt x="52388" y="228600"/>
                </a:lnTo>
                <a:lnTo>
                  <a:pt x="57150" y="223838"/>
                </a:lnTo>
                <a:lnTo>
                  <a:pt x="57150" y="214313"/>
                </a:lnTo>
                <a:lnTo>
                  <a:pt x="61913" y="209550"/>
                </a:lnTo>
                <a:lnTo>
                  <a:pt x="66675" y="204788"/>
                </a:lnTo>
                <a:lnTo>
                  <a:pt x="71438" y="200025"/>
                </a:lnTo>
                <a:lnTo>
                  <a:pt x="76200" y="195263"/>
                </a:lnTo>
                <a:lnTo>
                  <a:pt x="76200" y="185738"/>
                </a:lnTo>
                <a:lnTo>
                  <a:pt x="76200" y="176213"/>
                </a:lnTo>
                <a:lnTo>
                  <a:pt x="80963" y="171450"/>
                </a:lnTo>
                <a:lnTo>
                  <a:pt x="90488" y="171450"/>
                </a:lnTo>
                <a:lnTo>
                  <a:pt x="95250" y="166688"/>
                </a:lnTo>
                <a:lnTo>
                  <a:pt x="95250" y="157163"/>
                </a:lnTo>
                <a:lnTo>
                  <a:pt x="100013" y="152400"/>
                </a:lnTo>
                <a:lnTo>
                  <a:pt x="104775" y="147638"/>
                </a:lnTo>
                <a:lnTo>
                  <a:pt x="109538" y="142875"/>
                </a:lnTo>
                <a:lnTo>
                  <a:pt x="114300" y="138113"/>
                </a:lnTo>
                <a:lnTo>
                  <a:pt x="119063" y="133350"/>
                </a:lnTo>
                <a:lnTo>
                  <a:pt x="128588" y="133350"/>
                </a:lnTo>
                <a:lnTo>
                  <a:pt x="133350" y="138113"/>
                </a:lnTo>
                <a:lnTo>
                  <a:pt x="138113" y="142875"/>
                </a:lnTo>
                <a:lnTo>
                  <a:pt x="147638" y="142875"/>
                </a:lnTo>
                <a:lnTo>
                  <a:pt x="152400" y="147638"/>
                </a:lnTo>
                <a:lnTo>
                  <a:pt x="147638" y="152400"/>
                </a:lnTo>
                <a:lnTo>
                  <a:pt x="142875" y="157163"/>
                </a:lnTo>
                <a:lnTo>
                  <a:pt x="142875" y="166688"/>
                </a:lnTo>
                <a:lnTo>
                  <a:pt x="147638" y="171450"/>
                </a:lnTo>
                <a:lnTo>
                  <a:pt x="157163" y="171450"/>
                </a:lnTo>
                <a:lnTo>
                  <a:pt x="161925" y="176213"/>
                </a:lnTo>
                <a:lnTo>
                  <a:pt x="161925" y="185738"/>
                </a:lnTo>
                <a:lnTo>
                  <a:pt x="157163" y="190500"/>
                </a:lnTo>
                <a:lnTo>
                  <a:pt x="147638" y="190500"/>
                </a:lnTo>
                <a:lnTo>
                  <a:pt x="142875" y="195263"/>
                </a:lnTo>
                <a:lnTo>
                  <a:pt x="138113" y="200025"/>
                </a:lnTo>
                <a:lnTo>
                  <a:pt x="128588" y="200025"/>
                </a:lnTo>
                <a:lnTo>
                  <a:pt x="123825" y="204788"/>
                </a:lnTo>
                <a:lnTo>
                  <a:pt x="119063" y="209550"/>
                </a:lnTo>
                <a:lnTo>
                  <a:pt x="114300" y="214313"/>
                </a:lnTo>
                <a:lnTo>
                  <a:pt x="114300" y="223838"/>
                </a:lnTo>
                <a:lnTo>
                  <a:pt x="114300" y="233363"/>
                </a:lnTo>
                <a:lnTo>
                  <a:pt x="114300" y="242888"/>
                </a:lnTo>
                <a:lnTo>
                  <a:pt x="119063" y="247650"/>
                </a:lnTo>
                <a:lnTo>
                  <a:pt x="123825" y="252413"/>
                </a:lnTo>
                <a:lnTo>
                  <a:pt x="128588" y="257175"/>
                </a:lnTo>
                <a:lnTo>
                  <a:pt x="138113" y="257175"/>
                </a:lnTo>
                <a:lnTo>
                  <a:pt x="142875" y="261938"/>
                </a:lnTo>
                <a:lnTo>
                  <a:pt x="147638" y="266700"/>
                </a:lnTo>
                <a:lnTo>
                  <a:pt x="157163" y="266700"/>
                </a:lnTo>
                <a:lnTo>
                  <a:pt x="166688" y="266700"/>
                </a:lnTo>
                <a:lnTo>
                  <a:pt x="171450" y="271463"/>
                </a:lnTo>
                <a:lnTo>
                  <a:pt x="176213" y="276225"/>
                </a:lnTo>
                <a:lnTo>
                  <a:pt x="185738" y="276225"/>
                </a:lnTo>
                <a:lnTo>
                  <a:pt x="195263" y="276225"/>
                </a:lnTo>
                <a:lnTo>
                  <a:pt x="204788" y="276225"/>
                </a:lnTo>
                <a:lnTo>
                  <a:pt x="214313" y="276225"/>
                </a:lnTo>
                <a:lnTo>
                  <a:pt x="219075" y="280988"/>
                </a:lnTo>
                <a:lnTo>
                  <a:pt x="223838" y="285750"/>
                </a:lnTo>
                <a:lnTo>
                  <a:pt x="233363" y="285750"/>
                </a:lnTo>
                <a:lnTo>
                  <a:pt x="242888" y="285750"/>
                </a:lnTo>
                <a:lnTo>
                  <a:pt x="252413" y="285750"/>
                </a:lnTo>
                <a:lnTo>
                  <a:pt x="261938" y="285750"/>
                </a:lnTo>
                <a:lnTo>
                  <a:pt x="271463" y="285750"/>
                </a:lnTo>
                <a:lnTo>
                  <a:pt x="280988" y="285750"/>
                </a:lnTo>
                <a:lnTo>
                  <a:pt x="290513" y="285750"/>
                </a:lnTo>
                <a:lnTo>
                  <a:pt x="300038" y="285750"/>
                </a:lnTo>
                <a:lnTo>
                  <a:pt x="309563" y="285750"/>
                </a:lnTo>
                <a:lnTo>
                  <a:pt x="319088" y="285750"/>
                </a:lnTo>
                <a:lnTo>
                  <a:pt x="328613" y="285750"/>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61963" y="285750"/>
                </a:lnTo>
                <a:lnTo>
                  <a:pt x="471488" y="285750"/>
                </a:lnTo>
                <a:lnTo>
                  <a:pt x="476250" y="280988"/>
                </a:lnTo>
                <a:lnTo>
                  <a:pt x="481013" y="276225"/>
                </a:lnTo>
                <a:lnTo>
                  <a:pt x="490538" y="276225"/>
                </a:lnTo>
                <a:lnTo>
                  <a:pt x="500063" y="276225"/>
                </a:lnTo>
                <a:lnTo>
                  <a:pt x="509588" y="276225"/>
                </a:lnTo>
                <a:lnTo>
                  <a:pt x="519113" y="276225"/>
                </a:lnTo>
                <a:lnTo>
                  <a:pt x="523875" y="271463"/>
                </a:lnTo>
                <a:lnTo>
                  <a:pt x="528638" y="266700"/>
                </a:lnTo>
                <a:lnTo>
                  <a:pt x="538163" y="266700"/>
                </a:lnTo>
                <a:lnTo>
                  <a:pt x="547688" y="266700"/>
                </a:lnTo>
                <a:lnTo>
                  <a:pt x="552450" y="261938"/>
                </a:lnTo>
                <a:lnTo>
                  <a:pt x="557213" y="257175"/>
                </a:lnTo>
                <a:lnTo>
                  <a:pt x="566738" y="257175"/>
                </a:lnTo>
                <a:lnTo>
                  <a:pt x="571500" y="252413"/>
                </a:lnTo>
                <a:lnTo>
                  <a:pt x="576263" y="247650"/>
                </a:lnTo>
                <a:lnTo>
                  <a:pt x="581025" y="242888"/>
                </a:lnTo>
                <a:lnTo>
                  <a:pt x="585788" y="238125"/>
                </a:lnTo>
                <a:lnTo>
                  <a:pt x="590550" y="233363"/>
                </a:lnTo>
                <a:lnTo>
                  <a:pt x="590550" y="223838"/>
                </a:lnTo>
                <a:lnTo>
                  <a:pt x="585788" y="219075"/>
                </a:lnTo>
                <a:lnTo>
                  <a:pt x="581025" y="214313"/>
                </a:lnTo>
                <a:lnTo>
                  <a:pt x="576263" y="209550"/>
                </a:lnTo>
                <a:lnTo>
                  <a:pt x="571500" y="204788"/>
                </a:lnTo>
                <a:lnTo>
                  <a:pt x="566738" y="200025"/>
                </a:lnTo>
                <a:lnTo>
                  <a:pt x="561975" y="195263"/>
                </a:lnTo>
                <a:lnTo>
                  <a:pt x="557213" y="190500"/>
                </a:lnTo>
                <a:lnTo>
                  <a:pt x="547688" y="190500"/>
                </a:lnTo>
                <a:lnTo>
                  <a:pt x="538163" y="190500"/>
                </a:lnTo>
                <a:lnTo>
                  <a:pt x="533400" y="185738"/>
                </a:lnTo>
                <a:lnTo>
                  <a:pt x="528638" y="180975"/>
                </a:lnTo>
                <a:lnTo>
                  <a:pt x="519113" y="180975"/>
                </a:lnTo>
                <a:lnTo>
                  <a:pt x="509588" y="180975"/>
                </a:lnTo>
                <a:lnTo>
                  <a:pt x="500063" y="180975"/>
                </a:lnTo>
                <a:lnTo>
                  <a:pt x="495300" y="176213"/>
                </a:lnTo>
                <a:lnTo>
                  <a:pt x="490538" y="171450"/>
                </a:lnTo>
                <a:lnTo>
                  <a:pt x="481013" y="171450"/>
                </a:lnTo>
                <a:lnTo>
                  <a:pt x="471488" y="171450"/>
                </a:lnTo>
                <a:lnTo>
                  <a:pt x="461963" y="171450"/>
                </a:lnTo>
                <a:lnTo>
                  <a:pt x="452438" y="171450"/>
                </a:lnTo>
                <a:lnTo>
                  <a:pt x="442913" y="171450"/>
                </a:lnTo>
                <a:lnTo>
                  <a:pt x="433388" y="171450"/>
                </a:lnTo>
                <a:lnTo>
                  <a:pt x="423863" y="171450"/>
                </a:lnTo>
                <a:lnTo>
                  <a:pt x="414338" y="171450"/>
                </a:lnTo>
                <a:lnTo>
                  <a:pt x="404813" y="171450"/>
                </a:lnTo>
                <a:lnTo>
                  <a:pt x="400050" y="166688"/>
                </a:lnTo>
                <a:lnTo>
                  <a:pt x="395288" y="161925"/>
                </a:lnTo>
                <a:lnTo>
                  <a:pt x="385763" y="161925"/>
                </a:lnTo>
                <a:lnTo>
                  <a:pt x="376238" y="161925"/>
                </a:lnTo>
                <a:lnTo>
                  <a:pt x="366713" y="161925"/>
                </a:lnTo>
                <a:lnTo>
                  <a:pt x="357188" y="161925"/>
                </a:lnTo>
                <a:lnTo>
                  <a:pt x="347663" y="161925"/>
                </a:lnTo>
                <a:lnTo>
                  <a:pt x="338138" y="161925"/>
                </a:lnTo>
                <a:lnTo>
                  <a:pt x="328613" y="161925"/>
                </a:lnTo>
                <a:lnTo>
                  <a:pt x="319088" y="161925"/>
                </a:lnTo>
                <a:lnTo>
                  <a:pt x="309563" y="161925"/>
                </a:lnTo>
                <a:lnTo>
                  <a:pt x="300038" y="161925"/>
                </a:lnTo>
                <a:lnTo>
                  <a:pt x="290513" y="161925"/>
                </a:lnTo>
                <a:lnTo>
                  <a:pt x="285750" y="166688"/>
                </a:lnTo>
                <a:lnTo>
                  <a:pt x="280988" y="171450"/>
                </a:lnTo>
                <a:lnTo>
                  <a:pt x="271463" y="171450"/>
                </a:lnTo>
                <a:lnTo>
                  <a:pt x="261938" y="171450"/>
                </a:lnTo>
                <a:lnTo>
                  <a:pt x="252413" y="171450"/>
                </a:lnTo>
                <a:lnTo>
                  <a:pt x="242888" y="171450"/>
                </a:lnTo>
                <a:lnTo>
                  <a:pt x="233363" y="171450"/>
                </a:lnTo>
                <a:lnTo>
                  <a:pt x="223838" y="171450"/>
                </a:lnTo>
                <a:lnTo>
                  <a:pt x="219075" y="166688"/>
                </a:lnTo>
                <a:lnTo>
                  <a:pt x="214313" y="161925"/>
                </a:lnTo>
                <a:lnTo>
                  <a:pt x="209550" y="157163"/>
                </a:lnTo>
                <a:lnTo>
                  <a:pt x="204788" y="152400"/>
                </a:lnTo>
                <a:lnTo>
                  <a:pt x="200025" y="147638"/>
                </a:lnTo>
                <a:lnTo>
                  <a:pt x="200025" y="138113"/>
                </a:lnTo>
                <a:lnTo>
                  <a:pt x="195263" y="133350"/>
                </a:lnTo>
                <a:lnTo>
                  <a:pt x="190500" y="128588"/>
                </a:lnTo>
                <a:lnTo>
                  <a:pt x="185738" y="123825"/>
                </a:lnTo>
                <a:lnTo>
                  <a:pt x="180975" y="119063"/>
                </a:lnTo>
                <a:lnTo>
                  <a:pt x="176213" y="114300"/>
                </a:lnTo>
                <a:lnTo>
                  <a:pt x="171450" y="119063"/>
                </a:lnTo>
                <a:lnTo>
                  <a:pt x="171450" y="128588"/>
                </a:lnTo>
                <a:lnTo>
                  <a:pt x="166688" y="133350"/>
                </a:lnTo>
                <a:lnTo>
                  <a:pt x="161925" y="128588"/>
                </a:lnTo>
                <a:lnTo>
                  <a:pt x="157163" y="123825"/>
                </a:lnTo>
                <a:lnTo>
                  <a:pt x="152400" y="119063"/>
                </a:lnTo>
                <a:lnTo>
                  <a:pt x="147638" y="114300"/>
                </a:lnTo>
                <a:lnTo>
                  <a:pt x="142875" y="109538"/>
                </a:lnTo>
                <a:lnTo>
                  <a:pt x="147638" y="104775"/>
                </a:lnTo>
                <a:lnTo>
                  <a:pt x="157163" y="104775"/>
                </a:lnTo>
                <a:lnTo>
                  <a:pt x="161925" y="100013"/>
                </a:lnTo>
                <a:lnTo>
                  <a:pt x="166688" y="95250"/>
                </a:lnTo>
                <a:lnTo>
                  <a:pt x="171450" y="90488"/>
                </a:lnTo>
                <a:lnTo>
                  <a:pt x="176213" y="85725"/>
                </a:lnTo>
                <a:lnTo>
                  <a:pt x="185738" y="85725"/>
                </a:lnTo>
                <a:lnTo>
                  <a:pt x="190500" y="80963"/>
                </a:lnTo>
                <a:lnTo>
                  <a:pt x="195263" y="76200"/>
                </a:lnTo>
                <a:lnTo>
                  <a:pt x="200025" y="71438"/>
                </a:lnTo>
                <a:lnTo>
                  <a:pt x="204788" y="66675"/>
                </a:lnTo>
                <a:lnTo>
                  <a:pt x="209550" y="61913"/>
                </a:lnTo>
                <a:lnTo>
                  <a:pt x="214313" y="57150"/>
                </a:lnTo>
                <a:lnTo>
                  <a:pt x="223838" y="57150"/>
                </a:lnTo>
                <a:lnTo>
                  <a:pt x="233363" y="57150"/>
                </a:lnTo>
                <a:lnTo>
                  <a:pt x="238125" y="52388"/>
                </a:lnTo>
                <a:lnTo>
                  <a:pt x="242888" y="47625"/>
                </a:lnTo>
                <a:lnTo>
                  <a:pt x="247650" y="42863"/>
                </a:lnTo>
                <a:lnTo>
                  <a:pt x="252413" y="38100"/>
                </a:lnTo>
                <a:lnTo>
                  <a:pt x="261938" y="38100"/>
                </a:lnTo>
                <a:lnTo>
                  <a:pt x="266700" y="33338"/>
                </a:lnTo>
                <a:lnTo>
                  <a:pt x="271463" y="28575"/>
                </a:lnTo>
                <a:lnTo>
                  <a:pt x="280988" y="28575"/>
                </a:lnTo>
                <a:lnTo>
                  <a:pt x="290513" y="28575"/>
                </a:lnTo>
                <a:lnTo>
                  <a:pt x="300038" y="28575"/>
                </a:lnTo>
                <a:lnTo>
                  <a:pt x="304800" y="23813"/>
                </a:lnTo>
                <a:lnTo>
                  <a:pt x="309563" y="19050"/>
                </a:lnTo>
                <a:lnTo>
                  <a:pt x="319088" y="19050"/>
                </a:lnTo>
                <a:lnTo>
                  <a:pt x="328613" y="19050"/>
                </a:lnTo>
                <a:lnTo>
                  <a:pt x="338138" y="19050"/>
                </a:lnTo>
                <a:lnTo>
                  <a:pt x="342900" y="14288"/>
                </a:lnTo>
                <a:lnTo>
                  <a:pt x="347663" y="9525"/>
                </a:lnTo>
                <a:lnTo>
                  <a:pt x="357188" y="9525"/>
                </a:lnTo>
                <a:lnTo>
                  <a:pt x="366713" y="9525"/>
                </a:lnTo>
                <a:lnTo>
                  <a:pt x="376238" y="9525"/>
                </a:lnTo>
                <a:lnTo>
                  <a:pt x="385763" y="9525"/>
                </a:lnTo>
                <a:lnTo>
                  <a:pt x="395288" y="9525"/>
                </a:lnTo>
                <a:lnTo>
                  <a:pt x="400050" y="4763"/>
                </a:lnTo>
                <a:close/>
              </a:path>
            </a:pathLst>
          </a:custGeom>
          <a:solidFill xmlns:a="http://schemas.openxmlformats.org/drawingml/2006/main">
            <a:srgbClr val="F3C28E"/>
          </a:solidFill>
          <a:ln xmlns:a="http://schemas.openxmlformats.org/drawingml/2006/main" w="0">
            <a:noFill/>
            <a:prstDash val="solid"/>
          </a:ln>
        </p:spPr>
      </p:sp>
      <p:sp>
        <p:nvSpPr>
          <p:cNvPr id="715" name="layout-orange-96-1">
            <a:extLst xmlns:a="http://schemas.openxmlformats.org/drawingml/2006/main">
              <a:ext uri="{FF2B5EF4-FFF2-40B4-BE49-F238E27FC236}">
                <a16:creationId xmlns:a16="http://schemas.microsoft.com/office/drawing/2014/main" id="{DFAF4AA9-968C-4D4B-ADEA-C43D2C4B6B20}"/>
              </a:ext>
            </a:extLst>
          </p:cNvPr>
          <p:cNvSpPr>
            <a:spLocks xmlns:a="http://schemas.openxmlformats.org/drawingml/2006/main" noGrp="1"/>
          </p:cNvSpPr>
          <p:nvPr/>
        </p:nvSpPr>
        <p:spPr>
          <a:xfrm xmlns:a="http://schemas.openxmlformats.org/drawingml/2006/main" rot="0">
            <a:off x="1943100" y="3486150"/>
            <a:ext cx="9525" cy="657225"/>
          </a:xfrm>
          <a:custGeom xmlns:a="http://schemas.openxmlformats.org/drawingml/2006/main">
            <a:pathLst>
              <a:path w="9525" h="6572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9525" y="433388"/>
                </a:lnTo>
                <a:lnTo>
                  <a:pt x="9525" y="442913"/>
                </a:lnTo>
                <a:lnTo>
                  <a:pt x="9525" y="452438"/>
                </a:lnTo>
                <a:lnTo>
                  <a:pt x="9525" y="461963"/>
                </a:lnTo>
                <a:lnTo>
                  <a:pt x="9525" y="471488"/>
                </a:lnTo>
                <a:lnTo>
                  <a:pt x="9525" y="481013"/>
                </a:lnTo>
                <a:lnTo>
                  <a:pt x="9525" y="490538"/>
                </a:lnTo>
                <a:lnTo>
                  <a:pt x="9525" y="500063"/>
                </a:lnTo>
                <a:lnTo>
                  <a:pt x="9525" y="509588"/>
                </a:lnTo>
                <a:lnTo>
                  <a:pt x="9525" y="519113"/>
                </a:lnTo>
                <a:lnTo>
                  <a:pt x="9525" y="528638"/>
                </a:lnTo>
                <a:lnTo>
                  <a:pt x="9525" y="538163"/>
                </a:lnTo>
                <a:lnTo>
                  <a:pt x="9525" y="547688"/>
                </a:lnTo>
                <a:lnTo>
                  <a:pt x="9525" y="557213"/>
                </a:lnTo>
                <a:lnTo>
                  <a:pt x="9525" y="566738"/>
                </a:lnTo>
                <a:lnTo>
                  <a:pt x="9525" y="576263"/>
                </a:lnTo>
                <a:lnTo>
                  <a:pt x="9525" y="585788"/>
                </a:lnTo>
                <a:lnTo>
                  <a:pt x="9525" y="595313"/>
                </a:lnTo>
                <a:lnTo>
                  <a:pt x="9525" y="604838"/>
                </a:lnTo>
                <a:lnTo>
                  <a:pt x="9525" y="614363"/>
                </a:lnTo>
                <a:lnTo>
                  <a:pt x="9525" y="623888"/>
                </a:lnTo>
                <a:lnTo>
                  <a:pt x="9525" y="633413"/>
                </a:lnTo>
                <a:lnTo>
                  <a:pt x="9525" y="642938"/>
                </a:lnTo>
                <a:lnTo>
                  <a:pt x="9525" y="652463"/>
                </a:lnTo>
                <a:lnTo>
                  <a:pt x="4763" y="657225"/>
                </a:lnTo>
                <a:lnTo>
                  <a:pt x="0" y="652463"/>
                </a:lnTo>
                <a:lnTo>
                  <a:pt x="0" y="642938"/>
                </a:lnTo>
                <a:lnTo>
                  <a:pt x="0" y="633413"/>
                </a:lnTo>
                <a:lnTo>
                  <a:pt x="0" y="623888"/>
                </a:lnTo>
                <a:lnTo>
                  <a:pt x="0" y="614363"/>
                </a:lnTo>
                <a:lnTo>
                  <a:pt x="0" y="604838"/>
                </a:lnTo>
                <a:lnTo>
                  <a:pt x="0" y="595313"/>
                </a:lnTo>
                <a:lnTo>
                  <a:pt x="0" y="585788"/>
                </a:lnTo>
                <a:lnTo>
                  <a:pt x="0" y="576263"/>
                </a:lnTo>
                <a:lnTo>
                  <a:pt x="0" y="566738"/>
                </a:lnTo>
                <a:lnTo>
                  <a:pt x="0" y="557213"/>
                </a:lnTo>
                <a:lnTo>
                  <a:pt x="0" y="547688"/>
                </a:lnTo>
                <a:lnTo>
                  <a:pt x="0" y="538163"/>
                </a:lnTo>
                <a:lnTo>
                  <a:pt x="0" y="528638"/>
                </a:lnTo>
                <a:lnTo>
                  <a:pt x="0" y="519113"/>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3C28E"/>
          </a:solidFill>
          <a:ln xmlns:a="http://schemas.openxmlformats.org/drawingml/2006/main" w="0">
            <a:noFill/>
            <a:prstDash val="solid"/>
          </a:ln>
        </p:spPr>
      </p:sp>
      <p:sp>
        <p:nvSpPr>
          <p:cNvPr id="716" name="layout-orange-96-2">
            <a:extLst xmlns:a="http://schemas.openxmlformats.org/drawingml/2006/main">
              <a:ext uri="{FF2B5EF4-FFF2-40B4-BE49-F238E27FC236}">
                <a16:creationId xmlns:a16="http://schemas.microsoft.com/office/drawing/2014/main" id="{5EDAE863-4BFA-46A4-82E6-6EC168BA1038}"/>
              </a:ext>
            </a:extLst>
          </p:cNvPr>
          <p:cNvSpPr>
            <a:spLocks xmlns:a="http://schemas.openxmlformats.org/drawingml/2006/main" noGrp="1"/>
          </p:cNvSpPr>
          <p:nvPr/>
        </p:nvSpPr>
        <p:spPr>
          <a:xfrm xmlns:a="http://schemas.openxmlformats.org/drawingml/2006/main" rot="0">
            <a:off x="2181225" y="3552825"/>
            <a:ext cx="438150" cy="95250"/>
          </a:xfrm>
          <a:custGeom xmlns:a="http://schemas.openxmlformats.org/drawingml/2006/main">
            <a:pathLst>
              <a:path w="438150" h="95250">
                <a:moveTo>
                  <a:pt x="142875" y="4763"/>
                </a:moveTo>
                <a:lnTo>
                  <a:pt x="147638" y="0"/>
                </a:lnTo>
                <a:lnTo>
                  <a:pt x="157163" y="0"/>
                </a:lnTo>
                <a:lnTo>
                  <a:pt x="166688" y="0"/>
                </a:lnTo>
                <a:lnTo>
                  <a:pt x="176213" y="0"/>
                </a:lnTo>
                <a:lnTo>
                  <a:pt x="185738" y="0"/>
                </a:lnTo>
                <a:lnTo>
                  <a:pt x="195263" y="0"/>
                </a:lnTo>
                <a:lnTo>
                  <a:pt x="200025" y="4763"/>
                </a:lnTo>
                <a:lnTo>
                  <a:pt x="195263" y="9525"/>
                </a:lnTo>
                <a:lnTo>
                  <a:pt x="190500" y="14288"/>
                </a:lnTo>
                <a:lnTo>
                  <a:pt x="185738" y="19050"/>
                </a:lnTo>
                <a:lnTo>
                  <a:pt x="180975" y="23813"/>
                </a:lnTo>
                <a:lnTo>
                  <a:pt x="180975" y="33338"/>
                </a:lnTo>
                <a:lnTo>
                  <a:pt x="180975" y="42863"/>
                </a:lnTo>
                <a:lnTo>
                  <a:pt x="180975" y="52388"/>
                </a:lnTo>
                <a:lnTo>
                  <a:pt x="185738" y="57150"/>
                </a:lnTo>
                <a:lnTo>
                  <a:pt x="190500" y="61913"/>
                </a:lnTo>
                <a:lnTo>
                  <a:pt x="195263" y="66675"/>
                </a:lnTo>
                <a:lnTo>
                  <a:pt x="200025" y="71438"/>
                </a:lnTo>
                <a:lnTo>
                  <a:pt x="204788" y="76200"/>
                </a:lnTo>
                <a:lnTo>
                  <a:pt x="214313" y="76200"/>
                </a:lnTo>
                <a:lnTo>
                  <a:pt x="223838" y="76200"/>
                </a:lnTo>
                <a:lnTo>
                  <a:pt x="233363" y="76200"/>
                </a:lnTo>
                <a:lnTo>
                  <a:pt x="242888" y="76200"/>
                </a:lnTo>
                <a:lnTo>
                  <a:pt x="247650" y="71438"/>
                </a:lnTo>
                <a:lnTo>
                  <a:pt x="252413" y="66675"/>
                </a:lnTo>
                <a:lnTo>
                  <a:pt x="257175" y="61913"/>
                </a:lnTo>
                <a:lnTo>
                  <a:pt x="261938" y="57150"/>
                </a:lnTo>
                <a:lnTo>
                  <a:pt x="266700" y="52388"/>
                </a:lnTo>
                <a:lnTo>
                  <a:pt x="266700" y="42863"/>
                </a:lnTo>
                <a:lnTo>
                  <a:pt x="266700" y="33338"/>
                </a:lnTo>
                <a:lnTo>
                  <a:pt x="266700" y="23813"/>
                </a:lnTo>
                <a:lnTo>
                  <a:pt x="261938" y="19050"/>
                </a:lnTo>
                <a:lnTo>
                  <a:pt x="257175" y="14288"/>
                </a:lnTo>
                <a:lnTo>
                  <a:pt x="252413" y="9525"/>
                </a:lnTo>
                <a:lnTo>
                  <a:pt x="247650" y="4763"/>
                </a:lnTo>
                <a:lnTo>
                  <a:pt x="252413" y="0"/>
                </a:lnTo>
                <a:lnTo>
                  <a:pt x="261938" y="0"/>
                </a:lnTo>
                <a:lnTo>
                  <a:pt x="271463" y="0"/>
                </a:lnTo>
                <a:lnTo>
                  <a:pt x="280988" y="0"/>
                </a:lnTo>
                <a:lnTo>
                  <a:pt x="290513" y="0"/>
                </a:lnTo>
                <a:lnTo>
                  <a:pt x="300038" y="0"/>
                </a:lnTo>
                <a:lnTo>
                  <a:pt x="304800" y="4763"/>
                </a:lnTo>
                <a:lnTo>
                  <a:pt x="309563" y="9525"/>
                </a:lnTo>
                <a:lnTo>
                  <a:pt x="319088" y="9525"/>
                </a:lnTo>
                <a:lnTo>
                  <a:pt x="328613" y="9525"/>
                </a:lnTo>
                <a:lnTo>
                  <a:pt x="338138" y="9525"/>
                </a:lnTo>
                <a:lnTo>
                  <a:pt x="347663" y="9525"/>
                </a:lnTo>
                <a:lnTo>
                  <a:pt x="357188" y="9525"/>
                </a:lnTo>
                <a:lnTo>
                  <a:pt x="366713" y="9525"/>
                </a:lnTo>
                <a:lnTo>
                  <a:pt x="371475" y="14288"/>
                </a:lnTo>
                <a:lnTo>
                  <a:pt x="376238" y="19050"/>
                </a:lnTo>
                <a:lnTo>
                  <a:pt x="385763" y="19050"/>
                </a:lnTo>
                <a:lnTo>
                  <a:pt x="395288" y="19050"/>
                </a:lnTo>
                <a:lnTo>
                  <a:pt x="404813" y="19050"/>
                </a:lnTo>
                <a:lnTo>
                  <a:pt x="409575" y="23813"/>
                </a:lnTo>
                <a:lnTo>
                  <a:pt x="414338" y="28575"/>
                </a:lnTo>
                <a:lnTo>
                  <a:pt x="423863" y="28575"/>
                </a:lnTo>
                <a:lnTo>
                  <a:pt x="428625" y="33338"/>
                </a:lnTo>
                <a:lnTo>
                  <a:pt x="433388" y="38100"/>
                </a:lnTo>
                <a:lnTo>
                  <a:pt x="438150" y="42863"/>
                </a:lnTo>
                <a:lnTo>
                  <a:pt x="438150" y="52388"/>
                </a:lnTo>
                <a:lnTo>
                  <a:pt x="433388" y="57150"/>
                </a:lnTo>
                <a:lnTo>
                  <a:pt x="428625" y="61913"/>
                </a:lnTo>
                <a:lnTo>
                  <a:pt x="423863" y="66675"/>
                </a:lnTo>
                <a:lnTo>
                  <a:pt x="414338" y="66675"/>
                </a:lnTo>
                <a:lnTo>
                  <a:pt x="404813" y="66675"/>
                </a:lnTo>
                <a:lnTo>
                  <a:pt x="400050" y="71438"/>
                </a:lnTo>
                <a:lnTo>
                  <a:pt x="395288" y="76200"/>
                </a:lnTo>
                <a:lnTo>
                  <a:pt x="385763" y="76200"/>
                </a:lnTo>
                <a:lnTo>
                  <a:pt x="376238" y="76200"/>
                </a:lnTo>
                <a:lnTo>
                  <a:pt x="366713" y="76200"/>
                </a:lnTo>
                <a:lnTo>
                  <a:pt x="361950" y="80963"/>
                </a:lnTo>
                <a:lnTo>
                  <a:pt x="357188" y="85725"/>
                </a:lnTo>
                <a:lnTo>
                  <a:pt x="347663" y="85725"/>
                </a:lnTo>
                <a:lnTo>
                  <a:pt x="338138" y="85725"/>
                </a:lnTo>
                <a:lnTo>
                  <a:pt x="328613" y="85725"/>
                </a:lnTo>
                <a:lnTo>
                  <a:pt x="319088" y="85725"/>
                </a:lnTo>
                <a:lnTo>
                  <a:pt x="309563" y="85725"/>
                </a:lnTo>
                <a:lnTo>
                  <a:pt x="300038" y="85725"/>
                </a:lnTo>
                <a:lnTo>
                  <a:pt x="290513" y="85725"/>
                </a:lnTo>
                <a:lnTo>
                  <a:pt x="285750" y="90488"/>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52400" y="90488"/>
                </a:lnTo>
                <a:lnTo>
                  <a:pt x="147638" y="85725"/>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4288" y="66675"/>
                </a:lnTo>
                <a:lnTo>
                  <a:pt x="9525" y="61913"/>
                </a:lnTo>
                <a:lnTo>
                  <a:pt x="4763" y="57150"/>
                </a:lnTo>
                <a:lnTo>
                  <a:pt x="0" y="52388"/>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8588" y="9525"/>
                </a:lnTo>
                <a:lnTo>
                  <a:pt x="138113" y="9525"/>
                </a:lnTo>
                <a:lnTo>
                  <a:pt x="142875" y="4763"/>
                </a:lnTo>
                <a:close/>
              </a:path>
            </a:pathLst>
          </a:custGeom>
          <a:solidFill xmlns:a="http://schemas.openxmlformats.org/drawingml/2006/main">
            <a:srgbClr val="F3C28E"/>
          </a:solidFill>
          <a:ln xmlns:a="http://schemas.openxmlformats.org/drawingml/2006/main" w="0">
            <a:noFill/>
            <a:prstDash val="solid"/>
          </a:ln>
        </p:spPr>
      </p:sp>
      <p:sp>
        <p:nvSpPr>
          <p:cNvPr id="717" name="layout-orange-96-3">
            <a:extLst xmlns:a="http://schemas.openxmlformats.org/drawingml/2006/main">
              <a:ext uri="{FF2B5EF4-FFF2-40B4-BE49-F238E27FC236}">
                <a16:creationId xmlns:a16="http://schemas.microsoft.com/office/drawing/2014/main" id="{11C06F20-5DC7-4334-B70B-8542ADFA62C5}"/>
              </a:ext>
            </a:extLst>
          </p:cNvPr>
          <p:cNvSpPr>
            <a:spLocks xmlns:a="http://schemas.openxmlformats.org/drawingml/2006/main" noGrp="1"/>
          </p:cNvSpPr>
          <p:nvPr/>
        </p:nvSpPr>
        <p:spPr>
          <a:xfrm xmlns:a="http://schemas.openxmlformats.org/drawingml/2006/main" rot="0">
            <a:off x="1943100" y="4238625"/>
            <a:ext cx="314325" cy="9525"/>
          </a:xfrm>
          <a:custGeom xmlns:a="http://schemas.openxmlformats.org/drawingml/2006/main">
            <a:pathLst>
              <a:path w="31432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4325" y="4763"/>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F3C28E"/>
          </a:solidFill>
          <a:ln xmlns:a="http://schemas.openxmlformats.org/drawingml/2006/main" w="0">
            <a:noFill/>
            <a:prstDash val="solid"/>
          </a:ln>
        </p:spPr>
      </p:sp>
      <p:sp>
        <p:nvSpPr>
          <p:cNvPr id="718" name="layout-orange-97-0">
            <a:extLst xmlns:a="http://schemas.openxmlformats.org/drawingml/2006/main">
              <a:ext uri="{FF2B5EF4-FFF2-40B4-BE49-F238E27FC236}">
                <a16:creationId xmlns:a16="http://schemas.microsoft.com/office/drawing/2014/main" id="{AC870339-8561-48CB-BF47-1CF414FB883D}"/>
              </a:ext>
            </a:extLst>
          </p:cNvPr>
          <p:cNvSpPr>
            <a:spLocks xmlns:a="http://schemas.openxmlformats.org/drawingml/2006/main" noGrp="1"/>
          </p:cNvSpPr>
          <p:nvPr/>
        </p:nvSpPr>
        <p:spPr>
          <a:xfrm xmlns:a="http://schemas.openxmlformats.org/drawingml/2006/main" rot="0">
            <a:off x="2066925" y="3371850"/>
            <a:ext cx="952500" cy="866775"/>
          </a:xfrm>
          <a:custGeom xmlns:a="http://schemas.openxmlformats.org/drawingml/2006/main">
            <a:pathLst>
              <a:path w="952500" h="866775">
                <a:moveTo>
                  <a:pt x="942975" y="4763"/>
                </a:moveTo>
                <a:lnTo>
                  <a:pt x="947738" y="0"/>
                </a:lnTo>
                <a:lnTo>
                  <a:pt x="952500" y="4763"/>
                </a:lnTo>
                <a:lnTo>
                  <a:pt x="952500" y="14288"/>
                </a:lnTo>
                <a:lnTo>
                  <a:pt x="952500" y="23813"/>
                </a:lnTo>
                <a:lnTo>
                  <a:pt x="952500" y="33338"/>
                </a:lnTo>
                <a:lnTo>
                  <a:pt x="952500" y="42863"/>
                </a:lnTo>
                <a:lnTo>
                  <a:pt x="952500" y="52388"/>
                </a:lnTo>
                <a:lnTo>
                  <a:pt x="952500" y="61913"/>
                </a:lnTo>
                <a:lnTo>
                  <a:pt x="952500" y="71438"/>
                </a:lnTo>
                <a:lnTo>
                  <a:pt x="952500" y="80963"/>
                </a:lnTo>
                <a:lnTo>
                  <a:pt x="952500" y="90488"/>
                </a:lnTo>
                <a:lnTo>
                  <a:pt x="952500" y="100013"/>
                </a:lnTo>
                <a:lnTo>
                  <a:pt x="952500" y="109538"/>
                </a:lnTo>
                <a:lnTo>
                  <a:pt x="952500" y="119063"/>
                </a:lnTo>
                <a:lnTo>
                  <a:pt x="952500" y="128588"/>
                </a:lnTo>
                <a:lnTo>
                  <a:pt x="952500" y="138113"/>
                </a:lnTo>
                <a:lnTo>
                  <a:pt x="952500" y="147638"/>
                </a:lnTo>
                <a:lnTo>
                  <a:pt x="952500" y="157163"/>
                </a:lnTo>
                <a:lnTo>
                  <a:pt x="952500" y="166688"/>
                </a:lnTo>
                <a:lnTo>
                  <a:pt x="952500" y="176213"/>
                </a:lnTo>
                <a:lnTo>
                  <a:pt x="952500" y="185738"/>
                </a:lnTo>
                <a:lnTo>
                  <a:pt x="952500" y="195263"/>
                </a:lnTo>
                <a:lnTo>
                  <a:pt x="952500" y="204788"/>
                </a:lnTo>
                <a:lnTo>
                  <a:pt x="952500" y="214313"/>
                </a:lnTo>
                <a:lnTo>
                  <a:pt x="952500" y="223838"/>
                </a:lnTo>
                <a:lnTo>
                  <a:pt x="952500" y="233363"/>
                </a:lnTo>
                <a:lnTo>
                  <a:pt x="952500" y="242888"/>
                </a:lnTo>
                <a:lnTo>
                  <a:pt x="952500" y="252413"/>
                </a:lnTo>
                <a:lnTo>
                  <a:pt x="952500" y="261938"/>
                </a:lnTo>
                <a:lnTo>
                  <a:pt x="952500" y="271463"/>
                </a:lnTo>
                <a:lnTo>
                  <a:pt x="952500" y="280988"/>
                </a:lnTo>
                <a:lnTo>
                  <a:pt x="952500" y="290513"/>
                </a:lnTo>
                <a:lnTo>
                  <a:pt x="952500" y="300038"/>
                </a:lnTo>
                <a:lnTo>
                  <a:pt x="952500" y="309563"/>
                </a:lnTo>
                <a:lnTo>
                  <a:pt x="952500" y="319088"/>
                </a:lnTo>
                <a:lnTo>
                  <a:pt x="952500" y="328613"/>
                </a:lnTo>
                <a:lnTo>
                  <a:pt x="952500" y="338138"/>
                </a:lnTo>
                <a:lnTo>
                  <a:pt x="952500" y="347663"/>
                </a:lnTo>
                <a:lnTo>
                  <a:pt x="952500" y="357188"/>
                </a:lnTo>
                <a:lnTo>
                  <a:pt x="952500" y="366713"/>
                </a:lnTo>
                <a:lnTo>
                  <a:pt x="952500" y="376238"/>
                </a:lnTo>
                <a:lnTo>
                  <a:pt x="952500" y="385763"/>
                </a:lnTo>
                <a:lnTo>
                  <a:pt x="952500" y="395288"/>
                </a:lnTo>
                <a:lnTo>
                  <a:pt x="952500" y="404813"/>
                </a:lnTo>
                <a:lnTo>
                  <a:pt x="952500" y="414338"/>
                </a:lnTo>
                <a:lnTo>
                  <a:pt x="952500" y="423863"/>
                </a:lnTo>
                <a:lnTo>
                  <a:pt x="947738" y="428625"/>
                </a:lnTo>
                <a:lnTo>
                  <a:pt x="938213" y="428625"/>
                </a:lnTo>
                <a:lnTo>
                  <a:pt x="928688" y="428625"/>
                </a:lnTo>
                <a:lnTo>
                  <a:pt x="919163" y="428625"/>
                </a:lnTo>
                <a:lnTo>
                  <a:pt x="909638" y="428625"/>
                </a:lnTo>
                <a:lnTo>
                  <a:pt x="900113" y="428625"/>
                </a:lnTo>
                <a:lnTo>
                  <a:pt x="890588" y="428625"/>
                </a:lnTo>
                <a:lnTo>
                  <a:pt x="881063" y="428625"/>
                </a:lnTo>
                <a:lnTo>
                  <a:pt x="871538" y="428625"/>
                </a:lnTo>
                <a:lnTo>
                  <a:pt x="862013" y="428625"/>
                </a:lnTo>
                <a:lnTo>
                  <a:pt x="852488" y="428625"/>
                </a:lnTo>
                <a:lnTo>
                  <a:pt x="842963" y="428625"/>
                </a:lnTo>
                <a:lnTo>
                  <a:pt x="833438" y="428625"/>
                </a:lnTo>
                <a:lnTo>
                  <a:pt x="823913" y="428625"/>
                </a:lnTo>
                <a:lnTo>
                  <a:pt x="814388" y="428625"/>
                </a:lnTo>
                <a:lnTo>
                  <a:pt x="804863" y="428625"/>
                </a:lnTo>
                <a:lnTo>
                  <a:pt x="795338" y="428625"/>
                </a:lnTo>
                <a:lnTo>
                  <a:pt x="785813" y="428625"/>
                </a:lnTo>
                <a:lnTo>
                  <a:pt x="776288" y="428625"/>
                </a:lnTo>
                <a:lnTo>
                  <a:pt x="766763" y="428625"/>
                </a:lnTo>
                <a:lnTo>
                  <a:pt x="757238" y="428625"/>
                </a:lnTo>
                <a:lnTo>
                  <a:pt x="747713" y="428625"/>
                </a:lnTo>
                <a:lnTo>
                  <a:pt x="738188" y="428625"/>
                </a:lnTo>
                <a:lnTo>
                  <a:pt x="728663" y="428625"/>
                </a:lnTo>
                <a:lnTo>
                  <a:pt x="719138" y="428625"/>
                </a:lnTo>
                <a:lnTo>
                  <a:pt x="709613" y="428625"/>
                </a:lnTo>
                <a:lnTo>
                  <a:pt x="700088" y="428625"/>
                </a:lnTo>
                <a:lnTo>
                  <a:pt x="690563" y="428625"/>
                </a:lnTo>
                <a:lnTo>
                  <a:pt x="681038" y="428625"/>
                </a:lnTo>
                <a:lnTo>
                  <a:pt x="671513" y="428625"/>
                </a:lnTo>
                <a:lnTo>
                  <a:pt x="661988" y="428625"/>
                </a:lnTo>
                <a:lnTo>
                  <a:pt x="652463" y="428625"/>
                </a:lnTo>
                <a:lnTo>
                  <a:pt x="642938" y="428625"/>
                </a:lnTo>
                <a:lnTo>
                  <a:pt x="633413" y="428625"/>
                </a:lnTo>
                <a:lnTo>
                  <a:pt x="623888" y="428625"/>
                </a:lnTo>
                <a:lnTo>
                  <a:pt x="614363" y="428625"/>
                </a:lnTo>
                <a:lnTo>
                  <a:pt x="604838" y="428625"/>
                </a:lnTo>
                <a:lnTo>
                  <a:pt x="595313" y="428625"/>
                </a:lnTo>
                <a:lnTo>
                  <a:pt x="585788" y="428625"/>
                </a:lnTo>
                <a:lnTo>
                  <a:pt x="576263" y="428625"/>
                </a:lnTo>
                <a:lnTo>
                  <a:pt x="566738" y="428625"/>
                </a:lnTo>
                <a:lnTo>
                  <a:pt x="557213" y="428625"/>
                </a:lnTo>
                <a:lnTo>
                  <a:pt x="547688" y="428625"/>
                </a:lnTo>
                <a:lnTo>
                  <a:pt x="538163" y="428625"/>
                </a:lnTo>
                <a:lnTo>
                  <a:pt x="528638" y="428625"/>
                </a:lnTo>
                <a:lnTo>
                  <a:pt x="519113" y="428625"/>
                </a:lnTo>
                <a:lnTo>
                  <a:pt x="509588" y="428625"/>
                </a:lnTo>
                <a:lnTo>
                  <a:pt x="500063" y="428625"/>
                </a:lnTo>
                <a:lnTo>
                  <a:pt x="490538" y="428625"/>
                </a:lnTo>
                <a:lnTo>
                  <a:pt x="481013" y="428625"/>
                </a:lnTo>
                <a:lnTo>
                  <a:pt x="471488" y="428625"/>
                </a:lnTo>
                <a:lnTo>
                  <a:pt x="461963" y="428625"/>
                </a:lnTo>
                <a:lnTo>
                  <a:pt x="452438" y="428625"/>
                </a:lnTo>
                <a:lnTo>
                  <a:pt x="442913" y="428625"/>
                </a:lnTo>
                <a:lnTo>
                  <a:pt x="433388" y="428625"/>
                </a:lnTo>
                <a:lnTo>
                  <a:pt x="423863" y="428625"/>
                </a:lnTo>
                <a:lnTo>
                  <a:pt x="414338" y="428625"/>
                </a:lnTo>
                <a:lnTo>
                  <a:pt x="404813" y="428625"/>
                </a:lnTo>
                <a:lnTo>
                  <a:pt x="395288" y="428625"/>
                </a:lnTo>
                <a:lnTo>
                  <a:pt x="385763" y="428625"/>
                </a:lnTo>
                <a:lnTo>
                  <a:pt x="376238" y="428625"/>
                </a:lnTo>
                <a:lnTo>
                  <a:pt x="366713" y="428625"/>
                </a:lnTo>
                <a:lnTo>
                  <a:pt x="357188" y="428625"/>
                </a:lnTo>
                <a:lnTo>
                  <a:pt x="347663" y="428625"/>
                </a:lnTo>
                <a:lnTo>
                  <a:pt x="338138" y="428625"/>
                </a:lnTo>
                <a:lnTo>
                  <a:pt x="328613" y="428625"/>
                </a:lnTo>
                <a:lnTo>
                  <a:pt x="319088" y="428625"/>
                </a:lnTo>
                <a:lnTo>
                  <a:pt x="309563" y="428625"/>
                </a:lnTo>
                <a:lnTo>
                  <a:pt x="304800" y="433388"/>
                </a:lnTo>
                <a:lnTo>
                  <a:pt x="304800" y="442913"/>
                </a:lnTo>
                <a:lnTo>
                  <a:pt x="304800" y="452438"/>
                </a:lnTo>
                <a:lnTo>
                  <a:pt x="304800" y="461963"/>
                </a:lnTo>
                <a:lnTo>
                  <a:pt x="304800" y="471488"/>
                </a:lnTo>
                <a:lnTo>
                  <a:pt x="304800" y="481013"/>
                </a:lnTo>
                <a:lnTo>
                  <a:pt x="304800" y="490538"/>
                </a:lnTo>
                <a:lnTo>
                  <a:pt x="304800" y="500063"/>
                </a:lnTo>
                <a:lnTo>
                  <a:pt x="304800" y="509588"/>
                </a:lnTo>
                <a:lnTo>
                  <a:pt x="304800" y="519113"/>
                </a:lnTo>
                <a:lnTo>
                  <a:pt x="304800" y="528638"/>
                </a:lnTo>
                <a:lnTo>
                  <a:pt x="304800" y="538163"/>
                </a:lnTo>
                <a:lnTo>
                  <a:pt x="304800" y="547688"/>
                </a:lnTo>
                <a:lnTo>
                  <a:pt x="304800" y="557213"/>
                </a:lnTo>
                <a:lnTo>
                  <a:pt x="304800" y="566738"/>
                </a:lnTo>
                <a:lnTo>
                  <a:pt x="304800" y="576263"/>
                </a:lnTo>
                <a:lnTo>
                  <a:pt x="304800" y="585788"/>
                </a:lnTo>
                <a:lnTo>
                  <a:pt x="304800" y="595313"/>
                </a:lnTo>
                <a:lnTo>
                  <a:pt x="304800" y="604838"/>
                </a:lnTo>
                <a:lnTo>
                  <a:pt x="304800" y="614363"/>
                </a:lnTo>
                <a:lnTo>
                  <a:pt x="304800" y="623888"/>
                </a:lnTo>
                <a:lnTo>
                  <a:pt x="304800" y="633413"/>
                </a:lnTo>
                <a:lnTo>
                  <a:pt x="304800" y="642938"/>
                </a:lnTo>
                <a:lnTo>
                  <a:pt x="304800" y="652463"/>
                </a:lnTo>
                <a:lnTo>
                  <a:pt x="304800" y="661988"/>
                </a:lnTo>
                <a:lnTo>
                  <a:pt x="304800" y="671513"/>
                </a:lnTo>
                <a:lnTo>
                  <a:pt x="304800" y="681038"/>
                </a:lnTo>
                <a:lnTo>
                  <a:pt x="304800" y="690563"/>
                </a:lnTo>
                <a:lnTo>
                  <a:pt x="304800" y="700088"/>
                </a:lnTo>
                <a:lnTo>
                  <a:pt x="304800" y="709613"/>
                </a:lnTo>
                <a:lnTo>
                  <a:pt x="304800" y="719138"/>
                </a:lnTo>
                <a:lnTo>
                  <a:pt x="304800" y="728663"/>
                </a:lnTo>
                <a:lnTo>
                  <a:pt x="304800" y="738188"/>
                </a:lnTo>
                <a:lnTo>
                  <a:pt x="304800" y="747713"/>
                </a:lnTo>
                <a:lnTo>
                  <a:pt x="304800" y="757238"/>
                </a:lnTo>
                <a:lnTo>
                  <a:pt x="304800" y="766763"/>
                </a:lnTo>
                <a:lnTo>
                  <a:pt x="304800" y="776288"/>
                </a:lnTo>
                <a:lnTo>
                  <a:pt x="309563" y="781050"/>
                </a:lnTo>
                <a:lnTo>
                  <a:pt x="314325" y="785813"/>
                </a:lnTo>
                <a:lnTo>
                  <a:pt x="314325" y="795338"/>
                </a:lnTo>
                <a:lnTo>
                  <a:pt x="314325" y="804863"/>
                </a:lnTo>
                <a:lnTo>
                  <a:pt x="314325" y="814388"/>
                </a:lnTo>
                <a:lnTo>
                  <a:pt x="314325" y="823913"/>
                </a:lnTo>
                <a:lnTo>
                  <a:pt x="314325" y="833438"/>
                </a:lnTo>
                <a:lnTo>
                  <a:pt x="314325" y="842963"/>
                </a:lnTo>
                <a:lnTo>
                  <a:pt x="314325" y="852488"/>
                </a:lnTo>
                <a:lnTo>
                  <a:pt x="314325" y="862013"/>
                </a:lnTo>
                <a:lnTo>
                  <a:pt x="309563" y="866775"/>
                </a:lnTo>
                <a:lnTo>
                  <a:pt x="304800" y="862013"/>
                </a:lnTo>
                <a:lnTo>
                  <a:pt x="304800" y="852488"/>
                </a:lnTo>
                <a:lnTo>
                  <a:pt x="304800" y="842963"/>
                </a:lnTo>
                <a:lnTo>
                  <a:pt x="300038" y="838200"/>
                </a:lnTo>
                <a:lnTo>
                  <a:pt x="295275" y="833438"/>
                </a:lnTo>
                <a:lnTo>
                  <a:pt x="290513" y="828675"/>
                </a:lnTo>
                <a:lnTo>
                  <a:pt x="280988" y="828675"/>
                </a:lnTo>
                <a:lnTo>
                  <a:pt x="271463" y="828675"/>
                </a:lnTo>
                <a:lnTo>
                  <a:pt x="266700" y="823913"/>
                </a:lnTo>
                <a:lnTo>
                  <a:pt x="261938" y="819150"/>
                </a:lnTo>
                <a:lnTo>
                  <a:pt x="252413" y="819150"/>
                </a:lnTo>
                <a:lnTo>
                  <a:pt x="247650" y="814388"/>
                </a:lnTo>
                <a:lnTo>
                  <a:pt x="242888" y="809625"/>
                </a:lnTo>
                <a:lnTo>
                  <a:pt x="233363" y="809625"/>
                </a:lnTo>
                <a:lnTo>
                  <a:pt x="228600" y="804863"/>
                </a:lnTo>
                <a:lnTo>
                  <a:pt x="223838" y="800100"/>
                </a:lnTo>
                <a:lnTo>
                  <a:pt x="214313" y="800100"/>
                </a:lnTo>
                <a:lnTo>
                  <a:pt x="209550" y="795338"/>
                </a:lnTo>
                <a:lnTo>
                  <a:pt x="204788" y="790575"/>
                </a:lnTo>
                <a:lnTo>
                  <a:pt x="195263" y="790575"/>
                </a:lnTo>
                <a:lnTo>
                  <a:pt x="190500" y="785813"/>
                </a:lnTo>
                <a:lnTo>
                  <a:pt x="185738" y="781050"/>
                </a:lnTo>
                <a:lnTo>
                  <a:pt x="176213" y="781050"/>
                </a:lnTo>
                <a:lnTo>
                  <a:pt x="171450" y="776288"/>
                </a:lnTo>
                <a:lnTo>
                  <a:pt x="166688" y="771525"/>
                </a:lnTo>
                <a:lnTo>
                  <a:pt x="161925" y="766763"/>
                </a:lnTo>
                <a:lnTo>
                  <a:pt x="157163" y="762000"/>
                </a:lnTo>
                <a:lnTo>
                  <a:pt x="152400" y="757238"/>
                </a:lnTo>
                <a:lnTo>
                  <a:pt x="147638" y="752475"/>
                </a:lnTo>
                <a:lnTo>
                  <a:pt x="138113" y="752475"/>
                </a:lnTo>
                <a:lnTo>
                  <a:pt x="133350" y="747713"/>
                </a:lnTo>
                <a:lnTo>
                  <a:pt x="128588" y="742950"/>
                </a:lnTo>
                <a:lnTo>
                  <a:pt x="123825" y="738188"/>
                </a:lnTo>
                <a:lnTo>
                  <a:pt x="119063" y="733425"/>
                </a:lnTo>
                <a:lnTo>
                  <a:pt x="114300" y="728663"/>
                </a:lnTo>
                <a:lnTo>
                  <a:pt x="114300" y="719138"/>
                </a:lnTo>
                <a:lnTo>
                  <a:pt x="109538" y="714375"/>
                </a:lnTo>
                <a:lnTo>
                  <a:pt x="104775" y="709613"/>
                </a:lnTo>
                <a:lnTo>
                  <a:pt x="100013" y="704850"/>
                </a:lnTo>
                <a:lnTo>
                  <a:pt x="95250" y="700088"/>
                </a:lnTo>
                <a:lnTo>
                  <a:pt x="90488" y="695325"/>
                </a:lnTo>
                <a:lnTo>
                  <a:pt x="85725" y="690563"/>
                </a:lnTo>
                <a:lnTo>
                  <a:pt x="80963" y="685800"/>
                </a:lnTo>
                <a:lnTo>
                  <a:pt x="76200" y="681038"/>
                </a:lnTo>
                <a:lnTo>
                  <a:pt x="76200" y="671513"/>
                </a:lnTo>
                <a:lnTo>
                  <a:pt x="71438" y="666750"/>
                </a:lnTo>
                <a:lnTo>
                  <a:pt x="66675" y="661988"/>
                </a:lnTo>
                <a:lnTo>
                  <a:pt x="66675" y="652463"/>
                </a:lnTo>
                <a:lnTo>
                  <a:pt x="61913" y="647700"/>
                </a:lnTo>
                <a:lnTo>
                  <a:pt x="57150" y="642938"/>
                </a:lnTo>
                <a:lnTo>
                  <a:pt x="52388" y="638175"/>
                </a:lnTo>
                <a:lnTo>
                  <a:pt x="47625" y="633413"/>
                </a:lnTo>
                <a:lnTo>
                  <a:pt x="47625" y="623888"/>
                </a:lnTo>
                <a:lnTo>
                  <a:pt x="42863" y="619125"/>
                </a:lnTo>
                <a:lnTo>
                  <a:pt x="38100" y="614363"/>
                </a:lnTo>
                <a:lnTo>
                  <a:pt x="38100" y="604838"/>
                </a:lnTo>
                <a:lnTo>
                  <a:pt x="33338" y="600075"/>
                </a:lnTo>
                <a:lnTo>
                  <a:pt x="28575" y="595313"/>
                </a:lnTo>
                <a:lnTo>
                  <a:pt x="28575" y="585788"/>
                </a:lnTo>
                <a:lnTo>
                  <a:pt x="28575" y="576263"/>
                </a:lnTo>
                <a:lnTo>
                  <a:pt x="23813" y="571500"/>
                </a:lnTo>
                <a:lnTo>
                  <a:pt x="19050" y="566738"/>
                </a:lnTo>
                <a:lnTo>
                  <a:pt x="19050" y="557213"/>
                </a:lnTo>
                <a:lnTo>
                  <a:pt x="19050" y="547688"/>
                </a:lnTo>
                <a:lnTo>
                  <a:pt x="14288" y="542925"/>
                </a:lnTo>
                <a:lnTo>
                  <a:pt x="9525" y="538163"/>
                </a:lnTo>
                <a:lnTo>
                  <a:pt x="9525" y="528638"/>
                </a:lnTo>
                <a:lnTo>
                  <a:pt x="9525" y="519113"/>
                </a:lnTo>
                <a:lnTo>
                  <a:pt x="9525" y="509588"/>
                </a:lnTo>
                <a:lnTo>
                  <a:pt x="4763" y="504825"/>
                </a:lnTo>
                <a:lnTo>
                  <a:pt x="0" y="500063"/>
                </a:lnTo>
                <a:lnTo>
                  <a:pt x="4763" y="495300"/>
                </a:lnTo>
                <a:lnTo>
                  <a:pt x="9525" y="490538"/>
                </a:lnTo>
                <a:lnTo>
                  <a:pt x="4763" y="485775"/>
                </a:lnTo>
                <a:lnTo>
                  <a:pt x="0" y="481013"/>
                </a:lnTo>
                <a:lnTo>
                  <a:pt x="4763" y="476250"/>
                </a:lnTo>
                <a:lnTo>
                  <a:pt x="9525" y="471488"/>
                </a:lnTo>
                <a:lnTo>
                  <a:pt x="4763" y="466725"/>
                </a:lnTo>
                <a:lnTo>
                  <a:pt x="0" y="461963"/>
                </a:lnTo>
                <a:lnTo>
                  <a:pt x="0" y="452438"/>
                </a:lnTo>
                <a:lnTo>
                  <a:pt x="0" y="442913"/>
                </a:lnTo>
                <a:lnTo>
                  <a:pt x="0" y="433388"/>
                </a:lnTo>
                <a:lnTo>
                  <a:pt x="0" y="423863"/>
                </a:lnTo>
                <a:lnTo>
                  <a:pt x="4763" y="419100"/>
                </a:lnTo>
                <a:lnTo>
                  <a:pt x="9525" y="414338"/>
                </a:lnTo>
                <a:lnTo>
                  <a:pt x="4763" y="409575"/>
                </a:lnTo>
                <a:lnTo>
                  <a:pt x="0" y="404813"/>
                </a:lnTo>
                <a:lnTo>
                  <a:pt x="0" y="395288"/>
                </a:lnTo>
                <a:lnTo>
                  <a:pt x="0" y="385763"/>
                </a:lnTo>
                <a:lnTo>
                  <a:pt x="4763" y="381000"/>
                </a:lnTo>
                <a:lnTo>
                  <a:pt x="9525" y="376238"/>
                </a:lnTo>
                <a:lnTo>
                  <a:pt x="9525" y="366713"/>
                </a:lnTo>
                <a:lnTo>
                  <a:pt x="9525" y="357188"/>
                </a:lnTo>
                <a:lnTo>
                  <a:pt x="9525" y="347663"/>
                </a:lnTo>
                <a:lnTo>
                  <a:pt x="14288" y="342900"/>
                </a:lnTo>
                <a:lnTo>
                  <a:pt x="19050" y="338138"/>
                </a:lnTo>
                <a:lnTo>
                  <a:pt x="14288" y="333375"/>
                </a:lnTo>
                <a:lnTo>
                  <a:pt x="9525" y="328613"/>
                </a:lnTo>
                <a:lnTo>
                  <a:pt x="14288" y="323850"/>
                </a:lnTo>
                <a:lnTo>
                  <a:pt x="19050" y="319088"/>
                </a:lnTo>
                <a:lnTo>
                  <a:pt x="19050" y="309563"/>
                </a:lnTo>
                <a:lnTo>
                  <a:pt x="19050" y="300038"/>
                </a:lnTo>
                <a:lnTo>
                  <a:pt x="23813" y="295275"/>
                </a:lnTo>
                <a:lnTo>
                  <a:pt x="28575" y="290513"/>
                </a:lnTo>
                <a:lnTo>
                  <a:pt x="28575" y="280988"/>
                </a:lnTo>
                <a:lnTo>
                  <a:pt x="33338" y="276225"/>
                </a:lnTo>
                <a:lnTo>
                  <a:pt x="38100" y="271463"/>
                </a:lnTo>
                <a:lnTo>
                  <a:pt x="38100" y="261938"/>
                </a:lnTo>
                <a:lnTo>
                  <a:pt x="42863" y="257175"/>
                </a:lnTo>
                <a:lnTo>
                  <a:pt x="47625" y="252413"/>
                </a:lnTo>
                <a:lnTo>
                  <a:pt x="52388" y="247650"/>
                </a:lnTo>
                <a:lnTo>
                  <a:pt x="57150" y="242888"/>
                </a:lnTo>
                <a:lnTo>
                  <a:pt x="57150" y="233363"/>
                </a:lnTo>
                <a:lnTo>
                  <a:pt x="57150" y="223838"/>
                </a:lnTo>
                <a:lnTo>
                  <a:pt x="61913" y="219075"/>
                </a:lnTo>
                <a:lnTo>
                  <a:pt x="66675" y="214313"/>
                </a:lnTo>
                <a:lnTo>
                  <a:pt x="66675" y="204788"/>
                </a:lnTo>
                <a:lnTo>
                  <a:pt x="71438" y="200025"/>
                </a:lnTo>
                <a:lnTo>
                  <a:pt x="76200" y="195263"/>
                </a:lnTo>
                <a:lnTo>
                  <a:pt x="80963" y="190500"/>
                </a:lnTo>
                <a:lnTo>
                  <a:pt x="85725" y="185738"/>
                </a:lnTo>
                <a:lnTo>
                  <a:pt x="90488" y="180975"/>
                </a:lnTo>
                <a:lnTo>
                  <a:pt x="95250" y="176213"/>
                </a:lnTo>
                <a:lnTo>
                  <a:pt x="100013" y="171450"/>
                </a:lnTo>
                <a:lnTo>
                  <a:pt x="104775" y="166688"/>
                </a:lnTo>
                <a:lnTo>
                  <a:pt x="104775" y="157163"/>
                </a:lnTo>
                <a:lnTo>
                  <a:pt x="109538" y="152400"/>
                </a:lnTo>
                <a:lnTo>
                  <a:pt x="114300" y="147638"/>
                </a:lnTo>
                <a:lnTo>
                  <a:pt x="119063" y="142875"/>
                </a:lnTo>
                <a:lnTo>
                  <a:pt x="128588" y="142875"/>
                </a:lnTo>
                <a:lnTo>
                  <a:pt x="133350" y="147638"/>
                </a:lnTo>
                <a:lnTo>
                  <a:pt x="128588" y="152400"/>
                </a:lnTo>
                <a:lnTo>
                  <a:pt x="123825" y="157163"/>
                </a:lnTo>
                <a:lnTo>
                  <a:pt x="123825" y="166688"/>
                </a:lnTo>
                <a:lnTo>
                  <a:pt x="128588" y="171450"/>
                </a:lnTo>
                <a:lnTo>
                  <a:pt x="138113" y="171450"/>
                </a:lnTo>
                <a:lnTo>
                  <a:pt x="142875" y="176213"/>
                </a:lnTo>
                <a:lnTo>
                  <a:pt x="142875" y="185738"/>
                </a:lnTo>
                <a:lnTo>
                  <a:pt x="138113" y="190500"/>
                </a:lnTo>
                <a:lnTo>
                  <a:pt x="128588" y="190500"/>
                </a:lnTo>
                <a:lnTo>
                  <a:pt x="123825" y="195263"/>
                </a:lnTo>
                <a:lnTo>
                  <a:pt x="119063" y="200025"/>
                </a:lnTo>
                <a:lnTo>
                  <a:pt x="109538" y="200025"/>
                </a:lnTo>
                <a:lnTo>
                  <a:pt x="104775" y="204788"/>
                </a:lnTo>
                <a:lnTo>
                  <a:pt x="100013" y="209550"/>
                </a:lnTo>
                <a:lnTo>
                  <a:pt x="95250" y="214313"/>
                </a:lnTo>
                <a:lnTo>
                  <a:pt x="95250" y="223838"/>
                </a:lnTo>
                <a:lnTo>
                  <a:pt x="95250" y="233363"/>
                </a:lnTo>
                <a:lnTo>
                  <a:pt x="95250" y="242888"/>
                </a:lnTo>
                <a:lnTo>
                  <a:pt x="100013" y="247650"/>
                </a:lnTo>
                <a:lnTo>
                  <a:pt x="104775" y="252413"/>
                </a:lnTo>
                <a:lnTo>
                  <a:pt x="109538" y="257175"/>
                </a:lnTo>
                <a:lnTo>
                  <a:pt x="119063" y="257175"/>
                </a:lnTo>
                <a:lnTo>
                  <a:pt x="123825" y="261938"/>
                </a:lnTo>
                <a:lnTo>
                  <a:pt x="128588" y="266700"/>
                </a:lnTo>
                <a:lnTo>
                  <a:pt x="138113" y="266700"/>
                </a:lnTo>
                <a:lnTo>
                  <a:pt x="147638" y="266700"/>
                </a:lnTo>
                <a:lnTo>
                  <a:pt x="152400" y="271463"/>
                </a:lnTo>
                <a:lnTo>
                  <a:pt x="157163" y="276225"/>
                </a:lnTo>
                <a:lnTo>
                  <a:pt x="166688" y="276225"/>
                </a:lnTo>
                <a:lnTo>
                  <a:pt x="176213" y="276225"/>
                </a:lnTo>
                <a:lnTo>
                  <a:pt x="185738" y="276225"/>
                </a:lnTo>
                <a:lnTo>
                  <a:pt x="195263" y="276225"/>
                </a:lnTo>
                <a:lnTo>
                  <a:pt x="200025" y="280988"/>
                </a:lnTo>
                <a:lnTo>
                  <a:pt x="204788" y="285750"/>
                </a:lnTo>
                <a:lnTo>
                  <a:pt x="214313" y="285750"/>
                </a:lnTo>
                <a:lnTo>
                  <a:pt x="223838" y="285750"/>
                </a:lnTo>
                <a:lnTo>
                  <a:pt x="233363" y="285750"/>
                </a:lnTo>
                <a:lnTo>
                  <a:pt x="242888" y="285750"/>
                </a:lnTo>
                <a:lnTo>
                  <a:pt x="252413" y="285750"/>
                </a:lnTo>
                <a:lnTo>
                  <a:pt x="261938" y="285750"/>
                </a:lnTo>
                <a:lnTo>
                  <a:pt x="271463" y="285750"/>
                </a:lnTo>
                <a:lnTo>
                  <a:pt x="280988" y="285750"/>
                </a:lnTo>
                <a:lnTo>
                  <a:pt x="290513" y="285750"/>
                </a:lnTo>
                <a:lnTo>
                  <a:pt x="300038" y="285750"/>
                </a:lnTo>
                <a:lnTo>
                  <a:pt x="309563" y="285750"/>
                </a:lnTo>
                <a:lnTo>
                  <a:pt x="319088" y="285750"/>
                </a:lnTo>
                <a:lnTo>
                  <a:pt x="328613" y="285750"/>
                </a:lnTo>
                <a:lnTo>
                  <a:pt x="338138" y="285750"/>
                </a:lnTo>
                <a:lnTo>
                  <a:pt x="347663" y="285750"/>
                </a:lnTo>
                <a:lnTo>
                  <a:pt x="357188" y="285750"/>
                </a:lnTo>
                <a:lnTo>
                  <a:pt x="366713" y="285750"/>
                </a:lnTo>
                <a:lnTo>
                  <a:pt x="376238" y="285750"/>
                </a:lnTo>
                <a:lnTo>
                  <a:pt x="385763" y="285750"/>
                </a:lnTo>
                <a:lnTo>
                  <a:pt x="395288" y="285750"/>
                </a:lnTo>
                <a:lnTo>
                  <a:pt x="404813" y="285750"/>
                </a:lnTo>
                <a:lnTo>
                  <a:pt x="414338" y="285750"/>
                </a:lnTo>
                <a:lnTo>
                  <a:pt x="423863" y="285750"/>
                </a:lnTo>
                <a:lnTo>
                  <a:pt x="433388" y="285750"/>
                </a:lnTo>
                <a:lnTo>
                  <a:pt x="442913" y="285750"/>
                </a:lnTo>
                <a:lnTo>
                  <a:pt x="452438" y="285750"/>
                </a:lnTo>
                <a:lnTo>
                  <a:pt x="457200" y="280988"/>
                </a:lnTo>
                <a:lnTo>
                  <a:pt x="461963" y="276225"/>
                </a:lnTo>
                <a:lnTo>
                  <a:pt x="471488" y="276225"/>
                </a:lnTo>
                <a:lnTo>
                  <a:pt x="481013" y="276225"/>
                </a:lnTo>
                <a:lnTo>
                  <a:pt x="490538" y="276225"/>
                </a:lnTo>
                <a:lnTo>
                  <a:pt x="500063" y="276225"/>
                </a:lnTo>
                <a:lnTo>
                  <a:pt x="504825" y="271463"/>
                </a:lnTo>
                <a:lnTo>
                  <a:pt x="509588" y="266700"/>
                </a:lnTo>
                <a:lnTo>
                  <a:pt x="519113" y="266700"/>
                </a:lnTo>
                <a:lnTo>
                  <a:pt x="528638" y="266700"/>
                </a:lnTo>
                <a:lnTo>
                  <a:pt x="533400" y="261938"/>
                </a:lnTo>
                <a:lnTo>
                  <a:pt x="538163" y="257175"/>
                </a:lnTo>
                <a:lnTo>
                  <a:pt x="547688" y="257175"/>
                </a:lnTo>
                <a:lnTo>
                  <a:pt x="552450" y="252413"/>
                </a:lnTo>
                <a:lnTo>
                  <a:pt x="557213" y="247650"/>
                </a:lnTo>
                <a:lnTo>
                  <a:pt x="561975" y="242888"/>
                </a:lnTo>
                <a:lnTo>
                  <a:pt x="566738" y="238125"/>
                </a:lnTo>
                <a:lnTo>
                  <a:pt x="571500" y="233363"/>
                </a:lnTo>
                <a:lnTo>
                  <a:pt x="571500" y="223838"/>
                </a:lnTo>
                <a:lnTo>
                  <a:pt x="566738" y="219075"/>
                </a:lnTo>
                <a:lnTo>
                  <a:pt x="561975" y="214313"/>
                </a:lnTo>
                <a:lnTo>
                  <a:pt x="557213" y="209550"/>
                </a:lnTo>
                <a:lnTo>
                  <a:pt x="552450" y="204788"/>
                </a:lnTo>
                <a:lnTo>
                  <a:pt x="547688" y="200025"/>
                </a:lnTo>
                <a:lnTo>
                  <a:pt x="542925" y="195263"/>
                </a:lnTo>
                <a:lnTo>
                  <a:pt x="538163" y="190500"/>
                </a:lnTo>
                <a:lnTo>
                  <a:pt x="528638" y="190500"/>
                </a:lnTo>
                <a:lnTo>
                  <a:pt x="519113" y="190500"/>
                </a:lnTo>
                <a:lnTo>
                  <a:pt x="514350" y="185738"/>
                </a:lnTo>
                <a:lnTo>
                  <a:pt x="509588" y="180975"/>
                </a:lnTo>
                <a:lnTo>
                  <a:pt x="500063" y="180975"/>
                </a:lnTo>
                <a:lnTo>
                  <a:pt x="490538" y="180975"/>
                </a:lnTo>
                <a:lnTo>
                  <a:pt x="481013" y="180975"/>
                </a:lnTo>
                <a:lnTo>
                  <a:pt x="476250" y="176213"/>
                </a:lnTo>
                <a:lnTo>
                  <a:pt x="471488" y="171450"/>
                </a:lnTo>
                <a:lnTo>
                  <a:pt x="461963" y="171450"/>
                </a:lnTo>
                <a:lnTo>
                  <a:pt x="452438" y="171450"/>
                </a:lnTo>
                <a:lnTo>
                  <a:pt x="442913" y="171450"/>
                </a:lnTo>
                <a:lnTo>
                  <a:pt x="433388" y="171450"/>
                </a:lnTo>
                <a:lnTo>
                  <a:pt x="423863" y="171450"/>
                </a:lnTo>
                <a:lnTo>
                  <a:pt x="414338" y="171450"/>
                </a:lnTo>
                <a:lnTo>
                  <a:pt x="404813" y="171450"/>
                </a:lnTo>
                <a:lnTo>
                  <a:pt x="395288" y="171450"/>
                </a:lnTo>
                <a:lnTo>
                  <a:pt x="390525" y="166688"/>
                </a:lnTo>
                <a:lnTo>
                  <a:pt x="385763" y="161925"/>
                </a:lnTo>
                <a:lnTo>
                  <a:pt x="376238" y="161925"/>
                </a:lnTo>
                <a:lnTo>
                  <a:pt x="366713" y="161925"/>
                </a:lnTo>
                <a:lnTo>
                  <a:pt x="357188" y="161925"/>
                </a:lnTo>
                <a:lnTo>
                  <a:pt x="347663" y="161925"/>
                </a:lnTo>
                <a:lnTo>
                  <a:pt x="338138" y="161925"/>
                </a:lnTo>
                <a:lnTo>
                  <a:pt x="328613" y="161925"/>
                </a:lnTo>
                <a:lnTo>
                  <a:pt x="319088" y="161925"/>
                </a:lnTo>
                <a:lnTo>
                  <a:pt x="309563" y="161925"/>
                </a:lnTo>
                <a:lnTo>
                  <a:pt x="300038" y="161925"/>
                </a:lnTo>
                <a:lnTo>
                  <a:pt x="290513" y="161925"/>
                </a:lnTo>
                <a:lnTo>
                  <a:pt x="280988" y="161925"/>
                </a:lnTo>
                <a:lnTo>
                  <a:pt x="271463" y="161925"/>
                </a:lnTo>
                <a:lnTo>
                  <a:pt x="266700" y="166688"/>
                </a:lnTo>
                <a:lnTo>
                  <a:pt x="261938" y="171450"/>
                </a:lnTo>
                <a:lnTo>
                  <a:pt x="252413" y="171450"/>
                </a:lnTo>
                <a:lnTo>
                  <a:pt x="242888" y="171450"/>
                </a:lnTo>
                <a:lnTo>
                  <a:pt x="233363" y="171450"/>
                </a:lnTo>
                <a:lnTo>
                  <a:pt x="223838" y="171450"/>
                </a:lnTo>
                <a:lnTo>
                  <a:pt x="214313" y="171450"/>
                </a:lnTo>
                <a:lnTo>
                  <a:pt x="204788" y="171450"/>
                </a:lnTo>
                <a:lnTo>
                  <a:pt x="200025" y="166688"/>
                </a:lnTo>
                <a:lnTo>
                  <a:pt x="195263" y="161925"/>
                </a:lnTo>
                <a:lnTo>
                  <a:pt x="190500" y="157163"/>
                </a:lnTo>
                <a:lnTo>
                  <a:pt x="185738" y="152400"/>
                </a:lnTo>
                <a:lnTo>
                  <a:pt x="180975" y="147638"/>
                </a:lnTo>
                <a:lnTo>
                  <a:pt x="180975" y="138113"/>
                </a:lnTo>
                <a:lnTo>
                  <a:pt x="176213" y="133350"/>
                </a:lnTo>
                <a:lnTo>
                  <a:pt x="171450" y="128588"/>
                </a:lnTo>
                <a:lnTo>
                  <a:pt x="171450" y="119063"/>
                </a:lnTo>
                <a:lnTo>
                  <a:pt x="166688" y="114300"/>
                </a:lnTo>
                <a:lnTo>
                  <a:pt x="161925" y="109538"/>
                </a:lnTo>
                <a:lnTo>
                  <a:pt x="166688" y="104775"/>
                </a:lnTo>
                <a:lnTo>
                  <a:pt x="176213" y="104775"/>
                </a:lnTo>
                <a:lnTo>
                  <a:pt x="180975" y="100013"/>
                </a:lnTo>
                <a:lnTo>
                  <a:pt x="185738" y="95250"/>
                </a:lnTo>
                <a:lnTo>
                  <a:pt x="190500" y="90488"/>
                </a:lnTo>
                <a:lnTo>
                  <a:pt x="195263" y="85725"/>
                </a:lnTo>
                <a:lnTo>
                  <a:pt x="204788" y="85725"/>
                </a:lnTo>
                <a:lnTo>
                  <a:pt x="209550" y="80963"/>
                </a:lnTo>
                <a:lnTo>
                  <a:pt x="214313" y="76200"/>
                </a:lnTo>
                <a:lnTo>
                  <a:pt x="223838" y="76200"/>
                </a:lnTo>
                <a:lnTo>
                  <a:pt x="228600" y="71438"/>
                </a:lnTo>
                <a:lnTo>
                  <a:pt x="233363" y="66675"/>
                </a:lnTo>
                <a:lnTo>
                  <a:pt x="242888" y="66675"/>
                </a:lnTo>
                <a:lnTo>
                  <a:pt x="247650" y="61913"/>
                </a:lnTo>
                <a:lnTo>
                  <a:pt x="252413" y="57150"/>
                </a:lnTo>
                <a:lnTo>
                  <a:pt x="261938" y="57150"/>
                </a:lnTo>
                <a:lnTo>
                  <a:pt x="266700" y="52388"/>
                </a:lnTo>
                <a:lnTo>
                  <a:pt x="271463" y="47625"/>
                </a:lnTo>
                <a:lnTo>
                  <a:pt x="280988" y="47625"/>
                </a:lnTo>
                <a:lnTo>
                  <a:pt x="290513" y="47625"/>
                </a:lnTo>
                <a:lnTo>
                  <a:pt x="295275" y="42863"/>
                </a:lnTo>
                <a:lnTo>
                  <a:pt x="300038" y="38100"/>
                </a:lnTo>
                <a:lnTo>
                  <a:pt x="309563" y="38100"/>
                </a:lnTo>
                <a:lnTo>
                  <a:pt x="319088" y="38100"/>
                </a:lnTo>
                <a:lnTo>
                  <a:pt x="328613" y="38100"/>
                </a:lnTo>
                <a:lnTo>
                  <a:pt x="333375" y="33338"/>
                </a:lnTo>
                <a:lnTo>
                  <a:pt x="338138" y="28575"/>
                </a:lnTo>
                <a:lnTo>
                  <a:pt x="347663" y="28575"/>
                </a:lnTo>
                <a:lnTo>
                  <a:pt x="357188" y="28575"/>
                </a:lnTo>
                <a:lnTo>
                  <a:pt x="366713" y="28575"/>
                </a:lnTo>
                <a:lnTo>
                  <a:pt x="376238" y="28575"/>
                </a:lnTo>
                <a:lnTo>
                  <a:pt x="385763" y="28575"/>
                </a:lnTo>
                <a:lnTo>
                  <a:pt x="395288" y="28575"/>
                </a:lnTo>
                <a:lnTo>
                  <a:pt x="404813" y="28575"/>
                </a:lnTo>
                <a:lnTo>
                  <a:pt x="414338" y="28575"/>
                </a:lnTo>
                <a:lnTo>
                  <a:pt x="423863" y="28575"/>
                </a:lnTo>
                <a:lnTo>
                  <a:pt x="433388" y="28575"/>
                </a:lnTo>
                <a:lnTo>
                  <a:pt x="442913" y="28575"/>
                </a:lnTo>
                <a:lnTo>
                  <a:pt x="452438" y="28575"/>
                </a:lnTo>
                <a:lnTo>
                  <a:pt x="461963" y="28575"/>
                </a:lnTo>
                <a:lnTo>
                  <a:pt x="471488" y="28575"/>
                </a:lnTo>
                <a:lnTo>
                  <a:pt x="481013" y="28575"/>
                </a:lnTo>
                <a:lnTo>
                  <a:pt x="490538" y="28575"/>
                </a:lnTo>
                <a:lnTo>
                  <a:pt x="495300" y="33338"/>
                </a:lnTo>
                <a:lnTo>
                  <a:pt x="500063" y="38100"/>
                </a:lnTo>
                <a:lnTo>
                  <a:pt x="509588" y="38100"/>
                </a:lnTo>
                <a:lnTo>
                  <a:pt x="519113" y="38100"/>
                </a:lnTo>
                <a:lnTo>
                  <a:pt x="528638" y="38100"/>
                </a:lnTo>
                <a:lnTo>
                  <a:pt x="533400" y="42863"/>
                </a:lnTo>
                <a:lnTo>
                  <a:pt x="538163" y="47625"/>
                </a:lnTo>
                <a:lnTo>
                  <a:pt x="547688" y="47625"/>
                </a:lnTo>
                <a:lnTo>
                  <a:pt x="557213" y="47625"/>
                </a:lnTo>
                <a:lnTo>
                  <a:pt x="561975" y="52388"/>
                </a:lnTo>
                <a:lnTo>
                  <a:pt x="566738" y="57150"/>
                </a:lnTo>
                <a:lnTo>
                  <a:pt x="576263" y="57150"/>
                </a:lnTo>
                <a:lnTo>
                  <a:pt x="581025" y="61913"/>
                </a:lnTo>
                <a:lnTo>
                  <a:pt x="585788" y="66675"/>
                </a:lnTo>
                <a:lnTo>
                  <a:pt x="595313" y="66675"/>
                </a:lnTo>
                <a:lnTo>
                  <a:pt x="600075" y="71438"/>
                </a:lnTo>
                <a:lnTo>
                  <a:pt x="604838" y="76200"/>
                </a:lnTo>
                <a:lnTo>
                  <a:pt x="614363" y="76200"/>
                </a:lnTo>
                <a:lnTo>
                  <a:pt x="619125" y="80963"/>
                </a:lnTo>
                <a:lnTo>
                  <a:pt x="623888" y="85725"/>
                </a:lnTo>
                <a:lnTo>
                  <a:pt x="633413" y="85725"/>
                </a:lnTo>
                <a:lnTo>
                  <a:pt x="638175" y="90488"/>
                </a:lnTo>
                <a:lnTo>
                  <a:pt x="642938" y="95250"/>
                </a:lnTo>
                <a:lnTo>
                  <a:pt x="647700" y="100013"/>
                </a:lnTo>
                <a:lnTo>
                  <a:pt x="652463" y="104775"/>
                </a:lnTo>
                <a:lnTo>
                  <a:pt x="661988" y="104775"/>
                </a:lnTo>
                <a:lnTo>
                  <a:pt x="666750" y="109538"/>
                </a:lnTo>
                <a:lnTo>
                  <a:pt x="671513" y="114300"/>
                </a:lnTo>
                <a:lnTo>
                  <a:pt x="676275" y="119063"/>
                </a:lnTo>
                <a:lnTo>
                  <a:pt x="681038" y="123825"/>
                </a:lnTo>
                <a:lnTo>
                  <a:pt x="685800" y="128588"/>
                </a:lnTo>
                <a:lnTo>
                  <a:pt x="690563" y="133350"/>
                </a:lnTo>
                <a:lnTo>
                  <a:pt x="695325" y="138113"/>
                </a:lnTo>
                <a:lnTo>
                  <a:pt x="700088" y="142875"/>
                </a:lnTo>
                <a:lnTo>
                  <a:pt x="704850" y="147638"/>
                </a:lnTo>
                <a:lnTo>
                  <a:pt x="709613" y="152400"/>
                </a:lnTo>
                <a:lnTo>
                  <a:pt x="714375" y="157163"/>
                </a:lnTo>
                <a:lnTo>
                  <a:pt x="719138" y="161925"/>
                </a:lnTo>
                <a:lnTo>
                  <a:pt x="723900" y="166688"/>
                </a:lnTo>
                <a:lnTo>
                  <a:pt x="728663" y="171450"/>
                </a:lnTo>
                <a:lnTo>
                  <a:pt x="733425" y="176213"/>
                </a:lnTo>
                <a:lnTo>
                  <a:pt x="738188" y="180975"/>
                </a:lnTo>
                <a:lnTo>
                  <a:pt x="742950" y="185738"/>
                </a:lnTo>
                <a:lnTo>
                  <a:pt x="747713" y="190500"/>
                </a:lnTo>
                <a:lnTo>
                  <a:pt x="752475" y="195263"/>
                </a:lnTo>
                <a:lnTo>
                  <a:pt x="752475" y="204788"/>
                </a:lnTo>
                <a:lnTo>
                  <a:pt x="757238" y="209550"/>
                </a:lnTo>
                <a:lnTo>
                  <a:pt x="762000" y="214313"/>
                </a:lnTo>
                <a:lnTo>
                  <a:pt x="762000" y="223838"/>
                </a:lnTo>
                <a:lnTo>
                  <a:pt x="766763" y="228600"/>
                </a:lnTo>
                <a:lnTo>
                  <a:pt x="771525" y="233363"/>
                </a:lnTo>
                <a:lnTo>
                  <a:pt x="771525" y="242888"/>
                </a:lnTo>
                <a:lnTo>
                  <a:pt x="776288" y="247650"/>
                </a:lnTo>
                <a:lnTo>
                  <a:pt x="781050" y="252413"/>
                </a:lnTo>
                <a:lnTo>
                  <a:pt x="785813" y="257175"/>
                </a:lnTo>
                <a:lnTo>
                  <a:pt x="790575" y="261938"/>
                </a:lnTo>
                <a:lnTo>
                  <a:pt x="790575" y="271463"/>
                </a:lnTo>
                <a:lnTo>
                  <a:pt x="795338" y="276225"/>
                </a:lnTo>
                <a:lnTo>
                  <a:pt x="800100" y="280988"/>
                </a:lnTo>
                <a:lnTo>
                  <a:pt x="800100" y="290513"/>
                </a:lnTo>
                <a:lnTo>
                  <a:pt x="800100" y="300038"/>
                </a:lnTo>
                <a:lnTo>
                  <a:pt x="800100" y="309563"/>
                </a:lnTo>
                <a:lnTo>
                  <a:pt x="804863" y="314325"/>
                </a:lnTo>
                <a:lnTo>
                  <a:pt x="809625" y="319088"/>
                </a:lnTo>
                <a:lnTo>
                  <a:pt x="809625" y="328613"/>
                </a:lnTo>
                <a:lnTo>
                  <a:pt x="809625" y="338138"/>
                </a:lnTo>
                <a:lnTo>
                  <a:pt x="814388" y="342900"/>
                </a:lnTo>
                <a:lnTo>
                  <a:pt x="819150" y="347663"/>
                </a:lnTo>
                <a:lnTo>
                  <a:pt x="819150" y="357188"/>
                </a:lnTo>
                <a:lnTo>
                  <a:pt x="819150" y="366713"/>
                </a:lnTo>
                <a:lnTo>
                  <a:pt x="819150" y="376238"/>
                </a:lnTo>
                <a:lnTo>
                  <a:pt x="823913" y="381000"/>
                </a:lnTo>
                <a:lnTo>
                  <a:pt x="828675" y="385763"/>
                </a:lnTo>
                <a:lnTo>
                  <a:pt x="828675" y="395288"/>
                </a:lnTo>
                <a:lnTo>
                  <a:pt x="828675" y="404813"/>
                </a:lnTo>
                <a:lnTo>
                  <a:pt x="823913" y="409575"/>
                </a:lnTo>
                <a:lnTo>
                  <a:pt x="819150" y="414338"/>
                </a:lnTo>
                <a:lnTo>
                  <a:pt x="823913" y="419100"/>
                </a:lnTo>
                <a:lnTo>
                  <a:pt x="833438" y="419100"/>
                </a:lnTo>
                <a:lnTo>
                  <a:pt x="842963" y="419100"/>
                </a:lnTo>
                <a:lnTo>
                  <a:pt x="852488" y="419100"/>
                </a:lnTo>
                <a:lnTo>
                  <a:pt x="862013" y="419100"/>
                </a:lnTo>
                <a:lnTo>
                  <a:pt x="871538" y="419100"/>
                </a:lnTo>
                <a:lnTo>
                  <a:pt x="881063" y="419100"/>
                </a:lnTo>
                <a:lnTo>
                  <a:pt x="890588" y="419100"/>
                </a:lnTo>
                <a:lnTo>
                  <a:pt x="900113" y="419100"/>
                </a:lnTo>
                <a:lnTo>
                  <a:pt x="909638" y="419100"/>
                </a:lnTo>
                <a:lnTo>
                  <a:pt x="919163" y="419100"/>
                </a:lnTo>
                <a:lnTo>
                  <a:pt x="928688" y="419100"/>
                </a:lnTo>
                <a:lnTo>
                  <a:pt x="938213" y="419100"/>
                </a:lnTo>
                <a:lnTo>
                  <a:pt x="942975" y="414338"/>
                </a:lnTo>
                <a:lnTo>
                  <a:pt x="942975" y="404813"/>
                </a:lnTo>
                <a:lnTo>
                  <a:pt x="942975" y="395288"/>
                </a:lnTo>
                <a:lnTo>
                  <a:pt x="942975" y="385763"/>
                </a:lnTo>
                <a:lnTo>
                  <a:pt x="942975" y="376238"/>
                </a:lnTo>
                <a:lnTo>
                  <a:pt x="942975" y="366713"/>
                </a:lnTo>
                <a:lnTo>
                  <a:pt x="942975" y="357188"/>
                </a:lnTo>
                <a:lnTo>
                  <a:pt x="942975" y="347663"/>
                </a:lnTo>
                <a:lnTo>
                  <a:pt x="942975" y="338138"/>
                </a:lnTo>
                <a:lnTo>
                  <a:pt x="942975" y="328613"/>
                </a:lnTo>
                <a:lnTo>
                  <a:pt x="942975" y="319088"/>
                </a:lnTo>
                <a:lnTo>
                  <a:pt x="942975" y="309563"/>
                </a:lnTo>
                <a:lnTo>
                  <a:pt x="942975" y="300038"/>
                </a:lnTo>
                <a:lnTo>
                  <a:pt x="942975" y="290513"/>
                </a:lnTo>
                <a:lnTo>
                  <a:pt x="942975" y="280988"/>
                </a:lnTo>
                <a:lnTo>
                  <a:pt x="942975" y="271463"/>
                </a:lnTo>
                <a:lnTo>
                  <a:pt x="942975" y="261938"/>
                </a:lnTo>
                <a:lnTo>
                  <a:pt x="942975" y="252413"/>
                </a:lnTo>
                <a:lnTo>
                  <a:pt x="942975" y="242888"/>
                </a:lnTo>
                <a:lnTo>
                  <a:pt x="942975" y="233363"/>
                </a:lnTo>
                <a:lnTo>
                  <a:pt x="942975" y="223838"/>
                </a:lnTo>
                <a:lnTo>
                  <a:pt x="942975" y="214313"/>
                </a:lnTo>
                <a:lnTo>
                  <a:pt x="942975" y="204788"/>
                </a:lnTo>
                <a:lnTo>
                  <a:pt x="942975" y="195263"/>
                </a:lnTo>
                <a:lnTo>
                  <a:pt x="942975" y="185738"/>
                </a:lnTo>
                <a:lnTo>
                  <a:pt x="942975" y="176213"/>
                </a:lnTo>
                <a:lnTo>
                  <a:pt x="942975" y="166688"/>
                </a:lnTo>
                <a:lnTo>
                  <a:pt x="942975" y="157163"/>
                </a:lnTo>
                <a:lnTo>
                  <a:pt x="942975" y="147638"/>
                </a:lnTo>
                <a:lnTo>
                  <a:pt x="942975" y="138113"/>
                </a:lnTo>
                <a:lnTo>
                  <a:pt x="942975" y="128588"/>
                </a:lnTo>
                <a:lnTo>
                  <a:pt x="942975" y="119063"/>
                </a:lnTo>
                <a:lnTo>
                  <a:pt x="942975" y="109538"/>
                </a:lnTo>
                <a:lnTo>
                  <a:pt x="942975" y="100013"/>
                </a:lnTo>
                <a:lnTo>
                  <a:pt x="942975" y="90488"/>
                </a:lnTo>
                <a:lnTo>
                  <a:pt x="942975" y="80963"/>
                </a:lnTo>
                <a:lnTo>
                  <a:pt x="942975" y="71438"/>
                </a:lnTo>
                <a:lnTo>
                  <a:pt x="942975" y="61913"/>
                </a:lnTo>
                <a:lnTo>
                  <a:pt x="942975" y="52388"/>
                </a:lnTo>
                <a:lnTo>
                  <a:pt x="942975" y="42863"/>
                </a:lnTo>
                <a:lnTo>
                  <a:pt x="942975" y="33338"/>
                </a:lnTo>
                <a:lnTo>
                  <a:pt x="942975" y="23813"/>
                </a:lnTo>
                <a:lnTo>
                  <a:pt x="942975" y="14288"/>
                </a:lnTo>
                <a:lnTo>
                  <a:pt x="942975" y="4763"/>
                </a:lnTo>
                <a:close/>
              </a:path>
            </a:pathLst>
          </a:custGeom>
          <a:solidFill xmlns:a="http://schemas.openxmlformats.org/drawingml/2006/main">
            <a:srgbClr val="F4C491"/>
          </a:solidFill>
          <a:ln xmlns:a="http://schemas.openxmlformats.org/drawingml/2006/main" w="0">
            <a:noFill/>
            <a:prstDash val="solid"/>
          </a:ln>
        </p:spPr>
      </p:sp>
      <p:sp>
        <p:nvSpPr>
          <p:cNvPr id="719" name="layout-orange-97-1">
            <a:extLst xmlns:a="http://schemas.openxmlformats.org/drawingml/2006/main">
              <a:ext uri="{FF2B5EF4-FFF2-40B4-BE49-F238E27FC236}">
                <a16:creationId xmlns:a16="http://schemas.microsoft.com/office/drawing/2014/main" id="{944D1084-2AAB-48F6-A70A-028F1C212804}"/>
              </a:ext>
            </a:extLst>
          </p:cNvPr>
          <p:cNvSpPr>
            <a:spLocks xmlns:a="http://schemas.openxmlformats.org/drawingml/2006/main" noGrp="1"/>
          </p:cNvSpPr>
          <p:nvPr/>
        </p:nvSpPr>
        <p:spPr>
          <a:xfrm xmlns:a="http://schemas.openxmlformats.org/drawingml/2006/main" rot="0">
            <a:off x="2209800" y="349567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F4C491"/>
          </a:solidFill>
          <a:ln xmlns:a="http://schemas.openxmlformats.org/drawingml/2006/main" w="0">
            <a:noFill/>
            <a:prstDash val="solid"/>
          </a:ln>
        </p:spPr>
      </p:sp>
      <p:sp>
        <p:nvSpPr>
          <p:cNvPr id="720" name="layout-orange-97-2">
            <a:extLst xmlns:a="http://schemas.openxmlformats.org/drawingml/2006/main">
              <a:ext uri="{FF2B5EF4-FFF2-40B4-BE49-F238E27FC236}">
                <a16:creationId xmlns:a16="http://schemas.microsoft.com/office/drawing/2014/main" id="{AEA3AF04-74B9-44CF-9404-1601BE715A87}"/>
              </a:ext>
            </a:extLst>
          </p:cNvPr>
          <p:cNvSpPr>
            <a:spLocks xmlns:a="http://schemas.openxmlformats.org/drawingml/2006/main" noGrp="1"/>
          </p:cNvSpPr>
          <p:nvPr/>
        </p:nvSpPr>
        <p:spPr>
          <a:xfrm xmlns:a="http://schemas.openxmlformats.org/drawingml/2006/main" rot="0">
            <a:off x="1943100" y="3552825"/>
            <a:ext cx="9525" cy="514350"/>
          </a:xfrm>
          <a:custGeom xmlns:a="http://schemas.openxmlformats.org/drawingml/2006/main">
            <a:pathLst>
              <a:path w="9525" h="5143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9525" y="433388"/>
                </a:lnTo>
                <a:lnTo>
                  <a:pt x="9525" y="442913"/>
                </a:lnTo>
                <a:lnTo>
                  <a:pt x="9525" y="452438"/>
                </a:lnTo>
                <a:lnTo>
                  <a:pt x="9525" y="461963"/>
                </a:lnTo>
                <a:lnTo>
                  <a:pt x="9525" y="471488"/>
                </a:lnTo>
                <a:lnTo>
                  <a:pt x="9525" y="481013"/>
                </a:lnTo>
                <a:lnTo>
                  <a:pt x="9525" y="490538"/>
                </a:lnTo>
                <a:lnTo>
                  <a:pt x="9525" y="500063"/>
                </a:lnTo>
                <a:lnTo>
                  <a:pt x="9525" y="509588"/>
                </a:lnTo>
                <a:lnTo>
                  <a:pt x="4763" y="514350"/>
                </a:lnTo>
                <a:lnTo>
                  <a:pt x="0" y="509588"/>
                </a:lnTo>
                <a:lnTo>
                  <a:pt x="0" y="500063"/>
                </a:lnTo>
                <a:lnTo>
                  <a:pt x="0" y="490538"/>
                </a:lnTo>
                <a:lnTo>
                  <a:pt x="0" y="481013"/>
                </a:lnTo>
                <a:lnTo>
                  <a:pt x="0" y="471488"/>
                </a:lnTo>
                <a:lnTo>
                  <a:pt x="0" y="461963"/>
                </a:lnTo>
                <a:lnTo>
                  <a:pt x="0" y="452438"/>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4C491"/>
          </a:solidFill>
          <a:ln xmlns:a="http://schemas.openxmlformats.org/drawingml/2006/main" w="0">
            <a:noFill/>
            <a:prstDash val="solid"/>
          </a:ln>
        </p:spPr>
      </p:sp>
      <p:sp>
        <p:nvSpPr>
          <p:cNvPr id="721" name="layout-orange-97-3">
            <a:extLst xmlns:a="http://schemas.openxmlformats.org/drawingml/2006/main">
              <a:ext uri="{FF2B5EF4-FFF2-40B4-BE49-F238E27FC236}">
                <a16:creationId xmlns:a16="http://schemas.microsoft.com/office/drawing/2014/main" id="{CCF20166-1853-4964-9813-DF1D0A90C45F}"/>
              </a:ext>
            </a:extLst>
          </p:cNvPr>
          <p:cNvSpPr>
            <a:spLocks xmlns:a="http://schemas.openxmlformats.org/drawingml/2006/main" noGrp="1"/>
          </p:cNvSpPr>
          <p:nvPr/>
        </p:nvSpPr>
        <p:spPr>
          <a:xfrm xmlns:a="http://schemas.openxmlformats.org/drawingml/2006/main" rot="0">
            <a:off x="2181225" y="3552825"/>
            <a:ext cx="438150" cy="95250"/>
          </a:xfrm>
          <a:custGeom xmlns:a="http://schemas.openxmlformats.org/drawingml/2006/main">
            <a:pathLst>
              <a:path w="438150" h="95250">
                <a:moveTo>
                  <a:pt x="142875" y="4763"/>
                </a:moveTo>
                <a:lnTo>
                  <a:pt x="147638" y="0"/>
                </a:lnTo>
                <a:lnTo>
                  <a:pt x="157163" y="0"/>
                </a:lnTo>
                <a:lnTo>
                  <a:pt x="166688" y="0"/>
                </a:lnTo>
                <a:lnTo>
                  <a:pt x="176213" y="0"/>
                </a:lnTo>
                <a:lnTo>
                  <a:pt x="185738" y="0"/>
                </a:lnTo>
                <a:lnTo>
                  <a:pt x="195263" y="0"/>
                </a:lnTo>
                <a:lnTo>
                  <a:pt x="200025" y="4763"/>
                </a:lnTo>
                <a:lnTo>
                  <a:pt x="195263" y="9525"/>
                </a:lnTo>
                <a:lnTo>
                  <a:pt x="190500" y="14288"/>
                </a:lnTo>
                <a:lnTo>
                  <a:pt x="185738" y="19050"/>
                </a:lnTo>
                <a:lnTo>
                  <a:pt x="180975" y="23813"/>
                </a:lnTo>
                <a:lnTo>
                  <a:pt x="180975" y="33338"/>
                </a:lnTo>
                <a:lnTo>
                  <a:pt x="180975" y="42863"/>
                </a:lnTo>
                <a:lnTo>
                  <a:pt x="180975" y="52388"/>
                </a:lnTo>
                <a:lnTo>
                  <a:pt x="180975" y="61913"/>
                </a:lnTo>
                <a:lnTo>
                  <a:pt x="185738" y="66675"/>
                </a:lnTo>
                <a:lnTo>
                  <a:pt x="190500" y="71438"/>
                </a:lnTo>
                <a:lnTo>
                  <a:pt x="195263" y="76200"/>
                </a:lnTo>
                <a:lnTo>
                  <a:pt x="204788" y="76200"/>
                </a:lnTo>
                <a:lnTo>
                  <a:pt x="214313" y="76200"/>
                </a:lnTo>
                <a:lnTo>
                  <a:pt x="219075" y="80963"/>
                </a:lnTo>
                <a:lnTo>
                  <a:pt x="223838" y="85725"/>
                </a:lnTo>
                <a:lnTo>
                  <a:pt x="228600" y="80963"/>
                </a:lnTo>
                <a:lnTo>
                  <a:pt x="233363" y="76200"/>
                </a:lnTo>
                <a:lnTo>
                  <a:pt x="242888" y="76200"/>
                </a:lnTo>
                <a:lnTo>
                  <a:pt x="247650" y="71438"/>
                </a:lnTo>
                <a:lnTo>
                  <a:pt x="252413" y="66675"/>
                </a:lnTo>
                <a:lnTo>
                  <a:pt x="257175" y="61913"/>
                </a:lnTo>
                <a:lnTo>
                  <a:pt x="261938" y="57150"/>
                </a:lnTo>
                <a:lnTo>
                  <a:pt x="266700" y="52388"/>
                </a:lnTo>
                <a:lnTo>
                  <a:pt x="266700" y="42863"/>
                </a:lnTo>
                <a:lnTo>
                  <a:pt x="266700" y="33338"/>
                </a:lnTo>
                <a:lnTo>
                  <a:pt x="266700" y="23813"/>
                </a:lnTo>
                <a:lnTo>
                  <a:pt x="261938" y="19050"/>
                </a:lnTo>
                <a:lnTo>
                  <a:pt x="257175" y="14288"/>
                </a:lnTo>
                <a:lnTo>
                  <a:pt x="252413" y="9525"/>
                </a:lnTo>
                <a:lnTo>
                  <a:pt x="247650" y="4763"/>
                </a:lnTo>
                <a:lnTo>
                  <a:pt x="252413" y="0"/>
                </a:lnTo>
                <a:lnTo>
                  <a:pt x="261938" y="0"/>
                </a:lnTo>
                <a:lnTo>
                  <a:pt x="271463" y="0"/>
                </a:lnTo>
                <a:lnTo>
                  <a:pt x="280988" y="0"/>
                </a:lnTo>
                <a:lnTo>
                  <a:pt x="290513" y="0"/>
                </a:lnTo>
                <a:lnTo>
                  <a:pt x="295275" y="4763"/>
                </a:lnTo>
                <a:lnTo>
                  <a:pt x="300038" y="9525"/>
                </a:lnTo>
                <a:lnTo>
                  <a:pt x="309563" y="9525"/>
                </a:lnTo>
                <a:lnTo>
                  <a:pt x="319088" y="9525"/>
                </a:lnTo>
                <a:lnTo>
                  <a:pt x="328613" y="9525"/>
                </a:lnTo>
                <a:lnTo>
                  <a:pt x="338138" y="9525"/>
                </a:lnTo>
                <a:lnTo>
                  <a:pt x="347663" y="9525"/>
                </a:lnTo>
                <a:lnTo>
                  <a:pt x="357188" y="9525"/>
                </a:lnTo>
                <a:lnTo>
                  <a:pt x="361950" y="14288"/>
                </a:lnTo>
                <a:lnTo>
                  <a:pt x="366713" y="19050"/>
                </a:lnTo>
                <a:lnTo>
                  <a:pt x="376238" y="19050"/>
                </a:lnTo>
                <a:lnTo>
                  <a:pt x="385763" y="19050"/>
                </a:lnTo>
                <a:lnTo>
                  <a:pt x="395288" y="19050"/>
                </a:lnTo>
                <a:lnTo>
                  <a:pt x="400050" y="23813"/>
                </a:lnTo>
                <a:lnTo>
                  <a:pt x="404813" y="28575"/>
                </a:lnTo>
                <a:lnTo>
                  <a:pt x="414338" y="28575"/>
                </a:lnTo>
                <a:lnTo>
                  <a:pt x="423863" y="28575"/>
                </a:lnTo>
                <a:lnTo>
                  <a:pt x="428625" y="33338"/>
                </a:lnTo>
                <a:lnTo>
                  <a:pt x="433388" y="38100"/>
                </a:lnTo>
                <a:lnTo>
                  <a:pt x="438150" y="42863"/>
                </a:lnTo>
                <a:lnTo>
                  <a:pt x="438150" y="52388"/>
                </a:lnTo>
                <a:lnTo>
                  <a:pt x="433388" y="57150"/>
                </a:lnTo>
                <a:lnTo>
                  <a:pt x="428625" y="61913"/>
                </a:lnTo>
                <a:lnTo>
                  <a:pt x="423863" y="66675"/>
                </a:lnTo>
                <a:lnTo>
                  <a:pt x="414338" y="66675"/>
                </a:lnTo>
                <a:lnTo>
                  <a:pt x="404813" y="66675"/>
                </a:lnTo>
                <a:lnTo>
                  <a:pt x="400050" y="71438"/>
                </a:lnTo>
                <a:lnTo>
                  <a:pt x="395288" y="76200"/>
                </a:lnTo>
                <a:lnTo>
                  <a:pt x="385763" y="76200"/>
                </a:lnTo>
                <a:lnTo>
                  <a:pt x="376238" y="76200"/>
                </a:lnTo>
                <a:lnTo>
                  <a:pt x="366713" y="76200"/>
                </a:lnTo>
                <a:lnTo>
                  <a:pt x="361950" y="80963"/>
                </a:lnTo>
                <a:lnTo>
                  <a:pt x="357188" y="85725"/>
                </a:lnTo>
                <a:lnTo>
                  <a:pt x="347663" y="85725"/>
                </a:lnTo>
                <a:lnTo>
                  <a:pt x="338138" y="85725"/>
                </a:lnTo>
                <a:lnTo>
                  <a:pt x="328613" y="85725"/>
                </a:lnTo>
                <a:lnTo>
                  <a:pt x="319088" y="85725"/>
                </a:lnTo>
                <a:lnTo>
                  <a:pt x="309563" y="85725"/>
                </a:lnTo>
                <a:lnTo>
                  <a:pt x="300038" y="85725"/>
                </a:lnTo>
                <a:lnTo>
                  <a:pt x="290513" y="85725"/>
                </a:lnTo>
                <a:lnTo>
                  <a:pt x="285750" y="90488"/>
                </a:lnTo>
                <a:lnTo>
                  <a:pt x="280988" y="95250"/>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52400" y="90488"/>
                </a:lnTo>
                <a:lnTo>
                  <a:pt x="147638" y="85725"/>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4288" y="66675"/>
                </a:lnTo>
                <a:lnTo>
                  <a:pt x="9525" y="61913"/>
                </a:lnTo>
                <a:lnTo>
                  <a:pt x="4763" y="57150"/>
                </a:lnTo>
                <a:lnTo>
                  <a:pt x="0" y="52388"/>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71438" y="19050"/>
                </a:lnTo>
                <a:lnTo>
                  <a:pt x="76200" y="14288"/>
                </a:lnTo>
                <a:lnTo>
                  <a:pt x="80963" y="9525"/>
                </a:lnTo>
                <a:lnTo>
                  <a:pt x="90488" y="9525"/>
                </a:lnTo>
                <a:lnTo>
                  <a:pt x="100013" y="9525"/>
                </a:lnTo>
                <a:lnTo>
                  <a:pt x="109538" y="9525"/>
                </a:lnTo>
                <a:lnTo>
                  <a:pt x="119063" y="9525"/>
                </a:lnTo>
                <a:lnTo>
                  <a:pt x="128588" y="9525"/>
                </a:lnTo>
                <a:lnTo>
                  <a:pt x="138113" y="9525"/>
                </a:lnTo>
                <a:lnTo>
                  <a:pt x="142875" y="4763"/>
                </a:lnTo>
                <a:close/>
              </a:path>
            </a:pathLst>
          </a:custGeom>
          <a:solidFill xmlns:a="http://schemas.openxmlformats.org/drawingml/2006/main">
            <a:srgbClr val="F4C491"/>
          </a:solidFill>
          <a:ln xmlns:a="http://schemas.openxmlformats.org/drawingml/2006/main" w="0">
            <a:noFill/>
            <a:prstDash val="solid"/>
          </a:ln>
        </p:spPr>
      </p:sp>
      <p:sp>
        <p:nvSpPr>
          <p:cNvPr id="722" name="layout-orange-97-4">
            <a:extLst xmlns:a="http://schemas.openxmlformats.org/drawingml/2006/main">
              <a:ext uri="{FF2B5EF4-FFF2-40B4-BE49-F238E27FC236}">
                <a16:creationId xmlns:a16="http://schemas.microsoft.com/office/drawing/2014/main" id="{47F7ABE2-83DE-4D25-B580-1A9874932FC4}"/>
              </a:ext>
            </a:extLst>
          </p:cNvPr>
          <p:cNvSpPr>
            <a:spLocks xmlns:a="http://schemas.openxmlformats.org/drawingml/2006/main" noGrp="1"/>
          </p:cNvSpPr>
          <p:nvPr/>
        </p:nvSpPr>
        <p:spPr>
          <a:xfrm xmlns:a="http://schemas.openxmlformats.org/drawingml/2006/main" rot="0">
            <a:off x="1943100" y="4238625"/>
            <a:ext cx="314325" cy="9525"/>
          </a:xfrm>
          <a:custGeom xmlns:a="http://schemas.openxmlformats.org/drawingml/2006/main">
            <a:pathLst>
              <a:path w="31432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4325" y="4763"/>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F4C491"/>
          </a:solidFill>
          <a:ln xmlns:a="http://schemas.openxmlformats.org/drawingml/2006/main" w="0">
            <a:noFill/>
            <a:prstDash val="solid"/>
          </a:ln>
        </p:spPr>
      </p:sp>
      <p:sp>
        <p:nvSpPr>
          <p:cNvPr id="723" name="layout-orange-98-0">
            <a:extLst xmlns:a="http://schemas.openxmlformats.org/drawingml/2006/main">
              <a:ext uri="{FF2B5EF4-FFF2-40B4-BE49-F238E27FC236}">
                <a16:creationId xmlns:a16="http://schemas.microsoft.com/office/drawing/2014/main" id="{C480B904-96FB-44F2-99E8-83A1F8E7EA86}"/>
              </a:ext>
            </a:extLst>
          </p:cNvPr>
          <p:cNvSpPr>
            <a:spLocks xmlns:a="http://schemas.openxmlformats.org/drawingml/2006/main" noGrp="1"/>
          </p:cNvSpPr>
          <p:nvPr/>
        </p:nvSpPr>
        <p:spPr>
          <a:xfrm xmlns:a="http://schemas.openxmlformats.org/drawingml/2006/main" rot="0">
            <a:off x="3009900" y="3371850"/>
            <a:ext cx="9525" cy="428625"/>
          </a:xfrm>
          <a:custGeom xmlns:a="http://schemas.openxmlformats.org/drawingml/2006/main">
            <a:pathLst>
              <a:path w="9525" h="4286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4763" y="428625"/>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4C594"/>
          </a:solidFill>
          <a:ln xmlns:a="http://schemas.openxmlformats.org/drawingml/2006/main" w="0">
            <a:noFill/>
            <a:prstDash val="solid"/>
          </a:ln>
        </p:spPr>
      </p:sp>
      <p:sp>
        <p:nvSpPr>
          <p:cNvPr id="724" name="layout-orange-98-1">
            <a:extLst xmlns:a="http://schemas.openxmlformats.org/drawingml/2006/main">
              <a:ext uri="{FF2B5EF4-FFF2-40B4-BE49-F238E27FC236}">
                <a16:creationId xmlns:a16="http://schemas.microsoft.com/office/drawing/2014/main" id="{23974F4D-C024-476F-8CB2-54465AF29404}"/>
              </a:ext>
            </a:extLst>
          </p:cNvPr>
          <p:cNvSpPr>
            <a:spLocks xmlns:a="http://schemas.openxmlformats.org/drawingml/2006/main" noGrp="1"/>
          </p:cNvSpPr>
          <p:nvPr/>
        </p:nvSpPr>
        <p:spPr>
          <a:xfrm xmlns:a="http://schemas.openxmlformats.org/drawingml/2006/main" rot="0">
            <a:off x="2085975" y="3419475"/>
            <a:ext cx="914400" cy="819150"/>
          </a:xfrm>
          <a:custGeom xmlns:a="http://schemas.openxmlformats.org/drawingml/2006/main">
            <a:pathLst>
              <a:path w="914400" h="819150">
                <a:moveTo>
                  <a:pt x="314325" y="4763"/>
                </a:move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66725" y="4763"/>
                </a:lnTo>
                <a:lnTo>
                  <a:pt x="471488" y="9525"/>
                </a:lnTo>
                <a:lnTo>
                  <a:pt x="481013" y="9525"/>
                </a:lnTo>
                <a:lnTo>
                  <a:pt x="490538" y="9525"/>
                </a:lnTo>
                <a:lnTo>
                  <a:pt x="500063" y="9525"/>
                </a:lnTo>
                <a:lnTo>
                  <a:pt x="504825" y="14288"/>
                </a:lnTo>
                <a:lnTo>
                  <a:pt x="509588" y="19050"/>
                </a:lnTo>
                <a:lnTo>
                  <a:pt x="519113" y="19050"/>
                </a:lnTo>
                <a:lnTo>
                  <a:pt x="528638" y="19050"/>
                </a:lnTo>
                <a:lnTo>
                  <a:pt x="538163" y="19050"/>
                </a:lnTo>
                <a:lnTo>
                  <a:pt x="542925" y="23813"/>
                </a:lnTo>
                <a:lnTo>
                  <a:pt x="547688" y="28575"/>
                </a:lnTo>
                <a:lnTo>
                  <a:pt x="557213" y="28575"/>
                </a:lnTo>
                <a:lnTo>
                  <a:pt x="561975" y="33338"/>
                </a:lnTo>
                <a:lnTo>
                  <a:pt x="566738" y="38100"/>
                </a:lnTo>
                <a:lnTo>
                  <a:pt x="576263" y="38100"/>
                </a:lnTo>
                <a:lnTo>
                  <a:pt x="581025" y="42863"/>
                </a:lnTo>
                <a:lnTo>
                  <a:pt x="585788" y="47625"/>
                </a:lnTo>
                <a:lnTo>
                  <a:pt x="595313" y="47625"/>
                </a:lnTo>
                <a:lnTo>
                  <a:pt x="600075" y="52388"/>
                </a:lnTo>
                <a:lnTo>
                  <a:pt x="604838" y="57150"/>
                </a:lnTo>
                <a:lnTo>
                  <a:pt x="609600" y="61913"/>
                </a:lnTo>
                <a:lnTo>
                  <a:pt x="614363" y="66675"/>
                </a:lnTo>
                <a:lnTo>
                  <a:pt x="623888" y="66675"/>
                </a:lnTo>
                <a:lnTo>
                  <a:pt x="628650" y="71438"/>
                </a:lnTo>
                <a:lnTo>
                  <a:pt x="633413" y="76200"/>
                </a:lnTo>
                <a:lnTo>
                  <a:pt x="638175" y="80963"/>
                </a:lnTo>
                <a:lnTo>
                  <a:pt x="642938" y="85725"/>
                </a:lnTo>
                <a:lnTo>
                  <a:pt x="647700" y="90488"/>
                </a:lnTo>
                <a:lnTo>
                  <a:pt x="652463" y="95250"/>
                </a:lnTo>
                <a:lnTo>
                  <a:pt x="661988" y="95250"/>
                </a:lnTo>
                <a:lnTo>
                  <a:pt x="666750" y="100013"/>
                </a:lnTo>
                <a:lnTo>
                  <a:pt x="666750" y="109538"/>
                </a:lnTo>
                <a:lnTo>
                  <a:pt x="671513" y="114300"/>
                </a:lnTo>
                <a:lnTo>
                  <a:pt x="676275" y="119063"/>
                </a:lnTo>
                <a:lnTo>
                  <a:pt x="681038" y="123825"/>
                </a:lnTo>
                <a:lnTo>
                  <a:pt x="685800" y="128588"/>
                </a:lnTo>
                <a:lnTo>
                  <a:pt x="690563" y="133350"/>
                </a:lnTo>
                <a:lnTo>
                  <a:pt x="695325" y="138113"/>
                </a:lnTo>
                <a:lnTo>
                  <a:pt x="700088" y="142875"/>
                </a:lnTo>
                <a:lnTo>
                  <a:pt x="704850" y="147638"/>
                </a:lnTo>
                <a:lnTo>
                  <a:pt x="704850" y="157163"/>
                </a:lnTo>
                <a:lnTo>
                  <a:pt x="709613" y="161925"/>
                </a:lnTo>
                <a:lnTo>
                  <a:pt x="714375" y="166688"/>
                </a:lnTo>
                <a:lnTo>
                  <a:pt x="719138" y="171450"/>
                </a:lnTo>
                <a:lnTo>
                  <a:pt x="723900" y="176213"/>
                </a:lnTo>
                <a:lnTo>
                  <a:pt x="728663" y="180975"/>
                </a:lnTo>
                <a:lnTo>
                  <a:pt x="733425" y="185738"/>
                </a:lnTo>
                <a:lnTo>
                  <a:pt x="733425" y="195263"/>
                </a:lnTo>
                <a:lnTo>
                  <a:pt x="738188" y="200025"/>
                </a:lnTo>
                <a:lnTo>
                  <a:pt x="742950" y="204788"/>
                </a:lnTo>
                <a:lnTo>
                  <a:pt x="742950" y="214313"/>
                </a:lnTo>
                <a:lnTo>
                  <a:pt x="747713" y="219075"/>
                </a:lnTo>
                <a:lnTo>
                  <a:pt x="752475" y="223838"/>
                </a:lnTo>
                <a:lnTo>
                  <a:pt x="752475" y="233363"/>
                </a:lnTo>
                <a:lnTo>
                  <a:pt x="757238" y="238125"/>
                </a:lnTo>
                <a:lnTo>
                  <a:pt x="762000" y="242888"/>
                </a:lnTo>
                <a:lnTo>
                  <a:pt x="762000" y="252413"/>
                </a:lnTo>
                <a:lnTo>
                  <a:pt x="762000" y="261938"/>
                </a:lnTo>
                <a:lnTo>
                  <a:pt x="766763" y="266700"/>
                </a:lnTo>
                <a:lnTo>
                  <a:pt x="771525" y="271463"/>
                </a:lnTo>
                <a:lnTo>
                  <a:pt x="771525" y="280988"/>
                </a:lnTo>
                <a:lnTo>
                  <a:pt x="771525" y="290513"/>
                </a:lnTo>
                <a:lnTo>
                  <a:pt x="771525" y="300038"/>
                </a:lnTo>
                <a:lnTo>
                  <a:pt x="776288" y="304800"/>
                </a:lnTo>
                <a:lnTo>
                  <a:pt x="781050" y="309563"/>
                </a:lnTo>
                <a:lnTo>
                  <a:pt x="781050" y="319088"/>
                </a:lnTo>
                <a:lnTo>
                  <a:pt x="781050" y="328613"/>
                </a:lnTo>
                <a:lnTo>
                  <a:pt x="785813" y="333375"/>
                </a:lnTo>
                <a:lnTo>
                  <a:pt x="790575" y="338138"/>
                </a:lnTo>
                <a:lnTo>
                  <a:pt x="790575" y="347663"/>
                </a:lnTo>
                <a:lnTo>
                  <a:pt x="790575" y="357188"/>
                </a:lnTo>
                <a:lnTo>
                  <a:pt x="785813" y="361950"/>
                </a:lnTo>
                <a:lnTo>
                  <a:pt x="781050" y="366713"/>
                </a:lnTo>
                <a:lnTo>
                  <a:pt x="785813" y="371475"/>
                </a:lnTo>
                <a:lnTo>
                  <a:pt x="795338" y="371475"/>
                </a:lnTo>
                <a:lnTo>
                  <a:pt x="804863" y="371475"/>
                </a:lnTo>
                <a:lnTo>
                  <a:pt x="814388" y="371475"/>
                </a:lnTo>
                <a:lnTo>
                  <a:pt x="823913" y="371475"/>
                </a:lnTo>
                <a:lnTo>
                  <a:pt x="833438" y="371475"/>
                </a:lnTo>
                <a:lnTo>
                  <a:pt x="842963" y="371475"/>
                </a:lnTo>
                <a:lnTo>
                  <a:pt x="852488" y="371475"/>
                </a:lnTo>
                <a:lnTo>
                  <a:pt x="862013" y="371475"/>
                </a:lnTo>
                <a:lnTo>
                  <a:pt x="871538" y="371475"/>
                </a:lnTo>
                <a:lnTo>
                  <a:pt x="881063" y="371475"/>
                </a:lnTo>
                <a:lnTo>
                  <a:pt x="890588" y="371475"/>
                </a:lnTo>
                <a:lnTo>
                  <a:pt x="900113" y="371475"/>
                </a:lnTo>
                <a:lnTo>
                  <a:pt x="909638" y="371475"/>
                </a:lnTo>
                <a:lnTo>
                  <a:pt x="914400" y="376238"/>
                </a:lnTo>
                <a:lnTo>
                  <a:pt x="909638" y="381000"/>
                </a:lnTo>
                <a:lnTo>
                  <a:pt x="900113" y="381000"/>
                </a:lnTo>
                <a:lnTo>
                  <a:pt x="890588" y="381000"/>
                </a:lnTo>
                <a:lnTo>
                  <a:pt x="881063" y="381000"/>
                </a:lnTo>
                <a:lnTo>
                  <a:pt x="871538" y="381000"/>
                </a:lnTo>
                <a:lnTo>
                  <a:pt x="862013" y="381000"/>
                </a:lnTo>
                <a:lnTo>
                  <a:pt x="852488" y="381000"/>
                </a:lnTo>
                <a:lnTo>
                  <a:pt x="842963" y="381000"/>
                </a:lnTo>
                <a:lnTo>
                  <a:pt x="833438" y="381000"/>
                </a:lnTo>
                <a:lnTo>
                  <a:pt x="823913" y="381000"/>
                </a:lnTo>
                <a:lnTo>
                  <a:pt x="814388" y="381000"/>
                </a:lnTo>
                <a:lnTo>
                  <a:pt x="804863" y="381000"/>
                </a:lnTo>
                <a:lnTo>
                  <a:pt x="795338" y="381000"/>
                </a:lnTo>
                <a:lnTo>
                  <a:pt x="785813" y="381000"/>
                </a:lnTo>
                <a:lnTo>
                  <a:pt x="776288" y="381000"/>
                </a:lnTo>
                <a:lnTo>
                  <a:pt x="766763" y="381000"/>
                </a:lnTo>
                <a:lnTo>
                  <a:pt x="757238" y="381000"/>
                </a:lnTo>
                <a:lnTo>
                  <a:pt x="747713" y="381000"/>
                </a:lnTo>
                <a:lnTo>
                  <a:pt x="738188" y="381000"/>
                </a:lnTo>
                <a:lnTo>
                  <a:pt x="728663" y="381000"/>
                </a:lnTo>
                <a:lnTo>
                  <a:pt x="719138" y="381000"/>
                </a:lnTo>
                <a:lnTo>
                  <a:pt x="709613" y="381000"/>
                </a:lnTo>
                <a:lnTo>
                  <a:pt x="700088" y="381000"/>
                </a:lnTo>
                <a:lnTo>
                  <a:pt x="690563" y="381000"/>
                </a:lnTo>
                <a:lnTo>
                  <a:pt x="681038" y="381000"/>
                </a:lnTo>
                <a:lnTo>
                  <a:pt x="671513" y="381000"/>
                </a:lnTo>
                <a:lnTo>
                  <a:pt x="661988" y="381000"/>
                </a:lnTo>
                <a:lnTo>
                  <a:pt x="652463" y="381000"/>
                </a:lnTo>
                <a:lnTo>
                  <a:pt x="642938" y="381000"/>
                </a:lnTo>
                <a:lnTo>
                  <a:pt x="633413" y="381000"/>
                </a:lnTo>
                <a:lnTo>
                  <a:pt x="623888" y="381000"/>
                </a:lnTo>
                <a:lnTo>
                  <a:pt x="614363" y="381000"/>
                </a:lnTo>
                <a:lnTo>
                  <a:pt x="604838" y="381000"/>
                </a:lnTo>
                <a:lnTo>
                  <a:pt x="595313" y="381000"/>
                </a:lnTo>
                <a:lnTo>
                  <a:pt x="585788" y="381000"/>
                </a:lnTo>
                <a:lnTo>
                  <a:pt x="576263" y="381000"/>
                </a:lnTo>
                <a:lnTo>
                  <a:pt x="566738" y="381000"/>
                </a:lnTo>
                <a:lnTo>
                  <a:pt x="557213" y="381000"/>
                </a:lnTo>
                <a:lnTo>
                  <a:pt x="547688" y="381000"/>
                </a:lnTo>
                <a:lnTo>
                  <a:pt x="538163" y="381000"/>
                </a:lnTo>
                <a:lnTo>
                  <a:pt x="528638" y="381000"/>
                </a:lnTo>
                <a:lnTo>
                  <a:pt x="519113" y="381000"/>
                </a:lnTo>
                <a:lnTo>
                  <a:pt x="509588" y="381000"/>
                </a:lnTo>
                <a:lnTo>
                  <a:pt x="500063" y="381000"/>
                </a:lnTo>
                <a:lnTo>
                  <a:pt x="490538" y="381000"/>
                </a:lnTo>
                <a:lnTo>
                  <a:pt x="481013" y="381000"/>
                </a:lnTo>
                <a:lnTo>
                  <a:pt x="471488" y="381000"/>
                </a:lnTo>
                <a:lnTo>
                  <a:pt x="461963" y="381000"/>
                </a:lnTo>
                <a:lnTo>
                  <a:pt x="452438" y="381000"/>
                </a:lnTo>
                <a:lnTo>
                  <a:pt x="442913" y="381000"/>
                </a:lnTo>
                <a:lnTo>
                  <a:pt x="433388" y="381000"/>
                </a:lnTo>
                <a:lnTo>
                  <a:pt x="423863" y="381000"/>
                </a:lnTo>
                <a:lnTo>
                  <a:pt x="414338" y="381000"/>
                </a:lnTo>
                <a:lnTo>
                  <a:pt x="404813" y="381000"/>
                </a:lnTo>
                <a:lnTo>
                  <a:pt x="395288" y="381000"/>
                </a:lnTo>
                <a:lnTo>
                  <a:pt x="385763" y="381000"/>
                </a:lnTo>
                <a:lnTo>
                  <a:pt x="376238" y="381000"/>
                </a:lnTo>
                <a:lnTo>
                  <a:pt x="366713" y="381000"/>
                </a:lnTo>
                <a:lnTo>
                  <a:pt x="357188" y="381000"/>
                </a:lnTo>
                <a:lnTo>
                  <a:pt x="347663" y="381000"/>
                </a:lnTo>
                <a:lnTo>
                  <a:pt x="338138" y="381000"/>
                </a:lnTo>
                <a:lnTo>
                  <a:pt x="328613" y="381000"/>
                </a:lnTo>
                <a:lnTo>
                  <a:pt x="319088" y="381000"/>
                </a:lnTo>
                <a:lnTo>
                  <a:pt x="309563" y="381000"/>
                </a:lnTo>
                <a:lnTo>
                  <a:pt x="300038" y="381000"/>
                </a:lnTo>
                <a:lnTo>
                  <a:pt x="290513" y="381000"/>
                </a:lnTo>
                <a:lnTo>
                  <a:pt x="285750" y="385763"/>
                </a:lnTo>
                <a:lnTo>
                  <a:pt x="285750" y="395288"/>
                </a:lnTo>
                <a:lnTo>
                  <a:pt x="285750" y="404813"/>
                </a:lnTo>
                <a:lnTo>
                  <a:pt x="285750" y="414338"/>
                </a:lnTo>
                <a:lnTo>
                  <a:pt x="285750" y="423863"/>
                </a:lnTo>
                <a:lnTo>
                  <a:pt x="285750" y="433388"/>
                </a:lnTo>
                <a:lnTo>
                  <a:pt x="285750" y="442913"/>
                </a:lnTo>
                <a:lnTo>
                  <a:pt x="285750" y="452438"/>
                </a:lnTo>
                <a:lnTo>
                  <a:pt x="285750" y="461963"/>
                </a:lnTo>
                <a:lnTo>
                  <a:pt x="285750" y="471488"/>
                </a:lnTo>
                <a:lnTo>
                  <a:pt x="285750" y="481013"/>
                </a:lnTo>
                <a:lnTo>
                  <a:pt x="285750" y="490538"/>
                </a:lnTo>
                <a:lnTo>
                  <a:pt x="285750" y="500063"/>
                </a:lnTo>
                <a:lnTo>
                  <a:pt x="285750" y="509588"/>
                </a:lnTo>
                <a:lnTo>
                  <a:pt x="285750" y="519113"/>
                </a:lnTo>
                <a:lnTo>
                  <a:pt x="285750" y="528638"/>
                </a:lnTo>
                <a:lnTo>
                  <a:pt x="285750" y="538163"/>
                </a:lnTo>
                <a:lnTo>
                  <a:pt x="285750" y="547688"/>
                </a:lnTo>
                <a:lnTo>
                  <a:pt x="285750" y="557213"/>
                </a:lnTo>
                <a:lnTo>
                  <a:pt x="285750" y="566738"/>
                </a:lnTo>
                <a:lnTo>
                  <a:pt x="285750" y="576263"/>
                </a:lnTo>
                <a:lnTo>
                  <a:pt x="285750" y="585788"/>
                </a:lnTo>
                <a:lnTo>
                  <a:pt x="285750" y="595313"/>
                </a:lnTo>
                <a:lnTo>
                  <a:pt x="285750" y="604838"/>
                </a:lnTo>
                <a:lnTo>
                  <a:pt x="285750" y="614363"/>
                </a:lnTo>
                <a:lnTo>
                  <a:pt x="285750" y="623888"/>
                </a:lnTo>
                <a:lnTo>
                  <a:pt x="285750" y="633413"/>
                </a:lnTo>
                <a:lnTo>
                  <a:pt x="285750" y="642938"/>
                </a:lnTo>
                <a:lnTo>
                  <a:pt x="285750" y="652463"/>
                </a:lnTo>
                <a:lnTo>
                  <a:pt x="285750" y="661988"/>
                </a:lnTo>
                <a:lnTo>
                  <a:pt x="285750" y="671513"/>
                </a:lnTo>
                <a:lnTo>
                  <a:pt x="285750" y="681038"/>
                </a:lnTo>
                <a:lnTo>
                  <a:pt x="285750" y="690563"/>
                </a:lnTo>
                <a:lnTo>
                  <a:pt x="285750" y="700088"/>
                </a:lnTo>
                <a:lnTo>
                  <a:pt x="285750" y="709613"/>
                </a:lnTo>
                <a:lnTo>
                  <a:pt x="285750" y="719138"/>
                </a:lnTo>
                <a:lnTo>
                  <a:pt x="285750" y="728663"/>
                </a:lnTo>
                <a:lnTo>
                  <a:pt x="290513" y="733425"/>
                </a:lnTo>
                <a:lnTo>
                  <a:pt x="295275" y="738188"/>
                </a:lnTo>
                <a:lnTo>
                  <a:pt x="295275" y="747713"/>
                </a:lnTo>
                <a:lnTo>
                  <a:pt x="295275" y="757238"/>
                </a:lnTo>
                <a:lnTo>
                  <a:pt x="295275" y="766763"/>
                </a:lnTo>
                <a:lnTo>
                  <a:pt x="295275" y="776288"/>
                </a:lnTo>
                <a:lnTo>
                  <a:pt x="295275" y="785813"/>
                </a:lnTo>
                <a:lnTo>
                  <a:pt x="295275" y="795338"/>
                </a:lnTo>
                <a:lnTo>
                  <a:pt x="295275" y="804863"/>
                </a:lnTo>
                <a:lnTo>
                  <a:pt x="295275" y="814388"/>
                </a:lnTo>
                <a:lnTo>
                  <a:pt x="290513" y="819150"/>
                </a:lnTo>
                <a:lnTo>
                  <a:pt x="285750" y="814388"/>
                </a:lnTo>
                <a:lnTo>
                  <a:pt x="285750" y="804863"/>
                </a:lnTo>
                <a:lnTo>
                  <a:pt x="285750" y="795338"/>
                </a:lnTo>
                <a:lnTo>
                  <a:pt x="285750" y="785813"/>
                </a:lnTo>
                <a:lnTo>
                  <a:pt x="285750" y="776288"/>
                </a:lnTo>
                <a:lnTo>
                  <a:pt x="280988" y="771525"/>
                </a:lnTo>
                <a:lnTo>
                  <a:pt x="276225" y="766763"/>
                </a:lnTo>
                <a:lnTo>
                  <a:pt x="271463" y="762000"/>
                </a:lnTo>
                <a:lnTo>
                  <a:pt x="261938" y="762000"/>
                </a:lnTo>
                <a:lnTo>
                  <a:pt x="252413" y="762000"/>
                </a:lnTo>
                <a:lnTo>
                  <a:pt x="247650" y="757238"/>
                </a:lnTo>
                <a:lnTo>
                  <a:pt x="242888" y="752475"/>
                </a:lnTo>
                <a:lnTo>
                  <a:pt x="233363" y="752475"/>
                </a:lnTo>
                <a:lnTo>
                  <a:pt x="228600" y="747713"/>
                </a:lnTo>
                <a:lnTo>
                  <a:pt x="223838" y="742950"/>
                </a:lnTo>
                <a:lnTo>
                  <a:pt x="214313" y="742950"/>
                </a:lnTo>
                <a:lnTo>
                  <a:pt x="209550" y="738188"/>
                </a:lnTo>
                <a:lnTo>
                  <a:pt x="204788" y="733425"/>
                </a:lnTo>
                <a:lnTo>
                  <a:pt x="195263" y="733425"/>
                </a:lnTo>
                <a:lnTo>
                  <a:pt x="190500" y="728663"/>
                </a:lnTo>
                <a:lnTo>
                  <a:pt x="185738" y="723900"/>
                </a:lnTo>
                <a:lnTo>
                  <a:pt x="180975" y="719138"/>
                </a:lnTo>
                <a:lnTo>
                  <a:pt x="176213" y="714375"/>
                </a:lnTo>
                <a:lnTo>
                  <a:pt x="166688" y="714375"/>
                </a:lnTo>
                <a:lnTo>
                  <a:pt x="161925" y="709613"/>
                </a:lnTo>
                <a:lnTo>
                  <a:pt x="157163" y="704850"/>
                </a:lnTo>
                <a:lnTo>
                  <a:pt x="147638" y="704850"/>
                </a:lnTo>
                <a:lnTo>
                  <a:pt x="142875" y="700088"/>
                </a:lnTo>
                <a:lnTo>
                  <a:pt x="138113" y="695325"/>
                </a:lnTo>
                <a:lnTo>
                  <a:pt x="133350" y="690563"/>
                </a:lnTo>
                <a:lnTo>
                  <a:pt x="128588" y="685800"/>
                </a:lnTo>
                <a:lnTo>
                  <a:pt x="123825" y="681038"/>
                </a:lnTo>
                <a:lnTo>
                  <a:pt x="123825" y="671513"/>
                </a:lnTo>
                <a:lnTo>
                  <a:pt x="119063" y="666750"/>
                </a:lnTo>
                <a:lnTo>
                  <a:pt x="114300" y="661988"/>
                </a:lnTo>
                <a:lnTo>
                  <a:pt x="109538" y="657225"/>
                </a:lnTo>
                <a:lnTo>
                  <a:pt x="104775" y="652463"/>
                </a:lnTo>
                <a:lnTo>
                  <a:pt x="100013" y="647700"/>
                </a:lnTo>
                <a:lnTo>
                  <a:pt x="95250" y="642938"/>
                </a:lnTo>
                <a:lnTo>
                  <a:pt x="90488" y="638175"/>
                </a:lnTo>
                <a:lnTo>
                  <a:pt x="85725" y="633413"/>
                </a:lnTo>
                <a:lnTo>
                  <a:pt x="80963" y="628650"/>
                </a:lnTo>
                <a:lnTo>
                  <a:pt x="76200" y="623888"/>
                </a:lnTo>
                <a:lnTo>
                  <a:pt x="71438" y="619125"/>
                </a:lnTo>
                <a:lnTo>
                  <a:pt x="66675" y="614363"/>
                </a:lnTo>
                <a:lnTo>
                  <a:pt x="66675" y="604838"/>
                </a:lnTo>
                <a:lnTo>
                  <a:pt x="61913" y="600075"/>
                </a:lnTo>
                <a:lnTo>
                  <a:pt x="57150" y="595313"/>
                </a:lnTo>
                <a:lnTo>
                  <a:pt x="57150" y="585788"/>
                </a:lnTo>
                <a:lnTo>
                  <a:pt x="52388" y="581025"/>
                </a:lnTo>
                <a:lnTo>
                  <a:pt x="47625" y="576263"/>
                </a:lnTo>
                <a:lnTo>
                  <a:pt x="47625" y="566738"/>
                </a:lnTo>
                <a:lnTo>
                  <a:pt x="42863" y="561975"/>
                </a:lnTo>
                <a:lnTo>
                  <a:pt x="38100" y="557213"/>
                </a:lnTo>
                <a:lnTo>
                  <a:pt x="33338" y="552450"/>
                </a:lnTo>
                <a:lnTo>
                  <a:pt x="28575" y="547688"/>
                </a:lnTo>
                <a:lnTo>
                  <a:pt x="28575" y="538163"/>
                </a:lnTo>
                <a:lnTo>
                  <a:pt x="28575" y="528638"/>
                </a:lnTo>
                <a:lnTo>
                  <a:pt x="23813" y="523875"/>
                </a:lnTo>
                <a:lnTo>
                  <a:pt x="19050" y="519113"/>
                </a:lnTo>
                <a:lnTo>
                  <a:pt x="19050" y="509588"/>
                </a:lnTo>
                <a:lnTo>
                  <a:pt x="19050" y="500063"/>
                </a:lnTo>
                <a:lnTo>
                  <a:pt x="14288" y="495300"/>
                </a:lnTo>
                <a:lnTo>
                  <a:pt x="9525" y="490538"/>
                </a:lnTo>
                <a:lnTo>
                  <a:pt x="9525" y="481013"/>
                </a:lnTo>
                <a:lnTo>
                  <a:pt x="9525" y="471488"/>
                </a:lnTo>
                <a:lnTo>
                  <a:pt x="9525" y="461963"/>
                </a:lnTo>
                <a:lnTo>
                  <a:pt x="4763" y="457200"/>
                </a:lnTo>
                <a:lnTo>
                  <a:pt x="0" y="452438"/>
                </a:lnTo>
                <a:lnTo>
                  <a:pt x="4763" y="447675"/>
                </a:lnTo>
                <a:lnTo>
                  <a:pt x="9525" y="442913"/>
                </a:lnTo>
                <a:lnTo>
                  <a:pt x="4763" y="438150"/>
                </a:lnTo>
                <a:lnTo>
                  <a:pt x="0" y="433388"/>
                </a:lnTo>
                <a:lnTo>
                  <a:pt x="4763" y="428625"/>
                </a:lnTo>
                <a:lnTo>
                  <a:pt x="9525" y="423863"/>
                </a:lnTo>
                <a:lnTo>
                  <a:pt x="4763" y="419100"/>
                </a:lnTo>
                <a:lnTo>
                  <a:pt x="0" y="414338"/>
                </a:lnTo>
                <a:lnTo>
                  <a:pt x="0" y="404813"/>
                </a:lnTo>
                <a:lnTo>
                  <a:pt x="0" y="395288"/>
                </a:lnTo>
                <a:lnTo>
                  <a:pt x="0" y="385763"/>
                </a:lnTo>
                <a:lnTo>
                  <a:pt x="0" y="376238"/>
                </a:lnTo>
                <a:lnTo>
                  <a:pt x="4763" y="371475"/>
                </a:lnTo>
                <a:lnTo>
                  <a:pt x="9525" y="366713"/>
                </a:lnTo>
                <a:lnTo>
                  <a:pt x="4763" y="361950"/>
                </a:lnTo>
                <a:lnTo>
                  <a:pt x="0" y="357188"/>
                </a:lnTo>
                <a:lnTo>
                  <a:pt x="0" y="347663"/>
                </a:lnTo>
                <a:lnTo>
                  <a:pt x="0" y="338138"/>
                </a:lnTo>
                <a:lnTo>
                  <a:pt x="4763" y="333375"/>
                </a:lnTo>
                <a:lnTo>
                  <a:pt x="9525" y="328613"/>
                </a:lnTo>
                <a:lnTo>
                  <a:pt x="9525" y="319088"/>
                </a:lnTo>
                <a:lnTo>
                  <a:pt x="9525" y="309563"/>
                </a:lnTo>
                <a:lnTo>
                  <a:pt x="9525" y="300038"/>
                </a:lnTo>
                <a:lnTo>
                  <a:pt x="14288" y="295275"/>
                </a:lnTo>
                <a:lnTo>
                  <a:pt x="19050" y="290513"/>
                </a:lnTo>
                <a:lnTo>
                  <a:pt x="14288" y="285750"/>
                </a:lnTo>
                <a:lnTo>
                  <a:pt x="9525" y="280988"/>
                </a:lnTo>
                <a:lnTo>
                  <a:pt x="14288" y="276225"/>
                </a:lnTo>
                <a:lnTo>
                  <a:pt x="19050" y="271463"/>
                </a:lnTo>
                <a:lnTo>
                  <a:pt x="19050" y="261938"/>
                </a:lnTo>
                <a:lnTo>
                  <a:pt x="19050" y="252413"/>
                </a:lnTo>
                <a:lnTo>
                  <a:pt x="23813" y="247650"/>
                </a:lnTo>
                <a:lnTo>
                  <a:pt x="28575" y="242888"/>
                </a:lnTo>
                <a:lnTo>
                  <a:pt x="33338" y="238125"/>
                </a:lnTo>
                <a:lnTo>
                  <a:pt x="38100" y="233363"/>
                </a:lnTo>
                <a:lnTo>
                  <a:pt x="38100" y="223838"/>
                </a:lnTo>
                <a:lnTo>
                  <a:pt x="42863" y="219075"/>
                </a:lnTo>
                <a:lnTo>
                  <a:pt x="47625" y="214313"/>
                </a:lnTo>
                <a:lnTo>
                  <a:pt x="47625" y="204788"/>
                </a:lnTo>
                <a:lnTo>
                  <a:pt x="52388" y="200025"/>
                </a:lnTo>
                <a:lnTo>
                  <a:pt x="57150" y="195263"/>
                </a:lnTo>
                <a:lnTo>
                  <a:pt x="57150" y="185738"/>
                </a:lnTo>
                <a:lnTo>
                  <a:pt x="57150" y="176213"/>
                </a:lnTo>
                <a:lnTo>
                  <a:pt x="61913" y="171450"/>
                </a:lnTo>
                <a:lnTo>
                  <a:pt x="71438" y="171450"/>
                </a:lnTo>
                <a:lnTo>
                  <a:pt x="76200" y="176213"/>
                </a:lnTo>
                <a:lnTo>
                  <a:pt x="76200" y="185738"/>
                </a:lnTo>
                <a:lnTo>
                  <a:pt x="76200" y="195263"/>
                </a:lnTo>
                <a:lnTo>
                  <a:pt x="80963" y="200025"/>
                </a:lnTo>
                <a:lnTo>
                  <a:pt x="85725" y="204788"/>
                </a:lnTo>
                <a:lnTo>
                  <a:pt x="90488" y="209550"/>
                </a:lnTo>
                <a:lnTo>
                  <a:pt x="100013" y="209550"/>
                </a:lnTo>
                <a:lnTo>
                  <a:pt x="104775" y="214313"/>
                </a:lnTo>
                <a:lnTo>
                  <a:pt x="109538" y="219075"/>
                </a:lnTo>
                <a:lnTo>
                  <a:pt x="119063" y="219075"/>
                </a:lnTo>
                <a:lnTo>
                  <a:pt x="128588" y="219075"/>
                </a:lnTo>
                <a:lnTo>
                  <a:pt x="133350" y="223838"/>
                </a:lnTo>
                <a:lnTo>
                  <a:pt x="138113" y="228600"/>
                </a:lnTo>
                <a:lnTo>
                  <a:pt x="147638" y="228600"/>
                </a:lnTo>
                <a:lnTo>
                  <a:pt x="157163" y="228600"/>
                </a:lnTo>
                <a:lnTo>
                  <a:pt x="166688" y="228600"/>
                </a:lnTo>
                <a:lnTo>
                  <a:pt x="176213" y="228600"/>
                </a:lnTo>
                <a:lnTo>
                  <a:pt x="180975" y="233363"/>
                </a:lnTo>
                <a:lnTo>
                  <a:pt x="185738" y="238125"/>
                </a:lnTo>
                <a:lnTo>
                  <a:pt x="195263" y="238125"/>
                </a:lnTo>
                <a:lnTo>
                  <a:pt x="204788" y="238125"/>
                </a:lnTo>
                <a:lnTo>
                  <a:pt x="214313" y="238125"/>
                </a:lnTo>
                <a:lnTo>
                  <a:pt x="223838" y="238125"/>
                </a:lnTo>
                <a:lnTo>
                  <a:pt x="233363" y="238125"/>
                </a:lnTo>
                <a:lnTo>
                  <a:pt x="242888" y="238125"/>
                </a:lnTo>
                <a:lnTo>
                  <a:pt x="252413" y="238125"/>
                </a:lnTo>
                <a:lnTo>
                  <a:pt x="261938" y="238125"/>
                </a:lnTo>
                <a:lnTo>
                  <a:pt x="271463" y="238125"/>
                </a:lnTo>
                <a:lnTo>
                  <a:pt x="280988" y="238125"/>
                </a:lnTo>
                <a:lnTo>
                  <a:pt x="290513" y="238125"/>
                </a:lnTo>
                <a:lnTo>
                  <a:pt x="300038" y="238125"/>
                </a:lnTo>
                <a:lnTo>
                  <a:pt x="309563" y="238125"/>
                </a:lnTo>
                <a:lnTo>
                  <a:pt x="319088" y="238125"/>
                </a:lnTo>
                <a:lnTo>
                  <a:pt x="328613" y="238125"/>
                </a:lnTo>
                <a:lnTo>
                  <a:pt x="338138" y="238125"/>
                </a:lnTo>
                <a:lnTo>
                  <a:pt x="347663" y="238125"/>
                </a:lnTo>
                <a:lnTo>
                  <a:pt x="357188" y="238125"/>
                </a:lnTo>
                <a:lnTo>
                  <a:pt x="366713" y="238125"/>
                </a:lnTo>
                <a:lnTo>
                  <a:pt x="376238" y="238125"/>
                </a:lnTo>
                <a:lnTo>
                  <a:pt x="385763" y="238125"/>
                </a:lnTo>
                <a:lnTo>
                  <a:pt x="395288" y="238125"/>
                </a:lnTo>
                <a:lnTo>
                  <a:pt x="404813" y="238125"/>
                </a:lnTo>
                <a:lnTo>
                  <a:pt x="414338" y="238125"/>
                </a:lnTo>
                <a:lnTo>
                  <a:pt x="423863" y="238125"/>
                </a:lnTo>
                <a:lnTo>
                  <a:pt x="433388" y="238125"/>
                </a:lnTo>
                <a:lnTo>
                  <a:pt x="438150" y="233363"/>
                </a:lnTo>
                <a:lnTo>
                  <a:pt x="442913" y="228600"/>
                </a:lnTo>
                <a:lnTo>
                  <a:pt x="452438" y="228600"/>
                </a:lnTo>
                <a:lnTo>
                  <a:pt x="461963" y="228600"/>
                </a:lnTo>
                <a:lnTo>
                  <a:pt x="471488" y="228600"/>
                </a:lnTo>
                <a:lnTo>
                  <a:pt x="481013" y="228600"/>
                </a:lnTo>
                <a:lnTo>
                  <a:pt x="485775" y="223838"/>
                </a:lnTo>
                <a:lnTo>
                  <a:pt x="490538" y="219075"/>
                </a:lnTo>
                <a:lnTo>
                  <a:pt x="500063" y="219075"/>
                </a:lnTo>
                <a:lnTo>
                  <a:pt x="509588" y="219075"/>
                </a:lnTo>
                <a:lnTo>
                  <a:pt x="514350" y="214313"/>
                </a:lnTo>
                <a:lnTo>
                  <a:pt x="519113" y="209550"/>
                </a:lnTo>
                <a:lnTo>
                  <a:pt x="528638" y="209550"/>
                </a:lnTo>
                <a:lnTo>
                  <a:pt x="533400" y="204788"/>
                </a:lnTo>
                <a:lnTo>
                  <a:pt x="538163" y="200025"/>
                </a:lnTo>
                <a:lnTo>
                  <a:pt x="542925" y="195263"/>
                </a:lnTo>
                <a:lnTo>
                  <a:pt x="547688" y="190500"/>
                </a:lnTo>
                <a:lnTo>
                  <a:pt x="552450" y="185738"/>
                </a:lnTo>
                <a:lnTo>
                  <a:pt x="552450" y="176213"/>
                </a:lnTo>
                <a:lnTo>
                  <a:pt x="552450" y="166688"/>
                </a:lnTo>
                <a:lnTo>
                  <a:pt x="547688" y="161925"/>
                </a:lnTo>
                <a:lnTo>
                  <a:pt x="542925" y="157163"/>
                </a:lnTo>
                <a:lnTo>
                  <a:pt x="538163" y="152400"/>
                </a:lnTo>
                <a:lnTo>
                  <a:pt x="528638" y="152400"/>
                </a:lnTo>
                <a:lnTo>
                  <a:pt x="523875" y="147638"/>
                </a:lnTo>
                <a:lnTo>
                  <a:pt x="519113" y="142875"/>
                </a:lnTo>
                <a:lnTo>
                  <a:pt x="509588" y="142875"/>
                </a:lnTo>
                <a:lnTo>
                  <a:pt x="500063" y="142875"/>
                </a:lnTo>
                <a:lnTo>
                  <a:pt x="495300" y="138113"/>
                </a:lnTo>
                <a:lnTo>
                  <a:pt x="490538" y="133350"/>
                </a:lnTo>
                <a:lnTo>
                  <a:pt x="481013" y="133350"/>
                </a:lnTo>
                <a:lnTo>
                  <a:pt x="471488" y="133350"/>
                </a:lnTo>
                <a:lnTo>
                  <a:pt x="461963" y="133350"/>
                </a:lnTo>
                <a:lnTo>
                  <a:pt x="457200" y="128588"/>
                </a:lnTo>
                <a:lnTo>
                  <a:pt x="452438" y="123825"/>
                </a:lnTo>
                <a:lnTo>
                  <a:pt x="442913" y="123825"/>
                </a:lnTo>
                <a:lnTo>
                  <a:pt x="433388" y="123825"/>
                </a:lnTo>
                <a:lnTo>
                  <a:pt x="423863" y="123825"/>
                </a:lnTo>
                <a:lnTo>
                  <a:pt x="414338" y="123825"/>
                </a:lnTo>
                <a:lnTo>
                  <a:pt x="404813" y="123825"/>
                </a:lnTo>
                <a:lnTo>
                  <a:pt x="395288" y="123825"/>
                </a:lnTo>
                <a:lnTo>
                  <a:pt x="385763" y="123825"/>
                </a:lnTo>
                <a:lnTo>
                  <a:pt x="381000" y="119063"/>
                </a:lnTo>
                <a:lnTo>
                  <a:pt x="376238" y="114300"/>
                </a:lnTo>
                <a:lnTo>
                  <a:pt x="366713" y="114300"/>
                </a:lnTo>
                <a:lnTo>
                  <a:pt x="357188" y="114300"/>
                </a:lnTo>
                <a:lnTo>
                  <a:pt x="347663" y="114300"/>
                </a:lnTo>
                <a:lnTo>
                  <a:pt x="338138" y="114300"/>
                </a:lnTo>
                <a:lnTo>
                  <a:pt x="328613" y="114300"/>
                </a:lnTo>
                <a:lnTo>
                  <a:pt x="319088" y="114300"/>
                </a:lnTo>
                <a:lnTo>
                  <a:pt x="309563" y="114300"/>
                </a:lnTo>
                <a:lnTo>
                  <a:pt x="300038" y="114300"/>
                </a:lnTo>
                <a:lnTo>
                  <a:pt x="290513" y="114300"/>
                </a:lnTo>
                <a:lnTo>
                  <a:pt x="280988" y="114300"/>
                </a:lnTo>
                <a:lnTo>
                  <a:pt x="271463" y="114300"/>
                </a:lnTo>
                <a:lnTo>
                  <a:pt x="261938" y="114300"/>
                </a:lnTo>
                <a:lnTo>
                  <a:pt x="252413" y="114300"/>
                </a:lnTo>
                <a:lnTo>
                  <a:pt x="247650" y="119063"/>
                </a:lnTo>
                <a:lnTo>
                  <a:pt x="242888" y="123825"/>
                </a:lnTo>
                <a:lnTo>
                  <a:pt x="233363" y="123825"/>
                </a:lnTo>
                <a:lnTo>
                  <a:pt x="223838" y="123825"/>
                </a:lnTo>
                <a:lnTo>
                  <a:pt x="214313" y="123825"/>
                </a:lnTo>
                <a:lnTo>
                  <a:pt x="204788" y="123825"/>
                </a:lnTo>
                <a:lnTo>
                  <a:pt x="195263" y="123825"/>
                </a:lnTo>
                <a:lnTo>
                  <a:pt x="185738" y="123825"/>
                </a:lnTo>
                <a:lnTo>
                  <a:pt x="180975" y="119063"/>
                </a:lnTo>
                <a:lnTo>
                  <a:pt x="176213" y="114300"/>
                </a:lnTo>
                <a:lnTo>
                  <a:pt x="171450" y="109538"/>
                </a:lnTo>
                <a:lnTo>
                  <a:pt x="166688" y="104775"/>
                </a:lnTo>
                <a:lnTo>
                  <a:pt x="161925" y="100013"/>
                </a:lnTo>
                <a:lnTo>
                  <a:pt x="161925" y="90488"/>
                </a:lnTo>
                <a:lnTo>
                  <a:pt x="157163" y="85725"/>
                </a:lnTo>
                <a:lnTo>
                  <a:pt x="152400" y="80963"/>
                </a:lnTo>
                <a:lnTo>
                  <a:pt x="157163" y="76200"/>
                </a:lnTo>
                <a:lnTo>
                  <a:pt x="161925" y="71438"/>
                </a:lnTo>
                <a:lnTo>
                  <a:pt x="166688" y="66675"/>
                </a:lnTo>
                <a:lnTo>
                  <a:pt x="176213" y="66675"/>
                </a:lnTo>
                <a:lnTo>
                  <a:pt x="180975" y="61913"/>
                </a:lnTo>
                <a:lnTo>
                  <a:pt x="185738" y="57150"/>
                </a:lnTo>
                <a:lnTo>
                  <a:pt x="190500" y="52388"/>
                </a:lnTo>
                <a:lnTo>
                  <a:pt x="195263" y="47625"/>
                </a:lnTo>
                <a:lnTo>
                  <a:pt x="204788" y="47625"/>
                </a:lnTo>
                <a:lnTo>
                  <a:pt x="209550" y="42863"/>
                </a:lnTo>
                <a:lnTo>
                  <a:pt x="214313" y="38100"/>
                </a:lnTo>
                <a:lnTo>
                  <a:pt x="223838" y="38100"/>
                </a:lnTo>
                <a:lnTo>
                  <a:pt x="228600" y="33338"/>
                </a:lnTo>
                <a:lnTo>
                  <a:pt x="233363" y="28575"/>
                </a:lnTo>
                <a:lnTo>
                  <a:pt x="242888" y="28575"/>
                </a:lnTo>
                <a:lnTo>
                  <a:pt x="247650" y="23813"/>
                </a:lnTo>
                <a:lnTo>
                  <a:pt x="252413" y="19050"/>
                </a:lnTo>
                <a:lnTo>
                  <a:pt x="261938" y="19050"/>
                </a:lnTo>
                <a:lnTo>
                  <a:pt x="271463" y="19050"/>
                </a:lnTo>
                <a:lnTo>
                  <a:pt x="280988" y="19050"/>
                </a:lnTo>
                <a:lnTo>
                  <a:pt x="285750" y="14288"/>
                </a:lnTo>
                <a:lnTo>
                  <a:pt x="290513" y="9525"/>
                </a:lnTo>
                <a:lnTo>
                  <a:pt x="300038" y="9525"/>
                </a:lnTo>
                <a:lnTo>
                  <a:pt x="309563" y="9525"/>
                </a:lnTo>
                <a:lnTo>
                  <a:pt x="314325" y="4763"/>
                </a:lnTo>
                <a:close/>
              </a:path>
            </a:pathLst>
          </a:custGeom>
          <a:solidFill xmlns:a="http://schemas.openxmlformats.org/drawingml/2006/main">
            <a:srgbClr val="F4C594"/>
          </a:solidFill>
          <a:ln xmlns:a="http://schemas.openxmlformats.org/drawingml/2006/main" w="0">
            <a:noFill/>
            <a:prstDash val="solid"/>
          </a:ln>
        </p:spPr>
      </p:sp>
      <p:sp>
        <p:nvSpPr>
          <p:cNvPr id="725" name="layout-orange-98-2">
            <a:extLst xmlns:a="http://schemas.openxmlformats.org/drawingml/2006/main">
              <a:ext uri="{FF2B5EF4-FFF2-40B4-BE49-F238E27FC236}">
                <a16:creationId xmlns:a16="http://schemas.microsoft.com/office/drawing/2014/main" id="{B76CF538-6CC5-4DE6-AF10-AB52ED4F4813}"/>
              </a:ext>
            </a:extLst>
          </p:cNvPr>
          <p:cNvSpPr>
            <a:spLocks xmlns:a="http://schemas.openxmlformats.org/drawingml/2006/main" noGrp="1"/>
          </p:cNvSpPr>
          <p:nvPr/>
        </p:nvSpPr>
        <p:spPr>
          <a:xfrm xmlns:a="http://schemas.openxmlformats.org/drawingml/2006/main" rot="0">
            <a:off x="2181225" y="3543300"/>
            <a:ext cx="28575" cy="19050"/>
          </a:xfrm>
          <a:custGeom xmlns:a="http://schemas.openxmlformats.org/drawingml/2006/main">
            <a:pathLst>
              <a:path w="28575" h="19050">
                <a:moveTo>
                  <a:pt x="9525" y="4763"/>
                </a:moveTo>
                <a:lnTo>
                  <a:pt x="14288" y="0"/>
                </a:lnTo>
                <a:lnTo>
                  <a:pt x="23813" y="0"/>
                </a:lnTo>
                <a:lnTo>
                  <a:pt x="28575" y="4763"/>
                </a:lnTo>
                <a:lnTo>
                  <a:pt x="28575" y="14288"/>
                </a:lnTo>
                <a:lnTo>
                  <a:pt x="23813" y="19050"/>
                </a:lnTo>
                <a:lnTo>
                  <a:pt x="14288" y="19050"/>
                </a:lnTo>
                <a:lnTo>
                  <a:pt x="4763" y="19050"/>
                </a:lnTo>
                <a:lnTo>
                  <a:pt x="0" y="14288"/>
                </a:lnTo>
                <a:lnTo>
                  <a:pt x="4763" y="9525"/>
                </a:lnTo>
                <a:lnTo>
                  <a:pt x="9525" y="4763"/>
                </a:lnTo>
                <a:close/>
              </a:path>
            </a:pathLst>
          </a:custGeom>
          <a:solidFill xmlns:a="http://schemas.openxmlformats.org/drawingml/2006/main">
            <a:srgbClr val="F4C594"/>
          </a:solidFill>
          <a:ln xmlns:a="http://schemas.openxmlformats.org/drawingml/2006/main" w="0">
            <a:noFill/>
            <a:prstDash val="solid"/>
          </a:ln>
        </p:spPr>
      </p:sp>
      <p:sp>
        <p:nvSpPr>
          <p:cNvPr id="726" name="layout-orange-98-3">
            <a:extLst xmlns:a="http://schemas.openxmlformats.org/drawingml/2006/main">
              <a:ext uri="{FF2B5EF4-FFF2-40B4-BE49-F238E27FC236}">
                <a16:creationId xmlns:a16="http://schemas.microsoft.com/office/drawing/2014/main" id="{3FD311ED-415E-47DB-BF95-9FFB66BB702D}"/>
              </a:ext>
            </a:extLst>
          </p:cNvPr>
          <p:cNvSpPr>
            <a:spLocks xmlns:a="http://schemas.openxmlformats.org/drawingml/2006/main" noGrp="1"/>
          </p:cNvSpPr>
          <p:nvPr/>
        </p:nvSpPr>
        <p:spPr>
          <a:xfrm xmlns:a="http://schemas.openxmlformats.org/drawingml/2006/main" rot="0">
            <a:off x="2181225" y="3552825"/>
            <a:ext cx="438150" cy="95250"/>
          </a:xfrm>
          <a:custGeom xmlns:a="http://schemas.openxmlformats.org/drawingml/2006/main">
            <a:pathLst>
              <a:path w="438150" h="95250">
                <a:moveTo>
                  <a:pt x="142875" y="4763"/>
                </a:moveTo>
                <a:lnTo>
                  <a:pt x="147638" y="0"/>
                </a:lnTo>
                <a:lnTo>
                  <a:pt x="157163" y="0"/>
                </a:lnTo>
                <a:lnTo>
                  <a:pt x="166688" y="0"/>
                </a:lnTo>
                <a:lnTo>
                  <a:pt x="176213" y="0"/>
                </a:lnTo>
                <a:lnTo>
                  <a:pt x="185738" y="0"/>
                </a:lnTo>
                <a:lnTo>
                  <a:pt x="195263" y="0"/>
                </a:lnTo>
                <a:lnTo>
                  <a:pt x="200025" y="4763"/>
                </a:lnTo>
                <a:lnTo>
                  <a:pt x="195263" y="9525"/>
                </a:lnTo>
                <a:lnTo>
                  <a:pt x="190500" y="14288"/>
                </a:lnTo>
                <a:lnTo>
                  <a:pt x="185738" y="19050"/>
                </a:lnTo>
                <a:lnTo>
                  <a:pt x="180975" y="23813"/>
                </a:lnTo>
                <a:lnTo>
                  <a:pt x="180975" y="33338"/>
                </a:lnTo>
                <a:lnTo>
                  <a:pt x="180975" y="42863"/>
                </a:lnTo>
                <a:lnTo>
                  <a:pt x="180975" y="52388"/>
                </a:lnTo>
                <a:lnTo>
                  <a:pt x="180975" y="61913"/>
                </a:lnTo>
                <a:lnTo>
                  <a:pt x="185738" y="66675"/>
                </a:lnTo>
                <a:lnTo>
                  <a:pt x="190500" y="71438"/>
                </a:lnTo>
                <a:lnTo>
                  <a:pt x="195263" y="76200"/>
                </a:lnTo>
                <a:lnTo>
                  <a:pt x="204788" y="76200"/>
                </a:lnTo>
                <a:lnTo>
                  <a:pt x="214313" y="76200"/>
                </a:lnTo>
                <a:lnTo>
                  <a:pt x="219075" y="80963"/>
                </a:lnTo>
                <a:lnTo>
                  <a:pt x="223838" y="85725"/>
                </a:lnTo>
                <a:lnTo>
                  <a:pt x="228600" y="80963"/>
                </a:lnTo>
                <a:lnTo>
                  <a:pt x="233363" y="76200"/>
                </a:lnTo>
                <a:lnTo>
                  <a:pt x="242888" y="76200"/>
                </a:lnTo>
                <a:lnTo>
                  <a:pt x="247650" y="71438"/>
                </a:lnTo>
                <a:lnTo>
                  <a:pt x="252413" y="66675"/>
                </a:lnTo>
                <a:lnTo>
                  <a:pt x="257175" y="61913"/>
                </a:lnTo>
                <a:lnTo>
                  <a:pt x="261938" y="57150"/>
                </a:lnTo>
                <a:lnTo>
                  <a:pt x="266700" y="52388"/>
                </a:lnTo>
                <a:lnTo>
                  <a:pt x="266700" y="42863"/>
                </a:lnTo>
                <a:lnTo>
                  <a:pt x="266700" y="33338"/>
                </a:lnTo>
                <a:lnTo>
                  <a:pt x="266700" y="23813"/>
                </a:lnTo>
                <a:lnTo>
                  <a:pt x="261938" y="19050"/>
                </a:lnTo>
                <a:lnTo>
                  <a:pt x="257175" y="14288"/>
                </a:lnTo>
                <a:lnTo>
                  <a:pt x="252413" y="9525"/>
                </a:lnTo>
                <a:lnTo>
                  <a:pt x="247650" y="4763"/>
                </a:lnTo>
                <a:lnTo>
                  <a:pt x="252413" y="0"/>
                </a:lnTo>
                <a:lnTo>
                  <a:pt x="261938" y="0"/>
                </a:lnTo>
                <a:lnTo>
                  <a:pt x="271463" y="0"/>
                </a:lnTo>
                <a:lnTo>
                  <a:pt x="280988" y="0"/>
                </a:lnTo>
                <a:lnTo>
                  <a:pt x="290513" y="0"/>
                </a:lnTo>
                <a:lnTo>
                  <a:pt x="295275" y="4763"/>
                </a:lnTo>
                <a:lnTo>
                  <a:pt x="300038" y="9525"/>
                </a:lnTo>
                <a:lnTo>
                  <a:pt x="309563" y="9525"/>
                </a:lnTo>
                <a:lnTo>
                  <a:pt x="319088" y="9525"/>
                </a:lnTo>
                <a:lnTo>
                  <a:pt x="328613" y="9525"/>
                </a:lnTo>
                <a:lnTo>
                  <a:pt x="338138" y="9525"/>
                </a:lnTo>
                <a:lnTo>
                  <a:pt x="347663" y="9525"/>
                </a:lnTo>
                <a:lnTo>
                  <a:pt x="357188" y="9525"/>
                </a:lnTo>
                <a:lnTo>
                  <a:pt x="361950" y="14288"/>
                </a:lnTo>
                <a:lnTo>
                  <a:pt x="366713" y="19050"/>
                </a:lnTo>
                <a:lnTo>
                  <a:pt x="376238" y="19050"/>
                </a:lnTo>
                <a:lnTo>
                  <a:pt x="385763" y="19050"/>
                </a:lnTo>
                <a:lnTo>
                  <a:pt x="395288" y="19050"/>
                </a:lnTo>
                <a:lnTo>
                  <a:pt x="400050" y="23813"/>
                </a:lnTo>
                <a:lnTo>
                  <a:pt x="404813" y="28575"/>
                </a:lnTo>
                <a:lnTo>
                  <a:pt x="414338" y="28575"/>
                </a:lnTo>
                <a:lnTo>
                  <a:pt x="423863" y="28575"/>
                </a:lnTo>
                <a:lnTo>
                  <a:pt x="428625" y="33338"/>
                </a:lnTo>
                <a:lnTo>
                  <a:pt x="433388" y="38100"/>
                </a:lnTo>
                <a:lnTo>
                  <a:pt x="438150" y="42863"/>
                </a:lnTo>
                <a:lnTo>
                  <a:pt x="438150" y="52388"/>
                </a:lnTo>
                <a:lnTo>
                  <a:pt x="433388" y="57150"/>
                </a:lnTo>
                <a:lnTo>
                  <a:pt x="428625" y="61913"/>
                </a:lnTo>
                <a:lnTo>
                  <a:pt x="423863" y="66675"/>
                </a:lnTo>
                <a:lnTo>
                  <a:pt x="414338" y="66675"/>
                </a:lnTo>
                <a:lnTo>
                  <a:pt x="404813" y="66675"/>
                </a:lnTo>
                <a:lnTo>
                  <a:pt x="400050" y="71438"/>
                </a:lnTo>
                <a:lnTo>
                  <a:pt x="395288" y="76200"/>
                </a:lnTo>
                <a:lnTo>
                  <a:pt x="385763" y="76200"/>
                </a:lnTo>
                <a:lnTo>
                  <a:pt x="376238" y="76200"/>
                </a:lnTo>
                <a:lnTo>
                  <a:pt x="366713" y="76200"/>
                </a:lnTo>
                <a:lnTo>
                  <a:pt x="361950" y="80963"/>
                </a:lnTo>
                <a:lnTo>
                  <a:pt x="357188" y="85725"/>
                </a:lnTo>
                <a:lnTo>
                  <a:pt x="347663" y="85725"/>
                </a:lnTo>
                <a:lnTo>
                  <a:pt x="338138" y="85725"/>
                </a:lnTo>
                <a:lnTo>
                  <a:pt x="328613" y="85725"/>
                </a:lnTo>
                <a:lnTo>
                  <a:pt x="319088" y="85725"/>
                </a:lnTo>
                <a:lnTo>
                  <a:pt x="309563" y="85725"/>
                </a:lnTo>
                <a:lnTo>
                  <a:pt x="300038" y="85725"/>
                </a:lnTo>
                <a:lnTo>
                  <a:pt x="290513" y="85725"/>
                </a:lnTo>
                <a:lnTo>
                  <a:pt x="280988" y="85725"/>
                </a:lnTo>
                <a:lnTo>
                  <a:pt x="276225" y="90488"/>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61925" y="90488"/>
                </a:lnTo>
                <a:lnTo>
                  <a:pt x="157163" y="85725"/>
                </a:lnTo>
                <a:lnTo>
                  <a:pt x="147638" y="85725"/>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4288" y="66675"/>
                </a:lnTo>
                <a:lnTo>
                  <a:pt x="9525" y="61913"/>
                </a:lnTo>
                <a:lnTo>
                  <a:pt x="4763" y="57150"/>
                </a:lnTo>
                <a:lnTo>
                  <a:pt x="0" y="52388"/>
                </a:lnTo>
                <a:lnTo>
                  <a:pt x="0" y="42863"/>
                </a:lnTo>
                <a:lnTo>
                  <a:pt x="4763" y="38100"/>
                </a:lnTo>
                <a:lnTo>
                  <a:pt x="9525" y="33338"/>
                </a:lnTo>
                <a:lnTo>
                  <a:pt x="14288" y="28575"/>
                </a:lnTo>
                <a:lnTo>
                  <a:pt x="23813" y="28575"/>
                </a:lnTo>
                <a:lnTo>
                  <a:pt x="33338" y="28575"/>
                </a:lnTo>
                <a:lnTo>
                  <a:pt x="38100" y="23813"/>
                </a:lnTo>
                <a:lnTo>
                  <a:pt x="42863" y="19050"/>
                </a:lnTo>
                <a:lnTo>
                  <a:pt x="52388" y="19050"/>
                </a:lnTo>
                <a:lnTo>
                  <a:pt x="61913" y="19050"/>
                </a:lnTo>
                <a:lnTo>
                  <a:pt x="71438" y="19050"/>
                </a:lnTo>
                <a:lnTo>
                  <a:pt x="76200" y="14288"/>
                </a:lnTo>
                <a:lnTo>
                  <a:pt x="80963" y="9525"/>
                </a:lnTo>
                <a:lnTo>
                  <a:pt x="90488" y="9525"/>
                </a:lnTo>
                <a:lnTo>
                  <a:pt x="100013" y="9525"/>
                </a:lnTo>
                <a:lnTo>
                  <a:pt x="109538" y="9525"/>
                </a:lnTo>
                <a:lnTo>
                  <a:pt x="119063" y="9525"/>
                </a:lnTo>
                <a:lnTo>
                  <a:pt x="128588" y="9525"/>
                </a:lnTo>
                <a:lnTo>
                  <a:pt x="138113" y="9525"/>
                </a:lnTo>
                <a:lnTo>
                  <a:pt x="142875" y="4763"/>
                </a:lnTo>
                <a:close/>
              </a:path>
            </a:pathLst>
          </a:custGeom>
          <a:solidFill xmlns:a="http://schemas.openxmlformats.org/drawingml/2006/main">
            <a:srgbClr val="F4C594"/>
          </a:solidFill>
          <a:ln xmlns:a="http://schemas.openxmlformats.org/drawingml/2006/main" w="0">
            <a:noFill/>
            <a:prstDash val="solid"/>
          </a:ln>
        </p:spPr>
      </p:sp>
      <p:sp>
        <p:nvSpPr>
          <p:cNvPr id="727" name="layout-orange-98-4">
            <a:extLst xmlns:a="http://schemas.openxmlformats.org/drawingml/2006/main">
              <a:ext uri="{FF2B5EF4-FFF2-40B4-BE49-F238E27FC236}">
                <a16:creationId xmlns:a16="http://schemas.microsoft.com/office/drawing/2014/main" id="{889EA14C-5EFE-4953-BEDD-769424443E03}"/>
              </a:ext>
            </a:extLst>
          </p:cNvPr>
          <p:cNvSpPr>
            <a:spLocks xmlns:a="http://schemas.openxmlformats.org/drawingml/2006/main" noGrp="1"/>
          </p:cNvSpPr>
          <p:nvPr/>
        </p:nvSpPr>
        <p:spPr>
          <a:xfrm xmlns:a="http://schemas.openxmlformats.org/drawingml/2006/main" rot="0">
            <a:off x="2171700" y="35623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F4C594"/>
          </a:solidFill>
          <a:ln xmlns:a="http://schemas.openxmlformats.org/drawingml/2006/main" w="0">
            <a:noFill/>
            <a:prstDash val="solid"/>
          </a:ln>
        </p:spPr>
      </p:sp>
      <p:sp>
        <p:nvSpPr>
          <p:cNvPr id="728" name="layout-orange-98-5">
            <a:extLst xmlns:a="http://schemas.openxmlformats.org/drawingml/2006/main">
              <a:ext uri="{FF2B5EF4-FFF2-40B4-BE49-F238E27FC236}">
                <a16:creationId xmlns:a16="http://schemas.microsoft.com/office/drawing/2014/main" id="{04E3D4CE-10D9-402A-BB4F-ABFD2DE39E8A}"/>
              </a:ext>
            </a:extLst>
          </p:cNvPr>
          <p:cNvSpPr>
            <a:spLocks xmlns:a="http://schemas.openxmlformats.org/drawingml/2006/main" noGrp="1"/>
          </p:cNvSpPr>
          <p:nvPr/>
        </p:nvSpPr>
        <p:spPr>
          <a:xfrm xmlns:a="http://schemas.openxmlformats.org/drawingml/2006/main" rot="0">
            <a:off x="2162175" y="357187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F4C594"/>
          </a:solidFill>
          <a:ln xmlns:a="http://schemas.openxmlformats.org/drawingml/2006/main" w="0">
            <a:noFill/>
            <a:prstDash val="solid"/>
          </a:ln>
        </p:spPr>
      </p:sp>
      <p:sp>
        <p:nvSpPr>
          <p:cNvPr id="729" name="layout-orange-98-6">
            <a:extLst xmlns:a="http://schemas.openxmlformats.org/drawingml/2006/main">
              <a:ext uri="{FF2B5EF4-FFF2-40B4-BE49-F238E27FC236}">
                <a16:creationId xmlns:a16="http://schemas.microsoft.com/office/drawing/2014/main" id="{048D63BB-04A7-4A59-9B30-5A0BF8CE5852}"/>
              </a:ext>
            </a:extLst>
          </p:cNvPr>
          <p:cNvSpPr>
            <a:spLocks xmlns:a="http://schemas.openxmlformats.org/drawingml/2006/main" noGrp="1"/>
          </p:cNvSpPr>
          <p:nvPr/>
        </p:nvSpPr>
        <p:spPr>
          <a:xfrm xmlns:a="http://schemas.openxmlformats.org/drawingml/2006/main" rot="0">
            <a:off x="1943100" y="3600450"/>
            <a:ext cx="9525" cy="419100"/>
          </a:xfrm>
          <a:custGeom xmlns:a="http://schemas.openxmlformats.org/drawingml/2006/main">
            <a:pathLst>
              <a:path w="9525" h="41910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4763" y="419100"/>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4C594"/>
          </a:solidFill>
          <a:ln xmlns:a="http://schemas.openxmlformats.org/drawingml/2006/main" w="0">
            <a:noFill/>
            <a:prstDash val="solid"/>
          </a:ln>
        </p:spPr>
      </p:sp>
      <p:sp>
        <p:nvSpPr>
          <p:cNvPr id="730" name="layout-orange-98-7">
            <a:extLst xmlns:a="http://schemas.openxmlformats.org/drawingml/2006/main">
              <a:ext uri="{FF2B5EF4-FFF2-40B4-BE49-F238E27FC236}">
                <a16:creationId xmlns:a16="http://schemas.microsoft.com/office/drawing/2014/main" id="{99C8CAA0-4515-42A2-B7DA-E9E5FED04355}"/>
              </a:ext>
            </a:extLst>
          </p:cNvPr>
          <p:cNvSpPr>
            <a:spLocks xmlns:a="http://schemas.openxmlformats.org/drawingml/2006/main" noGrp="1"/>
          </p:cNvSpPr>
          <p:nvPr/>
        </p:nvSpPr>
        <p:spPr>
          <a:xfrm xmlns:a="http://schemas.openxmlformats.org/drawingml/2006/main" rot="0">
            <a:off x="1943100" y="4238625"/>
            <a:ext cx="314325" cy="9525"/>
          </a:xfrm>
          <a:custGeom xmlns:a="http://schemas.openxmlformats.org/drawingml/2006/main">
            <a:pathLst>
              <a:path w="31432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4325" y="4763"/>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F4C594"/>
          </a:solidFill>
          <a:ln xmlns:a="http://schemas.openxmlformats.org/drawingml/2006/main" w="0">
            <a:noFill/>
            <a:prstDash val="solid"/>
          </a:ln>
        </p:spPr>
      </p:sp>
      <p:sp>
        <p:nvSpPr>
          <p:cNvPr id="731" name="layout-orange-99-0">
            <a:extLst xmlns:a="http://schemas.openxmlformats.org/drawingml/2006/main">
              <a:ext uri="{FF2B5EF4-FFF2-40B4-BE49-F238E27FC236}">
                <a16:creationId xmlns:a16="http://schemas.microsoft.com/office/drawing/2014/main" id="{2F75533C-3154-4949-AE8B-27036D40B8AA}"/>
              </a:ext>
            </a:extLst>
          </p:cNvPr>
          <p:cNvSpPr>
            <a:spLocks xmlns:a="http://schemas.openxmlformats.org/drawingml/2006/main" noGrp="1"/>
          </p:cNvSpPr>
          <p:nvPr/>
        </p:nvSpPr>
        <p:spPr>
          <a:xfrm xmlns:a="http://schemas.openxmlformats.org/drawingml/2006/main" rot="0">
            <a:off x="3009900" y="3371850"/>
            <a:ext cx="9525" cy="428625"/>
          </a:xfrm>
          <a:custGeom xmlns:a="http://schemas.openxmlformats.org/drawingml/2006/main">
            <a:pathLst>
              <a:path w="9525" h="4286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4763" y="428625"/>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5C797"/>
          </a:solidFill>
          <a:ln xmlns:a="http://schemas.openxmlformats.org/drawingml/2006/main" w="0">
            <a:noFill/>
            <a:prstDash val="solid"/>
          </a:ln>
        </p:spPr>
      </p:sp>
      <p:sp>
        <p:nvSpPr>
          <p:cNvPr id="732" name="layout-orange-99-1">
            <a:extLst xmlns:a="http://schemas.openxmlformats.org/drawingml/2006/main">
              <a:ext uri="{FF2B5EF4-FFF2-40B4-BE49-F238E27FC236}">
                <a16:creationId xmlns:a16="http://schemas.microsoft.com/office/drawing/2014/main" id="{06867B45-1F70-4B37-8FB1-A32C98C71627}"/>
              </a:ext>
            </a:extLst>
          </p:cNvPr>
          <p:cNvSpPr>
            <a:spLocks xmlns:a="http://schemas.openxmlformats.org/drawingml/2006/main" noGrp="1"/>
          </p:cNvSpPr>
          <p:nvPr/>
        </p:nvSpPr>
        <p:spPr>
          <a:xfrm xmlns:a="http://schemas.openxmlformats.org/drawingml/2006/main" rot="0">
            <a:off x="2105025" y="3429000"/>
            <a:ext cx="857250" cy="809625"/>
          </a:xfrm>
          <a:custGeom xmlns:a="http://schemas.openxmlformats.org/drawingml/2006/main">
            <a:pathLst>
              <a:path w="857250" h="809625">
                <a:moveTo>
                  <a:pt x="352425" y="4763"/>
                </a:moveTo>
                <a:lnTo>
                  <a:pt x="357188" y="0"/>
                </a:lnTo>
                <a:lnTo>
                  <a:pt x="366713" y="0"/>
                </a:lnTo>
                <a:lnTo>
                  <a:pt x="376238" y="0"/>
                </a:lnTo>
                <a:lnTo>
                  <a:pt x="385763" y="0"/>
                </a:lnTo>
                <a:lnTo>
                  <a:pt x="395288" y="0"/>
                </a:lnTo>
                <a:lnTo>
                  <a:pt x="400050" y="4763"/>
                </a:lnTo>
                <a:lnTo>
                  <a:pt x="404813" y="9525"/>
                </a:lnTo>
                <a:lnTo>
                  <a:pt x="414338" y="9525"/>
                </a:lnTo>
                <a:lnTo>
                  <a:pt x="423863" y="9525"/>
                </a:lnTo>
                <a:lnTo>
                  <a:pt x="433388" y="9525"/>
                </a:lnTo>
                <a:lnTo>
                  <a:pt x="442913" y="9525"/>
                </a:lnTo>
                <a:lnTo>
                  <a:pt x="452438" y="9525"/>
                </a:lnTo>
                <a:lnTo>
                  <a:pt x="461963" y="9525"/>
                </a:lnTo>
                <a:lnTo>
                  <a:pt x="466725" y="14288"/>
                </a:lnTo>
                <a:lnTo>
                  <a:pt x="471488" y="19050"/>
                </a:lnTo>
                <a:lnTo>
                  <a:pt x="481013" y="19050"/>
                </a:lnTo>
                <a:lnTo>
                  <a:pt x="490538" y="19050"/>
                </a:lnTo>
                <a:lnTo>
                  <a:pt x="495300" y="23813"/>
                </a:lnTo>
                <a:lnTo>
                  <a:pt x="500063" y="28575"/>
                </a:lnTo>
                <a:lnTo>
                  <a:pt x="509588" y="28575"/>
                </a:lnTo>
                <a:lnTo>
                  <a:pt x="519113" y="28575"/>
                </a:lnTo>
                <a:lnTo>
                  <a:pt x="523875" y="33338"/>
                </a:lnTo>
                <a:lnTo>
                  <a:pt x="528638" y="38100"/>
                </a:lnTo>
                <a:lnTo>
                  <a:pt x="538163" y="38100"/>
                </a:lnTo>
                <a:lnTo>
                  <a:pt x="542925" y="42863"/>
                </a:lnTo>
                <a:lnTo>
                  <a:pt x="547688" y="47625"/>
                </a:lnTo>
                <a:lnTo>
                  <a:pt x="557213" y="47625"/>
                </a:lnTo>
                <a:lnTo>
                  <a:pt x="561975" y="52388"/>
                </a:lnTo>
                <a:lnTo>
                  <a:pt x="566738" y="57150"/>
                </a:lnTo>
                <a:lnTo>
                  <a:pt x="576263" y="57150"/>
                </a:lnTo>
                <a:lnTo>
                  <a:pt x="581025" y="61913"/>
                </a:lnTo>
                <a:lnTo>
                  <a:pt x="585788" y="66675"/>
                </a:lnTo>
                <a:lnTo>
                  <a:pt x="590550" y="71438"/>
                </a:lnTo>
                <a:lnTo>
                  <a:pt x="595313" y="76200"/>
                </a:lnTo>
                <a:lnTo>
                  <a:pt x="604838" y="76200"/>
                </a:lnTo>
                <a:lnTo>
                  <a:pt x="609600" y="80963"/>
                </a:lnTo>
                <a:lnTo>
                  <a:pt x="614363" y="85725"/>
                </a:lnTo>
                <a:lnTo>
                  <a:pt x="619125" y="90488"/>
                </a:lnTo>
                <a:lnTo>
                  <a:pt x="623888" y="95250"/>
                </a:lnTo>
                <a:lnTo>
                  <a:pt x="628650" y="100013"/>
                </a:lnTo>
                <a:lnTo>
                  <a:pt x="633413" y="104775"/>
                </a:lnTo>
                <a:lnTo>
                  <a:pt x="638175" y="109538"/>
                </a:lnTo>
                <a:lnTo>
                  <a:pt x="642938" y="114300"/>
                </a:lnTo>
                <a:lnTo>
                  <a:pt x="647700" y="119063"/>
                </a:lnTo>
                <a:lnTo>
                  <a:pt x="652463" y="123825"/>
                </a:lnTo>
                <a:lnTo>
                  <a:pt x="657225" y="128588"/>
                </a:lnTo>
                <a:lnTo>
                  <a:pt x="661988" y="133350"/>
                </a:lnTo>
                <a:lnTo>
                  <a:pt x="666750" y="138113"/>
                </a:lnTo>
                <a:lnTo>
                  <a:pt x="666750" y="147638"/>
                </a:lnTo>
                <a:lnTo>
                  <a:pt x="671513" y="152400"/>
                </a:lnTo>
                <a:lnTo>
                  <a:pt x="676275" y="157163"/>
                </a:lnTo>
                <a:lnTo>
                  <a:pt x="681038" y="161925"/>
                </a:lnTo>
                <a:lnTo>
                  <a:pt x="685800" y="166688"/>
                </a:lnTo>
                <a:lnTo>
                  <a:pt x="690563" y="171450"/>
                </a:lnTo>
                <a:lnTo>
                  <a:pt x="695325" y="176213"/>
                </a:lnTo>
                <a:lnTo>
                  <a:pt x="695325" y="185738"/>
                </a:lnTo>
                <a:lnTo>
                  <a:pt x="700088" y="190500"/>
                </a:lnTo>
                <a:lnTo>
                  <a:pt x="704850" y="195263"/>
                </a:lnTo>
                <a:lnTo>
                  <a:pt x="704850" y="204788"/>
                </a:lnTo>
                <a:lnTo>
                  <a:pt x="709613" y="209550"/>
                </a:lnTo>
                <a:lnTo>
                  <a:pt x="714375" y="214313"/>
                </a:lnTo>
                <a:lnTo>
                  <a:pt x="714375" y="223838"/>
                </a:lnTo>
                <a:lnTo>
                  <a:pt x="719138" y="228600"/>
                </a:lnTo>
                <a:lnTo>
                  <a:pt x="723900" y="233363"/>
                </a:lnTo>
                <a:lnTo>
                  <a:pt x="723900" y="242888"/>
                </a:lnTo>
                <a:lnTo>
                  <a:pt x="728663" y="247650"/>
                </a:lnTo>
                <a:lnTo>
                  <a:pt x="733425" y="252413"/>
                </a:lnTo>
                <a:lnTo>
                  <a:pt x="733425" y="261938"/>
                </a:lnTo>
                <a:lnTo>
                  <a:pt x="733425" y="271463"/>
                </a:lnTo>
                <a:lnTo>
                  <a:pt x="738188" y="276225"/>
                </a:lnTo>
                <a:lnTo>
                  <a:pt x="742950" y="280988"/>
                </a:lnTo>
                <a:lnTo>
                  <a:pt x="742950" y="290513"/>
                </a:lnTo>
                <a:lnTo>
                  <a:pt x="742950" y="300038"/>
                </a:lnTo>
                <a:lnTo>
                  <a:pt x="742950" y="309563"/>
                </a:lnTo>
                <a:lnTo>
                  <a:pt x="747713" y="314325"/>
                </a:lnTo>
                <a:lnTo>
                  <a:pt x="752475" y="319088"/>
                </a:lnTo>
                <a:lnTo>
                  <a:pt x="752475" y="328613"/>
                </a:lnTo>
                <a:lnTo>
                  <a:pt x="752475" y="338138"/>
                </a:lnTo>
                <a:lnTo>
                  <a:pt x="752475" y="347663"/>
                </a:lnTo>
                <a:lnTo>
                  <a:pt x="752475" y="357188"/>
                </a:lnTo>
                <a:lnTo>
                  <a:pt x="757238" y="361950"/>
                </a:lnTo>
                <a:lnTo>
                  <a:pt x="766763" y="361950"/>
                </a:lnTo>
                <a:lnTo>
                  <a:pt x="776288" y="361950"/>
                </a:lnTo>
                <a:lnTo>
                  <a:pt x="785813" y="361950"/>
                </a:lnTo>
                <a:lnTo>
                  <a:pt x="795338" y="361950"/>
                </a:lnTo>
                <a:lnTo>
                  <a:pt x="804863" y="361950"/>
                </a:lnTo>
                <a:lnTo>
                  <a:pt x="814388" y="361950"/>
                </a:lnTo>
                <a:lnTo>
                  <a:pt x="823913" y="361950"/>
                </a:lnTo>
                <a:lnTo>
                  <a:pt x="833438" y="361950"/>
                </a:lnTo>
                <a:lnTo>
                  <a:pt x="842963" y="361950"/>
                </a:lnTo>
                <a:lnTo>
                  <a:pt x="852488" y="361950"/>
                </a:lnTo>
                <a:lnTo>
                  <a:pt x="857250" y="366713"/>
                </a:lnTo>
                <a:lnTo>
                  <a:pt x="852488" y="371475"/>
                </a:lnTo>
                <a:lnTo>
                  <a:pt x="842963" y="371475"/>
                </a:lnTo>
                <a:lnTo>
                  <a:pt x="833438" y="371475"/>
                </a:lnTo>
                <a:lnTo>
                  <a:pt x="823913" y="371475"/>
                </a:lnTo>
                <a:lnTo>
                  <a:pt x="814388" y="371475"/>
                </a:lnTo>
                <a:lnTo>
                  <a:pt x="804863" y="371475"/>
                </a:lnTo>
                <a:lnTo>
                  <a:pt x="795338" y="371475"/>
                </a:lnTo>
                <a:lnTo>
                  <a:pt x="785813" y="371475"/>
                </a:lnTo>
                <a:lnTo>
                  <a:pt x="776288" y="371475"/>
                </a:lnTo>
                <a:lnTo>
                  <a:pt x="766763" y="371475"/>
                </a:lnTo>
                <a:lnTo>
                  <a:pt x="757238" y="371475"/>
                </a:lnTo>
                <a:lnTo>
                  <a:pt x="747713" y="371475"/>
                </a:lnTo>
                <a:lnTo>
                  <a:pt x="738188" y="371475"/>
                </a:lnTo>
                <a:lnTo>
                  <a:pt x="728663" y="371475"/>
                </a:lnTo>
                <a:lnTo>
                  <a:pt x="719138" y="371475"/>
                </a:lnTo>
                <a:lnTo>
                  <a:pt x="709613" y="371475"/>
                </a:lnTo>
                <a:lnTo>
                  <a:pt x="700088" y="371475"/>
                </a:lnTo>
                <a:lnTo>
                  <a:pt x="690563" y="371475"/>
                </a:lnTo>
                <a:lnTo>
                  <a:pt x="681038" y="371475"/>
                </a:lnTo>
                <a:lnTo>
                  <a:pt x="671513" y="371475"/>
                </a:lnTo>
                <a:lnTo>
                  <a:pt x="661988" y="371475"/>
                </a:lnTo>
                <a:lnTo>
                  <a:pt x="652463" y="371475"/>
                </a:lnTo>
                <a:lnTo>
                  <a:pt x="642938" y="371475"/>
                </a:lnTo>
                <a:lnTo>
                  <a:pt x="633413" y="371475"/>
                </a:lnTo>
                <a:lnTo>
                  <a:pt x="623888" y="371475"/>
                </a:lnTo>
                <a:lnTo>
                  <a:pt x="614363" y="371475"/>
                </a:lnTo>
                <a:lnTo>
                  <a:pt x="604838" y="371475"/>
                </a:lnTo>
                <a:lnTo>
                  <a:pt x="595313" y="371475"/>
                </a:lnTo>
                <a:lnTo>
                  <a:pt x="585788" y="371475"/>
                </a:lnTo>
                <a:lnTo>
                  <a:pt x="576263" y="371475"/>
                </a:lnTo>
                <a:lnTo>
                  <a:pt x="566738" y="371475"/>
                </a:lnTo>
                <a:lnTo>
                  <a:pt x="557213" y="371475"/>
                </a:lnTo>
                <a:lnTo>
                  <a:pt x="547688" y="371475"/>
                </a:lnTo>
                <a:lnTo>
                  <a:pt x="538163" y="371475"/>
                </a:lnTo>
                <a:lnTo>
                  <a:pt x="528638" y="371475"/>
                </a:lnTo>
                <a:lnTo>
                  <a:pt x="519113" y="371475"/>
                </a:lnTo>
                <a:lnTo>
                  <a:pt x="509588" y="371475"/>
                </a:lnTo>
                <a:lnTo>
                  <a:pt x="500063" y="371475"/>
                </a:lnTo>
                <a:lnTo>
                  <a:pt x="490538" y="371475"/>
                </a:lnTo>
                <a:lnTo>
                  <a:pt x="481013" y="371475"/>
                </a:lnTo>
                <a:lnTo>
                  <a:pt x="471488" y="371475"/>
                </a:lnTo>
                <a:lnTo>
                  <a:pt x="461963" y="371475"/>
                </a:lnTo>
                <a:lnTo>
                  <a:pt x="452438" y="371475"/>
                </a:lnTo>
                <a:lnTo>
                  <a:pt x="442913" y="371475"/>
                </a:lnTo>
                <a:lnTo>
                  <a:pt x="433388" y="371475"/>
                </a:lnTo>
                <a:lnTo>
                  <a:pt x="423863" y="371475"/>
                </a:lnTo>
                <a:lnTo>
                  <a:pt x="414338" y="371475"/>
                </a:lnTo>
                <a:lnTo>
                  <a:pt x="404813" y="371475"/>
                </a:lnTo>
                <a:lnTo>
                  <a:pt x="395288" y="371475"/>
                </a:lnTo>
                <a:lnTo>
                  <a:pt x="385763" y="371475"/>
                </a:lnTo>
                <a:lnTo>
                  <a:pt x="376238" y="371475"/>
                </a:lnTo>
                <a:lnTo>
                  <a:pt x="366713" y="371475"/>
                </a:lnTo>
                <a:lnTo>
                  <a:pt x="357188" y="371475"/>
                </a:lnTo>
                <a:lnTo>
                  <a:pt x="347663" y="371475"/>
                </a:lnTo>
                <a:lnTo>
                  <a:pt x="338138" y="371475"/>
                </a:lnTo>
                <a:lnTo>
                  <a:pt x="328613" y="371475"/>
                </a:lnTo>
                <a:lnTo>
                  <a:pt x="319088" y="371475"/>
                </a:lnTo>
                <a:lnTo>
                  <a:pt x="309563" y="371475"/>
                </a:lnTo>
                <a:lnTo>
                  <a:pt x="300038" y="371475"/>
                </a:lnTo>
                <a:lnTo>
                  <a:pt x="290513" y="371475"/>
                </a:lnTo>
                <a:lnTo>
                  <a:pt x="280988" y="371475"/>
                </a:lnTo>
                <a:lnTo>
                  <a:pt x="271463" y="371475"/>
                </a:lnTo>
                <a:lnTo>
                  <a:pt x="266700" y="376238"/>
                </a:lnTo>
                <a:lnTo>
                  <a:pt x="266700" y="385763"/>
                </a:lnTo>
                <a:lnTo>
                  <a:pt x="266700" y="395288"/>
                </a:lnTo>
                <a:lnTo>
                  <a:pt x="266700" y="404813"/>
                </a:lnTo>
                <a:lnTo>
                  <a:pt x="266700" y="414338"/>
                </a:lnTo>
                <a:lnTo>
                  <a:pt x="266700" y="423863"/>
                </a:lnTo>
                <a:lnTo>
                  <a:pt x="266700" y="433388"/>
                </a:lnTo>
                <a:lnTo>
                  <a:pt x="266700" y="442913"/>
                </a:lnTo>
                <a:lnTo>
                  <a:pt x="266700" y="452438"/>
                </a:lnTo>
                <a:lnTo>
                  <a:pt x="266700" y="461963"/>
                </a:lnTo>
                <a:lnTo>
                  <a:pt x="266700" y="471488"/>
                </a:lnTo>
                <a:lnTo>
                  <a:pt x="266700" y="481013"/>
                </a:lnTo>
                <a:lnTo>
                  <a:pt x="266700" y="490538"/>
                </a:lnTo>
                <a:lnTo>
                  <a:pt x="266700" y="500063"/>
                </a:lnTo>
                <a:lnTo>
                  <a:pt x="266700" y="509588"/>
                </a:lnTo>
                <a:lnTo>
                  <a:pt x="266700" y="519113"/>
                </a:lnTo>
                <a:lnTo>
                  <a:pt x="266700" y="528638"/>
                </a:lnTo>
                <a:lnTo>
                  <a:pt x="266700" y="538163"/>
                </a:lnTo>
                <a:lnTo>
                  <a:pt x="266700" y="547688"/>
                </a:lnTo>
                <a:lnTo>
                  <a:pt x="266700" y="557213"/>
                </a:lnTo>
                <a:lnTo>
                  <a:pt x="266700" y="566738"/>
                </a:lnTo>
                <a:lnTo>
                  <a:pt x="266700" y="576263"/>
                </a:lnTo>
                <a:lnTo>
                  <a:pt x="266700" y="585788"/>
                </a:lnTo>
                <a:lnTo>
                  <a:pt x="266700" y="595313"/>
                </a:lnTo>
                <a:lnTo>
                  <a:pt x="266700" y="604838"/>
                </a:lnTo>
                <a:lnTo>
                  <a:pt x="266700" y="614363"/>
                </a:lnTo>
                <a:lnTo>
                  <a:pt x="266700" y="623888"/>
                </a:lnTo>
                <a:lnTo>
                  <a:pt x="266700" y="633413"/>
                </a:lnTo>
                <a:lnTo>
                  <a:pt x="266700" y="642938"/>
                </a:lnTo>
                <a:lnTo>
                  <a:pt x="266700" y="652463"/>
                </a:lnTo>
                <a:lnTo>
                  <a:pt x="266700" y="661988"/>
                </a:lnTo>
                <a:lnTo>
                  <a:pt x="266700" y="671513"/>
                </a:lnTo>
                <a:lnTo>
                  <a:pt x="266700" y="681038"/>
                </a:lnTo>
                <a:lnTo>
                  <a:pt x="266700" y="690563"/>
                </a:lnTo>
                <a:lnTo>
                  <a:pt x="266700" y="700088"/>
                </a:lnTo>
                <a:lnTo>
                  <a:pt x="266700" y="709613"/>
                </a:lnTo>
                <a:lnTo>
                  <a:pt x="266700" y="719138"/>
                </a:lnTo>
                <a:lnTo>
                  <a:pt x="271463" y="723900"/>
                </a:lnTo>
                <a:lnTo>
                  <a:pt x="276225" y="728663"/>
                </a:lnTo>
                <a:lnTo>
                  <a:pt x="276225" y="738188"/>
                </a:lnTo>
                <a:lnTo>
                  <a:pt x="276225" y="747713"/>
                </a:lnTo>
                <a:lnTo>
                  <a:pt x="276225" y="757238"/>
                </a:lnTo>
                <a:lnTo>
                  <a:pt x="276225" y="766763"/>
                </a:lnTo>
                <a:lnTo>
                  <a:pt x="276225" y="776288"/>
                </a:lnTo>
                <a:lnTo>
                  <a:pt x="276225" y="785813"/>
                </a:lnTo>
                <a:lnTo>
                  <a:pt x="276225" y="795338"/>
                </a:lnTo>
                <a:lnTo>
                  <a:pt x="276225" y="804863"/>
                </a:lnTo>
                <a:lnTo>
                  <a:pt x="271463" y="809625"/>
                </a:lnTo>
                <a:lnTo>
                  <a:pt x="266700" y="804863"/>
                </a:lnTo>
                <a:lnTo>
                  <a:pt x="266700" y="795338"/>
                </a:lnTo>
                <a:lnTo>
                  <a:pt x="266700" y="785813"/>
                </a:lnTo>
                <a:lnTo>
                  <a:pt x="266700" y="776288"/>
                </a:lnTo>
                <a:lnTo>
                  <a:pt x="266700" y="766763"/>
                </a:lnTo>
                <a:lnTo>
                  <a:pt x="266700" y="757238"/>
                </a:lnTo>
                <a:lnTo>
                  <a:pt x="266700" y="747713"/>
                </a:lnTo>
                <a:lnTo>
                  <a:pt x="261938" y="742950"/>
                </a:lnTo>
                <a:lnTo>
                  <a:pt x="252413" y="742950"/>
                </a:lnTo>
                <a:lnTo>
                  <a:pt x="247650" y="738188"/>
                </a:lnTo>
                <a:lnTo>
                  <a:pt x="242888" y="733425"/>
                </a:lnTo>
                <a:lnTo>
                  <a:pt x="233363" y="733425"/>
                </a:lnTo>
                <a:lnTo>
                  <a:pt x="228600" y="728663"/>
                </a:lnTo>
                <a:lnTo>
                  <a:pt x="223838" y="723900"/>
                </a:lnTo>
                <a:lnTo>
                  <a:pt x="214313" y="723900"/>
                </a:lnTo>
                <a:lnTo>
                  <a:pt x="204788" y="723900"/>
                </a:lnTo>
                <a:lnTo>
                  <a:pt x="200025" y="719138"/>
                </a:lnTo>
                <a:lnTo>
                  <a:pt x="195263" y="714375"/>
                </a:lnTo>
                <a:lnTo>
                  <a:pt x="190500" y="709613"/>
                </a:lnTo>
                <a:lnTo>
                  <a:pt x="185738" y="704850"/>
                </a:lnTo>
                <a:lnTo>
                  <a:pt x="176213" y="704850"/>
                </a:lnTo>
                <a:lnTo>
                  <a:pt x="171450" y="700088"/>
                </a:lnTo>
                <a:lnTo>
                  <a:pt x="166688" y="695325"/>
                </a:lnTo>
                <a:lnTo>
                  <a:pt x="161925" y="690563"/>
                </a:lnTo>
                <a:lnTo>
                  <a:pt x="157163" y="685800"/>
                </a:lnTo>
                <a:lnTo>
                  <a:pt x="147638" y="685800"/>
                </a:lnTo>
                <a:lnTo>
                  <a:pt x="142875" y="681038"/>
                </a:lnTo>
                <a:lnTo>
                  <a:pt x="138113" y="676275"/>
                </a:lnTo>
                <a:lnTo>
                  <a:pt x="133350" y="671513"/>
                </a:lnTo>
                <a:lnTo>
                  <a:pt x="128588" y="666750"/>
                </a:lnTo>
                <a:lnTo>
                  <a:pt x="123825" y="661988"/>
                </a:lnTo>
                <a:lnTo>
                  <a:pt x="119063" y="657225"/>
                </a:lnTo>
                <a:lnTo>
                  <a:pt x="114300" y="652463"/>
                </a:lnTo>
                <a:lnTo>
                  <a:pt x="109538" y="647700"/>
                </a:lnTo>
                <a:lnTo>
                  <a:pt x="104775" y="642938"/>
                </a:lnTo>
                <a:lnTo>
                  <a:pt x="100013" y="638175"/>
                </a:lnTo>
                <a:lnTo>
                  <a:pt x="95250" y="633413"/>
                </a:lnTo>
                <a:lnTo>
                  <a:pt x="90488" y="628650"/>
                </a:lnTo>
                <a:lnTo>
                  <a:pt x="85725" y="623888"/>
                </a:lnTo>
                <a:lnTo>
                  <a:pt x="85725" y="614363"/>
                </a:lnTo>
                <a:lnTo>
                  <a:pt x="80963" y="609600"/>
                </a:lnTo>
                <a:lnTo>
                  <a:pt x="76200" y="604838"/>
                </a:lnTo>
                <a:lnTo>
                  <a:pt x="71438" y="600075"/>
                </a:lnTo>
                <a:lnTo>
                  <a:pt x="66675" y="595313"/>
                </a:lnTo>
                <a:lnTo>
                  <a:pt x="61913" y="590550"/>
                </a:lnTo>
                <a:lnTo>
                  <a:pt x="57150" y="585788"/>
                </a:lnTo>
                <a:lnTo>
                  <a:pt x="57150" y="576263"/>
                </a:lnTo>
                <a:lnTo>
                  <a:pt x="52388" y="571500"/>
                </a:lnTo>
                <a:lnTo>
                  <a:pt x="47625" y="566738"/>
                </a:lnTo>
                <a:lnTo>
                  <a:pt x="42863" y="561975"/>
                </a:lnTo>
                <a:lnTo>
                  <a:pt x="38100" y="557213"/>
                </a:lnTo>
                <a:lnTo>
                  <a:pt x="38100" y="547688"/>
                </a:lnTo>
                <a:lnTo>
                  <a:pt x="33338" y="542925"/>
                </a:lnTo>
                <a:lnTo>
                  <a:pt x="28575" y="538163"/>
                </a:lnTo>
                <a:lnTo>
                  <a:pt x="28575" y="528638"/>
                </a:lnTo>
                <a:lnTo>
                  <a:pt x="28575" y="519113"/>
                </a:lnTo>
                <a:lnTo>
                  <a:pt x="23813" y="514350"/>
                </a:lnTo>
                <a:lnTo>
                  <a:pt x="19050" y="509588"/>
                </a:lnTo>
                <a:lnTo>
                  <a:pt x="19050" y="500063"/>
                </a:lnTo>
                <a:lnTo>
                  <a:pt x="19050" y="490538"/>
                </a:lnTo>
                <a:lnTo>
                  <a:pt x="14288" y="485775"/>
                </a:lnTo>
                <a:lnTo>
                  <a:pt x="9525" y="481013"/>
                </a:lnTo>
                <a:lnTo>
                  <a:pt x="9525" y="471488"/>
                </a:lnTo>
                <a:lnTo>
                  <a:pt x="9525" y="461963"/>
                </a:lnTo>
                <a:lnTo>
                  <a:pt x="9525" y="452438"/>
                </a:lnTo>
                <a:lnTo>
                  <a:pt x="4763" y="447675"/>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4763" y="314325"/>
                </a:lnTo>
                <a:lnTo>
                  <a:pt x="9525" y="309563"/>
                </a:lnTo>
                <a:lnTo>
                  <a:pt x="9525" y="300038"/>
                </a:lnTo>
                <a:lnTo>
                  <a:pt x="9525" y="290513"/>
                </a:lnTo>
                <a:lnTo>
                  <a:pt x="9525" y="280988"/>
                </a:lnTo>
                <a:lnTo>
                  <a:pt x="9525" y="271463"/>
                </a:lnTo>
                <a:lnTo>
                  <a:pt x="14288" y="266700"/>
                </a:lnTo>
                <a:lnTo>
                  <a:pt x="19050" y="261938"/>
                </a:lnTo>
                <a:lnTo>
                  <a:pt x="19050" y="252413"/>
                </a:lnTo>
                <a:lnTo>
                  <a:pt x="19050" y="242888"/>
                </a:lnTo>
                <a:lnTo>
                  <a:pt x="23813" y="238125"/>
                </a:lnTo>
                <a:lnTo>
                  <a:pt x="28575" y="233363"/>
                </a:lnTo>
                <a:lnTo>
                  <a:pt x="33338" y="228600"/>
                </a:lnTo>
                <a:lnTo>
                  <a:pt x="38100" y="223838"/>
                </a:lnTo>
                <a:lnTo>
                  <a:pt x="38100" y="214313"/>
                </a:lnTo>
                <a:lnTo>
                  <a:pt x="42863" y="209550"/>
                </a:lnTo>
                <a:lnTo>
                  <a:pt x="47625" y="204788"/>
                </a:lnTo>
                <a:lnTo>
                  <a:pt x="47625" y="195263"/>
                </a:lnTo>
                <a:lnTo>
                  <a:pt x="52388" y="190500"/>
                </a:lnTo>
                <a:lnTo>
                  <a:pt x="61913" y="190500"/>
                </a:lnTo>
                <a:lnTo>
                  <a:pt x="66675" y="195263"/>
                </a:lnTo>
                <a:lnTo>
                  <a:pt x="71438" y="200025"/>
                </a:lnTo>
                <a:lnTo>
                  <a:pt x="80963" y="200025"/>
                </a:lnTo>
                <a:lnTo>
                  <a:pt x="85725" y="204788"/>
                </a:lnTo>
                <a:lnTo>
                  <a:pt x="90488" y="209550"/>
                </a:lnTo>
                <a:lnTo>
                  <a:pt x="100013" y="209550"/>
                </a:lnTo>
                <a:lnTo>
                  <a:pt x="109538" y="209550"/>
                </a:lnTo>
                <a:lnTo>
                  <a:pt x="114300" y="214313"/>
                </a:lnTo>
                <a:lnTo>
                  <a:pt x="119063" y="219075"/>
                </a:lnTo>
                <a:lnTo>
                  <a:pt x="128588" y="219075"/>
                </a:lnTo>
                <a:lnTo>
                  <a:pt x="138113" y="219075"/>
                </a:lnTo>
                <a:lnTo>
                  <a:pt x="147638" y="219075"/>
                </a:lnTo>
                <a:lnTo>
                  <a:pt x="157163" y="219075"/>
                </a:lnTo>
                <a:lnTo>
                  <a:pt x="161925" y="223838"/>
                </a:lnTo>
                <a:lnTo>
                  <a:pt x="166688" y="228600"/>
                </a:lnTo>
                <a:lnTo>
                  <a:pt x="176213" y="228600"/>
                </a:lnTo>
                <a:lnTo>
                  <a:pt x="185738" y="228600"/>
                </a:lnTo>
                <a:lnTo>
                  <a:pt x="195263" y="228600"/>
                </a:lnTo>
                <a:lnTo>
                  <a:pt x="204788" y="228600"/>
                </a:lnTo>
                <a:lnTo>
                  <a:pt x="214313" y="228600"/>
                </a:lnTo>
                <a:lnTo>
                  <a:pt x="223838" y="228600"/>
                </a:lnTo>
                <a:lnTo>
                  <a:pt x="233363" y="228600"/>
                </a:lnTo>
                <a:lnTo>
                  <a:pt x="242888" y="228600"/>
                </a:lnTo>
                <a:lnTo>
                  <a:pt x="252413" y="228600"/>
                </a:lnTo>
                <a:lnTo>
                  <a:pt x="261938" y="228600"/>
                </a:lnTo>
                <a:lnTo>
                  <a:pt x="271463" y="228600"/>
                </a:lnTo>
                <a:lnTo>
                  <a:pt x="280988" y="228600"/>
                </a:lnTo>
                <a:lnTo>
                  <a:pt x="290513" y="228600"/>
                </a:lnTo>
                <a:lnTo>
                  <a:pt x="300038" y="228600"/>
                </a:lnTo>
                <a:lnTo>
                  <a:pt x="309563" y="228600"/>
                </a:lnTo>
                <a:lnTo>
                  <a:pt x="319088" y="228600"/>
                </a:lnTo>
                <a:lnTo>
                  <a:pt x="328613" y="228600"/>
                </a:lnTo>
                <a:lnTo>
                  <a:pt x="338138" y="228600"/>
                </a:lnTo>
                <a:lnTo>
                  <a:pt x="347663" y="228600"/>
                </a:lnTo>
                <a:lnTo>
                  <a:pt x="357188" y="228600"/>
                </a:lnTo>
                <a:lnTo>
                  <a:pt x="366713" y="228600"/>
                </a:lnTo>
                <a:lnTo>
                  <a:pt x="376238" y="228600"/>
                </a:lnTo>
                <a:lnTo>
                  <a:pt x="385763" y="228600"/>
                </a:lnTo>
                <a:lnTo>
                  <a:pt x="395288" y="228600"/>
                </a:lnTo>
                <a:lnTo>
                  <a:pt x="404813" y="228600"/>
                </a:lnTo>
                <a:lnTo>
                  <a:pt x="414338" y="228600"/>
                </a:lnTo>
                <a:lnTo>
                  <a:pt x="423863" y="228600"/>
                </a:lnTo>
                <a:lnTo>
                  <a:pt x="428625" y="223838"/>
                </a:lnTo>
                <a:lnTo>
                  <a:pt x="433388" y="219075"/>
                </a:lnTo>
                <a:lnTo>
                  <a:pt x="442913" y="219075"/>
                </a:lnTo>
                <a:lnTo>
                  <a:pt x="452438" y="219075"/>
                </a:lnTo>
                <a:lnTo>
                  <a:pt x="461963" y="219075"/>
                </a:lnTo>
                <a:lnTo>
                  <a:pt x="466725" y="214313"/>
                </a:lnTo>
                <a:lnTo>
                  <a:pt x="471488" y="209550"/>
                </a:lnTo>
                <a:lnTo>
                  <a:pt x="481013" y="209550"/>
                </a:lnTo>
                <a:lnTo>
                  <a:pt x="490538" y="209550"/>
                </a:lnTo>
                <a:lnTo>
                  <a:pt x="495300" y="204788"/>
                </a:lnTo>
                <a:lnTo>
                  <a:pt x="500063" y="200025"/>
                </a:lnTo>
                <a:lnTo>
                  <a:pt x="509588" y="200025"/>
                </a:lnTo>
                <a:lnTo>
                  <a:pt x="514350" y="195263"/>
                </a:lnTo>
                <a:lnTo>
                  <a:pt x="519113" y="190500"/>
                </a:lnTo>
                <a:lnTo>
                  <a:pt x="523875" y="185738"/>
                </a:lnTo>
                <a:lnTo>
                  <a:pt x="528638" y="180975"/>
                </a:lnTo>
                <a:lnTo>
                  <a:pt x="533400" y="176213"/>
                </a:lnTo>
                <a:lnTo>
                  <a:pt x="533400" y="166688"/>
                </a:lnTo>
                <a:lnTo>
                  <a:pt x="533400" y="157163"/>
                </a:lnTo>
                <a:lnTo>
                  <a:pt x="528638" y="152400"/>
                </a:lnTo>
                <a:lnTo>
                  <a:pt x="523875" y="147638"/>
                </a:lnTo>
                <a:lnTo>
                  <a:pt x="519113" y="142875"/>
                </a:lnTo>
                <a:lnTo>
                  <a:pt x="509588" y="142875"/>
                </a:lnTo>
                <a:lnTo>
                  <a:pt x="504825" y="138113"/>
                </a:lnTo>
                <a:lnTo>
                  <a:pt x="500063" y="133350"/>
                </a:lnTo>
                <a:lnTo>
                  <a:pt x="490538" y="133350"/>
                </a:lnTo>
                <a:lnTo>
                  <a:pt x="481013" y="133350"/>
                </a:lnTo>
                <a:lnTo>
                  <a:pt x="476250" y="128588"/>
                </a:lnTo>
                <a:lnTo>
                  <a:pt x="471488" y="123825"/>
                </a:lnTo>
                <a:lnTo>
                  <a:pt x="461963" y="123825"/>
                </a:lnTo>
                <a:lnTo>
                  <a:pt x="452438" y="123825"/>
                </a:lnTo>
                <a:lnTo>
                  <a:pt x="442913" y="123825"/>
                </a:lnTo>
                <a:lnTo>
                  <a:pt x="438150" y="119063"/>
                </a:lnTo>
                <a:lnTo>
                  <a:pt x="433388" y="114300"/>
                </a:lnTo>
                <a:lnTo>
                  <a:pt x="423863" y="114300"/>
                </a:lnTo>
                <a:lnTo>
                  <a:pt x="414338" y="114300"/>
                </a:lnTo>
                <a:lnTo>
                  <a:pt x="404813" y="114300"/>
                </a:lnTo>
                <a:lnTo>
                  <a:pt x="395288" y="114300"/>
                </a:lnTo>
                <a:lnTo>
                  <a:pt x="385763" y="114300"/>
                </a:lnTo>
                <a:lnTo>
                  <a:pt x="376238" y="114300"/>
                </a:lnTo>
                <a:lnTo>
                  <a:pt x="366713" y="114300"/>
                </a:lnTo>
                <a:lnTo>
                  <a:pt x="361950" y="109538"/>
                </a:lnTo>
                <a:lnTo>
                  <a:pt x="357188" y="104775"/>
                </a:lnTo>
                <a:lnTo>
                  <a:pt x="347663" y="104775"/>
                </a:lnTo>
                <a:lnTo>
                  <a:pt x="338138" y="104775"/>
                </a:lnTo>
                <a:lnTo>
                  <a:pt x="328613" y="104775"/>
                </a:lnTo>
                <a:lnTo>
                  <a:pt x="319088" y="104775"/>
                </a:lnTo>
                <a:lnTo>
                  <a:pt x="309563" y="104775"/>
                </a:lnTo>
                <a:lnTo>
                  <a:pt x="300038" y="104775"/>
                </a:lnTo>
                <a:lnTo>
                  <a:pt x="290513" y="104775"/>
                </a:lnTo>
                <a:lnTo>
                  <a:pt x="280988" y="104775"/>
                </a:lnTo>
                <a:lnTo>
                  <a:pt x="271463" y="104775"/>
                </a:lnTo>
                <a:lnTo>
                  <a:pt x="261938" y="104775"/>
                </a:lnTo>
                <a:lnTo>
                  <a:pt x="252413" y="104775"/>
                </a:lnTo>
                <a:lnTo>
                  <a:pt x="242888" y="104775"/>
                </a:lnTo>
                <a:lnTo>
                  <a:pt x="233363" y="104775"/>
                </a:lnTo>
                <a:lnTo>
                  <a:pt x="228600" y="109538"/>
                </a:lnTo>
                <a:lnTo>
                  <a:pt x="223838" y="114300"/>
                </a:lnTo>
                <a:lnTo>
                  <a:pt x="214313" y="114300"/>
                </a:lnTo>
                <a:lnTo>
                  <a:pt x="204788" y="114300"/>
                </a:lnTo>
                <a:lnTo>
                  <a:pt x="195263" y="114300"/>
                </a:lnTo>
                <a:lnTo>
                  <a:pt x="185738" y="114300"/>
                </a:lnTo>
                <a:lnTo>
                  <a:pt x="176213" y="114300"/>
                </a:lnTo>
                <a:lnTo>
                  <a:pt x="166688" y="114300"/>
                </a:lnTo>
                <a:lnTo>
                  <a:pt x="161925" y="109538"/>
                </a:lnTo>
                <a:lnTo>
                  <a:pt x="157163" y="104775"/>
                </a:lnTo>
                <a:lnTo>
                  <a:pt x="152400" y="100013"/>
                </a:lnTo>
                <a:lnTo>
                  <a:pt x="147638" y="95250"/>
                </a:lnTo>
                <a:lnTo>
                  <a:pt x="142875" y="90488"/>
                </a:lnTo>
                <a:lnTo>
                  <a:pt x="142875" y="80963"/>
                </a:lnTo>
                <a:lnTo>
                  <a:pt x="147638" y="76200"/>
                </a:lnTo>
                <a:lnTo>
                  <a:pt x="157163" y="76200"/>
                </a:lnTo>
                <a:lnTo>
                  <a:pt x="161925" y="71438"/>
                </a:lnTo>
                <a:lnTo>
                  <a:pt x="166688" y="66675"/>
                </a:lnTo>
                <a:lnTo>
                  <a:pt x="171450" y="61913"/>
                </a:lnTo>
                <a:lnTo>
                  <a:pt x="176213" y="57150"/>
                </a:lnTo>
                <a:lnTo>
                  <a:pt x="185738" y="57150"/>
                </a:lnTo>
                <a:lnTo>
                  <a:pt x="190500" y="52388"/>
                </a:lnTo>
                <a:lnTo>
                  <a:pt x="195263" y="47625"/>
                </a:lnTo>
                <a:lnTo>
                  <a:pt x="204788" y="47625"/>
                </a:lnTo>
                <a:lnTo>
                  <a:pt x="209550" y="42863"/>
                </a:lnTo>
                <a:lnTo>
                  <a:pt x="214313" y="38100"/>
                </a:lnTo>
                <a:lnTo>
                  <a:pt x="223838" y="38100"/>
                </a:lnTo>
                <a:lnTo>
                  <a:pt x="228600" y="33338"/>
                </a:lnTo>
                <a:lnTo>
                  <a:pt x="233363" y="28575"/>
                </a:lnTo>
                <a:lnTo>
                  <a:pt x="242888" y="28575"/>
                </a:lnTo>
                <a:lnTo>
                  <a:pt x="247650" y="23813"/>
                </a:lnTo>
                <a:lnTo>
                  <a:pt x="252413" y="19050"/>
                </a:lnTo>
                <a:lnTo>
                  <a:pt x="261938" y="19050"/>
                </a:lnTo>
                <a:lnTo>
                  <a:pt x="271463" y="19050"/>
                </a:lnTo>
                <a:lnTo>
                  <a:pt x="280988" y="19050"/>
                </a:lnTo>
                <a:lnTo>
                  <a:pt x="285750" y="14288"/>
                </a:lnTo>
                <a:lnTo>
                  <a:pt x="290513" y="9525"/>
                </a:lnTo>
                <a:lnTo>
                  <a:pt x="300038" y="9525"/>
                </a:lnTo>
                <a:lnTo>
                  <a:pt x="309563" y="9525"/>
                </a:lnTo>
                <a:lnTo>
                  <a:pt x="319088" y="9525"/>
                </a:lnTo>
                <a:lnTo>
                  <a:pt x="328613" y="9525"/>
                </a:lnTo>
                <a:lnTo>
                  <a:pt x="338138" y="9525"/>
                </a:lnTo>
                <a:lnTo>
                  <a:pt x="347663" y="9525"/>
                </a:lnTo>
                <a:lnTo>
                  <a:pt x="352425" y="4763"/>
                </a:lnTo>
                <a:close/>
              </a:path>
            </a:pathLst>
          </a:custGeom>
          <a:solidFill xmlns:a="http://schemas.openxmlformats.org/drawingml/2006/main">
            <a:srgbClr val="F5C797"/>
          </a:solidFill>
          <a:ln xmlns:a="http://schemas.openxmlformats.org/drawingml/2006/main" w="0">
            <a:noFill/>
            <a:prstDash val="solid"/>
          </a:ln>
        </p:spPr>
      </p:sp>
      <p:sp>
        <p:nvSpPr>
          <p:cNvPr id="733" name="layout-orange-99-2">
            <a:extLst xmlns:a="http://schemas.openxmlformats.org/drawingml/2006/main">
              <a:ext uri="{FF2B5EF4-FFF2-40B4-BE49-F238E27FC236}">
                <a16:creationId xmlns:a16="http://schemas.microsoft.com/office/drawing/2014/main" id="{BA346705-7E74-4389-A684-0AB8CF10C04A}"/>
              </a:ext>
            </a:extLst>
          </p:cNvPr>
          <p:cNvSpPr>
            <a:spLocks xmlns:a="http://schemas.openxmlformats.org/drawingml/2006/main" noGrp="1"/>
          </p:cNvSpPr>
          <p:nvPr/>
        </p:nvSpPr>
        <p:spPr>
          <a:xfrm xmlns:a="http://schemas.openxmlformats.org/drawingml/2006/main" rot="0">
            <a:off x="2200275" y="35528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F5C797"/>
          </a:solidFill>
          <a:ln xmlns:a="http://schemas.openxmlformats.org/drawingml/2006/main" w="0">
            <a:noFill/>
            <a:prstDash val="solid"/>
          </a:ln>
        </p:spPr>
      </p:sp>
      <p:sp>
        <p:nvSpPr>
          <p:cNvPr id="734" name="layout-orange-99-3">
            <a:extLst xmlns:a="http://schemas.openxmlformats.org/drawingml/2006/main">
              <a:ext uri="{FF2B5EF4-FFF2-40B4-BE49-F238E27FC236}">
                <a16:creationId xmlns:a16="http://schemas.microsoft.com/office/drawing/2014/main" id="{631045FA-08CE-4940-968C-472B9FB90F84}"/>
              </a:ext>
            </a:extLst>
          </p:cNvPr>
          <p:cNvSpPr>
            <a:spLocks xmlns:a="http://schemas.openxmlformats.org/drawingml/2006/main" noGrp="1"/>
          </p:cNvSpPr>
          <p:nvPr/>
        </p:nvSpPr>
        <p:spPr>
          <a:xfrm xmlns:a="http://schemas.openxmlformats.org/drawingml/2006/main" rot="0">
            <a:off x="2181225" y="3552825"/>
            <a:ext cx="438150" cy="95250"/>
          </a:xfrm>
          <a:custGeom xmlns:a="http://schemas.openxmlformats.org/drawingml/2006/main">
            <a:pathLst>
              <a:path w="438150" h="95250">
                <a:moveTo>
                  <a:pt x="142875" y="4763"/>
                </a:moveTo>
                <a:lnTo>
                  <a:pt x="147638" y="0"/>
                </a:lnTo>
                <a:lnTo>
                  <a:pt x="157163" y="0"/>
                </a:lnTo>
                <a:lnTo>
                  <a:pt x="166688" y="0"/>
                </a:lnTo>
                <a:lnTo>
                  <a:pt x="176213" y="0"/>
                </a:lnTo>
                <a:lnTo>
                  <a:pt x="185738" y="0"/>
                </a:lnTo>
                <a:lnTo>
                  <a:pt x="195263" y="0"/>
                </a:lnTo>
                <a:lnTo>
                  <a:pt x="200025" y="4763"/>
                </a:lnTo>
                <a:lnTo>
                  <a:pt x="195263" y="9525"/>
                </a:lnTo>
                <a:lnTo>
                  <a:pt x="190500" y="14288"/>
                </a:lnTo>
                <a:lnTo>
                  <a:pt x="185738" y="19050"/>
                </a:lnTo>
                <a:lnTo>
                  <a:pt x="180975" y="23813"/>
                </a:lnTo>
                <a:lnTo>
                  <a:pt x="180975" y="33338"/>
                </a:lnTo>
                <a:lnTo>
                  <a:pt x="180975" y="42863"/>
                </a:lnTo>
                <a:lnTo>
                  <a:pt x="180975" y="52388"/>
                </a:lnTo>
                <a:lnTo>
                  <a:pt x="180975" y="61913"/>
                </a:lnTo>
                <a:lnTo>
                  <a:pt x="185738" y="66675"/>
                </a:lnTo>
                <a:lnTo>
                  <a:pt x="190500" y="71438"/>
                </a:lnTo>
                <a:lnTo>
                  <a:pt x="195263" y="76200"/>
                </a:lnTo>
                <a:lnTo>
                  <a:pt x="204788" y="76200"/>
                </a:lnTo>
                <a:lnTo>
                  <a:pt x="214313" y="76200"/>
                </a:lnTo>
                <a:lnTo>
                  <a:pt x="219075" y="80963"/>
                </a:lnTo>
                <a:lnTo>
                  <a:pt x="223838" y="85725"/>
                </a:lnTo>
                <a:lnTo>
                  <a:pt x="228600" y="80963"/>
                </a:lnTo>
                <a:lnTo>
                  <a:pt x="233363" y="76200"/>
                </a:lnTo>
                <a:lnTo>
                  <a:pt x="242888" y="76200"/>
                </a:lnTo>
                <a:lnTo>
                  <a:pt x="247650" y="71438"/>
                </a:lnTo>
                <a:lnTo>
                  <a:pt x="252413" y="66675"/>
                </a:lnTo>
                <a:lnTo>
                  <a:pt x="257175" y="61913"/>
                </a:lnTo>
                <a:lnTo>
                  <a:pt x="261938" y="57150"/>
                </a:lnTo>
                <a:lnTo>
                  <a:pt x="266700" y="52388"/>
                </a:lnTo>
                <a:lnTo>
                  <a:pt x="266700" y="42863"/>
                </a:lnTo>
                <a:lnTo>
                  <a:pt x="266700" y="33338"/>
                </a:lnTo>
                <a:lnTo>
                  <a:pt x="266700" y="23813"/>
                </a:lnTo>
                <a:lnTo>
                  <a:pt x="261938" y="19050"/>
                </a:lnTo>
                <a:lnTo>
                  <a:pt x="257175" y="14288"/>
                </a:lnTo>
                <a:lnTo>
                  <a:pt x="252413" y="9525"/>
                </a:lnTo>
                <a:lnTo>
                  <a:pt x="247650" y="4763"/>
                </a:lnTo>
                <a:lnTo>
                  <a:pt x="252413" y="0"/>
                </a:lnTo>
                <a:lnTo>
                  <a:pt x="261938" y="0"/>
                </a:lnTo>
                <a:lnTo>
                  <a:pt x="271463" y="0"/>
                </a:lnTo>
                <a:lnTo>
                  <a:pt x="280988" y="0"/>
                </a:lnTo>
                <a:lnTo>
                  <a:pt x="285750" y="4763"/>
                </a:lnTo>
                <a:lnTo>
                  <a:pt x="290513" y="9525"/>
                </a:lnTo>
                <a:lnTo>
                  <a:pt x="300038" y="9525"/>
                </a:lnTo>
                <a:lnTo>
                  <a:pt x="309563" y="9525"/>
                </a:lnTo>
                <a:lnTo>
                  <a:pt x="319088" y="9525"/>
                </a:lnTo>
                <a:lnTo>
                  <a:pt x="328613" y="9525"/>
                </a:lnTo>
                <a:lnTo>
                  <a:pt x="338138" y="9525"/>
                </a:lnTo>
                <a:lnTo>
                  <a:pt x="347663" y="9525"/>
                </a:lnTo>
                <a:lnTo>
                  <a:pt x="357188" y="9525"/>
                </a:lnTo>
                <a:lnTo>
                  <a:pt x="361950" y="14288"/>
                </a:lnTo>
                <a:lnTo>
                  <a:pt x="366713" y="19050"/>
                </a:lnTo>
                <a:lnTo>
                  <a:pt x="376238" y="19050"/>
                </a:lnTo>
                <a:lnTo>
                  <a:pt x="385763" y="19050"/>
                </a:lnTo>
                <a:lnTo>
                  <a:pt x="395288" y="19050"/>
                </a:lnTo>
                <a:lnTo>
                  <a:pt x="400050" y="23813"/>
                </a:lnTo>
                <a:lnTo>
                  <a:pt x="404813" y="28575"/>
                </a:lnTo>
                <a:lnTo>
                  <a:pt x="414338" y="28575"/>
                </a:lnTo>
                <a:lnTo>
                  <a:pt x="423863" y="28575"/>
                </a:lnTo>
                <a:lnTo>
                  <a:pt x="428625" y="33338"/>
                </a:lnTo>
                <a:lnTo>
                  <a:pt x="433388" y="38100"/>
                </a:lnTo>
                <a:lnTo>
                  <a:pt x="438150" y="42863"/>
                </a:lnTo>
                <a:lnTo>
                  <a:pt x="438150" y="52388"/>
                </a:lnTo>
                <a:lnTo>
                  <a:pt x="433388" y="57150"/>
                </a:lnTo>
                <a:lnTo>
                  <a:pt x="423863" y="57150"/>
                </a:lnTo>
                <a:lnTo>
                  <a:pt x="419100" y="61913"/>
                </a:lnTo>
                <a:lnTo>
                  <a:pt x="414338" y="66675"/>
                </a:lnTo>
                <a:lnTo>
                  <a:pt x="404813" y="66675"/>
                </a:lnTo>
                <a:lnTo>
                  <a:pt x="400050" y="71438"/>
                </a:lnTo>
                <a:lnTo>
                  <a:pt x="395288" y="76200"/>
                </a:lnTo>
                <a:lnTo>
                  <a:pt x="385763" y="76200"/>
                </a:lnTo>
                <a:lnTo>
                  <a:pt x="376238" y="76200"/>
                </a:lnTo>
                <a:lnTo>
                  <a:pt x="366713" y="76200"/>
                </a:lnTo>
                <a:lnTo>
                  <a:pt x="361950" y="80963"/>
                </a:lnTo>
                <a:lnTo>
                  <a:pt x="357188" y="85725"/>
                </a:lnTo>
                <a:lnTo>
                  <a:pt x="347663" y="85725"/>
                </a:lnTo>
                <a:lnTo>
                  <a:pt x="338138" y="85725"/>
                </a:lnTo>
                <a:lnTo>
                  <a:pt x="328613" y="85725"/>
                </a:lnTo>
                <a:lnTo>
                  <a:pt x="319088" y="85725"/>
                </a:lnTo>
                <a:lnTo>
                  <a:pt x="309563" y="85725"/>
                </a:lnTo>
                <a:lnTo>
                  <a:pt x="300038" y="85725"/>
                </a:lnTo>
                <a:lnTo>
                  <a:pt x="290513" y="85725"/>
                </a:lnTo>
                <a:lnTo>
                  <a:pt x="280988" y="85725"/>
                </a:lnTo>
                <a:lnTo>
                  <a:pt x="276225" y="90488"/>
                </a:lnTo>
                <a:lnTo>
                  <a:pt x="271463" y="95250"/>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61925" y="90488"/>
                </a:lnTo>
                <a:lnTo>
                  <a:pt x="157163" y="85725"/>
                </a:lnTo>
                <a:lnTo>
                  <a:pt x="147638" y="85725"/>
                </a:lnTo>
                <a:lnTo>
                  <a:pt x="138113" y="85725"/>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8100" y="71438"/>
                </a:lnTo>
                <a:lnTo>
                  <a:pt x="33338" y="66675"/>
                </a:lnTo>
                <a:lnTo>
                  <a:pt x="23813" y="66675"/>
                </a:lnTo>
                <a:lnTo>
                  <a:pt x="19050" y="61913"/>
                </a:lnTo>
                <a:lnTo>
                  <a:pt x="14288" y="57150"/>
                </a:lnTo>
                <a:lnTo>
                  <a:pt x="4763" y="57150"/>
                </a:lnTo>
                <a:lnTo>
                  <a:pt x="0" y="52388"/>
                </a:lnTo>
                <a:lnTo>
                  <a:pt x="0" y="42863"/>
                </a:lnTo>
                <a:lnTo>
                  <a:pt x="4763" y="38100"/>
                </a:lnTo>
                <a:lnTo>
                  <a:pt x="14288" y="38100"/>
                </a:lnTo>
                <a:lnTo>
                  <a:pt x="19050" y="33338"/>
                </a:lnTo>
                <a:lnTo>
                  <a:pt x="23813" y="28575"/>
                </a:lnTo>
                <a:lnTo>
                  <a:pt x="33338" y="28575"/>
                </a:lnTo>
                <a:lnTo>
                  <a:pt x="38100" y="23813"/>
                </a:lnTo>
                <a:lnTo>
                  <a:pt x="42863" y="19050"/>
                </a:lnTo>
                <a:lnTo>
                  <a:pt x="52388" y="19050"/>
                </a:lnTo>
                <a:lnTo>
                  <a:pt x="61913" y="19050"/>
                </a:lnTo>
                <a:lnTo>
                  <a:pt x="71438" y="19050"/>
                </a:lnTo>
                <a:lnTo>
                  <a:pt x="76200" y="14288"/>
                </a:lnTo>
                <a:lnTo>
                  <a:pt x="80963" y="9525"/>
                </a:lnTo>
                <a:lnTo>
                  <a:pt x="90488" y="9525"/>
                </a:lnTo>
                <a:lnTo>
                  <a:pt x="100013" y="9525"/>
                </a:lnTo>
                <a:lnTo>
                  <a:pt x="109538" y="9525"/>
                </a:lnTo>
                <a:lnTo>
                  <a:pt x="119063" y="9525"/>
                </a:lnTo>
                <a:lnTo>
                  <a:pt x="128588" y="9525"/>
                </a:lnTo>
                <a:lnTo>
                  <a:pt x="138113" y="9525"/>
                </a:lnTo>
                <a:lnTo>
                  <a:pt x="142875" y="4763"/>
                </a:lnTo>
                <a:close/>
              </a:path>
            </a:pathLst>
          </a:custGeom>
          <a:solidFill xmlns:a="http://schemas.openxmlformats.org/drawingml/2006/main">
            <a:srgbClr val="F5C797"/>
          </a:solidFill>
          <a:ln xmlns:a="http://schemas.openxmlformats.org/drawingml/2006/main" w="0">
            <a:noFill/>
            <a:prstDash val="solid"/>
          </a:ln>
        </p:spPr>
      </p:sp>
      <p:sp>
        <p:nvSpPr>
          <p:cNvPr id="735" name="layout-orange-99-4">
            <a:extLst xmlns:a="http://schemas.openxmlformats.org/drawingml/2006/main">
              <a:ext uri="{FF2B5EF4-FFF2-40B4-BE49-F238E27FC236}">
                <a16:creationId xmlns:a16="http://schemas.microsoft.com/office/drawing/2014/main" id="{0F5277D0-0D1C-497F-8EEE-493119415447}"/>
              </a:ext>
            </a:extLst>
          </p:cNvPr>
          <p:cNvSpPr>
            <a:spLocks xmlns:a="http://schemas.openxmlformats.org/drawingml/2006/main" noGrp="1"/>
          </p:cNvSpPr>
          <p:nvPr/>
        </p:nvSpPr>
        <p:spPr>
          <a:xfrm xmlns:a="http://schemas.openxmlformats.org/drawingml/2006/main" rot="0">
            <a:off x="1943100" y="36957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F5C797"/>
          </a:solidFill>
          <a:ln xmlns:a="http://schemas.openxmlformats.org/drawingml/2006/main" w="0">
            <a:noFill/>
            <a:prstDash val="solid"/>
          </a:ln>
        </p:spPr>
      </p:sp>
      <p:sp>
        <p:nvSpPr>
          <p:cNvPr id="736" name="layout-orange-99-5">
            <a:extLst xmlns:a="http://schemas.openxmlformats.org/drawingml/2006/main">
              <a:ext uri="{FF2B5EF4-FFF2-40B4-BE49-F238E27FC236}">
                <a16:creationId xmlns:a16="http://schemas.microsoft.com/office/drawing/2014/main" id="{EFDF3DE5-48BD-430A-8E92-9FCFA28AC487}"/>
              </a:ext>
            </a:extLst>
          </p:cNvPr>
          <p:cNvSpPr>
            <a:spLocks xmlns:a="http://schemas.openxmlformats.org/drawingml/2006/main" noGrp="1"/>
          </p:cNvSpPr>
          <p:nvPr/>
        </p:nvSpPr>
        <p:spPr>
          <a:xfrm xmlns:a="http://schemas.openxmlformats.org/drawingml/2006/main" rot="0">
            <a:off x="1943100" y="3714750"/>
            <a:ext cx="9525" cy="200025"/>
          </a:xfrm>
          <a:custGeom xmlns:a="http://schemas.openxmlformats.org/drawingml/2006/main">
            <a:pathLst>
              <a:path w="9525" h="2000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5C797"/>
          </a:solidFill>
          <a:ln xmlns:a="http://schemas.openxmlformats.org/drawingml/2006/main" w="0">
            <a:noFill/>
            <a:prstDash val="solid"/>
          </a:ln>
        </p:spPr>
      </p:sp>
      <p:sp>
        <p:nvSpPr>
          <p:cNvPr id="737" name="layout-orange-99-6">
            <a:extLst xmlns:a="http://schemas.openxmlformats.org/drawingml/2006/main">
              <a:ext uri="{FF2B5EF4-FFF2-40B4-BE49-F238E27FC236}">
                <a16:creationId xmlns:a16="http://schemas.microsoft.com/office/drawing/2014/main" id="{7886A185-E8B4-406B-9304-9D748CC986A6}"/>
              </a:ext>
            </a:extLst>
          </p:cNvPr>
          <p:cNvSpPr>
            <a:spLocks xmlns:a="http://schemas.openxmlformats.org/drawingml/2006/main" noGrp="1"/>
          </p:cNvSpPr>
          <p:nvPr/>
        </p:nvSpPr>
        <p:spPr>
          <a:xfrm xmlns:a="http://schemas.openxmlformats.org/drawingml/2006/main" rot="0">
            <a:off x="1943100" y="3924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F5C797"/>
          </a:solidFill>
          <a:ln xmlns:a="http://schemas.openxmlformats.org/drawingml/2006/main" w="0">
            <a:noFill/>
            <a:prstDash val="solid"/>
          </a:ln>
        </p:spPr>
      </p:sp>
      <p:sp>
        <p:nvSpPr>
          <p:cNvPr id="738" name="layout-orange-99-7">
            <a:extLst xmlns:a="http://schemas.openxmlformats.org/drawingml/2006/main">
              <a:ext uri="{FF2B5EF4-FFF2-40B4-BE49-F238E27FC236}">
                <a16:creationId xmlns:a16="http://schemas.microsoft.com/office/drawing/2014/main" id="{57D2458A-071C-40A3-B828-CEFE9E91420E}"/>
              </a:ext>
            </a:extLst>
          </p:cNvPr>
          <p:cNvSpPr>
            <a:spLocks xmlns:a="http://schemas.openxmlformats.org/drawingml/2006/main" noGrp="1"/>
          </p:cNvSpPr>
          <p:nvPr/>
        </p:nvSpPr>
        <p:spPr>
          <a:xfrm xmlns:a="http://schemas.openxmlformats.org/drawingml/2006/main" rot="0">
            <a:off x="1943100" y="4238625"/>
            <a:ext cx="314325" cy="9525"/>
          </a:xfrm>
          <a:custGeom xmlns:a="http://schemas.openxmlformats.org/drawingml/2006/main">
            <a:pathLst>
              <a:path w="31432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4325" y="4763"/>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F5C797"/>
          </a:solidFill>
          <a:ln xmlns:a="http://schemas.openxmlformats.org/drawingml/2006/main" w="0">
            <a:noFill/>
            <a:prstDash val="solid"/>
          </a:ln>
        </p:spPr>
      </p:sp>
      <p:sp>
        <p:nvSpPr>
          <p:cNvPr id="739" name="layout-orange-100-0">
            <a:extLst xmlns:a="http://schemas.openxmlformats.org/drawingml/2006/main">
              <a:ext uri="{FF2B5EF4-FFF2-40B4-BE49-F238E27FC236}">
                <a16:creationId xmlns:a16="http://schemas.microsoft.com/office/drawing/2014/main" id="{7E503A7C-1F03-4281-B782-EE9F73FCC762}"/>
              </a:ext>
            </a:extLst>
          </p:cNvPr>
          <p:cNvSpPr>
            <a:spLocks xmlns:a="http://schemas.openxmlformats.org/drawingml/2006/main" noGrp="1"/>
          </p:cNvSpPr>
          <p:nvPr/>
        </p:nvSpPr>
        <p:spPr>
          <a:xfrm xmlns:a="http://schemas.openxmlformats.org/drawingml/2006/main" rot="0">
            <a:off x="3009900" y="3371850"/>
            <a:ext cx="9525" cy="428625"/>
          </a:xfrm>
          <a:custGeom xmlns:a="http://schemas.openxmlformats.org/drawingml/2006/main">
            <a:pathLst>
              <a:path w="9525" h="4286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4763" y="428625"/>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7CA9B"/>
          </a:solidFill>
          <a:ln xmlns:a="http://schemas.openxmlformats.org/drawingml/2006/main" w="0">
            <a:noFill/>
            <a:prstDash val="solid"/>
          </a:ln>
        </p:spPr>
      </p:sp>
      <p:sp>
        <p:nvSpPr>
          <p:cNvPr id="740" name="layout-orange-100-1">
            <a:extLst xmlns:a="http://schemas.openxmlformats.org/drawingml/2006/main">
              <a:ext uri="{FF2B5EF4-FFF2-40B4-BE49-F238E27FC236}">
                <a16:creationId xmlns:a16="http://schemas.microsoft.com/office/drawing/2014/main" id="{89E213FC-6AE7-4B59-98EF-02688A7E14B6}"/>
              </a:ext>
            </a:extLst>
          </p:cNvPr>
          <p:cNvSpPr>
            <a:spLocks xmlns:a="http://schemas.openxmlformats.org/drawingml/2006/main" noGrp="1"/>
          </p:cNvSpPr>
          <p:nvPr/>
        </p:nvSpPr>
        <p:spPr>
          <a:xfrm xmlns:a="http://schemas.openxmlformats.org/drawingml/2006/main" rot="0">
            <a:off x="2124075" y="3448050"/>
            <a:ext cx="809625" cy="704850"/>
          </a:xfrm>
          <a:custGeom xmlns:a="http://schemas.openxmlformats.org/drawingml/2006/main">
            <a:pathLst>
              <a:path w="809625" h="704850">
                <a:moveTo>
                  <a:pt x="333375" y="4763"/>
                </a:moveTo>
                <a:lnTo>
                  <a:pt x="338138" y="0"/>
                </a:lnTo>
                <a:lnTo>
                  <a:pt x="347663" y="0"/>
                </a:lnTo>
                <a:lnTo>
                  <a:pt x="357188" y="0"/>
                </a:lnTo>
                <a:lnTo>
                  <a:pt x="366713" y="0"/>
                </a:lnTo>
                <a:lnTo>
                  <a:pt x="376238" y="0"/>
                </a:lnTo>
                <a:lnTo>
                  <a:pt x="381000" y="4763"/>
                </a:lnTo>
                <a:lnTo>
                  <a:pt x="385763" y="9525"/>
                </a:lnTo>
                <a:lnTo>
                  <a:pt x="395288" y="9525"/>
                </a:lnTo>
                <a:lnTo>
                  <a:pt x="404813" y="9525"/>
                </a:lnTo>
                <a:lnTo>
                  <a:pt x="414338" y="9525"/>
                </a:lnTo>
                <a:lnTo>
                  <a:pt x="423863" y="9525"/>
                </a:lnTo>
                <a:lnTo>
                  <a:pt x="433388" y="9525"/>
                </a:lnTo>
                <a:lnTo>
                  <a:pt x="438150" y="14288"/>
                </a:lnTo>
                <a:lnTo>
                  <a:pt x="442913" y="19050"/>
                </a:lnTo>
                <a:lnTo>
                  <a:pt x="452438" y="19050"/>
                </a:lnTo>
                <a:lnTo>
                  <a:pt x="461963" y="19050"/>
                </a:lnTo>
                <a:lnTo>
                  <a:pt x="471488" y="19050"/>
                </a:lnTo>
                <a:lnTo>
                  <a:pt x="476250" y="23813"/>
                </a:lnTo>
                <a:lnTo>
                  <a:pt x="481013" y="28575"/>
                </a:lnTo>
                <a:lnTo>
                  <a:pt x="490538" y="28575"/>
                </a:lnTo>
                <a:lnTo>
                  <a:pt x="495300" y="33338"/>
                </a:lnTo>
                <a:lnTo>
                  <a:pt x="500063" y="38100"/>
                </a:lnTo>
                <a:lnTo>
                  <a:pt x="509588" y="38100"/>
                </a:lnTo>
                <a:lnTo>
                  <a:pt x="519113" y="38100"/>
                </a:lnTo>
                <a:lnTo>
                  <a:pt x="523875" y="42863"/>
                </a:lnTo>
                <a:lnTo>
                  <a:pt x="528638" y="47625"/>
                </a:lnTo>
                <a:lnTo>
                  <a:pt x="533400" y="52388"/>
                </a:lnTo>
                <a:lnTo>
                  <a:pt x="538163" y="57150"/>
                </a:lnTo>
                <a:lnTo>
                  <a:pt x="547688" y="57150"/>
                </a:lnTo>
                <a:lnTo>
                  <a:pt x="552450" y="61913"/>
                </a:lnTo>
                <a:lnTo>
                  <a:pt x="557213" y="66675"/>
                </a:lnTo>
                <a:lnTo>
                  <a:pt x="561975" y="71438"/>
                </a:lnTo>
                <a:lnTo>
                  <a:pt x="566738" y="76200"/>
                </a:lnTo>
                <a:lnTo>
                  <a:pt x="576263" y="76200"/>
                </a:lnTo>
                <a:lnTo>
                  <a:pt x="581025" y="80963"/>
                </a:lnTo>
                <a:lnTo>
                  <a:pt x="585788" y="85725"/>
                </a:lnTo>
                <a:lnTo>
                  <a:pt x="590550" y="90488"/>
                </a:lnTo>
                <a:lnTo>
                  <a:pt x="595313" y="95250"/>
                </a:lnTo>
                <a:lnTo>
                  <a:pt x="600075" y="100013"/>
                </a:lnTo>
                <a:lnTo>
                  <a:pt x="604838" y="104775"/>
                </a:lnTo>
                <a:lnTo>
                  <a:pt x="609600" y="109538"/>
                </a:lnTo>
                <a:lnTo>
                  <a:pt x="614363" y="114300"/>
                </a:lnTo>
                <a:lnTo>
                  <a:pt x="619125" y="119063"/>
                </a:lnTo>
                <a:lnTo>
                  <a:pt x="623888" y="123825"/>
                </a:lnTo>
                <a:lnTo>
                  <a:pt x="628650" y="128588"/>
                </a:lnTo>
                <a:lnTo>
                  <a:pt x="633413" y="133350"/>
                </a:lnTo>
                <a:lnTo>
                  <a:pt x="638175" y="138113"/>
                </a:lnTo>
                <a:lnTo>
                  <a:pt x="642938" y="142875"/>
                </a:lnTo>
                <a:lnTo>
                  <a:pt x="647700" y="147638"/>
                </a:lnTo>
                <a:lnTo>
                  <a:pt x="647700" y="157163"/>
                </a:lnTo>
                <a:lnTo>
                  <a:pt x="652463" y="161925"/>
                </a:lnTo>
                <a:lnTo>
                  <a:pt x="657225" y="166688"/>
                </a:lnTo>
                <a:lnTo>
                  <a:pt x="657225" y="176213"/>
                </a:lnTo>
                <a:lnTo>
                  <a:pt x="661988" y="180975"/>
                </a:lnTo>
                <a:lnTo>
                  <a:pt x="666750" y="185738"/>
                </a:lnTo>
                <a:lnTo>
                  <a:pt x="671513" y="190500"/>
                </a:lnTo>
                <a:lnTo>
                  <a:pt x="676275" y="195263"/>
                </a:lnTo>
                <a:lnTo>
                  <a:pt x="676275" y="204788"/>
                </a:lnTo>
                <a:lnTo>
                  <a:pt x="681038" y="209550"/>
                </a:lnTo>
                <a:lnTo>
                  <a:pt x="685800" y="214313"/>
                </a:lnTo>
                <a:lnTo>
                  <a:pt x="685800" y="223838"/>
                </a:lnTo>
                <a:lnTo>
                  <a:pt x="690563" y="228600"/>
                </a:lnTo>
                <a:lnTo>
                  <a:pt x="695325" y="233363"/>
                </a:lnTo>
                <a:lnTo>
                  <a:pt x="695325" y="242888"/>
                </a:lnTo>
                <a:lnTo>
                  <a:pt x="695325" y="252413"/>
                </a:lnTo>
                <a:lnTo>
                  <a:pt x="700088" y="257175"/>
                </a:lnTo>
                <a:lnTo>
                  <a:pt x="704850" y="261938"/>
                </a:lnTo>
                <a:lnTo>
                  <a:pt x="700088" y="266700"/>
                </a:lnTo>
                <a:lnTo>
                  <a:pt x="695325" y="271463"/>
                </a:lnTo>
                <a:lnTo>
                  <a:pt x="700088" y="276225"/>
                </a:lnTo>
                <a:lnTo>
                  <a:pt x="704850" y="280988"/>
                </a:lnTo>
                <a:lnTo>
                  <a:pt x="704850" y="290513"/>
                </a:lnTo>
                <a:lnTo>
                  <a:pt x="709613" y="295275"/>
                </a:lnTo>
                <a:lnTo>
                  <a:pt x="714375" y="300038"/>
                </a:lnTo>
                <a:lnTo>
                  <a:pt x="714375" y="309563"/>
                </a:lnTo>
                <a:lnTo>
                  <a:pt x="714375" y="319088"/>
                </a:lnTo>
                <a:lnTo>
                  <a:pt x="714375" y="328613"/>
                </a:lnTo>
                <a:lnTo>
                  <a:pt x="714375" y="338138"/>
                </a:lnTo>
                <a:lnTo>
                  <a:pt x="719138" y="342900"/>
                </a:lnTo>
                <a:lnTo>
                  <a:pt x="728663" y="342900"/>
                </a:lnTo>
                <a:lnTo>
                  <a:pt x="738188" y="342900"/>
                </a:lnTo>
                <a:lnTo>
                  <a:pt x="747713" y="342900"/>
                </a:lnTo>
                <a:lnTo>
                  <a:pt x="757238" y="342900"/>
                </a:lnTo>
                <a:lnTo>
                  <a:pt x="766763" y="342900"/>
                </a:lnTo>
                <a:lnTo>
                  <a:pt x="776288" y="342900"/>
                </a:lnTo>
                <a:lnTo>
                  <a:pt x="785813" y="342900"/>
                </a:lnTo>
                <a:lnTo>
                  <a:pt x="795338" y="342900"/>
                </a:lnTo>
                <a:lnTo>
                  <a:pt x="804863" y="342900"/>
                </a:lnTo>
                <a:lnTo>
                  <a:pt x="809625" y="347663"/>
                </a:lnTo>
                <a:lnTo>
                  <a:pt x="804863" y="352425"/>
                </a:lnTo>
                <a:lnTo>
                  <a:pt x="795338" y="352425"/>
                </a:lnTo>
                <a:lnTo>
                  <a:pt x="785813" y="352425"/>
                </a:lnTo>
                <a:lnTo>
                  <a:pt x="776288" y="352425"/>
                </a:lnTo>
                <a:lnTo>
                  <a:pt x="766763" y="352425"/>
                </a:lnTo>
                <a:lnTo>
                  <a:pt x="757238" y="352425"/>
                </a:lnTo>
                <a:lnTo>
                  <a:pt x="747713" y="352425"/>
                </a:lnTo>
                <a:lnTo>
                  <a:pt x="738188" y="352425"/>
                </a:lnTo>
                <a:lnTo>
                  <a:pt x="728663" y="352425"/>
                </a:lnTo>
                <a:lnTo>
                  <a:pt x="719138" y="352425"/>
                </a:lnTo>
                <a:lnTo>
                  <a:pt x="709613" y="352425"/>
                </a:lnTo>
                <a:lnTo>
                  <a:pt x="700088" y="352425"/>
                </a:lnTo>
                <a:lnTo>
                  <a:pt x="690563" y="352425"/>
                </a:lnTo>
                <a:lnTo>
                  <a:pt x="681038" y="352425"/>
                </a:lnTo>
                <a:lnTo>
                  <a:pt x="671513" y="352425"/>
                </a:lnTo>
                <a:lnTo>
                  <a:pt x="661988" y="352425"/>
                </a:lnTo>
                <a:lnTo>
                  <a:pt x="652463" y="352425"/>
                </a:lnTo>
                <a:lnTo>
                  <a:pt x="642938" y="352425"/>
                </a:lnTo>
                <a:lnTo>
                  <a:pt x="633413" y="352425"/>
                </a:lnTo>
                <a:lnTo>
                  <a:pt x="623888" y="352425"/>
                </a:lnTo>
                <a:lnTo>
                  <a:pt x="614363" y="352425"/>
                </a:lnTo>
                <a:lnTo>
                  <a:pt x="604838" y="352425"/>
                </a:lnTo>
                <a:lnTo>
                  <a:pt x="595313" y="352425"/>
                </a:lnTo>
                <a:lnTo>
                  <a:pt x="585788" y="352425"/>
                </a:lnTo>
                <a:lnTo>
                  <a:pt x="576263" y="352425"/>
                </a:lnTo>
                <a:lnTo>
                  <a:pt x="566738" y="352425"/>
                </a:lnTo>
                <a:lnTo>
                  <a:pt x="557213" y="352425"/>
                </a:lnTo>
                <a:lnTo>
                  <a:pt x="547688" y="352425"/>
                </a:lnTo>
                <a:lnTo>
                  <a:pt x="538163" y="352425"/>
                </a:lnTo>
                <a:lnTo>
                  <a:pt x="528638" y="352425"/>
                </a:lnTo>
                <a:lnTo>
                  <a:pt x="519113" y="352425"/>
                </a:lnTo>
                <a:lnTo>
                  <a:pt x="509588" y="352425"/>
                </a:lnTo>
                <a:lnTo>
                  <a:pt x="500063" y="352425"/>
                </a:lnTo>
                <a:lnTo>
                  <a:pt x="490538" y="352425"/>
                </a:lnTo>
                <a:lnTo>
                  <a:pt x="481013" y="352425"/>
                </a:lnTo>
                <a:lnTo>
                  <a:pt x="471488" y="352425"/>
                </a:lnTo>
                <a:lnTo>
                  <a:pt x="461963" y="352425"/>
                </a:lnTo>
                <a:lnTo>
                  <a:pt x="452438" y="352425"/>
                </a:lnTo>
                <a:lnTo>
                  <a:pt x="442913" y="352425"/>
                </a:lnTo>
                <a:lnTo>
                  <a:pt x="433388" y="352425"/>
                </a:lnTo>
                <a:lnTo>
                  <a:pt x="423863" y="352425"/>
                </a:lnTo>
                <a:lnTo>
                  <a:pt x="414338" y="352425"/>
                </a:lnTo>
                <a:lnTo>
                  <a:pt x="404813" y="352425"/>
                </a:lnTo>
                <a:lnTo>
                  <a:pt x="395288" y="352425"/>
                </a:lnTo>
                <a:lnTo>
                  <a:pt x="385763" y="352425"/>
                </a:lnTo>
                <a:lnTo>
                  <a:pt x="376238" y="352425"/>
                </a:lnTo>
                <a:lnTo>
                  <a:pt x="366713" y="352425"/>
                </a:lnTo>
                <a:lnTo>
                  <a:pt x="357188" y="352425"/>
                </a:lnTo>
                <a:lnTo>
                  <a:pt x="347663" y="352425"/>
                </a:lnTo>
                <a:lnTo>
                  <a:pt x="338138" y="352425"/>
                </a:lnTo>
                <a:lnTo>
                  <a:pt x="328613" y="352425"/>
                </a:lnTo>
                <a:lnTo>
                  <a:pt x="319088" y="352425"/>
                </a:lnTo>
                <a:lnTo>
                  <a:pt x="309563" y="352425"/>
                </a:lnTo>
                <a:lnTo>
                  <a:pt x="300038" y="352425"/>
                </a:lnTo>
                <a:lnTo>
                  <a:pt x="290513" y="352425"/>
                </a:lnTo>
                <a:lnTo>
                  <a:pt x="280988" y="352425"/>
                </a:lnTo>
                <a:lnTo>
                  <a:pt x="271463" y="352425"/>
                </a:lnTo>
                <a:lnTo>
                  <a:pt x="261938" y="352425"/>
                </a:lnTo>
                <a:lnTo>
                  <a:pt x="252413" y="352425"/>
                </a:lnTo>
                <a:lnTo>
                  <a:pt x="247650" y="357188"/>
                </a:lnTo>
                <a:lnTo>
                  <a:pt x="247650" y="366713"/>
                </a:lnTo>
                <a:lnTo>
                  <a:pt x="247650" y="376238"/>
                </a:lnTo>
                <a:lnTo>
                  <a:pt x="247650" y="385763"/>
                </a:lnTo>
                <a:lnTo>
                  <a:pt x="247650" y="395288"/>
                </a:lnTo>
                <a:lnTo>
                  <a:pt x="247650" y="404813"/>
                </a:lnTo>
                <a:lnTo>
                  <a:pt x="247650" y="414338"/>
                </a:lnTo>
                <a:lnTo>
                  <a:pt x="247650" y="423863"/>
                </a:lnTo>
                <a:lnTo>
                  <a:pt x="247650" y="433388"/>
                </a:lnTo>
                <a:lnTo>
                  <a:pt x="247650" y="442913"/>
                </a:lnTo>
                <a:lnTo>
                  <a:pt x="247650" y="452438"/>
                </a:lnTo>
                <a:lnTo>
                  <a:pt x="247650" y="461963"/>
                </a:lnTo>
                <a:lnTo>
                  <a:pt x="247650" y="471488"/>
                </a:lnTo>
                <a:lnTo>
                  <a:pt x="247650" y="481013"/>
                </a:lnTo>
                <a:lnTo>
                  <a:pt x="247650" y="490538"/>
                </a:lnTo>
                <a:lnTo>
                  <a:pt x="247650" y="500063"/>
                </a:lnTo>
                <a:lnTo>
                  <a:pt x="247650" y="509588"/>
                </a:lnTo>
                <a:lnTo>
                  <a:pt x="247650" y="519113"/>
                </a:lnTo>
                <a:lnTo>
                  <a:pt x="247650" y="528638"/>
                </a:lnTo>
                <a:lnTo>
                  <a:pt x="247650" y="538163"/>
                </a:lnTo>
                <a:lnTo>
                  <a:pt x="247650" y="547688"/>
                </a:lnTo>
                <a:lnTo>
                  <a:pt x="247650" y="557213"/>
                </a:lnTo>
                <a:lnTo>
                  <a:pt x="247650" y="566738"/>
                </a:lnTo>
                <a:lnTo>
                  <a:pt x="247650" y="576263"/>
                </a:lnTo>
                <a:lnTo>
                  <a:pt x="247650" y="585788"/>
                </a:lnTo>
                <a:lnTo>
                  <a:pt x="247650" y="595313"/>
                </a:lnTo>
                <a:lnTo>
                  <a:pt x="247650" y="604838"/>
                </a:lnTo>
                <a:lnTo>
                  <a:pt x="247650" y="614363"/>
                </a:lnTo>
                <a:lnTo>
                  <a:pt x="247650" y="623888"/>
                </a:lnTo>
                <a:lnTo>
                  <a:pt x="247650" y="633413"/>
                </a:lnTo>
                <a:lnTo>
                  <a:pt x="247650" y="642938"/>
                </a:lnTo>
                <a:lnTo>
                  <a:pt x="247650" y="652463"/>
                </a:lnTo>
                <a:lnTo>
                  <a:pt x="247650" y="661988"/>
                </a:lnTo>
                <a:lnTo>
                  <a:pt x="247650" y="671513"/>
                </a:lnTo>
                <a:lnTo>
                  <a:pt x="247650" y="681038"/>
                </a:lnTo>
                <a:lnTo>
                  <a:pt x="247650" y="690563"/>
                </a:lnTo>
                <a:lnTo>
                  <a:pt x="247650" y="700088"/>
                </a:lnTo>
                <a:lnTo>
                  <a:pt x="242888" y="704850"/>
                </a:lnTo>
                <a:lnTo>
                  <a:pt x="238125" y="700088"/>
                </a:lnTo>
                <a:lnTo>
                  <a:pt x="233363" y="695325"/>
                </a:lnTo>
                <a:lnTo>
                  <a:pt x="223838" y="695325"/>
                </a:lnTo>
                <a:lnTo>
                  <a:pt x="219075" y="690563"/>
                </a:lnTo>
                <a:lnTo>
                  <a:pt x="214313" y="685800"/>
                </a:lnTo>
                <a:lnTo>
                  <a:pt x="204788" y="685800"/>
                </a:lnTo>
                <a:lnTo>
                  <a:pt x="195263" y="685800"/>
                </a:lnTo>
                <a:lnTo>
                  <a:pt x="190500" y="681038"/>
                </a:lnTo>
                <a:lnTo>
                  <a:pt x="185738" y="676275"/>
                </a:lnTo>
                <a:lnTo>
                  <a:pt x="180975" y="671513"/>
                </a:lnTo>
                <a:lnTo>
                  <a:pt x="176213" y="666750"/>
                </a:lnTo>
                <a:lnTo>
                  <a:pt x="166688" y="666750"/>
                </a:lnTo>
                <a:lnTo>
                  <a:pt x="157163" y="666750"/>
                </a:lnTo>
                <a:lnTo>
                  <a:pt x="152400" y="661988"/>
                </a:lnTo>
                <a:lnTo>
                  <a:pt x="147638" y="657225"/>
                </a:lnTo>
                <a:lnTo>
                  <a:pt x="142875" y="652463"/>
                </a:lnTo>
                <a:lnTo>
                  <a:pt x="138113" y="647700"/>
                </a:lnTo>
                <a:lnTo>
                  <a:pt x="133350" y="642938"/>
                </a:lnTo>
                <a:lnTo>
                  <a:pt x="128588" y="638175"/>
                </a:lnTo>
                <a:lnTo>
                  <a:pt x="123825" y="633413"/>
                </a:lnTo>
                <a:lnTo>
                  <a:pt x="119063" y="628650"/>
                </a:lnTo>
                <a:lnTo>
                  <a:pt x="114300" y="623888"/>
                </a:lnTo>
                <a:lnTo>
                  <a:pt x="109538" y="619125"/>
                </a:lnTo>
                <a:lnTo>
                  <a:pt x="104775" y="614363"/>
                </a:lnTo>
                <a:lnTo>
                  <a:pt x="100013" y="609600"/>
                </a:lnTo>
                <a:lnTo>
                  <a:pt x="95250" y="604838"/>
                </a:lnTo>
                <a:lnTo>
                  <a:pt x="90488" y="600075"/>
                </a:lnTo>
                <a:lnTo>
                  <a:pt x="85725" y="595313"/>
                </a:lnTo>
                <a:lnTo>
                  <a:pt x="80963" y="590550"/>
                </a:lnTo>
                <a:lnTo>
                  <a:pt x="76200" y="585788"/>
                </a:lnTo>
                <a:lnTo>
                  <a:pt x="71438" y="581025"/>
                </a:lnTo>
                <a:lnTo>
                  <a:pt x="66675" y="576263"/>
                </a:lnTo>
                <a:lnTo>
                  <a:pt x="61913" y="571500"/>
                </a:lnTo>
                <a:lnTo>
                  <a:pt x="57150" y="566738"/>
                </a:lnTo>
                <a:lnTo>
                  <a:pt x="57150" y="557213"/>
                </a:lnTo>
                <a:lnTo>
                  <a:pt x="52388" y="552450"/>
                </a:lnTo>
                <a:lnTo>
                  <a:pt x="47625" y="547688"/>
                </a:lnTo>
                <a:lnTo>
                  <a:pt x="47625" y="538163"/>
                </a:lnTo>
                <a:lnTo>
                  <a:pt x="42863" y="533400"/>
                </a:lnTo>
                <a:lnTo>
                  <a:pt x="38100" y="528638"/>
                </a:lnTo>
                <a:lnTo>
                  <a:pt x="38100" y="519113"/>
                </a:lnTo>
                <a:lnTo>
                  <a:pt x="33338" y="514350"/>
                </a:lnTo>
                <a:lnTo>
                  <a:pt x="28575" y="509588"/>
                </a:lnTo>
                <a:lnTo>
                  <a:pt x="28575" y="500063"/>
                </a:lnTo>
                <a:lnTo>
                  <a:pt x="23813" y="495300"/>
                </a:lnTo>
                <a:lnTo>
                  <a:pt x="19050" y="490538"/>
                </a:lnTo>
                <a:lnTo>
                  <a:pt x="19050" y="481013"/>
                </a:lnTo>
                <a:lnTo>
                  <a:pt x="19050" y="471488"/>
                </a:lnTo>
                <a:lnTo>
                  <a:pt x="14288" y="466725"/>
                </a:lnTo>
                <a:lnTo>
                  <a:pt x="9525" y="461963"/>
                </a:lnTo>
                <a:lnTo>
                  <a:pt x="9525" y="452438"/>
                </a:lnTo>
                <a:lnTo>
                  <a:pt x="9525" y="442913"/>
                </a:lnTo>
                <a:lnTo>
                  <a:pt x="9525" y="433388"/>
                </a:lnTo>
                <a:lnTo>
                  <a:pt x="4763" y="428625"/>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4763" y="295275"/>
                </a:lnTo>
                <a:lnTo>
                  <a:pt x="9525" y="290513"/>
                </a:lnTo>
                <a:lnTo>
                  <a:pt x="9525" y="280988"/>
                </a:lnTo>
                <a:lnTo>
                  <a:pt x="9525" y="271463"/>
                </a:lnTo>
                <a:lnTo>
                  <a:pt x="9525" y="261938"/>
                </a:lnTo>
                <a:lnTo>
                  <a:pt x="9525" y="252413"/>
                </a:lnTo>
                <a:lnTo>
                  <a:pt x="14288" y="247650"/>
                </a:lnTo>
                <a:lnTo>
                  <a:pt x="19050" y="242888"/>
                </a:lnTo>
                <a:lnTo>
                  <a:pt x="19050" y="233363"/>
                </a:lnTo>
                <a:lnTo>
                  <a:pt x="23813" y="228600"/>
                </a:lnTo>
                <a:lnTo>
                  <a:pt x="28575" y="223838"/>
                </a:lnTo>
                <a:lnTo>
                  <a:pt x="28575" y="214313"/>
                </a:lnTo>
                <a:lnTo>
                  <a:pt x="33338" y="209550"/>
                </a:lnTo>
                <a:lnTo>
                  <a:pt x="38100" y="204788"/>
                </a:lnTo>
                <a:lnTo>
                  <a:pt x="38100" y="195263"/>
                </a:lnTo>
                <a:lnTo>
                  <a:pt x="42863" y="190500"/>
                </a:lnTo>
                <a:lnTo>
                  <a:pt x="47625" y="185738"/>
                </a:lnTo>
                <a:lnTo>
                  <a:pt x="52388" y="180975"/>
                </a:lnTo>
                <a:lnTo>
                  <a:pt x="61913" y="180975"/>
                </a:lnTo>
                <a:lnTo>
                  <a:pt x="66675" y="185738"/>
                </a:lnTo>
                <a:lnTo>
                  <a:pt x="71438" y="190500"/>
                </a:lnTo>
                <a:lnTo>
                  <a:pt x="80963" y="190500"/>
                </a:lnTo>
                <a:lnTo>
                  <a:pt x="90488" y="190500"/>
                </a:lnTo>
                <a:lnTo>
                  <a:pt x="95250" y="195263"/>
                </a:lnTo>
                <a:lnTo>
                  <a:pt x="100013" y="200025"/>
                </a:lnTo>
                <a:lnTo>
                  <a:pt x="109538" y="200025"/>
                </a:lnTo>
                <a:lnTo>
                  <a:pt x="119063" y="200025"/>
                </a:lnTo>
                <a:lnTo>
                  <a:pt x="128588" y="200025"/>
                </a:lnTo>
                <a:lnTo>
                  <a:pt x="133350" y="204788"/>
                </a:lnTo>
                <a:lnTo>
                  <a:pt x="138113" y="209550"/>
                </a:lnTo>
                <a:lnTo>
                  <a:pt x="147638" y="209550"/>
                </a:lnTo>
                <a:lnTo>
                  <a:pt x="157163" y="209550"/>
                </a:lnTo>
                <a:lnTo>
                  <a:pt x="166688" y="209550"/>
                </a:lnTo>
                <a:lnTo>
                  <a:pt x="176213" y="209550"/>
                </a:lnTo>
                <a:lnTo>
                  <a:pt x="185738" y="209550"/>
                </a:lnTo>
                <a:lnTo>
                  <a:pt x="195263" y="209550"/>
                </a:lnTo>
                <a:lnTo>
                  <a:pt x="204788" y="209550"/>
                </a:lnTo>
                <a:lnTo>
                  <a:pt x="214313" y="209550"/>
                </a:lnTo>
                <a:lnTo>
                  <a:pt x="223838" y="209550"/>
                </a:lnTo>
                <a:lnTo>
                  <a:pt x="233363" y="209550"/>
                </a:lnTo>
                <a:lnTo>
                  <a:pt x="242888" y="209550"/>
                </a:lnTo>
                <a:lnTo>
                  <a:pt x="252413" y="209550"/>
                </a:lnTo>
                <a:lnTo>
                  <a:pt x="261938" y="209550"/>
                </a:lnTo>
                <a:lnTo>
                  <a:pt x="271463" y="209550"/>
                </a:lnTo>
                <a:lnTo>
                  <a:pt x="280988" y="209550"/>
                </a:lnTo>
                <a:lnTo>
                  <a:pt x="290513" y="209550"/>
                </a:lnTo>
                <a:lnTo>
                  <a:pt x="300038" y="209550"/>
                </a:lnTo>
                <a:lnTo>
                  <a:pt x="309563" y="209550"/>
                </a:lnTo>
                <a:lnTo>
                  <a:pt x="319088" y="209550"/>
                </a:lnTo>
                <a:lnTo>
                  <a:pt x="328613" y="209550"/>
                </a:lnTo>
                <a:lnTo>
                  <a:pt x="338138" y="209550"/>
                </a:lnTo>
                <a:lnTo>
                  <a:pt x="347663" y="209550"/>
                </a:lnTo>
                <a:lnTo>
                  <a:pt x="357188" y="209550"/>
                </a:lnTo>
                <a:lnTo>
                  <a:pt x="366713" y="209550"/>
                </a:lnTo>
                <a:lnTo>
                  <a:pt x="376238" y="209550"/>
                </a:lnTo>
                <a:lnTo>
                  <a:pt x="385763" y="209550"/>
                </a:lnTo>
                <a:lnTo>
                  <a:pt x="395288" y="209550"/>
                </a:lnTo>
                <a:lnTo>
                  <a:pt x="404813" y="209550"/>
                </a:lnTo>
                <a:lnTo>
                  <a:pt x="409575" y="204788"/>
                </a:lnTo>
                <a:lnTo>
                  <a:pt x="414338" y="200025"/>
                </a:lnTo>
                <a:lnTo>
                  <a:pt x="423863" y="200025"/>
                </a:lnTo>
                <a:lnTo>
                  <a:pt x="433388" y="200025"/>
                </a:lnTo>
                <a:lnTo>
                  <a:pt x="442913" y="200025"/>
                </a:lnTo>
                <a:lnTo>
                  <a:pt x="447675" y="195263"/>
                </a:lnTo>
                <a:lnTo>
                  <a:pt x="452438" y="190500"/>
                </a:lnTo>
                <a:lnTo>
                  <a:pt x="461963" y="190500"/>
                </a:lnTo>
                <a:lnTo>
                  <a:pt x="471488" y="190500"/>
                </a:lnTo>
                <a:lnTo>
                  <a:pt x="476250" y="185738"/>
                </a:lnTo>
                <a:lnTo>
                  <a:pt x="481013" y="180975"/>
                </a:lnTo>
                <a:lnTo>
                  <a:pt x="490538" y="180975"/>
                </a:lnTo>
                <a:lnTo>
                  <a:pt x="495300" y="176213"/>
                </a:lnTo>
                <a:lnTo>
                  <a:pt x="500063" y="171450"/>
                </a:lnTo>
                <a:lnTo>
                  <a:pt x="504825" y="166688"/>
                </a:lnTo>
                <a:lnTo>
                  <a:pt x="509588" y="161925"/>
                </a:lnTo>
                <a:lnTo>
                  <a:pt x="514350" y="157163"/>
                </a:lnTo>
                <a:lnTo>
                  <a:pt x="514350" y="147638"/>
                </a:lnTo>
                <a:lnTo>
                  <a:pt x="514350" y="138113"/>
                </a:lnTo>
                <a:lnTo>
                  <a:pt x="509588" y="133350"/>
                </a:lnTo>
                <a:lnTo>
                  <a:pt x="504825" y="128588"/>
                </a:lnTo>
                <a:lnTo>
                  <a:pt x="500063" y="123825"/>
                </a:lnTo>
                <a:lnTo>
                  <a:pt x="490538" y="123825"/>
                </a:lnTo>
                <a:lnTo>
                  <a:pt x="485775" y="119063"/>
                </a:lnTo>
                <a:lnTo>
                  <a:pt x="481013" y="114300"/>
                </a:lnTo>
                <a:lnTo>
                  <a:pt x="471488" y="114300"/>
                </a:lnTo>
                <a:lnTo>
                  <a:pt x="461963" y="114300"/>
                </a:lnTo>
                <a:lnTo>
                  <a:pt x="457200" y="109538"/>
                </a:lnTo>
                <a:lnTo>
                  <a:pt x="452438" y="104775"/>
                </a:lnTo>
                <a:lnTo>
                  <a:pt x="442913" y="104775"/>
                </a:lnTo>
                <a:lnTo>
                  <a:pt x="433388" y="104775"/>
                </a:lnTo>
                <a:lnTo>
                  <a:pt x="423863" y="104775"/>
                </a:lnTo>
                <a:lnTo>
                  <a:pt x="419100" y="100013"/>
                </a:lnTo>
                <a:lnTo>
                  <a:pt x="414338" y="95250"/>
                </a:lnTo>
                <a:lnTo>
                  <a:pt x="404813" y="95250"/>
                </a:lnTo>
                <a:lnTo>
                  <a:pt x="395288" y="95250"/>
                </a:lnTo>
                <a:lnTo>
                  <a:pt x="385763" y="95250"/>
                </a:lnTo>
                <a:lnTo>
                  <a:pt x="376238" y="95250"/>
                </a:lnTo>
                <a:lnTo>
                  <a:pt x="366713" y="95250"/>
                </a:lnTo>
                <a:lnTo>
                  <a:pt x="357188" y="95250"/>
                </a:lnTo>
                <a:lnTo>
                  <a:pt x="347663" y="95250"/>
                </a:lnTo>
                <a:lnTo>
                  <a:pt x="342900" y="90488"/>
                </a:lnTo>
                <a:lnTo>
                  <a:pt x="338138" y="85725"/>
                </a:lnTo>
                <a:lnTo>
                  <a:pt x="328613" y="85725"/>
                </a:lnTo>
                <a:lnTo>
                  <a:pt x="319088" y="85725"/>
                </a:lnTo>
                <a:lnTo>
                  <a:pt x="309563" y="85725"/>
                </a:lnTo>
                <a:lnTo>
                  <a:pt x="300038" y="85725"/>
                </a:lnTo>
                <a:lnTo>
                  <a:pt x="290513" y="85725"/>
                </a:lnTo>
                <a:lnTo>
                  <a:pt x="280988" y="85725"/>
                </a:lnTo>
                <a:lnTo>
                  <a:pt x="271463" y="85725"/>
                </a:lnTo>
                <a:lnTo>
                  <a:pt x="261938" y="85725"/>
                </a:lnTo>
                <a:lnTo>
                  <a:pt x="252413" y="85725"/>
                </a:lnTo>
                <a:lnTo>
                  <a:pt x="242888" y="85725"/>
                </a:lnTo>
                <a:lnTo>
                  <a:pt x="233363" y="85725"/>
                </a:lnTo>
                <a:lnTo>
                  <a:pt x="223838" y="85725"/>
                </a:lnTo>
                <a:lnTo>
                  <a:pt x="214313" y="85725"/>
                </a:lnTo>
                <a:lnTo>
                  <a:pt x="204788" y="85725"/>
                </a:lnTo>
                <a:lnTo>
                  <a:pt x="200025" y="90488"/>
                </a:lnTo>
                <a:lnTo>
                  <a:pt x="195263" y="95250"/>
                </a:lnTo>
                <a:lnTo>
                  <a:pt x="185738" y="95250"/>
                </a:lnTo>
                <a:lnTo>
                  <a:pt x="176213" y="95250"/>
                </a:lnTo>
                <a:lnTo>
                  <a:pt x="166688" y="95250"/>
                </a:lnTo>
                <a:lnTo>
                  <a:pt x="157163" y="95250"/>
                </a:lnTo>
                <a:lnTo>
                  <a:pt x="147638" y="95250"/>
                </a:lnTo>
                <a:lnTo>
                  <a:pt x="142875" y="90488"/>
                </a:lnTo>
                <a:lnTo>
                  <a:pt x="138113" y="85725"/>
                </a:lnTo>
                <a:lnTo>
                  <a:pt x="133350" y="80963"/>
                </a:lnTo>
                <a:lnTo>
                  <a:pt x="138113" y="76200"/>
                </a:lnTo>
                <a:lnTo>
                  <a:pt x="147638" y="76200"/>
                </a:lnTo>
                <a:lnTo>
                  <a:pt x="152400" y="71438"/>
                </a:lnTo>
                <a:lnTo>
                  <a:pt x="157163" y="66675"/>
                </a:lnTo>
                <a:lnTo>
                  <a:pt x="161925" y="61913"/>
                </a:lnTo>
                <a:lnTo>
                  <a:pt x="166688" y="57150"/>
                </a:lnTo>
                <a:lnTo>
                  <a:pt x="176213" y="57150"/>
                </a:lnTo>
                <a:lnTo>
                  <a:pt x="180975" y="52388"/>
                </a:lnTo>
                <a:lnTo>
                  <a:pt x="185738" y="47625"/>
                </a:lnTo>
                <a:lnTo>
                  <a:pt x="190500" y="42863"/>
                </a:lnTo>
                <a:lnTo>
                  <a:pt x="195263" y="38100"/>
                </a:lnTo>
                <a:lnTo>
                  <a:pt x="204788" y="38100"/>
                </a:lnTo>
                <a:lnTo>
                  <a:pt x="214313" y="38100"/>
                </a:lnTo>
                <a:lnTo>
                  <a:pt x="219075" y="33338"/>
                </a:lnTo>
                <a:lnTo>
                  <a:pt x="223838" y="28575"/>
                </a:lnTo>
                <a:lnTo>
                  <a:pt x="233363" y="28575"/>
                </a:lnTo>
                <a:lnTo>
                  <a:pt x="238125" y="23813"/>
                </a:lnTo>
                <a:lnTo>
                  <a:pt x="242888" y="19050"/>
                </a:lnTo>
                <a:lnTo>
                  <a:pt x="252413" y="19050"/>
                </a:lnTo>
                <a:lnTo>
                  <a:pt x="261938" y="19050"/>
                </a:lnTo>
                <a:lnTo>
                  <a:pt x="271463" y="19050"/>
                </a:lnTo>
                <a:lnTo>
                  <a:pt x="276225" y="14288"/>
                </a:lnTo>
                <a:lnTo>
                  <a:pt x="280988" y="9525"/>
                </a:lnTo>
                <a:lnTo>
                  <a:pt x="290513" y="9525"/>
                </a:lnTo>
                <a:lnTo>
                  <a:pt x="300038" y="9525"/>
                </a:lnTo>
                <a:lnTo>
                  <a:pt x="309563" y="9525"/>
                </a:lnTo>
                <a:lnTo>
                  <a:pt x="319088" y="9525"/>
                </a:lnTo>
                <a:lnTo>
                  <a:pt x="328613" y="9525"/>
                </a:lnTo>
                <a:lnTo>
                  <a:pt x="333375" y="4763"/>
                </a:lnTo>
                <a:close/>
              </a:path>
            </a:pathLst>
          </a:custGeom>
          <a:solidFill xmlns:a="http://schemas.openxmlformats.org/drawingml/2006/main">
            <a:srgbClr val="F7CA9B"/>
          </a:solidFill>
          <a:ln xmlns:a="http://schemas.openxmlformats.org/drawingml/2006/main" w="0">
            <a:noFill/>
            <a:prstDash val="solid"/>
          </a:ln>
        </p:spPr>
      </p:sp>
      <p:sp>
        <p:nvSpPr>
          <p:cNvPr id="741" name="layout-orange-100-2">
            <a:extLst xmlns:a="http://schemas.openxmlformats.org/drawingml/2006/main">
              <a:ext uri="{FF2B5EF4-FFF2-40B4-BE49-F238E27FC236}">
                <a16:creationId xmlns:a16="http://schemas.microsoft.com/office/drawing/2014/main" id="{09117E99-39F2-4996-962D-CB66968CA5F5}"/>
              </a:ext>
            </a:extLst>
          </p:cNvPr>
          <p:cNvSpPr>
            <a:spLocks xmlns:a="http://schemas.openxmlformats.org/drawingml/2006/main" noGrp="1"/>
          </p:cNvSpPr>
          <p:nvPr/>
        </p:nvSpPr>
        <p:spPr>
          <a:xfrm xmlns:a="http://schemas.openxmlformats.org/drawingml/2006/main" rot="0">
            <a:off x="2190750" y="3552825"/>
            <a:ext cx="428625" cy="95250"/>
          </a:xfrm>
          <a:custGeom xmlns:a="http://schemas.openxmlformats.org/drawingml/2006/main">
            <a:pathLst>
              <a:path w="428625" h="95250">
                <a:moveTo>
                  <a:pt x="142875" y="4763"/>
                </a:moveTo>
                <a:lnTo>
                  <a:pt x="147638" y="0"/>
                </a:lnTo>
                <a:lnTo>
                  <a:pt x="157163" y="0"/>
                </a:lnTo>
                <a:lnTo>
                  <a:pt x="166688" y="0"/>
                </a:lnTo>
                <a:lnTo>
                  <a:pt x="176213" y="0"/>
                </a:lnTo>
                <a:lnTo>
                  <a:pt x="185738" y="0"/>
                </a:lnTo>
                <a:lnTo>
                  <a:pt x="190500" y="4763"/>
                </a:lnTo>
                <a:lnTo>
                  <a:pt x="185738" y="9525"/>
                </a:lnTo>
                <a:lnTo>
                  <a:pt x="180975" y="14288"/>
                </a:lnTo>
                <a:lnTo>
                  <a:pt x="176213" y="19050"/>
                </a:lnTo>
                <a:lnTo>
                  <a:pt x="171450" y="23813"/>
                </a:lnTo>
                <a:lnTo>
                  <a:pt x="171450" y="33338"/>
                </a:lnTo>
                <a:lnTo>
                  <a:pt x="171450" y="42863"/>
                </a:lnTo>
                <a:lnTo>
                  <a:pt x="171450" y="52388"/>
                </a:lnTo>
                <a:lnTo>
                  <a:pt x="171450" y="61913"/>
                </a:lnTo>
                <a:lnTo>
                  <a:pt x="176213" y="66675"/>
                </a:lnTo>
                <a:lnTo>
                  <a:pt x="180975" y="71438"/>
                </a:lnTo>
                <a:lnTo>
                  <a:pt x="185738" y="76200"/>
                </a:lnTo>
                <a:lnTo>
                  <a:pt x="195263" y="76200"/>
                </a:lnTo>
                <a:lnTo>
                  <a:pt x="204788" y="76200"/>
                </a:lnTo>
                <a:lnTo>
                  <a:pt x="209550" y="80963"/>
                </a:lnTo>
                <a:lnTo>
                  <a:pt x="214313" y="85725"/>
                </a:lnTo>
                <a:lnTo>
                  <a:pt x="219075" y="80963"/>
                </a:lnTo>
                <a:lnTo>
                  <a:pt x="223838" y="76200"/>
                </a:lnTo>
                <a:lnTo>
                  <a:pt x="233363" y="76200"/>
                </a:lnTo>
                <a:lnTo>
                  <a:pt x="238125" y="71438"/>
                </a:lnTo>
                <a:lnTo>
                  <a:pt x="242888" y="66675"/>
                </a:lnTo>
                <a:lnTo>
                  <a:pt x="247650" y="61913"/>
                </a:lnTo>
                <a:lnTo>
                  <a:pt x="252413" y="57150"/>
                </a:lnTo>
                <a:lnTo>
                  <a:pt x="257175" y="52388"/>
                </a:lnTo>
                <a:lnTo>
                  <a:pt x="257175" y="42863"/>
                </a:lnTo>
                <a:lnTo>
                  <a:pt x="257175" y="33338"/>
                </a:lnTo>
                <a:lnTo>
                  <a:pt x="257175" y="23813"/>
                </a:lnTo>
                <a:lnTo>
                  <a:pt x="252413" y="19050"/>
                </a:lnTo>
                <a:lnTo>
                  <a:pt x="247650" y="14288"/>
                </a:lnTo>
                <a:lnTo>
                  <a:pt x="242888" y="9525"/>
                </a:lnTo>
                <a:lnTo>
                  <a:pt x="238125" y="4763"/>
                </a:lnTo>
                <a:lnTo>
                  <a:pt x="242888" y="0"/>
                </a:lnTo>
                <a:lnTo>
                  <a:pt x="252413" y="0"/>
                </a:lnTo>
                <a:lnTo>
                  <a:pt x="261938" y="0"/>
                </a:lnTo>
                <a:lnTo>
                  <a:pt x="271463" y="0"/>
                </a:lnTo>
                <a:lnTo>
                  <a:pt x="276225" y="4763"/>
                </a:lnTo>
                <a:lnTo>
                  <a:pt x="280988" y="9525"/>
                </a:lnTo>
                <a:lnTo>
                  <a:pt x="290513" y="9525"/>
                </a:lnTo>
                <a:lnTo>
                  <a:pt x="300038" y="9525"/>
                </a:lnTo>
                <a:lnTo>
                  <a:pt x="309563" y="9525"/>
                </a:lnTo>
                <a:lnTo>
                  <a:pt x="319088" y="9525"/>
                </a:lnTo>
                <a:lnTo>
                  <a:pt x="328613" y="9525"/>
                </a:lnTo>
                <a:lnTo>
                  <a:pt x="338138" y="9525"/>
                </a:lnTo>
                <a:lnTo>
                  <a:pt x="347663" y="9525"/>
                </a:lnTo>
                <a:lnTo>
                  <a:pt x="352425" y="14288"/>
                </a:lnTo>
                <a:lnTo>
                  <a:pt x="357188" y="19050"/>
                </a:lnTo>
                <a:lnTo>
                  <a:pt x="366713" y="19050"/>
                </a:lnTo>
                <a:lnTo>
                  <a:pt x="376238" y="19050"/>
                </a:lnTo>
                <a:lnTo>
                  <a:pt x="385763" y="19050"/>
                </a:lnTo>
                <a:lnTo>
                  <a:pt x="390525" y="23813"/>
                </a:lnTo>
                <a:lnTo>
                  <a:pt x="395288" y="28575"/>
                </a:lnTo>
                <a:lnTo>
                  <a:pt x="404813" y="28575"/>
                </a:lnTo>
                <a:lnTo>
                  <a:pt x="414338" y="28575"/>
                </a:lnTo>
                <a:lnTo>
                  <a:pt x="419100" y="33338"/>
                </a:lnTo>
                <a:lnTo>
                  <a:pt x="423863" y="38100"/>
                </a:lnTo>
                <a:lnTo>
                  <a:pt x="428625" y="42863"/>
                </a:lnTo>
                <a:lnTo>
                  <a:pt x="428625" y="52388"/>
                </a:lnTo>
                <a:lnTo>
                  <a:pt x="423863" y="57150"/>
                </a:lnTo>
                <a:lnTo>
                  <a:pt x="414338" y="57150"/>
                </a:lnTo>
                <a:lnTo>
                  <a:pt x="409575" y="61913"/>
                </a:lnTo>
                <a:lnTo>
                  <a:pt x="404813" y="66675"/>
                </a:lnTo>
                <a:lnTo>
                  <a:pt x="395288" y="66675"/>
                </a:lnTo>
                <a:lnTo>
                  <a:pt x="390525" y="71438"/>
                </a:lnTo>
                <a:lnTo>
                  <a:pt x="385763" y="76200"/>
                </a:lnTo>
                <a:lnTo>
                  <a:pt x="376238" y="76200"/>
                </a:lnTo>
                <a:lnTo>
                  <a:pt x="366713" y="76200"/>
                </a:lnTo>
                <a:lnTo>
                  <a:pt x="357188" y="76200"/>
                </a:lnTo>
                <a:lnTo>
                  <a:pt x="352425" y="80963"/>
                </a:lnTo>
                <a:lnTo>
                  <a:pt x="347663" y="85725"/>
                </a:lnTo>
                <a:lnTo>
                  <a:pt x="338138" y="85725"/>
                </a:lnTo>
                <a:lnTo>
                  <a:pt x="328613" y="85725"/>
                </a:lnTo>
                <a:lnTo>
                  <a:pt x="319088" y="85725"/>
                </a:lnTo>
                <a:lnTo>
                  <a:pt x="309563" y="85725"/>
                </a:lnTo>
                <a:lnTo>
                  <a:pt x="300038" y="85725"/>
                </a:lnTo>
                <a:lnTo>
                  <a:pt x="290513" y="85725"/>
                </a:lnTo>
                <a:lnTo>
                  <a:pt x="280988" y="85725"/>
                </a:lnTo>
                <a:lnTo>
                  <a:pt x="271463" y="85725"/>
                </a:lnTo>
                <a:lnTo>
                  <a:pt x="266700" y="90488"/>
                </a:lnTo>
                <a:lnTo>
                  <a:pt x="261938" y="95250"/>
                </a:lnTo>
                <a:lnTo>
                  <a:pt x="252413" y="95250"/>
                </a:lnTo>
                <a:lnTo>
                  <a:pt x="242888" y="95250"/>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52400" y="90488"/>
                </a:lnTo>
                <a:lnTo>
                  <a:pt x="147638" y="85725"/>
                </a:lnTo>
                <a:lnTo>
                  <a:pt x="138113" y="85725"/>
                </a:lnTo>
                <a:lnTo>
                  <a:pt x="128588" y="85725"/>
                </a:lnTo>
                <a:lnTo>
                  <a:pt x="119063" y="85725"/>
                </a:lnTo>
                <a:lnTo>
                  <a:pt x="109538" y="85725"/>
                </a:lnTo>
                <a:lnTo>
                  <a:pt x="100013" y="85725"/>
                </a:lnTo>
                <a:lnTo>
                  <a:pt x="90488" y="85725"/>
                </a:lnTo>
                <a:lnTo>
                  <a:pt x="80963" y="85725"/>
                </a:lnTo>
                <a:lnTo>
                  <a:pt x="71438" y="85725"/>
                </a:lnTo>
                <a:lnTo>
                  <a:pt x="66675" y="80963"/>
                </a:lnTo>
                <a:lnTo>
                  <a:pt x="61913" y="76200"/>
                </a:lnTo>
                <a:lnTo>
                  <a:pt x="52388" y="76200"/>
                </a:lnTo>
                <a:lnTo>
                  <a:pt x="42863" y="76200"/>
                </a:lnTo>
                <a:lnTo>
                  <a:pt x="33338" y="76200"/>
                </a:lnTo>
                <a:lnTo>
                  <a:pt x="28575" y="71438"/>
                </a:lnTo>
                <a:lnTo>
                  <a:pt x="23813" y="66675"/>
                </a:lnTo>
                <a:lnTo>
                  <a:pt x="14288" y="66675"/>
                </a:lnTo>
                <a:lnTo>
                  <a:pt x="9525" y="61913"/>
                </a:lnTo>
                <a:lnTo>
                  <a:pt x="4763" y="57150"/>
                </a:lnTo>
                <a:lnTo>
                  <a:pt x="0" y="52388"/>
                </a:lnTo>
                <a:lnTo>
                  <a:pt x="4763" y="47625"/>
                </a:lnTo>
                <a:lnTo>
                  <a:pt x="9525" y="42863"/>
                </a:lnTo>
                <a:lnTo>
                  <a:pt x="14288" y="38100"/>
                </a:lnTo>
                <a:lnTo>
                  <a:pt x="19050" y="33338"/>
                </a:lnTo>
                <a:lnTo>
                  <a:pt x="23813" y="28575"/>
                </a:lnTo>
                <a:lnTo>
                  <a:pt x="28575" y="23813"/>
                </a:lnTo>
                <a:lnTo>
                  <a:pt x="33338" y="19050"/>
                </a:lnTo>
                <a:lnTo>
                  <a:pt x="42863" y="19050"/>
                </a:lnTo>
                <a:lnTo>
                  <a:pt x="52388" y="19050"/>
                </a:lnTo>
                <a:lnTo>
                  <a:pt x="61913" y="19050"/>
                </a:lnTo>
                <a:lnTo>
                  <a:pt x="66675" y="14288"/>
                </a:lnTo>
                <a:lnTo>
                  <a:pt x="71438" y="9525"/>
                </a:lnTo>
                <a:lnTo>
                  <a:pt x="80963" y="9525"/>
                </a:lnTo>
                <a:lnTo>
                  <a:pt x="90488" y="9525"/>
                </a:lnTo>
                <a:lnTo>
                  <a:pt x="100013" y="9525"/>
                </a:lnTo>
                <a:lnTo>
                  <a:pt x="109538" y="9525"/>
                </a:lnTo>
                <a:lnTo>
                  <a:pt x="119063" y="9525"/>
                </a:lnTo>
                <a:lnTo>
                  <a:pt x="128588" y="9525"/>
                </a:lnTo>
                <a:lnTo>
                  <a:pt x="138113" y="9525"/>
                </a:lnTo>
                <a:lnTo>
                  <a:pt x="142875" y="4763"/>
                </a:lnTo>
                <a:close/>
              </a:path>
            </a:pathLst>
          </a:custGeom>
          <a:solidFill xmlns:a="http://schemas.openxmlformats.org/drawingml/2006/main">
            <a:srgbClr val="F7CA9B"/>
          </a:solidFill>
          <a:ln xmlns:a="http://schemas.openxmlformats.org/drawingml/2006/main" w="0">
            <a:noFill/>
            <a:prstDash val="solid"/>
          </a:ln>
        </p:spPr>
      </p:sp>
      <p:sp>
        <p:nvSpPr>
          <p:cNvPr id="742" name="layout-orange-100-3">
            <a:extLst xmlns:a="http://schemas.openxmlformats.org/drawingml/2006/main">
              <a:ext uri="{FF2B5EF4-FFF2-40B4-BE49-F238E27FC236}">
                <a16:creationId xmlns:a16="http://schemas.microsoft.com/office/drawing/2014/main" id="{E82DB0F0-FBC3-41AF-9199-E2232278D263}"/>
              </a:ext>
            </a:extLst>
          </p:cNvPr>
          <p:cNvSpPr>
            <a:spLocks xmlns:a="http://schemas.openxmlformats.org/drawingml/2006/main" noGrp="1"/>
          </p:cNvSpPr>
          <p:nvPr/>
        </p:nvSpPr>
        <p:spPr>
          <a:xfrm xmlns:a="http://schemas.openxmlformats.org/drawingml/2006/main" rot="0">
            <a:off x="2371725" y="4152900"/>
            <a:ext cx="9525" cy="85725"/>
          </a:xfrm>
          <a:custGeom xmlns:a="http://schemas.openxmlformats.org/drawingml/2006/main">
            <a:pathLst>
              <a:path w="9525" h="857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4763" y="85725"/>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7CA9B"/>
          </a:solidFill>
          <a:ln xmlns:a="http://schemas.openxmlformats.org/drawingml/2006/main" w="0">
            <a:noFill/>
            <a:prstDash val="solid"/>
          </a:ln>
        </p:spPr>
      </p:sp>
      <p:sp>
        <p:nvSpPr>
          <p:cNvPr id="743" name="layout-orange-100-4">
            <a:extLst xmlns:a="http://schemas.openxmlformats.org/drawingml/2006/main">
              <a:ext uri="{FF2B5EF4-FFF2-40B4-BE49-F238E27FC236}">
                <a16:creationId xmlns:a16="http://schemas.microsoft.com/office/drawing/2014/main" id="{43F1A221-CA1F-4B17-A57D-37213B910336}"/>
              </a:ext>
            </a:extLst>
          </p:cNvPr>
          <p:cNvSpPr>
            <a:spLocks xmlns:a="http://schemas.openxmlformats.org/drawingml/2006/main" noGrp="1"/>
          </p:cNvSpPr>
          <p:nvPr/>
        </p:nvSpPr>
        <p:spPr>
          <a:xfrm xmlns:a="http://schemas.openxmlformats.org/drawingml/2006/main" rot="0">
            <a:off x="1943100" y="42386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F7CA9B"/>
          </a:solidFill>
          <a:ln xmlns:a="http://schemas.openxmlformats.org/drawingml/2006/main" w="0">
            <a:noFill/>
            <a:prstDash val="solid"/>
          </a:ln>
        </p:spPr>
      </p:sp>
      <p:sp>
        <p:nvSpPr>
          <p:cNvPr id="744" name="layout-orange-100-5">
            <a:extLst xmlns:a="http://schemas.openxmlformats.org/drawingml/2006/main">
              <a:ext uri="{FF2B5EF4-FFF2-40B4-BE49-F238E27FC236}">
                <a16:creationId xmlns:a16="http://schemas.microsoft.com/office/drawing/2014/main" id="{4D523950-B4C7-49C0-90A4-AD41B00600A8}"/>
              </a:ext>
            </a:extLst>
          </p:cNvPr>
          <p:cNvSpPr>
            <a:spLocks xmlns:a="http://schemas.openxmlformats.org/drawingml/2006/main" noGrp="1"/>
          </p:cNvSpPr>
          <p:nvPr/>
        </p:nvSpPr>
        <p:spPr>
          <a:xfrm xmlns:a="http://schemas.openxmlformats.org/drawingml/2006/main" rot="0">
            <a:off x="1990725" y="4238625"/>
            <a:ext cx="266700" cy="9525"/>
          </a:xfrm>
          <a:custGeom xmlns:a="http://schemas.openxmlformats.org/drawingml/2006/main">
            <a:pathLst>
              <a:path w="2667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66700" y="4763"/>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F7CA9B"/>
          </a:solidFill>
          <a:ln xmlns:a="http://schemas.openxmlformats.org/drawingml/2006/main" w="0">
            <a:noFill/>
            <a:prstDash val="solid"/>
          </a:ln>
        </p:spPr>
      </p:sp>
      <p:sp>
        <p:nvSpPr>
          <p:cNvPr id="745" name="layout-orange-101-0">
            <a:extLst xmlns:a="http://schemas.openxmlformats.org/drawingml/2006/main">
              <a:ext uri="{FF2B5EF4-FFF2-40B4-BE49-F238E27FC236}">
                <a16:creationId xmlns:a16="http://schemas.microsoft.com/office/drawing/2014/main" id="{47D81D2A-1654-48F4-B44A-AD833137E23D}"/>
              </a:ext>
            </a:extLst>
          </p:cNvPr>
          <p:cNvSpPr>
            <a:spLocks xmlns:a="http://schemas.openxmlformats.org/drawingml/2006/main" noGrp="1"/>
          </p:cNvSpPr>
          <p:nvPr/>
        </p:nvSpPr>
        <p:spPr>
          <a:xfrm xmlns:a="http://schemas.openxmlformats.org/drawingml/2006/main" rot="0">
            <a:off x="3009900" y="3371850"/>
            <a:ext cx="9525" cy="428625"/>
          </a:xfrm>
          <a:custGeom xmlns:a="http://schemas.openxmlformats.org/drawingml/2006/main">
            <a:pathLst>
              <a:path w="9525" h="4286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4763" y="428625"/>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7CB9E"/>
          </a:solidFill>
          <a:ln xmlns:a="http://schemas.openxmlformats.org/drawingml/2006/main" w="0">
            <a:noFill/>
            <a:prstDash val="solid"/>
          </a:ln>
        </p:spPr>
      </p:sp>
      <p:sp>
        <p:nvSpPr>
          <p:cNvPr id="746" name="layout-orange-101-1">
            <a:extLst xmlns:a="http://schemas.openxmlformats.org/drawingml/2006/main">
              <a:ext uri="{FF2B5EF4-FFF2-40B4-BE49-F238E27FC236}">
                <a16:creationId xmlns:a16="http://schemas.microsoft.com/office/drawing/2014/main" id="{3EDFBF8C-1088-47FD-80D2-B189FE31B753}"/>
              </a:ext>
            </a:extLst>
          </p:cNvPr>
          <p:cNvSpPr>
            <a:spLocks xmlns:a="http://schemas.openxmlformats.org/drawingml/2006/main" noGrp="1"/>
          </p:cNvSpPr>
          <p:nvPr/>
        </p:nvSpPr>
        <p:spPr>
          <a:xfrm xmlns:a="http://schemas.openxmlformats.org/drawingml/2006/main" rot="0">
            <a:off x="2143125" y="3467100"/>
            <a:ext cx="771525" cy="666750"/>
          </a:xfrm>
          <a:custGeom xmlns:a="http://schemas.openxmlformats.org/drawingml/2006/main">
            <a:pathLst>
              <a:path w="771525" h="666750">
                <a:moveTo>
                  <a:pt x="314325" y="4763"/>
                </a:moveTo>
                <a:lnTo>
                  <a:pt x="319088" y="0"/>
                </a:lnTo>
                <a:lnTo>
                  <a:pt x="328613" y="0"/>
                </a:lnTo>
                <a:lnTo>
                  <a:pt x="338138" y="0"/>
                </a:lnTo>
                <a:lnTo>
                  <a:pt x="347663" y="0"/>
                </a:lnTo>
                <a:lnTo>
                  <a:pt x="357188" y="0"/>
                </a:lnTo>
                <a:lnTo>
                  <a:pt x="361950" y="4763"/>
                </a:lnTo>
                <a:lnTo>
                  <a:pt x="366713" y="9525"/>
                </a:lnTo>
                <a:lnTo>
                  <a:pt x="376238" y="9525"/>
                </a:lnTo>
                <a:lnTo>
                  <a:pt x="385763" y="9525"/>
                </a:lnTo>
                <a:lnTo>
                  <a:pt x="395288" y="9525"/>
                </a:lnTo>
                <a:lnTo>
                  <a:pt x="404813" y="9525"/>
                </a:lnTo>
                <a:lnTo>
                  <a:pt x="414338" y="9525"/>
                </a:lnTo>
                <a:lnTo>
                  <a:pt x="419100" y="14288"/>
                </a:lnTo>
                <a:lnTo>
                  <a:pt x="423863" y="19050"/>
                </a:lnTo>
                <a:lnTo>
                  <a:pt x="433388" y="19050"/>
                </a:lnTo>
                <a:lnTo>
                  <a:pt x="442913" y="19050"/>
                </a:lnTo>
                <a:lnTo>
                  <a:pt x="447675" y="23813"/>
                </a:lnTo>
                <a:lnTo>
                  <a:pt x="452438" y="28575"/>
                </a:lnTo>
                <a:lnTo>
                  <a:pt x="461963" y="28575"/>
                </a:lnTo>
                <a:lnTo>
                  <a:pt x="471488" y="28575"/>
                </a:lnTo>
                <a:lnTo>
                  <a:pt x="476250" y="33338"/>
                </a:lnTo>
                <a:lnTo>
                  <a:pt x="481013" y="38100"/>
                </a:lnTo>
                <a:lnTo>
                  <a:pt x="490538" y="38100"/>
                </a:lnTo>
                <a:lnTo>
                  <a:pt x="495300" y="42863"/>
                </a:lnTo>
                <a:lnTo>
                  <a:pt x="500063" y="47625"/>
                </a:lnTo>
                <a:lnTo>
                  <a:pt x="509588" y="47625"/>
                </a:lnTo>
                <a:lnTo>
                  <a:pt x="514350" y="52388"/>
                </a:lnTo>
                <a:lnTo>
                  <a:pt x="519113" y="57150"/>
                </a:lnTo>
                <a:lnTo>
                  <a:pt x="523875" y="61913"/>
                </a:lnTo>
                <a:lnTo>
                  <a:pt x="528638" y="66675"/>
                </a:lnTo>
                <a:lnTo>
                  <a:pt x="533400" y="71438"/>
                </a:lnTo>
                <a:lnTo>
                  <a:pt x="538163" y="76200"/>
                </a:lnTo>
                <a:lnTo>
                  <a:pt x="547688" y="76200"/>
                </a:lnTo>
                <a:lnTo>
                  <a:pt x="552450" y="80963"/>
                </a:lnTo>
                <a:lnTo>
                  <a:pt x="557213" y="85725"/>
                </a:lnTo>
                <a:lnTo>
                  <a:pt x="561975" y="90488"/>
                </a:lnTo>
                <a:lnTo>
                  <a:pt x="566738" y="95250"/>
                </a:lnTo>
                <a:lnTo>
                  <a:pt x="571500" y="100013"/>
                </a:lnTo>
                <a:lnTo>
                  <a:pt x="576263" y="104775"/>
                </a:lnTo>
                <a:lnTo>
                  <a:pt x="581025" y="109538"/>
                </a:lnTo>
                <a:lnTo>
                  <a:pt x="585788" y="114300"/>
                </a:lnTo>
                <a:lnTo>
                  <a:pt x="590550" y="119063"/>
                </a:lnTo>
                <a:lnTo>
                  <a:pt x="595313" y="123825"/>
                </a:lnTo>
                <a:lnTo>
                  <a:pt x="600075" y="128588"/>
                </a:lnTo>
                <a:lnTo>
                  <a:pt x="600075" y="138113"/>
                </a:lnTo>
                <a:lnTo>
                  <a:pt x="604838" y="142875"/>
                </a:lnTo>
                <a:lnTo>
                  <a:pt x="609600" y="147638"/>
                </a:lnTo>
                <a:lnTo>
                  <a:pt x="614363" y="152400"/>
                </a:lnTo>
                <a:lnTo>
                  <a:pt x="619125" y="157163"/>
                </a:lnTo>
                <a:lnTo>
                  <a:pt x="623888" y="161925"/>
                </a:lnTo>
                <a:lnTo>
                  <a:pt x="628650" y="166688"/>
                </a:lnTo>
                <a:lnTo>
                  <a:pt x="628650" y="176213"/>
                </a:lnTo>
                <a:lnTo>
                  <a:pt x="633413" y="180975"/>
                </a:lnTo>
                <a:lnTo>
                  <a:pt x="638175" y="185738"/>
                </a:lnTo>
                <a:lnTo>
                  <a:pt x="638175" y="195263"/>
                </a:lnTo>
                <a:lnTo>
                  <a:pt x="642938" y="200025"/>
                </a:lnTo>
                <a:lnTo>
                  <a:pt x="647700" y="204788"/>
                </a:lnTo>
                <a:lnTo>
                  <a:pt x="647700" y="214313"/>
                </a:lnTo>
                <a:lnTo>
                  <a:pt x="652463" y="219075"/>
                </a:lnTo>
                <a:lnTo>
                  <a:pt x="657225" y="223838"/>
                </a:lnTo>
                <a:lnTo>
                  <a:pt x="657225" y="233363"/>
                </a:lnTo>
                <a:lnTo>
                  <a:pt x="657225" y="242888"/>
                </a:lnTo>
                <a:lnTo>
                  <a:pt x="657225" y="252413"/>
                </a:lnTo>
                <a:lnTo>
                  <a:pt x="661988" y="257175"/>
                </a:lnTo>
                <a:lnTo>
                  <a:pt x="666750" y="261938"/>
                </a:lnTo>
                <a:lnTo>
                  <a:pt x="666750" y="271463"/>
                </a:lnTo>
                <a:lnTo>
                  <a:pt x="671513" y="276225"/>
                </a:lnTo>
                <a:lnTo>
                  <a:pt x="676275" y="280988"/>
                </a:lnTo>
                <a:lnTo>
                  <a:pt x="676275" y="290513"/>
                </a:lnTo>
                <a:lnTo>
                  <a:pt x="676275" y="300038"/>
                </a:lnTo>
                <a:lnTo>
                  <a:pt x="676275" y="309563"/>
                </a:lnTo>
                <a:lnTo>
                  <a:pt x="676275" y="319088"/>
                </a:lnTo>
                <a:lnTo>
                  <a:pt x="681038" y="323850"/>
                </a:lnTo>
                <a:lnTo>
                  <a:pt x="690563" y="323850"/>
                </a:lnTo>
                <a:lnTo>
                  <a:pt x="700088" y="323850"/>
                </a:lnTo>
                <a:lnTo>
                  <a:pt x="709613" y="323850"/>
                </a:lnTo>
                <a:lnTo>
                  <a:pt x="719138" y="323850"/>
                </a:lnTo>
                <a:lnTo>
                  <a:pt x="728663" y="323850"/>
                </a:lnTo>
                <a:lnTo>
                  <a:pt x="738188" y="323850"/>
                </a:lnTo>
                <a:lnTo>
                  <a:pt x="747713" y="323850"/>
                </a:lnTo>
                <a:lnTo>
                  <a:pt x="757238" y="323850"/>
                </a:lnTo>
                <a:lnTo>
                  <a:pt x="766763" y="323850"/>
                </a:lnTo>
                <a:lnTo>
                  <a:pt x="771525" y="328613"/>
                </a:lnTo>
                <a:lnTo>
                  <a:pt x="766763" y="333375"/>
                </a:lnTo>
                <a:lnTo>
                  <a:pt x="757238" y="333375"/>
                </a:lnTo>
                <a:lnTo>
                  <a:pt x="747713" y="333375"/>
                </a:lnTo>
                <a:lnTo>
                  <a:pt x="738188" y="333375"/>
                </a:lnTo>
                <a:lnTo>
                  <a:pt x="728663" y="333375"/>
                </a:lnTo>
                <a:lnTo>
                  <a:pt x="719138" y="333375"/>
                </a:lnTo>
                <a:lnTo>
                  <a:pt x="709613" y="333375"/>
                </a:lnTo>
                <a:lnTo>
                  <a:pt x="700088" y="333375"/>
                </a:lnTo>
                <a:lnTo>
                  <a:pt x="690563" y="333375"/>
                </a:lnTo>
                <a:lnTo>
                  <a:pt x="681038" y="333375"/>
                </a:lnTo>
                <a:lnTo>
                  <a:pt x="671513" y="333375"/>
                </a:lnTo>
                <a:lnTo>
                  <a:pt x="661988" y="333375"/>
                </a:lnTo>
                <a:lnTo>
                  <a:pt x="652463" y="333375"/>
                </a:lnTo>
                <a:lnTo>
                  <a:pt x="642938" y="333375"/>
                </a:lnTo>
                <a:lnTo>
                  <a:pt x="633413" y="333375"/>
                </a:lnTo>
                <a:lnTo>
                  <a:pt x="623888" y="333375"/>
                </a:lnTo>
                <a:lnTo>
                  <a:pt x="614363" y="333375"/>
                </a:lnTo>
                <a:lnTo>
                  <a:pt x="604838" y="333375"/>
                </a:lnTo>
                <a:lnTo>
                  <a:pt x="595313" y="333375"/>
                </a:lnTo>
                <a:lnTo>
                  <a:pt x="585788" y="333375"/>
                </a:lnTo>
                <a:lnTo>
                  <a:pt x="576263" y="333375"/>
                </a:lnTo>
                <a:lnTo>
                  <a:pt x="566738" y="333375"/>
                </a:lnTo>
                <a:lnTo>
                  <a:pt x="557213" y="333375"/>
                </a:lnTo>
                <a:lnTo>
                  <a:pt x="547688" y="333375"/>
                </a:lnTo>
                <a:lnTo>
                  <a:pt x="538163" y="333375"/>
                </a:lnTo>
                <a:lnTo>
                  <a:pt x="528638" y="333375"/>
                </a:lnTo>
                <a:lnTo>
                  <a:pt x="519113" y="333375"/>
                </a:lnTo>
                <a:lnTo>
                  <a:pt x="509588" y="333375"/>
                </a:lnTo>
                <a:lnTo>
                  <a:pt x="500063" y="333375"/>
                </a:lnTo>
                <a:lnTo>
                  <a:pt x="490538" y="333375"/>
                </a:lnTo>
                <a:lnTo>
                  <a:pt x="481013" y="333375"/>
                </a:lnTo>
                <a:lnTo>
                  <a:pt x="471488" y="333375"/>
                </a:lnTo>
                <a:lnTo>
                  <a:pt x="461963" y="333375"/>
                </a:lnTo>
                <a:lnTo>
                  <a:pt x="452438" y="333375"/>
                </a:lnTo>
                <a:lnTo>
                  <a:pt x="442913" y="333375"/>
                </a:lnTo>
                <a:lnTo>
                  <a:pt x="433388" y="333375"/>
                </a:lnTo>
                <a:lnTo>
                  <a:pt x="423863" y="333375"/>
                </a:lnTo>
                <a:lnTo>
                  <a:pt x="414338" y="333375"/>
                </a:lnTo>
                <a:lnTo>
                  <a:pt x="404813" y="333375"/>
                </a:lnTo>
                <a:lnTo>
                  <a:pt x="395288" y="333375"/>
                </a:lnTo>
                <a:lnTo>
                  <a:pt x="385763" y="333375"/>
                </a:lnTo>
                <a:lnTo>
                  <a:pt x="376238" y="333375"/>
                </a:lnTo>
                <a:lnTo>
                  <a:pt x="366713" y="333375"/>
                </a:lnTo>
                <a:lnTo>
                  <a:pt x="357188" y="333375"/>
                </a:lnTo>
                <a:lnTo>
                  <a:pt x="347663" y="333375"/>
                </a:lnTo>
                <a:lnTo>
                  <a:pt x="338138" y="333375"/>
                </a:lnTo>
                <a:lnTo>
                  <a:pt x="328613" y="333375"/>
                </a:lnTo>
                <a:lnTo>
                  <a:pt x="319088" y="333375"/>
                </a:lnTo>
                <a:lnTo>
                  <a:pt x="309563" y="333375"/>
                </a:lnTo>
                <a:lnTo>
                  <a:pt x="300038" y="333375"/>
                </a:lnTo>
                <a:lnTo>
                  <a:pt x="290513" y="333375"/>
                </a:lnTo>
                <a:lnTo>
                  <a:pt x="280988" y="333375"/>
                </a:lnTo>
                <a:lnTo>
                  <a:pt x="271463" y="333375"/>
                </a:lnTo>
                <a:lnTo>
                  <a:pt x="261938" y="333375"/>
                </a:lnTo>
                <a:lnTo>
                  <a:pt x="252413" y="333375"/>
                </a:lnTo>
                <a:lnTo>
                  <a:pt x="242888" y="333375"/>
                </a:lnTo>
                <a:lnTo>
                  <a:pt x="233363" y="333375"/>
                </a:lnTo>
                <a:lnTo>
                  <a:pt x="228600" y="338138"/>
                </a:lnTo>
                <a:lnTo>
                  <a:pt x="228600" y="347663"/>
                </a:lnTo>
                <a:lnTo>
                  <a:pt x="228600" y="357188"/>
                </a:lnTo>
                <a:lnTo>
                  <a:pt x="228600" y="366713"/>
                </a:lnTo>
                <a:lnTo>
                  <a:pt x="228600" y="376238"/>
                </a:lnTo>
                <a:lnTo>
                  <a:pt x="228600" y="385763"/>
                </a:lnTo>
                <a:lnTo>
                  <a:pt x="228600" y="395288"/>
                </a:lnTo>
                <a:lnTo>
                  <a:pt x="228600" y="404813"/>
                </a:lnTo>
                <a:lnTo>
                  <a:pt x="228600" y="414338"/>
                </a:lnTo>
                <a:lnTo>
                  <a:pt x="228600" y="423863"/>
                </a:lnTo>
                <a:lnTo>
                  <a:pt x="228600" y="433388"/>
                </a:lnTo>
                <a:lnTo>
                  <a:pt x="228600" y="442913"/>
                </a:lnTo>
                <a:lnTo>
                  <a:pt x="228600" y="452438"/>
                </a:lnTo>
                <a:lnTo>
                  <a:pt x="228600" y="461963"/>
                </a:lnTo>
                <a:lnTo>
                  <a:pt x="228600" y="471488"/>
                </a:lnTo>
                <a:lnTo>
                  <a:pt x="228600" y="481013"/>
                </a:lnTo>
                <a:lnTo>
                  <a:pt x="228600" y="490538"/>
                </a:lnTo>
                <a:lnTo>
                  <a:pt x="228600" y="500063"/>
                </a:lnTo>
                <a:lnTo>
                  <a:pt x="228600" y="509588"/>
                </a:lnTo>
                <a:lnTo>
                  <a:pt x="228600" y="519113"/>
                </a:lnTo>
                <a:lnTo>
                  <a:pt x="228600" y="528638"/>
                </a:lnTo>
                <a:lnTo>
                  <a:pt x="228600" y="538163"/>
                </a:lnTo>
                <a:lnTo>
                  <a:pt x="228600" y="547688"/>
                </a:lnTo>
                <a:lnTo>
                  <a:pt x="228600" y="557213"/>
                </a:lnTo>
                <a:lnTo>
                  <a:pt x="228600" y="566738"/>
                </a:lnTo>
                <a:lnTo>
                  <a:pt x="228600" y="576263"/>
                </a:lnTo>
                <a:lnTo>
                  <a:pt x="228600" y="585788"/>
                </a:lnTo>
                <a:lnTo>
                  <a:pt x="228600" y="595313"/>
                </a:lnTo>
                <a:lnTo>
                  <a:pt x="228600" y="604838"/>
                </a:lnTo>
                <a:lnTo>
                  <a:pt x="228600" y="614363"/>
                </a:lnTo>
                <a:lnTo>
                  <a:pt x="228600" y="623888"/>
                </a:lnTo>
                <a:lnTo>
                  <a:pt x="228600" y="633413"/>
                </a:lnTo>
                <a:lnTo>
                  <a:pt x="228600" y="642938"/>
                </a:lnTo>
                <a:lnTo>
                  <a:pt x="228600" y="652463"/>
                </a:lnTo>
                <a:lnTo>
                  <a:pt x="228600" y="661988"/>
                </a:lnTo>
                <a:lnTo>
                  <a:pt x="223838" y="666750"/>
                </a:lnTo>
                <a:lnTo>
                  <a:pt x="219075" y="661988"/>
                </a:lnTo>
                <a:lnTo>
                  <a:pt x="214313" y="657225"/>
                </a:lnTo>
                <a:lnTo>
                  <a:pt x="204788" y="657225"/>
                </a:lnTo>
                <a:lnTo>
                  <a:pt x="200025" y="652463"/>
                </a:lnTo>
                <a:lnTo>
                  <a:pt x="195263" y="647700"/>
                </a:lnTo>
                <a:lnTo>
                  <a:pt x="185738" y="647700"/>
                </a:lnTo>
                <a:lnTo>
                  <a:pt x="176213" y="647700"/>
                </a:lnTo>
                <a:lnTo>
                  <a:pt x="171450" y="642938"/>
                </a:lnTo>
                <a:lnTo>
                  <a:pt x="166688" y="638175"/>
                </a:lnTo>
                <a:lnTo>
                  <a:pt x="161925" y="633413"/>
                </a:lnTo>
                <a:lnTo>
                  <a:pt x="157163" y="628650"/>
                </a:lnTo>
                <a:lnTo>
                  <a:pt x="152400" y="623888"/>
                </a:lnTo>
                <a:lnTo>
                  <a:pt x="147638" y="619125"/>
                </a:lnTo>
                <a:lnTo>
                  <a:pt x="138113" y="619125"/>
                </a:lnTo>
                <a:lnTo>
                  <a:pt x="133350" y="614363"/>
                </a:lnTo>
                <a:lnTo>
                  <a:pt x="128588" y="609600"/>
                </a:lnTo>
                <a:lnTo>
                  <a:pt x="123825" y="604838"/>
                </a:lnTo>
                <a:lnTo>
                  <a:pt x="119063" y="600075"/>
                </a:lnTo>
                <a:lnTo>
                  <a:pt x="114300" y="595313"/>
                </a:lnTo>
                <a:lnTo>
                  <a:pt x="109538" y="590550"/>
                </a:lnTo>
                <a:lnTo>
                  <a:pt x="104775" y="585788"/>
                </a:lnTo>
                <a:lnTo>
                  <a:pt x="100013" y="581025"/>
                </a:lnTo>
                <a:lnTo>
                  <a:pt x="95250" y="576263"/>
                </a:lnTo>
                <a:lnTo>
                  <a:pt x="90488" y="571500"/>
                </a:lnTo>
                <a:lnTo>
                  <a:pt x="85725" y="566738"/>
                </a:lnTo>
                <a:lnTo>
                  <a:pt x="80963" y="561975"/>
                </a:lnTo>
                <a:lnTo>
                  <a:pt x="76200" y="557213"/>
                </a:lnTo>
                <a:lnTo>
                  <a:pt x="71438" y="552450"/>
                </a:lnTo>
                <a:lnTo>
                  <a:pt x="61913" y="552450"/>
                </a:lnTo>
                <a:lnTo>
                  <a:pt x="57150" y="547688"/>
                </a:lnTo>
                <a:lnTo>
                  <a:pt x="57150" y="538163"/>
                </a:lnTo>
                <a:lnTo>
                  <a:pt x="52388" y="533400"/>
                </a:lnTo>
                <a:lnTo>
                  <a:pt x="47625" y="528638"/>
                </a:lnTo>
                <a:lnTo>
                  <a:pt x="47625" y="519113"/>
                </a:lnTo>
                <a:lnTo>
                  <a:pt x="47625" y="509588"/>
                </a:lnTo>
                <a:lnTo>
                  <a:pt x="42863" y="504825"/>
                </a:lnTo>
                <a:lnTo>
                  <a:pt x="38100" y="500063"/>
                </a:lnTo>
                <a:lnTo>
                  <a:pt x="33338" y="495300"/>
                </a:lnTo>
                <a:lnTo>
                  <a:pt x="28575" y="490538"/>
                </a:lnTo>
                <a:lnTo>
                  <a:pt x="28575" y="481013"/>
                </a:lnTo>
                <a:lnTo>
                  <a:pt x="23813" y="476250"/>
                </a:lnTo>
                <a:lnTo>
                  <a:pt x="19050" y="471488"/>
                </a:lnTo>
                <a:lnTo>
                  <a:pt x="19050" y="461963"/>
                </a:lnTo>
                <a:lnTo>
                  <a:pt x="19050" y="452438"/>
                </a:lnTo>
                <a:lnTo>
                  <a:pt x="14288" y="447675"/>
                </a:lnTo>
                <a:lnTo>
                  <a:pt x="9525" y="442913"/>
                </a:lnTo>
                <a:lnTo>
                  <a:pt x="9525" y="433388"/>
                </a:lnTo>
                <a:lnTo>
                  <a:pt x="9525" y="423863"/>
                </a:lnTo>
                <a:lnTo>
                  <a:pt x="9525" y="414338"/>
                </a:lnTo>
                <a:lnTo>
                  <a:pt x="4763" y="409575"/>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4763" y="276225"/>
                </a:lnTo>
                <a:lnTo>
                  <a:pt x="9525" y="271463"/>
                </a:lnTo>
                <a:lnTo>
                  <a:pt x="9525" y="261938"/>
                </a:lnTo>
                <a:lnTo>
                  <a:pt x="9525" y="252413"/>
                </a:lnTo>
                <a:lnTo>
                  <a:pt x="14288" y="247650"/>
                </a:lnTo>
                <a:lnTo>
                  <a:pt x="19050" y="242888"/>
                </a:lnTo>
                <a:lnTo>
                  <a:pt x="19050" y="233363"/>
                </a:lnTo>
                <a:lnTo>
                  <a:pt x="19050" y="223838"/>
                </a:lnTo>
                <a:lnTo>
                  <a:pt x="23813" y="219075"/>
                </a:lnTo>
                <a:lnTo>
                  <a:pt x="28575" y="214313"/>
                </a:lnTo>
                <a:lnTo>
                  <a:pt x="28575" y="204788"/>
                </a:lnTo>
                <a:lnTo>
                  <a:pt x="33338" y="200025"/>
                </a:lnTo>
                <a:lnTo>
                  <a:pt x="38100" y="195263"/>
                </a:lnTo>
                <a:lnTo>
                  <a:pt x="38100" y="185738"/>
                </a:lnTo>
                <a:lnTo>
                  <a:pt x="42863" y="180975"/>
                </a:lnTo>
                <a:lnTo>
                  <a:pt x="47625" y="176213"/>
                </a:lnTo>
                <a:lnTo>
                  <a:pt x="52388" y="171450"/>
                </a:lnTo>
                <a:lnTo>
                  <a:pt x="61913" y="171450"/>
                </a:lnTo>
                <a:lnTo>
                  <a:pt x="66675" y="176213"/>
                </a:lnTo>
                <a:lnTo>
                  <a:pt x="71438" y="180975"/>
                </a:lnTo>
                <a:lnTo>
                  <a:pt x="80963" y="180975"/>
                </a:lnTo>
                <a:lnTo>
                  <a:pt x="90488" y="180975"/>
                </a:lnTo>
                <a:lnTo>
                  <a:pt x="100013" y="180975"/>
                </a:lnTo>
                <a:lnTo>
                  <a:pt x="109538" y="180975"/>
                </a:lnTo>
                <a:lnTo>
                  <a:pt x="114300" y="185738"/>
                </a:lnTo>
                <a:lnTo>
                  <a:pt x="119063" y="190500"/>
                </a:lnTo>
                <a:lnTo>
                  <a:pt x="128588" y="190500"/>
                </a:lnTo>
                <a:lnTo>
                  <a:pt x="138113" y="190500"/>
                </a:lnTo>
                <a:lnTo>
                  <a:pt x="147638" y="190500"/>
                </a:lnTo>
                <a:lnTo>
                  <a:pt x="157163" y="190500"/>
                </a:lnTo>
                <a:lnTo>
                  <a:pt x="166688" y="190500"/>
                </a:lnTo>
                <a:lnTo>
                  <a:pt x="176213" y="190500"/>
                </a:lnTo>
                <a:lnTo>
                  <a:pt x="185738" y="190500"/>
                </a:lnTo>
                <a:lnTo>
                  <a:pt x="195263" y="190500"/>
                </a:lnTo>
                <a:lnTo>
                  <a:pt x="204788" y="190500"/>
                </a:lnTo>
                <a:lnTo>
                  <a:pt x="214313" y="190500"/>
                </a:lnTo>
                <a:lnTo>
                  <a:pt x="223838" y="190500"/>
                </a:lnTo>
                <a:lnTo>
                  <a:pt x="233363" y="190500"/>
                </a:lnTo>
                <a:lnTo>
                  <a:pt x="238125" y="195263"/>
                </a:lnTo>
                <a:lnTo>
                  <a:pt x="242888" y="200025"/>
                </a:lnTo>
                <a:lnTo>
                  <a:pt x="252413" y="200025"/>
                </a:lnTo>
                <a:lnTo>
                  <a:pt x="261938" y="200025"/>
                </a:lnTo>
                <a:lnTo>
                  <a:pt x="271463" y="200025"/>
                </a:lnTo>
                <a:lnTo>
                  <a:pt x="276225" y="195263"/>
                </a:lnTo>
                <a:lnTo>
                  <a:pt x="280988" y="190500"/>
                </a:lnTo>
                <a:lnTo>
                  <a:pt x="290513" y="190500"/>
                </a:lnTo>
                <a:lnTo>
                  <a:pt x="300038" y="190500"/>
                </a:lnTo>
                <a:lnTo>
                  <a:pt x="309563" y="190500"/>
                </a:lnTo>
                <a:lnTo>
                  <a:pt x="319088" y="190500"/>
                </a:lnTo>
                <a:lnTo>
                  <a:pt x="328613" y="190500"/>
                </a:lnTo>
                <a:lnTo>
                  <a:pt x="338138" y="190500"/>
                </a:lnTo>
                <a:lnTo>
                  <a:pt x="347663" y="190500"/>
                </a:lnTo>
                <a:lnTo>
                  <a:pt x="357188" y="190500"/>
                </a:lnTo>
                <a:lnTo>
                  <a:pt x="366713" y="190500"/>
                </a:lnTo>
                <a:lnTo>
                  <a:pt x="376238" y="190500"/>
                </a:lnTo>
                <a:lnTo>
                  <a:pt x="385763" y="190500"/>
                </a:lnTo>
                <a:lnTo>
                  <a:pt x="390525" y="185738"/>
                </a:lnTo>
                <a:lnTo>
                  <a:pt x="395288" y="180975"/>
                </a:lnTo>
                <a:lnTo>
                  <a:pt x="404813" y="180975"/>
                </a:lnTo>
                <a:lnTo>
                  <a:pt x="414338" y="180975"/>
                </a:lnTo>
                <a:lnTo>
                  <a:pt x="423863" y="180975"/>
                </a:lnTo>
                <a:lnTo>
                  <a:pt x="433388" y="180975"/>
                </a:lnTo>
                <a:lnTo>
                  <a:pt x="438150" y="176213"/>
                </a:lnTo>
                <a:lnTo>
                  <a:pt x="442913" y="171450"/>
                </a:lnTo>
                <a:lnTo>
                  <a:pt x="452438" y="171450"/>
                </a:lnTo>
                <a:lnTo>
                  <a:pt x="457200" y="166688"/>
                </a:lnTo>
                <a:lnTo>
                  <a:pt x="461963" y="161925"/>
                </a:lnTo>
                <a:lnTo>
                  <a:pt x="471488" y="161925"/>
                </a:lnTo>
                <a:lnTo>
                  <a:pt x="476250" y="157163"/>
                </a:lnTo>
                <a:lnTo>
                  <a:pt x="481013" y="152400"/>
                </a:lnTo>
                <a:lnTo>
                  <a:pt x="490538" y="152400"/>
                </a:lnTo>
                <a:lnTo>
                  <a:pt x="495300" y="147638"/>
                </a:lnTo>
                <a:lnTo>
                  <a:pt x="495300" y="138113"/>
                </a:lnTo>
                <a:lnTo>
                  <a:pt x="495300" y="128588"/>
                </a:lnTo>
                <a:lnTo>
                  <a:pt x="495300" y="119063"/>
                </a:lnTo>
                <a:lnTo>
                  <a:pt x="490538" y="114300"/>
                </a:lnTo>
                <a:lnTo>
                  <a:pt x="485775" y="109538"/>
                </a:lnTo>
                <a:lnTo>
                  <a:pt x="481013" y="104775"/>
                </a:lnTo>
                <a:lnTo>
                  <a:pt x="471488" y="104775"/>
                </a:lnTo>
                <a:lnTo>
                  <a:pt x="466725" y="100013"/>
                </a:lnTo>
                <a:lnTo>
                  <a:pt x="461963" y="95250"/>
                </a:lnTo>
                <a:lnTo>
                  <a:pt x="452438" y="95250"/>
                </a:lnTo>
                <a:lnTo>
                  <a:pt x="442913" y="95250"/>
                </a:lnTo>
                <a:lnTo>
                  <a:pt x="438150" y="90488"/>
                </a:lnTo>
                <a:lnTo>
                  <a:pt x="433388" y="85725"/>
                </a:lnTo>
                <a:lnTo>
                  <a:pt x="423863" y="85725"/>
                </a:lnTo>
                <a:lnTo>
                  <a:pt x="414338" y="85725"/>
                </a:lnTo>
                <a:lnTo>
                  <a:pt x="404813" y="85725"/>
                </a:lnTo>
                <a:lnTo>
                  <a:pt x="400050" y="80963"/>
                </a:lnTo>
                <a:lnTo>
                  <a:pt x="395288" y="76200"/>
                </a:lnTo>
                <a:lnTo>
                  <a:pt x="385763" y="76200"/>
                </a:lnTo>
                <a:lnTo>
                  <a:pt x="376238" y="76200"/>
                </a:lnTo>
                <a:lnTo>
                  <a:pt x="366713" y="76200"/>
                </a:lnTo>
                <a:lnTo>
                  <a:pt x="357188" y="76200"/>
                </a:lnTo>
                <a:lnTo>
                  <a:pt x="347663" y="76200"/>
                </a:lnTo>
                <a:lnTo>
                  <a:pt x="338138" y="76200"/>
                </a:lnTo>
                <a:lnTo>
                  <a:pt x="328613" y="76200"/>
                </a:lnTo>
                <a:lnTo>
                  <a:pt x="323850" y="71438"/>
                </a:lnTo>
                <a:lnTo>
                  <a:pt x="319088" y="66675"/>
                </a:lnTo>
                <a:lnTo>
                  <a:pt x="309563" y="66675"/>
                </a:lnTo>
                <a:lnTo>
                  <a:pt x="300038" y="66675"/>
                </a:lnTo>
                <a:lnTo>
                  <a:pt x="290513" y="66675"/>
                </a:lnTo>
                <a:lnTo>
                  <a:pt x="280988" y="66675"/>
                </a:lnTo>
                <a:lnTo>
                  <a:pt x="271463" y="66675"/>
                </a:lnTo>
                <a:lnTo>
                  <a:pt x="261938" y="66675"/>
                </a:lnTo>
                <a:lnTo>
                  <a:pt x="252413" y="66675"/>
                </a:lnTo>
                <a:lnTo>
                  <a:pt x="242888" y="66675"/>
                </a:lnTo>
                <a:lnTo>
                  <a:pt x="233363" y="66675"/>
                </a:lnTo>
                <a:lnTo>
                  <a:pt x="223838" y="66675"/>
                </a:lnTo>
                <a:lnTo>
                  <a:pt x="214313" y="66675"/>
                </a:lnTo>
                <a:lnTo>
                  <a:pt x="204788" y="66675"/>
                </a:lnTo>
                <a:lnTo>
                  <a:pt x="195263" y="66675"/>
                </a:lnTo>
                <a:lnTo>
                  <a:pt x="185738" y="66675"/>
                </a:lnTo>
                <a:lnTo>
                  <a:pt x="176213" y="66675"/>
                </a:lnTo>
                <a:lnTo>
                  <a:pt x="171450" y="71438"/>
                </a:lnTo>
                <a:lnTo>
                  <a:pt x="166688" y="76200"/>
                </a:lnTo>
                <a:lnTo>
                  <a:pt x="157163" y="76200"/>
                </a:lnTo>
                <a:lnTo>
                  <a:pt x="147638" y="76200"/>
                </a:lnTo>
                <a:lnTo>
                  <a:pt x="138113" y="76200"/>
                </a:lnTo>
                <a:lnTo>
                  <a:pt x="133350" y="71438"/>
                </a:lnTo>
                <a:lnTo>
                  <a:pt x="138113" y="66675"/>
                </a:lnTo>
                <a:lnTo>
                  <a:pt x="147638" y="66675"/>
                </a:lnTo>
                <a:lnTo>
                  <a:pt x="152400" y="61913"/>
                </a:lnTo>
                <a:lnTo>
                  <a:pt x="157163" y="57150"/>
                </a:lnTo>
                <a:lnTo>
                  <a:pt x="161925" y="52388"/>
                </a:lnTo>
                <a:lnTo>
                  <a:pt x="166688" y="47625"/>
                </a:lnTo>
                <a:lnTo>
                  <a:pt x="176213" y="47625"/>
                </a:lnTo>
                <a:lnTo>
                  <a:pt x="180975" y="42863"/>
                </a:lnTo>
                <a:lnTo>
                  <a:pt x="185738" y="38100"/>
                </a:lnTo>
                <a:lnTo>
                  <a:pt x="195263" y="38100"/>
                </a:lnTo>
                <a:lnTo>
                  <a:pt x="200025" y="33338"/>
                </a:lnTo>
                <a:lnTo>
                  <a:pt x="204788" y="28575"/>
                </a:lnTo>
                <a:lnTo>
                  <a:pt x="214313" y="28575"/>
                </a:lnTo>
                <a:lnTo>
                  <a:pt x="219075" y="23813"/>
                </a:lnTo>
                <a:lnTo>
                  <a:pt x="223838" y="19050"/>
                </a:lnTo>
                <a:lnTo>
                  <a:pt x="233363" y="19050"/>
                </a:lnTo>
                <a:lnTo>
                  <a:pt x="242888" y="19050"/>
                </a:lnTo>
                <a:lnTo>
                  <a:pt x="252413" y="19050"/>
                </a:lnTo>
                <a:lnTo>
                  <a:pt x="257175" y="14288"/>
                </a:lnTo>
                <a:lnTo>
                  <a:pt x="261938" y="9525"/>
                </a:lnTo>
                <a:lnTo>
                  <a:pt x="271463" y="9525"/>
                </a:lnTo>
                <a:lnTo>
                  <a:pt x="280988" y="9525"/>
                </a:lnTo>
                <a:lnTo>
                  <a:pt x="290513" y="9525"/>
                </a:lnTo>
                <a:lnTo>
                  <a:pt x="300038" y="9525"/>
                </a:lnTo>
                <a:lnTo>
                  <a:pt x="309563" y="9525"/>
                </a:lnTo>
                <a:lnTo>
                  <a:pt x="314325" y="4763"/>
                </a:lnTo>
                <a:close/>
              </a:path>
            </a:pathLst>
          </a:custGeom>
          <a:solidFill xmlns:a="http://schemas.openxmlformats.org/drawingml/2006/main">
            <a:srgbClr val="F7CB9E"/>
          </a:solidFill>
          <a:ln xmlns:a="http://schemas.openxmlformats.org/drawingml/2006/main" w="0">
            <a:noFill/>
            <a:prstDash val="solid"/>
          </a:ln>
        </p:spPr>
      </p:sp>
      <p:sp>
        <p:nvSpPr>
          <p:cNvPr id="747" name="layout-orange-101-2">
            <a:extLst xmlns:a="http://schemas.openxmlformats.org/drawingml/2006/main">
              <a:ext uri="{FF2B5EF4-FFF2-40B4-BE49-F238E27FC236}">
                <a16:creationId xmlns:a16="http://schemas.microsoft.com/office/drawing/2014/main" id="{C5F1DCBE-48C9-426D-95F0-11F72E4C04CE}"/>
              </a:ext>
            </a:extLst>
          </p:cNvPr>
          <p:cNvSpPr>
            <a:spLocks xmlns:a="http://schemas.openxmlformats.org/drawingml/2006/main" noGrp="1"/>
          </p:cNvSpPr>
          <p:nvPr/>
        </p:nvSpPr>
        <p:spPr>
          <a:xfrm xmlns:a="http://schemas.openxmlformats.org/drawingml/2006/main" rot="0">
            <a:off x="2209800" y="3552825"/>
            <a:ext cx="409575" cy="95250"/>
          </a:xfrm>
          <a:custGeom xmlns:a="http://schemas.openxmlformats.org/drawingml/2006/main">
            <a:pathLst>
              <a:path w="409575" h="95250">
                <a:moveTo>
                  <a:pt x="123825" y="4763"/>
                </a:moveTo>
                <a:lnTo>
                  <a:pt x="128588" y="0"/>
                </a:lnTo>
                <a:lnTo>
                  <a:pt x="138113" y="0"/>
                </a:lnTo>
                <a:lnTo>
                  <a:pt x="147638" y="0"/>
                </a:lnTo>
                <a:lnTo>
                  <a:pt x="157163" y="0"/>
                </a:lnTo>
                <a:lnTo>
                  <a:pt x="166688" y="0"/>
                </a:lnTo>
                <a:lnTo>
                  <a:pt x="171450" y="4763"/>
                </a:lnTo>
                <a:lnTo>
                  <a:pt x="166688" y="9525"/>
                </a:lnTo>
                <a:lnTo>
                  <a:pt x="161925" y="14288"/>
                </a:lnTo>
                <a:lnTo>
                  <a:pt x="157163" y="19050"/>
                </a:lnTo>
                <a:lnTo>
                  <a:pt x="152400" y="23813"/>
                </a:lnTo>
                <a:lnTo>
                  <a:pt x="152400" y="33338"/>
                </a:lnTo>
                <a:lnTo>
                  <a:pt x="152400" y="42863"/>
                </a:lnTo>
                <a:lnTo>
                  <a:pt x="152400" y="52388"/>
                </a:lnTo>
                <a:lnTo>
                  <a:pt x="152400" y="61913"/>
                </a:lnTo>
                <a:lnTo>
                  <a:pt x="157163" y="66675"/>
                </a:lnTo>
                <a:lnTo>
                  <a:pt x="161925" y="71438"/>
                </a:lnTo>
                <a:lnTo>
                  <a:pt x="166688" y="76200"/>
                </a:lnTo>
                <a:lnTo>
                  <a:pt x="176213" y="76200"/>
                </a:lnTo>
                <a:lnTo>
                  <a:pt x="180975" y="80963"/>
                </a:lnTo>
                <a:lnTo>
                  <a:pt x="185738" y="85725"/>
                </a:lnTo>
                <a:lnTo>
                  <a:pt x="195263" y="85725"/>
                </a:lnTo>
                <a:lnTo>
                  <a:pt x="200025" y="80963"/>
                </a:lnTo>
                <a:lnTo>
                  <a:pt x="204788" y="76200"/>
                </a:lnTo>
                <a:lnTo>
                  <a:pt x="214313" y="76200"/>
                </a:lnTo>
                <a:lnTo>
                  <a:pt x="223838" y="76200"/>
                </a:lnTo>
                <a:lnTo>
                  <a:pt x="228600" y="71438"/>
                </a:lnTo>
                <a:lnTo>
                  <a:pt x="228600" y="61913"/>
                </a:lnTo>
                <a:lnTo>
                  <a:pt x="233363" y="57150"/>
                </a:lnTo>
                <a:lnTo>
                  <a:pt x="238125" y="52388"/>
                </a:lnTo>
                <a:lnTo>
                  <a:pt x="238125" y="42863"/>
                </a:lnTo>
                <a:lnTo>
                  <a:pt x="238125" y="33338"/>
                </a:lnTo>
                <a:lnTo>
                  <a:pt x="238125" y="23813"/>
                </a:lnTo>
                <a:lnTo>
                  <a:pt x="233363" y="19050"/>
                </a:lnTo>
                <a:lnTo>
                  <a:pt x="228600" y="14288"/>
                </a:lnTo>
                <a:lnTo>
                  <a:pt x="223838" y="9525"/>
                </a:lnTo>
                <a:lnTo>
                  <a:pt x="219075" y="4763"/>
                </a:lnTo>
                <a:lnTo>
                  <a:pt x="223838" y="0"/>
                </a:lnTo>
                <a:lnTo>
                  <a:pt x="233363" y="0"/>
                </a:lnTo>
                <a:lnTo>
                  <a:pt x="242888" y="0"/>
                </a:lnTo>
                <a:lnTo>
                  <a:pt x="252413" y="0"/>
                </a:lnTo>
                <a:lnTo>
                  <a:pt x="257175" y="4763"/>
                </a:lnTo>
                <a:lnTo>
                  <a:pt x="261938" y="9525"/>
                </a:lnTo>
                <a:lnTo>
                  <a:pt x="271463" y="9525"/>
                </a:lnTo>
                <a:lnTo>
                  <a:pt x="280988" y="9525"/>
                </a:lnTo>
                <a:lnTo>
                  <a:pt x="290513" y="9525"/>
                </a:lnTo>
                <a:lnTo>
                  <a:pt x="300038" y="9525"/>
                </a:lnTo>
                <a:lnTo>
                  <a:pt x="309563" y="9525"/>
                </a:lnTo>
                <a:lnTo>
                  <a:pt x="319088" y="9525"/>
                </a:lnTo>
                <a:lnTo>
                  <a:pt x="328613" y="9525"/>
                </a:lnTo>
                <a:lnTo>
                  <a:pt x="333375" y="14288"/>
                </a:lnTo>
                <a:lnTo>
                  <a:pt x="338138" y="19050"/>
                </a:lnTo>
                <a:lnTo>
                  <a:pt x="347663" y="19050"/>
                </a:lnTo>
                <a:lnTo>
                  <a:pt x="357188" y="19050"/>
                </a:lnTo>
                <a:lnTo>
                  <a:pt x="366713" y="19050"/>
                </a:lnTo>
                <a:lnTo>
                  <a:pt x="371475" y="23813"/>
                </a:lnTo>
                <a:lnTo>
                  <a:pt x="376238" y="28575"/>
                </a:lnTo>
                <a:lnTo>
                  <a:pt x="385763" y="28575"/>
                </a:lnTo>
                <a:lnTo>
                  <a:pt x="395288" y="28575"/>
                </a:lnTo>
                <a:lnTo>
                  <a:pt x="400050" y="33338"/>
                </a:lnTo>
                <a:lnTo>
                  <a:pt x="404813" y="38100"/>
                </a:lnTo>
                <a:lnTo>
                  <a:pt x="409575" y="42863"/>
                </a:lnTo>
                <a:lnTo>
                  <a:pt x="409575" y="52388"/>
                </a:lnTo>
                <a:lnTo>
                  <a:pt x="404813" y="57150"/>
                </a:lnTo>
                <a:lnTo>
                  <a:pt x="395288" y="57150"/>
                </a:lnTo>
                <a:lnTo>
                  <a:pt x="390525" y="61913"/>
                </a:lnTo>
                <a:lnTo>
                  <a:pt x="385763" y="66675"/>
                </a:lnTo>
                <a:lnTo>
                  <a:pt x="376238" y="66675"/>
                </a:lnTo>
                <a:lnTo>
                  <a:pt x="371475" y="71438"/>
                </a:lnTo>
                <a:lnTo>
                  <a:pt x="366713" y="76200"/>
                </a:lnTo>
                <a:lnTo>
                  <a:pt x="357188" y="76200"/>
                </a:lnTo>
                <a:lnTo>
                  <a:pt x="347663" y="76200"/>
                </a:lnTo>
                <a:lnTo>
                  <a:pt x="338138" y="76200"/>
                </a:lnTo>
                <a:lnTo>
                  <a:pt x="328613" y="76200"/>
                </a:lnTo>
                <a:lnTo>
                  <a:pt x="323850" y="80963"/>
                </a:lnTo>
                <a:lnTo>
                  <a:pt x="319088" y="85725"/>
                </a:lnTo>
                <a:lnTo>
                  <a:pt x="309563" y="85725"/>
                </a:lnTo>
                <a:lnTo>
                  <a:pt x="300038" y="85725"/>
                </a:lnTo>
                <a:lnTo>
                  <a:pt x="290513" y="85725"/>
                </a:lnTo>
                <a:lnTo>
                  <a:pt x="280988" y="85725"/>
                </a:lnTo>
                <a:lnTo>
                  <a:pt x="271463" y="85725"/>
                </a:lnTo>
                <a:lnTo>
                  <a:pt x="261938" y="85725"/>
                </a:lnTo>
                <a:lnTo>
                  <a:pt x="252413" y="85725"/>
                </a:lnTo>
                <a:lnTo>
                  <a:pt x="242888" y="85725"/>
                </a:lnTo>
                <a:lnTo>
                  <a:pt x="238125" y="90488"/>
                </a:lnTo>
                <a:lnTo>
                  <a:pt x="233363" y="95250"/>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42875" y="90488"/>
                </a:lnTo>
                <a:lnTo>
                  <a:pt x="138113" y="85725"/>
                </a:lnTo>
                <a:lnTo>
                  <a:pt x="128588" y="85725"/>
                </a:lnTo>
                <a:lnTo>
                  <a:pt x="119063" y="85725"/>
                </a:lnTo>
                <a:lnTo>
                  <a:pt x="109538" y="85725"/>
                </a:lnTo>
                <a:lnTo>
                  <a:pt x="100013" y="85725"/>
                </a:lnTo>
                <a:lnTo>
                  <a:pt x="90488" y="85725"/>
                </a:lnTo>
                <a:lnTo>
                  <a:pt x="80963" y="85725"/>
                </a:lnTo>
                <a:lnTo>
                  <a:pt x="71438" y="85725"/>
                </a:lnTo>
                <a:lnTo>
                  <a:pt x="61913" y="85725"/>
                </a:lnTo>
                <a:lnTo>
                  <a:pt x="57150" y="80963"/>
                </a:lnTo>
                <a:lnTo>
                  <a:pt x="52388" y="76200"/>
                </a:lnTo>
                <a:lnTo>
                  <a:pt x="42863" y="76200"/>
                </a:lnTo>
                <a:lnTo>
                  <a:pt x="33338" y="76200"/>
                </a:lnTo>
                <a:lnTo>
                  <a:pt x="23813" y="76200"/>
                </a:lnTo>
                <a:lnTo>
                  <a:pt x="14288" y="76200"/>
                </a:lnTo>
                <a:lnTo>
                  <a:pt x="9525" y="71438"/>
                </a:lnTo>
                <a:lnTo>
                  <a:pt x="4763" y="66675"/>
                </a:lnTo>
                <a:lnTo>
                  <a:pt x="0" y="61913"/>
                </a:lnTo>
                <a:lnTo>
                  <a:pt x="0" y="52388"/>
                </a:lnTo>
                <a:lnTo>
                  <a:pt x="4763" y="47625"/>
                </a:lnTo>
                <a:lnTo>
                  <a:pt x="9525" y="42863"/>
                </a:lnTo>
                <a:lnTo>
                  <a:pt x="14288" y="38100"/>
                </a:lnTo>
                <a:lnTo>
                  <a:pt x="19050" y="33338"/>
                </a:lnTo>
                <a:lnTo>
                  <a:pt x="23813" y="28575"/>
                </a:lnTo>
                <a:lnTo>
                  <a:pt x="28575" y="23813"/>
                </a:lnTo>
                <a:lnTo>
                  <a:pt x="33338" y="19050"/>
                </a:lnTo>
                <a:lnTo>
                  <a:pt x="42863" y="19050"/>
                </a:lnTo>
                <a:lnTo>
                  <a:pt x="52388" y="19050"/>
                </a:lnTo>
                <a:lnTo>
                  <a:pt x="57150" y="14288"/>
                </a:lnTo>
                <a:lnTo>
                  <a:pt x="61913" y="9525"/>
                </a:lnTo>
                <a:lnTo>
                  <a:pt x="71438" y="9525"/>
                </a:lnTo>
                <a:lnTo>
                  <a:pt x="80963" y="9525"/>
                </a:lnTo>
                <a:lnTo>
                  <a:pt x="90488" y="9525"/>
                </a:lnTo>
                <a:lnTo>
                  <a:pt x="100013" y="9525"/>
                </a:lnTo>
                <a:lnTo>
                  <a:pt x="109538" y="9525"/>
                </a:lnTo>
                <a:lnTo>
                  <a:pt x="119063" y="9525"/>
                </a:lnTo>
                <a:lnTo>
                  <a:pt x="123825" y="4763"/>
                </a:lnTo>
                <a:close/>
              </a:path>
            </a:pathLst>
          </a:custGeom>
          <a:solidFill xmlns:a="http://schemas.openxmlformats.org/drawingml/2006/main">
            <a:srgbClr val="F7CB9E"/>
          </a:solidFill>
          <a:ln xmlns:a="http://schemas.openxmlformats.org/drawingml/2006/main" w="0">
            <a:noFill/>
            <a:prstDash val="solid"/>
          </a:ln>
        </p:spPr>
      </p:sp>
      <p:sp>
        <p:nvSpPr>
          <p:cNvPr id="748" name="layout-orange-101-3">
            <a:extLst xmlns:a="http://schemas.openxmlformats.org/drawingml/2006/main">
              <a:ext uri="{FF2B5EF4-FFF2-40B4-BE49-F238E27FC236}">
                <a16:creationId xmlns:a16="http://schemas.microsoft.com/office/drawing/2014/main" id="{05927475-6C6B-4DE8-AE35-2D23F08F7C29}"/>
              </a:ext>
            </a:extLst>
          </p:cNvPr>
          <p:cNvSpPr>
            <a:spLocks xmlns:a="http://schemas.openxmlformats.org/drawingml/2006/main" noGrp="1"/>
          </p:cNvSpPr>
          <p:nvPr/>
        </p:nvSpPr>
        <p:spPr>
          <a:xfrm xmlns:a="http://schemas.openxmlformats.org/drawingml/2006/main" rot="0">
            <a:off x="2371725" y="4152900"/>
            <a:ext cx="9525" cy="85725"/>
          </a:xfrm>
          <a:custGeom xmlns:a="http://schemas.openxmlformats.org/drawingml/2006/main">
            <a:pathLst>
              <a:path w="9525" h="857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4763" y="85725"/>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7CB9E"/>
          </a:solidFill>
          <a:ln xmlns:a="http://schemas.openxmlformats.org/drawingml/2006/main" w="0">
            <a:noFill/>
            <a:prstDash val="solid"/>
          </a:ln>
        </p:spPr>
      </p:sp>
      <p:sp>
        <p:nvSpPr>
          <p:cNvPr id="749" name="layout-orange-101-4">
            <a:extLst xmlns:a="http://schemas.openxmlformats.org/drawingml/2006/main">
              <a:ext uri="{FF2B5EF4-FFF2-40B4-BE49-F238E27FC236}">
                <a16:creationId xmlns:a16="http://schemas.microsoft.com/office/drawing/2014/main" id="{ECE80A7A-2A61-4E00-933E-173238E690EC}"/>
              </a:ext>
            </a:extLst>
          </p:cNvPr>
          <p:cNvSpPr>
            <a:spLocks xmlns:a="http://schemas.openxmlformats.org/drawingml/2006/main" noGrp="1"/>
          </p:cNvSpPr>
          <p:nvPr/>
        </p:nvSpPr>
        <p:spPr>
          <a:xfrm xmlns:a="http://schemas.openxmlformats.org/drawingml/2006/main" rot="0">
            <a:off x="2066925" y="4238625"/>
            <a:ext cx="190500" cy="9525"/>
          </a:xfrm>
          <a:custGeom xmlns:a="http://schemas.openxmlformats.org/drawingml/2006/main">
            <a:pathLst>
              <a:path w="1905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0500" y="4763"/>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F7CB9E"/>
          </a:solidFill>
          <a:ln xmlns:a="http://schemas.openxmlformats.org/drawingml/2006/main" w="0">
            <a:noFill/>
            <a:prstDash val="solid"/>
          </a:ln>
        </p:spPr>
      </p:sp>
      <p:sp>
        <p:nvSpPr>
          <p:cNvPr id="750" name="layout-orange-102-0">
            <a:extLst xmlns:a="http://schemas.openxmlformats.org/drawingml/2006/main">
              <a:ext uri="{FF2B5EF4-FFF2-40B4-BE49-F238E27FC236}">
                <a16:creationId xmlns:a16="http://schemas.microsoft.com/office/drawing/2014/main" id="{DE9AF9DB-1727-4DCA-84D8-56C9FB0A87D8}"/>
              </a:ext>
            </a:extLst>
          </p:cNvPr>
          <p:cNvSpPr>
            <a:spLocks xmlns:a="http://schemas.openxmlformats.org/drawingml/2006/main" noGrp="1"/>
          </p:cNvSpPr>
          <p:nvPr/>
        </p:nvSpPr>
        <p:spPr>
          <a:xfrm xmlns:a="http://schemas.openxmlformats.org/drawingml/2006/main" rot="0">
            <a:off x="3009900" y="3371850"/>
            <a:ext cx="9525" cy="428625"/>
          </a:xfrm>
          <a:custGeom xmlns:a="http://schemas.openxmlformats.org/drawingml/2006/main">
            <a:pathLst>
              <a:path w="9525" h="4286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4763" y="428625"/>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7CDA3"/>
          </a:solidFill>
          <a:ln xmlns:a="http://schemas.openxmlformats.org/drawingml/2006/main" w="0">
            <a:noFill/>
            <a:prstDash val="solid"/>
          </a:ln>
        </p:spPr>
      </p:sp>
      <p:sp>
        <p:nvSpPr>
          <p:cNvPr id="751" name="layout-orange-102-1">
            <a:extLst xmlns:a="http://schemas.openxmlformats.org/drawingml/2006/main">
              <a:ext uri="{FF2B5EF4-FFF2-40B4-BE49-F238E27FC236}">
                <a16:creationId xmlns:a16="http://schemas.microsoft.com/office/drawing/2014/main" id="{72CCCAE1-66D3-4C6E-A5F8-F0BE74F843F0}"/>
              </a:ext>
            </a:extLst>
          </p:cNvPr>
          <p:cNvSpPr>
            <a:spLocks xmlns:a="http://schemas.openxmlformats.org/drawingml/2006/main" noGrp="1"/>
          </p:cNvSpPr>
          <p:nvPr/>
        </p:nvSpPr>
        <p:spPr>
          <a:xfrm xmlns:a="http://schemas.openxmlformats.org/drawingml/2006/main" rot="0">
            <a:off x="2162175" y="3495675"/>
            <a:ext cx="714375" cy="609600"/>
          </a:xfrm>
          <a:custGeom xmlns:a="http://schemas.openxmlformats.org/drawingml/2006/main">
            <a:pathLst>
              <a:path w="714375" h="609600">
                <a:moveTo>
                  <a:pt x="266700" y="4763"/>
                </a:move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1475" y="4763"/>
                </a:lnTo>
                <a:lnTo>
                  <a:pt x="376238" y="9525"/>
                </a:lnTo>
                <a:lnTo>
                  <a:pt x="385763" y="9525"/>
                </a:lnTo>
                <a:lnTo>
                  <a:pt x="395288" y="9525"/>
                </a:lnTo>
                <a:lnTo>
                  <a:pt x="404813" y="9525"/>
                </a:lnTo>
                <a:lnTo>
                  <a:pt x="409575" y="14288"/>
                </a:lnTo>
                <a:lnTo>
                  <a:pt x="414338" y="19050"/>
                </a:lnTo>
                <a:lnTo>
                  <a:pt x="423863" y="19050"/>
                </a:lnTo>
                <a:lnTo>
                  <a:pt x="433388" y="19050"/>
                </a:lnTo>
                <a:lnTo>
                  <a:pt x="438150" y="23813"/>
                </a:lnTo>
                <a:lnTo>
                  <a:pt x="442913" y="28575"/>
                </a:lnTo>
                <a:lnTo>
                  <a:pt x="452438" y="28575"/>
                </a:lnTo>
                <a:lnTo>
                  <a:pt x="461963" y="28575"/>
                </a:lnTo>
                <a:lnTo>
                  <a:pt x="466725" y="33338"/>
                </a:lnTo>
                <a:lnTo>
                  <a:pt x="471488" y="38100"/>
                </a:lnTo>
                <a:lnTo>
                  <a:pt x="476250" y="42863"/>
                </a:lnTo>
                <a:lnTo>
                  <a:pt x="481013" y="47625"/>
                </a:lnTo>
                <a:lnTo>
                  <a:pt x="490538" y="47625"/>
                </a:lnTo>
                <a:lnTo>
                  <a:pt x="495300" y="52388"/>
                </a:lnTo>
                <a:lnTo>
                  <a:pt x="500063" y="57150"/>
                </a:lnTo>
                <a:lnTo>
                  <a:pt x="504825" y="61913"/>
                </a:lnTo>
                <a:lnTo>
                  <a:pt x="509588" y="66675"/>
                </a:lnTo>
                <a:lnTo>
                  <a:pt x="514350" y="71438"/>
                </a:lnTo>
                <a:lnTo>
                  <a:pt x="519113" y="76200"/>
                </a:lnTo>
                <a:lnTo>
                  <a:pt x="523875" y="80963"/>
                </a:lnTo>
                <a:lnTo>
                  <a:pt x="528638" y="85725"/>
                </a:lnTo>
                <a:lnTo>
                  <a:pt x="533400" y="90488"/>
                </a:lnTo>
                <a:lnTo>
                  <a:pt x="538163" y="95250"/>
                </a:lnTo>
                <a:lnTo>
                  <a:pt x="547688" y="95250"/>
                </a:lnTo>
                <a:lnTo>
                  <a:pt x="552450" y="100013"/>
                </a:lnTo>
                <a:lnTo>
                  <a:pt x="557213" y="104775"/>
                </a:lnTo>
                <a:lnTo>
                  <a:pt x="561975" y="109538"/>
                </a:lnTo>
                <a:lnTo>
                  <a:pt x="561975" y="119063"/>
                </a:lnTo>
                <a:lnTo>
                  <a:pt x="566738" y="123825"/>
                </a:lnTo>
                <a:lnTo>
                  <a:pt x="571500" y="128588"/>
                </a:lnTo>
                <a:lnTo>
                  <a:pt x="576263" y="133350"/>
                </a:lnTo>
                <a:lnTo>
                  <a:pt x="581025" y="138113"/>
                </a:lnTo>
                <a:lnTo>
                  <a:pt x="581025" y="147638"/>
                </a:lnTo>
                <a:lnTo>
                  <a:pt x="585788" y="152400"/>
                </a:lnTo>
                <a:lnTo>
                  <a:pt x="590550" y="157163"/>
                </a:lnTo>
                <a:lnTo>
                  <a:pt x="590550" y="166688"/>
                </a:lnTo>
                <a:lnTo>
                  <a:pt x="595313" y="171450"/>
                </a:lnTo>
                <a:lnTo>
                  <a:pt x="600075" y="176213"/>
                </a:lnTo>
                <a:lnTo>
                  <a:pt x="604838" y="180975"/>
                </a:lnTo>
                <a:lnTo>
                  <a:pt x="609600" y="185738"/>
                </a:lnTo>
                <a:lnTo>
                  <a:pt x="609600" y="195263"/>
                </a:lnTo>
                <a:lnTo>
                  <a:pt x="614363" y="200025"/>
                </a:lnTo>
                <a:lnTo>
                  <a:pt x="619125" y="204788"/>
                </a:lnTo>
                <a:lnTo>
                  <a:pt x="619125" y="214313"/>
                </a:lnTo>
                <a:lnTo>
                  <a:pt x="619125" y="223838"/>
                </a:lnTo>
                <a:lnTo>
                  <a:pt x="619125" y="233363"/>
                </a:lnTo>
                <a:lnTo>
                  <a:pt x="619125" y="242888"/>
                </a:lnTo>
                <a:lnTo>
                  <a:pt x="623888" y="247650"/>
                </a:lnTo>
                <a:lnTo>
                  <a:pt x="628650" y="252413"/>
                </a:lnTo>
                <a:lnTo>
                  <a:pt x="628650" y="261938"/>
                </a:lnTo>
                <a:lnTo>
                  <a:pt x="628650" y="271463"/>
                </a:lnTo>
                <a:lnTo>
                  <a:pt x="628650" y="280988"/>
                </a:lnTo>
                <a:lnTo>
                  <a:pt x="628650" y="290513"/>
                </a:lnTo>
                <a:lnTo>
                  <a:pt x="633413" y="295275"/>
                </a:lnTo>
                <a:lnTo>
                  <a:pt x="642938" y="295275"/>
                </a:lnTo>
                <a:lnTo>
                  <a:pt x="652463" y="295275"/>
                </a:lnTo>
                <a:lnTo>
                  <a:pt x="661988" y="295275"/>
                </a:lnTo>
                <a:lnTo>
                  <a:pt x="671513" y="295275"/>
                </a:lnTo>
                <a:lnTo>
                  <a:pt x="681038" y="295275"/>
                </a:lnTo>
                <a:lnTo>
                  <a:pt x="690563" y="295275"/>
                </a:lnTo>
                <a:lnTo>
                  <a:pt x="700088" y="295275"/>
                </a:lnTo>
                <a:lnTo>
                  <a:pt x="709613" y="295275"/>
                </a:lnTo>
                <a:lnTo>
                  <a:pt x="714375" y="300038"/>
                </a:lnTo>
                <a:lnTo>
                  <a:pt x="709613" y="304800"/>
                </a:lnTo>
                <a:lnTo>
                  <a:pt x="700088" y="304800"/>
                </a:lnTo>
                <a:lnTo>
                  <a:pt x="690563" y="304800"/>
                </a:lnTo>
                <a:lnTo>
                  <a:pt x="681038" y="304800"/>
                </a:lnTo>
                <a:lnTo>
                  <a:pt x="671513" y="304800"/>
                </a:lnTo>
                <a:lnTo>
                  <a:pt x="661988" y="304800"/>
                </a:lnTo>
                <a:lnTo>
                  <a:pt x="652463" y="304800"/>
                </a:lnTo>
                <a:lnTo>
                  <a:pt x="642938" y="304800"/>
                </a:lnTo>
                <a:lnTo>
                  <a:pt x="633413" y="304800"/>
                </a:lnTo>
                <a:lnTo>
                  <a:pt x="623888" y="304800"/>
                </a:lnTo>
                <a:lnTo>
                  <a:pt x="614363" y="304800"/>
                </a:lnTo>
                <a:lnTo>
                  <a:pt x="604838" y="304800"/>
                </a:lnTo>
                <a:lnTo>
                  <a:pt x="595313" y="304800"/>
                </a:lnTo>
                <a:lnTo>
                  <a:pt x="585788" y="304800"/>
                </a:lnTo>
                <a:lnTo>
                  <a:pt x="576263" y="304800"/>
                </a:lnTo>
                <a:lnTo>
                  <a:pt x="566738" y="304800"/>
                </a:lnTo>
                <a:lnTo>
                  <a:pt x="557213" y="304800"/>
                </a:lnTo>
                <a:lnTo>
                  <a:pt x="547688" y="304800"/>
                </a:lnTo>
                <a:lnTo>
                  <a:pt x="538163" y="304800"/>
                </a:lnTo>
                <a:lnTo>
                  <a:pt x="528638" y="304800"/>
                </a:lnTo>
                <a:lnTo>
                  <a:pt x="519113" y="304800"/>
                </a:lnTo>
                <a:lnTo>
                  <a:pt x="509588" y="304800"/>
                </a:lnTo>
                <a:lnTo>
                  <a:pt x="500063" y="304800"/>
                </a:lnTo>
                <a:lnTo>
                  <a:pt x="490538" y="304800"/>
                </a:lnTo>
                <a:lnTo>
                  <a:pt x="481013" y="304800"/>
                </a:lnTo>
                <a:lnTo>
                  <a:pt x="471488" y="304800"/>
                </a:lnTo>
                <a:lnTo>
                  <a:pt x="461963" y="304800"/>
                </a:lnTo>
                <a:lnTo>
                  <a:pt x="452438" y="304800"/>
                </a:lnTo>
                <a:lnTo>
                  <a:pt x="442913" y="304800"/>
                </a:lnTo>
                <a:lnTo>
                  <a:pt x="433388" y="304800"/>
                </a:lnTo>
                <a:lnTo>
                  <a:pt x="423863" y="304800"/>
                </a:lnTo>
                <a:lnTo>
                  <a:pt x="414338" y="304800"/>
                </a:lnTo>
                <a:lnTo>
                  <a:pt x="404813" y="304800"/>
                </a:lnTo>
                <a:lnTo>
                  <a:pt x="395288" y="304800"/>
                </a:lnTo>
                <a:lnTo>
                  <a:pt x="385763" y="304800"/>
                </a:lnTo>
                <a:lnTo>
                  <a:pt x="376238" y="304800"/>
                </a:lnTo>
                <a:lnTo>
                  <a:pt x="366713" y="304800"/>
                </a:lnTo>
                <a:lnTo>
                  <a:pt x="357188" y="304800"/>
                </a:lnTo>
                <a:lnTo>
                  <a:pt x="347663" y="304800"/>
                </a:lnTo>
                <a:lnTo>
                  <a:pt x="338138" y="304800"/>
                </a:lnTo>
                <a:lnTo>
                  <a:pt x="328613" y="304800"/>
                </a:lnTo>
                <a:lnTo>
                  <a:pt x="319088" y="304800"/>
                </a:lnTo>
                <a:lnTo>
                  <a:pt x="309563" y="304800"/>
                </a:lnTo>
                <a:lnTo>
                  <a:pt x="300038" y="304800"/>
                </a:lnTo>
                <a:lnTo>
                  <a:pt x="290513" y="304800"/>
                </a:lnTo>
                <a:lnTo>
                  <a:pt x="280988" y="304800"/>
                </a:lnTo>
                <a:lnTo>
                  <a:pt x="271463" y="304800"/>
                </a:lnTo>
                <a:lnTo>
                  <a:pt x="261938" y="304800"/>
                </a:lnTo>
                <a:lnTo>
                  <a:pt x="252413" y="304800"/>
                </a:lnTo>
                <a:lnTo>
                  <a:pt x="242888" y="304800"/>
                </a:lnTo>
                <a:lnTo>
                  <a:pt x="233363" y="304800"/>
                </a:lnTo>
                <a:lnTo>
                  <a:pt x="223838" y="304800"/>
                </a:lnTo>
                <a:lnTo>
                  <a:pt x="214313" y="304800"/>
                </a:lnTo>
                <a:lnTo>
                  <a:pt x="209550" y="309563"/>
                </a:lnTo>
                <a:lnTo>
                  <a:pt x="209550" y="319088"/>
                </a:lnTo>
                <a:lnTo>
                  <a:pt x="209550" y="328613"/>
                </a:lnTo>
                <a:lnTo>
                  <a:pt x="209550" y="338138"/>
                </a:lnTo>
                <a:lnTo>
                  <a:pt x="209550" y="347663"/>
                </a:lnTo>
                <a:lnTo>
                  <a:pt x="209550" y="357188"/>
                </a:lnTo>
                <a:lnTo>
                  <a:pt x="209550" y="366713"/>
                </a:lnTo>
                <a:lnTo>
                  <a:pt x="209550" y="376238"/>
                </a:lnTo>
                <a:lnTo>
                  <a:pt x="209550" y="385763"/>
                </a:lnTo>
                <a:lnTo>
                  <a:pt x="209550" y="395288"/>
                </a:lnTo>
                <a:lnTo>
                  <a:pt x="209550" y="404813"/>
                </a:lnTo>
                <a:lnTo>
                  <a:pt x="209550" y="414338"/>
                </a:lnTo>
                <a:lnTo>
                  <a:pt x="209550" y="423863"/>
                </a:lnTo>
                <a:lnTo>
                  <a:pt x="209550" y="433388"/>
                </a:lnTo>
                <a:lnTo>
                  <a:pt x="209550" y="442913"/>
                </a:lnTo>
                <a:lnTo>
                  <a:pt x="209550" y="452438"/>
                </a:lnTo>
                <a:lnTo>
                  <a:pt x="209550" y="461963"/>
                </a:lnTo>
                <a:lnTo>
                  <a:pt x="209550" y="471488"/>
                </a:lnTo>
                <a:lnTo>
                  <a:pt x="209550" y="481013"/>
                </a:lnTo>
                <a:lnTo>
                  <a:pt x="209550" y="490538"/>
                </a:lnTo>
                <a:lnTo>
                  <a:pt x="209550" y="500063"/>
                </a:lnTo>
                <a:lnTo>
                  <a:pt x="209550" y="509588"/>
                </a:lnTo>
                <a:lnTo>
                  <a:pt x="209550" y="519113"/>
                </a:lnTo>
                <a:lnTo>
                  <a:pt x="209550" y="528638"/>
                </a:lnTo>
                <a:lnTo>
                  <a:pt x="209550" y="538163"/>
                </a:lnTo>
                <a:lnTo>
                  <a:pt x="209550" y="547688"/>
                </a:lnTo>
                <a:lnTo>
                  <a:pt x="209550" y="557213"/>
                </a:lnTo>
                <a:lnTo>
                  <a:pt x="209550" y="566738"/>
                </a:lnTo>
                <a:lnTo>
                  <a:pt x="209550" y="576263"/>
                </a:lnTo>
                <a:lnTo>
                  <a:pt x="209550" y="585788"/>
                </a:lnTo>
                <a:lnTo>
                  <a:pt x="209550" y="595313"/>
                </a:lnTo>
                <a:lnTo>
                  <a:pt x="209550" y="604838"/>
                </a:lnTo>
                <a:lnTo>
                  <a:pt x="204788" y="609600"/>
                </a:lnTo>
                <a:lnTo>
                  <a:pt x="200025" y="604838"/>
                </a:lnTo>
                <a:lnTo>
                  <a:pt x="195263" y="600075"/>
                </a:lnTo>
                <a:lnTo>
                  <a:pt x="185738" y="600075"/>
                </a:lnTo>
                <a:lnTo>
                  <a:pt x="176213" y="600075"/>
                </a:lnTo>
                <a:lnTo>
                  <a:pt x="171450" y="595313"/>
                </a:lnTo>
                <a:lnTo>
                  <a:pt x="166688" y="590550"/>
                </a:lnTo>
                <a:lnTo>
                  <a:pt x="161925" y="585788"/>
                </a:lnTo>
                <a:lnTo>
                  <a:pt x="157163" y="581025"/>
                </a:lnTo>
                <a:lnTo>
                  <a:pt x="147638" y="581025"/>
                </a:lnTo>
                <a:lnTo>
                  <a:pt x="142875" y="576263"/>
                </a:lnTo>
                <a:lnTo>
                  <a:pt x="138113" y="571500"/>
                </a:lnTo>
                <a:lnTo>
                  <a:pt x="133350" y="566738"/>
                </a:lnTo>
                <a:lnTo>
                  <a:pt x="128588" y="561975"/>
                </a:lnTo>
                <a:lnTo>
                  <a:pt x="123825" y="557213"/>
                </a:lnTo>
                <a:lnTo>
                  <a:pt x="119063" y="552450"/>
                </a:lnTo>
                <a:lnTo>
                  <a:pt x="114300" y="547688"/>
                </a:lnTo>
                <a:lnTo>
                  <a:pt x="109538" y="542925"/>
                </a:lnTo>
                <a:lnTo>
                  <a:pt x="100013" y="542925"/>
                </a:lnTo>
                <a:lnTo>
                  <a:pt x="95250" y="538163"/>
                </a:lnTo>
                <a:lnTo>
                  <a:pt x="90488" y="533400"/>
                </a:lnTo>
                <a:lnTo>
                  <a:pt x="85725" y="528638"/>
                </a:lnTo>
                <a:lnTo>
                  <a:pt x="80963" y="523875"/>
                </a:lnTo>
                <a:lnTo>
                  <a:pt x="76200" y="519113"/>
                </a:lnTo>
                <a:lnTo>
                  <a:pt x="76200" y="509588"/>
                </a:lnTo>
                <a:lnTo>
                  <a:pt x="71438" y="504825"/>
                </a:lnTo>
                <a:lnTo>
                  <a:pt x="66675" y="500063"/>
                </a:lnTo>
                <a:lnTo>
                  <a:pt x="61913" y="495300"/>
                </a:lnTo>
                <a:lnTo>
                  <a:pt x="57150" y="490538"/>
                </a:lnTo>
                <a:lnTo>
                  <a:pt x="57150" y="481013"/>
                </a:lnTo>
                <a:lnTo>
                  <a:pt x="52388" y="476250"/>
                </a:lnTo>
                <a:lnTo>
                  <a:pt x="47625" y="471488"/>
                </a:lnTo>
                <a:lnTo>
                  <a:pt x="42863" y="466725"/>
                </a:lnTo>
                <a:lnTo>
                  <a:pt x="38100" y="461963"/>
                </a:lnTo>
                <a:lnTo>
                  <a:pt x="38100" y="452438"/>
                </a:lnTo>
                <a:lnTo>
                  <a:pt x="33338" y="447675"/>
                </a:lnTo>
                <a:lnTo>
                  <a:pt x="28575" y="442913"/>
                </a:lnTo>
                <a:lnTo>
                  <a:pt x="28575" y="433388"/>
                </a:lnTo>
                <a:lnTo>
                  <a:pt x="23813" y="428625"/>
                </a:lnTo>
                <a:lnTo>
                  <a:pt x="19050" y="423863"/>
                </a:lnTo>
                <a:lnTo>
                  <a:pt x="19050" y="414338"/>
                </a:lnTo>
                <a:lnTo>
                  <a:pt x="19050" y="404813"/>
                </a:lnTo>
                <a:lnTo>
                  <a:pt x="14288" y="400050"/>
                </a:lnTo>
                <a:lnTo>
                  <a:pt x="9525" y="395288"/>
                </a:lnTo>
                <a:lnTo>
                  <a:pt x="9525" y="385763"/>
                </a:lnTo>
                <a:lnTo>
                  <a:pt x="9525" y="376238"/>
                </a:lnTo>
                <a:lnTo>
                  <a:pt x="9525" y="366713"/>
                </a:lnTo>
                <a:lnTo>
                  <a:pt x="9525" y="357188"/>
                </a:lnTo>
                <a:lnTo>
                  <a:pt x="9525" y="347663"/>
                </a:lnTo>
                <a:lnTo>
                  <a:pt x="4763" y="342900"/>
                </a:lnTo>
                <a:lnTo>
                  <a:pt x="0" y="338138"/>
                </a:lnTo>
                <a:lnTo>
                  <a:pt x="0" y="328613"/>
                </a:lnTo>
                <a:lnTo>
                  <a:pt x="4763" y="323850"/>
                </a:lnTo>
                <a:lnTo>
                  <a:pt x="9525" y="319088"/>
                </a:lnTo>
                <a:lnTo>
                  <a:pt x="4763" y="314325"/>
                </a:lnTo>
                <a:lnTo>
                  <a:pt x="0" y="309563"/>
                </a:lnTo>
                <a:lnTo>
                  <a:pt x="0" y="300038"/>
                </a:lnTo>
                <a:lnTo>
                  <a:pt x="4763" y="295275"/>
                </a:lnTo>
                <a:lnTo>
                  <a:pt x="9525" y="290513"/>
                </a:lnTo>
                <a:lnTo>
                  <a:pt x="9525" y="280988"/>
                </a:lnTo>
                <a:lnTo>
                  <a:pt x="9525" y="271463"/>
                </a:lnTo>
                <a:lnTo>
                  <a:pt x="9525" y="261938"/>
                </a:lnTo>
                <a:lnTo>
                  <a:pt x="9525" y="252413"/>
                </a:lnTo>
                <a:lnTo>
                  <a:pt x="9525" y="242888"/>
                </a:lnTo>
                <a:lnTo>
                  <a:pt x="14288" y="238125"/>
                </a:lnTo>
                <a:lnTo>
                  <a:pt x="19050" y="233363"/>
                </a:lnTo>
                <a:lnTo>
                  <a:pt x="14288" y="228600"/>
                </a:lnTo>
                <a:lnTo>
                  <a:pt x="9525" y="223838"/>
                </a:lnTo>
                <a:lnTo>
                  <a:pt x="14288" y="219075"/>
                </a:lnTo>
                <a:lnTo>
                  <a:pt x="19050" y="214313"/>
                </a:lnTo>
                <a:lnTo>
                  <a:pt x="19050" y="204788"/>
                </a:lnTo>
                <a:lnTo>
                  <a:pt x="23813" y="200025"/>
                </a:lnTo>
                <a:lnTo>
                  <a:pt x="28575" y="195263"/>
                </a:lnTo>
                <a:lnTo>
                  <a:pt x="28575" y="185738"/>
                </a:lnTo>
                <a:lnTo>
                  <a:pt x="33338" y="180975"/>
                </a:lnTo>
                <a:lnTo>
                  <a:pt x="38100" y="176213"/>
                </a:lnTo>
                <a:lnTo>
                  <a:pt x="42863" y="171450"/>
                </a:lnTo>
                <a:lnTo>
                  <a:pt x="47625" y="166688"/>
                </a:lnTo>
                <a:lnTo>
                  <a:pt x="47625" y="157163"/>
                </a:lnTo>
                <a:lnTo>
                  <a:pt x="52388" y="152400"/>
                </a:lnTo>
                <a:lnTo>
                  <a:pt x="61913" y="152400"/>
                </a:lnTo>
                <a:lnTo>
                  <a:pt x="71438" y="152400"/>
                </a:lnTo>
                <a:lnTo>
                  <a:pt x="80963" y="152400"/>
                </a:lnTo>
                <a:lnTo>
                  <a:pt x="90488" y="152400"/>
                </a:lnTo>
                <a:lnTo>
                  <a:pt x="95250" y="157163"/>
                </a:lnTo>
                <a:lnTo>
                  <a:pt x="100013" y="161925"/>
                </a:lnTo>
                <a:lnTo>
                  <a:pt x="109538" y="161925"/>
                </a:lnTo>
                <a:lnTo>
                  <a:pt x="119063" y="161925"/>
                </a:lnTo>
                <a:lnTo>
                  <a:pt x="128588" y="161925"/>
                </a:lnTo>
                <a:lnTo>
                  <a:pt x="138113" y="161925"/>
                </a:lnTo>
                <a:lnTo>
                  <a:pt x="147638" y="161925"/>
                </a:lnTo>
                <a:lnTo>
                  <a:pt x="157163" y="161925"/>
                </a:lnTo>
                <a:lnTo>
                  <a:pt x="166688" y="161925"/>
                </a:lnTo>
                <a:lnTo>
                  <a:pt x="176213" y="161925"/>
                </a:lnTo>
                <a:lnTo>
                  <a:pt x="185738" y="161925"/>
                </a:lnTo>
                <a:lnTo>
                  <a:pt x="195263" y="161925"/>
                </a:lnTo>
                <a:lnTo>
                  <a:pt x="204788" y="161925"/>
                </a:lnTo>
                <a:lnTo>
                  <a:pt x="209550" y="166688"/>
                </a:lnTo>
                <a:lnTo>
                  <a:pt x="214313" y="171450"/>
                </a:lnTo>
                <a:lnTo>
                  <a:pt x="223838" y="171450"/>
                </a:lnTo>
                <a:lnTo>
                  <a:pt x="233363" y="171450"/>
                </a:lnTo>
                <a:lnTo>
                  <a:pt x="242888" y="171450"/>
                </a:lnTo>
                <a:lnTo>
                  <a:pt x="252413" y="171450"/>
                </a:lnTo>
                <a:lnTo>
                  <a:pt x="257175" y="166688"/>
                </a:lnTo>
                <a:lnTo>
                  <a:pt x="261938" y="161925"/>
                </a:lnTo>
                <a:lnTo>
                  <a:pt x="271463" y="161925"/>
                </a:lnTo>
                <a:lnTo>
                  <a:pt x="280988" y="161925"/>
                </a:lnTo>
                <a:lnTo>
                  <a:pt x="290513" y="161925"/>
                </a:lnTo>
                <a:lnTo>
                  <a:pt x="300038" y="161925"/>
                </a:lnTo>
                <a:lnTo>
                  <a:pt x="309563" y="161925"/>
                </a:lnTo>
                <a:lnTo>
                  <a:pt x="319088" y="161925"/>
                </a:lnTo>
                <a:lnTo>
                  <a:pt x="328613" y="161925"/>
                </a:lnTo>
                <a:lnTo>
                  <a:pt x="338138" y="161925"/>
                </a:lnTo>
                <a:lnTo>
                  <a:pt x="347663" y="161925"/>
                </a:lnTo>
                <a:lnTo>
                  <a:pt x="357188" y="161925"/>
                </a:lnTo>
                <a:lnTo>
                  <a:pt x="366713" y="161925"/>
                </a:lnTo>
                <a:lnTo>
                  <a:pt x="371475" y="157163"/>
                </a:lnTo>
                <a:lnTo>
                  <a:pt x="376238" y="152400"/>
                </a:lnTo>
                <a:lnTo>
                  <a:pt x="385763" y="152400"/>
                </a:lnTo>
                <a:lnTo>
                  <a:pt x="395288" y="152400"/>
                </a:lnTo>
                <a:lnTo>
                  <a:pt x="404813" y="152400"/>
                </a:lnTo>
                <a:lnTo>
                  <a:pt x="414338" y="152400"/>
                </a:lnTo>
                <a:lnTo>
                  <a:pt x="419100" y="147638"/>
                </a:lnTo>
                <a:lnTo>
                  <a:pt x="423863" y="142875"/>
                </a:lnTo>
                <a:lnTo>
                  <a:pt x="433388" y="142875"/>
                </a:lnTo>
                <a:lnTo>
                  <a:pt x="442913" y="142875"/>
                </a:lnTo>
                <a:lnTo>
                  <a:pt x="447675" y="138113"/>
                </a:lnTo>
                <a:lnTo>
                  <a:pt x="452438" y="133350"/>
                </a:lnTo>
                <a:lnTo>
                  <a:pt x="457200" y="128588"/>
                </a:lnTo>
                <a:lnTo>
                  <a:pt x="461963" y="123825"/>
                </a:lnTo>
                <a:lnTo>
                  <a:pt x="471488" y="123825"/>
                </a:lnTo>
                <a:lnTo>
                  <a:pt x="476250" y="119063"/>
                </a:lnTo>
                <a:lnTo>
                  <a:pt x="476250" y="109538"/>
                </a:lnTo>
                <a:lnTo>
                  <a:pt x="476250" y="100013"/>
                </a:lnTo>
                <a:lnTo>
                  <a:pt x="476250" y="90488"/>
                </a:lnTo>
                <a:lnTo>
                  <a:pt x="471488" y="85725"/>
                </a:lnTo>
                <a:lnTo>
                  <a:pt x="466725" y="80963"/>
                </a:lnTo>
                <a:lnTo>
                  <a:pt x="461963" y="76200"/>
                </a:lnTo>
                <a:lnTo>
                  <a:pt x="452438" y="76200"/>
                </a:lnTo>
                <a:lnTo>
                  <a:pt x="447675" y="71438"/>
                </a:lnTo>
                <a:lnTo>
                  <a:pt x="442913" y="66675"/>
                </a:lnTo>
                <a:lnTo>
                  <a:pt x="433388" y="66675"/>
                </a:lnTo>
                <a:lnTo>
                  <a:pt x="428625" y="61913"/>
                </a:lnTo>
                <a:lnTo>
                  <a:pt x="423863" y="57150"/>
                </a:lnTo>
                <a:lnTo>
                  <a:pt x="414338" y="57150"/>
                </a:lnTo>
                <a:lnTo>
                  <a:pt x="404813" y="57150"/>
                </a:lnTo>
                <a:lnTo>
                  <a:pt x="395288" y="57150"/>
                </a:lnTo>
                <a:lnTo>
                  <a:pt x="385763" y="57150"/>
                </a:lnTo>
                <a:lnTo>
                  <a:pt x="381000" y="52388"/>
                </a:lnTo>
                <a:lnTo>
                  <a:pt x="376238" y="47625"/>
                </a:lnTo>
                <a:lnTo>
                  <a:pt x="366713" y="47625"/>
                </a:lnTo>
                <a:lnTo>
                  <a:pt x="357188" y="47625"/>
                </a:lnTo>
                <a:lnTo>
                  <a:pt x="347663" y="47625"/>
                </a:lnTo>
                <a:lnTo>
                  <a:pt x="338138" y="47625"/>
                </a:lnTo>
                <a:lnTo>
                  <a:pt x="328613" y="47625"/>
                </a:lnTo>
                <a:lnTo>
                  <a:pt x="319088" y="47625"/>
                </a:lnTo>
                <a:lnTo>
                  <a:pt x="314325" y="42863"/>
                </a:lnTo>
                <a:lnTo>
                  <a:pt x="309563" y="38100"/>
                </a:lnTo>
                <a:lnTo>
                  <a:pt x="300038" y="38100"/>
                </a:lnTo>
                <a:lnTo>
                  <a:pt x="290513" y="38100"/>
                </a:lnTo>
                <a:lnTo>
                  <a:pt x="280988" y="38100"/>
                </a:lnTo>
                <a:lnTo>
                  <a:pt x="271463" y="38100"/>
                </a:lnTo>
                <a:lnTo>
                  <a:pt x="261938" y="38100"/>
                </a:lnTo>
                <a:lnTo>
                  <a:pt x="252413" y="38100"/>
                </a:lnTo>
                <a:lnTo>
                  <a:pt x="242888" y="38100"/>
                </a:lnTo>
                <a:lnTo>
                  <a:pt x="233363" y="38100"/>
                </a:lnTo>
                <a:lnTo>
                  <a:pt x="223838" y="38100"/>
                </a:lnTo>
                <a:lnTo>
                  <a:pt x="214313" y="38100"/>
                </a:lnTo>
                <a:lnTo>
                  <a:pt x="204788" y="38100"/>
                </a:lnTo>
                <a:lnTo>
                  <a:pt x="195263" y="38100"/>
                </a:lnTo>
                <a:lnTo>
                  <a:pt x="185738" y="38100"/>
                </a:lnTo>
                <a:lnTo>
                  <a:pt x="176213" y="38100"/>
                </a:lnTo>
                <a:lnTo>
                  <a:pt x="171450" y="33338"/>
                </a:lnTo>
                <a:lnTo>
                  <a:pt x="176213" y="28575"/>
                </a:lnTo>
                <a:lnTo>
                  <a:pt x="185738" y="28575"/>
                </a:lnTo>
                <a:lnTo>
                  <a:pt x="195263" y="28575"/>
                </a:lnTo>
                <a:lnTo>
                  <a:pt x="200025" y="23813"/>
                </a:lnTo>
                <a:lnTo>
                  <a:pt x="204788" y="19050"/>
                </a:lnTo>
                <a:lnTo>
                  <a:pt x="214313" y="19050"/>
                </a:lnTo>
                <a:lnTo>
                  <a:pt x="223838" y="19050"/>
                </a:lnTo>
                <a:lnTo>
                  <a:pt x="228600" y="14288"/>
                </a:lnTo>
                <a:lnTo>
                  <a:pt x="233363" y="9525"/>
                </a:lnTo>
                <a:lnTo>
                  <a:pt x="242888" y="9525"/>
                </a:lnTo>
                <a:lnTo>
                  <a:pt x="252413" y="9525"/>
                </a:lnTo>
                <a:lnTo>
                  <a:pt x="261938" y="9525"/>
                </a:lnTo>
                <a:lnTo>
                  <a:pt x="266700" y="4763"/>
                </a:lnTo>
                <a:close/>
              </a:path>
            </a:pathLst>
          </a:custGeom>
          <a:solidFill xmlns:a="http://schemas.openxmlformats.org/drawingml/2006/main">
            <a:srgbClr val="F7CDA3"/>
          </a:solidFill>
          <a:ln xmlns:a="http://schemas.openxmlformats.org/drawingml/2006/main" w="0">
            <a:noFill/>
            <a:prstDash val="solid"/>
          </a:ln>
        </p:spPr>
      </p:sp>
      <p:sp>
        <p:nvSpPr>
          <p:cNvPr id="752" name="layout-orange-102-2">
            <a:extLst xmlns:a="http://schemas.openxmlformats.org/drawingml/2006/main">
              <a:ext uri="{FF2B5EF4-FFF2-40B4-BE49-F238E27FC236}">
                <a16:creationId xmlns:a16="http://schemas.microsoft.com/office/drawing/2014/main" id="{CCB85438-34B1-4349-8BD6-C80B6ADCD368}"/>
              </a:ext>
            </a:extLst>
          </p:cNvPr>
          <p:cNvSpPr>
            <a:spLocks xmlns:a="http://schemas.openxmlformats.org/drawingml/2006/main" noGrp="1"/>
          </p:cNvSpPr>
          <p:nvPr/>
        </p:nvSpPr>
        <p:spPr>
          <a:xfrm xmlns:a="http://schemas.openxmlformats.org/drawingml/2006/main" rot="0">
            <a:off x="2228850" y="3552825"/>
            <a:ext cx="390525" cy="95250"/>
          </a:xfrm>
          <a:custGeom xmlns:a="http://schemas.openxmlformats.org/drawingml/2006/main">
            <a:pathLst>
              <a:path w="390525" h="95250">
                <a:moveTo>
                  <a:pt x="114300" y="4763"/>
                </a:moveTo>
                <a:lnTo>
                  <a:pt x="119063" y="0"/>
                </a:lnTo>
                <a:lnTo>
                  <a:pt x="128588" y="0"/>
                </a:lnTo>
                <a:lnTo>
                  <a:pt x="138113" y="0"/>
                </a:lnTo>
                <a:lnTo>
                  <a:pt x="147638" y="0"/>
                </a:lnTo>
                <a:lnTo>
                  <a:pt x="152400" y="4763"/>
                </a:lnTo>
                <a:lnTo>
                  <a:pt x="147638" y="9525"/>
                </a:lnTo>
                <a:lnTo>
                  <a:pt x="138113" y="9525"/>
                </a:lnTo>
                <a:lnTo>
                  <a:pt x="133350" y="14288"/>
                </a:lnTo>
                <a:lnTo>
                  <a:pt x="133350" y="23813"/>
                </a:lnTo>
                <a:lnTo>
                  <a:pt x="133350" y="33338"/>
                </a:lnTo>
                <a:lnTo>
                  <a:pt x="133350" y="42863"/>
                </a:lnTo>
                <a:lnTo>
                  <a:pt x="133350" y="52388"/>
                </a:lnTo>
                <a:lnTo>
                  <a:pt x="133350" y="61913"/>
                </a:lnTo>
                <a:lnTo>
                  <a:pt x="138113" y="66675"/>
                </a:lnTo>
                <a:lnTo>
                  <a:pt x="142875" y="71438"/>
                </a:lnTo>
                <a:lnTo>
                  <a:pt x="147638" y="76200"/>
                </a:lnTo>
                <a:lnTo>
                  <a:pt x="157163" y="76200"/>
                </a:lnTo>
                <a:lnTo>
                  <a:pt x="161925" y="80963"/>
                </a:lnTo>
                <a:lnTo>
                  <a:pt x="166688" y="85725"/>
                </a:lnTo>
                <a:lnTo>
                  <a:pt x="176213" y="85725"/>
                </a:lnTo>
                <a:lnTo>
                  <a:pt x="180975" y="80963"/>
                </a:lnTo>
                <a:lnTo>
                  <a:pt x="185738" y="76200"/>
                </a:lnTo>
                <a:lnTo>
                  <a:pt x="195263" y="76200"/>
                </a:lnTo>
                <a:lnTo>
                  <a:pt x="204788" y="76200"/>
                </a:lnTo>
                <a:lnTo>
                  <a:pt x="209550" y="71438"/>
                </a:lnTo>
                <a:lnTo>
                  <a:pt x="209550" y="61913"/>
                </a:lnTo>
                <a:lnTo>
                  <a:pt x="214313" y="57150"/>
                </a:lnTo>
                <a:lnTo>
                  <a:pt x="219075" y="52388"/>
                </a:lnTo>
                <a:lnTo>
                  <a:pt x="219075" y="42863"/>
                </a:lnTo>
                <a:lnTo>
                  <a:pt x="219075" y="33338"/>
                </a:lnTo>
                <a:lnTo>
                  <a:pt x="219075" y="23813"/>
                </a:lnTo>
                <a:lnTo>
                  <a:pt x="214313" y="19050"/>
                </a:lnTo>
                <a:lnTo>
                  <a:pt x="209550" y="14288"/>
                </a:lnTo>
                <a:lnTo>
                  <a:pt x="204788" y="9525"/>
                </a:lnTo>
                <a:lnTo>
                  <a:pt x="200025" y="4763"/>
                </a:lnTo>
                <a:lnTo>
                  <a:pt x="204788" y="0"/>
                </a:lnTo>
                <a:lnTo>
                  <a:pt x="214313" y="0"/>
                </a:lnTo>
                <a:lnTo>
                  <a:pt x="223838" y="0"/>
                </a:lnTo>
                <a:lnTo>
                  <a:pt x="233363" y="0"/>
                </a:lnTo>
                <a:lnTo>
                  <a:pt x="238125" y="4763"/>
                </a:lnTo>
                <a:lnTo>
                  <a:pt x="242888" y="9525"/>
                </a:lnTo>
                <a:lnTo>
                  <a:pt x="252413" y="9525"/>
                </a:lnTo>
                <a:lnTo>
                  <a:pt x="261938" y="9525"/>
                </a:lnTo>
                <a:lnTo>
                  <a:pt x="271463" y="9525"/>
                </a:lnTo>
                <a:lnTo>
                  <a:pt x="280988" y="9525"/>
                </a:lnTo>
                <a:lnTo>
                  <a:pt x="290513" y="9525"/>
                </a:lnTo>
                <a:lnTo>
                  <a:pt x="300038" y="9525"/>
                </a:lnTo>
                <a:lnTo>
                  <a:pt x="309563" y="9525"/>
                </a:lnTo>
                <a:lnTo>
                  <a:pt x="314325" y="14288"/>
                </a:lnTo>
                <a:lnTo>
                  <a:pt x="319088" y="19050"/>
                </a:lnTo>
                <a:lnTo>
                  <a:pt x="328613" y="19050"/>
                </a:lnTo>
                <a:lnTo>
                  <a:pt x="338138" y="19050"/>
                </a:lnTo>
                <a:lnTo>
                  <a:pt x="347663" y="19050"/>
                </a:lnTo>
                <a:lnTo>
                  <a:pt x="352425" y="23813"/>
                </a:lnTo>
                <a:lnTo>
                  <a:pt x="357188" y="28575"/>
                </a:lnTo>
                <a:lnTo>
                  <a:pt x="366713" y="28575"/>
                </a:lnTo>
                <a:lnTo>
                  <a:pt x="371475" y="33338"/>
                </a:lnTo>
                <a:lnTo>
                  <a:pt x="376238" y="38100"/>
                </a:lnTo>
                <a:lnTo>
                  <a:pt x="385763" y="38100"/>
                </a:lnTo>
                <a:lnTo>
                  <a:pt x="390525" y="42863"/>
                </a:lnTo>
                <a:lnTo>
                  <a:pt x="390525" y="52388"/>
                </a:lnTo>
                <a:lnTo>
                  <a:pt x="385763" y="57150"/>
                </a:lnTo>
                <a:lnTo>
                  <a:pt x="376238" y="57150"/>
                </a:lnTo>
                <a:lnTo>
                  <a:pt x="371475" y="61913"/>
                </a:lnTo>
                <a:lnTo>
                  <a:pt x="366713" y="66675"/>
                </a:lnTo>
                <a:lnTo>
                  <a:pt x="357188" y="66675"/>
                </a:lnTo>
                <a:lnTo>
                  <a:pt x="352425" y="71438"/>
                </a:lnTo>
                <a:lnTo>
                  <a:pt x="347663" y="76200"/>
                </a:lnTo>
                <a:lnTo>
                  <a:pt x="338138" y="76200"/>
                </a:lnTo>
                <a:lnTo>
                  <a:pt x="328613" y="76200"/>
                </a:lnTo>
                <a:lnTo>
                  <a:pt x="319088" y="76200"/>
                </a:lnTo>
                <a:lnTo>
                  <a:pt x="309563" y="76200"/>
                </a:lnTo>
                <a:lnTo>
                  <a:pt x="304800" y="80963"/>
                </a:lnTo>
                <a:lnTo>
                  <a:pt x="300038" y="85725"/>
                </a:lnTo>
                <a:lnTo>
                  <a:pt x="290513" y="85725"/>
                </a:lnTo>
                <a:lnTo>
                  <a:pt x="280988" y="85725"/>
                </a:lnTo>
                <a:lnTo>
                  <a:pt x="271463" y="85725"/>
                </a:lnTo>
                <a:lnTo>
                  <a:pt x="261938" y="85725"/>
                </a:lnTo>
                <a:lnTo>
                  <a:pt x="252413" y="85725"/>
                </a:lnTo>
                <a:lnTo>
                  <a:pt x="242888" y="85725"/>
                </a:lnTo>
                <a:lnTo>
                  <a:pt x="233363" y="85725"/>
                </a:lnTo>
                <a:lnTo>
                  <a:pt x="223838" y="85725"/>
                </a:lnTo>
                <a:lnTo>
                  <a:pt x="219075" y="90488"/>
                </a:lnTo>
                <a:lnTo>
                  <a:pt x="214313" y="95250"/>
                </a:lnTo>
                <a:lnTo>
                  <a:pt x="204788" y="95250"/>
                </a:lnTo>
                <a:lnTo>
                  <a:pt x="195263" y="95250"/>
                </a:lnTo>
                <a:lnTo>
                  <a:pt x="185738" y="95250"/>
                </a:lnTo>
                <a:lnTo>
                  <a:pt x="176213" y="95250"/>
                </a:lnTo>
                <a:lnTo>
                  <a:pt x="166688" y="95250"/>
                </a:lnTo>
                <a:lnTo>
                  <a:pt x="157163" y="95250"/>
                </a:lnTo>
                <a:lnTo>
                  <a:pt x="147638" y="95250"/>
                </a:lnTo>
                <a:lnTo>
                  <a:pt x="138113" y="95250"/>
                </a:lnTo>
                <a:lnTo>
                  <a:pt x="133350" y="90488"/>
                </a:lnTo>
                <a:lnTo>
                  <a:pt x="128588" y="85725"/>
                </a:lnTo>
                <a:lnTo>
                  <a:pt x="119063" y="85725"/>
                </a:lnTo>
                <a:lnTo>
                  <a:pt x="109538" y="85725"/>
                </a:lnTo>
                <a:lnTo>
                  <a:pt x="100013" y="85725"/>
                </a:lnTo>
                <a:lnTo>
                  <a:pt x="90488" y="85725"/>
                </a:lnTo>
                <a:lnTo>
                  <a:pt x="80963" y="85725"/>
                </a:lnTo>
                <a:lnTo>
                  <a:pt x="71438" y="85725"/>
                </a:lnTo>
                <a:lnTo>
                  <a:pt x="61913" y="85725"/>
                </a:lnTo>
                <a:lnTo>
                  <a:pt x="52388" y="85725"/>
                </a:lnTo>
                <a:lnTo>
                  <a:pt x="42863" y="85725"/>
                </a:lnTo>
                <a:lnTo>
                  <a:pt x="38100" y="80963"/>
                </a:lnTo>
                <a:lnTo>
                  <a:pt x="33338" y="76200"/>
                </a:lnTo>
                <a:lnTo>
                  <a:pt x="23813" y="76200"/>
                </a:lnTo>
                <a:lnTo>
                  <a:pt x="14288" y="76200"/>
                </a:lnTo>
                <a:lnTo>
                  <a:pt x="4763" y="76200"/>
                </a:lnTo>
                <a:lnTo>
                  <a:pt x="0" y="71438"/>
                </a:lnTo>
                <a:lnTo>
                  <a:pt x="4763" y="66675"/>
                </a:lnTo>
                <a:lnTo>
                  <a:pt x="9525" y="61913"/>
                </a:lnTo>
                <a:lnTo>
                  <a:pt x="9525" y="52388"/>
                </a:lnTo>
                <a:lnTo>
                  <a:pt x="14288" y="47625"/>
                </a:lnTo>
                <a:lnTo>
                  <a:pt x="19050" y="42863"/>
                </a:lnTo>
                <a:lnTo>
                  <a:pt x="23813" y="38100"/>
                </a:lnTo>
                <a:lnTo>
                  <a:pt x="28575" y="33338"/>
                </a:lnTo>
                <a:lnTo>
                  <a:pt x="33338" y="28575"/>
                </a:lnTo>
                <a:lnTo>
                  <a:pt x="42863" y="28575"/>
                </a:lnTo>
                <a:lnTo>
                  <a:pt x="47625" y="23813"/>
                </a:lnTo>
                <a:lnTo>
                  <a:pt x="52388" y="19050"/>
                </a:lnTo>
                <a:lnTo>
                  <a:pt x="57150" y="14288"/>
                </a:lnTo>
                <a:lnTo>
                  <a:pt x="61913" y="9525"/>
                </a:lnTo>
                <a:lnTo>
                  <a:pt x="71438" y="9525"/>
                </a:lnTo>
                <a:lnTo>
                  <a:pt x="80963" y="9525"/>
                </a:lnTo>
                <a:lnTo>
                  <a:pt x="90488" y="9525"/>
                </a:lnTo>
                <a:lnTo>
                  <a:pt x="100013" y="9525"/>
                </a:lnTo>
                <a:lnTo>
                  <a:pt x="109538" y="9525"/>
                </a:lnTo>
                <a:lnTo>
                  <a:pt x="114300" y="4763"/>
                </a:lnTo>
                <a:close/>
              </a:path>
            </a:pathLst>
          </a:custGeom>
          <a:solidFill xmlns:a="http://schemas.openxmlformats.org/drawingml/2006/main">
            <a:srgbClr val="F7CDA3"/>
          </a:solidFill>
          <a:ln xmlns:a="http://schemas.openxmlformats.org/drawingml/2006/main" w="0">
            <a:noFill/>
            <a:prstDash val="solid"/>
          </a:ln>
        </p:spPr>
      </p:sp>
      <p:sp>
        <p:nvSpPr>
          <p:cNvPr id="753" name="layout-orange-102-3">
            <a:extLst xmlns:a="http://schemas.openxmlformats.org/drawingml/2006/main">
              <a:ext uri="{FF2B5EF4-FFF2-40B4-BE49-F238E27FC236}">
                <a16:creationId xmlns:a16="http://schemas.microsoft.com/office/drawing/2014/main" id="{C9C47861-F795-4898-9FBF-ADD09EC02222}"/>
              </a:ext>
            </a:extLst>
          </p:cNvPr>
          <p:cNvSpPr>
            <a:spLocks xmlns:a="http://schemas.openxmlformats.org/drawingml/2006/main" noGrp="1"/>
          </p:cNvSpPr>
          <p:nvPr/>
        </p:nvSpPr>
        <p:spPr>
          <a:xfrm xmlns:a="http://schemas.openxmlformats.org/drawingml/2006/main" rot="0">
            <a:off x="2371725" y="4152900"/>
            <a:ext cx="9525" cy="85725"/>
          </a:xfrm>
          <a:custGeom xmlns:a="http://schemas.openxmlformats.org/drawingml/2006/main">
            <a:pathLst>
              <a:path w="9525" h="857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4763" y="85725"/>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7CDA3"/>
          </a:solidFill>
          <a:ln xmlns:a="http://schemas.openxmlformats.org/drawingml/2006/main" w="0">
            <a:noFill/>
            <a:prstDash val="solid"/>
          </a:ln>
        </p:spPr>
      </p:sp>
      <p:sp>
        <p:nvSpPr>
          <p:cNvPr id="754" name="layout-orange-102-4">
            <a:extLst xmlns:a="http://schemas.openxmlformats.org/drawingml/2006/main">
              <a:ext uri="{FF2B5EF4-FFF2-40B4-BE49-F238E27FC236}">
                <a16:creationId xmlns:a16="http://schemas.microsoft.com/office/drawing/2014/main" id="{AAD62700-8EAF-4AEE-AF90-E43932E9DCD0}"/>
              </a:ext>
            </a:extLst>
          </p:cNvPr>
          <p:cNvSpPr>
            <a:spLocks xmlns:a="http://schemas.openxmlformats.org/drawingml/2006/main" noGrp="1"/>
          </p:cNvSpPr>
          <p:nvPr/>
        </p:nvSpPr>
        <p:spPr>
          <a:xfrm xmlns:a="http://schemas.openxmlformats.org/drawingml/2006/main" rot="0">
            <a:off x="2085975" y="4238625"/>
            <a:ext cx="171450" cy="9525"/>
          </a:xfrm>
          <a:custGeom xmlns:a="http://schemas.openxmlformats.org/drawingml/2006/main">
            <a:pathLst>
              <a:path w="17145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1450" y="4763"/>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F7CDA3"/>
          </a:solidFill>
          <a:ln xmlns:a="http://schemas.openxmlformats.org/drawingml/2006/main" w="0">
            <a:noFill/>
            <a:prstDash val="solid"/>
          </a:ln>
        </p:spPr>
      </p:sp>
      <p:sp>
        <p:nvSpPr>
          <p:cNvPr id="755" name="layout-orange-103-0">
            <a:extLst xmlns:a="http://schemas.openxmlformats.org/drawingml/2006/main">
              <a:ext uri="{FF2B5EF4-FFF2-40B4-BE49-F238E27FC236}">
                <a16:creationId xmlns:a16="http://schemas.microsoft.com/office/drawing/2014/main" id="{A59D927F-CFCE-4FFD-9A88-2FB2F9334706}"/>
              </a:ext>
            </a:extLst>
          </p:cNvPr>
          <p:cNvSpPr>
            <a:spLocks xmlns:a="http://schemas.openxmlformats.org/drawingml/2006/main" noGrp="1"/>
          </p:cNvSpPr>
          <p:nvPr/>
        </p:nvSpPr>
        <p:spPr>
          <a:xfrm xmlns:a="http://schemas.openxmlformats.org/drawingml/2006/main" rot="0">
            <a:off x="3009900" y="3371850"/>
            <a:ext cx="9525" cy="428625"/>
          </a:xfrm>
          <a:custGeom xmlns:a="http://schemas.openxmlformats.org/drawingml/2006/main">
            <a:pathLst>
              <a:path w="9525" h="4286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4763" y="428625"/>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8CFA6"/>
          </a:solidFill>
          <a:ln xmlns:a="http://schemas.openxmlformats.org/drawingml/2006/main" w="0">
            <a:noFill/>
            <a:prstDash val="solid"/>
          </a:ln>
        </p:spPr>
      </p:sp>
      <p:sp>
        <p:nvSpPr>
          <p:cNvPr id="756" name="layout-orange-103-1">
            <a:extLst xmlns:a="http://schemas.openxmlformats.org/drawingml/2006/main">
              <a:ext uri="{FF2B5EF4-FFF2-40B4-BE49-F238E27FC236}">
                <a16:creationId xmlns:a16="http://schemas.microsoft.com/office/drawing/2014/main" id="{1E135714-6A02-4FBD-AEDF-805D6F34CE74}"/>
              </a:ext>
            </a:extLst>
          </p:cNvPr>
          <p:cNvSpPr>
            <a:spLocks xmlns:a="http://schemas.openxmlformats.org/drawingml/2006/main" noGrp="1"/>
          </p:cNvSpPr>
          <p:nvPr/>
        </p:nvSpPr>
        <p:spPr>
          <a:xfrm xmlns:a="http://schemas.openxmlformats.org/drawingml/2006/main" rot="0">
            <a:off x="2181225" y="3514725"/>
            <a:ext cx="676275" cy="571500"/>
          </a:xfrm>
          <a:custGeom xmlns:a="http://schemas.openxmlformats.org/drawingml/2006/main">
            <a:pathLst>
              <a:path w="676275" h="571500">
                <a:moveTo>
                  <a:pt x="247650" y="4763"/>
                </a:move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2425" y="4763"/>
                </a:lnTo>
                <a:lnTo>
                  <a:pt x="357188" y="9525"/>
                </a:lnTo>
                <a:lnTo>
                  <a:pt x="366713" y="9525"/>
                </a:lnTo>
                <a:lnTo>
                  <a:pt x="376238" y="9525"/>
                </a:lnTo>
                <a:lnTo>
                  <a:pt x="385763" y="9525"/>
                </a:lnTo>
                <a:lnTo>
                  <a:pt x="390525" y="14288"/>
                </a:lnTo>
                <a:lnTo>
                  <a:pt x="395288" y="19050"/>
                </a:lnTo>
                <a:lnTo>
                  <a:pt x="404813" y="19050"/>
                </a:lnTo>
                <a:lnTo>
                  <a:pt x="414338" y="19050"/>
                </a:lnTo>
                <a:lnTo>
                  <a:pt x="419100" y="23813"/>
                </a:lnTo>
                <a:lnTo>
                  <a:pt x="423863" y="28575"/>
                </a:lnTo>
                <a:lnTo>
                  <a:pt x="433388" y="28575"/>
                </a:lnTo>
                <a:lnTo>
                  <a:pt x="438150" y="33338"/>
                </a:lnTo>
                <a:lnTo>
                  <a:pt x="442913" y="38100"/>
                </a:lnTo>
                <a:lnTo>
                  <a:pt x="447675" y="42863"/>
                </a:lnTo>
                <a:lnTo>
                  <a:pt x="452438" y="47625"/>
                </a:lnTo>
                <a:lnTo>
                  <a:pt x="461963" y="47625"/>
                </a:lnTo>
                <a:lnTo>
                  <a:pt x="466725" y="52388"/>
                </a:lnTo>
                <a:lnTo>
                  <a:pt x="471488" y="57150"/>
                </a:lnTo>
                <a:lnTo>
                  <a:pt x="476250" y="61913"/>
                </a:lnTo>
                <a:lnTo>
                  <a:pt x="481013" y="66675"/>
                </a:lnTo>
                <a:lnTo>
                  <a:pt x="485775" y="71438"/>
                </a:lnTo>
                <a:lnTo>
                  <a:pt x="490538" y="76200"/>
                </a:lnTo>
                <a:lnTo>
                  <a:pt x="495300" y="80963"/>
                </a:lnTo>
                <a:lnTo>
                  <a:pt x="500063" y="85725"/>
                </a:lnTo>
                <a:lnTo>
                  <a:pt x="509588" y="85725"/>
                </a:lnTo>
                <a:lnTo>
                  <a:pt x="514350" y="90488"/>
                </a:lnTo>
                <a:lnTo>
                  <a:pt x="514350" y="100013"/>
                </a:lnTo>
                <a:lnTo>
                  <a:pt x="519113" y="104775"/>
                </a:lnTo>
                <a:lnTo>
                  <a:pt x="523875" y="109538"/>
                </a:lnTo>
                <a:lnTo>
                  <a:pt x="528638" y="114300"/>
                </a:lnTo>
                <a:lnTo>
                  <a:pt x="533400" y="119063"/>
                </a:lnTo>
                <a:lnTo>
                  <a:pt x="538163" y="123825"/>
                </a:lnTo>
                <a:lnTo>
                  <a:pt x="542925" y="128588"/>
                </a:lnTo>
                <a:lnTo>
                  <a:pt x="547688" y="133350"/>
                </a:lnTo>
                <a:lnTo>
                  <a:pt x="552450" y="138113"/>
                </a:lnTo>
                <a:lnTo>
                  <a:pt x="552450" y="147638"/>
                </a:lnTo>
                <a:lnTo>
                  <a:pt x="557213" y="152400"/>
                </a:lnTo>
                <a:lnTo>
                  <a:pt x="561975" y="157163"/>
                </a:lnTo>
                <a:lnTo>
                  <a:pt x="561975" y="166688"/>
                </a:lnTo>
                <a:lnTo>
                  <a:pt x="566738" y="171450"/>
                </a:lnTo>
                <a:lnTo>
                  <a:pt x="571500" y="176213"/>
                </a:lnTo>
                <a:lnTo>
                  <a:pt x="571500" y="185738"/>
                </a:lnTo>
                <a:lnTo>
                  <a:pt x="576263" y="190500"/>
                </a:lnTo>
                <a:lnTo>
                  <a:pt x="581025" y="195263"/>
                </a:lnTo>
                <a:lnTo>
                  <a:pt x="581025" y="204788"/>
                </a:lnTo>
                <a:lnTo>
                  <a:pt x="581025" y="214313"/>
                </a:lnTo>
                <a:lnTo>
                  <a:pt x="581025" y="223838"/>
                </a:lnTo>
                <a:lnTo>
                  <a:pt x="585788" y="228600"/>
                </a:lnTo>
                <a:lnTo>
                  <a:pt x="590550" y="233363"/>
                </a:lnTo>
                <a:lnTo>
                  <a:pt x="590550" y="242888"/>
                </a:lnTo>
                <a:lnTo>
                  <a:pt x="590550" y="252413"/>
                </a:lnTo>
                <a:lnTo>
                  <a:pt x="590550" y="261938"/>
                </a:lnTo>
                <a:lnTo>
                  <a:pt x="590550" y="271463"/>
                </a:lnTo>
                <a:lnTo>
                  <a:pt x="595313" y="276225"/>
                </a:lnTo>
                <a:lnTo>
                  <a:pt x="604838" y="276225"/>
                </a:lnTo>
                <a:lnTo>
                  <a:pt x="614363" y="276225"/>
                </a:lnTo>
                <a:lnTo>
                  <a:pt x="623888" y="276225"/>
                </a:lnTo>
                <a:lnTo>
                  <a:pt x="633413" y="276225"/>
                </a:lnTo>
                <a:lnTo>
                  <a:pt x="642938" y="276225"/>
                </a:lnTo>
                <a:lnTo>
                  <a:pt x="652463" y="276225"/>
                </a:lnTo>
                <a:lnTo>
                  <a:pt x="661988" y="276225"/>
                </a:lnTo>
                <a:lnTo>
                  <a:pt x="671513" y="276225"/>
                </a:lnTo>
                <a:lnTo>
                  <a:pt x="676275" y="280988"/>
                </a:lnTo>
                <a:lnTo>
                  <a:pt x="671513" y="285750"/>
                </a:lnTo>
                <a:lnTo>
                  <a:pt x="661988" y="285750"/>
                </a:lnTo>
                <a:lnTo>
                  <a:pt x="652463" y="285750"/>
                </a:lnTo>
                <a:lnTo>
                  <a:pt x="642938" y="285750"/>
                </a:lnTo>
                <a:lnTo>
                  <a:pt x="633413" y="285750"/>
                </a:lnTo>
                <a:lnTo>
                  <a:pt x="623888" y="285750"/>
                </a:lnTo>
                <a:lnTo>
                  <a:pt x="614363" y="285750"/>
                </a:lnTo>
                <a:lnTo>
                  <a:pt x="604838" y="285750"/>
                </a:lnTo>
                <a:lnTo>
                  <a:pt x="595313" y="285750"/>
                </a:lnTo>
                <a:lnTo>
                  <a:pt x="585788" y="285750"/>
                </a:lnTo>
                <a:lnTo>
                  <a:pt x="576263" y="285750"/>
                </a:lnTo>
                <a:lnTo>
                  <a:pt x="566738" y="285750"/>
                </a:lnTo>
                <a:lnTo>
                  <a:pt x="557213" y="285750"/>
                </a:lnTo>
                <a:lnTo>
                  <a:pt x="547688" y="285750"/>
                </a:lnTo>
                <a:lnTo>
                  <a:pt x="538163" y="285750"/>
                </a:lnTo>
                <a:lnTo>
                  <a:pt x="528638" y="285750"/>
                </a:lnTo>
                <a:lnTo>
                  <a:pt x="519113" y="285750"/>
                </a:lnTo>
                <a:lnTo>
                  <a:pt x="509588" y="285750"/>
                </a:lnTo>
                <a:lnTo>
                  <a:pt x="500063" y="285750"/>
                </a:lnTo>
                <a:lnTo>
                  <a:pt x="490538" y="285750"/>
                </a:lnTo>
                <a:lnTo>
                  <a:pt x="481013" y="285750"/>
                </a:lnTo>
                <a:lnTo>
                  <a:pt x="471488" y="285750"/>
                </a:lnTo>
                <a:lnTo>
                  <a:pt x="461963" y="285750"/>
                </a:lnTo>
                <a:lnTo>
                  <a:pt x="452438" y="285750"/>
                </a:lnTo>
                <a:lnTo>
                  <a:pt x="442913" y="285750"/>
                </a:lnTo>
                <a:lnTo>
                  <a:pt x="433388" y="285750"/>
                </a:lnTo>
                <a:lnTo>
                  <a:pt x="423863" y="285750"/>
                </a:lnTo>
                <a:lnTo>
                  <a:pt x="414338" y="285750"/>
                </a:lnTo>
                <a:lnTo>
                  <a:pt x="404813" y="285750"/>
                </a:lnTo>
                <a:lnTo>
                  <a:pt x="395288" y="285750"/>
                </a:lnTo>
                <a:lnTo>
                  <a:pt x="385763" y="285750"/>
                </a:lnTo>
                <a:lnTo>
                  <a:pt x="376238" y="285750"/>
                </a:lnTo>
                <a:lnTo>
                  <a:pt x="366713" y="285750"/>
                </a:lnTo>
                <a:lnTo>
                  <a:pt x="357188" y="285750"/>
                </a:lnTo>
                <a:lnTo>
                  <a:pt x="347663" y="285750"/>
                </a:lnTo>
                <a:lnTo>
                  <a:pt x="338138" y="285750"/>
                </a:lnTo>
                <a:lnTo>
                  <a:pt x="328613" y="285750"/>
                </a:lnTo>
                <a:lnTo>
                  <a:pt x="319088" y="285750"/>
                </a:lnTo>
                <a:lnTo>
                  <a:pt x="309563" y="285750"/>
                </a:lnTo>
                <a:lnTo>
                  <a:pt x="300038" y="285750"/>
                </a:lnTo>
                <a:lnTo>
                  <a:pt x="290513" y="285750"/>
                </a:lnTo>
                <a:lnTo>
                  <a:pt x="280988" y="285750"/>
                </a:lnTo>
                <a:lnTo>
                  <a:pt x="271463" y="285750"/>
                </a:lnTo>
                <a:lnTo>
                  <a:pt x="261938" y="285750"/>
                </a:lnTo>
                <a:lnTo>
                  <a:pt x="252413" y="285750"/>
                </a:lnTo>
                <a:lnTo>
                  <a:pt x="242888" y="285750"/>
                </a:lnTo>
                <a:lnTo>
                  <a:pt x="233363" y="285750"/>
                </a:lnTo>
                <a:lnTo>
                  <a:pt x="223838" y="285750"/>
                </a:lnTo>
                <a:lnTo>
                  <a:pt x="214313" y="285750"/>
                </a:lnTo>
                <a:lnTo>
                  <a:pt x="204788" y="285750"/>
                </a:lnTo>
                <a:lnTo>
                  <a:pt x="195263" y="285750"/>
                </a:lnTo>
                <a:lnTo>
                  <a:pt x="190500" y="290513"/>
                </a:lnTo>
                <a:lnTo>
                  <a:pt x="190500" y="300038"/>
                </a:lnTo>
                <a:lnTo>
                  <a:pt x="190500" y="309563"/>
                </a:lnTo>
                <a:lnTo>
                  <a:pt x="190500" y="319088"/>
                </a:lnTo>
                <a:lnTo>
                  <a:pt x="190500" y="328613"/>
                </a:lnTo>
                <a:lnTo>
                  <a:pt x="190500" y="338138"/>
                </a:lnTo>
                <a:lnTo>
                  <a:pt x="190500" y="347663"/>
                </a:lnTo>
                <a:lnTo>
                  <a:pt x="190500" y="357188"/>
                </a:lnTo>
                <a:lnTo>
                  <a:pt x="190500" y="366713"/>
                </a:lnTo>
                <a:lnTo>
                  <a:pt x="190500" y="376238"/>
                </a:lnTo>
                <a:lnTo>
                  <a:pt x="190500" y="385763"/>
                </a:lnTo>
                <a:lnTo>
                  <a:pt x="190500" y="395288"/>
                </a:lnTo>
                <a:lnTo>
                  <a:pt x="190500" y="404813"/>
                </a:lnTo>
                <a:lnTo>
                  <a:pt x="190500" y="414338"/>
                </a:lnTo>
                <a:lnTo>
                  <a:pt x="190500" y="423863"/>
                </a:lnTo>
                <a:lnTo>
                  <a:pt x="190500" y="433388"/>
                </a:lnTo>
                <a:lnTo>
                  <a:pt x="190500" y="442913"/>
                </a:lnTo>
                <a:lnTo>
                  <a:pt x="190500" y="452438"/>
                </a:lnTo>
                <a:lnTo>
                  <a:pt x="190500" y="461963"/>
                </a:lnTo>
                <a:lnTo>
                  <a:pt x="190500" y="471488"/>
                </a:lnTo>
                <a:lnTo>
                  <a:pt x="190500" y="481013"/>
                </a:lnTo>
                <a:lnTo>
                  <a:pt x="190500" y="490538"/>
                </a:lnTo>
                <a:lnTo>
                  <a:pt x="190500" y="500063"/>
                </a:lnTo>
                <a:lnTo>
                  <a:pt x="190500" y="509588"/>
                </a:lnTo>
                <a:lnTo>
                  <a:pt x="190500" y="519113"/>
                </a:lnTo>
                <a:lnTo>
                  <a:pt x="190500" y="528638"/>
                </a:lnTo>
                <a:lnTo>
                  <a:pt x="190500" y="538163"/>
                </a:lnTo>
                <a:lnTo>
                  <a:pt x="190500" y="547688"/>
                </a:lnTo>
                <a:lnTo>
                  <a:pt x="190500" y="557213"/>
                </a:lnTo>
                <a:lnTo>
                  <a:pt x="190500" y="566738"/>
                </a:lnTo>
                <a:lnTo>
                  <a:pt x="185738" y="571500"/>
                </a:lnTo>
                <a:lnTo>
                  <a:pt x="180975" y="566738"/>
                </a:lnTo>
                <a:lnTo>
                  <a:pt x="176213" y="561975"/>
                </a:lnTo>
                <a:lnTo>
                  <a:pt x="166688" y="561975"/>
                </a:lnTo>
                <a:lnTo>
                  <a:pt x="161925" y="557213"/>
                </a:lnTo>
                <a:lnTo>
                  <a:pt x="157163" y="552450"/>
                </a:lnTo>
                <a:lnTo>
                  <a:pt x="152400" y="547688"/>
                </a:lnTo>
                <a:lnTo>
                  <a:pt x="147638" y="542925"/>
                </a:lnTo>
                <a:lnTo>
                  <a:pt x="138113" y="542925"/>
                </a:lnTo>
                <a:lnTo>
                  <a:pt x="133350" y="538163"/>
                </a:lnTo>
                <a:lnTo>
                  <a:pt x="128588" y="533400"/>
                </a:lnTo>
                <a:lnTo>
                  <a:pt x="119063" y="533400"/>
                </a:lnTo>
                <a:lnTo>
                  <a:pt x="114300" y="528638"/>
                </a:lnTo>
                <a:lnTo>
                  <a:pt x="109538" y="523875"/>
                </a:lnTo>
                <a:lnTo>
                  <a:pt x="104775" y="519113"/>
                </a:lnTo>
                <a:lnTo>
                  <a:pt x="100013" y="514350"/>
                </a:lnTo>
                <a:lnTo>
                  <a:pt x="95250" y="509588"/>
                </a:lnTo>
                <a:lnTo>
                  <a:pt x="90488" y="504825"/>
                </a:lnTo>
                <a:lnTo>
                  <a:pt x="85725" y="500063"/>
                </a:lnTo>
                <a:lnTo>
                  <a:pt x="80963" y="495300"/>
                </a:lnTo>
                <a:lnTo>
                  <a:pt x="76200" y="490538"/>
                </a:lnTo>
                <a:lnTo>
                  <a:pt x="71438" y="485775"/>
                </a:lnTo>
                <a:lnTo>
                  <a:pt x="66675" y="481013"/>
                </a:lnTo>
                <a:lnTo>
                  <a:pt x="61913" y="476250"/>
                </a:lnTo>
                <a:lnTo>
                  <a:pt x="57150" y="471488"/>
                </a:lnTo>
                <a:lnTo>
                  <a:pt x="57150" y="461963"/>
                </a:lnTo>
                <a:lnTo>
                  <a:pt x="52388" y="457200"/>
                </a:lnTo>
                <a:lnTo>
                  <a:pt x="47625" y="452438"/>
                </a:lnTo>
                <a:lnTo>
                  <a:pt x="47625" y="442913"/>
                </a:lnTo>
                <a:lnTo>
                  <a:pt x="42863" y="438150"/>
                </a:lnTo>
                <a:lnTo>
                  <a:pt x="38100" y="433388"/>
                </a:lnTo>
                <a:lnTo>
                  <a:pt x="38100" y="423863"/>
                </a:lnTo>
                <a:lnTo>
                  <a:pt x="33338" y="419100"/>
                </a:lnTo>
                <a:lnTo>
                  <a:pt x="28575" y="414338"/>
                </a:lnTo>
                <a:lnTo>
                  <a:pt x="23813" y="409575"/>
                </a:lnTo>
                <a:lnTo>
                  <a:pt x="19050" y="404813"/>
                </a:lnTo>
                <a:lnTo>
                  <a:pt x="19050" y="395288"/>
                </a:lnTo>
                <a:lnTo>
                  <a:pt x="19050" y="385763"/>
                </a:lnTo>
                <a:lnTo>
                  <a:pt x="14288" y="381000"/>
                </a:lnTo>
                <a:lnTo>
                  <a:pt x="9525" y="376238"/>
                </a:lnTo>
                <a:lnTo>
                  <a:pt x="14288" y="371475"/>
                </a:lnTo>
                <a:lnTo>
                  <a:pt x="19050" y="366713"/>
                </a:lnTo>
                <a:lnTo>
                  <a:pt x="14288" y="361950"/>
                </a:lnTo>
                <a:lnTo>
                  <a:pt x="9525" y="357188"/>
                </a:lnTo>
                <a:lnTo>
                  <a:pt x="9525" y="347663"/>
                </a:lnTo>
                <a:lnTo>
                  <a:pt x="9525" y="338138"/>
                </a:lnTo>
                <a:lnTo>
                  <a:pt x="9525" y="328613"/>
                </a:lnTo>
                <a:lnTo>
                  <a:pt x="4763" y="323850"/>
                </a:lnTo>
                <a:lnTo>
                  <a:pt x="0" y="319088"/>
                </a:lnTo>
                <a:lnTo>
                  <a:pt x="0" y="309563"/>
                </a:lnTo>
                <a:lnTo>
                  <a:pt x="4763" y="304800"/>
                </a:lnTo>
                <a:lnTo>
                  <a:pt x="9525" y="300038"/>
                </a:lnTo>
                <a:lnTo>
                  <a:pt x="4763" y="295275"/>
                </a:lnTo>
                <a:lnTo>
                  <a:pt x="0" y="290513"/>
                </a:lnTo>
                <a:lnTo>
                  <a:pt x="0" y="280988"/>
                </a:lnTo>
                <a:lnTo>
                  <a:pt x="4763" y="276225"/>
                </a:lnTo>
                <a:lnTo>
                  <a:pt x="9525" y="271463"/>
                </a:lnTo>
                <a:lnTo>
                  <a:pt x="9525" y="261938"/>
                </a:lnTo>
                <a:lnTo>
                  <a:pt x="9525" y="252413"/>
                </a:lnTo>
                <a:lnTo>
                  <a:pt x="9525" y="242888"/>
                </a:lnTo>
                <a:lnTo>
                  <a:pt x="9525" y="233363"/>
                </a:lnTo>
                <a:lnTo>
                  <a:pt x="9525" y="223838"/>
                </a:lnTo>
                <a:lnTo>
                  <a:pt x="14288" y="219075"/>
                </a:lnTo>
                <a:lnTo>
                  <a:pt x="19050" y="214313"/>
                </a:lnTo>
                <a:lnTo>
                  <a:pt x="19050" y="204788"/>
                </a:lnTo>
                <a:lnTo>
                  <a:pt x="19050" y="195263"/>
                </a:lnTo>
                <a:lnTo>
                  <a:pt x="23813" y="190500"/>
                </a:lnTo>
                <a:lnTo>
                  <a:pt x="28575" y="185738"/>
                </a:lnTo>
                <a:lnTo>
                  <a:pt x="28575" y="176213"/>
                </a:lnTo>
                <a:lnTo>
                  <a:pt x="33338" y="171450"/>
                </a:lnTo>
                <a:lnTo>
                  <a:pt x="38100" y="166688"/>
                </a:lnTo>
                <a:lnTo>
                  <a:pt x="38100" y="157163"/>
                </a:lnTo>
                <a:lnTo>
                  <a:pt x="42863" y="152400"/>
                </a:lnTo>
                <a:lnTo>
                  <a:pt x="47625" y="147638"/>
                </a:lnTo>
                <a:lnTo>
                  <a:pt x="47625" y="138113"/>
                </a:lnTo>
                <a:lnTo>
                  <a:pt x="52388" y="133350"/>
                </a:lnTo>
                <a:lnTo>
                  <a:pt x="61913" y="133350"/>
                </a:lnTo>
                <a:lnTo>
                  <a:pt x="71438" y="133350"/>
                </a:lnTo>
                <a:lnTo>
                  <a:pt x="76200" y="138113"/>
                </a:lnTo>
                <a:lnTo>
                  <a:pt x="80963" y="142875"/>
                </a:lnTo>
                <a:lnTo>
                  <a:pt x="90488" y="142875"/>
                </a:lnTo>
                <a:lnTo>
                  <a:pt x="100013" y="142875"/>
                </a:lnTo>
                <a:lnTo>
                  <a:pt x="109538" y="142875"/>
                </a:lnTo>
                <a:lnTo>
                  <a:pt x="119063" y="142875"/>
                </a:lnTo>
                <a:lnTo>
                  <a:pt x="128588" y="142875"/>
                </a:lnTo>
                <a:lnTo>
                  <a:pt x="138113" y="142875"/>
                </a:lnTo>
                <a:lnTo>
                  <a:pt x="147638" y="142875"/>
                </a:lnTo>
                <a:lnTo>
                  <a:pt x="157163" y="142875"/>
                </a:lnTo>
                <a:lnTo>
                  <a:pt x="166688" y="142875"/>
                </a:lnTo>
                <a:lnTo>
                  <a:pt x="176213" y="142875"/>
                </a:lnTo>
                <a:lnTo>
                  <a:pt x="180975" y="147638"/>
                </a:lnTo>
                <a:lnTo>
                  <a:pt x="185738" y="152400"/>
                </a:lnTo>
                <a:lnTo>
                  <a:pt x="195263" y="152400"/>
                </a:lnTo>
                <a:lnTo>
                  <a:pt x="204788" y="152400"/>
                </a:lnTo>
                <a:lnTo>
                  <a:pt x="214313" y="152400"/>
                </a:lnTo>
                <a:lnTo>
                  <a:pt x="223838" y="152400"/>
                </a:lnTo>
                <a:lnTo>
                  <a:pt x="233363" y="152400"/>
                </a:lnTo>
                <a:lnTo>
                  <a:pt x="242888" y="152400"/>
                </a:lnTo>
                <a:lnTo>
                  <a:pt x="247650" y="147638"/>
                </a:lnTo>
                <a:lnTo>
                  <a:pt x="252413" y="142875"/>
                </a:lnTo>
                <a:lnTo>
                  <a:pt x="261938" y="142875"/>
                </a:lnTo>
                <a:lnTo>
                  <a:pt x="271463" y="142875"/>
                </a:lnTo>
                <a:lnTo>
                  <a:pt x="280988" y="142875"/>
                </a:lnTo>
                <a:lnTo>
                  <a:pt x="290513" y="142875"/>
                </a:lnTo>
                <a:lnTo>
                  <a:pt x="300038" y="142875"/>
                </a:lnTo>
                <a:lnTo>
                  <a:pt x="309563" y="142875"/>
                </a:lnTo>
                <a:lnTo>
                  <a:pt x="319088" y="142875"/>
                </a:lnTo>
                <a:lnTo>
                  <a:pt x="328613" y="142875"/>
                </a:lnTo>
                <a:lnTo>
                  <a:pt x="338138" y="142875"/>
                </a:lnTo>
                <a:lnTo>
                  <a:pt x="347663" y="142875"/>
                </a:lnTo>
                <a:lnTo>
                  <a:pt x="352425" y="138113"/>
                </a:lnTo>
                <a:lnTo>
                  <a:pt x="357188" y="133350"/>
                </a:lnTo>
                <a:lnTo>
                  <a:pt x="366713" y="133350"/>
                </a:lnTo>
                <a:lnTo>
                  <a:pt x="376238" y="133350"/>
                </a:lnTo>
                <a:lnTo>
                  <a:pt x="385763" y="133350"/>
                </a:lnTo>
                <a:lnTo>
                  <a:pt x="395288" y="133350"/>
                </a:lnTo>
                <a:lnTo>
                  <a:pt x="400050" y="128588"/>
                </a:lnTo>
                <a:lnTo>
                  <a:pt x="404813" y="123825"/>
                </a:lnTo>
                <a:lnTo>
                  <a:pt x="414338" y="123825"/>
                </a:lnTo>
                <a:lnTo>
                  <a:pt x="423863" y="123825"/>
                </a:lnTo>
                <a:lnTo>
                  <a:pt x="428625" y="119063"/>
                </a:lnTo>
                <a:lnTo>
                  <a:pt x="433388" y="114300"/>
                </a:lnTo>
                <a:lnTo>
                  <a:pt x="442913" y="114300"/>
                </a:lnTo>
                <a:lnTo>
                  <a:pt x="447675" y="109538"/>
                </a:lnTo>
                <a:lnTo>
                  <a:pt x="452438" y="104775"/>
                </a:lnTo>
                <a:lnTo>
                  <a:pt x="457200" y="100013"/>
                </a:lnTo>
                <a:lnTo>
                  <a:pt x="457200" y="90488"/>
                </a:lnTo>
                <a:lnTo>
                  <a:pt x="457200" y="80963"/>
                </a:lnTo>
                <a:lnTo>
                  <a:pt x="457200" y="71438"/>
                </a:lnTo>
                <a:lnTo>
                  <a:pt x="452438" y="66675"/>
                </a:lnTo>
                <a:lnTo>
                  <a:pt x="447675" y="61913"/>
                </a:lnTo>
                <a:lnTo>
                  <a:pt x="442913" y="57150"/>
                </a:lnTo>
                <a:lnTo>
                  <a:pt x="433388" y="57150"/>
                </a:lnTo>
                <a:lnTo>
                  <a:pt x="428625" y="52388"/>
                </a:lnTo>
                <a:lnTo>
                  <a:pt x="423863" y="47625"/>
                </a:lnTo>
                <a:lnTo>
                  <a:pt x="414338" y="47625"/>
                </a:lnTo>
                <a:lnTo>
                  <a:pt x="409575" y="42863"/>
                </a:lnTo>
                <a:lnTo>
                  <a:pt x="404813" y="38100"/>
                </a:lnTo>
                <a:lnTo>
                  <a:pt x="395288" y="38100"/>
                </a:lnTo>
                <a:lnTo>
                  <a:pt x="385763" y="38100"/>
                </a:lnTo>
                <a:lnTo>
                  <a:pt x="376238" y="38100"/>
                </a:lnTo>
                <a:lnTo>
                  <a:pt x="366713" y="38100"/>
                </a:lnTo>
                <a:lnTo>
                  <a:pt x="361950" y="33338"/>
                </a:lnTo>
                <a:lnTo>
                  <a:pt x="357188" y="28575"/>
                </a:lnTo>
                <a:lnTo>
                  <a:pt x="347663" y="28575"/>
                </a:lnTo>
                <a:lnTo>
                  <a:pt x="338138" y="28575"/>
                </a:lnTo>
                <a:lnTo>
                  <a:pt x="328613" y="28575"/>
                </a:lnTo>
                <a:lnTo>
                  <a:pt x="319088" y="28575"/>
                </a:lnTo>
                <a:lnTo>
                  <a:pt x="309563" y="28575"/>
                </a:lnTo>
                <a:lnTo>
                  <a:pt x="300038" y="28575"/>
                </a:lnTo>
                <a:lnTo>
                  <a:pt x="295275" y="23813"/>
                </a:lnTo>
                <a:lnTo>
                  <a:pt x="290513" y="19050"/>
                </a:lnTo>
                <a:lnTo>
                  <a:pt x="280988" y="19050"/>
                </a:lnTo>
                <a:lnTo>
                  <a:pt x="271463" y="19050"/>
                </a:lnTo>
                <a:lnTo>
                  <a:pt x="261938" y="19050"/>
                </a:lnTo>
                <a:lnTo>
                  <a:pt x="252413" y="19050"/>
                </a:lnTo>
                <a:lnTo>
                  <a:pt x="242888" y="19050"/>
                </a:lnTo>
                <a:lnTo>
                  <a:pt x="233363" y="19050"/>
                </a:lnTo>
                <a:lnTo>
                  <a:pt x="223838" y="19050"/>
                </a:lnTo>
                <a:lnTo>
                  <a:pt x="214313" y="19050"/>
                </a:lnTo>
                <a:lnTo>
                  <a:pt x="204788" y="19050"/>
                </a:lnTo>
                <a:lnTo>
                  <a:pt x="200025" y="14288"/>
                </a:lnTo>
                <a:lnTo>
                  <a:pt x="204788" y="9525"/>
                </a:lnTo>
                <a:lnTo>
                  <a:pt x="214313" y="9525"/>
                </a:lnTo>
                <a:lnTo>
                  <a:pt x="223838" y="9525"/>
                </a:lnTo>
                <a:lnTo>
                  <a:pt x="233363" y="9525"/>
                </a:lnTo>
                <a:lnTo>
                  <a:pt x="242888" y="9525"/>
                </a:lnTo>
                <a:lnTo>
                  <a:pt x="247650" y="4763"/>
                </a:lnTo>
                <a:close/>
              </a:path>
            </a:pathLst>
          </a:custGeom>
          <a:solidFill xmlns:a="http://schemas.openxmlformats.org/drawingml/2006/main">
            <a:srgbClr val="F8CFA6"/>
          </a:solidFill>
          <a:ln xmlns:a="http://schemas.openxmlformats.org/drawingml/2006/main" w="0">
            <a:noFill/>
            <a:prstDash val="solid"/>
          </a:ln>
        </p:spPr>
      </p:sp>
      <p:sp>
        <p:nvSpPr>
          <p:cNvPr id="757" name="layout-orange-103-2">
            <a:extLst xmlns:a="http://schemas.openxmlformats.org/drawingml/2006/main">
              <a:ext uri="{FF2B5EF4-FFF2-40B4-BE49-F238E27FC236}">
                <a16:creationId xmlns:a16="http://schemas.microsoft.com/office/drawing/2014/main" id="{F653B0CE-F9E0-4B74-AE1C-1DF0078C5FED}"/>
              </a:ext>
            </a:extLst>
          </p:cNvPr>
          <p:cNvSpPr>
            <a:spLocks xmlns:a="http://schemas.openxmlformats.org/drawingml/2006/main" noGrp="1"/>
          </p:cNvSpPr>
          <p:nvPr/>
        </p:nvSpPr>
        <p:spPr>
          <a:xfrm xmlns:a="http://schemas.openxmlformats.org/drawingml/2006/main" rot="0">
            <a:off x="2247900" y="3552825"/>
            <a:ext cx="371475" cy="95250"/>
          </a:xfrm>
          <a:custGeom xmlns:a="http://schemas.openxmlformats.org/drawingml/2006/main">
            <a:pathLst>
              <a:path w="371475" h="95250">
                <a:moveTo>
                  <a:pt x="95250" y="4763"/>
                </a:moveTo>
                <a:lnTo>
                  <a:pt x="100013" y="0"/>
                </a:lnTo>
                <a:lnTo>
                  <a:pt x="109538" y="0"/>
                </a:lnTo>
                <a:lnTo>
                  <a:pt x="119063" y="0"/>
                </a:lnTo>
                <a:lnTo>
                  <a:pt x="123825" y="4763"/>
                </a:lnTo>
                <a:lnTo>
                  <a:pt x="119063" y="9525"/>
                </a:lnTo>
                <a:lnTo>
                  <a:pt x="114300" y="14288"/>
                </a:lnTo>
                <a:lnTo>
                  <a:pt x="114300" y="23813"/>
                </a:lnTo>
                <a:lnTo>
                  <a:pt x="114300" y="33338"/>
                </a:lnTo>
                <a:lnTo>
                  <a:pt x="114300" y="42863"/>
                </a:lnTo>
                <a:lnTo>
                  <a:pt x="114300" y="52388"/>
                </a:lnTo>
                <a:lnTo>
                  <a:pt x="114300" y="61913"/>
                </a:lnTo>
                <a:lnTo>
                  <a:pt x="119063" y="66675"/>
                </a:lnTo>
                <a:lnTo>
                  <a:pt x="123825" y="71438"/>
                </a:lnTo>
                <a:lnTo>
                  <a:pt x="128588" y="76200"/>
                </a:lnTo>
                <a:lnTo>
                  <a:pt x="138113" y="76200"/>
                </a:lnTo>
                <a:lnTo>
                  <a:pt x="142875" y="80963"/>
                </a:lnTo>
                <a:lnTo>
                  <a:pt x="147638" y="85725"/>
                </a:lnTo>
                <a:lnTo>
                  <a:pt x="157163" y="85725"/>
                </a:lnTo>
                <a:lnTo>
                  <a:pt x="166688" y="85725"/>
                </a:lnTo>
                <a:lnTo>
                  <a:pt x="171450" y="80963"/>
                </a:lnTo>
                <a:lnTo>
                  <a:pt x="176213" y="76200"/>
                </a:lnTo>
                <a:lnTo>
                  <a:pt x="185738" y="76200"/>
                </a:lnTo>
                <a:lnTo>
                  <a:pt x="190500" y="71438"/>
                </a:lnTo>
                <a:lnTo>
                  <a:pt x="195263" y="66675"/>
                </a:lnTo>
                <a:lnTo>
                  <a:pt x="200025" y="61913"/>
                </a:lnTo>
                <a:lnTo>
                  <a:pt x="200025" y="52388"/>
                </a:lnTo>
                <a:lnTo>
                  <a:pt x="200025" y="42863"/>
                </a:lnTo>
                <a:lnTo>
                  <a:pt x="200025" y="33338"/>
                </a:lnTo>
                <a:lnTo>
                  <a:pt x="200025" y="23813"/>
                </a:lnTo>
                <a:lnTo>
                  <a:pt x="195263" y="19050"/>
                </a:lnTo>
                <a:lnTo>
                  <a:pt x="190500" y="14288"/>
                </a:lnTo>
                <a:lnTo>
                  <a:pt x="185738" y="9525"/>
                </a:lnTo>
                <a:lnTo>
                  <a:pt x="180975" y="4763"/>
                </a:lnTo>
                <a:lnTo>
                  <a:pt x="185738" y="0"/>
                </a:lnTo>
                <a:lnTo>
                  <a:pt x="195263" y="0"/>
                </a:lnTo>
                <a:lnTo>
                  <a:pt x="204788" y="0"/>
                </a:lnTo>
                <a:lnTo>
                  <a:pt x="209550" y="4763"/>
                </a:lnTo>
                <a:lnTo>
                  <a:pt x="214313" y="9525"/>
                </a:lnTo>
                <a:lnTo>
                  <a:pt x="223838" y="9525"/>
                </a:lnTo>
                <a:lnTo>
                  <a:pt x="233363" y="9525"/>
                </a:lnTo>
                <a:lnTo>
                  <a:pt x="242888" y="9525"/>
                </a:lnTo>
                <a:lnTo>
                  <a:pt x="252413" y="9525"/>
                </a:lnTo>
                <a:lnTo>
                  <a:pt x="261938" y="9525"/>
                </a:lnTo>
                <a:lnTo>
                  <a:pt x="271463" y="9525"/>
                </a:lnTo>
                <a:lnTo>
                  <a:pt x="280988" y="9525"/>
                </a:lnTo>
                <a:lnTo>
                  <a:pt x="290513" y="9525"/>
                </a:lnTo>
                <a:lnTo>
                  <a:pt x="295275" y="14288"/>
                </a:lnTo>
                <a:lnTo>
                  <a:pt x="300038" y="19050"/>
                </a:lnTo>
                <a:lnTo>
                  <a:pt x="309563" y="19050"/>
                </a:lnTo>
                <a:lnTo>
                  <a:pt x="319088" y="19050"/>
                </a:lnTo>
                <a:lnTo>
                  <a:pt x="328613" y="19050"/>
                </a:lnTo>
                <a:lnTo>
                  <a:pt x="333375" y="23813"/>
                </a:lnTo>
                <a:lnTo>
                  <a:pt x="338138" y="28575"/>
                </a:lnTo>
                <a:lnTo>
                  <a:pt x="347663" y="28575"/>
                </a:lnTo>
                <a:lnTo>
                  <a:pt x="352425" y="33338"/>
                </a:lnTo>
                <a:lnTo>
                  <a:pt x="357188" y="38100"/>
                </a:lnTo>
                <a:lnTo>
                  <a:pt x="366713" y="38100"/>
                </a:lnTo>
                <a:lnTo>
                  <a:pt x="371475" y="42863"/>
                </a:lnTo>
                <a:lnTo>
                  <a:pt x="371475" y="52388"/>
                </a:lnTo>
                <a:lnTo>
                  <a:pt x="366713" y="57150"/>
                </a:lnTo>
                <a:lnTo>
                  <a:pt x="357188" y="57150"/>
                </a:lnTo>
                <a:lnTo>
                  <a:pt x="352425" y="61913"/>
                </a:lnTo>
                <a:lnTo>
                  <a:pt x="347663" y="66675"/>
                </a:lnTo>
                <a:lnTo>
                  <a:pt x="338138" y="66675"/>
                </a:lnTo>
                <a:lnTo>
                  <a:pt x="333375" y="71438"/>
                </a:lnTo>
                <a:lnTo>
                  <a:pt x="328613" y="76200"/>
                </a:lnTo>
                <a:lnTo>
                  <a:pt x="319088" y="76200"/>
                </a:lnTo>
                <a:lnTo>
                  <a:pt x="309563" y="76200"/>
                </a:lnTo>
                <a:lnTo>
                  <a:pt x="300038" y="76200"/>
                </a:lnTo>
                <a:lnTo>
                  <a:pt x="290513" y="76200"/>
                </a:lnTo>
                <a:lnTo>
                  <a:pt x="285750" y="80963"/>
                </a:lnTo>
                <a:lnTo>
                  <a:pt x="280988" y="85725"/>
                </a:lnTo>
                <a:lnTo>
                  <a:pt x="271463" y="85725"/>
                </a:lnTo>
                <a:lnTo>
                  <a:pt x="261938" y="85725"/>
                </a:lnTo>
                <a:lnTo>
                  <a:pt x="252413" y="85725"/>
                </a:lnTo>
                <a:lnTo>
                  <a:pt x="242888" y="85725"/>
                </a:lnTo>
                <a:lnTo>
                  <a:pt x="233363" y="85725"/>
                </a:lnTo>
                <a:lnTo>
                  <a:pt x="223838" y="85725"/>
                </a:lnTo>
                <a:lnTo>
                  <a:pt x="214313" y="85725"/>
                </a:lnTo>
                <a:lnTo>
                  <a:pt x="204788" y="85725"/>
                </a:lnTo>
                <a:lnTo>
                  <a:pt x="195263" y="85725"/>
                </a:lnTo>
                <a:lnTo>
                  <a:pt x="190500" y="90488"/>
                </a:lnTo>
                <a:lnTo>
                  <a:pt x="185738" y="95250"/>
                </a:lnTo>
                <a:lnTo>
                  <a:pt x="176213" y="95250"/>
                </a:lnTo>
                <a:lnTo>
                  <a:pt x="166688" y="95250"/>
                </a:lnTo>
                <a:lnTo>
                  <a:pt x="157163" y="95250"/>
                </a:lnTo>
                <a:lnTo>
                  <a:pt x="147638" y="95250"/>
                </a:lnTo>
                <a:lnTo>
                  <a:pt x="138113" y="95250"/>
                </a:lnTo>
                <a:lnTo>
                  <a:pt x="128588" y="95250"/>
                </a:lnTo>
                <a:lnTo>
                  <a:pt x="119063" y="95250"/>
                </a:lnTo>
                <a:lnTo>
                  <a:pt x="114300" y="90488"/>
                </a:lnTo>
                <a:lnTo>
                  <a:pt x="109538" y="85725"/>
                </a:lnTo>
                <a:lnTo>
                  <a:pt x="100013" y="85725"/>
                </a:lnTo>
                <a:lnTo>
                  <a:pt x="90488" y="85725"/>
                </a:lnTo>
                <a:lnTo>
                  <a:pt x="80963" y="85725"/>
                </a:lnTo>
                <a:lnTo>
                  <a:pt x="71438" y="85725"/>
                </a:lnTo>
                <a:lnTo>
                  <a:pt x="61913" y="85725"/>
                </a:lnTo>
                <a:lnTo>
                  <a:pt x="52388" y="85725"/>
                </a:lnTo>
                <a:lnTo>
                  <a:pt x="42863" y="85725"/>
                </a:lnTo>
                <a:lnTo>
                  <a:pt x="33338" y="85725"/>
                </a:lnTo>
                <a:lnTo>
                  <a:pt x="23813" y="85725"/>
                </a:lnTo>
                <a:lnTo>
                  <a:pt x="19050" y="80963"/>
                </a:lnTo>
                <a:lnTo>
                  <a:pt x="14288" y="76200"/>
                </a:lnTo>
                <a:lnTo>
                  <a:pt x="4763" y="76200"/>
                </a:lnTo>
                <a:lnTo>
                  <a:pt x="0" y="71438"/>
                </a:lnTo>
                <a:lnTo>
                  <a:pt x="4763" y="66675"/>
                </a:lnTo>
                <a:lnTo>
                  <a:pt x="9525" y="61913"/>
                </a:lnTo>
                <a:lnTo>
                  <a:pt x="14288" y="57150"/>
                </a:lnTo>
                <a:lnTo>
                  <a:pt x="19050" y="52388"/>
                </a:lnTo>
                <a:lnTo>
                  <a:pt x="23813" y="47625"/>
                </a:lnTo>
                <a:lnTo>
                  <a:pt x="28575" y="42863"/>
                </a:lnTo>
                <a:lnTo>
                  <a:pt x="33338" y="38100"/>
                </a:lnTo>
                <a:lnTo>
                  <a:pt x="38100" y="33338"/>
                </a:lnTo>
                <a:lnTo>
                  <a:pt x="42863" y="28575"/>
                </a:lnTo>
                <a:lnTo>
                  <a:pt x="47625" y="23813"/>
                </a:lnTo>
                <a:lnTo>
                  <a:pt x="52388" y="19050"/>
                </a:lnTo>
                <a:lnTo>
                  <a:pt x="61913" y="19050"/>
                </a:lnTo>
                <a:lnTo>
                  <a:pt x="66675" y="14288"/>
                </a:lnTo>
                <a:lnTo>
                  <a:pt x="71438" y="9525"/>
                </a:lnTo>
                <a:lnTo>
                  <a:pt x="80963" y="9525"/>
                </a:lnTo>
                <a:lnTo>
                  <a:pt x="90488" y="9525"/>
                </a:lnTo>
                <a:lnTo>
                  <a:pt x="95250" y="4763"/>
                </a:lnTo>
                <a:close/>
              </a:path>
            </a:pathLst>
          </a:custGeom>
          <a:solidFill xmlns:a="http://schemas.openxmlformats.org/drawingml/2006/main">
            <a:srgbClr val="F8CFA6"/>
          </a:solidFill>
          <a:ln xmlns:a="http://schemas.openxmlformats.org/drawingml/2006/main" w="0">
            <a:noFill/>
            <a:prstDash val="solid"/>
          </a:ln>
        </p:spPr>
      </p:sp>
      <p:sp>
        <p:nvSpPr>
          <p:cNvPr id="758" name="layout-orange-103-3">
            <a:extLst xmlns:a="http://schemas.openxmlformats.org/drawingml/2006/main">
              <a:ext uri="{FF2B5EF4-FFF2-40B4-BE49-F238E27FC236}">
                <a16:creationId xmlns:a16="http://schemas.microsoft.com/office/drawing/2014/main" id="{A4535507-7D40-4224-8412-300C4BCB2A90}"/>
              </a:ext>
            </a:extLst>
          </p:cNvPr>
          <p:cNvSpPr>
            <a:spLocks xmlns:a="http://schemas.openxmlformats.org/drawingml/2006/main" noGrp="1"/>
          </p:cNvSpPr>
          <p:nvPr/>
        </p:nvSpPr>
        <p:spPr>
          <a:xfrm xmlns:a="http://schemas.openxmlformats.org/drawingml/2006/main" rot="0">
            <a:off x="2371725" y="4162425"/>
            <a:ext cx="9525" cy="76200"/>
          </a:xfrm>
          <a:custGeom xmlns:a="http://schemas.openxmlformats.org/drawingml/2006/main">
            <a:pathLst>
              <a:path w="9525" h="7620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4763" y="76200"/>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8CFA6"/>
          </a:solidFill>
          <a:ln xmlns:a="http://schemas.openxmlformats.org/drawingml/2006/main" w="0">
            <a:noFill/>
            <a:prstDash val="solid"/>
          </a:ln>
        </p:spPr>
      </p:sp>
      <p:sp>
        <p:nvSpPr>
          <p:cNvPr id="759" name="layout-orange-103-4">
            <a:extLst xmlns:a="http://schemas.openxmlformats.org/drawingml/2006/main">
              <a:ext uri="{FF2B5EF4-FFF2-40B4-BE49-F238E27FC236}">
                <a16:creationId xmlns:a16="http://schemas.microsoft.com/office/drawing/2014/main" id="{8FD044E7-4EAC-4FC4-AC07-C17F002370C8}"/>
              </a:ext>
            </a:extLst>
          </p:cNvPr>
          <p:cNvSpPr>
            <a:spLocks xmlns:a="http://schemas.openxmlformats.org/drawingml/2006/main" noGrp="1"/>
          </p:cNvSpPr>
          <p:nvPr/>
        </p:nvSpPr>
        <p:spPr>
          <a:xfrm xmlns:a="http://schemas.openxmlformats.org/drawingml/2006/main" rot="0">
            <a:off x="2095500" y="4238625"/>
            <a:ext cx="161925" cy="9525"/>
          </a:xfrm>
          <a:custGeom xmlns:a="http://schemas.openxmlformats.org/drawingml/2006/main">
            <a:pathLst>
              <a:path w="16192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1925" y="4763"/>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F8CFA6"/>
          </a:solidFill>
          <a:ln xmlns:a="http://schemas.openxmlformats.org/drawingml/2006/main" w="0">
            <a:noFill/>
            <a:prstDash val="solid"/>
          </a:ln>
        </p:spPr>
      </p:sp>
      <p:sp>
        <p:nvSpPr>
          <p:cNvPr id="760" name="layout-orange-104-0">
            <a:extLst xmlns:a="http://schemas.openxmlformats.org/drawingml/2006/main">
              <a:ext uri="{FF2B5EF4-FFF2-40B4-BE49-F238E27FC236}">
                <a16:creationId xmlns:a16="http://schemas.microsoft.com/office/drawing/2014/main" id="{2E3A3F7E-5895-4667-8F5D-9FD10E4B3DA2}"/>
              </a:ext>
            </a:extLst>
          </p:cNvPr>
          <p:cNvSpPr>
            <a:spLocks xmlns:a="http://schemas.openxmlformats.org/drawingml/2006/main" noGrp="1"/>
          </p:cNvSpPr>
          <p:nvPr/>
        </p:nvSpPr>
        <p:spPr>
          <a:xfrm xmlns:a="http://schemas.openxmlformats.org/drawingml/2006/main" rot="0">
            <a:off x="3009900" y="3371850"/>
            <a:ext cx="9525" cy="428625"/>
          </a:xfrm>
          <a:custGeom xmlns:a="http://schemas.openxmlformats.org/drawingml/2006/main">
            <a:pathLst>
              <a:path w="9525" h="4286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4763" y="428625"/>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8D1AA"/>
          </a:solidFill>
          <a:ln xmlns:a="http://schemas.openxmlformats.org/drawingml/2006/main" w="0">
            <a:noFill/>
            <a:prstDash val="solid"/>
          </a:ln>
        </p:spPr>
      </p:sp>
      <p:sp>
        <p:nvSpPr>
          <p:cNvPr id="761" name="layout-orange-104-1">
            <a:extLst xmlns:a="http://schemas.openxmlformats.org/drawingml/2006/main">
              <a:ext uri="{FF2B5EF4-FFF2-40B4-BE49-F238E27FC236}">
                <a16:creationId xmlns:a16="http://schemas.microsoft.com/office/drawing/2014/main" id="{1BD436C9-0D2A-4474-8EFE-69D72D015503}"/>
              </a:ext>
            </a:extLst>
          </p:cNvPr>
          <p:cNvSpPr>
            <a:spLocks xmlns:a="http://schemas.openxmlformats.org/drawingml/2006/main" noGrp="1"/>
          </p:cNvSpPr>
          <p:nvPr/>
        </p:nvSpPr>
        <p:spPr>
          <a:xfrm xmlns:a="http://schemas.openxmlformats.org/drawingml/2006/main" rot="0">
            <a:off x="2466975" y="3524250"/>
            <a:ext cx="85725" cy="19050"/>
          </a:xfrm>
          <a:custGeom xmlns:a="http://schemas.openxmlformats.org/drawingml/2006/main">
            <a:pathLst>
              <a:path w="85725" h="19050">
                <a:moveTo>
                  <a:pt x="0" y="4763"/>
                </a:moveTo>
                <a:lnTo>
                  <a:pt x="4763" y="0"/>
                </a:lnTo>
                <a:lnTo>
                  <a:pt x="14288" y="0"/>
                </a:lnTo>
                <a:lnTo>
                  <a:pt x="23813" y="0"/>
                </a:lnTo>
                <a:lnTo>
                  <a:pt x="28575" y="4763"/>
                </a:lnTo>
                <a:lnTo>
                  <a:pt x="33338" y="9525"/>
                </a:lnTo>
                <a:lnTo>
                  <a:pt x="42863" y="9525"/>
                </a:lnTo>
                <a:lnTo>
                  <a:pt x="52388" y="9525"/>
                </a:lnTo>
                <a:lnTo>
                  <a:pt x="61913" y="9525"/>
                </a:lnTo>
                <a:lnTo>
                  <a:pt x="71438" y="9525"/>
                </a:lnTo>
                <a:lnTo>
                  <a:pt x="80963" y="9525"/>
                </a:lnTo>
                <a:lnTo>
                  <a:pt x="85725" y="14288"/>
                </a:lnTo>
                <a:lnTo>
                  <a:pt x="80963" y="19050"/>
                </a:lnTo>
                <a:lnTo>
                  <a:pt x="71438" y="19050"/>
                </a:lnTo>
                <a:lnTo>
                  <a:pt x="61913" y="19050"/>
                </a:lnTo>
                <a:lnTo>
                  <a:pt x="52388" y="19050"/>
                </a:lnTo>
                <a:lnTo>
                  <a:pt x="42863" y="19050"/>
                </a:lnTo>
                <a:lnTo>
                  <a:pt x="33338" y="19050"/>
                </a:lnTo>
                <a:lnTo>
                  <a:pt x="23813" y="19050"/>
                </a:lnTo>
                <a:lnTo>
                  <a:pt x="19050" y="14288"/>
                </a:lnTo>
                <a:lnTo>
                  <a:pt x="14288" y="9525"/>
                </a:lnTo>
                <a:lnTo>
                  <a:pt x="4763" y="9525"/>
                </a:lnTo>
                <a:lnTo>
                  <a:pt x="0" y="4763"/>
                </a:lnTo>
                <a:close/>
              </a:path>
            </a:pathLst>
          </a:custGeom>
          <a:solidFill xmlns:a="http://schemas.openxmlformats.org/drawingml/2006/main">
            <a:srgbClr val="F8D1AA"/>
          </a:solidFill>
          <a:ln xmlns:a="http://schemas.openxmlformats.org/drawingml/2006/main" w="0">
            <a:noFill/>
            <a:prstDash val="solid"/>
          </a:ln>
        </p:spPr>
      </p:sp>
      <p:sp>
        <p:nvSpPr>
          <p:cNvPr id="762" name="layout-orange-104-2">
            <a:extLst xmlns:a="http://schemas.openxmlformats.org/drawingml/2006/main">
              <a:ext uri="{FF2B5EF4-FFF2-40B4-BE49-F238E27FC236}">
                <a16:creationId xmlns:a16="http://schemas.microsoft.com/office/drawing/2014/main" id="{904D4C75-EE86-4A2B-B323-2C0910B5F9A4}"/>
              </a:ext>
            </a:extLst>
          </p:cNvPr>
          <p:cNvSpPr>
            <a:spLocks xmlns:a="http://schemas.openxmlformats.org/drawingml/2006/main" noGrp="1"/>
          </p:cNvSpPr>
          <p:nvPr/>
        </p:nvSpPr>
        <p:spPr>
          <a:xfrm xmlns:a="http://schemas.openxmlformats.org/drawingml/2006/main" rot="0">
            <a:off x="2552700" y="3543300"/>
            <a:ext cx="38100" cy="9525"/>
          </a:xfrm>
          <a:custGeom xmlns:a="http://schemas.openxmlformats.org/drawingml/2006/main">
            <a:pathLst>
              <a:path w="38100" h="9525">
                <a:moveTo>
                  <a:pt x="0" y="4763"/>
                </a:moveTo>
                <a:lnTo>
                  <a:pt x="4763" y="0"/>
                </a:lnTo>
                <a:lnTo>
                  <a:pt x="14288" y="0"/>
                </a:lnTo>
                <a:lnTo>
                  <a:pt x="23813" y="0"/>
                </a:lnTo>
                <a:lnTo>
                  <a:pt x="33338" y="0"/>
                </a:lnTo>
                <a:lnTo>
                  <a:pt x="38100" y="4763"/>
                </a:lnTo>
                <a:lnTo>
                  <a:pt x="33338" y="9525"/>
                </a:lnTo>
                <a:lnTo>
                  <a:pt x="23813" y="9525"/>
                </a:lnTo>
                <a:lnTo>
                  <a:pt x="14288" y="9525"/>
                </a:lnTo>
                <a:lnTo>
                  <a:pt x="4763" y="9525"/>
                </a:lnTo>
                <a:lnTo>
                  <a:pt x="0" y="4763"/>
                </a:lnTo>
                <a:close/>
              </a:path>
            </a:pathLst>
          </a:custGeom>
          <a:solidFill xmlns:a="http://schemas.openxmlformats.org/drawingml/2006/main">
            <a:srgbClr val="F8D1AA"/>
          </a:solidFill>
          <a:ln xmlns:a="http://schemas.openxmlformats.org/drawingml/2006/main" w="0">
            <a:noFill/>
            <a:prstDash val="solid"/>
          </a:ln>
        </p:spPr>
      </p:sp>
      <p:sp>
        <p:nvSpPr>
          <p:cNvPr id="763" name="layout-orange-104-3">
            <a:extLst xmlns:a="http://schemas.openxmlformats.org/drawingml/2006/main">
              <a:ext uri="{FF2B5EF4-FFF2-40B4-BE49-F238E27FC236}">
                <a16:creationId xmlns:a16="http://schemas.microsoft.com/office/drawing/2014/main" id="{BFD8798D-A794-4F22-A067-BEEB927B431B}"/>
              </a:ext>
            </a:extLst>
          </p:cNvPr>
          <p:cNvSpPr>
            <a:spLocks xmlns:a="http://schemas.openxmlformats.org/drawingml/2006/main" noGrp="1"/>
          </p:cNvSpPr>
          <p:nvPr/>
        </p:nvSpPr>
        <p:spPr>
          <a:xfrm xmlns:a="http://schemas.openxmlformats.org/drawingml/2006/main" rot="0">
            <a:off x="2362200" y="35528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F8D1AA"/>
          </a:solidFill>
          <a:ln xmlns:a="http://schemas.openxmlformats.org/drawingml/2006/main" w="0">
            <a:noFill/>
            <a:prstDash val="solid"/>
          </a:ln>
        </p:spPr>
      </p:sp>
      <p:sp>
        <p:nvSpPr>
          <p:cNvPr id="764" name="layout-orange-104-4">
            <a:extLst xmlns:a="http://schemas.openxmlformats.org/drawingml/2006/main">
              <a:ext uri="{FF2B5EF4-FFF2-40B4-BE49-F238E27FC236}">
                <a16:creationId xmlns:a16="http://schemas.microsoft.com/office/drawing/2014/main" id="{88496FA9-17C1-4F0C-ABE3-BC4165EE2D3B}"/>
              </a:ext>
            </a:extLst>
          </p:cNvPr>
          <p:cNvSpPr>
            <a:spLocks xmlns:a="http://schemas.openxmlformats.org/drawingml/2006/main" noGrp="1"/>
          </p:cNvSpPr>
          <p:nvPr/>
        </p:nvSpPr>
        <p:spPr>
          <a:xfrm xmlns:a="http://schemas.openxmlformats.org/drawingml/2006/main" rot="0">
            <a:off x="2266950" y="3552825"/>
            <a:ext cx="352425" cy="95250"/>
          </a:xfrm>
          <a:custGeom xmlns:a="http://schemas.openxmlformats.org/drawingml/2006/main">
            <a:pathLst>
              <a:path w="352425" h="95250">
                <a:moveTo>
                  <a:pt x="161925" y="4763"/>
                </a:moveTo>
                <a:lnTo>
                  <a:pt x="166688" y="0"/>
                </a:lnTo>
                <a:lnTo>
                  <a:pt x="176213" y="0"/>
                </a:lnTo>
                <a:lnTo>
                  <a:pt x="185738" y="0"/>
                </a:lnTo>
                <a:lnTo>
                  <a:pt x="190500" y="4763"/>
                </a:lnTo>
                <a:lnTo>
                  <a:pt x="195263" y="9525"/>
                </a:lnTo>
                <a:lnTo>
                  <a:pt x="204788" y="9525"/>
                </a:lnTo>
                <a:lnTo>
                  <a:pt x="214313" y="9525"/>
                </a:lnTo>
                <a:lnTo>
                  <a:pt x="223838" y="9525"/>
                </a:lnTo>
                <a:lnTo>
                  <a:pt x="233363" y="9525"/>
                </a:lnTo>
                <a:lnTo>
                  <a:pt x="242888" y="9525"/>
                </a:lnTo>
                <a:lnTo>
                  <a:pt x="252413" y="9525"/>
                </a:lnTo>
                <a:lnTo>
                  <a:pt x="261938" y="9525"/>
                </a:lnTo>
                <a:lnTo>
                  <a:pt x="271463" y="9525"/>
                </a:lnTo>
                <a:lnTo>
                  <a:pt x="276225" y="14288"/>
                </a:lnTo>
                <a:lnTo>
                  <a:pt x="280988" y="19050"/>
                </a:lnTo>
                <a:lnTo>
                  <a:pt x="290513" y="19050"/>
                </a:lnTo>
                <a:lnTo>
                  <a:pt x="300038" y="19050"/>
                </a:lnTo>
                <a:lnTo>
                  <a:pt x="309563" y="19050"/>
                </a:lnTo>
                <a:lnTo>
                  <a:pt x="314325" y="23813"/>
                </a:lnTo>
                <a:lnTo>
                  <a:pt x="319088" y="28575"/>
                </a:lnTo>
                <a:lnTo>
                  <a:pt x="328613" y="28575"/>
                </a:lnTo>
                <a:lnTo>
                  <a:pt x="333375" y="33338"/>
                </a:lnTo>
                <a:lnTo>
                  <a:pt x="338138" y="38100"/>
                </a:lnTo>
                <a:lnTo>
                  <a:pt x="347663" y="38100"/>
                </a:lnTo>
                <a:lnTo>
                  <a:pt x="352425" y="42863"/>
                </a:lnTo>
                <a:lnTo>
                  <a:pt x="352425" y="52388"/>
                </a:lnTo>
                <a:lnTo>
                  <a:pt x="347663" y="57150"/>
                </a:lnTo>
                <a:lnTo>
                  <a:pt x="338138" y="57150"/>
                </a:lnTo>
                <a:lnTo>
                  <a:pt x="333375" y="61913"/>
                </a:lnTo>
                <a:lnTo>
                  <a:pt x="328613" y="66675"/>
                </a:lnTo>
                <a:lnTo>
                  <a:pt x="319088" y="66675"/>
                </a:lnTo>
                <a:lnTo>
                  <a:pt x="314325" y="71438"/>
                </a:lnTo>
                <a:lnTo>
                  <a:pt x="309563" y="76200"/>
                </a:lnTo>
                <a:lnTo>
                  <a:pt x="300038" y="76200"/>
                </a:lnTo>
                <a:lnTo>
                  <a:pt x="290513" y="76200"/>
                </a:lnTo>
                <a:lnTo>
                  <a:pt x="280988" y="76200"/>
                </a:lnTo>
                <a:lnTo>
                  <a:pt x="271463" y="76200"/>
                </a:lnTo>
                <a:lnTo>
                  <a:pt x="266700" y="80963"/>
                </a:lnTo>
                <a:lnTo>
                  <a:pt x="261938" y="85725"/>
                </a:lnTo>
                <a:lnTo>
                  <a:pt x="252413" y="85725"/>
                </a:lnTo>
                <a:lnTo>
                  <a:pt x="242888" y="85725"/>
                </a:lnTo>
                <a:lnTo>
                  <a:pt x="233363" y="85725"/>
                </a:lnTo>
                <a:lnTo>
                  <a:pt x="223838" y="85725"/>
                </a:lnTo>
                <a:lnTo>
                  <a:pt x="214313" y="85725"/>
                </a:lnTo>
                <a:lnTo>
                  <a:pt x="204788" y="85725"/>
                </a:lnTo>
                <a:lnTo>
                  <a:pt x="195263" y="85725"/>
                </a:lnTo>
                <a:lnTo>
                  <a:pt x="185738" y="85725"/>
                </a:lnTo>
                <a:lnTo>
                  <a:pt x="176213" y="85725"/>
                </a:lnTo>
                <a:lnTo>
                  <a:pt x="171450" y="90488"/>
                </a:lnTo>
                <a:lnTo>
                  <a:pt x="166688" y="95250"/>
                </a:lnTo>
                <a:lnTo>
                  <a:pt x="157163" y="95250"/>
                </a:lnTo>
                <a:lnTo>
                  <a:pt x="147638" y="95250"/>
                </a:lnTo>
                <a:lnTo>
                  <a:pt x="138113" y="95250"/>
                </a:lnTo>
                <a:lnTo>
                  <a:pt x="128588" y="95250"/>
                </a:lnTo>
                <a:lnTo>
                  <a:pt x="119063" y="95250"/>
                </a:lnTo>
                <a:lnTo>
                  <a:pt x="109538" y="95250"/>
                </a:lnTo>
                <a:lnTo>
                  <a:pt x="100013" y="95250"/>
                </a:lnTo>
                <a:lnTo>
                  <a:pt x="95250" y="90488"/>
                </a:lnTo>
                <a:lnTo>
                  <a:pt x="90488" y="85725"/>
                </a:lnTo>
                <a:lnTo>
                  <a:pt x="80963" y="85725"/>
                </a:lnTo>
                <a:lnTo>
                  <a:pt x="71438" y="85725"/>
                </a:lnTo>
                <a:lnTo>
                  <a:pt x="61913" y="85725"/>
                </a:lnTo>
                <a:lnTo>
                  <a:pt x="52388" y="85725"/>
                </a:lnTo>
                <a:lnTo>
                  <a:pt x="42863" y="85725"/>
                </a:lnTo>
                <a:lnTo>
                  <a:pt x="33338" y="85725"/>
                </a:lnTo>
                <a:lnTo>
                  <a:pt x="23813" y="85725"/>
                </a:lnTo>
                <a:lnTo>
                  <a:pt x="14288" y="85725"/>
                </a:lnTo>
                <a:lnTo>
                  <a:pt x="4763" y="85725"/>
                </a:lnTo>
                <a:lnTo>
                  <a:pt x="0" y="80963"/>
                </a:lnTo>
                <a:lnTo>
                  <a:pt x="0" y="71438"/>
                </a:lnTo>
                <a:lnTo>
                  <a:pt x="4763" y="66675"/>
                </a:lnTo>
                <a:lnTo>
                  <a:pt x="9525" y="61913"/>
                </a:lnTo>
                <a:lnTo>
                  <a:pt x="14288" y="57150"/>
                </a:lnTo>
                <a:lnTo>
                  <a:pt x="19050" y="52388"/>
                </a:lnTo>
                <a:lnTo>
                  <a:pt x="23813" y="47625"/>
                </a:lnTo>
                <a:lnTo>
                  <a:pt x="33338" y="47625"/>
                </a:lnTo>
                <a:lnTo>
                  <a:pt x="38100" y="42863"/>
                </a:lnTo>
                <a:lnTo>
                  <a:pt x="42863" y="38100"/>
                </a:lnTo>
                <a:lnTo>
                  <a:pt x="47625" y="33338"/>
                </a:lnTo>
                <a:lnTo>
                  <a:pt x="52388" y="28575"/>
                </a:lnTo>
                <a:lnTo>
                  <a:pt x="61913" y="28575"/>
                </a:lnTo>
                <a:lnTo>
                  <a:pt x="66675" y="23813"/>
                </a:lnTo>
                <a:lnTo>
                  <a:pt x="71438" y="19050"/>
                </a:lnTo>
                <a:lnTo>
                  <a:pt x="76200" y="14288"/>
                </a:lnTo>
                <a:lnTo>
                  <a:pt x="80963" y="9525"/>
                </a:lnTo>
                <a:lnTo>
                  <a:pt x="90488" y="9525"/>
                </a:lnTo>
                <a:lnTo>
                  <a:pt x="95250" y="14288"/>
                </a:lnTo>
                <a:lnTo>
                  <a:pt x="95250" y="23813"/>
                </a:lnTo>
                <a:lnTo>
                  <a:pt x="95250" y="33338"/>
                </a:lnTo>
                <a:lnTo>
                  <a:pt x="95250" y="42863"/>
                </a:lnTo>
                <a:lnTo>
                  <a:pt x="95250" y="52388"/>
                </a:lnTo>
                <a:lnTo>
                  <a:pt x="95250" y="61913"/>
                </a:lnTo>
                <a:lnTo>
                  <a:pt x="100013" y="66675"/>
                </a:lnTo>
                <a:lnTo>
                  <a:pt x="104775" y="71438"/>
                </a:lnTo>
                <a:lnTo>
                  <a:pt x="109538" y="76200"/>
                </a:lnTo>
                <a:lnTo>
                  <a:pt x="119063" y="76200"/>
                </a:lnTo>
                <a:lnTo>
                  <a:pt x="123825" y="80963"/>
                </a:lnTo>
                <a:lnTo>
                  <a:pt x="128588" y="85725"/>
                </a:lnTo>
                <a:lnTo>
                  <a:pt x="138113" y="85725"/>
                </a:lnTo>
                <a:lnTo>
                  <a:pt x="147638" y="85725"/>
                </a:lnTo>
                <a:lnTo>
                  <a:pt x="152400" y="80963"/>
                </a:lnTo>
                <a:lnTo>
                  <a:pt x="157163" y="76200"/>
                </a:lnTo>
                <a:lnTo>
                  <a:pt x="166688" y="76200"/>
                </a:lnTo>
                <a:lnTo>
                  <a:pt x="171450" y="71438"/>
                </a:lnTo>
                <a:lnTo>
                  <a:pt x="176213" y="66675"/>
                </a:lnTo>
                <a:lnTo>
                  <a:pt x="180975" y="61913"/>
                </a:lnTo>
                <a:lnTo>
                  <a:pt x="180975" y="52388"/>
                </a:lnTo>
                <a:lnTo>
                  <a:pt x="180975" y="42863"/>
                </a:lnTo>
                <a:lnTo>
                  <a:pt x="180975" y="33338"/>
                </a:lnTo>
                <a:lnTo>
                  <a:pt x="180975" y="23813"/>
                </a:lnTo>
                <a:lnTo>
                  <a:pt x="176213" y="19050"/>
                </a:lnTo>
                <a:lnTo>
                  <a:pt x="171450" y="14288"/>
                </a:lnTo>
                <a:lnTo>
                  <a:pt x="166688" y="9525"/>
                </a:lnTo>
                <a:lnTo>
                  <a:pt x="161925" y="4763"/>
                </a:lnTo>
                <a:close/>
              </a:path>
            </a:pathLst>
          </a:custGeom>
          <a:solidFill xmlns:a="http://schemas.openxmlformats.org/drawingml/2006/main">
            <a:srgbClr val="F8D1AA"/>
          </a:solidFill>
          <a:ln xmlns:a="http://schemas.openxmlformats.org/drawingml/2006/main" w="0">
            <a:noFill/>
            <a:prstDash val="solid"/>
          </a:ln>
        </p:spPr>
      </p:sp>
      <p:sp>
        <p:nvSpPr>
          <p:cNvPr id="765" name="layout-orange-104-5">
            <a:extLst xmlns:a="http://schemas.openxmlformats.org/drawingml/2006/main">
              <a:ext uri="{FF2B5EF4-FFF2-40B4-BE49-F238E27FC236}">
                <a16:creationId xmlns:a16="http://schemas.microsoft.com/office/drawing/2014/main" id="{CAD689C0-4D75-4735-96A8-BD244DD79CB4}"/>
              </a:ext>
            </a:extLst>
          </p:cNvPr>
          <p:cNvSpPr>
            <a:spLocks xmlns:a="http://schemas.openxmlformats.org/drawingml/2006/main" noGrp="1"/>
          </p:cNvSpPr>
          <p:nvPr/>
        </p:nvSpPr>
        <p:spPr>
          <a:xfrm xmlns:a="http://schemas.openxmlformats.org/drawingml/2006/main" rot="0">
            <a:off x="2590800" y="35528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F8D1AA"/>
          </a:solidFill>
          <a:ln xmlns:a="http://schemas.openxmlformats.org/drawingml/2006/main" w="0">
            <a:noFill/>
            <a:prstDash val="solid"/>
          </a:ln>
        </p:spPr>
      </p:sp>
      <p:sp>
        <p:nvSpPr>
          <p:cNvPr id="766" name="layout-orange-104-6">
            <a:extLst xmlns:a="http://schemas.openxmlformats.org/drawingml/2006/main">
              <a:ext uri="{FF2B5EF4-FFF2-40B4-BE49-F238E27FC236}">
                <a16:creationId xmlns:a16="http://schemas.microsoft.com/office/drawing/2014/main" id="{5574BF58-D07E-4A16-8FAA-03978D7E3548}"/>
              </a:ext>
            </a:extLst>
          </p:cNvPr>
          <p:cNvSpPr>
            <a:spLocks xmlns:a="http://schemas.openxmlformats.org/drawingml/2006/main" noGrp="1"/>
          </p:cNvSpPr>
          <p:nvPr/>
        </p:nvSpPr>
        <p:spPr>
          <a:xfrm xmlns:a="http://schemas.openxmlformats.org/drawingml/2006/main" rot="0">
            <a:off x="2619375" y="35623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F8D1AA"/>
          </a:solidFill>
          <a:ln xmlns:a="http://schemas.openxmlformats.org/drawingml/2006/main" w="0">
            <a:noFill/>
            <a:prstDash val="solid"/>
          </a:ln>
        </p:spPr>
      </p:sp>
      <p:sp>
        <p:nvSpPr>
          <p:cNvPr id="767" name="layout-orange-104-7">
            <a:extLst xmlns:a="http://schemas.openxmlformats.org/drawingml/2006/main">
              <a:ext uri="{FF2B5EF4-FFF2-40B4-BE49-F238E27FC236}">
                <a16:creationId xmlns:a16="http://schemas.microsoft.com/office/drawing/2014/main" id="{9F1B481F-2B84-4E19-8E45-9D0E4E9BD00E}"/>
              </a:ext>
            </a:extLst>
          </p:cNvPr>
          <p:cNvSpPr>
            <a:spLocks xmlns:a="http://schemas.openxmlformats.org/drawingml/2006/main" noGrp="1"/>
          </p:cNvSpPr>
          <p:nvPr/>
        </p:nvSpPr>
        <p:spPr>
          <a:xfrm xmlns:a="http://schemas.openxmlformats.org/drawingml/2006/main" rot="0">
            <a:off x="2628900" y="357187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F8D1AA"/>
          </a:solidFill>
          <a:ln xmlns:a="http://schemas.openxmlformats.org/drawingml/2006/main" w="0">
            <a:noFill/>
            <a:prstDash val="solid"/>
          </a:ln>
        </p:spPr>
      </p:sp>
      <p:sp>
        <p:nvSpPr>
          <p:cNvPr id="768" name="layout-orange-104-8">
            <a:extLst xmlns:a="http://schemas.openxmlformats.org/drawingml/2006/main">
              <a:ext uri="{FF2B5EF4-FFF2-40B4-BE49-F238E27FC236}">
                <a16:creationId xmlns:a16="http://schemas.microsoft.com/office/drawing/2014/main" id="{D4063991-4A9F-42B4-ABE9-65BC37DDA211}"/>
              </a:ext>
            </a:extLst>
          </p:cNvPr>
          <p:cNvSpPr>
            <a:spLocks xmlns:a="http://schemas.openxmlformats.org/drawingml/2006/main" noGrp="1"/>
          </p:cNvSpPr>
          <p:nvPr/>
        </p:nvSpPr>
        <p:spPr>
          <a:xfrm xmlns:a="http://schemas.openxmlformats.org/drawingml/2006/main" rot="0">
            <a:off x="2200275" y="3581400"/>
            <a:ext cx="638175" cy="485775"/>
          </a:xfrm>
          <a:custGeom xmlns:a="http://schemas.openxmlformats.org/drawingml/2006/main">
            <a:pathLst>
              <a:path w="638175" h="485775">
                <a:moveTo>
                  <a:pt x="438150" y="4763"/>
                </a:moveTo>
                <a:lnTo>
                  <a:pt x="442913" y="0"/>
                </a:lnTo>
                <a:lnTo>
                  <a:pt x="452438" y="0"/>
                </a:lnTo>
                <a:lnTo>
                  <a:pt x="457200" y="4763"/>
                </a:lnTo>
                <a:lnTo>
                  <a:pt x="457200" y="14288"/>
                </a:lnTo>
                <a:lnTo>
                  <a:pt x="461963" y="19050"/>
                </a:lnTo>
                <a:lnTo>
                  <a:pt x="471488" y="19050"/>
                </a:lnTo>
                <a:lnTo>
                  <a:pt x="476250" y="23813"/>
                </a:lnTo>
                <a:lnTo>
                  <a:pt x="481013" y="28575"/>
                </a:lnTo>
                <a:lnTo>
                  <a:pt x="485775" y="33338"/>
                </a:lnTo>
                <a:lnTo>
                  <a:pt x="485775" y="42863"/>
                </a:lnTo>
                <a:lnTo>
                  <a:pt x="490538" y="47625"/>
                </a:lnTo>
                <a:lnTo>
                  <a:pt x="495300" y="52388"/>
                </a:lnTo>
                <a:lnTo>
                  <a:pt x="500063" y="57150"/>
                </a:lnTo>
                <a:lnTo>
                  <a:pt x="504825" y="61913"/>
                </a:lnTo>
                <a:lnTo>
                  <a:pt x="509588" y="66675"/>
                </a:lnTo>
                <a:lnTo>
                  <a:pt x="514350" y="71438"/>
                </a:lnTo>
                <a:lnTo>
                  <a:pt x="519113" y="76200"/>
                </a:lnTo>
                <a:lnTo>
                  <a:pt x="523875" y="80963"/>
                </a:lnTo>
                <a:lnTo>
                  <a:pt x="523875" y="90488"/>
                </a:lnTo>
                <a:lnTo>
                  <a:pt x="528638" y="95250"/>
                </a:lnTo>
                <a:lnTo>
                  <a:pt x="533400" y="100013"/>
                </a:lnTo>
                <a:lnTo>
                  <a:pt x="533400" y="109538"/>
                </a:lnTo>
                <a:lnTo>
                  <a:pt x="538163" y="114300"/>
                </a:lnTo>
                <a:lnTo>
                  <a:pt x="542925" y="119063"/>
                </a:lnTo>
                <a:lnTo>
                  <a:pt x="542925" y="128588"/>
                </a:lnTo>
                <a:lnTo>
                  <a:pt x="547688" y="133350"/>
                </a:lnTo>
                <a:lnTo>
                  <a:pt x="552450" y="138113"/>
                </a:lnTo>
                <a:lnTo>
                  <a:pt x="552450" y="147638"/>
                </a:lnTo>
                <a:lnTo>
                  <a:pt x="552450" y="157163"/>
                </a:lnTo>
                <a:lnTo>
                  <a:pt x="552450" y="166688"/>
                </a:lnTo>
                <a:lnTo>
                  <a:pt x="557213" y="171450"/>
                </a:lnTo>
                <a:lnTo>
                  <a:pt x="561975" y="176213"/>
                </a:lnTo>
                <a:lnTo>
                  <a:pt x="561975" y="185738"/>
                </a:lnTo>
                <a:lnTo>
                  <a:pt x="561975" y="195263"/>
                </a:lnTo>
                <a:lnTo>
                  <a:pt x="561975" y="204788"/>
                </a:lnTo>
                <a:lnTo>
                  <a:pt x="566738" y="209550"/>
                </a:lnTo>
                <a:lnTo>
                  <a:pt x="576263" y="209550"/>
                </a:lnTo>
                <a:lnTo>
                  <a:pt x="585788" y="209550"/>
                </a:lnTo>
                <a:lnTo>
                  <a:pt x="595313" y="209550"/>
                </a:lnTo>
                <a:lnTo>
                  <a:pt x="604838" y="209550"/>
                </a:lnTo>
                <a:lnTo>
                  <a:pt x="614363" y="209550"/>
                </a:lnTo>
                <a:lnTo>
                  <a:pt x="623888" y="209550"/>
                </a:lnTo>
                <a:lnTo>
                  <a:pt x="633413" y="209550"/>
                </a:lnTo>
                <a:lnTo>
                  <a:pt x="638175" y="214313"/>
                </a:lnTo>
                <a:lnTo>
                  <a:pt x="633413" y="219075"/>
                </a:lnTo>
                <a:lnTo>
                  <a:pt x="623888" y="219075"/>
                </a:lnTo>
                <a:lnTo>
                  <a:pt x="614363" y="219075"/>
                </a:lnTo>
                <a:lnTo>
                  <a:pt x="604838" y="219075"/>
                </a:lnTo>
                <a:lnTo>
                  <a:pt x="595313" y="219075"/>
                </a:lnTo>
                <a:lnTo>
                  <a:pt x="585788" y="219075"/>
                </a:lnTo>
                <a:lnTo>
                  <a:pt x="576263" y="219075"/>
                </a:lnTo>
                <a:lnTo>
                  <a:pt x="566738" y="219075"/>
                </a:lnTo>
                <a:lnTo>
                  <a:pt x="557213" y="219075"/>
                </a:lnTo>
                <a:lnTo>
                  <a:pt x="547688" y="219075"/>
                </a:lnTo>
                <a:lnTo>
                  <a:pt x="538163" y="219075"/>
                </a:lnTo>
                <a:lnTo>
                  <a:pt x="528638" y="219075"/>
                </a:lnTo>
                <a:lnTo>
                  <a:pt x="519113" y="219075"/>
                </a:lnTo>
                <a:lnTo>
                  <a:pt x="509588" y="219075"/>
                </a:lnTo>
                <a:lnTo>
                  <a:pt x="500063" y="219075"/>
                </a:lnTo>
                <a:lnTo>
                  <a:pt x="490538" y="219075"/>
                </a:lnTo>
                <a:lnTo>
                  <a:pt x="481013" y="219075"/>
                </a:lnTo>
                <a:lnTo>
                  <a:pt x="471488" y="219075"/>
                </a:lnTo>
                <a:lnTo>
                  <a:pt x="461963" y="219075"/>
                </a:lnTo>
                <a:lnTo>
                  <a:pt x="452438" y="219075"/>
                </a:lnTo>
                <a:lnTo>
                  <a:pt x="442913" y="219075"/>
                </a:lnTo>
                <a:lnTo>
                  <a:pt x="433388" y="219075"/>
                </a:lnTo>
                <a:lnTo>
                  <a:pt x="423863" y="219075"/>
                </a:lnTo>
                <a:lnTo>
                  <a:pt x="414338" y="219075"/>
                </a:lnTo>
                <a:lnTo>
                  <a:pt x="404813" y="219075"/>
                </a:lnTo>
                <a:lnTo>
                  <a:pt x="395288" y="219075"/>
                </a:lnTo>
                <a:lnTo>
                  <a:pt x="385763" y="219075"/>
                </a:lnTo>
                <a:lnTo>
                  <a:pt x="376238" y="219075"/>
                </a:lnTo>
                <a:lnTo>
                  <a:pt x="366713" y="219075"/>
                </a:lnTo>
                <a:lnTo>
                  <a:pt x="357188" y="219075"/>
                </a:lnTo>
                <a:lnTo>
                  <a:pt x="347663" y="219075"/>
                </a:lnTo>
                <a:lnTo>
                  <a:pt x="338138" y="219075"/>
                </a:lnTo>
                <a:lnTo>
                  <a:pt x="328613" y="219075"/>
                </a:lnTo>
                <a:lnTo>
                  <a:pt x="319088" y="219075"/>
                </a:lnTo>
                <a:lnTo>
                  <a:pt x="309563" y="219075"/>
                </a:lnTo>
                <a:lnTo>
                  <a:pt x="300038" y="219075"/>
                </a:lnTo>
                <a:lnTo>
                  <a:pt x="290513" y="219075"/>
                </a:lnTo>
                <a:lnTo>
                  <a:pt x="280988" y="219075"/>
                </a:lnTo>
                <a:lnTo>
                  <a:pt x="271463" y="219075"/>
                </a:lnTo>
                <a:lnTo>
                  <a:pt x="261938" y="219075"/>
                </a:lnTo>
                <a:lnTo>
                  <a:pt x="252413" y="219075"/>
                </a:lnTo>
                <a:lnTo>
                  <a:pt x="242888" y="219075"/>
                </a:lnTo>
                <a:lnTo>
                  <a:pt x="233363" y="219075"/>
                </a:lnTo>
                <a:lnTo>
                  <a:pt x="223838" y="219075"/>
                </a:lnTo>
                <a:lnTo>
                  <a:pt x="214313" y="219075"/>
                </a:lnTo>
                <a:lnTo>
                  <a:pt x="204788" y="219075"/>
                </a:lnTo>
                <a:lnTo>
                  <a:pt x="195263" y="219075"/>
                </a:lnTo>
                <a:lnTo>
                  <a:pt x="185738" y="219075"/>
                </a:lnTo>
                <a:lnTo>
                  <a:pt x="176213" y="219075"/>
                </a:lnTo>
                <a:lnTo>
                  <a:pt x="171450" y="223838"/>
                </a:lnTo>
                <a:lnTo>
                  <a:pt x="171450" y="233363"/>
                </a:lnTo>
                <a:lnTo>
                  <a:pt x="171450" y="242888"/>
                </a:lnTo>
                <a:lnTo>
                  <a:pt x="171450" y="252413"/>
                </a:lnTo>
                <a:lnTo>
                  <a:pt x="171450" y="261938"/>
                </a:lnTo>
                <a:lnTo>
                  <a:pt x="171450" y="271463"/>
                </a:lnTo>
                <a:lnTo>
                  <a:pt x="171450" y="280988"/>
                </a:lnTo>
                <a:lnTo>
                  <a:pt x="171450" y="290513"/>
                </a:lnTo>
                <a:lnTo>
                  <a:pt x="171450" y="300038"/>
                </a:lnTo>
                <a:lnTo>
                  <a:pt x="171450" y="309563"/>
                </a:lnTo>
                <a:lnTo>
                  <a:pt x="171450" y="319088"/>
                </a:lnTo>
                <a:lnTo>
                  <a:pt x="171450" y="328613"/>
                </a:lnTo>
                <a:lnTo>
                  <a:pt x="171450" y="338138"/>
                </a:lnTo>
                <a:lnTo>
                  <a:pt x="171450" y="347663"/>
                </a:lnTo>
                <a:lnTo>
                  <a:pt x="171450" y="357188"/>
                </a:lnTo>
                <a:lnTo>
                  <a:pt x="171450" y="366713"/>
                </a:lnTo>
                <a:lnTo>
                  <a:pt x="171450" y="376238"/>
                </a:lnTo>
                <a:lnTo>
                  <a:pt x="171450" y="385763"/>
                </a:lnTo>
                <a:lnTo>
                  <a:pt x="171450" y="395288"/>
                </a:lnTo>
                <a:lnTo>
                  <a:pt x="171450" y="404813"/>
                </a:lnTo>
                <a:lnTo>
                  <a:pt x="171450" y="414338"/>
                </a:lnTo>
                <a:lnTo>
                  <a:pt x="171450" y="423863"/>
                </a:lnTo>
                <a:lnTo>
                  <a:pt x="171450" y="433388"/>
                </a:lnTo>
                <a:lnTo>
                  <a:pt x="171450" y="442913"/>
                </a:lnTo>
                <a:lnTo>
                  <a:pt x="171450" y="452438"/>
                </a:lnTo>
                <a:lnTo>
                  <a:pt x="171450" y="461963"/>
                </a:lnTo>
                <a:lnTo>
                  <a:pt x="171450" y="471488"/>
                </a:lnTo>
                <a:lnTo>
                  <a:pt x="171450" y="481013"/>
                </a:lnTo>
                <a:lnTo>
                  <a:pt x="166688" y="485775"/>
                </a:lnTo>
                <a:lnTo>
                  <a:pt x="157163" y="485775"/>
                </a:lnTo>
                <a:lnTo>
                  <a:pt x="152400" y="481013"/>
                </a:lnTo>
                <a:lnTo>
                  <a:pt x="147638" y="476250"/>
                </a:lnTo>
                <a:lnTo>
                  <a:pt x="138113" y="476250"/>
                </a:lnTo>
                <a:lnTo>
                  <a:pt x="133350" y="471488"/>
                </a:lnTo>
                <a:lnTo>
                  <a:pt x="128588" y="466725"/>
                </a:lnTo>
                <a:lnTo>
                  <a:pt x="123825" y="461963"/>
                </a:lnTo>
                <a:lnTo>
                  <a:pt x="119063" y="457200"/>
                </a:lnTo>
                <a:lnTo>
                  <a:pt x="109538" y="457200"/>
                </a:lnTo>
                <a:lnTo>
                  <a:pt x="104775" y="452438"/>
                </a:lnTo>
                <a:lnTo>
                  <a:pt x="100013" y="447675"/>
                </a:lnTo>
                <a:lnTo>
                  <a:pt x="95250" y="442913"/>
                </a:lnTo>
                <a:lnTo>
                  <a:pt x="90488" y="438150"/>
                </a:lnTo>
                <a:lnTo>
                  <a:pt x="85725" y="433388"/>
                </a:lnTo>
                <a:lnTo>
                  <a:pt x="80963" y="428625"/>
                </a:lnTo>
                <a:lnTo>
                  <a:pt x="76200" y="423863"/>
                </a:lnTo>
                <a:lnTo>
                  <a:pt x="71438" y="419100"/>
                </a:lnTo>
                <a:lnTo>
                  <a:pt x="66675" y="414338"/>
                </a:lnTo>
                <a:lnTo>
                  <a:pt x="61913" y="409575"/>
                </a:lnTo>
                <a:lnTo>
                  <a:pt x="57150" y="404813"/>
                </a:lnTo>
                <a:lnTo>
                  <a:pt x="57150" y="395288"/>
                </a:lnTo>
                <a:lnTo>
                  <a:pt x="52388" y="390525"/>
                </a:lnTo>
                <a:lnTo>
                  <a:pt x="47625" y="385763"/>
                </a:lnTo>
                <a:lnTo>
                  <a:pt x="42863" y="381000"/>
                </a:lnTo>
                <a:lnTo>
                  <a:pt x="38100" y="376238"/>
                </a:lnTo>
                <a:lnTo>
                  <a:pt x="38100" y="366713"/>
                </a:lnTo>
                <a:lnTo>
                  <a:pt x="33338" y="361950"/>
                </a:lnTo>
                <a:lnTo>
                  <a:pt x="28575" y="357188"/>
                </a:lnTo>
                <a:lnTo>
                  <a:pt x="28575" y="347663"/>
                </a:lnTo>
                <a:lnTo>
                  <a:pt x="23813" y="342900"/>
                </a:lnTo>
                <a:lnTo>
                  <a:pt x="19050" y="338138"/>
                </a:lnTo>
                <a:lnTo>
                  <a:pt x="19050" y="328613"/>
                </a:lnTo>
                <a:lnTo>
                  <a:pt x="14288" y="323850"/>
                </a:lnTo>
                <a:lnTo>
                  <a:pt x="9525" y="319088"/>
                </a:lnTo>
                <a:lnTo>
                  <a:pt x="9525" y="309563"/>
                </a:lnTo>
                <a:lnTo>
                  <a:pt x="9525" y="300038"/>
                </a:lnTo>
                <a:lnTo>
                  <a:pt x="4763" y="295275"/>
                </a:lnTo>
                <a:lnTo>
                  <a:pt x="0" y="290513"/>
                </a:lnTo>
                <a:lnTo>
                  <a:pt x="4763" y="285750"/>
                </a:lnTo>
                <a:lnTo>
                  <a:pt x="9525" y="280988"/>
                </a:lnTo>
                <a:lnTo>
                  <a:pt x="4763" y="276225"/>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4763" y="171450"/>
                </a:lnTo>
                <a:lnTo>
                  <a:pt x="9525" y="166688"/>
                </a:lnTo>
                <a:lnTo>
                  <a:pt x="9525" y="157163"/>
                </a:lnTo>
                <a:lnTo>
                  <a:pt x="9525" y="147638"/>
                </a:lnTo>
                <a:lnTo>
                  <a:pt x="9525" y="138113"/>
                </a:lnTo>
                <a:lnTo>
                  <a:pt x="14288" y="133350"/>
                </a:lnTo>
                <a:lnTo>
                  <a:pt x="19050" y="128588"/>
                </a:lnTo>
                <a:lnTo>
                  <a:pt x="19050" y="119063"/>
                </a:lnTo>
                <a:lnTo>
                  <a:pt x="23813" y="114300"/>
                </a:lnTo>
                <a:lnTo>
                  <a:pt x="28575" y="109538"/>
                </a:lnTo>
                <a:lnTo>
                  <a:pt x="28575" y="100013"/>
                </a:lnTo>
                <a:lnTo>
                  <a:pt x="33338" y="95250"/>
                </a:lnTo>
                <a:lnTo>
                  <a:pt x="38100" y="90488"/>
                </a:lnTo>
                <a:lnTo>
                  <a:pt x="38100" y="80963"/>
                </a:lnTo>
                <a:lnTo>
                  <a:pt x="42863" y="76200"/>
                </a:lnTo>
                <a:lnTo>
                  <a:pt x="47625" y="71438"/>
                </a:lnTo>
                <a:lnTo>
                  <a:pt x="52388" y="66675"/>
                </a:lnTo>
                <a:lnTo>
                  <a:pt x="57150" y="71438"/>
                </a:lnTo>
                <a:lnTo>
                  <a:pt x="61913" y="76200"/>
                </a:lnTo>
                <a:lnTo>
                  <a:pt x="71438" y="76200"/>
                </a:lnTo>
                <a:lnTo>
                  <a:pt x="80963" y="76200"/>
                </a:lnTo>
                <a:lnTo>
                  <a:pt x="90488" y="76200"/>
                </a:lnTo>
                <a:lnTo>
                  <a:pt x="100013" y="76200"/>
                </a:lnTo>
                <a:lnTo>
                  <a:pt x="109538" y="76200"/>
                </a:lnTo>
                <a:lnTo>
                  <a:pt x="119063" y="76200"/>
                </a:lnTo>
                <a:lnTo>
                  <a:pt x="128588" y="76200"/>
                </a:lnTo>
                <a:lnTo>
                  <a:pt x="138113" y="76200"/>
                </a:lnTo>
                <a:lnTo>
                  <a:pt x="147638" y="76200"/>
                </a:lnTo>
                <a:lnTo>
                  <a:pt x="152400" y="80963"/>
                </a:lnTo>
                <a:lnTo>
                  <a:pt x="157163" y="85725"/>
                </a:lnTo>
                <a:lnTo>
                  <a:pt x="166688" y="85725"/>
                </a:lnTo>
                <a:lnTo>
                  <a:pt x="176213" y="85725"/>
                </a:lnTo>
                <a:lnTo>
                  <a:pt x="185738" y="85725"/>
                </a:lnTo>
                <a:lnTo>
                  <a:pt x="195263" y="85725"/>
                </a:lnTo>
                <a:lnTo>
                  <a:pt x="204788" y="85725"/>
                </a:lnTo>
                <a:lnTo>
                  <a:pt x="214313" y="85725"/>
                </a:lnTo>
                <a:lnTo>
                  <a:pt x="223838" y="85725"/>
                </a:lnTo>
                <a:lnTo>
                  <a:pt x="233363" y="85725"/>
                </a:lnTo>
                <a:lnTo>
                  <a:pt x="238125" y="80963"/>
                </a:lnTo>
                <a:lnTo>
                  <a:pt x="242888" y="76200"/>
                </a:lnTo>
                <a:lnTo>
                  <a:pt x="252413" y="76200"/>
                </a:lnTo>
                <a:lnTo>
                  <a:pt x="261938" y="76200"/>
                </a:lnTo>
                <a:lnTo>
                  <a:pt x="271463" y="76200"/>
                </a:lnTo>
                <a:lnTo>
                  <a:pt x="280988" y="76200"/>
                </a:lnTo>
                <a:lnTo>
                  <a:pt x="290513" y="76200"/>
                </a:lnTo>
                <a:lnTo>
                  <a:pt x="300038" y="76200"/>
                </a:lnTo>
                <a:lnTo>
                  <a:pt x="309563" y="76200"/>
                </a:lnTo>
                <a:lnTo>
                  <a:pt x="319088" y="76200"/>
                </a:lnTo>
                <a:lnTo>
                  <a:pt x="328613" y="76200"/>
                </a:lnTo>
                <a:lnTo>
                  <a:pt x="333375" y="71438"/>
                </a:lnTo>
                <a:lnTo>
                  <a:pt x="338138" y="66675"/>
                </a:lnTo>
                <a:lnTo>
                  <a:pt x="347663" y="66675"/>
                </a:lnTo>
                <a:lnTo>
                  <a:pt x="357188" y="66675"/>
                </a:lnTo>
                <a:lnTo>
                  <a:pt x="366713" y="66675"/>
                </a:lnTo>
                <a:lnTo>
                  <a:pt x="376238" y="66675"/>
                </a:lnTo>
                <a:lnTo>
                  <a:pt x="381000" y="61913"/>
                </a:lnTo>
                <a:lnTo>
                  <a:pt x="385763" y="57150"/>
                </a:lnTo>
                <a:lnTo>
                  <a:pt x="395288" y="57150"/>
                </a:lnTo>
                <a:lnTo>
                  <a:pt x="404813" y="57150"/>
                </a:lnTo>
                <a:lnTo>
                  <a:pt x="409575" y="52388"/>
                </a:lnTo>
                <a:lnTo>
                  <a:pt x="414338" y="47625"/>
                </a:lnTo>
                <a:lnTo>
                  <a:pt x="423863" y="47625"/>
                </a:lnTo>
                <a:lnTo>
                  <a:pt x="428625" y="42863"/>
                </a:lnTo>
                <a:lnTo>
                  <a:pt x="433388" y="38100"/>
                </a:lnTo>
                <a:lnTo>
                  <a:pt x="438150" y="33338"/>
                </a:lnTo>
                <a:lnTo>
                  <a:pt x="438150" y="23813"/>
                </a:lnTo>
                <a:lnTo>
                  <a:pt x="438150" y="14288"/>
                </a:lnTo>
                <a:lnTo>
                  <a:pt x="438150" y="4763"/>
                </a:lnTo>
                <a:close/>
              </a:path>
            </a:pathLst>
          </a:custGeom>
          <a:solidFill xmlns:a="http://schemas.openxmlformats.org/drawingml/2006/main">
            <a:srgbClr val="F8D1AA"/>
          </a:solidFill>
          <a:ln xmlns:a="http://schemas.openxmlformats.org/drawingml/2006/main" w="0">
            <a:noFill/>
            <a:prstDash val="solid"/>
          </a:ln>
        </p:spPr>
      </p:sp>
      <p:sp>
        <p:nvSpPr>
          <p:cNvPr id="769" name="layout-orange-104-9">
            <a:extLst xmlns:a="http://schemas.openxmlformats.org/drawingml/2006/main">
              <a:ext uri="{FF2B5EF4-FFF2-40B4-BE49-F238E27FC236}">
                <a16:creationId xmlns:a16="http://schemas.microsoft.com/office/drawing/2014/main" id="{F4E635C1-D08A-4A2E-81CF-40CD69866DE9}"/>
              </a:ext>
            </a:extLst>
          </p:cNvPr>
          <p:cNvSpPr>
            <a:spLocks xmlns:a="http://schemas.openxmlformats.org/drawingml/2006/main" noGrp="1"/>
          </p:cNvSpPr>
          <p:nvPr/>
        </p:nvSpPr>
        <p:spPr>
          <a:xfrm xmlns:a="http://schemas.openxmlformats.org/drawingml/2006/main" rot="0">
            <a:off x="2371725" y="4162425"/>
            <a:ext cx="9525" cy="76200"/>
          </a:xfrm>
          <a:custGeom xmlns:a="http://schemas.openxmlformats.org/drawingml/2006/main">
            <a:pathLst>
              <a:path w="9525" h="7620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4763" y="76200"/>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8D1AA"/>
          </a:solidFill>
          <a:ln xmlns:a="http://schemas.openxmlformats.org/drawingml/2006/main" w="0">
            <a:noFill/>
            <a:prstDash val="solid"/>
          </a:ln>
        </p:spPr>
      </p:sp>
      <p:sp>
        <p:nvSpPr>
          <p:cNvPr id="770" name="layout-orange-104-10">
            <a:extLst xmlns:a="http://schemas.openxmlformats.org/drawingml/2006/main">
              <a:ext uri="{FF2B5EF4-FFF2-40B4-BE49-F238E27FC236}">
                <a16:creationId xmlns:a16="http://schemas.microsoft.com/office/drawing/2014/main" id="{469FEFE8-DD0D-40D7-B77F-1E604EBD7958}"/>
              </a:ext>
            </a:extLst>
          </p:cNvPr>
          <p:cNvSpPr>
            <a:spLocks xmlns:a="http://schemas.openxmlformats.org/drawingml/2006/main" noGrp="1"/>
          </p:cNvSpPr>
          <p:nvPr/>
        </p:nvSpPr>
        <p:spPr>
          <a:xfrm xmlns:a="http://schemas.openxmlformats.org/drawingml/2006/main" rot="0">
            <a:off x="2095500" y="4238625"/>
            <a:ext cx="161925" cy="9525"/>
          </a:xfrm>
          <a:custGeom xmlns:a="http://schemas.openxmlformats.org/drawingml/2006/main">
            <a:pathLst>
              <a:path w="16192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1925" y="4763"/>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F8D1AA"/>
          </a:solidFill>
          <a:ln xmlns:a="http://schemas.openxmlformats.org/drawingml/2006/main" w="0">
            <a:noFill/>
            <a:prstDash val="solid"/>
          </a:ln>
        </p:spPr>
      </p:sp>
      <p:sp>
        <p:nvSpPr>
          <p:cNvPr id="771" name="layout-orange-105-0">
            <a:extLst xmlns:a="http://schemas.openxmlformats.org/drawingml/2006/main">
              <a:ext uri="{FF2B5EF4-FFF2-40B4-BE49-F238E27FC236}">
                <a16:creationId xmlns:a16="http://schemas.microsoft.com/office/drawing/2014/main" id="{D6D34B07-B8FF-43C6-A063-10DD3640E71F}"/>
              </a:ext>
            </a:extLst>
          </p:cNvPr>
          <p:cNvSpPr>
            <a:spLocks xmlns:a="http://schemas.openxmlformats.org/drawingml/2006/main" noGrp="1"/>
          </p:cNvSpPr>
          <p:nvPr/>
        </p:nvSpPr>
        <p:spPr>
          <a:xfrm xmlns:a="http://schemas.openxmlformats.org/drawingml/2006/main" rot="0">
            <a:off x="3009900" y="3371850"/>
            <a:ext cx="9525" cy="428625"/>
          </a:xfrm>
          <a:custGeom xmlns:a="http://schemas.openxmlformats.org/drawingml/2006/main">
            <a:pathLst>
              <a:path w="9525" h="4286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9525" y="423863"/>
                </a:lnTo>
                <a:lnTo>
                  <a:pt x="4763" y="428625"/>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8D2AE"/>
          </a:solidFill>
          <a:ln xmlns:a="http://schemas.openxmlformats.org/drawingml/2006/main" w="0">
            <a:noFill/>
            <a:prstDash val="solid"/>
          </a:ln>
        </p:spPr>
      </p:sp>
      <p:sp>
        <p:nvSpPr>
          <p:cNvPr id="772" name="layout-orange-105-1">
            <a:extLst xmlns:a="http://schemas.openxmlformats.org/drawingml/2006/main">
              <a:ext uri="{FF2B5EF4-FFF2-40B4-BE49-F238E27FC236}">
                <a16:creationId xmlns:a16="http://schemas.microsoft.com/office/drawing/2014/main" id="{FAF860B0-EAFA-4B98-9280-ECA63BB1559E}"/>
              </a:ext>
            </a:extLst>
          </p:cNvPr>
          <p:cNvSpPr>
            <a:spLocks xmlns:a="http://schemas.openxmlformats.org/drawingml/2006/main" noGrp="1"/>
          </p:cNvSpPr>
          <p:nvPr/>
        </p:nvSpPr>
        <p:spPr>
          <a:xfrm xmlns:a="http://schemas.openxmlformats.org/drawingml/2006/main" rot="0">
            <a:off x="2438400" y="35528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F8D2AE"/>
          </a:solidFill>
          <a:ln xmlns:a="http://schemas.openxmlformats.org/drawingml/2006/main" w="0">
            <a:noFill/>
            <a:prstDash val="solid"/>
          </a:ln>
        </p:spPr>
      </p:sp>
      <p:sp>
        <p:nvSpPr>
          <p:cNvPr id="773" name="layout-orange-105-2">
            <a:extLst xmlns:a="http://schemas.openxmlformats.org/drawingml/2006/main">
              <a:ext uri="{FF2B5EF4-FFF2-40B4-BE49-F238E27FC236}">
                <a16:creationId xmlns:a16="http://schemas.microsoft.com/office/drawing/2014/main" id="{185CE839-0938-41B8-B4F3-1921FB306F95}"/>
              </a:ext>
            </a:extLst>
          </p:cNvPr>
          <p:cNvSpPr>
            <a:spLocks xmlns:a="http://schemas.openxmlformats.org/drawingml/2006/main" noGrp="1"/>
          </p:cNvSpPr>
          <p:nvPr/>
        </p:nvSpPr>
        <p:spPr>
          <a:xfrm xmlns:a="http://schemas.openxmlformats.org/drawingml/2006/main" rot="0">
            <a:off x="2295525" y="3562350"/>
            <a:ext cx="323850" cy="85725"/>
          </a:xfrm>
          <a:custGeom xmlns:a="http://schemas.openxmlformats.org/drawingml/2006/main">
            <a:pathLst>
              <a:path w="323850" h="85725">
                <a:moveTo>
                  <a:pt x="152400" y="4763"/>
                </a:moveTo>
                <a:lnTo>
                  <a:pt x="157163" y="0"/>
                </a:lnTo>
                <a:lnTo>
                  <a:pt x="166688" y="0"/>
                </a:lnTo>
                <a:lnTo>
                  <a:pt x="176213" y="0"/>
                </a:lnTo>
                <a:lnTo>
                  <a:pt x="185738" y="0"/>
                </a:lnTo>
                <a:lnTo>
                  <a:pt x="195263" y="0"/>
                </a:lnTo>
                <a:lnTo>
                  <a:pt x="204788" y="0"/>
                </a:lnTo>
                <a:lnTo>
                  <a:pt x="214313" y="0"/>
                </a:lnTo>
                <a:lnTo>
                  <a:pt x="223838" y="0"/>
                </a:lnTo>
                <a:lnTo>
                  <a:pt x="233363" y="0"/>
                </a:lnTo>
                <a:lnTo>
                  <a:pt x="238125" y="4763"/>
                </a:lnTo>
                <a:lnTo>
                  <a:pt x="242888" y="9525"/>
                </a:lnTo>
                <a:lnTo>
                  <a:pt x="252413" y="9525"/>
                </a:lnTo>
                <a:lnTo>
                  <a:pt x="261938" y="9525"/>
                </a:lnTo>
                <a:lnTo>
                  <a:pt x="271463" y="9525"/>
                </a:lnTo>
                <a:lnTo>
                  <a:pt x="276225" y="14288"/>
                </a:lnTo>
                <a:lnTo>
                  <a:pt x="280988" y="19050"/>
                </a:lnTo>
                <a:lnTo>
                  <a:pt x="290513" y="19050"/>
                </a:lnTo>
                <a:lnTo>
                  <a:pt x="300038" y="19050"/>
                </a:lnTo>
                <a:lnTo>
                  <a:pt x="304800" y="23813"/>
                </a:lnTo>
                <a:lnTo>
                  <a:pt x="309563" y="28575"/>
                </a:lnTo>
                <a:lnTo>
                  <a:pt x="319088" y="28575"/>
                </a:lnTo>
                <a:lnTo>
                  <a:pt x="323850" y="33338"/>
                </a:lnTo>
                <a:lnTo>
                  <a:pt x="319088" y="38100"/>
                </a:lnTo>
                <a:lnTo>
                  <a:pt x="314325" y="42863"/>
                </a:lnTo>
                <a:lnTo>
                  <a:pt x="309563" y="47625"/>
                </a:lnTo>
                <a:lnTo>
                  <a:pt x="304800" y="52388"/>
                </a:lnTo>
                <a:lnTo>
                  <a:pt x="300038" y="57150"/>
                </a:lnTo>
                <a:lnTo>
                  <a:pt x="290513" y="57150"/>
                </a:lnTo>
                <a:lnTo>
                  <a:pt x="280988" y="57150"/>
                </a:lnTo>
                <a:lnTo>
                  <a:pt x="276225" y="61913"/>
                </a:lnTo>
                <a:lnTo>
                  <a:pt x="271463" y="66675"/>
                </a:lnTo>
                <a:lnTo>
                  <a:pt x="261938" y="66675"/>
                </a:lnTo>
                <a:lnTo>
                  <a:pt x="252413" y="66675"/>
                </a:lnTo>
                <a:lnTo>
                  <a:pt x="242888" y="66675"/>
                </a:lnTo>
                <a:lnTo>
                  <a:pt x="238125" y="71438"/>
                </a:lnTo>
                <a:lnTo>
                  <a:pt x="233363" y="76200"/>
                </a:lnTo>
                <a:lnTo>
                  <a:pt x="223838" y="76200"/>
                </a:lnTo>
                <a:lnTo>
                  <a:pt x="214313" y="76200"/>
                </a:lnTo>
                <a:lnTo>
                  <a:pt x="204788" y="76200"/>
                </a:lnTo>
                <a:lnTo>
                  <a:pt x="195263" y="76200"/>
                </a:lnTo>
                <a:lnTo>
                  <a:pt x="185738" y="76200"/>
                </a:lnTo>
                <a:lnTo>
                  <a:pt x="176213" y="76200"/>
                </a:lnTo>
                <a:lnTo>
                  <a:pt x="166688" y="76200"/>
                </a:lnTo>
                <a:lnTo>
                  <a:pt x="157163" y="76200"/>
                </a:lnTo>
                <a:lnTo>
                  <a:pt x="147638" y="76200"/>
                </a:lnTo>
                <a:lnTo>
                  <a:pt x="138113" y="76200"/>
                </a:lnTo>
                <a:lnTo>
                  <a:pt x="133350" y="80963"/>
                </a:lnTo>
                <a:lnTo>
                  <a:pt x="128588" y="85725"/>
                </a:lnTo>
                <a:lnTo>
                  <a:pt x="119063" y="85725"/>
                </a:lnTo>
                <a:lnTo>
                  <a:pt x="109538" y="85725"/>
                </a:lnTo>
                <a:lnTo>
                  <a:pt x="100013" y="85725"/>
                </a:lnTo>
                <a:lnTo>
                  <a:pt x="90488" y="85725"/>
                </a:lnTo>
                <a:lnTo>
                  <a:pt x="80963" y="85725"/>
                </a:lnTo>
                <a:lnTo>
                  <a:pt x="76200" y="80963"/>
                </a:lnTo>
                <a:lnTo>
                  <a:pt x="71438" y="76200"/>
                </a:lnTo>
                <a:lnTo>
                  <a:pt x="61913" y="76200"/>
                </a:lnTo>
                <a:lnTo>
                  <a:pt x="52388" y="76200"/>
                </a:lnTo>
                <a:lnTo>
                  <a:pt x="42863" y="76200"/>
                </a:lnTo>
                <a:lnTo>
                  <a:pt x="33338" y="76200"/>
                </a:lnTo>
                <a:lnTo>
                  <a:pt x="23813" y="76200"/>
                </a:lnTo>
                <a:lnTo>
                  <a:pt x="14288" y="76200"/>
                </a:lnTo>
                <a:lnTo>
                  <a:pt x="4763" y="76200"/>
                </a:lnTo>
                <a:lnTo>
                  <a:pt x="0" y="71438"/>
                </a:lnTo>
                <a:lnTo>
                  <a:pt x="0" y="61913"/>
                </a:lnTo>
                <a:lnTo>
                  <a:pt x="4763" y="57150"/>
                </a:lnTo>
                <a:lnTo>
                  <a:pt x="9525" y="52388"/>
                </a:lnTo>
                <a:lnTo>
                  <a:pt x="14288" y="47625"/>
                </a:lnTo>
                <a:lnTo>
                  <a:pt x="23813" y="47625"/>
                </a:lnTo>
                <a:lnTo>
                  <a:pt x="28575" y="42863"/>
                </a:lnTo>
                <a:lnTo>
                  <a:pt x="33338" y="38100"/>
                </a:lnTo>
                <a:lnTo>
                  <a:pt x="38100" y="33338"/>
                </a:lnTo>
                <a:lnTo>
                  <a:pt x="42863" y="28575"/>
                </a:lnTo>
                <a:lnTo>
                  <a:pt x="47625" y="23813"/>
                </a:lnTo>
                <a:lnTo>
                  <a:pt x="52388" y="19050"/>
                </a:lnTo>
                <a:lnTo>
                  <a:pt x="61913" y="19050"/>
                </a:lnTo>
                <a:lnTo>
                  <a:pt x="66675" y="23813"/>
                </a:lnTo>
                <a:lnTo>
                  <a:pt x="66675" y="33338"/>
                </a:lnTo>
                <a:lnTo>
                  <a:pt x="66675" y="42863"/>
                </a:lnTo>
                <a:lnTo>
                  <a:pt x="66675" y="52388"/>
                </a:lnTo>
                <a:lnTo>
                  <a:pt x="71438" y="57150"/>
                </a:lnTo>
                <a:lnTo>
                  <a:pt x="76200" y="61913"/>
                </a:lnTo>
                <a:lnTo>
                  <a:pt x="80963" y="66675"/>
                </a:lnTo>
                <a:lnTo>
                  <a:pt x="90488" y="66675"/>
                </a:lnTo>
                <a:lnTo>
                  <a:pt x="95250" y="71438"/>
                </a:lnTo>
                <a:lnTo>
                  <a:pt x="100013" y="76200"/>
                </a:lnTo>
                <a:lnTo>
                  <a:pt x="109538" y="76200"/>
                </a:lnTo>
                <a:lnTo>
                  <a:pt x="119063" y="76200"/>
                </a:lnTo>
                <a:lnTo>
                  <a:pt x="123825" y="71438"/>
                </a:lnTo>
                <a:lnTo>
                  <a:pt x="128588" y="66675"/>
                </a:lnTo>
                <a:lnTo>
                  <a:pt x="138113" y="66675"/>
                </a:lnTo>
                <a:lnTo>
                  <a:pt x="142875" y="61913"/>
                </a:lnTo>
                <a:lnTo>
                  <a:pt x="147638" y="57150"/>
                </a:lnTo>
                <a:lnTo>
                  <a:pt x="152400" y="52388"/>
                </a:lnTo>
                <a:lnTo>
                  <a:pt x="152400" y="42863"/>
                </a:lnTo>
                <a:lnTo>
                  <a:pt x="152400" y="33338"/>
                </a:lnTo>
                <a:lnTo>
                  <a:pt x="152400" y="23813"/>
                </a:lnTo>
                <a:lnTo>
                  <a:pt x="152400" y="14288"/>
                </a:lnTo>
                <a:lnTo>
                  <a:pt x="152400" y="4763"/>
                </a:lnTo>
                <a:close/>
              </a:path>
            </a:pathLst>
          </a:custGeom>
          <a:solidFill xmlns:a="http://schemas.openxmlformats.org/drawingml/2006/main">
            <a:srgbClr val="F8D2AE"/>
          </a:solidFill>
          <a:ln xmlns:a="http://schemas.openxmlformats.org/drawingml/2006/main" w="0">
            <a:noFill/>
            <a:prstDash val="solid"/>
          </a:ln>
        </p:spPr>
      </p:sp>
      <p:sp>
        <p:nvSpPr>
          <p:cNvPr id="774" name="layout-orange-105-3">
            <a:extLst xmlns:a="http://schemas.openxmlformats.org/drawingml/2006/main">
              <a:ext uri="{FF2B5EF4-FFF2-40B4-BE49-F238E27FC236}">
                <a16:creationId xmlns:a16="http://schemas.microsoft.com/office/drawing/2014/main" id="{65F24804-AA53-45D1-9AE5-191FD1AB5E00}"/>
              </a:ext>
            </a:extLst>
          </p:cNvPr>
          <p:cNvSpPr>
            <a:spLocks xmlns:a="http://schemas.openxmlformats.org/drawingml/2006/main" noGrp="1"/>
          </p:cNvSpPr>
          <p:nvPr/>
        </p:nvSpPr>
        <p:spPr>
          <a:xfrm xmlns:a="http://schemas.openxmlformats.org/drawingml/2006/main" rot="0">
            <a:off x="2219325" y="3600450"/>
            <a:ext cx="581025" cy="447675"/>
          </a:xfrm>
          <a:custGeom xmlns:a="http://schemas.openxmlformats.org/drawingml/2006/main">
            <a:pathLst>
              <a:path w="581025" h="447675">
                <a:moveTo>
                  <a:pt x="419100" y="4763"/>
                </a:moveTo>
                <a:lnTo>
                  <a:pt x="423863" y="0"/>
                </a:lnTo>
                <a:lnTo>
                  <a:pt x="428625" y="4763"/>
                </a:lnTo>
                <a:lnTo>
                  <a:pt x="433388" y="9525"/>
                </a:lnTo>
                <a:lnTo>
                  <a:pt x="438150" y="14288"/>
                </a:lnTo>
                <a:lnTo>
                  <a:pt x="442913" y="19050"/>
                </a:lnTo>
                <a:lnTo>
                  <a:pt x="447675" y="23813"/>
                </a:lnTo>
                <a:lnTo>
                  <a:pt x="452438" y="28575"/>
                </a:lnTo>
                <a:lnTo>
                  <a:pt x="457200" y="33338"/>
                </a:lnTo>
                <a:lnTo>
                  <a:pt x="461963" y="38100"/>
                </a:lnTo>
                <a:lnTo>
                  <a:pt x="466725" y="42863"/>
                </a:lnTo>
                <a:lnTo>
                  <a:pt x="471488" y="47625"/>
                </a:lnTo>
                <a:lnTo>
                  <a:pt x="476250" y="52388"/>
                </a:lnTo>
                <a:lnTo>
                  <a:pt x="476250" y="61913"/>
                </a:lnTo>
                <a:lnTo>
                  <a:pt x="476250" y="71438"/>
                </a:lnTo>
                <a:lnTo>
                  <a:pt x="481013" y="76200"/>
                </a:lnTo>
                <a:lnTo>
                  <a:pt x="490538" y="76200"/>
                </a:lnTo>
                <a:lnTo>
                  <a:pt x="495300" y="80963"/>
                </a:lnTo>
                <a:lnTo>
                  <a:pt x="495300" y="90488"/>
                </a:lnTo>
                <a:lnTo>
                  <a:pt x="495300" y="100013"/>
                </a:lnTo>
                <a:lnTo>
                  <a:pt x="500063" y="104775"/>
                </a:lnTo>
                <a:lnTo>
                  <a:pt x="504825" y="109538"/>
                </a:lnTo>
                <a:lnTo>
                  <a:pt x="509588" y="114300"/>
                </a:lnTo>
                <a:lnTo>
                  <a:pt x="514350" y="119063"/>
                </a:lnTo>
                <a:lnTo>
                  <a:pt x="514350" y="128588"/>
                </a:lnTo>
                <a:lnTo>
                  <a:pt x="514350" y="138113"/>
                </a:lnTo>
                <a:lnTo>
                  <a:pt x="514350" y="147638"/>
                </a:lnTo>
                <a:lnTo>
                  <a:pt x="519113" y="152400"/>
                </a:lnTo>
                <a:lnTo>
                  <a:pt x="523875" y="157163"/>
                </a:lnTo>
                <a:lnTo>
                  <a:pt x="519113" y="161925"/>
                </a:lnTo>
                <a:lnTo>
                  <a:pt x="514350" y="166688"/>
                </a:lnTo>
                <a:lnTo>
                  <a:pt x="519113" y="171450"/>
                </a:lnTo>
                <a:lnTo>
                  <a:pt x="523875" y="176213"/>
                </a:lnTo>
                <a:lnTo>
                  <a:pt x="523875" y="185738"/>
                </a:lnTo>
                <a:lnTo>
                  <a:pt x="528638" y="190500"/>
                </a:lnTo>
                <a:lnTo>
                  <a:pt x="538163" y="190500"/>
                </a:lnTo>
                <a:lnTo>
                  <a:pt x="547688" y="190500"/>
                </a:lnTo>
                <a:lnTo>
                  <a:pt x="557213" y="190500"/>
                </a:lnTo>
                <a:lnTo>
                  <a:pt x="566738" y="190500"/>
                </a:lnTo>
                <a:lnTo>
                  <a:pt x="576263" y="190500"/>
                </a:lnTo>
                <a:lnTo>
                  <a:pt x="581025" y="195263"/>
                </a:lnTo>
                <a:lnTo>
                  <a:pt x="576263" y="200025"/>
                </a:lnTo>
                <a:lnTo>
                  <a:pt x="566738" y="200025"/>
                </a:lnTo>
                <a:lnTo>
                  <a:pt x="557213" y="200025"/>
                </a:lnTo>
                <a:lnTo>
                  <a:pt x="547688" y="200025"/>
                </a:lnTo>
                <a:lnTo>
                  <a:pt x="538163" y="200025"/>
                </a:lnTo>
                <a:lnTo>
                  <a:pt x="528638" y="200025"/>
                </a:lnTo>
                <a:lnTo>
                  <a:pt x="519113" y="200025"/>
                </a:lnTo>
                <a:lnTo>
                  <a:pt x="509588" y="200025"/>
                </a:lnTo>
                <a:lnTo>
                  <a:pt x="500063" y="200025"/>
                </a:lnTo>
                <a:lnTo>
                  <a:pt x="490538" y="200025"/>
                </a:lnTo>
                <a:lnTo>
                  <a:pt x="481013" y="200025"/>
                </a:lnTo>
                <a:lnTo>
                  <a:pt x="471488" y="200025"/>
                </a:lnTo>
                <a:lnTo>
                  <a:pt x="461963" y="200025"/>
                </a:lnTo>
                <a:lnTo>
                  <a:pt x="452438" y="200025"/>
                </a:lnTo>
                <a:lnTo>
                  <a:pt x="442913" y="200025"/>
                </a:lnTo>
                <a:lnTo>
                  <a:pt x="433388" y="200025"/>
                </a:lnTo>
                <a:lnTo>
                  <a:pt x="423863" y="200025"/>
                </a:lnTo>
                <a:lnTo>
                  <a:pt x="414338" y="200025"/>
                </a:lnTo>
                <a:lnTo>
                  <a:pt x="404813" y="200025"/>
                </a:lnTo>
                <a:lnTo>
                  <a:pt x="395288" y="200025"/>
                </a:lnTo>
                <a:lnTo>
                  <a:pt x="385763" y="200025"/>
                </a:lnTo>
                <a:lnTo>
                  <a:pt x="376238" y="200025"/>
                </a:lnTo>
                <a:lnTo>
                  <a:pt x="366713" y="200025"/>
                </a:lnTo>
                <a:lnTo>
                  <a:pt x="357188" y="200025"/>
                </a:lnTo>
                <a:lnTo>
                  <a:pt x="347663" y="200025"/>
                </a:lnTo>
                <a:lnTo>
                  <a:pt x="338138" y="200025"/>
                </a:lnTo>
                <a:lnTo>
                  <a:pt x="328613" y="200025"/>
                </a:lnTo>
                <a:lnTo>
                  <a:pt x="319088" y="200025"/>
                </a:lnTo>
                <a:lnTo>
                  <a:pt x="309563" y="200025"/>
                </a:lnTo>
                <a:lnTo>
                  <a:pt x="300038" y="200025"/>
                </a:lnTo>
                <a:lnTo>
                  <a:pt x="290513" y="200025"/>
                </a:lnTo>
                <a:lnTo>
                  <a:pt x="280988" y="200025"/>
                </a:lnTo>
                <a:lnTo>
                  <a:pt x="271463" y="200025"/>
                </a:lnTo>
                <a:lnTo>
                  <a:pt x="261938" y="200025"/>
                </a:lnTo>
                <a:lnTo>
                  <a:pt x="252413" y="200025"/>
                </a:lnTo>
                <a:lnTo>
                  <a:pt x="242888" y="200025"/>
                </a:lnTo>
                <a:lnTo>
                  <a:pt x="233363" y="200025"/>
                </a:lnTo>
                <a:lnTo>
                  <a:pt x="223838" y="200025"/>
                </a:lnTo>
                <a:lnTo>
                  <a:pt x="214313" y="200025"/>
                </a:lnTo>
                <a:lnTo>
                  <a:pt x="204788" y="200025"/>
                </a:lnTo>
                <a:lnTo>
                  <a:pt x="195263" y="200025"/>
                </a:lnTo>
                <a:lnTo>
                  <a:pt x="185738" y="200025"/>
                </a:lnTo>
                <a:lnTo>
                  <a:pt x="176213" y="200025"/>
                </a:lnTo>
                <a:lnTo>
                  <a:pt x="166688" y="200025"/>
                </a:lnTo>
                <a:lnTo>
                  <a:pt x="157163" y="200025"/>
                </a:lnTo>
                <a:lnTo>
                  <a:pt x="152400" y="204788"/>
                </a:lnTo>
                <a:lnTo>
                  <a:pt x="152400" y="214313"/>
                </a:lnTo>
                <a:lnTo>
                  <a:pt x="152400" y="223838"/>
                </a:lnTo>
                <a:lnTo>
                  <a:pt x="152400" y="233363"/>
                </a:lnTo>
                <a:lnTo>
                  <a:pt x="152400" y="242888"/>
                </a:lnTo>
                <a:lnTo>
                  <a:pt x="152400" y="252413"/>
                </a:lnTo>
                <a:lnTo>
                  <a:pt x="152400" y="261938"/>
                </a:lnTo>
                <a:lnTo>
                  <a:pt x="152400" y="271463"/>
                </a:lnTo>
                <a:lnTo>
                  <a:pt x="152400" y="280988"/>
                </a:lnTo>
                <a:lnTo>
                  <a:pt x="152400" y="290513"/>
                </a:lnTo>
                <a:lnTo>
                  <a:pt x="152400" y="300038"/>
                </a:lnTo>
                <a:lnTo>
                  <a:pt x="152400" y="309563"/>
                </a:lnTo>
                <a:lnTo>
                  <a:pt x="152400" y="319088"/>
                </a:lnTo>
                <a:lnTo>
                  <a:pt x="152400" y="328613"/>
                </a:lnTo>
                <a:lnTo>
                  <a:pt x="152400" y="338138"/>
                </a:lnTo>
                <a:lnTo>
                  <a:pt x="152400" y="347663"/>
                </a:lnTo>
                <a:lnTo>
                  <a:pt x="152400" y="357188"/>
                </a:lnTo>
                <a:lnTo>
                  <a:pt x="152400" y="366713"/>
                </a:lnTo>
                <a:lnTo>
                  <a:pt x="152400" y="376238"/>
                </a:lnTo>
                <a:lnTo>
                  <a:pt x="152400" y="385763"/>
                </a:lnTo>
                <a:lnTo>
                  <a:pt x="152400" y="395288"/>
                </a:lnTo>
                <a:lnTo>
                  <a:pt x="152400" y="404813"/>
                </a:lnTo>
                <a:lnTo>
                  <a:pt x="152400" y="414338"/>
                </a:lnTo>
                <a:lnTo>
                  <a:pt x="152400" y="423863"/>
                </a:lnTo>
                <a:lnTo>
                  <a:pt x="152400" y="433388"/>
                </a:lnTo>
                <a:lnTo>
                  <a:pt x="152400" y="442913"/>
                </a:lnTo>
                <a:lnTo>
                  <a:pt x="147638" y="447675"/>
                </a:lnTo>
                <a:lnTo>
                  <a:pt x="142875" y="442913"/>
                </a:lnTo>
                <a:lnTo>
                  <a:pt x="138113" y="438150"/>
                </a:lnTo>
                <a:lnTo>
                  <a:pt x="128588" y="438150"/>
                </a:lnTo>
                <a:lnTo>
                  <a:pt x="123825" y="433388"/>
                </a:lnTo>
                <a:lnTo>
                  <a:pt x="119063" y="428625"/>
                </a:lnTo>
                <a:lnTo>
                  <a:pt x="109538" y="428625"/>
                </a:lnTo>
                <a:lnTo>
                  <a:pt x="104775" y="423863"/>
                </a:lnTo>
                <a:lnTo>
                  <a:pt x="100013" y="419100"/>
                </a:lnTo>
                <a:lnTo>
                  <a:pt x="95250" y="414338"/>
                </a:lnTo>
                <a:lnTo>
                  <a:pt x="90488" y="409575"/>
                </a:lnTo>
                <a:lnTo>
                  <a:pt x="85725" y="404813"/>
                </a:lnTo>
                <a:lnTo>
                  <a:pt x="80963" y="400050"/>
                </a:lnTo>
                <a:lnTo>
                  <a:pt x="76200" y="395288"/>
                </a:lnTo>
                <a:lnTo>
                  <a:pt x="71438" y="390525"/>
                </a:lnTo>
                <a:lnTo>
                  <a:pt x="66675" y="385763"/>
                </a:lnTo>
                <a:lnTo>
                  <a:pt x="61913" y="381000"/>
                </a:lnTo>
                <a:lnTo>
                  <a:pt x="57150" y="376238"/>
                </a:lnTo>
                <a:lnTo>
                  <a:pt x="52388" y="371475"/>
                </a:lnTo>
                <a:lnTo>
                  <a:pt x="47625" y="366713"/>
                </a:lnTo>
                <a:lnTo>
                  <a:pt x="42863" y="361950"/>
                </a:lnTo>
                <a:lnTo>
                  <a:pt x="38100" y="357188"/>
                </a:lnTo>
                <a:lnTo>
                  <a:pt x="38100" y="347663"/>
                </a:lnTo>
                <a:lnTo>
                  <a:pt x="33338" y="342900"/>
                </a:lnTo>
                <a:lnTo>
                  <a:pt x="28575" y="338138"/>
                </a:lnTo>
                <a:lnTo>
                  <a:pt x="28575" y="328613"/>
                </a:lnTo>
                <a:lnTo>
                  <a:pt x="23813" y="323850"/>
                </a:lnTo>
                <a:lnTo>
                  <a:pt x="19050" y="319088"/>
                </a:lnTo>
                <a:lnTo>
                  <a:pt x="19050" y="309563"/>
                </a:lnTo>
                <a:lnTo>
                  <a:pt x="14288" y="304800"/>
                </a:lnTo>
                <a:lnTo>
                  <a:pt x="9525" y="300038"/>
                </a:lnTo>
                <a:lnTo>
                  <a:pt x="9525" y="290513"/>
                </a:lnTo>
                <a:lnTo>
                  <a:pt x="9525" y="280988"/>
                </a:lnTo>
                <a:lnTo>
                  <a:pt x="4763" y="276225"/>
                </a:lnTo>
                <a:lnTo>
                  <a:pt x="0" y="271463"/>
                </a:lnTo>
                <a:lnTo>
                  <a:pt x="4763" y="266700"/>
                </a:lnTo>
                <a:lnTo>
                  <a:pt x="9525" y="261938"/>
                </a:lnTo>
                <a:lnTo>
                  <a:pt x="4763" y="257175"/>
                </a:lnTo>
                <a:lnTo>
                  <a:pt x="0" y="252413"/>
                </a:lnTo>
                <a:lnTo>
                  <a:pt x="0" y="242888"/>
                </a:lnTo>
                <a:lnTo>
                  <a:pt x="0" y="233363"/>
                </a:lnTo>
                <a:lnTo>
                  <a:pt x="0" y="223838"/>
                </a:lnTo>
                <a:lnTo>
                  <a:pt x="0" y="214313"/>
                </a:lnTo>
                <a:lnTo>
                  <a:pt x="0" y="204788"/>
                </a:lnTo>
                <a:lnTo>
                  <a:pt x="0" y="195263"/>
                </a:lnTo>
                <a:lnTo>
                  <a:pt x="0" y="185738"/>
                </a:lnTo>
                <a:lnTo>
                  <a:pt x="0" y="176213"/>
                </a:lnTo>
                <a:lnTo>
                  <a:pt x="4763" y="171450"/>
                </a:lnTo>
                <a:lnTo>
                  <a:pt x="9525" y="166688"/>
                </a:lnTo>
                <a:lnTo>
                  <a:pt x="4763" y="161925"/>
                </a:lnTo>
                <a:lnTo>
                  <a:pt x="0" y="157163"/>
                </a:lnTo>
                <a:lnTo>
                  <a:pt x="4763" y="152400"/>
                </a:lnTo>
                <a:lnTo>
                  <a:pt x="9525" y="147638"/>
                </a:lnTo>
                <a:lnTo>
                  <a:pt x="4763" y="142875"/>
                </a:lnTo>
                <a:lnTo>
                  <a:pt x="0" y="138113"/>
                </a:lnTo>
                <a:lnTo>
                  <a:pt x="4763" y="133350"/>
                </a:lnTo>
                <a:lnTo>
                  <a:pt x="9525" y="128588"/>
                </a:lnTo>
                <a:lnTo>
                  <a:pt x="9525" y="119063"/>
                </a:lnTo>
                <a:lnTo>
                  <a:pt x="14288" y="114300"/>
                </a:lnTo>
                <a:lnTo>
                  <a:pt x="19050" y="109538"/>
                </a:lnTo>
                <a:lnTo>
                  <a:pt x="23813" y="104775"/>
                </a:lnTo>
                <a:lnTo>
                  <a:pt x="28575" y="100013"/>
                </a:lnTo>
                <a:lnTo>
                  <a:pt x="28575" y="90488"/>
                </a:lnTo>
                <a:lnTo>
                  <a:pt x="28575" y="80963"/>
                </a:lnTo>
                <a:lnTo>
                  <a:pt x="33338" y="76200"/>
                </a:lnTo>
                <a:lnTo>
                  <a:pt x="38100" y="71438"/>
                </a:lnTo>
                <a:lnTo>
                  <a:pt x="42863" y="66675"/>
                </a:lnTo>
                <a:lnTo>
                  <a:pt x="47625" y="61913"/>
                </a:lnTo>
                <a:lnTo>
                  <a:pt x="52388" y="57150"/>
                </a:lnTo>
                <a:lnTo>
                  <a:pt x="61913" y="57150"/>
                </a:lnTo>
                <a:lnTo>
                  <a:pt x="71438" y="57150"/>
                </a:lnTo>
                <a:lnTo>
                  <a:pt x="80963" y="57150"/>
                </a:lnTo>
                <a:lnTo>
                  <a:pt x="90488" y="57150"/>
                </a:lnTo>
                <a:lnTo>
                  <a:pt x="100013" y="57150"/>
                </a:lnTo>
                <a:lnTo>
                  <a:pt x="109538" y="57150"/>
                </a:lnTo>
                <a:lnTo>
                  <a:pt x="119063" y="57150"/>
                </a:lnTo>
                <a:lnTo>
                  <a:pt x="123825" y="61913"/>
                </a:lnTo>
                <a:lnTo>
                  <a:pt x="128588" y="66675"/>
                </a:lnTo>
                <a:lnTo>
                  <a:pt x="138113" y="66675"/>
                </a:lnTo>
                <a:lnTo>
                  <a:pt x="147638" y="66675"/>
                </a:lnTo>
                <a:lnTo>
                  <a:pt x="157163" y="66675"/>
                </a:lnTo>
                <a:lnTo>
                  <a:pt x="166688" y="66675"/>
                </a:lnTo>
                <a:lnTo>
                  <a:pt x="176213" y="66675"/>
                </a:lnTo>
                <a:lnTo>
                  <a:pt x="185738" y="66675"/>
                </a:lnTo>
                <a:lnTo>
                  <a:pt x="195263" y="66675"/>
                </a:lnTo>
                <a:lnTo>
                  <a:pt x="204788" y="66675"/>
                </a:lnTo>
                <a:lnTo>
                  <a:pt x="214313" y="66675"/>
                </a:lnTo>
                <a:lnTo>
                  <a:pt x="219075" y="61913"/>
                </a:lnTo>
                <a:lnTo>
                  <a:pt x="223838" y="57150"/>
                </a:lnTo>
                <a:lnTo>
                  <a:pt x="233363" y="57150"/>
                </a:lnTo>
                <a:lnTo>
                  <a:pt x="242888" y="57150"/>
                </a:lnTo>
                <a:lnTo>
                  <a:pt x="252413" y="57150"/>
                </a:lnTo>
                <a:lnTo>
                  <a:pt x="261938" y="57150"/>
                </a:lnTo>
                <a:lnTo>
                  <a:pt x="271463" y="57150"/>
                </a:lnTo>
                <a:lnTo>
                  <a:pt x="280988" y="57150"/>
                </a:lnTo>
                <a:lnTo>
                  <a:pt x="290513" y="57150"/>
                </a:lnTo>
                <a:lnTo>
                  <a:pt x="300038" y="57150"/>
                </a:lnTo>
                <a:lnTo>
                  <a:pt x="309563" y="57150"/>
                </a:lnTo>
                <a:lnTo>
                  <a:pt x="314325" y="52388"/>
                </a:lnTo>
                <a:lnTo>
                  <a:pt x="319088" y="47625"/>
                </a:lnTo>
                <a:lnTo>
                  <a:pt x="328613" y="47625"/>
                </a:lnTo>
                <a:lnTo>
                  <a:pt x="338138" y="47625"/>
                </a:lnTo>
                <a:lnTo>
                  <a:pt x="347663" y="47625"/>
                </a:lnTo>
                <a:lnTo>
                  <a:pt x="357188" y="47625"/>
                </a:lnTo>
                <a:lnTo>
                  <a:pt x="361950" y="42863"/>
                </a:lnTo>
                <a:lnTo>
                  <a:pt x="366713" y="38100"/>
                </a:lnTo>
                <a:lnTo>
                  <a:pt x="376238" y="38100"/>
                </a:lnTo>
                <a:lnTo>
                  <a:pt x="385763" y="38100"/>
                </a:lnTo>
                <a:lnTo>
                  <a:pt x="390525" y="33338"/>
                </a:lnTo>
                <a:lnTo>
                  <a:pt x="395288" y="28575"/>
                </a:lnTo>
                <a:lnTo>
                  <a:pt x="404813" y="28575"/>
                </a:lnTo>
                <a:lnTo>
                  <a:pt x="409575" y="23813"/>
                </a:lnTo>
                <a:lnTo>
                  <a:pt x="414338" y="19050"/>
                </a:lnTo>
                <a:lnTo>
                  <a:pt x="419100" y="14288"/>
                </a:lnTo>
                <a:lnTo>
                  <a:pt x="419100" y="4763"/>
                </a:lnTo>
                <a:close/>
              </a:path>
            </a:pathLst>
          </a:custGeom>
          <a:solidFill xmlns:a="http://schemas.openxmlformats.org/drawingml/2006/main">
            <a:srgbClr val="F8D2AE"/>
          </a:solidFill>
          <a:ln xmlns:a="http://schemas.openxmlformats.org/drawingml/2006/main" w="0">
            <a:noFill/>
            <a:prstDash val="solid"/>
          </a:ln>
        </p:spPr>
      </p:sp>
      <p:sp>
        <p:nvSpPr>
          <p:cNvPr id="775" name="layout-orange-105-4">
            <a:extLst xmlns:a="http://schemas.openxmlformats.org/drawingml/2006/main">
              <a:ext uri="{FF2B5EF4-FFF2-40B4-BE49-F238E27FC236}">
                <a16:creationId xmlns:a16="http://schemas.microsoft.com/office/drawing/2014/main" id="{96E2617C-B938-4261-A7CB-400CFBF400BC}"/>
              </a:ext>
            </a:extLst>
          </p:cNvPr>
          <p:cNvSpPr>
            <a:spLocks xmlns:a="http://schemas.openxmlformats.org/drawingml/2006/main" noGrp="1"/>
          </p:cNvSpPr>
          <p:nvPr/>
        </p:nvSpPr>
        <p:spPr>
          <a:xfrm xmlns:a="http://schemas.openxmlformats.org/drawingml/2006/main" rot="0">
            <a:off x="2371725" y="4162425"/>
            <a:ext cx="9525" cy="47625"/>
          </a:xfrm>
          <a:custGeom xmlns:a="http://schemas.openxmlformats.org/drawingml/2006/main">
            <a:pathLst>
              <a:path w="9525" h="47625">
                <a:moveTo>
                  <a:pt x="0" y="4763"/>
                </a:moveTo>
                <a:lnTo>
                  <a:pt x="4763" y="0"/>
                </a:lnTo>
                <a:lnTo>
                  <a:pt x="9525" y="4763"/>
                </a:lnTo>
                <a:lnTo>
                  <a:pt x="9525" y="14288"/>
                </a:lnTo>
                <a:lnTo>
                  <a:pt x="9525" y="23813"/>
                </a:lnTo>
                <a:lnTo>
                  <a:pt x="9525" y="33338"/>
                </a:lnTo>
                <a:lnTo>
                  <a:pt x="9525" y="42863"/>
                </a:lnTo>
                <a:lnTo>
                  <a:pt x="4763" y="47625"/>
                </a:lnTo>
                <a:lnTo>
                  <a:pt x="0" y="42863"/>
                </a:lnTo>
                <a:lnTo>
                  <a:pt x="0" y="33338"/>
                </a:lnTo>
                <a:lnTo>
                  <a:pt x="0" y="23813"/>
                </a:lnTo>
                <a:lnTo>
                  <a:pt x="0" y="14288"/>
                </a:lnTo>
                <a:lnTo>
                  <a:pt x="0" y="4763"/>
                </a:lnTo>
                <a:close/>
              </a:path>
            </a:pathLst>
          </a:custGeom>
          <a:solidFill xmlns:a="http://schemas.openxmlformats.org/drawingml/2006/main">
            <a:srgbClr val="F8D2AE"/>
          </a:solidFill>
          <a:ln xmlns:a="http://schemas.openxmlformats.org/drawingml/2006/main" w="0">
            <a:noFill/>
            <a:prstDash val="solid"/>
          </a:ln>
        </p:spPr>
      </p:sp>
      <p:sp>
        <p:nvSpPr>
          <p:cNvPr id="776" name="layout-orange-105-5">
            <a:extLst xmlns:a="http://schemas.openxmlformats.org/drawingml/2006/main">
              <a:ext uri="{FF2B5EF4-FFF2-40B4-BE49-F238E27FC236}">
                <a16:creationId xmlns:a16="http://schemas.microsoft.com/office/drawing/2014/main" id="{ED56142B-D447-4B9F-A89B-8056227A8087}"/>
              </a:ext>
            </a:extLst>
          </p:cNvPr>
          <p:cNvSpPr>
            <a:spLocks xmlns:a="http://schemas.openxmlformats.org/drawingml/2006/main" noGrp="1"/>
          </p:cNvSpPr>
          <p:nvPr/>
        </p:nvSpPr>
        <p:spPr>
          <a:xfrm xmlns:a="http://schemas.openxmlformats.org/drawingml/2006/main" rot="0">
            <a:off x="2143125" y="4238625"/>
            <a:ext cx="114300" cy="9525"/>
          </a:xfrm>
          <a:custGeom xmlns:a="http://schemas.openxmlformats.org/drawingml/2006/main">
            <a:pathLst>
              <a:path w="1143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4300" y="4763"/>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F8D2AE"/>
          </a:solidFill>
          <a:ln xmlns:a="http://schemas.openxmlformats.org/drawingml/2006/main" w="0">
            <a:noFill/>
            <a:prstDash val="solid"/>
          </a:ln>
        </p:spPr>
      </p:sp>
      <p:sp>
        <p:nvSpPr>
          <p:cNvPr id="777" name="layout-orange-106-0">
            <a:extLst xmlns:a="http://schemas.openxmlformats.org/drawingml/2006/main">
              <a:ext uri="{FF2B5EF4-FFF2-40B4-BE49-F238E27FC236}">
                <a16:creationId xmlns:a16="http://schemas.microsoft.com/office/drawing/2014/main" id="{688237B3-C2BC-4B85-B4D5-0F1B94FE0648}"/>
              </a:ext>
            </a:extLst>
          </p:cNvPr>
          <p:cNvSpPr>
            <a:spLocks xmlns:a="http://schemas.openxmlformats.org/drawingml/2006/main" noGrp="1"/>
          </p:cNvSpPr>
          <p:nvPr/>
        </p:nvSpPr>
        <p:spPr>
          <a:xfrm xmlns:a="http://schemas.openxmlformats.org/drawingml/2006/main" rot="0">
            <a:off x="3009900" y="3381375"/>
            <a:ext cx="9525" cy="419100"/>
          </a:xfrm>
          <a:custGeom xmlns:a="http://schemas.openxmlformats.org/drawingml/2006/main">
            <a:pathLst>
              <a:path w="9525" h="41910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9525" y="290513"/>
                </a:lnTo>
                <a:lnTo>
                  <a:pt x="9525" y="300038"/>
                </a:lnTo>
                <a:lnTo>
                  <a:pt x="9525" y="309563"/>
                </a:lnTo>
                <a:lnTo>
                  <a:pt x="9525" y="319088"/>
                </a:lnTo>
                <a:lnTo>
                  <a:pt x="9525" y="328613"/>
                </a:lnTo>
                <a:lnTo>
                  <a:pt x="9525" y="338138"/>
                </a:lnTo>
                <a:lnTo>
                  <a:pt x="9525" y="347663"/>
                </a:lnTo>
                <a:lnTo>
                  <a:pt x="9525" y="357188"/>
                </a:lnTo>
                <a:lnTo>
                  <a:pt x="9525" y="366713"/>
                </a:lnTo>
                <a:lnTo>
                  <a:pt x="9525" y="376238"/>
                </a:lnTo>
                <a:lnTo>
                  <a:pt x="9525" y="385763"/>
                </a:lnTo>
                <a:lnTo>
                  <a:pt x="9525" y="395288"/>
                </a:lnTo>
                <a:lnTo>
                  <a:pt x="9525" y="404813"/>
                </a:lnTo>
                <a:lnTo>
                  <a:pt x="9525" y="414338"/>
                </a:lnTo>
                <a:lnTo>
                  <a:pt x="4763" y="419100"/>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9D5B1"/>
          </a:solidFill>
          <a:ln xmlns:a="http://schemas.openxmlformats.org/drawingml/2006/main" w="0">
            <a:noFill/>
            <a:prstDash val="solid"/>
          </a:ln>
        </p:spPr>
      </p:sp>
      <p:sp>
        <p:nvSpPr>
          <p:cNvPr id="778" name="layout-orange-106-1">
            <a:extLst xmlns:a="http://schemas.openxmlformats.org/drawingml/2006/main">
              <a:ext uri="{FF2B5EF4-FFF2-40B4-BE49-F238E27FC236}">
                <a16:creationId xmlns:a16="http://schemas.microsoft.com/office/drawing/2014/main" id="{B3CCE004-CECD-4814-87BB-DAE1A1926F94}"/>
              </a:ext>
            </a:extLst>
          </p:cNvPr>
          <p:cNvSpPr>
            <a:spLocks xmlns:a="http://schemas.openxmlformats.org/drawingml/2006/main" noGrp="1"/>
          </p:cNvSpPr>
          <p:nvPr/>
        </p:nvSpPr>
        <p:spPr>
          <a:xfrm xmlns:a="http://schemas.openxmlformats.org/drawingml/2006/main" rot="0">
            <a:off x="2419350" y="3562350"/>
            <a:ext cx="190500" cy="76200"/>
          </a:xfrm>
          <a:custGeom xmlns:a="http://schemas.openxmlformats.org/drawingml/2006/main">
            <a:pathLst>
              <a:path w="190500" h="76200">
                <a:moveTo>
                  <a:pt x="57150" y="4763"/>
                </a:moveTo>
                <a:lnTo>
                  <a:pt x="61913" y="0"/>
                </a:lnTo>
                <a:lnTo>
                  <a:pt x="66675" y="4763"/>
                </a:lnTo>
                <a:lnTo>
                  <a:pt x="71438" y="9525"/>
                </a:lnTo>
                <a:lnTo>
                  <a:pt x="80963" y="9525"/>
                </a:lnTo>
                <a:lnTo>
                  <a:pt x="90488" y="9525"/>
                </a:lnTo>
                <a:lnTo>
                  <a:pt x="100013" y="9525"/>
                </a:lnTo>
                <a:lnTo>
                  <a:pt x="109538" y="9525"/>
                </a:lnTo>
                <a:lnTo>
                  <a:pt x="119063" y="9525"/>
                </a:lnTo>
                <a:lnTo>
                  <a:pt x="128588" y="9525"/>
                </a:lnTo>
                <a:lnTo>
                  <a:pt x="133350" y="14288"/>
                </a:lnTo>
                <a:lnTo>
                  <a:pt x="138113" y="19050"/>
                </a:lnTo>
                <a:lnTo>
                  <a:pt x="147638" y="19050"/>
                </a:lnTo>
                <a:lnTo>
                  <a:pt x="152400" y="23813"/>
                </a:lnTo>
                <a:lnTo>
                  <a:pt x="157163" y="28575"/>
                </a:lnTo>
                <a:lnTo>
                  <a:pt x="166688" y="28575"/>
                </a:lnTo>
                <a:lnTo>
                  <a:pt x="171450" y="33338"/>
                </a:lnTo>
                <a:lnTo>
                  <a:pt x="176213" y="38100"/>
                </a:lnTo>
                <a:lnTo>
                  <a:pt x="185738" y="38100"/>
                </a:lnTo>
                <a:lnTo>
                  <a:pt x="190500" y="42863"/>
                </a:lnTo>
                <a:lnTo>
                  <a:pt x="185738" y="47625"/>
                </a:lnTo>
                <a:lnTo>
                  <a:pt x="180975" y="52388"/>
                </a:lnTo>
                <a:lnTo>
                  <a:pt x="176213" y="57150"/>
                </a:lnTo>
                <a:lnTo>
                  <a:pt x="166688" y="57150"/>
                </a:lnTo>
                <a:lnTo>
                  <a:pt x="157163" y="57150"/>
                </a:lnTo>
                <a:lnTo>
                  <a:pt x="152400" y="61913"/>
                </a:lnTo>
                <a:lnTo>
                  <a:pt x="147638" y="66675"/>
                </a:lnTo>
                <a:lnTo>
                  <a:pt x="138113" y="66675"/>
                </a:lnTo>
                <a:lnTo>
                  <a:pt x="128588" y="66675"/>
                </a:lnTo>
                <a:lnTo>
                  <a:pt x="119063" y="66675"/>
                </a:lnTo>
                <a:lnTo>
                  <a:pt x="114300" y="71438"/>
                </a:lnTo>
                <a:lnTo>
                  <a:pt x="109538" y="76200"/>
                </a:lnTo>
                <a:lnTo>
                  <a:pt x="100013" y="76200"/>
                </a:lnTo>
                <a:lnTo>
                  <a:pt x="90488" y="76200"/>
                </a:lnTo>
                <a:lnTo>
                  <a:pt x="80963" y="76200"/>
                </a:lnTo>
                <a:lnTo>
                  <a:pt x="71438" y="76200"/>
                </a:lnTo>
                <a:lnTo>
                  <a:pt x="61913" y="76200"/>
                </a:lnTo>
                <a:lnTo>
                  <a:pt x="52388" y="76200"/>
                </a:lnTo>
                <a:lnTo>
                  <a:pt x="42863" y="76200"/>
                </a:lnTo>
                <a:lnTo>
                  <a:pt x="33338" y="76200"/>
                </a:lnTo>
                <a:lnTo>
                  <a:pt x="23813" y="76200"/>
                </a:lnTo>
                <a:lnTo>
                  <a:pt x="14288" y="76200"/>
                </a:lnTo>
                <a:lnTo>
                  <a:pt x="4763" y="76200"/>
                </a:lnTo>
                <a:lnTo>
                  <a:pt x="0" y="71438"/>
                </a:lnTo>
                <a:lnTo>
                  <a:pt x="4763" y="66675"/>
                </a:lnTo>
                <a:lnTo>
                  <a:pt x="14288" y="66675"/>
                </a:lnTo>
                <a:lnTo>
                  <a:pt x="19050" y="61913"/>
                </a:lnTo>
                <a:lnTo>
                  <a:pt x="23813" y="57150"/>
                </a:lnTo>
                <a:lnTo>
                  <a:pt x="28575" y="52388"/>
                </a:lnTo>
                <a:lnTo>
                  <a:pt x="28575" y="42863"/>
                </a:lnTo>
                <a:lnTo>
                  <a:pt x="28575" y="33338"/>
                </a:lnTo>
                <a:lnTo>
                  <a:pt x="28575" y="23813"/>
                </a:lnTo>
                <a:lnTo>
                  <a:pt x="28575" y="14288"/>
                </a:lnTo>
                <a:lnTo>
                  <a:pt x="33338" y="9525"/>
                </a:lnTo>
                <a:lnTo>
                  <a:pt x="42863" y="9525"/>
                </a:lnTo>
                <a:lnTo>
                  <a:pt x="52388" y="9525"/>
                </a:lnTo>
                <a:lnTo>
                  <a:pt x="57150" y="4763"/>
                </a:lnTo>
                <a:close/>
              </a:path>
            </a:pathLst>
          </a:custGeom>
          <a:solidFill xmlns:a="http://schemas.openxmlformats.org/drawingml/2006/main">
            <a:srgbClr val="F9D5B1"/>
          </a:solidFill>
          <a:ln xmlns:a="http://schemas.openxmlformats.org/drawingml/2006/main" w="0">
            <a:noFill/>
            <a:prstDash val="solid"/>
          </a:ln>
        </p:spPr>
      </p:sp>
      <p:sp>
        <p:nvSpPr>
          <p:cNvPr id="779" name="layout-orange-106-2">
            <a:extLst xmlns:a="http://schemas.openxmlformats.org/drawingml/2006/main">
              <a:ext uri="{FF2B5EF4-FFF2-40B4-BE49-F238E27FC236}">
                <a16:creationId xmlns:a16="http://schemas.microsoft.com/office/drawing/2014/main" id="{3A155F55-C9A6-4C69-9A8B-194561C677FF}"/>
              </a:ext>
            </a:extLst>
          </p:cNvPr>
          <p:cNvSpPr>
            <a:spLocks xmlns:a="http://schemas.openxmlformats.org/drawingml/2006/main" noGrp="1"/>
          </p:cNvSpPr>
          <p:nvPr/>
        </p:nvSpPr>
        <p:spPr>
          <a:xfrm xmlns:a="http://schemas.openxmlformats.org/drawingml/2006/main" rot="0">
            <a:off x="2314575" y="3600450"/>
            <a:ext cx="76200" cy="38100"/>
          </a:xfrm>
          <a:custGeom xmlns:a="http://schemas.openxmlformats.org/drawingml/2006/main">
            <a:pathLst>
              <a:path w="76200" h="38100">
                <a:moveTo>
                  <a:pt x="38100" y="4763"/>
                </a:moveTo>
                <a:lnTo>
                  <a:pt x="42863" y="0"/>
                </a:lnTo>
                <a:lnTo>
                  <a:pt x="47625" y="4763"/>
                </a:lnTo>
                <a:lnTo>
                  <a:pt x="47625" y="14288"/>
                </a:lnTo>
                <a:lnTo>
                  <a:pt x="52388" y="19050"/>
                </a:lnTo>
                <a:lnTo>
                  <a:pt x="57150" y="23813"/>
                </a:lnTo>
                <a:lnTo>
                  <a:pt x="61913" y="28575"/>
                </a:lnTo>
                <a:lnTo>
                  <a:pt x="71438" y="28575"/>
                </a:lnTo>
                <a:lnTo>
                  <a:pt x="76200" y="33338"/>
                </a:lnTo>
                <a:lnTo>
                  <a:pt x="71438" y="38100"/>
                </a:lnTo>
                <a:lnTo>
                  <a:pt x="61913" y="38100"/>
                </a:lnTo>
                <a:lnTo>
                  <a:pt x="52388" y="38100"/>
                </a:lnTo>
                <a:lnTo>
                  <a:pt x="42863" y="38100"/>
                </a:lnTo>
                <a:lnTo>
                  <a:pt x="33338" y="38100"/>
                </a:lnTo>
                <a:lnTo>
                  <a:pt x="23813" y="38100"/>
                </a:lnTo>
                <a:lnTo>
                  <a:pt x="14288" y="38100"/>
                </a:lnTo>
                <a:lnTo>
                  <a:pt x="4763" y="38100"/>
                </a:lnTo>
                <a:lnTo>
                  <a:pt x="0" y="33338"/>
                </a:lnTo>
                <a:lnTo>
                  <a:pt x="4763" y="28575"/>
                </a:lnTo>
                <a:lnTo>
                  <a:pt x="9525" y="23813"/>
                </a:lnTo>
                <a:lnTo>
                  <a:pt x="14288" y="19050"/>
                </a:lnTo>
                <a:lnTo>
                  <a:pt x="19050" y="14288"/>
                </a:lnTo>
                <a:lnTo>
                  <a:pt x="23813" y="9525"/>
                </a:lnTo>
                <a:lnTo>
                  <a:pt x="33338" y="9525"/>
                </a:lnTo>
                <a:lnTo>
                  <a:pt x="38100" y="4763"/>
                </a:lnTo>
                <a:close/>
              </a:path>
            </a:pathLst>
          </a:custGeom>
          <a:solidFill xmlns:a="http://schemas.openxmlformats.org/drawingml/2006/main">
            <a:srgbClr val="F9D5B1"/>
          </a:solidFill>
          <a:ln xmlns:a="http://schemas.openxmlformats.org/drawingml/2006/main" w="0">
            <a:noFill/>
            <a:prstDash val="solid"/>
          </a:ln>
        </p:spPr>
      </p:sp>
      <p:sp>
        <p:nvSpPr>
          <p:cNvPr id="780" name="layout-orange-106-3">
            <a:extLst xmlns:a="http://schemas.openxmlformats.org/drawingml/2006/main">
              <a:ext uri="{FF2B5EF4-FFF2-40B4-BE49-F238E27FC236}">
                <a16:creationId xmlns:a16="http://schemas.microsoft.com/office/drawing/2014/main" id="{9A6D1549-95B5-4F4E-B2EA-BC8D8DA75C67}"/>
              </a:ext>
            </a:extLst>
          </p:cNvPr>
          <p:cNvSpPr>
            <a:spLocks xmlns:a="http://schemas.openxmlformats.org/drawingml/2006/main" noGrp="1"/>
          </p:cNvSpPr>
          <p:nvPr/>
        </p:nvSpPr>
        <p:spPr>
          <a:xfrm xmlns:a="http://schemas.openxmlformats.org/drawingml/2006/main" rot="0">
            <a:off x="2238375" y="3619500"/>
            <a:ext cx="533400" cy="400050"/>
          </a:xfrm>
          <a:custGeom xmlns:a="http://schemas.openxmlformats.org/drawingml/2006/main">
            <a:pathLst>
              <a:path w="533400" h="400050">
                <a:moveTo>
                  <a:pt x="390525" y="4763"/>
                </a:moveTo>
                <a:lnTo>
                  <a:pt x="395288" y="0"/>
                </a:lnTo>
                <a:lnTo>
                  <a:pt x="400050" y="4763"/>
                </a:lnTo>
                <a:lnTo>
                  <a:pt x="404813" y="9525"/>
                </a:lnTo>
                <a:lnTo>
                  <a:pt x="409575" y="14288"/>
                </a:lnTo>
                <a:lnTo>
                  <a:pt x="414338" y="19050"/>
                </a:lnTo>
                <a:lnTo>
                  <a:pt x="419100" y="23813"/>
                </a:lnTo>
                <a:lnTo>
                  <a:pt x="423863" y="28575"/>
                </a:lnTo>
                <a:lnTo>
                  <a:pt x="428625" y="33338"/>
                </a:lnTo>
                <a:lnTo>
                  <a:pt x="428625" y="42863"/>
                </a:lnTo>
                <a:lnTo>
                  <a:pt x="433388" y="47625"/>
                </a:lnTo>
                <a:lnTo>
                  <a:pt x="438150" y="52388"/>
                </a:lnTo>
                <a:lnTo>
                  <a:pt x="442913" y="57150"/>
                </a:lnTo>
                <a:lnTo>
                  <a:pt x="447675" y="61913"/>
                </a:lnTo>
                <a:lnTo>
                  <a:pt x="447675" y="71438"/>
                </a:lnTo>
                <a:lnTo>
                  <a:pt x="452438" y="76200"/>
                </a:lnTo>
                <a:lnTo>
                  <a:pt x="457200" y="80963"/>
                </a:lnTo>
                <a:lnTo>
                  <a:pt x="457200" y="90488"/>
                </a:lnTo>
                <a:lnTo>
                  <a:pt x="461963" y="95250"/>
                </a:lnTo>
                <a:lnTo>
                  <a:pt x="466725" y="100013"/>
                </a:lnTo>
                <a:lnTo>
                  <a:pt x="466725" y="109538"/>
                </a:lnTo>
                <a:lnTo>
                  <a:pt x="466725" y="119063"/>
                </a:lnTo>
                <a:lnTo>
                  <a:pt x="471488" y="123825"/>
                </a:lnTo>
                <a:lnTo>
                  <a:pt x="476250" y="128588"/>
                </a:lnTo>
                <a:lnTo>
                  <a:pt x="476250" y="138113"/>
                </a:lnTo>
                <a:lnTo>
                  <a:pt x="476250" y="147638"/>
                </a:lnTo>
                <a:lnTo>
                  <a:pt x="481013" y="152400"/>
                </a:lnTo>
                <a:lnTo>
                  <a:pt x="485775" y="157163"/>
                </a:lnTo>
                <a:lnTo>
                  <a:pt x="481013" y="161925"/>
                </a:lnTo>
                <a:lnTo>
                  <a:pt x="476250" y="166688"/>
                </a:lnTo>
                <a:lnTo>
                  <a:pt x="481013" y="171450"/>
                </a:lnTo>
                <a:lnTo>
                  <a:pt x="490538" y="171450"/>
                </a:lnTo>
                <a:lnTo>
                  <a:pt x="500063" y="171450"/>
                </a:lnTo>
                <a:lnTo>
                  <a:pt x="509588" y="171450"/>
                </a:lnTo>
                <a:lnTo>
                  <a:pt x="519113" y="171450"/>
                </a:lnTo>
                <a:lnTo>
                  <a:pt x="528638" y="171450"/>
                </a:lnTo>
                <a:lnTo>
                  <a:pt x="533400" y="176213"/>
                </a:lnTo>
                <a:lnTo>
                  <a:pt x="528638" y="180975"/>
                </a:lnTo>
                <a:lnTo>
                  <a:pt x="519113" y="180975"/>
                </a:lnTo>
                <a:lnTo>
                  <a:pt x="509588" y="180975"/>
                </a:lnTo>
                <a:lnTo>
                  <a:pt x="500063" y="180975"/>
                </a:lnTo>
                <a:lnTo>
                  <a:pt x="490538" y="180975"/>
                </a:lnTo>
                <a:lnTo>
                  <a:pt x="481013" y="180975"/>
                </a:lnTo>
                <a:lnTo>
                  <a:pt x="471488" y="180975"/>
                </a:lnTo>
                <a:lnTo>
                  <a:pt x="461963" y="180975"/>
                </a:lnTo>
                <a:lnTo>
                  <a:pt x="452438" y="180975"/>
                </a:lnTo>
                <a:lnTo>
                  <a:pt x="442913" y="180975"/>
                </a:lnTo>
                <a:lnTo>
                  <a:pt x="433388" y="180975"/>
                </a:lnTo>
                <a:lnTo>
                  <a:pt x="423863" y="180975"/>
                </a:lnTo>
                <a:lnTo>
                  <a:pt x="414338" y="180975"/>
                </a:lnTo>
                <a:lnTo>
                  <a:pt x="404813" y="180975"/>
                </a:lnTo>
                <a:lnTo>
                  <a:pt x="395288" y="180975"/>
                </a:lnTo>
                <a:lnTo>
                  <a:pt x="385763" y="180975"/>
                </a:lnTo>
                <a:lnTo>
                  <a:pt x="376238" y="180975"/>
                </a:lnTo>
                <a:lnTo>
                  <a:pt x="366713" y="180975"/>
                </a:lnTo>
                <a:lnTo>
                  <a:pt x="357188" y="180975"/>
                </a:lnTo>
                <a:lnTo>
                  <a:pt x="347663" y="180975"/>
                </a:lnTo>
                <a:lnTo>
                  <a:pt x="338138" y="180975"/>
                </a:lnTo>
                <a:lnTo>
                  <a:pt x="328613" y="180975"/>
                </a:lnTo>
                <a:lnTo>
                  <a:pt x="319088" y="180975"/>
                </a:lnTo>
                <a:lnTo>
                  <a:pt x="309563" y="180975"/>
                </a:lnTo>
                <a:lnTo>
                  <a:pt x="300038" y="180975"/>
                </a:lnTo>
                <a:lnTo>
                  <a:pt x="290513" y="180975"/>
                </a:lnTo>
                <a:lnTo>
                  <a:pt x="280988" y="180975"/>
                </a:lnTo>
                <a:lnTo>
                  <a:pt x="271463" y="180975"/>
                </a:lnTo>
                <a:lnTo>
                  <a:pt x="261938" y="180975"/>
                </a:lnTo>
                <a:lnTo>
                  <a:pt x="252413" y="180975"/>
                </a:lnTo>
                <a:lnTo>
                  <a:pt x="242888" y="180975"/>
                </a:lnTo>
                <a:lnTo>
                  <a:pt x="233363" y="180975"/>
                </a:lnTo>
                <a:lnTo>
                  <a:pt x="223838" y="180975"/>
                </a:lnTo>
                <a:lnTo>
                  <a:pt x="214313" y="180975"/>
                </a:lnTo>
                <a:lnTo>
                  <a:pt x="204788" y="180975"/>
                </a:lnTo>
                <a:lnTo>
                  <a:pt x="195263" y="180975"/>
                </a:lnTo>
                <a:lnTo>
                  <a:pt x="185738" y="180975"/>
                </a:lnTo>
                <a:lnTo>
                  <a:pt x="176213" y="180975"/>
                </a:lnTo>
                <a:lnTo>
                  <a:pt x="166688" y="180975"/>
                </a:lnTo>
                <a:lnTo>
                  <a:pt x="157163" y="180975"/>
                </a:lnTo>
                <a:lnTo>
                  <a:pt x="147638" y="180975"/>
                </a:lnTo>
                <a:lnTo>
                  <a:pt x="138113" y="180975"/>
                </a:lnTo>
                <a:lnTo>
                  <a:pt x="133350" y="185738"/>
                </a:lnTo>
                <a:lnTo>
                  <a:pt x="133350" y="195263"/>
                </a:lnTo>
                <a:lnTo>
                  <a:pt x="133350" y="204788"/>
                </a:lnTo>
                <a:lnTo>
                  <a:pt x="133350" y="214313"/>
                </a:lnTo>
                <a:lnTo>
                  <a:pt x="133350" y="223838"/>
                </a:lnTo>
                <a:lnTo>
                  <a:pt x="133350" y="233363"/>
                </a:lnTo>
                <a:lnTo>
                  <a:pt x="133350" y="242888"/>
                </a:lnTo>
                <a:lnTo>
                  <a:pt x="133350" y="252413"/>
                </a:lnTo>
                <a:lnTo>
                  <a:pt x="133350" y="261938"/>
                </a:lnTo>
                <a:lnTo>
                  <a:pt x="133350" y="271463"/>
                </a:lnTo>
                <a:lnTo>
                  <a:pt x="133350" y="280988"/>
                </a:lnTo>
                <a:lnTo>
                  <a:pt x="133350" y="290513"/>
                </a:lnTo>
                <a:lnTo>
                  <a:pt x="133350" y="300038"/>
                </a:lnTo>
                <a:lnTo>
                  <a:pt x="133350" y="309563"/>
                </a:lnTo>
                <a:lnTo>
                  <a:pt x="133350" y="319088"/>
                </a:lnTo>
                <a:lnTo>
                  <a:pt x="133350" y="328613"/>
                </a:lnTo>
                <a:lnTo>
                  <a:pt x="133350" y="338138"/>
                </a:lnTo>
                <a:lnTo>
                  <a:pt x="133350" y="347663"/>
                </a:lnTo>
                <a:lnTo>
                  <a:pt x="133350" y="357188"/>
                </a:lnTo>
                <a:lnTo>
                  <a:pt x="133350" y="366713"/>
                </a:lnTo>
                <a:lnTo>
                  <a:pt x="133350" y="376238"/>
                </a:lnTo>
                <a:lnTo>
                  <a:pt x="133350" y="385763"/>
                </a:lnTo>
                <a:lnTo>
                  <a:pt x="133350" y="395288"/>
                </a:lnTo>
                <a:lnTo>
                  <a:pt x="128588" y="400050"/>
                </a:lnTo>
                <a:lnTo>
                  <a:pt x="119063" y="400050"/>
                </a:lnTo>
                <a:lnTo>
                  <a:pt x="114300" y="395288"/>
                </a:lnTo>
                <a:lnTo>
                  <a:pt x="109538" y="390525"/>
                </a:lnTo>
                <a:lnTo>
                  <a:pt x="100013" y="390525"/>
                </a:lnTo>
                <a:lnTo>
                  <a:pt x="95250" y="385763"/>
                </a:lnTo>
                <a:lnTo>
                  <a:pt x="90488" y="381000"/>
                </a:lnTo>
                <a:lnTo>
                  <a:pt x="85725" y="376238"/>
                </a:lnTo>
                <a:lnTo>
                  <a:pt x="80963" y="371475"/>
                </a:lnTo>
                <a:lnTo>
                  <a:pt x="76200" y="366713"/>
                </a:lnTo>
                <a:lnTo>
                  <a:pt x="71438" y="361950"/>
                </a:lnTo>
                <a:lnTo>
                  <a:pt x="66675" y="357188"/>
                </a:lnTo>
                <a:lnTo>
                  <a:pt x="61913" y="352425"/>
                </a:lnTo>
                <a:lnTo>
                  <a:pt x="57150" y="347663"/>
                </a:lnTo>
                <a:lnTo>
                  <a:pt x="52388" y="342900"/>
                </a:lnTo>
                <a:lnTo>
                  <a:pt x="47625" y="338138"/>
                </a:lnTo>
                <a:lnTo>
                  <a:pt x="47625" y="328613"/>
                </a:lnTo>
                <a:lnTo>
                  <a:pt x="42863" y="323850"/>
                </a:lnTo>
                <a:lnTo>
                  <a:pt x="38100" y="319088"/>
                </a:lnTo>
                <a:lnTo>
                  <a:pt x="38100" y="309563"/>
                </a:lnTo>
                <a:lnTo>
                  <a:pt x="33338" y="304800"/>
                </a:lnTo>
                <a:lnTo>
                  <a:pt x="28575" y="300038"/>
                </a:lnTo>
                <a:lnTo>
                  <a:pt x="28575" y="290513"/>
                </a:lnTo>
                <a:lnTo>
                  <a:pt x="23813" y="285750"/>
                </a:lnTo>
                <a:lnTo>
                  <a:pt x="19050" y="280988"/>
                </a:lnTo>
                <a:lnTo>
                  <a:pt x="19050" y="271463"/>
                </a:lnTo>
                <a:lnTo>
                  <a:pt x="19050" y="261938"/>
                </a:lnTo>
                <a:lnTo>
                  <a:pt x="14288" y="257175"/>
                </a:lnTo>
                <a:lnTo>
                  <a:pt x="9525" y="252413"/>
                </a:lnTo>
                <a:lnTo>
                  <a:pt x="9525" y="242888"/>
                </a:lnTo>
                <a:lnTo>
                  <a:pt x="9525" y="233363"/>
                </a:lnTo>
                <a:lnTo>
                  <a:pt x="4763" y="228600"/>
                </a:lnTo>
                <a:lnTo>
                  <a:pt x="0" y="223838"/>
                </a:lnTo>
                <a:lnTo>
                  <a:pt x="0" y="214313"/>
                </a:lnTo>
                <a:lnTo>
                  <a:pt x="0" y="204788"/>
                </a:lnTo>
                <a:lnTo>
                  <a:pt x="0" y="195263"/>
                </a:lnTo>
                <a:lnTo>
                  <a:pt x="0" y="185738"/>
                </a:lnTo>
                <a:lnTo>
                  <a:pt x="0" y="176213"/>
                </a:lnTo>
                <a:lnTo>
                  <a:pt x="4763" y="171450"/>
                </a:lnTo>
                <a:lnTo>
                  <a:pt x="9525" y="166688"/>
                </a:lnTo>
                <a:lnTo>
                  <a:pt x="4763" y="161925"/>
                </a:lnTo>
                <a:lnTo>
                  <a:pt x="0" y="157163"/>
                </a:lnTo>
                <a:lnTo>
                  <a:pt x="4763" y="152400"/>
                </a:lnTo>
                <a:lnTo>
                  <a:pt x="9525" y="147638"/>
                </a:lnTo>
                <a:lnTo>
                  <a:pt x="4763" y="142875"/>
                </a:lnTo>
                <a:lnTo>
                  <a:pt x="0" y="138113"/>
                </a:lnTo>
                <a:lnTo>
                  <a:pt x="4763" y="133350"/>
                </a:lnTo>
                <a:lnTo>
                  <a:pt x="9525" y="128588"/>
                </a:lnTo>
                <a:lnTo>
                  <a:pt x="9525" y="119063"/>
                </a:lnTo>
                <a:lnTo>
                  <a:pt x="14288" y="114300"/>
                </a:lnTo>
                <a:lnTo>
                  <a:pt x="19050" y="109538"/>
                </a:lnTo>
                <a:lnTo>
                  <a:pt x="19050" y="100013"/>
                </a:lnTo>
                <a:lnTo>
                  <a:pt x="23813" y="95250"/>
                </a:lnTo>
                <a:lnTo>
                  <a:pt x="28575" y="90488"/>
                </a:lnTo>
                <a:lnTo>
                  <a:pt x="28575" y="80963"/>
                </a:lnTo>
                <a:lnTo>
                  <a:pt x="33338" y="76200"/>
                </a:lnTo>
                <a:lnTo>
                  <a:pt x="38100" y="71438"/>
                </a:lnTo>
                <a:lnTo>
                  <a:pt x="38100" y="61913"/>
                </a:lnTo>
                <a:lnTo>
                  <a:pt x="42863" y="57150"/>
                </a:lnTo>
                <a:lnTo>
                  <a:pt x="47625" y="52388"/>
                </a:lnTo>
                <a:lnTo>
                  <a:pt x="47625" y="42863"/>
                </a:lnTo>
                <a:lnTo>
                  <a:pt x="52388" y="38100"/>
                </a:lnTo>
                <a:lnTo>
                  <a:pt x="61913" y="38100"/>
                </a:lnTo>
                <a:lnTo>
                  <a:pt x="71438" y="38100"/>
                </a:lnTo>
                <a:lnTo>
                  <a:pt x="80963" y="38100"/>
                </a:lnTo>
                <a:lnTo>
                  <a:pt x="90488" y="38100"/>
                </a:lnTo>
                <a:lnTo>
                  <a:pt x="100013" y="38100"/>
                </a:lnTo>
                <a:lnTo>
                  <a:pt x="104775" y="42863"/>
                </a:lnTo>
                <a:lnTo>
                  <a:pt x="109538" y="47625"/>
                </a:lnTo>
                <a:lnTo>
                  <a:pt x="119063" y="47625"/>
                </a:lnTo>
                <a:lnTo>
                  <a:pt x="128588" y="47625"/>
                </a:lnTo>
                <a:lnTo>
                  <a:pt x="138113" y="47625"/>
                </a:lnTo>
                <a:lnTo>
                  <a:pt x="147638" y="47625"/>
                </a:lnTo>
                <a:lnTo>
                  <a:pt x="157163" y="47625"/>
                </a:lnTo>
                <a:lnTo>
                  <a:pt x="166688" y="47625"/>
                </a:lnTo>
                <a:lnTo>
                  <a:pt x="176213" y="47625"/>
                </a:lnTo>
                <a:lnTo>
                  <a:pt x="185738" y="47625"/>
                </a:lnTo>
                <a:lnTo>
                  <a:pt x="195263" y="47625"/>
                </a:lnTo>
                <a:lnTo>
                  <a:pt x="200025" y="42863"/>
                </a:lnTo>
                <a:lnTo>
                  <a:pt x="204788" y="38100"/>
                </a:lnTo>
                <a:lnTo>
                  <a:pt x="214313" y="38100"/>
                </a:lnTo>
                <a:lnTo>
                  <a:pt x="223838" y="38100"/>
                </a:lnTo>
                <a:lnTo>
                  <a:pt x="233363" y="38100"/>
                </a:lnTo>
                <a:lnTo>
                  <a:pt x="242888" y="38100"/>
                </a:lnTo>
                <a:lnTo>
                  <a:pt x="252413" y="38100"/>
                </a:lnTo>
                <a:lnTo>
                  <a:pt x="261938" y="38100"/>
                </a:lnTo>
                <a:lnTo>
                  <a:pt x="271463" y="38100"/>
                </a:lnTo>
                <a:lnTo>
                  <a:pt x="280988" y="38100"/>
                </a:lnTo>
                <a:lnTo>
                  <a:pt x="290513" y="38100"/>
                </a:lnTo>
                <a:lnTo>
                  <a:pt x="295275" y="33338"/>
                </a:lnTo>
                <a:lnTo>
                  <a:pt x="300038" y="28575"/>
                </a:lnTo>
                <a:lnTo>
                  <a:pt x="309563" y="28575"/>
                </a:lnTo>
                <a:lnTo>
                  <a:pt x="319088" y="28575"/>
                </a:lnTo>
                <a:lnTo>
                  <a:pt x="328613" y="28575"/>
                </a:lnTo>
                <a:lnTo>
                  <a:pt x="338138" y="28575"/>
                </a:lnTo>
                <a:lnTo>
                  <a:pt x="342900" y="23813"/>
                </a:lnTo>
                <a:lnTo>
                  <a:pt x="347663" y="19050"/>
                </a:lnTo>
                <a:lnTo>
                  <a:pt x="357188" y="19050"/>
                </a:lnTo>
                <a:lnTo>
                  <a:pt x="366713" y="19050"/>
                </a:lnTo>
                <a:lnTo>
                  <a:pt x="371475" y="14288"/>
                </a:lnTo>
                <a:lnTo>
                  <a:pt x="376238" y="9525"/>
                </a:lnTo>
                <a:lnTo>
                  <a:pt x="385763" y="9525"/>
                </a:lnTo>
                <a:lnTo>
                  <a:pt x="390525" y="4763"/>
                </a:lnTo>
                <a:close/>
              </a:path>
            </a:pathLst>
          </a:custGeom>
          <a:solidFill xmlns:a="http://schemas.openxmlformats.org/drawingml/2006/main">
            <a:srgbClr val="F9D5B1"/>
          </a:solidFill>
          <a:ln xmlns:a="http://schemas.openxmlformats.org/drawingml/2006/main" w="0">
            <a:noFill/>
            <a:prstDash val="solid"/>
          </a:ln>
        </p:spPr>
      </p:sp>
      <p:sp>
        <p:nvSpPr>
          <p:cNvPr id="781" name="layout-orange-107-0">
            <a:extLst xmlns:a="http://schemas.openxmlformats.org/drawingml/2006/main">
              <a:ext uri="{FF2B5EF4-FFF2-40B4-BE49-F238E27FC236}">
                <a16:creationId xmlns:a16="http://schemas.microsoft.com/office/drawing/2014/main" id="{CD4DABF1-9941-4097-B0FF-008C41E7EC56}"/>
              </a:ext>
            </a:extLst>
          </p:cNvPr>
          <p:cNvSpPr>
            <a:spLocks xmlns:a="http://schemas.openxmlformats.org/drawingml/2006/main" noGrp="1"/>
          </p:cNvSpPr>
          <p:nvPr/>
        </p:nvSpPr>
        <p:spPr>
          <a:xfrm xmlns:a="http://schemas.openxmlformats.org/drawingml/2006/main" rot="0">
            <a:off x="3009900" y="3514725"/>
            <a:ext cx="9525" cy="285750"/>
          </a:xfrm>
          <a:custGeom xmlns:a="http://schemas.openxmlformats.org/drawingml/2006/main">
            <a:pathLst>
              <a:path w="9525" h="2857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9525" y="214313"/>
                </a:lnTo>
                <a:lnTo>
                  <a:pt x="9525" y="223838"/>
                </a:lnTo>
                <a:lnTo>
                  <a:pt x="9525" y="233363"/>
                </a:lnTo>
                <a:lnTo>
                  <a:pt x="9525" y="242888"/>
                </a:lnTo>
                <a:lnTo>
                  <a:pt x="9525" y="252413"/>
                </a:lnTo>
                <a:lnTo>
                  <a:pt x="9525" y="261938"/>
                </a:lnTo>
                <a:lnTo>
                  <a:pt x="9525" y="271463"/>
                </a:lnTo>
                <a:lnTo>
                  <a:pt x="9525" y="280988"/>
                </a:lnTo>
                <a:lnTo>
                  <a:pt x="4763" y="285750"/>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9D7B4"/>
          </a:solidFill>
          <a:ln xmlns:a="http://schemas.openxmlformats.org/drawingml/2006/main" w="0">
            <a:noFill/>
            <a:prstDash val="solid"/>
          </a:ln>
        </p:spPr>
      </p:sp>
      <p:sp>
        <p:nvSpPr>
          <p:cNvPr id="782" name="layout-orange-107-1">
            <a:extLst xmlns:a="http://schemas.openxmlformats.org/drawingml/2006/main">
              <a:ext uri="{FF2B5EF4-FFF2-40B4-BE49-F238E27FC236}">
                <a16:creationId xmlns:a16="http://schemas.microsoft.com/office/drawing/2014/main" id="{4453B6BE-0121-485E-9520-8B9AE07F864F}"/>
              </a:ext>
            </a:extLst>
          </p:cNvPr>
          <p:cNvSpPr>
            <a:spLocks xmlns:a="http://schemas.openxmlformats.org/drawingml/2006/main" noGrp="1"/>
          </p:cNvSpPr>
          <p:nvPr/>
        </p:nvSpPr>
        <p:spPr>
          <a:xfrm xmlns:a="http://schemas.openxmlformats.org/drawingml/2006/main" rot="0">
            <a:off x="2419350" y="3581400"/>
            <a:ext cx="171450" cy="57150"/>
          </a:xfrm>
          <a:custGeom xmlns:a="http://schemas.openxmlformats.org/drawingml/2006/main">
            <a:pathLst>
              <a:path w="171450" h="57150">
                <a:moveTo>
                  <a:pt x="57150" y="4763"/>
                </a:moveTo>
                <a:lnTo>
                  <a:pt x="61913" y="0"/>
                </a:lnTo>
                <a:lnTo>
                  <a:pt x="66675" y="4763"/>
                </a:lnTo>
                <a:lnTo>
                  <a:pt x="71438" y="9525"/>
                </a:lnTo>
                <a:lnTo>
                  <a:pt x="80963" y="9525"/>
                </a:lnTo>
                <a:lnTo>
                  <a:pt x="90488" y="9525"/>
                </a:lnTo>
                <a:lnTo>
                  <a:pt x="100013" y="9525"/>
                </a:lnTo>
                <a:lnTo>
                  <a:pt x="109538" y="9525"/>
                </a:lnTo>
                <a:lnTo>
                  <a:pt x="119063" y="9525"/>
                </a:lnTo>
                <a:lnTo>
                  <a:pt x="123825" y="14288"/>
                </a:lnTo>
                <a:lnTo>
                  <a:pt x="128588" y="19050"/>
                </a:lnTo>
                <a:lnTo>
                  <a:pt x="138113" y="19050"/>
                </a:lnTo>
                <a:lnTo>
                  <a:pt x="147638" y="19050"/>
                </a:lnTo>
                <a:lnTo>
                  <a:pt x="152400" y="23813"/>
                </a:lnTo>
                <a:lnTo>
                  <a:pt x="157163" y="28575"/>
                </a:lnTo>
                <a:lnTo>
                  <a:pt x="166688" y="28575"/>
                </a:lnTo>
                <a:lnTo>
                  <a:pt x="171450" y="33338"/>
                </a:lnTo>
                <a:lnTo>
                  <a:pt x="166688" y="38100"/>
                </a:lnTo>
                <a:lnTo>
                  <a:pt x="157163" y="38100"/>
                </a:lnTo>
                <a:lnTo>
                  <a:pt x="152400" y="42863"/>
                </a:lnTo>
                <a:lnTo>
                  <a:pt x="147638" y="47625"/>
                </a:lnTo>
                <a:lnTo>
                  <a:pt x="138113" y="47625"/>
                </a:lnTo>
                <a:lnTo>
                  <a:pt x="128588" y="47625"/>
                </a:lnTo>
                <a:lnTo>
                  <a:pt x="119063" y="47625"/>
                </a:lnTo>
                <a:lnTo>
                  <a:pt x="114300" y="52388"/>
                </a:lnTo>
                <a:lnTo>
                  <a:pt x="109538" y="57150"/>
                </a:lnTo>
                <a:lnTo>
                  <a:pt x="100013" y="57150"/>
                </a:lnTo>
                <a:lnTo>
                  <a:pt x="90488" y="57150"/>
                </a:lnTo>
                <a:lnTo>
                  <a:pt x="80963" y="57150"/>
                </a:lnTo>
                <a:lnTo>
                  <a:pt x="71438" y="57150"/>
                </a:lnTo>
                <a:lnTo>
                  <a:pt x="61913" y="57150"/>
                </a:lnTo>
                <a:lnTo>
                  <a:pt x="52388" y="57150"/>
                </a:lnTo>
                <a:lnTo>
                  <a:pt x="42863" y="57150"/>
                </a:lnTo>
                <a:lnTo>
                  <a:pt x="33338" y="57150"/>
                </a:lnTo>
                <a:lnTo>
                  <a:pt x="23813" y="57150"/>
                </a:lnTo>
                <a:lnTo>
                  <a:pt x="14288" y="57150"/>
                </a:lnTo>
                <a:lnTo>
                  <a:pt x="4763" y="57150"/>
                </a:lnTo>
                <a:lnTo>
                  <a:pt x="0" y="52388"/>
                </a:lnTo>
                <a:lnTo>
                  <a:pt x="4763" y="47625"/>
                </a:lnTo>
                <a:lnTo>
                  <a:pt x="14288" y="47625"/>
                </a:lnTo>
                <a:lnTo>
                  <a:pt x="19050" y="42863"/>
                </a:lnTo>
                <a:lnTo>
                  <a:pt x="23813" y="38100"/>
                </a:lnTo>
                <a:lnTo>
                  <a:pt x="28575" y="33338"/>
                </a:lnTo>
                <a:lnTo>
                  <a:pt x="28575" y="23813"/>
                </a:lnTo>
                <a:lnTo>
                  <a:pt x="28575" y="14288"/>
                </a:lnTo>
                <a:lnTo>
                  <a:pt x="33338" y="9525"/>
                </a:lnTo>
                <a:lnTo>
                  <a:pt x="42863" y="9525"/>
                </a:lnTo>
                <a:lnTo>
                  <a:pt x="52388" y="9525"/>
                </a:lnTo>
                <a:lnTo>
                  <a:pt x="57150" y="4763"/>
                </a:lnTo>
                <a:close/>
              </a:path>
            </a:pathLst>
          </a:custGeom>
          <a:solidFill xmlns:a="http://schemas.openxmlformats.org/drawingml/2006/main">
            <a:srgbClr val="F9D7B4"/>
          </a:solidFill>
          <a:ln xmlns:a="http://schemas.openxmlformats.org/drawingml/2006/main" w="0">
            <a:noFill/>
            <a:prstDash val="solid"/>
          </a:ln>
        </p:spPr>
      </p:sp>
      <p:sp>
        <p:nvSpPr>
          <p:cNvPr id="783" name="layout-orange-107-2">
            <a:extLst xmlns:a="http://schemas.openxmlformats.org/drawingml/2006/main">
              <a:ext uri="{FF2B5EF4-FFF2-40B4-BE49-F238E27FC236}">
                <a16:creationId xmlns:a16="http://schemas.microsoft.com/office/drawing/2014/main" id="{D230448D-4BBD-46CB-AD11-B7D0044DC6A5}"/>
              </a:ext>
            </a:extLst>
          </p:cNvPr>
          <p:cNvSpPr>
            <a:spLocks xmlns:a="http://schemas.openxmlformats.org/drawingml/2006/main" noGrp="1"/>
          </p:cNvSpPr>
          <p:nvPr/>
        </p:nvSpPr>
        <p:spPr>
          <a:xfrm xmlns:a="http://schemas.openxmlformats.org/drawingml/2006/main" rot="0">
            <a:off x="2343150" y="3619500"/>
            <a:ext cx="47625" cy="19050"/>
          </a:xfrm>
          <a:custGeom xmlns:a="http://schemas.openxmlformats.org/drawingml/2006/main">
            <a:pathLst>
              <a:path w="47625" h="19050">
                <a:moveTo>
                  <a:pt x="9525" y="4763"/>
                </a:moveTo>
                <a:lnTo>
                  <a:pt x="14288" y="0"/>
                </a:lnTo>
                <a:lnTo>
                  <a:pt x="23813" y="0"/>
                </a:lnTo>
                <a:lnTo>
                  <a:pt x="28575" y="4763"/>
                </a:lnTo>
                <a:lnTo>
                  <a:pt x="33338" y="9525"/>
                </a:lnTo>
                <a:lnTo>
                  <a:pt x="42863" y="9525"/>
                </a:lnTo>
                <a:lnTo>
                  <a:pt x="47625" y="14288"/>
                </a:lnTo>
                <a:lnTo>
                  <a:pt x="42863" y="19050"/>
                </a:lnTo>
                <a:lnTo>
                  <a:pt x="33338" y="19050"/>
                </a:lnTo>
                <a:lnTo>
                  <a:pt x="23813" y="19050"/>
                </a:lnTo>
                <a:lnTo>
                  <a:pt x="14288" y="19050"/>
                </a:lnTo>
                <a:lnTo>
                  <a:pt x="4763" y="19050"/>
                </a:lnTo>
                <a:lnTo>
                  <a:pt x="0" y="14288"/>
                </a:lnTo>
                <a:lnTo>
                  <a:pt x="4763" y="9525"/>
                </a:lnTo>
                <a:lnTo>
                  <a:pt x="9525" y="4763"/>
                </a:lnTo>
                <a:close/>
              </a:path>
            </a:pathLst>
          </a:custGeom>
          <a:solidFill xmlns:a="http://schemas.openxmlformats.org/drawingml/2006/main">
            <a:srgbClr val="F9D7B4"/>
          </a:solidFill>
          <a:ln xmlns:a="http://schemas.openxmlformats.org/drawingml/2006/main" w="0">
            <a:noFill/>
            <a:prstDash val="solid"/>
          </a:ln>
        </p:spPr>
      </p:sp>
      <p:sp>
        <p:nvSpPr>
          <p:cNvPr id="784" name="layout-orange-107-3">
            <a:extLst xmlns:a="http://schemas.openxmlformats.org/drawingml/2006/main">
              <a:ext uri="{FF2B5EF4-FFF2-40B4-BE49-F238E27FC236}">
                <a16:creationId xmlns:a16="http://schemas.microsoft.com/office/drawing/2014/main" id="{A113DE44-D20F-4E99-81C1-6E1A0F65BE92}"/>
              </a:ext>
            </a:extLst>
          </p:cNvPr>
          <p:cNvSpPr>
            <a:spLocks xmlns:a="http://schemas.openxmlformats.org/drawingml/2006/main" noGrp="1"/>
          </p:cNvSpPr>
          <p:nvPr/>
        </p:nvSpPr>
        <p:spPr>
          <a:xfrm xmlns:a="http://schemas.openxmlformats.org/drawingml/2006/main" rot="0">
            <a:off x="2247900" y="3629025"/>
            <a:ext cx="504825" cy="381000"/>
          </a:xfrm>
          <a:custGeom xmlns:a="http://schemas.openxmlformats.org/drawingml/2006/main">
            <a:pathLst>
              <a:path w="504825" h="381000">
                <a:moveTo>
                  <a:pt x="361950" y="4763"/>
                </a:moveTo>
                <a:lnTo>
                  <a:pt x="366713" y="0"/>
                </a:lnTo>
                <a:lnTo>
                  <a:pt x="376238" y="0"/>
                </a:lnTo>
                <a:lnTo>
                  <a:pt x="381000" y="4763"/>
                </a:lnTo>
                <a:lnTo>
                  <a:pt x="385763" y="9525"/>
                </a:lnTo>
                <a:lnTo>
                  <a:pt x="390525" y="14288"/>
                </a:lnTo>
                <a:lnTo>
                  <a:pt x="395288" y="19050"/>
                </a:lnTo>
                <a:lnTo>
                  <a:pt x="400050" y="23813"/>
                </a:lnTo>
                <a:lnTo>
                  <a:pt x="400050" y="33338"/>
                </a:lnTo>
                <a:lnTo>
                  <a:pt x="404813" y="38100"/>
                </a:lnTo>
                <a:lnTo>
                  <a:pt x="409575" y="42863"/>
                </a:lnTo>
                <a:lnTo>
                  <a:pt x="414338" y="47625"/>
                </a:lnTo>
                <a:lnTo>
                  <a:pt x="419100" y="52388"/>
                </a:lnTo>
                <a:lnTo>
                  <a:pt x="423863" y="57150"/>
                </a:lnTo>
                <a:lnTo>
                  <a:pt x="428625" y="61913"/>
                </a:lnTo>
                <a:lnTo>
                  <a:pt x="428625" y="71438"/>
                </a:lnTo>
                <a:lnTo>
                  <a:pt x="433388" y="76200"/>
                </a:lnTo>
                <a:lnTo>
                  <a:pt x="438150" y="80963"/>
                </a:lnTo>
                <a:lnTo>
                  <a:pt x="438150" y="90488"/>
                </a:lnTo>
                <a:lnTo>
                  <a:pt x="442913" y="95250"/>
                </a:lnTo>
                <a:lnTo>
                  <a:pt x="447675" y="100013"/>
                </a:lnTo>
                <a:lnTo>
                  <a:pt x="447675" y="109538"/>
                </a:lnTo>
                <a:lnTo>
                  <a:pt x="447675" y="119063"/>
                </a:lnTo>
                <a:lnTo>
                  <a:pt x="452438" y="123825"/>
                </a:lnTo>
                <a:lnTo>
                  <a:pt x="457200" y="128588"/>
                </a:lnTo>
                <a:lnTo>
                  <a:pt x="457200" y="138113"/>
                </a:lnTo>
                <a:lnTo>
                  <a:pt x="457200" y="147638"/>
                </a:lnTo>
                <a:lnTo>
                  <a:pt x="457200" y="157163"/>
                </a:lnTo>
                <a:lnTo>
                  <a:pt x="461963" y="161925"/>
                </a:lnTo>
                <a:lnTo>
                  <a:pt x="471488" y="161925"/>
                </a:lnTo>
                <a:lnTo>
                  <a:pt x="481013" y="161925"/>
                </a:lnTo>
                <a:lnTo>
                  <a:pt x="490538" y="161925"/>
                </a:lnTo>
                <a:lnTo>
                  <a:pt x="500063" y="161925"/>
                </a:lnTo>
                <a:lnTo>
                  <a:pt x="504825" y="166688"/>
                </a:lnTo>
                <a:lnTo>
                  <a:pt x="500063" y="171450"/>
                </a:lnTo>
                <a:lnTo>
                  <a:pt x="490538" y="171450"/>
                </a:lnTo>
                <a:lnTo>
                  <a:pt x="481013" y="171450"/>
                </a:lnTo>
                <a:lnTo>
                  <a:pt x="471488" y="171450"/>
                </a:lnTo>
                <a:lnTo>
                  <a:pt x="461963" y="171450"/>
                </a:lnTo>
                <a:lnTo>
                  <a:pt x="452438" y="171450"/>
                </a:lnTo>
                <a:lnTo>
                  <a:pt x="442913" y="171450"/>
                </a:lnTo>
                <a:lnTo>
                  <a:pt x="433388" y="171450"/>
                </a:lnTo>
                <a:lnTo>
                  <a:pt x="423863" y="171450"/>
                </a:lnTo>
                <a:lnTo>
                  <a:pt x="414338" y="171450"/>
                </a:lnTo>
                <a:lnTo>
                  <a:pt x="404813" y="171450"/>
                </a:lnTo>
                <a:lnTo>
                  <a:pt x="395288" y="171450"/>
                </a:lnTo>
                <a:lnTo>
                  <a:pt x="385763" y="171450"/>
                </a:lnTo>
                <a:lnTo>
                  <a:pt x="376238" y="171450"/>
                </a:lnTo>
                <a:lnTo>
                  <a:pt x="366713" y="171450"/>
                </a:lnTo>
                <a:lnTo>
                  <a:pt x="357188" y="171450"/>
                </a:lnTo>
                <a:lnTo>
                  <a:pt x="347663" y="171450"/>
                </a:lnTo>
                <a:lnTo>
                  <a:pt x="338138" y="171450"/>
                </a:lnTo>
                <a:lnTo>
                  <a:pt x="328613" y="171450"/>
                </a:lnTo>
                <a:lnTo>
                  <a:pt x="319088" y="171450"/>
                </a:lnTo>
                <a:lnTo>
                  <a:pt x="309563" y="171450"/>
                </a:lnTo>
                <a:lnTo>
                  <a:pt x="300038" y="171450"/>
                </a:lnTo>
                <a:lnTo>
                  <a:pt x="290513" y="171450"/>
                </a:lnTo>
                <a:lnTo>
                  <a:pt x="280988" y="171450"/>
                </a:lnTo>
                <a:lnTo>
                  <a:pt x="271463" y="171450"/>
                </a:lnTo>
                <a:lnTo>
                  <a:pt x="261938" y="171450"/>
                </a:lnTo>
                <a:lnTo>
                  <a:pt x="252413" y="171450"/>
                </a:lnTo>
                <a:lnTo>
                  <a:pt x="242888" y="171450"/>
                </a:lnTo>
                <a:lnTo>
                  <a:pt x="233363" y="171450"/>
                </a:lnTo>
                <a:lnTo>
                  <a:pt x="223838" y="171450"/>
                </a:lnTo>
                <a:lnTo>
                  <a:pt x="214313" y="171450"/>
                </a:lnTo>
                <a:lnTo>
                  <a:pt x="204788" y="171450"/>
                </a:lnTo>
                <a:lnTo>
                  <a:pt x="195263" y="171450"/>
                </a:lnTo>
                <a:lnTo>
                  <a:pt x="185738" y="171450"/>
                </a:lnTo>
                <a:lnTo>
                  <a:pt x="176213" y="171450"/>
                </a:lnTo>
                <a:lnTo>
                  <a:pt x="166688" y="171450"/>
                </a:lnTo>
                <a:lnTo>
                  <a:pt x="157163" y="171450"/>
                </a:lnTo>
                <a:lnTo>
                  <a:pt x="147638" y="171450"/>
                </a:lnTo>
                <a:lnTo>
                  <a:pt x="138113" y="171450"/>
                </a:lnTo>
                <a:lnTo>
                  <a:pt x="128588" y="171450"/>
                </a:lnTo>
                <a:lnTo>
                  <a:pt x="123825" y="176213"/>
                </a:lnTo>
                <a:lnTo>
                  <a:pt x="123825" y="185738"/>
                </a:lnTo>
                <a:lnTo>
                  <a:pt x="123825" y="195263"/>
                </a:lnTo>
                <a:lnTo>
                  <a:pt x="123825" y="204788"/>
                </a:lnTo>
                <a:lnTo>
                  <a:pt x="123825" y="214313"/>
                </a:lnTo>
                <a:lnTo>
                  <a:pt x="123825" y="223838"/>
                </a:lnTo>
                <a:lnTo>
                  <a:pt x="123825" y="233363"/>
                </a:lnTo>
                <a:lnTo>
                  <a:pt x="123825" y="242888"/>
                </a:lnTo>
                <a:lnTo>
                  <a:pt x="123825" y="252413"/>
                </a:lnTo>
                <a:lnTo>
                  <a:pt x="123825" y="261938"/>
                </a:lnTo>
                <a:lnTo>
                  <a:pt x="123825" y="271463"/>
                </a:lnTo>
                <a:lnTo>
                  <a:pt x="123825" y="280988"/>
                </a:lnTo>
                <a:lnTo>
                  <a:pt x="123825" y="290513"/>
                </a:lnTo>
                <a:lnTo>
                  <a:pt x="123825" y="300038"/>
                </a:lnTo>
                <a:lnTo>
                  <a:pt x="123825" y="309563"/>
                </a:lnTo>
                <a:lnTo>
                  <a:pt x="123825" y="319088"/>
                </a:lnTo>
                <a:lnTo>
                  <a:pt x="123825" y="328613"/>
                </a:lnTo>
                <a:lnTo>
                  <a:pt x="123825" y="338138"/>
                </a:lnTo>
                <a:lnTo>
                  <a:pt x="123825" y="347663"/>
                </a:lnTo>
                <a:lnTo>
                  <a:pt x="123825" y="357188"/>
                </a:lnTo>
                <a:lnTo>
                  <a:pt x="123825" y="366713"/>
                </a:lnTo>
                <a:lnTo>
                  <a:pt x="123825" y="376238"/>
                </a:lnTo>
                <a:lnTo>
                  <a:pt x="119063" y="381000"/>
                </a:lnTo>
                <a:lnTo>
                  <a:pt x="114300" y="376238"/>
                </a:lnTo>
                <a:lnTo>
                  <a:pt x="109538" y="371475"/>
                </a:lnTo>
                <a:lnTo>
                  <a:pt x="104775" y="366713"/>
                </a:lnTo>
                <a:lnTo>
                  <a:pt x="100013" y="361950"/>
                </a:lnTo>
                <a:lnTo>
                  <a:pt x="90488" y="361950"/>
                </a:lnTo>
                <a:lnTo>
                  <a:pt x="85725" y="357188"/>
                </a:lnTo>
                <a:lnTo>
                  <a:pt x="80963" y="352425"/>
                </a:lnTo>
                <a:lnTo>
                  <a:pt x="76200" y="347663"/>
                </a:lnTo>
                <a:lnTo>
                  <a:pt x="71438" y="342900"/>
                </a:lnTo>
                <a:lnTo>
                  <a:pt x="66675" y="338138"/>
                </a:lnTo>
                <a:lnTo>
                  <a:pt x="61913" y="333375"/>
                </a:lnTo>
                <a:lnTo>
                  <a:pt x="57150" y="328613"/>
                </a:lnTo>
                <a:lnTo>
                  <a:pt x="57150" y="319088"/>
                </a:lnTo>
                <a:lnTo>
                  <a:pt x="52388" y="314325"/>
                </a:lnTo>
                <a:lnTo>
                  <a:pt x="47625" y="309563"/>
                </a:lnTo>
                <a:lnTo>
                  <a:pt x="42863" y="304800"/>
                </a:lnTo>
                <a:lnTo>
                  <a:pt x="38100" y="300038"/>
                </a:lnTo>
                <a:lnTo>
                  <a:pt x="33338" y="295275"/>
                </a:lnTo>
                <a:lnTo>
                  <a:pt x="28575" y="290513"/>
                </a:lnTo>
                <a:lnTo>
                  <a:pt x="28575" y="280988"/>
                </a:lnTo>
                <a:lnTo>
                  <a:pt x="23813" y="276225"/>
                </a:lnTo>
                <a:lnTo>
                  <a:pt x="19050" y="271463"/>
                </a:lnTo>
                <a:lnTo>
                  <a:pt x="19050" y="261938"/>
                </a:lnTo>
                <a:lnTo>
                  <a:pt x="19050" y="252413"/>
                </a:lnTo>
                <a:lnTo>
                  <a:pt x="14288" y="247650"/>
                </a:lnTo>
                <a:lnTo>
                  <a:pt x="9525" y="242888"/>
                </a:lnTo>
                <a:lnTo>
                  <a:pt x="14288" y="238125"/>
                </a:lnTo>
                <a:lnTo>
                  <a:pt x="19050" y="233363"/>
                </a:lnTo>
                <a:lnTo>
                  <a:pt x="14288" y="228600"/>
                </a:lnTo>
                <a:lnTo>
                  <a:pt x="9525" y="223838"/>
                </a:lnTo>
                <a:lnTo>
                  <a:pt x="9525" y="214313"/>
                </a:lnTo>
                <a:lnTo>
                  <a:pt x="4763" y="209550"/>
                </a:lnTo>
                <a:lnTo>
                  <a:pt x="0" y="204788"/>
                </a:lnTo>
                <a:lnTo>
                  <a:pt x="4763" y="200025"/>
                </a:lnTo>
                <a:lnTo>
                  <a:pt x="9525" y="195263"/>
                </a:lnTo>
                <a:lnTo>
                  <a:pt x="9525" y="185738"/>
                </a:lnTo>
                <a:lnTo>
                  <a:pt x="9525" y="176213"/>
                </a:lnTo>
                <a:lnTo>
                  <a:pt x="4763" y="171450"/>
                </a:lnTo>
                <a:lnTo>
                  <a:pt x="0" y="166688"/>
                </a:lnTo>
                <a:lnTo>
                  <a:pt x="4763" y="161925"/>
                </a:lnTo>
                <a:lnTo>
                  <a:pt x="9525" y="157163"/>
                </a:lnTo>
                <a:lnTo>
                  <a:pt x="9525" y="147638"/>
                </a:lnTo>
                <a:lnTo>
                  <a:pt x="9525" y="138113"/>
                </a:lnTo>
                <a:lnTo>
                  <a:pt x="9525" y="128588"/>
                </a:lnTo>
                <a:lnTo>
                  <a:pt x="14288" y="123825"/>
                </a:lnTo>
                <a:lnTo>
                  <a:pt x="19050" y="119063"/>
                </a:lnTo>
                <a:lnTo>
                  <a:pt x="14288" y="114300"/>
                </a:lnTo>
                <a:lnTo>
                  <a:pt x="9525" y="109538"/>
                </a:lnTo>
                <a:lnTo>
                  <a:pt x="14288" y="104775"/>
                </a:lnTo>
                <a:lnTo>
                  <a:pt x="19050" y="100013"/>
                </a:lnTo>
                <a:lnTo>
                  <a:pt x="23813" y="95250"/>
                </a:lnTo>
                <a:lnTo>
                  <a:pt x="28575" y="90488"/>
                </a:lnTo>
                <a:lnTo>
                  <a:pt x="28575" y="80963"/>
                </a:lnTo>
                <a:lnTo>
                  <a:pt x="33338" y="76200"/>
                </a:lnTo>
                <a:lnTo>
                  <a:pt x="38100" y="71438"/>
                </a:lnTo>
                <a:lnTo>
                  <a:pt x="38100" y="61913"/>
                </a:lnTo>
                <a:lnTo>
                  <a:pt x="42863" y="57150"/>
                </a:lnTo>
                <a:lnTo>
                  <a:pt x="47625" y="52388"/>
                </a:lnTo>
                <a:lnTo>
                  <a:pt x="52388" y="47625"/>
                </a:lnTo>
                <a:lnTo>
                  <a:pt x="57150" y="42863"/>
                </a:lnTo>
                <a:lnTo>
                  <a:pt x="57150" y="33338"/>
                </a:lnTo>
                <a:lnTo>
                  <a:pt x="61913" y="28575"/>
                </a:lnTo>
                <a:lnTo>
                  <a:pt x="71438" y="28575"/>
                </a:lnTo>
                <a:lnTo>
                  <a:pt x="80963" y="28575"/>
                </a:lnTo>
                <a:lnTo>
                  <a:pt x="90488" y="28575"/>
                </a:lnTo>
                <a:lnTo>
                  <a:pt x="95250" y="33338"/>
                </a:lnTo>
                <a:lnTo>
                  <a:pt x="100013" y="38100"/>
                </a:lnTo>
                <a:lnTo>
                  <a:pt x="109538" y="38100"/>
                </a:lnTo>
                <a:lnTo>
                  <a:pt x="119063" y="38100"/>
                </a:lnTo>
                <a:lnTo>
                  <a:pt x="128588" y="38100"/>
                </a:lnTo>
                <a:lnTo>
                  <a:pt x="138113" y="38100"/>
                </a:lnTo>
                <a:lnTo>
                  <a:pt x="147638" y="38100"/>
                </a:lnTo>
                <a:lnTo>
                  <a:pt x="157163" y="38100"/>
                </a:lnTo>
                <a:lnTo>
                  <a:pt x="166688" y="38100"/>
                </a:lnTo>
                <a:lnTo>
                  <a:pt x="176213" y="38100"/>
                </a:lnTo>
                <a:lnTo>
                  <a:pt x="185738" y="38100"/>
                </a:lnTo>
                <a:lnTo>
                  <a:pt x="195263" y="38100"/>
                </a:lnTo>
                <a:lnTo>
                  <a:pt x="200025" y="33338"/>
                </a:lnTo>
                <a:lnTo>
                  <a:pt x="204788" y="28575"/>
                </a:lnTo>
                <a:lnTo>
                  <a:pt x="214313" y="28575"/>
                </a:lnTo>
                <a:lnTo>
                  <a:pt x="223838" y="28575"/>
                </a:lnTo>
                <a:lnTo>
                  <a:pt x="233363" y="28575"/>
                </a:lnTo>
                <a:lnTo>
                  <a:pt x="242888" y="28575"/>
                </a:lnTo>
                <a:lnTo>
                  <a:pt x="252413" y="28575"/>
                </a:lnTo>
                <a:lnTo>
                  <a:pt x="261938" y="28575"/>
                </a:lnTo>
                <a:lnTo>
                  <a:pt x="271463" y="28575"/>
                </a:lnTo>
                <a:lnTo>
                  <a:pt x="280988" y="28575"/>
                </a:lnTo>
                <a:lnTo>
                  <a:pt x="290513" y="28575"/>
                </a:lnTo>
                <a:lnTo>
                  <a:pt x="295275" y="23813"/>
                </a:lnTo>
                <a:lnTo>
                  <a:pt x="300038" y="19050"/>
                </a:lnTo>
                <a:lnTo>
                  <a:pt x="309563" y="19050"/>
                </a:lnTo>
                <a:lnTo>
                  <a:pt x="319088" y="19050"/>
                </a:lnTo>
                <a:lnTo>
                  <a:pt x="328613" y="19050"/>
                </a:lnTo>
                <a:lnTo>
                  <a:pt x="333375" y="14288"/>
                </a:lnTo>
                <a:lnTo>
                  <a:pt x="338138" y="9525"/>
                </a:lnTo>
                <a:lnTo>
                  <a:pt x="347663" y="9525"/>
                </a:lnTo>
                <a:lnTo>
                  <a:pt x="357188" y="9525"/>
                </a:lnTo>
                <a:lnTo>
                  <a:pt x="361950" y="4763"/>
                </a:lnTo>
                <a:close/>
              </a:path>
            </a:pathLst>
          </a:custGeom>
          <a:solidFill xmlns:a="http://schemas.openxmlformats.org/drawingml/2006/main">
            <a:srgbClr val="F9D7B4"/>
          </a:solidFill>
          <a:ln xmlns:a="http://schemas.openxmlformats.org/drawingml/2006/main" w="0">
            <a:noFill/>
            <a:prstDash val="solid"/>
          </a:ln>
        </p:spPr>
      </p:sp>
      <p:sp>
        <p:nvSpPr>
          <p:cNvPr id="785" name="layout-orange-108-0">
            <a:extLst xmlns:a="http://schemas.openxmlformats.org/drawingml/2006/main">
              <a:ext uri="{FF2B5EF4-FFF2-40B4-BE49-F238E27FC236}">
                <a16:creationId xmlns:a16="http://schemas.microsoft.com/office/drawing/2014/main" id="{3B962C5B-476E-46B3-BB3B-C5A5472E62C5}"/>
              </a:ext>
            </a:extLst>
          </p:cNvPr>
          <p:cNvSpPr>
            <a:spLocks xmlns:a="http://schemas.openxmlformats.org/drawingml/2006/main" noGrp="1"/>
          </p:cNvSpPr>
          <p:nvPr/>
        </p:nvSpPr>
        <p:spPr>
          <a:xfrm xmlns:a="http://schemas.openxmlformats.org/drawingml/2006/main" rot="0">
            <a:off x="2419350" y="3600450"/>
            <a:ext cx="152400" cy="38100"/>
          </a:xfrm>
          <a:custGeom xmlns:a="http://schemas.openxmlformats.org/drawingml/2006/main">
            <a:pathLst>
              <a:path w="152400" h="38100">
                <a:moveTo>
                  <a:pt x="57150" y="4763"/>
                </a:moveTo>
                <a:lnTo>
                  <a:pt x="61913" y="0"/>
                </a:lnTo>
                <a:lnTo>
                  <a:pt x="66675" y="4763"/>
                </a:lnTo>
                <a:lnTo>
                  <a:pt x="71438" y="9525"/>
                </a:lnTo>
                <a:lnTo>
                  <a:pt x="80963" y="9525"/>
                </a:lnTo>
                <a:lnTo>
                  <a:pt x="90488" y="9525"/>
                </a:lnTo>
                <a:lnTo>
                  <a:pt x="100013" y="9525"/>
                </a:lnTo>
                <a:lnTo>
                  <a:pt x="109538" y="9525"/>
                </a:lnTo>
                <a:lnTo>
                  <a:pt x="119063" y="9525"/>
                </a:lnTo>
                <a:lnTo>
                  <a:pt x="123825" y="14288"/>
                </a:lnTo>
                <a:lnTo>
                  <a:pt x="128588" y="19050"/>
                </a:lnTo>
                <a:lnTo>
                  <a:pt x="138113" y="19050"/>
                </a:lnTo>
                <a:lnTo>
                  <a:pt x="147638" y="19050"/>
                </a:lnTo>
                <a:lnTo>
                  <a:pt x="152400" y="23813"/>
                </a:lnTo>
                <a:lnTo>
                  <a:pt x="147638" y="28575"/>
                </a:lnTo>
                <a:lnTo>
                  <a:pt x="138113" y="28575"/>
                </a:lnTo>
                <a:lnTo>
                  <a:pt x="128588" y="28575"/>
                </a:lnTo>
                <a:lnTo>
                  <a:pt x="119063" y="28575"/>
                </a:lnTo>
                <a:lnTo>
                  <a:pt x="109538" y="28575"/>
                </a:lnTo>
                <a:lnTo>
                  <a:pt x="104775" y="33338"/>
                </a:lnTo>
                <a:lnTo>
                  <a:pt x="100013" y="38100"/>
                </a:lnTo>
                <a:lnTo>
                  <a:pt x="90488" y="38100"/>
                </a:lnTo>
                <a:lnTo>
                  <a:pt x="80963" y="38100"/>
                </a:lnTo>
                <a:lnTo>
                  <a:pt x="71438" y="38100"/>
                </a:lnTo>
                <a:lnTo>
                  <a:pt x="61913" y="38100"/>
                </a:lnTo>
                <a:lnTo>
                  <a:pt x="52388" y="38100"/>
                </a:lnTo>
                <a:lnTo>
                  <a:pt x="42863" y="38100"/>
                </a:lnTo>
                <a:lnTo>
                  <a:pt x="33338" y="38100"/>
                </a:lnTo>
                <a:lnTo>
                  <a:pt x="23813" y="38100"/>
                </a:lnTo>
                <a:lnTo>
                  <a:pt x="14288" y="38100"/>
                </a:lnTo>
                <a:lnTo>
                  <a:pt x="4763" y="38100"/>
                </a:lnTo>
                <a:lnTo>
                  <a:pt x="0" y="33338"/>
                </a:lnTo>
                <a:lnTo>
                  <a:pt x="4763" y="28575"/>
                </a:lnTo>
                <a:lnTo>
                  <a:pt x="14288" y="28575"/>
                </a:lnTo>
                <a:lnTo>
                  <a:pt x="19050" y="23813"/>
                </a:lnTo>
                <a:lnTo>
                  <a:pt x="23813" y="19050"/>
                </a:lnTo>
                <a:lnTo>
                  <a:pt x="28575" y="14288"/>
                </a:lnTo>
                <a:lnTo>
                  <a:pt x="33338" y="9525"/>
                </a:lnTo>
                <a:lnTo>
                  <a:pt x="42863" y="9525"/>
                </a:lnTo>
                <a:lnTo>
                  <a:pt x="52388" y="9525"/>
                </a:lnTo>
                <a:lnTo>
                  <a:pt x="57150" y="4763"/>
                </a:lnTo>
                <a:close/>
              </a:path>
            </a:pathLst>
          </a:custGeom>
          <a:solidFill xmlns:a="http://schemas.openxmlformats.org/drawingml/2006/main">
            <a:srgbClr val="F9D9B9"/>
          </a:solidFill>
          <a:ln xmlns:a="http://schemas.openxmlformats.org/drawingml/2006/main" w="0">
            <a:noFill/>
            <a:prstDash val="solid"/>
          </a:ln>
        </p:spPr>
      </p:sp>
      <p:sp>
        <p:nvSpPr>
          <p:cNvPr id="786" name="layout-orange-108-1">
            <a:extLst xmlns:a="http://schemas.openxmlformats.org/drawingml/2006/main">
              <a:ext uri="{FF2B5EF4-FFF2-40B4-BE49-F238E27FC236}">
                <a16:creationId xmlns:a16="http://schemas.microsoft.com/office/drawing/2014/main" id="{404D3FBE-DAF0-46A9-85A6-63851B973D8C}"/>
              </a:ext>
            </a:extLst>
          </p:cNvPr>
          <p:cNvSpPr>
            <a:spLocks xmlns:a="http://schemas.openxmlformats.org/drawingml/2006/main" noGrp="1"/>
          </p:cNvSpPr>
          <p:nvPr/>
        </p:nvSpPr>
        <p:spPr>
          <a:xfrm xmlns:a="http://schemas.openxmlformats.org/drawingml/2006/main" rot="0">
            <a:off x="2371725" y="36290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F9D9B9"/>
          </a:solidFill>
          <a:ln xmlns:a="http://schemas.openxmlformats.org/drawingml/2006/main" w="0">
            <a:noFill/>
            <a:prstDash val="solid"/>
          </a:ln>
        </p:spPr>
      </p:sp>
      <p:sp>
        <p:nvSpPr>
          <p:cNvPr id="787" name="layout-orange-108-2">
            <a:extLst xmlns:a="http://schemas.openxmlformats.org/drawingml/2006/main">
              <a:ext uri="{FF2B5EF4-FFF2-40B4-BE49-F238E27FC236}">
                <a16:creationId xmlns:a16="http://schemas.microsoft.com/office/drawing/2014/main" id="{68A8A24A-F2FF-4A3F-B822-508AC55CCC7D}"/>
              </a:ext>
            </a:extLst>
          </p:cNvPr>
          <p:cNvSpPr>
            <a:spLocks xmlns:a="http://schemas.openxmlformats.org/drawingml/2006/main" noGrp="1"/>
          </p:cNvSpPr>
          <p:nvPr/>
        </p:nvSpPr>
        <p:spPr>
          <a:xfrm xmlns:a="http://schemas.openxmlformats.org/drawingml/2006/main" rot="0">
            <a:off x="2276475" y="3638550"/>
            <a:ext cx="447675" cy="342900"/>
          </a:xfrm>
          <a:custGeom xmlns:a="http://schemas.openxmlformats.org/drawingml/2006/main">
            <a:pathLst>
              <a:path w="447675" h="342900">
                <a:moveTo>
                  <a:pt x="304800" y="4763"/>
                </a:moveTo>
                <a:lnTo>
                  <a:pt x="309563" y="0"/>
                </a:lnTo>
                <a:lnTo>
                  <a:pt x="314325" y="4763"/>
                </a:lnTo>
                <a:lnTo>
                  <a:pt x="319088" y="9525"/>
                </a:lnTo>
                <a:lnTo>
                  <a:pt x="323850" y="14288"/>
                </a:lnTo>
                <a:lnTo>
                  <a:pt x="328613" y="19050"/>
                </a:lnTo>
                <a:lnTo>
                  <a:pt x="338138" y="19050"/>
                </a:lnTo>
                <a:lnTo>
                  <a:pt x="342900" y="23813"/>
                </a:lnTo>
                <a:lnTo>
                  <a:pt x="347663" y="28575"/>
                </a:lnTo>
                <a:lnTo>
                  <a:pt x="352425" y="33338"/>
                </a:lnTo>
                <a:lnTo>
                  <a:pt x="357188" y="38100"/>
                </a:lnTo>
                <a:lnTo>
                  <a:pt x="361950" y="42863"/>
                </a:lnTo>
                <a:lnTo>
                  <a:pt x="361950" y="52388"/>
                </a:lnTo>
                <a:lnTo>
                  <a:pt x="366713" y="57150"/>
                </a:lnTo>
                <a:lnTo>
                  <a:pt x="376238" y="57150"/>
                </a:lnTo>
                <a:lnTo>
                  <a:pt x="381000" y="61913"/>
                </a:lnTo>
                <a:lnTo>
                  <a:pt x="381000" y="71438"/>
                </a:lnTo>
                <a:lnTo>
                  <a:pt x="381000" y="80963"/>
                </a:lnTo>
                <a:lnTo>
                  <a:pt x="385763" y="85725"/>
                </a:lnTo>
                <a:lnTo>
                  <a:pt x="390525" y="90488"/>
                </a:lnTo>
                <a:lnTo>
                  <a:pt x="390525" y="100013"/>
                </a:lnTo>
                <a:lnTo>
                  <a:pt x="395288" y="104775"/>
                </a:lnTo>
                <a:lnTo>
                  <a:pt x="400050" y="109538"/>
                </a:lnTo>
                <a:lnTo>
                  <a:pt x="400050" y="119063"/>
                </a:lnTo>
                <a:lnTo>
                  <a:pt x="400050" y="128588"/>
                </a:lnTo>
                <a:lnTo>
                  <a:pt x="404813" y="133350"/>
                </a:lnTo>
                <a:lnTo>
                  <a:pt x="409575" y="138113"/>
                </a:lnTo>
                <a:lnTo>
                  <a:pt x="404813" y="142875"/>
                </a:lnTo>
                <a:lnTo>
                  <a:pt x="400050" y="147638"/>
                </a:lnTo>
                <a:lnTo>
                  <a:pt x="404813" y="152400"/>
                </a:lnTo>
                <a:lnTo>
                  <a:pt x="414338" y="152400"/>
                </a:lnTo>
                <a:lnTo>
                  <a:pt x="423863" y="152400"/>
                </a:lnTo>
                <a:lnTo>
                  <a:pt x="433388" y="152400"/>
                </a:lnTo>
                <a:lnTo>
                  <a:pt x="442913" y="152400"/>
                </a:lnTo>
                <a:lnTo>
                  <a:pt x="447675" y="157163"/>
                </a:lnTo>
                <a:lnTo>
                  <a:pt x="442913" y="161925"/>
                </a:lnTo>
                <a:lnTo>
                  <a:pt x="433388" y="161925"/>
                </a:lnTo>
                <a:lnTo>
                  <a:pt x="423863" y="161925"/>
                </a:lnTo>
                <a:lnTo>
                  <a:pt x="414338" y="161925"/>
                </a:lnTo>
                <a:lnTo>
                  <a:pt x="404813" y="161925"/>
                </a:lnTo>
                <a:lnTo>
                  <a:pt x="395288" y="161925"/>
                </a:lnTo>
                <a:lnTo>
                  <a:pt x="385763" y="161925"/>
                </a:lnTo>
                <a:lnTo>
                  <a:pt x="376238" y="161925"/>
                </a:lnTo>
                <a:lnTo>
                  <a:pt x="366713" y="161925"/>
                </a:lnTo>
                <a:lnTo>
                  <a:pt x="357188" y="161925"/>
                </a:lnTo>
                <a:lnTo>
                  <a:pt x="347663" y="161925"/>
                </a:lnTo>
                <a:lnTo>
                  <a:pt x="338138" y="161925"/>
                </a:lnTo>
                <a:lnTo>
                  <a:pt x="328613" y="161925"/>
                </a:lnTo>
                <a:lnTo>
                  <a:pt x="319088" y="161925"/>
                </a:lnTo>
                <a:lnTo>
                  <a:pt x="309563" y="161925"/>
                </a:lnTo>
                <a:lnTo>
                  <a:pt x="300038" y="161925"/>
                </a:lnTo>
                <a:lnTo>
                  <a:pt x="290513" y="161925"/>
                </a:lnTo>
                <a:lnTo>
                  <a:pt x="280988" y="161925"/>
                </a:lnTo>
                <a:lnTo>
                  <a:pt x="271463" y="161925"/>
                </a:lnTo>
                <a:lnTo>
                  <a:pt x="261938" y="161925"/>
                </a:lnTo>
                <a:lnTo>
                  <a:pt x="252413" y="161925"/>
                </a:lnTo>
                <a:lnTo>
                  <a:pt x="242888" y="161925"/>
                </a:lnTo>
                <a:lnTo>
                  <a:pt x="233363" y="161925"/>
                </a:lnTo>
                <a:lnTo>
                  <a:pt x="223838" y="161925"/>
                </a:lnTo>
                <a:lnTo>
                  <a:pt x="214313" y="161925"/>
                </a:lnTo>
                <a:lnTo>
                  <a:pt x="204788" y="161925"/>
                </a:lnTo>
                <a:lnTo>
                  <a:pt x="195263" y="161925"/>
                </a:lnTo>
                <a:lnTo>
                  <a:pt x="185738" y="161925"/>
                </a:lnTo>
                <a:lnTo>
                  <a:pt x="176213" y="161925"/>
                </a:lnTo>
                <a:lnTo>
                  <a:pt x="166688" y="161925"/>
                </a:lnTo>
                <a:lnTo>
                  <a:pt x="157163" y="161925"/>
                </a:lnTo>
                <a:lnTo>
                  <a:pt x="147638" y="161925"/>
                </a:lnTo>
                <a:lnTo>
                  <a:pt x="138113" y="161925"/>
                </a:lnTo>
                <a:lnTo>
                  <a:pt x="128588" y="161925"/>
                </a:lnTo>
                <a:lnTo>
                  <a:pt x="119063" y="161925"/>
                </a:lnTo>
                <a:lnTo>
                  <a:pt x="109538" y="161925"/>
                </a:lnTo>
                <a:lnTo>
                  <a:pt x="100013" y="161925"/>
                </a:lnTo>
                <a:lnTo>
                  <a:pt x="95250" y="166688"/>
                </a:lnTo>
                <a:lnTo>
                  <a:pt x="95250" y="176213"/>
                </a:lnTo>
                <a:lnTo>
                  <a:pt x="95250" y="185738"/>
                </a:lnTo>
                <a:lnTo>
                  <a:pt x="95250" y="195263"/>
                </a:lnTo>
                <a:lnTo>
                  <a:pt x="95250" y="204788"/>
                </a:lnTo>
                <a:lnTo>
                  <a:pt x="95250" y="214313"/>
                </a:lnTo>
                <a:lnTo>
                  <a:pt x="95250" y="223838"/>
                </a:lnTo>
                <a:lnTo>
                  <a:pt x="95250" y="233363"/>
                </a:lnTo>
                <a:lnTo>
                  <a:pt x="95250" y="242888"/>
                </a:lnTo>
                <a:lnTo>
                  <a:pt x="95250" y="252413"/>
                </a:lnTo>
                <a:lnTo>
                  <a:pt x="95250" y="261938"/>
                </a:lnTo>
                <a:lnTo>
                  <a:pt x="95250" y="271463"/>
                </a:lnTo>
                <a:lnTo>
                  <a:pt x="95250" y="280988"/>
                </a:lnTo>
                <a:lnTo>
                  <a:pt x="95250" y="290513"/>
                </a:lnTo>
                <a:lnTo>
                  <a:pt x="95250" y="300038"/>
                </a:lnTo>
                <a:lnTo>
                  <a:pt x="95250" y="309563"/>
                </a:lnTo>
                <a:lnTo>
                  <a:pt x="95250" y="319088"/>
                </a:lnTo>
                <a:lnTo>
                  <a:pt x="95250" y="328613"/>
                </a:lnTo>
                <a:lnTo>
                  <a:pt x="95250" y="338138"/>
                </a:lnTo>
                <a:lnTo>
                  <a:pt x="90488" y="342900"/>
                </a:lnTo>
                <a:lnTo>
                  <a:pt x="85725" y="338138"/>
                </a:lnTo>
                <a:lnTo>
                  <a:pt x="80963" y="333375"/>
                </a:lnTo>
                <a:lnTo>
                  <a:pt x="76200" y="328613"/>
                </a:lnTo>
                <a:lnTo>
                  <a:pt x="71438" y="323850"/>
                </a:lnTo>
                <a:lnTo>
                  <a:pt x="66675" y="319088"/>
                </a:lnTo>
                <a:lnTo>
                  <a:pt x="61913" y="314325"/>
                </a:lnTo>
                <a:lnTo>
                  <a:pt x="57150" y="309563"/>
                </a:lnTo>
                <a:lnTo>
                  <a:pt x="52388" y="304800"/>
                </a:lnTo>
                <a:lnTo>
                  <a:pt x="47625" y="300038"/>
                </a:lnTo>
                <a:lnTo>
                  <a:pt x="42863" y="295275"/>
                </a:lnTo>
                <a:lnTo>
                  <a:pt x="38100" y="290513"/>
                </a:lnTo>
                <a:lnTo>
                  <a:pt x="33338" y="285750"/>
                </a:lnTo>
                <a:lnTo>
                  <a:pt x="28575" y="280988"/>
                </a:lnTo>
                <a:lnTo>
                  <a:pt x="28575" y="271463"/>
                </a:lnTo>
                <a:lnTo>
                  <a:pt x="23813" y="266700"/>
                </a:lnTo>
                <a:lnTo>
                  <a:pt x="19050" y="261938"/>
                </a:lnTo>
                <a:lnTo>
                  <a:pt x="19050" y="252413"/>
                </a:lnTo>
                <a:lnTo>
                  <a:pt x="19050" y="242888"/>
                </a:lnTo>
                <a:lnTo>
                  <a:pt x="14288" y="238125"/>
                </a:lnTo>
                <a:lnTo>
                  <a:pt x="9525" y="233363"/>
                </a:lnTo>
                <a:lnTo>
                  <a:pt x="9525" y="223838"/>
                </a:lnTo>
                <a:lnTo>
                  <a:pt x="9525" y="214313"/>
                </a:lnTo>
                <a:lnTo>
                  <a:pt x="4763" y="209550"/>
                </a:lnTo>
                <a:lnTo>
                  <a:pt x="0" y="204788"/>
                </a:lnTo>
                <a:lnTo>
                  <a:pt x="0" y="195263"/>
                </a:lnTo>
                <a:lnTo>
                  <a:pt x="0" y="185738"/>
                </a:lnTo>
                <a:lnTo>
                  <a:pt x="0" y="176213"/>
                </a:lnTo>
                <a:lnTo>
                  <a:pt x="0" y="166688"/>
                </a:lnTo>
                <a:lnTo>
                  <a:pt x="0" y="157163"/>
                </a:lnTo>
                <a:lnTo>
                  <a:pt x="0" y="147638"/>
                </a:lnTo>
                <a:lnTo>
                  <a:pt x="0" y="138113"/>
                </a:lnTo>
                <a:lnTo>
                  <a:pt x="4763" y="133350"/>
                </a:lnTo>
                <a:lnTo>
                  <a:pt x="9525" y="128588"/>
                </a:lnTo>
                <a:lnTo>
                  <a:pt x="4763" y="123825"/>
                </a:lnTo>
                <a:lnTo>
                  <a:pt x="0" y="119063"/>
                </a:lnTo>
                <a:lnTo>
                  <a:pt x="4763" y="114300"/>
                </a:lnTo>
                <a:lnTo>
                  <a:pt x="9525" y="109538"/>
                </a:lnTo>
                <a:lnTo>
                  <a:pt x="9525" y="100013"/>
                </a:lnTo>
                <a:lnTo>
                  <a:pt x="14288" y="95250"/>
                </a:lnTo>
                <a:lnTo>
                  <a:pt x="19050" y="90488"/>
                </a:lnTo>
                <a:lnTo>
                  <a:pt x="23813" y="85725"/>
                </a:lnTo>
                <a:lnTo>
                  <a:pt x="28575" y="80963"/>
                </a:lnTo>
                <a:lnTo>
                  <a:pt x="28575" y="71438"/>
                </a:lnTo>
                <a:lnTo>
                  <a:pt x="28575" y="61913"/>
                </a:lnTo>
                <a:lnTo>
                  <a:pt x="33338" y="57150"/>
                </a:lnTo>
                <a:lnTo>
                  <a:pt x="38100" y="52388"/>
                </a:lnTo>
                <a:lnTo>
                  <a:pt x="42863" y="47625"/>
                </a:lnTo>
                <a:lnTo>
                  <a:pt x="47625" y="42863"/>
                </a:lnTo>
                <a:lnTo>
                  <a:pt x="52388" y="38100"/>
                </a:lnTo>
                <a:lnTo>
                  <a:pt x="57150" y="33338"/>
                </a:lnTo>
                <a:lnTo>
                  <a:pt x="61913" y="28575"/>
                </a:lnTo>
                <a:lnTo>
                  <a:pt x="71438" y="28575"/>
                </a:lnTo>
                <a:lnTo>
                  <a:pt x="80963" y="28575"/>
                </a:lnTo>
                <a:lnTo>
                  <a:pt x="90488" y="28575"/>
                </a:lnTo>
                <a:lnTo>
                  <a:pt x="100013" y="28575"/>
                </a:lnTo>
                <a:lnTo>
                  <a:pt x="109538" y="28575"/>
                </a:lnTo>
                <a:lnTo>
                  <a:pt x="119063" y="28575"/>
                </a:lnTo>
                <a:lnTo>
                  <a:pt x="128588" y="28575"/>
                </a:lnTo>
                <a:lnTo>
                  <a:pt x="138113" y="28575"/>
                </a:lnTo>
                <a:lnTo>
                  <a:pt x="147638" y="28575"/>
                </a:lnTo>
                <a:lnTo>
                  <a:pt x="157163" y="28575"/>
                </a:lnTo>
                <a:lnTo>
                  <a:pt x="166688" y="28575"/>
                </a:lnTo>
                <a:lnTo>
                  <a:pt x="176213" y="28575"/>
                </a:lnTo>
                <a:lnTo>
                  <a:pt x="180975" y="23813"/>
                </a:lnTo>
                <a:lnTo>
                  <a:pt x="185738" y="19050"/>
                </a:lnTo>
                <a:lnTo>
                  <a:pt x="195263" y="19050"/>
                </a:lnTo>
                <a:lnTo>
                  <a:pt x="204788" y="19050"/>
                </a:lnTo>
                <a:lnTo>
                  <a:pt x="214313" y="19050"/>
                </a:lnTo>
                <a:lnTo>
                  <a:pt x="223838" y="19050"/>
                </a:lnTo>
                <a:lnTo>
                  <a:pt x="233363" y="19050"/>
                </a:lnTo>
                <a:lnTo>
                  <a:pt x="242888" y="19050"/>
                </a:lnTo>
                <a:lnTo>
                  <a:pt x="252413" y="19050"/>
                </a:lnTo>
                <a:lnTo>
                  <a:pt x="261938" y="19050"/>
                </a:lnTo>
                <a:lnTo>
                  <a:pt x="266700" y="14288"/>
                </a:lnTo>
                <a:lnTo>
                  <a:pt x="271463" y="9525"/>
                </a:lnTo>
                <a:lnTo>
                  <a:pt x="280988" y="9525"/>
                </a:lnTo>
                <a:lnTo>
                  <a:pt x="290513" y="9525"/>
                </a:lnTo>
                <a:lnTo>
                  <a:pt x="300038" y="9525"/>
                </a:lnTo>
                <a:lnTo>
                  <a:pt x="304800" y="4763"/>
                </a:lnTo>
                <a:close/>
              </a:path>
            </a:pathLst>
          </a:custGeom>
          <a:solidFill xmlns:a="http://schemas.openxmlformats.org/drawingml/2006/main">
            <a:srgbClr val="F9D9B9"/>
          </a:solidFill>
          <a:ln xmlns:a="http://schemas.openxmlformats.org/drawingml/2006/main" w="0">
            <a:noFill/>
            <a:prstDash val="solid"/>
          </a:ln>
        </p:spPr>
      </p:sp>
      <p:sp>
        <p:nvSpPr>
          <p:cNvPr id="788" name="layout-orange-108-3">
            <a:extLst xmlns:a="http://schemas.openxmlformats.org/drawingml/2006/main">
              <a:ext uri="{FF2B5EF4-FFF2-40B4-BE49-F238E27FC236}">
                <a16:creationId xmlns:a16="http://schemas.microsoft.com/office/drawing/2014/main" id="{F2DFBDF6-6791-4871-AFB3-57467B2DBFCA}"/>
              </a:ext>
            </a:extLst>
          </p:cNvPr>
          <p:cNvSpPr>
            <a:spLocks xmlns:a="http://schemas.openxmlformats.org/drawingml/2006/main" noGrp="1"/>
          </p:cNvSpPr>
          <p:nvPr/>
        </p:nvSpPr>
        <p:spPr>
          <a:xfrm xmlns:a="http://schemas.openxmlformats.org/drawingml/2006/main" rot="0">
            <a:off x="3009900" y="3638550"/>
            <a:ext cx="9525" cy="161925"/>
          </a:xfrm>
          <a:custGeom xmlns:a="http://schemas.openxmlformats.org/drawingml/2006/main">
            <a:pathLst>
              <a:path w="9525" h="1619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4763" y="161925"/>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9D9B9"/>
          </a:solidFill>
          <a:ln xmlns:a="http://schemas.openxmlformats.org/drawingml/2006/main" w="0">
            <a:noFill/>
            <a:prstDash val="solid"/>
          </a:ln>
        </p:spPr>
      </p:sp>
      <p:sp>
        <p:nvSpPr>
          <p:cNvPr id="789" name="layout-orange-109-0">
            <a:extLst xmlns:a="http://schemas.openxmlformats.org/drawingml/2006/main">
              <a:ext uri="{FF2B5EF4-FFF2-40B4-BE49-F238E27FC236}">
                <a16:creationId xmlns:a16="http://schemas.microsoft.com/office/drawing/2014/main" id="{D2EFA92D-2C5E-4A1B-9720-DAD49772E791}"/>
              </a:ext>
            </a:extLst>
          </p:cNvPr>
          <p:cNvSpPr>
            <a:spLocks xmlns:a="http://schemas.openxmlformats.org/drawingml/2006/main" noGrp="1"/>
          </p:cNvSpPr>
          <p:nvPr/>
        </p:nvSpPr>
        <p:spPr>
          <a:xfrm xmlns:a="http://schemas.openxmlformats.org/drawingml/2006/main" rot="0">
            <a:off x="2438400" y="3629025"/>
            <a:ext cx="76200" cy="9525"/>
          </a:xfrm>
          <a:custGeom xmlns:a="http://schemas.openxmlformats.org/drawingml/2006/main">
            <a:pathLst>
              <a:path w="76200" h="9525">
                <a:moveTo>
                  <a:pt x="0" y="4763"/>
                </a:moveTo>
                <a:lnTo>
                  <a:pt x="4763" y="0"/>
                </a:lnTo>
                <a:lnTo>
                  <a:pt x="14288" y="0"/>
                </a:lnTo>
                <a:lnTo>
                  <a:pt x="23813" y="0"/>
                </a:lnTo>
                <a:lnTo>
                  <a:pt x="33338" y="0"/>
                </a:lnTo>
                <a:lnTo>
                  <a:pt x="42863" y="0"/>
                </a:lnTo>
                <a:lnTo>
                  <a:pt x="52388" y="0"/>
                </a:lnTo>
                <a:lnTo>
                  <a:pt x="61913" y="0"/>
                </a:lnTo>
                <a:lnTo>
                  <a:pt x="71438" y="0"/>
                </a:lnTo>
                <a:lnTo>
                  <a:pt x="76200" y="4763"/>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F9DBBC"/>
          </a:solidFill>
          <a:ln xmlns:a="http://schemas.openxmlformats.org/drawingml/2006/main" w="0">
            <a:noFill/>
            <a:prstDash val="solid"/>
          </a:ln>
        </p:spPr>
      </p:sp>
      <p:sp>
        <p:nvSpPr>
          <p:cNvPr id="790" name="layout-orange-109-1">
            <a:extLst xmlns:a="http://schemas.openxmlformats.org/drawingml/2006/main">
              <a:ext uri="{FF2B5EF4-FFF2-40B4-BE49-F238E27FC236}">
                <a16:creationId xmlns:a16="http://schemas.microsoft.com/office/drawing/2014/main" id="{4464A5CA-8A6E-4353-B28B-B7185594B266}"/>
              </a:ext>
            </a:extLst>
          </p:cNvPr>
          <p:cNvSpPr>
            <a:spLocks xmlns:a="http://schemas.openxmlformats.org/drawingml/2006/main" noGrp="1"/>
          </p:cNvSpPr>
          <p:nvPr/>
        </p:nvSpPr>
        <p:spPr>
          <a:xfrm xmlns:a="http://schemas.openxmlformats.org/drawingml/2006/main" rot="0">
            <a:off x="2295525" y="3648075"/>
            <a:ext cx="409575" cy="304800"/>
          </a:xfrm>
          <a:custGeom xmlns:a="http://schemas.openxmlformats.org/drawingml/2006/main">
            <a:pathLst>
              <a:path w="409575" h="304800">
                <a:moveTo>
                  <a:pt x="247650" y="4763"/>
                </a:moveTo>
                <a:lnTo>
                  <a:pt x="252413" y="0"/>
                </a:lnTo>
                <a:lnTo>
                  <a:pt x="261938" y="0"/>
                </a:lnTo>
                <a:lnTo>
                  <a:pt x="271463" y="0"/>
                </a:lnTo>
                <a:lnTo>
                  <a:pt x="276225" y="4763"/>
                </a:lnTo>
                <a:lnTo>
                  <a:pt x="280988" y="9525"/>
                </a:lnTo>
                <a:lnTo>
                  <a:pt x="290513" y="9525"/>
                </a:lnTo>
                <a:lnTo>
                  <a:pt x="295275" y="14288"/>
                </a:lnTo>
                <a:lnTo>
                  <a:pt x="300038" y="19050"/>
                </a:lnTo>
                <a:lnTo>
                  <a:pt x="304800" y="23813"/>
                </a:lnTo>
                <a:lnTo>
                  <a:pt x="309563" y="28575"/>
                </a:lnTo>
                <a:lnTo>
                  <a:pt x="314325" y="33338"/>
                </a:lnTo>
                <a:lnTo>
                  <a:pt x="319088" y="38100"/>
                </a:lnTo>
                <a:lnTo>
                  <a:pt x="323850" y="42863"/>
                </a:lnTo>
                <a:lnTo>
                  <a:pt x="323850" y="52388"/>
                </a:lnTo>
                <a:lnTo>
                  <a:pt x="328613" y="57150"/>
                </a:lnTo>
                <a:lnTo>
                  <a:pt x="333375" y="61913"/>
                </a:lnTo>
                <a:lnTo>
                  <a:pt x="338138" y="66675"/>
                </a:lnTo>
                <a:lnTo>
                  <a:pt x="342900" y="71438"/>
                </a:lnTo>
                <a:lnTo>
                  <a:pt x="342900" y="80963"/>
                </a:lnTo>
                <a:lnTo>
                  <a:pt x="347663" y="85725"/>
                </a:lnTo>
                <a:lnTo>
                  <a:pt x="352425" y="90488"/>
                </a:lnTo>
                <a:lnTo>
                  <a:pt x="352425" y="100013"/>
                </a:lnTo>
                <a:lnTo>
                  <a:pt x="352425" y="109538"/>
                </a:lnTo>
                <a:lnTo>
                  <a:pt x="357188" y="114300"/>
                </a:lnTo>
                <a:lnTo>
                  <a:pt x="361950" y="119063"/>
                </a:lnTo>
                <a:lnTo>
                  <a:pt x="361950" y="128588"/>
                </a:lnTo>
                <a:lnTo>
                  <a:pt x="361950" y="138113"/>
                </a:lnTo>
                <a:lnTo>
                  <a:pt x="366713" y="142875"/>
                </a:lnTo>
                <a:lnTo>
                  <a:pt x="376238" y="142875"/>
                </a:lnTo>
                <a:lnTo>
                  <a:pt x="385763" y="142875"/>
                </a:lnTo>
                <a:lnTo>
                  <a:pt x="395288" y="142875"/>
                </a:lnTo>
                <a:lnTo>
                  <a:pt x="404813" y="142875"/>
                </a:lnTo>
                <a:lnTo>
                  <a:pt x="409575" y="147638"/>
                </a:lnTo>
                <a:lnTo>
                  <a:pt x="404813" y="152400"/>
                </a:lnTo>
                <a:lnTo>
                  <a:pt x="395288" y="152400"/>
                </a:lnTo>
                <a:lnTo>
                  <a:pt x="385763" y="152400"/>
                </a:lnTo>
                <a:lnTo>
                  <a:pt x="376238" y="152400"/>
                </a:lnTo>
                <a:lnTo>
                  <a:pt x="366713" y="152400"/>
                </a:lnTo>
                <a:lnTo>
                  <a:pt x="357188" y="152400"/>
                </a:lnTo>
                <a:lnTo>
                  <a:pt x="347663" y="152400"/>
                </a:lnTo>
                <a:lnTo>
                  <a:pt x="338138" y="152400"/>
                </a:lnTo>
                <a:lnTo>
                  <a:pt x="328613" y="152400"/>
                </a:lnTo>
                <a:lnTo>
                  <a:pt x="319088" y="152400"/>
                </a:lnTo>
                <a:lnTo>
                  <a:pt x="309563" y="152400"/>
                </a:lnTo>
                <a:lnTo>
                  <a:pt x="300038" y="152400"/>
                </a:lnTo>
                <a:lnTo>
                  <a:pt x="290513" y="152400"/>
                </a:lnTo>
                <a:lnTo>
                  <a:pt x="280988" y="152400"/>
                </a:lnTo>
                <a:lnTo>
                  <a:pt x="271463" y="152400"/>
                </a:lnTo>
                <a:lnTo>
                  <a:pt x="261938" y="152400"/>
                </a:lnTo>
                <a:lnTo>
                  <a:pt x="252413" y="152400"/>
                </a:lnTo>
                <a:lnTo>
                  <a:pt x="242888" y="152400"/>
                </a:lnTo>
                <a:lnTo>
                  <a:pt x="233363" y="152400"/>
                </a:lnTo>
                <a:lnTo>
                  <a:pt x="223838" y="152400"/>
                </a:lnTo>
                <a:lnTo>
                  <a:pt x="214313" y="152400"/>
                </a:lnTo>
                <a:lnTo>
                  <a:pt x="204788" y="152400"/>
                </a:lnTo>
                <a:lnTo>
                  <a:pt x="195263" y="152400"/>
                </a:lnTo>
                <a:lnTo>
                  <a:pt x="185738" y="152400"/>
                </a:lnTo>
                <a:lnTo>
                  <a:pt x="176213" y="152400"/>
                </a:lnTo>
                <a:lnTo>
                  <a:pt x="166688" y="152400"/>
                </a:lnTo>
                <a:lnTo>
                  <a:pt x="157163" y="152400"/>
                </a:lnTo>
                <a:lnTo>
                  <a:pt x="147638" y="152400"/>
                </a:lnTo>
                <a:lnTo>
                  <a:pt x="138113" y="152400"/>
                </a:lnTo>
                <a:lnTo>
                  <a:pt x="128588" y="152400"/>
                </a:lnTo>
                <a:lnTo>
                  <a:pt x="119063" y="152400"/>
                </a:lnTo>
                <a:lnTo>
                  <a:pt x="109538" y="152400"/>
                </a:lnTo>
                <a:lnTo>
                  <a:pt x="100013" y="152400"/>
                </a:lnTo>
                <a:lnTo>
                  <a:pt x="90488" y="152400"/>
                </a:lnTo>
                <a:lnTo>
                  <a:pt x="80963" y="152400"/>
                </a:lnTo>
                <a:lnTo>
                  <a:pt x="76200" y="157163"/>
                </a:lnTo>
                <a:lnTo>
                  <a:pt x="76200" y="166688"/>
                </a:lnTo>
                <a:lnTo>
                  <a:pt x="76200" y="176213"/>
                </a:lnTo>
                <a:lnTo>
                  <a:pt x="76200" y="185738"/>
                </a:lnTo>
                <a:lnTo>
                  <a:pt x="76200" y="195263"/>
                </a:lnTo>
                <a:lnTo>
                  <a:pt x="76200" y="204788"/>
                </a:lnTo>
                <a:lnTo>
                  <a:pt x="76200" y="214313"/>
                </a:lnTo>
                <a:lnTo>
                  <a:pt x="76200" y="223838"/>
                </a:lnTo>
                <a:lnTo>
                  <a:pt x="76200" y="233363"/>
                </a:lnTo>
                <a:lnTo>
                  <a:pt x="76200" y="242888"/>
                </a:lnTo>
                <a:lnTo>
                  <a:pt x="76200" y="252413"/>
                </a:lnTo>
                <a:lnTo>
                  <a:pt x="76200" y="261938"/>
                </a:lnTo>
                <a:lnTo>
                  <a:pt x="76200" y="271463"/>
                </a:lnTo>
                <a:lnTo>
                  <a:pt x="76200" y="280988"/>
                </a:lnTo>
                <a:lnTo>
                  <a:pt x="76200" y="290513"/>
                </a:lnTo>
                <a:lnTo>
                  <a:pt x="76200" y="300038"/>
                </a:lnTo>
                <a:lnTo>
                  <a:pt x="71438" y="304800"/>
                </a:lnTo>
                <a:lnTo>
                  <a:pt x="66675" y="300038"/>
                </a:lnTo>
                <a:lnTo>
                  <a:pt x="61913" y="295275"/>
                </a:lnTo>
                <a:lnTo>
                  <a:pt x="57150" y="290513"/>
                </a:lnTo>
                <a:lnTo>
                  <a:pt x="52388" y="285750"/>
                </a:lnTo>
                <a:lnTo>
                  <a:pt x="47625" y="280988"/>
                </a:lnTo>
                <a:lnTo>
                  <a:pt x="47625" y="271463"/>
                </a:lnTo>
                <a:lnTo>
                  <a:pt x="42863" y="266700"/>
                </a:lnTo>
                <a:lnTo>
                  <a:pt x="38100" y="261938"/>
                </a:lnTo>
                <a:lnTo>
                  <a:pt x="33338" y="257175"/>
                </a:lnTo>
                <a:lnTo>
                  <a:pt x="28575" y="252413"/>
                </a:lnTo>
                <a:lnTo>
                  <a:pt x="28575" y="242888"/>
                </a:lnTo>
                <a:lnTo>
                  <a:pt x="23813" y="238125"/>
                </a:lnTo>
                <a:lnTo>
                  <a:pt x="19050" y="233363"/>
                </a:lnTo>
                <a:lnTo>
                  <a:pt x="14288" y="228600"/>
                </a:lnTo>
                <a:lnTo>
                  <a:pt x="9525" y="223838"/>
                </a:lnTo>
                <a:lnTo>
                  <a:pt x="14288" y="219075"/>
                </a:lnTo>
                <a:lnTo>
                  <a:pt x="19050" y="214313"/>
                </a:lnTo>
                <a:lnTo>
                  <a:pt x="14288" y="209550"/>
                </a:lnTo>
                <a:lnTo>
                  <a:pt x="9525" y="204788"/>
                </a:lnTo>
                <a:lnTo>
                  <a:pt x="4763" y="200025"/>
                </a:lnTo>
                <a:lnTo>
                  <a:pt x="0" y="195263"/>
                </a:lnTo>
                <a:lnTo>
                  <a:pt x="4763" y="190500"/>
                </a:lnTo>
                <a:lnTo>
                  <a:pt x="9525" y="185738"/>
                </a:lnTo>
                <a:lnTo>
                  <a:pt x="4763" y="180975"/>
                </a:lnTo>
                <a:lnTo>
                  <a:pt x="0" y="176213"/>
                </a:lnTo>
                <a:lnTo>
                  <a:pt x="4763" y="171450"/>
                </a:lnTo>
                <a:lnTo>
                  <a:pt x="9525" y="166688"/>
                </a:lnTo>
                <a:lnTo>
                  <a:pt x="4763" y="161925"/>
                </a:lnTo>
                <a:lnTo>
                  <a:pt x="0" y="157163"/>
                </a:lnTo>
                <a:lnTo>
                  <a:pt x="0" y="147638"/>
                </a:lnTo>
                <a:lnTo>
                  <a:pt x="4763" y="142875"/>
                </a:lnTo>
                <a:lnTo>
                  <a:pt x="9525" y="138113"/>
                </a:lnTo>
                <a:lnTo>
                  <a:pt x="9525" y="128588"/>
                </a:lnTo>
                <a:lnTo>
                  <a:pt x="9525" y="119063"/>
                </a:lnTo>
                <a:lnTo>
                  <a:pt x="9525" y="109538"/>
                </a:lnTo>
                <a:lnTo>
                  <a:pt x="14288" y="104775"/>
                </a:lnTo>
                <a:lnTo>
                  <a:pt x="19050" y="100013"/>
                </a:lnTo>
                <a:lnTo>
                  <a:pt x="19050" y="90488"/>
                </a:lnTo>
                <a:lnTo>
                  <a:pt x="23813" y="85725"/>
                </a:lnTo>
                <a:lnTo>
                  <a:pt x="28575" y="80963"/>
                </a:lnTo>
                <a:lnTo>
                  <a:pt x="28575" y="71438"/>
                </a:lnTo>
                <a:lnTo>
                  <a:pt x="33338" y="66675"/>
                </a:lnTo>
                <a:lnTo>
                  <a:pt x="38100" y="61913"/>
                </a:lnTo>
                <a:lnTo>
                  <a:pt x="42863" y="57150"/>
                </a:lnTo>
                <a:lnTo>
                  <a:pt x="47625" y="52388"/>
                </a:lnTo>
                <a:lnTo>
                  <a:pt x="47625" y="42863"/>
                </a:lnTo>
                <a:lnTo>
                  <a:pt x="52388" y="38100"/>
                </a:lnTo>
                <a:lnTo>
                  <a:pt x="57150" y="33338"/>
                </a:lnTo>
                <a:lnTo>
                  <a:pt x="61913" y="28575"/>
                </a:lnTo>
                <a:lnTo>
                  <a:pt x="66675" y="23813"/>
                </a:lnTo>
                <a:lnTo>
                  <a:pt x="71438" y="19050"/>
                </a:lnTo>
                <a:lnTo>
                  <a:pt x="80963" y="19050"/>
                </a:lnTo>
                <a:lnTo>
                  <a:pt x="90488" y="19050"/>
                </a:lnTo>
                <a:lnTo>
                  <a:pt x="100013" y="19050"/>
                </a:lnTo>
                <a:lnTo>
                  <a:pt x="109538" y="19050"/>
                </a:lnTo>
                <a:lnTo>
                  <a:pt x="119063" y="19050"/>
                </a:lnTo>
                <a:lnTo>
                  <a:pt x="128588" y="19050"/>
                </a:lnTo>
                <a:lnTo>
                  <a:pt x="138113" y="19050"/>
                </a:lnTo>
                <a:lnTo>
                  <a:pt x="147638" y="19050"/>
                </a:lnTo>
                <a:lnTo>
                  <a:pt x="157163" y="19050"/>
                </a:lnTo>
                <a:lnTo>
                  <a:pt x="161925" y="14288"/>
                </a:lnTo>
                <a:lnTo>
                  <a:pt x="166688" y="9525"/>
                </a:lnTo>
                <a:lnTo>
                  <a:pt x="176213" y="9525"/>
                </a:lnTo>
                <a:lnTo>
                  <a:pt x="185738" y="9525"/>
                </a:lnTo>
                <a:lnTo>
                  <a:pt x="195263" y="9525"/>
                </a:lnTo>
                <a:lnTo>
                  <a:pt x="204788" y="9525"/>
                </a:lnTo>
                <a:lnTo>
                  <a:pt x="214313" y="9525"/>
                </a:lnTo>
                <a:lnTo>
                  <a:pt x="223838" y="9525"/>
                </a:lnTo>
                <a:lnTo>
                  <a:pt x="233363" y="9525"/>
                </a:lnTo>
                <a:lnTo>
                  <a:pt x="242888" y="9525"/>
                </a:lnTo>
                <a:lnTo>
                  <a:pt x="247650" y="4763"/>
                </a:lnTo>
                <a:close/>
              </a:path>
            </a:pathLst>
          </a:custGeom>
          <a:solidFill xmlns:a="http://schemas.openxmlformats.org/drawingml/2006/main">
            <a:srgbClr val="F9DBBC"/>
          </a:solidFill>
          <a:ln xmlns:a="http://schemas.openxmlformats.org/drawingml/2006/main" w="0">
            <a:noFill/>
            <a:prstDash val="solid"/>
          </a:ln>
        </p:spPr>
      </p:sp>
      <p:sp>
        <p:nvSpPr>
          <p:cNvPr id="791" name="layout-orange-109-2">
            <a:extLst xmlns:a="http://schemas.openxmlformats.org/drawingml/2006/main">
              <a:ext uri="{FF2B5EF4-FFF2-40B4-BE49-F238E27FC236}">
                <a16:creationId xmlns:a16="http://schemas.microsoft.com/office/drawing/2014/main" id="{D0283C33-B901-44D2-AEA0-5CA4B02F2F23}"/>
              </a:ext>
            </a:extLst>
          </p:cNvPr>
          <p:cNvSpPr>
            <a:spLocks xmlns:a="http://schemas.openxmlformats.org/drawingml/2006/main" noGrp="1"/>
          </p:cNvSpPr>
          <p:nvPr/>
        </p:nvSpPr>
        <p:spPr>
          <a:xfrm xmlns:a="http://schemas.openxmlformats.org/drawingml/2006/main" rot="0">
            <a:off x="3009900" y="37909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F9DBBC"/>
          </a:solidFill>
          <a:ln xmlns:a="http://schemas.openxmlformats.org/drawingml/2006/main" w="0">
            <a:noFill/>
            <a:prstDash val="solid"/>
          </a:ln>
        </p:spPr>
      </p:sp>
      <p:sp>
        <p:nvSpPr>
          <p:cNvPr id="792" name="layout-orange-110-0">
            <a:extLst xmlns:a="http://schemas.openxmlformats.org/drawingml/2006/main">
              <a:ext uri="{FF2B5EF4-FFF2-40B4-BE49-F238E27FC236}">
                <a16:creationId xmlns:a16="http://schemas.microsoft.com/office/drawing/2014/main" id="{0088FB27-3A6E-41B8-BA0B-63F9BDC86CD0}"/>
              </a:ext>
            </a:extLst>
          </p:cNvPr>
          <p:cNvSpPr>
            <a:spLocks xmlns:a="http://schemas.openxmlformats.org/drawingml/2006/main" noGrp="1"/>
          </p:cNvSpPr>
          <p:nvPr/>
        </p:nvSpPr>
        <p:spPr>
          <a:xfrm xmlns:a="http://schemas.openxmlformats.org/drawingml/2006/main" rot="0">
            <a:off x="2324100" y="3657600"/>
            <a:ext cx="352425" cy="257175"/>
          </a:xfrm>
          <a:custGeom xmlns:a="http://schemas.openxmlformats.org/drawingml/2006/main">
            <a:pathLst>
              <a:path w="352425" h="257175">
                <a:moveTo>
                  <a:pt x="133350" y="4763"/>
                </a:moveTo>
                <a:lnTo>
                  <a:pt x="138113" y="0"/>
                </a:lnTo>
                <a:lnTo>
                  <a:pt x="147638" y="0"/>
                </a:lnTo>
                <a:lnTo>
                  <a:pt x="157163" y="0"/>
                </a:lnTo>
                <a:lnTo>
                  <a:pt x="166688" y="0"/>
                </a:lnTo>
                <a:lnTo>
                  <a:pt x="176213" y="0"/>
                </a:lnTo>
                <a:lnTo>
                  <a:pt x="185738" y="0"/>
                </a:lnTo>
                <a:lnTo>
                  <a:pt x="190500" y="4763"/>
                </a:lnTo>
                <a:lnTo>
                  <a:pt x="195263" y="9525"/>
                </a:lnTo>
                <a:lnTo>
                  <a:pt x="204788" y="9525"/>
                </a:lnTo>
                <a:lnTo>
                  <a:pt x="214313" y="9525"/>
                </a:lnTo>
                <a:lnTo>
                  <a:pt x="219075" y="14288"/>
                </a:lnTo>
                <a:lnTo>
                  <a:pt x="223838" y="19050"/>
                </a:lnTo>
                <a:lnTo>
                  <a:pt x="233363" y="19050"/>
                </a:lnTo>
                <a:lnTo>
                  <a:pt x="238125" y="23813"/>
                </a:lnTo>
                <a:lnTo>
                  <a:pt x="242888" y="28575"/>
                </a:lnTo>
                <a:lnTo>
                  <a:pt x="247650" y="33338"/>
                </a:lnTo>
                <a:lnTo>
                  <a:pt x="252413" y="38100"/>
                </a:lnTo>
                <a:lnTo>
                  <a:pt x="257175" y="42863"/>
                </a:lnTo>
                <a:lnTo>
                  <a:pt x="261938" y="47625"/>
                </a:lnTo>
                <a:lnTo>
                  <a:pt x="266700" y="52388"/>
                </a:lnTo>
                <a:lnTo>
                  <a:pt x="271463" y="57150"/>
                </a:lnTo>
                <a:lnTo>
                  <a:pt x="280988" y="57150"/>
                </a:lnTo>
                <a:lnTo>
                  <a:pt x="285750" y="61913"/>
                </a:lnTo>
                <a:lnTo>
                  <a:pt x="285750" y="71438"/>
                </a:lnTo>
                <a:lnTo>
                  <a:pt x="290513" y="76200"/>
                </a:lnTo>
                <a:lnTo>
                  <a:pt x="295275" y="80963"/>
                </a:lnTo>
                <a:lnTo>
                  <a:pt x="295275" y="90488"/>
                </a:lnTo>
                <a:lnTo>
                  <a:pt x="295275" y="100013"/>
                </a:lnTo>
                <a:lnTo>
                  <a:pt x="300038" y="104775"/>
                </a:lnTo>
                <a:lnTo>
                  <a:pt x="304800" y="109538"/>
                </a:lnTo>
                <a:lnTo>
                  <a:pt x="304800" y="119063"/>
                </a:lnTo>
                <a:lnTo>
                  <a:pt x="304800" y="128588"/>
                </a:lnTo>
                <a:lnTo>
                  <a:pt x="309563" y="133350"/>
                </a:lnTo>
                <a:lnTo>
                  <a:pt x="319088" y="133350"/>
                </a:lnTo>
                <a:lnTo>
                  <a:pt x="328613" y="133350"/>
                </a:lnTo>
                <a:lnTo>
                  <a:pt x="338138" y="133350"/>
                </a:lnTo>
                <a:lnTo>
                  <a:pt x="347663" y="133350"/>
                </a:lnTo>
                <a:lnTo>
                  <a:pt x="352425" y="138113"/>
                </a:lnTo>
                <a:lnTo>
                  <a:pt x="347663" y="142875"/>
                </a:lnTo>
                <a:lnTo>
                  <a:pt x="338138" y="142875"/>
                </a:lnTo>
                <a:lnTo>
                  <a:pt x="328613" y="142875"/>
                </a:lnTo>
                <a:lnTo>
                  <a:pt x="319088" y="142875"/>
                </a:lnTo>
                <a:lnTo>
                  <a:pt x="309563" y="142875"/>
                </a:lnTo>
                <a:lnTo>
                  <a:pt x="300038" y="142875"/>
                </a:lnTo>
                <a:lnTo>
                  <a:pt x="290513" y="142875"/>
                </a:lnTo>
                <a:lnTo>
                  <a:pt x="280988" y="142875"/>
                </a:lnTo>
                <a:lnTo>
                  <a:pt x="271463" y="142875"/>
                </a:lnTo>
                <a:lnTo>
                  <a:pt x="261938" y="142875"/>
                </a:lnTo>
                <a:lnTo>
                  <a:pt x="252413" y="142875"/>
                </a:lnTo>
                <a:lnTo>
                  <a:pt x="242888" y="142875"/>
                </a:lnTo>
                <a:lnTo>
                  <a:pt x="233363" y="142875"/>
                </a:lnTo>
                <a:lnTo>
                  <a:pt x="223838" y="142875"/>
                </a:lnTo>
                <a:lnTo>
                  <a:pt x="214313" y="142875"/>
                </a:lnTo>
                <a:lnTo>
                  <a:pt x="204788" y="142875"/>
                </a:lnTo>
                <a:lnTo>
                  <a:pt x="195263" y="142875"/>
                </a:lnTo>
                <a:lnTo>
                  <a:pt x="185738" y="142875"/>
                </a:lnTo>
                <a:lnTo>
                  <a:pt x="176213" y="142875"/>
                </a:lnTo>
                <a:lnTo>
                  <a:pt x="166688" y="142875"/>
                </a:lnTo>
                <a:lnTo>
                  <a:pt x="157163" y="142875"/>
                </a:lnTo>
                <a:lnTo>
                  <a:pt x="147638" y="142875"/>
                </a:lnTo>
                <a:lnTo>
                  <a:pt x="138113" y="142875"/>
                </a:lnTo>
                <a:lnTo>
                  <a:pt x="128588" y="142875"/>
                </a:lnTo>
                <a:lnTo>
                  <a:pt x="119063" y="142875"/>
                </a:lnTo>
                <a:lnTo>
                  <a:pt x="109538" y="142875"/>
                </a:lnTo>
                <a:lnTo>
                  <a:pt x="100013" y="142875"/>
                </a:lnTo>
                <a:lnTo>
                  <a:pt x="90488" y="142875"/>
                </a:lnTo>
                <a:lnTo>
                  <a:pt x="80963" y="142875"/>
                </a:lnTo>
                <a:lnTo>
                  <a:pt x="71438" y="142875"/>
                </a:lnTo>
                <a:lnTo>
                  <a:pt x="61913" y="142875"/>
                </a:lnTo>
                <a:lnTo>
                  <a:pt x="52388" y="142875"/>
                </a:lnTo>
                <a:lnTo>
                  <a:pt x="47625" y="147638"/>
                </a:lnTo>
                <a:lnTo>
                  <a:pt x="47625" y="157163"/>
                </a:lnTo>
                <a:lnTo>
                  <a:pt x="47625" y="166688"/>
                </a:lnTo>
                <a:lnTo>
                  <a:pt x="47625" y="176213"/>
                </a:lnTo>
                <a:lnTo>
                  <a:pt x="47625" y="185738"/>
                </a:lnTo>
                <a:lnTo>
                  <a:pt x="47625" y="195263"/>
                </a:lnTo>
                <a:lnTo>
                  <a:pt x="47625" y="204788"/>
                </a:lnTo>
                <a:lnTo>
                  <a:pt x="47625" y="214313"/>
                </a:lnTo>
                <a:lnTo>
                  <a:pt x="47625" y="223838"/>
                </a:lnTo>
                <a:lnTo>
                  <a:pt x="47625" y="233363"/>
                </a:lnTo>
                <a:lnTo>
                  <a:pt x="47625" y="242888"/>
                </a:lnTo>
                <a:lnTo>
                  <a:pt x="47625" y="252413"/>
                </a:lnTo>
                <a:lnTo>
                  <a:pt x="42863" y="257175"/>
                </a:lnTo>
                <a:lnTo>
                  <a:pt x="38100" y="252413"/>
                </a:lnTo>
                <a:lnTo>
                  <a:pt x="33338" y="247650"/>
                </a:lnTo>
                <a:lnTo>
                  <a:pt x="28575" y="242888"/>
                </a:lnTo>
                <a:lnTo>
                  <a:pt x="23813" y="238125"/>
                </a:lnTo>
                <a:lnTo>
                  <a:pt x="19050" y="233363"/>
                </a:lnTo>
                <a:lnTo>
                  <a:pt x="19050" y="223838"/>
                </a:lnTo>
                <a:lnTo>
                  <a:pt x="19050" y="214313"/>
                </a:lnTo>
                <a:lnTo>
                  <a:pt x="14288" y="209550"/>
                </a:lnTo>
                <a:lnTo>
                  <a:pt x="9525" y="204788"/>
                </a:lnTo>
                <a:lnTo>
                  <a:pt x="9525" y="195263"/>
                </a:lnTo>
                <a:lnTo>
                  <a:pt x="9525" y="185738"/>
                </a:lnTo>
                <a:lnTo>
                  <a:pt x="9525" y="176213"/>
                </a:lnTo>
                <a:lnTo>
                  <a:pt x="4763" y="171450"/>
                </a:lnTo>
                <a:lnTo>
                  <a:pt x="0" y="166688"/>
                </a:lnTo>
                <a:lnTo>
                  <a:pt x="0" y="157163"/>
                </a:lnTo>
                <a:lnTo>
                  <a:pt x="0" y="147638"/>
                </a:lnTo>
                <a:lnTo>
                  <a:pt x="0" y="138113"/>
                </a:lnTo>
                <a:lnTo>
                  <a:pt x="0" y="128588"/>
                </a:lnTo>
                <a:lnTo>
                  <a:pt x="0" y="119063"/>
                </a:lnTo>
                <a:lnTo>
                  <a:pt x="4763" y="114300"/>
                </a:lnTo>
                <a:lnTo>
                  <a:pt x="9525" y="109538"/>
                </a:lnTo>
                <a:lnTo>
                  <a:pt x="14288" y="104775"/>
                </a:lnTo>
                <a:lnTo>
                  <a:pt x="19050" y="100013"/>
                </a:lnTo>
                <a:lnTo>
                  <a:pt x="19050" y="90488"/>
                </a:lnTo>
                <a:lnTo>
                  <a:pt x="19050" y="80963"/>
                </a:lnTo>
                <a:lnTo>
                  <a:pt x="23813" y="76200"/>
                </a:lnTo>
                <a:lnTo>
                  <a:pt x="28575" y="71438"/>
                </a:lnTo>
                <a:lnTo>
                  <a:pt x="28575" y="61913"/>
                </a:lnTo>
                <a:lnTo>
                  <a:pt x="33338" y="57150"/>
                </a:lnTo>
                <a:lnTo>
                  <a:pt x="38100" y="52388"/>
                </a:lnTo>
                <a:lnTo>
                  <a:pt x="42863" y="47625"/>
                </a:lnTo>
                <a:lnTo>
                  <a:pt x="47625" y="42863"/>
                </a:lnTo>
                <a:lnTo>
                  <a:pt x="52388" y="38100"/>
                </a:lnTo>
                <a:lnTo>
                  <a:pt x="57150" y="33338"/>
                </a:lnTo>
                <a:lnTo>
                  <a:pt x="61913" y="28575"/>
                </a:lnTo>
                <a:lnTo>
                  <a:pt x="71438" y="28575"/>
                </a:lnTo>
                <a:lnTo>
                  <a:pt x="76200" y="23813"/>
                </a:lnTo>
                <a:lnTo>
                  <a:pt x="80963" y="19050"/>
                </a:lnTo>
                <a:lnTo>
                  <a:pt x="90488" y="19050"/>
                </a:lnTo>
                <a:lnTo>
                  <a:pt x="95250" y="14288"/>
                </a:lnTo>
                <a:lnTo>
                  <a:pt x="100013" y="9525"/>
                </a:lnTo>
                <a:lnTo>
                  <a:pt x="109538" y="9525"/>
                </a:lnTo>
                <a:lnTo>
                  <a:pt x="119063" y="9525"/>
                </a:lnTo>
                <a:lnTo>
                  <a:pt x="128588" y="9525"/>
                </a:lnTo>
                <a:lnTo>
                  <a:pt x="133350" y="4763"/>
                </a:lnTo>
                <a:close/>
              </a:path>
            </a:pathLst>
          </a:custGeom>
          <a:solidFill xmlns:a="http://schemas.openxmlformats.org/drawingml/2006/main">
            <a:srgbClr val="F9DDC1"/>
          </a:solidFill>
          <a:ln xmlns:a="http://schemas.openxmlformats.org/drawingml/2006/main" w="0">
            <a:noFill/>
            <a:prstDash val="solid"/>
          </a:ln>
        </p:spPr>
      </p:sp>
      <p:sp>
        <p:nvSpPr>
          <p:cNvPr id="793" name="layout-orange-111-0">
            <a:extLst xmlns:a="http://schemas.openxmlformats.org/drawingml/2006/main">
              <a:ext uri="{FF2B5EF4-FFF2-40B4-BE49-F238E27FC236}">
                <a16:creationId xmlns:a16="http://schemas.microsoft.com/office/drawing/2014/main" id="{B3767223-B969-4C16-AC28-585792201936}"/>
              </a:ext>
            </a:extLst>
          </p:cNvPr>
          <p:cNvSpPr>
            <a:spLocks xmlns:a="http://schemas.openxmlformats.org/drawingml/2006/main" noGrp="1"/>
          </p:cNvSpPr>
          <p:nvPr/>
        </p:nvSpPr>
        <p:spPr>
          <a:xfrm xmlns:a="http://schemas.openxmlformats.org/drawingml/2006/main" rot="0">
            <a:off x="2352675" y="3686175"/>
            <a:ext cx="285750" cy="190500"/>
          </a:xfrm>
          <a:custGeom xmlns:a="http://schemas.openxmlformats.org/drawingml/2006/main">
            <a:pathLst>
              <a:path w="285750" h="190500">
                <a:moveTo>
                  <a:pt x="76200" y="4763"/>
                </a:move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0975" y="4763"/>
                </a:lnTo>
                <a:lnTo>
                  <a:pt x="185738" y="9525"/>
                </a:lnTo>
                <a:lnTo>
                  <a:pt x="190500" y="14288"/>
                </a:lnTo>
                <a:lnTo>
                  <a:pt x="195263" y="19050"/>
                </a:lnTo>
                <a:lnTo>
                  <a:pt x="204788" y="19050"/>
                </a:lnTo>
                <a:lnTo>
                  <a:pt x="209550" y="23813"/>
                </a:lnTo>
                <a:lnTo>
                  <a:pt x="214313" y="28575"/>
                </a:lnTo>
                <a:lnTo>
                  <a:pt x="219075" y="33338"/>
                </a:lnTo>
                <a:lnTo>
                  <a:pt x="223838" y="38100"/>
                </a:lnTo>
                <a:lnTo>
                  <a:pt x="228600" y="42863"/>
                </a:lnTo>
                <a:lnTo>
                  <a:pt x="233363" y="47625"/>
                </a:lnTo>
                <a:lnTo>
                  <a:pt x="238125" y="52388"/>
                </a:lnTo>
                <a:lnTo>
                  <a:pt x="238125" y="61913"/>
                </a:lnTo>
                <a:lnTo>
                  <a:pt x="242888" y="66675"/>
                </a:lnTo>
                <a:lnTo>
                  <a:pt x="247650" y="71438"/>
                </a:lnTo>
                <a:lnTo>
                  <a:pt x="247650" y="80963"/>
                </a:lnTo>
                <a:lnTo>
                  <a:pt x="247650" y="90488"/>
                </a:lnTo>
                <a:lnTo>
                  <a:pt x="247650" y="100013"/>
                </a:lnTo>
                <a:lnTo>
                  <a:pt x="252413" y="104775"/>
                </a:lnTo>
                <a:lnTo>
                  <a:pt x="261938" y="104775"/>
                </a:lnTo>
                <a:lnTo>
                  <a:pt x="271463" y="104775"/>
                </a:lnTo>
                <a:lnTo>
                  <a:pt x="280988" y="104775"/>
                </a:lnTo>
                <a:lnTo>
                  <a:pt x="285750" y="109538"/>
                </a:lnTo>
                <a:lnTo>
                  <a:pt x="280988" y="114300"/>
                </a:lnTo>
                <a:lnTo>
                  <a:pt x="271463" y="114300"/>
                </a:lnTo>
                <a:lnTo>
                  <a:pt x="261938" y="114300"/>
                </a:lnTo>
                <a:lnTo>
                  <a:pt x="252413" y="114300"/>
                </a:lnTo>
                <a:lnTo>
                  <a:pt x="242888" y="114300"/>
                </a:lnTo>
                <a:lnTo>
                  <a:pt x="233363" y="114300"/>
                </a:lnTo>
                <a:lnTo>
                  <a:pt x="223838" y="114300"/>
                </a:lnTo>
                <a:lnTo>
                  <a:pt x="214313" y="114300"/>
                </a:lnTo>
                <a:lnTo>
                  <a:pt x="204788" y="114300"/>
                </a:lnTo>
                <a:lnTo>
                  <a:pt x="195263" y="114300"/>
                </a:lnTo>
                <a:lnTo>
                  <a:pt x="185738" y="114300"/>
                </a:lnTo>
                <a:lnTo>
                  <a:pt x="176213" y="114300"/>
                </a:lnTo>
                <a:lnTo>
                  <a:pt x="166688" y="114300"/>
                </a:lnTo>
                <a:lnTo>
                  <a:pt x="157163" y="114300"/>
                </a:lnTo>
                <a:lnTo>
                  <a:pt x="147638" y="114300"/>
                </a:lnTo>
                <a:lnTo>
                  <a:pt x="138113" y="114300"/>
                </a:lnTo>
                <a:lnTo>
                  <a:pt x="128588" y="114300"/>
                </a:lnTo>
                <a:lnTo>
                  <a:pt x="119063" y="114300"/>
                </a:lnTo>
                <a:lnTo>
                  <a:pt x="109538" y="114300"/>
                </a:lnTo>
                <a:lnTo>
                  <a:pt x="100013" y="114300"/>
                </a:lnTo>
                <a:lnTo>
                  <a:pt x="90488" y="114300"/>
                </a:lnTo>
                <a:lnTo>
                  <a:pt x="80963" y="114300"/>
                </a:lnTo>
                <a:lnTo>
                  <a:pt x="71438" y="114300"/>
                </a:lnTo>
                <a:lnTo>
                  <a:pt x="61913" y="114300"/>
                </a:lnTo>
                <a:lnTo>
                  <a:pt x="52388" y="114300"/>
                </a:lnTo>
                <a:lnTo>
                  <a:pt x="42863" y="114300"/>
                </a:lnTo>
                <a:lnTo>
                  <a:pt x="33338" y="114300"/>
                </a:lnTo>
                <a:lnTo>
                  <a:pt x="23813" y="114300"/>
                </a:lnTo>
                <a:lnTo>
                  <a:pt x="19050" y="119063"/>
                </a:lnTo>
                <a:lnTo>
                  <a:pt x="19050" y="128588"/>
                </a:lnTo>
                <a:lnTo>
                  <a:pt x="19050" y="138113"/>
                </a:lnTo>
                <a:lnTo>
                  <a:pt x="19050" y="147638"/>
                </a:lnTo>
                <a:lnTo>
                  <a:pt x="19050" y="157163"/>
                </a:lnTo>
                <a:lnTo>
                  <a:pt x="19050" y="166688"/>
                </a:lnTo>
                <a:lnTo>
                  <a:pt x="19050" y="176213"/>
                </a:lnTo>
                <a:lnTo>
                  <a:pt x="19050" y="185738"/>
                </a:lnTo>
                <a:lnTo>
                  <a:pt x="14288" y="190500"/>
                </a:lnTo>
                <a:lnTo>
                  <a:pt x="9525" y="185738"/>
                </a:lnTo>
                <a:lnTo>
                  <a:pt x="9525" y="176213"/>
                </a:lnTo>
                <a:lnTo>
                  <a:pt x="4763" y="171450"/>
                </a:lnTo>
                <a:lnTo>
                  <a:pt x="0" y="166688"/>
                </a:lnTo>
                <a:lnTo>
                  <a:pt x="4763" y="161925"/>
                </a:lnTo>
                <a:lnTo>
                  <a:pt x="9525" y="157163"/>
                </a:lnTo>
                <a:lnTo>
                  <a:pt x="4763" y="152400"/>
                </a:lnTo>
                <a:lnTo>
                  <a:pt x="0" y="147638"/>
                </a:lnTo>
                <a:lnTo>
                  <a:pt x="0" y="138113"/>
                </a:lnTo>
                <a:lnTo>
                  <a:pt x="0" y="128588"/>
                </a:lnTo>
                <a:lnTo>
                  <a:pt x="0" y="119063"/>
                </a:lnTo>
                <a:lnTo>
                  <a:pt x="0" y="109538"/>
                </a:lnTo>
                <a:lnTo>
                  <a:pt x="0" y="100013"/>
                </a:lnTo>
                <a:lnTo>
                  <a:pt x="0" y="90488"/>
                </a:lnTo>
                <a:lnTo>
                  <a:pt x="4763" y="85725"/>
                </a:lnTo>
                <a:lnTo>
                  <a:pt x="9525" y="80963"/>
                </a:lnTo>
                <a:lnTo>
                  <a:pt x="9525" y="71438"/>
                </a:lnTo>
                <a:lnTo>
                  <a:pt x="14288" y="66675"/>
                </a:lnTo>
                <a:lnTo>
                  <a:pt x="19050" y="61913"/>
                </a:lnTo>
                <a:lnTo>
                  <a:pt x="19050" y="52388"/>
                </a:lnTo>
                <a:lnTo>
                  <a:pt x="23813" y="47625"/>
                </a:lnTo>
                <a:lnTo>
                  <a:pt x="28575" y="42863"/>
                </a:lnTo>
                <a:lnTo>
                  <a:pt x="33338" y="38100"/>
                </a:lnTo>
                <a:lnTo>
                  <a:pt x="38100" y="33338"/>
                </a:lnTo>
                <a:lnTo>
                  <a:pt x="42863" y="28575"/>
                </a:lnTo>
                <a:lnTo>
                  <a:pt x="47625" y="23813"/>
                </a:lnTo>
                <a:lnTo>
                  <a:pt x="52388" y="19050"/>
                </a:lnTo>
                <a:lnTo>
                  <a:pt x="61913" y="19050"/>
                </a:lnTo>
                <a:lnTo>
                  <a:pt x="66675" y="14288"/>
                </a:lnTo>
                <a:lnTo>
                  <a:pt x="71438" y="9525"/>
                </a:lnTo>
                <a:lnTo>
                  <a:pt x="76200" y="4763"/>
                </a:lnTo>
                <a:close/>
              </a:path>
            </a:pathLst>
          </a:custGeom>
          <a:solidFill xmlns:a="http://schemas.openxmlformats.org/drawingml/2006/main">
            <a:srgbClr val="FADFC4"/>
          </a:solidFill>
          <a:ln xmlns:a="http://schemas.openxmlformats.org/drawingml/2006/main" w="0">
            <a:noFill/>
            <a:prstDash val="solid"/>
          </a:ln>
        </p:spPr>
      </p:sp>
      <p:sp>
        <p:nvSpPr>
          <p:cNvPr id="794" name="layout-orange-112-0">
            <a:extLst xmlns:a="http://schemas.openxmlformats.org/drawingml/2006/main">
              <a:ext uri="{FF2B5EF4-FFF2-40B4-BE49-F238E27FC236}">
                <a16:creationId xmlns:a16="http://schemas.microsoft.com/office/drawing/2014/main" id="{3BD59D58-1CEB-41E9-921E-3C531988DAFB}"/>
              </a:ext>
            </a:extLst>
          </p:cNvPr>
          <p:cNvSpPr>
            <a:spLocks xmlns:a="http://schemas.openxmlformats.org/drawingml/2006/main" noGrp="1"/>
          </p:cNvSpPr>
          <p:nvPr/>
        </p:nvSpPr>
        <p:spPr>
          <a:xfrm xmlns:a="http://schemas.openxmlformats.org/drawingml/2006/main" rot="0">
            <a:off x="2362200" y="3695700"/>
            <a:ext cx="247650" cy="133350"/>
          </a:xfrm>
          <a:custGeom xmlns:a="http://schemas.openxmlformats.org/drawingml/2006/main">
            <a:pathLst>
              <a:path w="247650" h="133350">
                <a:moveTo>
                  <a:pt x="85725" y="4763"/>
                </a:moveTo>
                <a:lnTo>
                  <a:pt x="90488" y="0"/>
                </a:lnTo>
                <a:lnTo>
                  <a:pt x="100013" y="0"/>
                </a:lnTo>
                <a:lnTo>
                  <a:pt x="109538" y="0"/>
                </a:lnTo>
                <a:lnTo>
                  <a:pt x="119063" y="0"/>
                </a:lnTo>
                <a:lnTo>
                  <a:pt x="128588" y="0"/>
                </a:lnTo>
                <a:lnTo>
                  <a:pt x="138113" y="0"/>
                </a:lnTo>
                <a:lnTo>
                  <a:pt x="147638" y="0"/>
                </a:lnTo>
                <a:lnTo>
                  <a:pt x="152400" y="4763"/>
                </a:lnTo>
                <a:lnTo>
                  <a:pt x="157163" y="9525"/>
                </a:lnTo>
                <a:lnTo>
                  <a:pt x="166688" y="9525"/>
                </a:lnTo>
                <a:lnTo>
                  <a:pt x="171450" y="14288"/>
                </a:lnTo>
                <a:lnTo>
                  <a:pt x="176213" y="19050"/>
                </a:lnTo>
                <a:lnTo>
                  <a:pt x="185738" y="19050"/>
                </a:lnTo>
                <a:lnTo>
                  <a:pt x="190500" y="23813"/>
                </a:lnTo>
                <a:lnTo>
                  <a:pt x="195263" y="28575"/>
                </a:lnTo>
                <a:lnTo>
                  <a:pt x="200025" y="33338"/>
                </a:lnTo>
                <a:lnTo>
                  <a:pt x="204788" y="38100"/>
                </a:lnTo>
                <a:lnTo>
                  <a:pt x="209550" y="42863"/>
                </a:lnTo>
                <a:lnTo>
                  <a:pt x="209550" y="52388"/>
                </a:lnTo>
                <a:lnTo>
                  <a:pt x="214313" y="57150"/>
                </a:lnTo>
                <a:lnTo>
                  <a:pt x="219075" y="61913"/>
                </a:lnTo>
                <a:lnTo>
                  <a:pt x="223838" y="66675"/>
                </a:lnTo>
                <a:lnTo>
                  <a:pt x="228600" y="71438"/>
                </a:lnTo>
                <a:lnTo>
                  <a:pt x="228600" y="80963"/>
                </a:lnTo>
                <a:lnTo>
                  <a:pt x="228600" y="90488"/>
                </a:lnTo>
                <a:lnTo>
                  <a:pt x="233363" y="95250"/>
                </a:lnTo>
                <a:lnTo>
                  <a:pt x="242888" y="95250"/>
                </a:lnTo>
                <a:lnTo>
                  <a:pt x="247650" y="100013"/>
                </a:lnTo>
                <a:lnTo>
                  <a:pt x="242888" y="104775"/>
                </a:lnTo>
                <a:lnTo>
                  <a:pt x="233363" y="104775"/>
                </a:lnTo>
                <a:lnTo>
                  <a:pt x="223838" y="104775"/>
                </a:lnTo>
                <a:lnTo>
                  <a:pt x="214313" y="104775"/>
                </a:lnTo>
                <a:lnTo>
                  <a:pt x="204788" y="104775"/>
                </a:lnTo>
                <a:lnTo>
                  <a:pt x="195263" y="104775"/>
                </a:lnTo>
                <a:lnTo>
                  <a:pt x="185738" y="104775"/>
                </a:lnTo>
                <a:lnTo>
                  <a:pt x="176213" y="104775"/>
                </a:lnTo>
                <a:lnTo>
                  <a:pt x="166688" y="104775"/>
                </a:lnTo>
                <a:lnTo>
                  <a:pt x="157163" y="104775"/>
                </a:lnTo>
                <a:lnTo>
                  <a:pt x="147638" y="104775"/>
                </a:lnTo>
                <a:lnTo>
                  <a:pt x="138113" y="104775"/>
                </a:lnTo>
                <a:lnTo>
                  <a:pt x="128588" y="104775"/>
                </a:lnTo>
                <a:lnTo>
                  <a:pt x="119063" y="104775"/>
                </a:lnTo>
                <a:lnTo>
                  <a:pt x="109538" y="104775"/>
                </a:lnTo>
                <a:lnTo>
                  <a:pt x="100013" y="104775"/>
                </a:lnTo>
                <a:lnTo>
                  <a:pt x="90488" y="104775"/>
                </a:lnTo>
                <a:lnTo>
                  <a:pt x="80963" y="104775"/>
                </a:lnTo>
                <a:lnTo>
                  <a:pt x="71438" y="104775"/>
                </a:lnTo>
                <a:lnTo>
                  <a:pt x="61913" y="104775"/>
                </a:lnTo>
                <a:lnTo>
                  <a:pt x="52388" y="104775"/>
                </a:lnTo>
                <a:lnTo>
                  <a:pt x="42863" y="104775"/>
                </a:lnTo>
                <a:lnTo>
                  <a:pt x="33338" y="104775"/>
                </a:lnTo>
                <a:lnTo>
                  <a:pt x="23813" y="104775"/>
                </a:lnTo>
                <a:lnTo>
                  <a:pt x="14288" y="104775"/>
                </a:lnTo>
                <a:lnTo>
                  <a:pt x="9525" y="109538"/>
                </a:lnTo>
                <a:lnTo>
                  <a:pt x="9525" y="119063"/>
                </a:lnTo>
                <a:lnTo>
                  <a:pt x="9525" y="128588"/>
                </a:lnTo>
                <a:lnTo>
                  <a:pt x="4763" y="133350"/>
                </a:lnTo>
                <a:lnTo>
                  <a:pt x="0" y="128588"/>
                </a:lnTo>
                <a:lnTo>
                  <a:pt x="0" y="119063"/>
                </a:lnTo>
                <a:lnTo>
                  <a:pt x="0" y="109538"/>
                </a:lnTo>
                <a:lnTo>
                  <a:pt x="0" y="100013"/>
                </a:lnTo>
                <a:lnTo>
                  <a:pt x="0" y="90488"/>
                </a:lnTo>
                <a:lnTo>
                  <a:pt x="4763" y="85725"/>
                </a:lnTo>
                <a:lnTo>
                  <a:pt x="9525" y="80963"/>
                </a:lnTo>
                <a:lnTo>
                  <a:pt x="9525" y="71438"/>
                </a:lnTo>
                <a:lnTo>
                  <a:pt x="14288" y="66675"/>
                </a:lnTo>
                <a:lnTo>
                  <a:pt x="19050" y="61913"/>
                </a:lnTo>
                <a:lnTo>
                  <a:pt x="19050" y="52388"/>
                </a:lnTo>
                <a:lnTo>
                  <a:pt x="23813" y="47625"/>
                </a:lnTo>
                <a:lnTo>
                  <a:pt x="28575" y="42863"/>
                </a:lnTo>
                <a:lnTo>
                  <a:pt x="33338" y="38100"/>
                </a:lnTo>
                <a:lnTo>
                  <a:pt x="38100" y="33338"/>
                </a:lnTo>
                <a:lnTo>
                  <a:pt x="42863" y="28575"/>
                </a:lnTo>
                <a:lnTo>
                  <a:pt x="47625" y="23813"/>
                </a:lnTo>
                <a:lnTo>
                  <a:pt x="52388" y="19050"/>
                </a:lnTo>
                <a:lnTo>
                  <a:pt x="61913" y="19050"/>
                </a:lnTo>
                <a:lnTo>
                  <a:pt x="66675" y="14288"/>
                </a:lnTo>
                <a:lnTo>
                  <a:pt x="71438" y="9525"/>
                </a:lnTo>
                <a:lnTo>
                  <a:pt x="80963" y="9525"/>
                </a:lnTo>
                <a:lnTo>
                  <a:pt x="85725" y="4763"/>
                </a:lnTo>
                <a:close/>
              </a:path>
            </a:pathLst>
          </a:custGeom>
          <a:solidFill xmlns:a="http://schemas.openxmlformats.org/drawingml/2006/main">
            <a:srgbClr val="FBE1C7"/>
          </a:solidFill>
          <a:ln xmlns:a="http://schemas.openxmlformats.org/drawingml/2006/main" w="0">
            <a:noFill/>
            <a:prstDash val="solid"/>
          </a:ln>
        </p:spPr>
      </p:sp>
      <p:sp>
        <p:nvSpPr>
          <p:cNvPr id="795" name="layout-orange-113-0">
            <a:extLst xmlns:a="http://schemas.openxmlformats.org/drawingml/2006/main">
              <a:ext uri="{FF2B5EF4-FFF2-40B4-BE49-F238E27FC236}">
                <a16:creationId xmlns:a16="http://schemas.microsoft.com/office/drawing/2014/main" id="{71641668-1FB1-4084-A884-1A91352EF65F}"/>
              </a:ext>
            </a:extLst>
          </p:cNvPr>
          <p:cNvSpPr>
            <a:spLocks xmlns:a="http://schemas.openxmlformats.org/drawingml/2006/main" noGrp="1"/>
          </p:cNvSpPr>
          <p:nvPr/>
        </p:nvSpPr>
        <p:spPr>
          <a:xfrm xmlns:a="http://schemas.openxmlformats.org/drawingml/2006/main" rot="0">
            <a:off x="2381250" y="3714750"/>
            <a:ext cx="209550" cy="85725"/>
          </a:xfrm>
          <a:custGeom xmlns:a="http://schemas.openxmlformats.org/drawingml/2006/main">
            <a:pathLst>
              <a:path w="209550" h="85725">
                <a:moveTo>
                  <a:pt x="57150" y="4763"/>
                </a:moveTo>
                <a:lnTo>
                  <a:pt x="61913" y="0"/>
                </a:lnTo>
                <a:lnTo>
                  <a:pt x="71438" y="0"/>
                </a:lnTo>
                <a:lnTo>
                  <a:pt x="80963" y="0"/>
                </a:lnTo>
                <a:lnTo>
                  <a:pt x="90488" y="0"/>
                </a:lnTo>
                <a:lnTo>
                  <a:pt x="100013" y="0"/>
                </a:lnTo>
                <a:lnTo>
                  <a:pt x="109538" y="0"/>
                </a:lnTo>
                <a:lnTo>
                  <a:pt x="119063" y="0"/>
                </a:lnTo>
                <a:lnTo>
                  <a:pt x="128588" y="0"/>
                </a:lnTo>
                <a:lnTo>
                  <a:pt x="138113" y="0"/>
                </a:lnTo>
                <a:lnTo>
                  <a:pt x="142875" y="4763"/>
                </a:lnTo>
                <a:lnTo>
                  <a:pt x="147638" y="9525"/>
                </a:lnTo>
                <a:lnTo>
                  <a:pt x="152400" y="14288"/>
                </a:lnTo>
                <a:lnTo>
                  <a:pt x="157163" y="19050"/>
                </a:lnTo>
                <a:lnTo>
                  <a:pt x="166688" y="19050"/>
                </a:lnTo>
                <a:lnTo>
                  <a:pt x="171450" y="23813"/>
                </a:lnTo>
                <a:lnTo>
                  <a:pt x="176213" y="28575"/>
                </a:lnTo>
                <a:lnTo>
                  <a:pt x="180975" y="33338"/>
                </a:lnTo>
                <a:lnTo>
                  <a:pt x="180975" y="42863"/>
                </a:lnTo>
                <a:lnTo>
                  <a:pt x="185738" y="47625"/>
                </a:lnTo>
                <a:lnTo>
                  <a:pt x="190500" y="52388"/>
                </a:lnTo>
                <a:lnTo>
                  <a:pt x="190500" y="61913"/>
                </a:lnTo>
                <a:lnTo>
                  <a:pt x="190500" y="71438"/>
                </a:lnTo>
                <a:lnTo>
                  <a:pt x="195263" y="76200"/>
                </a:lnTo>
                <a:lnTo>
                  <a:pt x="204788" y="76200"/>
                </a:lnTo>
                <a:lnTo>
                  <a:pt x="209550" y="80963"/>
                </a:lnTo>
                <a:lnTo>
                  <a:pt x="204788" y="85725"/>
                </a:lnTo>
                <a:lnTo>
                  <a:pt x="195263" y="85725"/>
                </a:lnTo>
                <a:lnTo>
                  <a:pt x="185738" y="85725"/>
                </a:lnTo>
                <a:lnTo>
                  <a:pt x="176213" y="85725"/>
                </a:lnTo>
                <a:lnTo>
                  <a:pt x="166688" y="85725"/>
                </a:lnTo>
                <a:lnTo>
                  <a:pt x="157163" y="85725"/>
                </a:lnTo>
                <a:lnTo>
                  <a:pt x="147638" y="85725"/>
                </a:lnTo>
                <a:lnTo>
                  <a:pt x="138113" y="85725"/>
                </a:lnTo>
                <a:lnTo>
                  <a:pt x="128588" y="85725"/>
                </a:lnTo>
                <a:lnTo>
                  <a:pt x="119063" y="85725"/>
                </a:lnTo>
                <a:lnTo>
                  <a:pt x="109538" y="85725"/>
                </a:lnTo>
                <a:lnTo>
                  <a:pt x="100013" y="85725"/>
                </a:lnTo>
                <a:lnTo>
                  <a:pt x="90488" y="85725"/>
                </a:lnTo>
                <a:lnTo>
                  <a:pt x="80963" y="85725"/>
                </a:lnTo>
                <a:lnTo>
                  <a:pt x="71438" y="85725"/>
                </a:lnTo>
                <a:lnTo>
                  <a:pt x="61913" y="85725"/>
                </a:lnTo>
                <a:lnTo>
                  <a:pt x="52388" y="85725"/>
                </a:lnTo>
                <a:lnTo>
                  <a:pt x="42863" y="85725"/>
                </a:lnTo>
                <a:lnTo>
                  <a:pt x="33338" y="85725"/>
                </a:lnTo>
                <a:lnTo>
                  <a:pt x="23813" y="85725"/>
                </a:lnTo>
                <a:lnTo>
                  <a:pt x="14288" y="85725"/>
                </a:lnTo>
                <a:lnTo>
                  <a:pt x="4763" y="85725"/>
                </a:lnTo>
                <a:lnTo>
                  <a:pt x="0" y="80963"/>
                </a:lnTo>
                <a:lnTo>
                  <a:pt x="0" y="71438"/>
                </a:lnTo>
                <a:lnTo>
                  <a:pt x="4763" y="66675"/>
                </a:lnTo>
                <a:lnTo>
                  <a:pt x="9525" y="61913"/>
                </a:lnTo>
                <a:lnTo>
                  <a:pt x="9525" y="52388"/>
                </a:lnTo>
                <a:lnTo>
                  <a:pt x="14288" y="47625"/>
                </a:lnTo>
                <a:lnTo>
                  <a:pt x="19050" y="42863"/>
                </a:lnTo>
                <a:lnTo>
                  <a:pt x="19050" y="33338"/>
                </a:lnTo>
                <a:lnTo>
                  <a:pt x="23813" y="28575"/>
                </a:lnTo>
                <a:lnTo>
                  <a:pt x="28575" y="23813"/>
                </a:lnTo>
                <a:lnTo>
                  <a:pt x="33338" y="19050"/>
                </a:lnTo>
                <a:lnTo>
                  <a:pt x="42863" y="19050"/>
                </a:lnTo>
                <a:lnTo>
                  <a:pt x="47625" y="14288"/>
                </a:lnTo>
                <a:lnTo>
                  <a:pt x="52388" y="9525"/>
                </a:lnTo>
                <a:lnTo>
                  <a:pt x="57150" y="4763"/>
                </a:lnTo>
                <a:close/>
              </a:path>
            </a:pathLst>
          </a:custGeom>
          <a:solidFill xmlns:a="http://schemas.openxmlformats.org/drawingml/2006/main">
            <a:srgbClr val="FBE2CB"/>
          </a:solidFill>
          <a:ln xmlns:a="http://schemas.openxmlformats.org/drawingml/2006/main" w="0">
            <a:noFill/>
            <a:prstDash val="solid"/>
          </a:ln>
        </p:spPr>
      </p:sp>
      <p:sp>
        <p:nvSpPr>
          <p:cNvPr id="796" name="layout-orange-114-0">
            <a:extLst xmlns:a="http://schemas.openxmlformats.org/drawingml/2006/main">
              <a:ext uri="{FF2B5EF4-FFF2-40B4-BE49-F238E27FC236}">
                <a16:creationId xmlns:a16="http://schemas.microsoft.com/office/drawing/2014/main" id="{56272A0B-8BC8-4ADC-87F0-776234E56F44}"/>
              </a:ext>
            </a:extLst>
          </p:cNvPr>
          <p:cNvSpPr>
            <a:spLocks xmlns:a="http://schemas.openxmlformats.org/drawingml/2006/main" noGrp="1"/>
          </p:cNvSpPr>
          <p:nvPr/>
        </p:nvSpPr>
        <p:spPr>
          <a:xfrm xmlns:a="http://schemas.openxmlformats.org/drawingml/2006/main" rot="0">
            <a:off x="2400300" y="3733800"/>
            <a:ext cx="161925" cy="66675"/>
          </a:xfrm>
          <a:custGeom xmlns:a="http://schemas.openxmlformats.org/drawingml/2006/main">
            <a:pathLst>
              <a:path w="161925" h="66675">
                <a:moveTo>
                  <a:pt x="47625" y="4763"/>
                </a:moveTo>
                <a:lnTo>
                  <a:pt x="52388" y="0"/>
                </a:lnTo>
                <a:lnTo>
                  <a:pt x="61913" y="0"/>
                </a:lnTo>
                <a:lnTo>
                  <a:pt x="71438" y="0"/>
                </a:lnTo>
                <a:lnTo>
                  <a:pt x="80963" y="0"/>
                </a:lnTo>
                <a:lnTo>
                  <a:pt x="90488" y="0"/>
                </a:lnTo>
                <a:lnTo>
                  <a:pt x="100013" y="0"/>
                </a:lnTo>
                <a:lnTo>
                  <a:pt x="109538" y="0"/>
                </a:lnTo>
                <a:lnTo>
                  <a:pt x="114300" y="4763"/>
                </a:lnTo>
                <a:lnTo>
                  <a:pt x="119063" y="9525"/>
                </a:lnTo>
                <a:lnTo>
                  <a:pt x="128588" y="9525"/>
                </a:lnTo>
                <a:lnTo>
                  <a:pt x="133350" y="14288"/>
                </a:lnTo>
                <a:lnTo>
                  <a:pt x="138113" y="19050"/>
                </a:lnTo>
                <a:lnTo>
                  <a:pt x="142875" y="23813"/>
                </a:lnTo>
                <a:lnTo>
                  <a:pt x="142875" y="33338"/>
                </a:lnTo>
                <a:lnTo>
                  <a:pt x="147638" y="38100"/>
                </a:lnTo>
                <a:lnTo>
                  <a:pt x="152400" y="42863"/>
                </a:lnTo>
                <a:lnTo>
                  <a:pt x="152400" y="52388"/>
                </a:lnTo>
                <a:lnTo>
                  <a:pt x="157163" y="57150"/>
                </a:lnTo>
                <a:lnTo>
                  <a:pt x="161925" y="61913"/>
                </a:lnTo>
                <a:lnTo>
                  <a:pt x="157163" y="66675"/>
                </a:lnTo>
                <a:lnTo>
                  <a:pt x="147638" y="66675"/>
                </a:lnTo>
                <a:lnTo>
                  <a:pt x="138113" y="66675"/>
                </a:lnTo>
                <a:lnTo>
                  <a:pt x="128588" y="66675"/>
                </a:lnTo>
                <a:lnTo>
                  <a:pt x="119063" y="66675"/>
                </a:lnTo>
                <a:lnTo>
                  <a:pt x="109538" y="66675"/>
                </a:lnTo>
                <a:lnTo>
                  <a:pt x="100013" y="66675"/>
                </a:lnTo>
                <a:lnTo>
                  <a:pt x="90488" y="66675"/>
                </a:lnTo>
                <a:lnTo>
                  <a:pt x="80963" y="66675"/>
                </a:lnTo>
                <a:lnTo>
                  <a:pt x="71438" y="66675"/>
                </a:lnTo>
                <a:lnTo>
                  <a:pt x="61913" y="66675"/>
                </a:lnTo>
                <a:lnTo>
                  <a:pt x="52388" y="66675"/>
                </a:lnTo>
                <a:lnTo>
                  <a:pt x="42863" y="66675"/>
                </a:lnTo>
                <a:lnTo>
                  <a:pt x="33338" y="66675"/>
                </a:lnTo>
                <a:lnTo>
                  <a:pt x="23813" y="66675"/>
                </a:lnTo>
                <a:lnTo>
                  <a:pt x="14288" y="66675"/>
                </a:lnTo>
                <a:lnTo>
                  <a:pt x="4763" y="66675"/>
                </a:lnTo>
                <a:lnTo>
                  <a:pt x="0" y="61913"/>
                </a:lnTo>
                <a:lnTo>
                  <a:pt x="0" y="52388"/>
                </a:lnTo>
                <a:lnTo>
                  <a:pt x="4763" y="47625"/>
                </a:lnTo>
                <a:lnTo>
                  <a:pt x="9525" y="42863"/>
                </a:lnTo>
                <a:lnTo>
                  <a:pt x="14288" y="38100"/>
                </a:lnTo>
                <a:lnTo>
                  <a:pt x="19050" y="33338"/>
                </a:lnTo>
                <a:lnTo>
                  <a:pt x="19050" y="23813"/>
                </a:lnTo>
                <a:lnTo>
                  <a:pt x="23813" y="19050"/>
                </a:lnTo>
                <a:lnTo>
                  <a:pt x="28575" y="14288"/>
                </a:lnTo>
                <a:lnTo>
                  <a:pt x="33338" y="9525"/>
                </a:lnTo>
                <a:lnTo>
                  <a:pt x="42863" y="9525"/>
                </a:lnTo>
                <a:lnTo>
                  <a:pt x="47625" y="4763"/>
                </a:lnTo>
                <a:close/>
              </a:path>
            </a:pathLst>
          </a:custGeom>
          <a:solidFill xmlns:a="http://schemas.openxmlformats.org/drawingml/2006/main">
            <a:srgbClr val="FCE5CE"/>
          </a:solidFill>
          <a:ln xmlns:a="http://schemas.openxmlformats.org/drawingml/2006/main" w="0">
            <a:noFill/>
            <a:prstDash val="solid"/>
          </a:ln>
        </p:spPr>
      </p:sp>
      <p:sp>
        <p:nvSpPr>
          <p:cNvPr id="797" name="layout-orange-115-0">
            <a:extLst xmlns:a="http://schemas.openxmlformats.org/drawingml/2006/main">
              <a:ext uri="{FF2B5EF4-FFF2-40B4-BE49-F238E27FC236}">
                <a16:creationId xmlns:a16="http://schemas.microsoft.com/office/drawing/2014/main" id="{8CCC511B-5DE9-4BC4-B271-4DF7422AC590}"/>
              </a:ext>
            </a:extLst>
          </p:cNvPr>
          <p:cNvSpPr>
            <a:spLocks xmlns:a="http://schemas.openxmlformats.org/drawingml/2006/main" noGrp="1"/>
          </p:cNvSpPr>
          <p:nvPr/>
        </p:nvSpPr>
        <p:spPr>
          <a:xfrm xmlns:a="http://schemas.openxmlformats.org/drawingml/2006/main" rot="0">
            <a:off x="2409825" y="3743325"/>
            <a:ext cx="142875" cy="57150"/>
          </a:xfrm>
          <a:custGeom xmlns:a="http://schemas.openxmlformats.org/drawingml/2006/main">
            <a:pathLst>
              <a:path w="142875" h="57150">
                <a:moveTo>
                  <a:pt x="47625" y="4763"/>
                </a:moveTo>
                <a:lnTo>
                  <a:pt x="52388" y="0"/>
                </a:lnTo>
                <a:lnTo>
                  <a:pt x="61913" y="0"/>
                </a:lnTo>
                <a:lnTo>
                  <a:pt x="71438" y="0"/>
                </a:lnTo>
                <a:lnTo>
                  <a:pt x="80963" y="0"/>
                </a:lnTo>
                <a:lnTo>
                  <a:pt x="85725" y="4763"/>
                </a:lnTo>
                <a:lnTo>
                  <a:pt x="90488" y="9525"/>
                </a:lnTo>
                <a:lnTo>
                  <a:pt x="100013" y="9525"/>
                </a:lnTo>
                <a:lnTo>
                  <a:pt x="104775" y="14288"/>
                </a:lnTo>
                <a:lnTo>
                  <a:pt x="109538" y="19050"/>
                </a:lnTo>
                <a:lnTo>
                  <a:pt x="119063" y="19050"/>
                </a:lnTo>
                <a:lnTo>
                  <a:pt x="123825" y="23813"/>
                </a:lnTo>
                <a:lnTo>
                  <a:pt x="128588" y="28575"/>
                </a:lnTo>
                <a:lnTo>
                  <a:pt x="133350" y="33338"/>
                </a:lnTo>
                <a:lnTo>
                  <a:pt x="128588" y="38100"/>
                </a:lnTo>
                <a:lnTo>
                  <a:pt x="123825" y="42863"/>
                </a:lnTo>
                <a:lnTo>
                  <a:pt x="128588" y="47625"/>
                </a:lnTo>
                <a:lnTo>
                  <a:pt x="138113" y="47625"/>
                </a:lnTo>
                <a:lnTo>
                  <a:pt x="142875" y="52388"/>
                </a:lnTo>
                <a:lnTo>
                  <a:pt x="138113" y="57150"/>
                </a:lnTo>
                <a:lnTo>
                  <a:pt x="128588" y="57150"/>
                </a:lnTo>
                <a:lnTo>
                  <a:pt x="119063" y="57150"/>
                </a:lnTo>
                <a:lnTo>
                  <a:pt x="109538" y="57150"/>
                </a:lnTo>
                <a:lnTo>
                  <a:pt x="100013" y="57150"/>
                </a:lnTo>
                <a:lnTo>
                  <a:pt x="90488" y="57150"/>
                </a:lnTo>
                <a:lnTo>
                  <a:pt x="80963" y="57150"/>
                </a:lnTo>
                <a:lnTo>
                  <a:pt x="71438" y="57150"/>
                </a:lnTo>
                <a:lnTo>
                  <a:pt x="61913" y="57150"/>
                </a:lnTo>
                <a:lnTo>
                  <a:pt x="52388" y="57150"/>
                </a:lnTo>
                <a:lnTo>
                  <a:pt x="42863" y="57150"/>
                </a:lnTo>
                <a:lnTo>
                  <a:pt x="33338" y="57150"/>
                </a:lnTo>
                <a:lnTo>
                  <a:pt x="23813" y="57150"/>
                </a:lnTo>
                <a:lnTo>
                  <a:pt x="14288" y="57150"/>
                </a:lnTo>
                <a:lnTo>
                  <a:pt x="4763" y="57150"/>
                </a:lnTo>
                <a:lnTo>
                  <a:pt x="0" y="52388"/>
                </a:lnTo>
                <a:lnTo>
                  <a:pt x="4763" y="47625"/>
                </a:lnTo>
                <a:lnTo>
                  <a:pt x="9525" y="42863"/>
                </a:lnTo>
                <a:lnTo>
                  <a:pt x="9525" y="33338"/>
                </a:lnTo>
                <a:lnTo>
                  <a:pt x="14288" y="28575"/>
                </a:lnTo>
                <a:lnTo>
                  <a:pt x="19050" y="23813"/>
                </a:lnTo>
                <a:lnTo>
                  <a:pt x="23813" y="19050"/>
                </a:lnTo>
                <a:lnTo>
                  <a:pt x="28575" y="14288"/>
                </a:lnTo>
                <a:lnTo>
                  <a:pt x="33338" y="9525"/>
                </a:lnTo>
                <a:lnTo>
                  <a:pt x="42863" y="9525"/>
                </a:lnTo>
                <a:lnTo>
                  <a:pt x="47625" y="4763"/>
                </a:lnTo>
                <a:close/>
              </a:path>
            </a:pathLst>
          </a:custGeom>
          <a:solidFill xmlns:a="http://schemas.openxmlformats.org/drawingml/2006/main">
            <a:srgbClr val="FCE7D1"/>
          </a:solidFill>
          <a:ln xmlns:a="http://schemas.openxmlformats.org/drawingml/2006/main" w="0">
            <a:noFill/>
            <a:prstDash val="solid"/>
          </a:ln>
        </p:spPr>
      </p:sp>
      <p:sp>
        <p:nvSpPr>
          <p:cNvPr id="798" name="layout-orange-116-0">
            <a:extLst xmlns:a="http://schemas.openxmlformats.org/drawingml/2006/main">
              <a:ext uri="{FF2B5EF4-FFF2-40B4-BE49-F238E27FC236}">
                <a16:creationId xmlns:a16="http://schemas.microsoft.com/office/drawing/2014/main" id="{A3DC04FE-6C48-41F3-AEB9-AF836861E1DB}"/>
              </a:ext>
            </a:extLst>
          </p:cNvPr>
          <p:cNvSpPr>
            <a:spLocks xmlns:a="http://schemas.openxmlformats.org/drawingml/2006/main" noGrp="1"/>
          </p:cNvSpPr>
          <p:nvPr/>
        </p:nvSpPr>
        <p:spPr>
          <a:xfrm xmlns:a="http://schemas.openxmlformats.org/drawingml/2006/main" rot="0">
            <a:off x="2428875" y="3762375"/>
            <a:ext cx="95250" cy="38100"/>
          </a:xfrm>
          <a:custGeom xmlns:a="http://schemas.openxmlformats.org/drawingml/2006/main">
            <a:pathLst>
              <a:path w="95250" h="38100">
                <a:moveTo>
                  <a:pt x="28575" y="4763"/>
                </a:moveTo>
                <a:lnTo>
                  <a:pt x="33338" y="0"/>
                </a:lnTo>
                <a:lnTo>
                  <a:pt x="42863" y="0"/>
                </a:lnTo>
                <a:lnTo>
                  <a:pt x="52388" y="0"/>
                </a:lnTo>
                <a:lnTo>
                  <a:pt x="61913" y="0"/>
                </a:lnTo>
                <a:lnTo>
                  <a:pt x="71438" y="0"/>
                </a:lnTo>
                <a:lnTo>
                  <a:pt x="76200" y="4763"/>
                </a:lnTo>
                <a:lnTo>
                  <a:pt x="80963" y="9525"/>
                </a:lnTo>
                <a:lnTo>
                  <a:pt x="85725" y="14288"/>
                </a:lnTo>
                <a:lnTo>
                  <a:pt x="90488" y="19050"/>
                </a:lnTo>
                <a:lnTo>
                  <a:pt x="95250" y="23813"/>
                </a:lnTo>
                <a:lnTo>
                  <a:pt x="95250" y="33338"/>
                </a:lnTo>
                <a:lnTo>
                  <a:pt x="90488" y="38100"/>
                </a:lnTo>
                <a:lnTo>
                  <a:pt x="80963" y="38100"/>
                </a:lnTo>
                <a:lnTo>
                  <a:pt x="71438" y="38100"/>
                </a:lnTo>
                <a:lnTo>
                  <a:pt x="61913" y="38100"/>
                </a:lnTo>
                <a:lnTo>
                  <a:pt x="52388" y="38100"/>
                </a:lnTo>
                <a:lnTo>
                  <a:pt x="42863" y="38100"/>
                </a:lnTo>
                <a:lnTo>
                  <a:pt x="33338" y="38100"/>
                </a:lnTo>
                <a:lnTo>
                  <a:pt x="23813" y="38100"/>
                </a:lnTo>
                <a:lnTo>
                  <a:pt x="14288" y="38100"/>
                </a:lnTo>
                <a:lnTo>
                  <a:pt x="4763" y="38100"/>
                </a:lnTo>
                <a:lnTo>
                  <a:pt x="0" y="33338"/>
                </a:lnTo>
                <a:lnTo>
                  <a:pt x="4763" y="28575"/>
                </a:lnTo>
                <a:lnTo>
                  <a:pt x="9525" y="23813"/>
                </a:lnTo>
                <a:lnTo>
                  <a:pt x="14288" y="19050"/>
                </a:lnTo>
                <a:lnTo>
                  <a:pt x="19050" y="14288"/>
                </a:lnTo>
                <a:lnTo>
                  <a:pt x="23813" y="9525"/>
                </a:lnTo>
                <a:lnTo>
                  <a:pt x="28575" y="4763"/>
                </a:lnTo>
                <a:close/>
              </a:path>
            </a:pathLst>
          </a:custGeom>
          <a:solidFill xmlns:a="http://schemas.openxmlformats.org/drawingml/2006/main">
            <a:srgbClr val="FDE8D5"/>
          </a:solidFill>
          <a:ln xmlns:a="http://schemas.openxmlformats.org/drawingml/2006/main" w="0">
            <a:noFill/>
            <a:prstDash val="solid"/>
          </a:ln>
        </p:spPr>
      </p:sp>
      <p:sp>
        <p:nvSpPr>
          <p:cNvPr id="799" name="layout-orange-117-0">
            <a:extLst xmlns:a="http://schemas.openxmlformats.org/drawingml/2006/main">
              <a:ext uri="{FF2B5EF4-FFF2-40B4-BE49-F238E27FC236}">
                <a16:creationId xmlns:a16="http://schemas.microsoft.com/office/drawing/2014/main" id="{31131C89-2FE6-4D5C-8D15-D058C6C1ABD5}"/>
              </a:ext>
            </a:extLst>
          </p:cNvPr>
          <p:cNvSpPr>
            <a:spLocks xmlns:a="http://schemas.openxmlformats.org/drawingml/2006/main" noGrp="1"/>
          </p:cNvSpPr>
          <p:nvPr/>
        </p:nvSpPr>
        <p:spPr>
          <a:xfrm xmlns:a="http://schemas.openxmlformats.org/drawingml/2006/main" rot="0">
            <a:off x="2466975" y="37814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FDEAD7"/>
          </a:solidFill>
          <a:ln xmlns:a="http://schemas.openxmlformats.org/drawingml/2006/main" w="0">
            <a:noFill/>
            <a:prstDash val="solid"/>
          </a:ln>
        </p:spPr>
      </p:sp>
      <p:sp>
        <p:nvSpPr>
          <p:cNvPr id="800" name="layout-candidate-green-76-0">
            <a:extLst xmlns:a="http://schemas.openxmlformats.org/drawingml/2006/main">
              <a:ext uri="{FF2B5EF4-FFF2-40B4-BE49-F238E27FC236}">
                <a16:creationId xmlns:a16="http://schemas.microsoft.com/office/drawing/2014/main" id="{4A691B20-53E0-463A-A825-61C2CBA40E3C}"/>
              </a:ext>
            </a:extLst>
          </p:cNvPr>
          <p:cNvSpPr>
            <a:spLocks xmlns:a="http://schemas.openxmlformats.org/drawingml/2006/main" noGrp="1"/>
          </p:cNvSpPr>
          <p:nvPr/>
        </p:nvSpPr>
        <p:spPr>
          <a:xfrm xmlns:a="http://schemas.openxmlformats.org/drawingml/2006/main" rot="0">
            <a:off x="590550" y="4972050"/>
            <a:ext cx="466725" cy="447675"/>
          </a:xfrm>
          <a:custGeom xmlns:a="http://schemas.openxmlformats.org/drawingml/2006/main">
            <a:pathLst>
              <a:path w="466725" h="44767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9075" y="14288"/>
                </a:lnTo>
                <a:lnTo>
                  <a:pt x="219075" y="23813"/>
                </a:lnTo>
                <a:lnTo>
                  <a:pt x="219075" y="33338"/>
                </a:lnTo>
                <a:lnTo>
                  <a:pt x="219075" y="42863"/>
                </a:lnTo>
                <a:lnTo>
                  <a:pt x="219075" y="52388"/>
                </a:lnTo>
                <a:lnTo>
                  <a:pt x="219075" y="61913"/>
                </a:lnTo>
                <a:lnTo>
                  <a:pt x="219075" y="71438"/>
                </a:lnTo>
                <a:lnTo>
                  <a:pt x="219075" y="80963"/>
                </a:lnTo>
                <a:lnTo>
                  <a:pt x="219075" y="90488"/>
                </a:lnTo>
                <a:lnTo>
                  <a:pt x="219075" y="100013"/>
                </a:lnTo>
                <a:lnTo>
                  <a:pt x="219075" y="109538"/>
                </a:lnTo>
                <a:lnTo>
                  <a:pt x="219075" y="119063"/>
                </a:lnTo>
                <a:lnTo>
                  <a:pt x="219075" y="128588"/>
                </a:lnTo>
                <a:lnTo>
                  <a:pt x="219075" y="138113"/>
                </a:lnTo>
                <a:lnTo>
                  <a:pt x="219075" y="147638"/>
                </a:lnTo>
                <a:lnTo>
                  <a:pt x="219075" y="157163"/>
                </a:lnTo>
                <a:lnTo>
                  <a:pt x="219075" y="166688"/>
                </a:lnTo>
                <a:lnTo>
                  <a:pt x="219075" y="176213"/>
                </a:lnTo>
                <a:lnTo>
                  <a:pt x="219075" y="185738"/>
                </a:lnTo>
                <a:lnTo>
                  <a:pt x="219075" y="195263"/>
                </a:lnTo>
                <a:lnTo>
                  <a:pt x="219075" y="204788"/>
                </a:lnTo>
                <a:lnTo>
                  <a:pt x="219075" y="214313"/>
                </a:lnTo>
                <a:lnTo>
                  <a:pt x="219075" y="223838"/>
                </a:lnTo>
                <a:lnTo>
                  <a:pt x="223838" y="228600"/>
                </a:lnTo>
                <a:lnTo>
                  <a:pt x="233363" y="228600"/>
                </a:lnTo>
                <a:lnTo>
                  <a:pt x="242888" y="228600"/>
                </a:lnTo>
                <a:lnTo>
                  <a:pt x="252413" y="228600"/>
                </a:lnTo>
                <a:lnTo>
                  <a:pt x="261938" y="228600"/>
                </a:lnTo>
                <a:lnTo>
                  <a:pt x="271463" y="228600"/>
                </a:lnTo>
                <a:lnTo>
                  <a:pt x="280988" y="228600"/>
                </a:lnTo>
                <a:lnTo>
                  <a:pt x="290513" y="228600"/>
                </a:lnTo>
                <a:lnTo>
                  <a:pt x="300038" y="228600"/>
                </a:lnTo>
                <a:lnTo>
                  <a:pt x="309563" y="228600"/>
                </a:lnTo>
                <a:lnTo>
                  <a:pt x="319088" y="228600"/>
                </a:lnTo>
                <a:lnTo>
                  <a:pt x="328613" y="228600"/>
                </a:lnTo>
                <a:lnTo>
                  <a:pt x="338138" y="228600"/>
                </a:lnTo>
                <a:lnTo>
                  <a:pt x="347663" y="228600"/>
                </a:lnTo>
                <a:lnTo>
                  <a:pt x="357188" y="228600"/>
                </a:lnTo>
                <a:lnTo>
                  <a:pt x="366713" y="228600"/>
                </a:lnTo>
                <a:lnTo>
                  <a:pt x="376238" y="228600"/>
                </a:lnTo>
                <a:lnTo>
                  <a:pt x="385763" y="228600"/>
                </a:lnTo>
                <a:lnTo>
                  <a:pt x="395288" y="228600"/>
                </a:lnTo>
                <a:lnTo>
                  <a:pt x="404813" y="228600"/>
                </a:lnTo>
                <a:lnTo>
                  <a:pt x="414338" y="228600"/>
                </a:lnTo>
                <a:lnTo>
                  <a:pt x="423863" y="228600"/>
                </a:lnTo>
                <a:lnTo>
                  <a:pt x="433388" y="228600"/>
                </a:lnTo>
                <a:lnTo>
                  <a:pt x="442913" y="228600"/>
                </a:lnTo>
                <a:lnTo>
                  <a:pt x="452438" y="228600"/>
                </a:lnTo>
                <a:lnTo>
                  <a:pt x="461963" y="228600"/>
                </a:lnTo>
                <a:lnTo>
                  <a:pt x="466725" y="233363"/>
                </a:lnTo>
                <a:lnTo>
                  <a:pt x="466725" y="242888"/>
                </a:lnTo>
                <a:lnTo>
                  <a:pt x="466725" y="252413"/>
                </a:lnTo>
                <a:lnTo>
                  <a:pt x="466725" y="261938"/>
                </a:lnTo>
                <a:lnTo>
                  <a:pt x="466725" y="271463"/>
                </a:lnTo>
                <a:lnTo>
                  <a:pt x="466725" y="280988"/>
                </a:lnTo>
                <a:lnTo>
                  <a:pt x="466725" y="290513"/>
                </a:lnTo>
                <a:lnTo>
                  <a:pt x="466725" y="300038"/>
                </a:lnTo>
                <a:lnTo>
                  <a:pt x="466725" y="309563"/>
                </a:lnTo>
                <a:lnTo>
                  <a:pt x="466725" y="319088"/>
                </a:lnTo>
                <a:lnTo>
                  <a:pt x="466725" y="328613"/>
                </a:lnTo>
                <a:lnTo>
                  <a:pt x="466725" y="338138"/>
                </a:lnTo>
                <a:lnTo>
                  <a:pt x="466725" y="347663"/>
                </a:lnTo>
                <a:lnTo>
                  <a:pt x="466725" y="357188"/>
                </a:lnTo>
                <a:lnTo>
                  <a:pt x="466725" y="366713"/>
                </a:lnTo>
                <a:lnTo>
                  <a:pt x="466725" y="376238"/>
                </a:lnTo>
                <a:lnTo>
                  <a:pt x="466725" y="385763"/>
                </a:lnTo>
                <a:lnTo>
                  <a:pt x="466725" y="395288"/>
                </a:lnTo>
                <a:lnTo>
                  <a:pt x="466725" y="404813"/>
                </a:lnTo>
                <a:lnTo>
                  <a:pt x="466725" y="414338"/>
                </a:lnTo>
                <a:lnTo>
                  <a:pt x="466725" y="423863"/>
                </a:lnTo>
                <a:lnTo>
                  <a:pt x="466725" y="433388"/>
                </a:lnTo>
                <a:lnTo>
                  <a:pt x="461963" y="438150"/>
                </a:lnTo>
                <a:lnTo>
                  <a:pt x="457200" y="442913"/>
                </a:lnTo>
                <a:lnTo>
                  <a:pt x="452438" y="447675"/>
                </a:lnTo>
                <a:lnTo>
                  <a:pt x="442913" y="447675"/>
                </a:lnTo>
                <a:lnTo>
                  <a:pt x="433388" y="447675"/>
                </a:lnTo>
                <a:lnTo>
                  <a:pt x="423863" y="447675"/>
                </a:lnTo>
                <a:lnTo>
                  <a:pt x="414338" y="447675"/>
                </a:lnTo>
                <a:lnTo>
                  <a:pt x="404813" y="447675"/>
                </a:lnTo>
                <a:lnTo>
                  <a:pt x="395288" y="447675"/>
                </a:lnTo>
                <a:lnTo>
                  <a:pt x="385763" y="447675"/>
                </a:lnTo>
                <a:lnTo>
                  <a:pt x="376238" y="447675"/>
                </a:lnTo>
                <a:lnTo>
                  <a:pt x="366713" y="447675"/>
                </a:lnTo>
                <a:lnTo>
                  <a:pt x="357188" y="447675"/>
                </a:lnTo>
                <a:lnTo>
                  <a:pt x="347663" y="447675"/>
                </a:lnTo>
                <a:lnTo>
                  <a:pt x="338138" y="447675"/>
                </a:lnTo>
                <a:lnTo>
                  <a:pt x="328613" y="447675"/>
                </a:lnTo>
                <a:lnTo>
                  <a:pt x="319088" y="447675"/>
                </a:lnTo>
                <a:lnTo>
                  <a:pt x="309563" y="447675"/>
                </a:lnTo>
                <a:lnTo>
                  <a:pt x="300038" y="447675"/>
                </a:lnTo>
                <a:lnTo>
                  <a:pt x="290513" y="447675"/>
                </a:lnTo>
                <a:lnTo>
                  <a:pt x="280988" y="447675"/>
                </a:lnTo>
                <a:lnTo>
                  <a:pt x="271463" y="447675"/>
                </a:lnTo>
                <a:lnTo>
                  <a:pt x="261938" y="447675"/>
                </a:lnTo>
                <a:lnTo>
                  <a:pt x="252413" y="447675"/>
                </a:lnTo>
                <a:lnTo>
                  <a:pt x="242888" y="447675"/>
                </a:lnTo>
                <a:lnTo>
                  <a:pt x="233363" y="447675"/>
                </a:lnTo>
                <a:lnTo>
                  <a:pt x="223838" y="447675"/>
                </a:lnTo>
                <a:lnTo>
                  <a:pt x="214313" y="447675"/>
                </a:lnTo>
                <a:lnTo>
                  <a:pt x="204788" y="447675"/>
                </a:lnTo>
                <a:lnTo>
                  <a:pt x="195263" y="447675"/>
                </a:lnTo>
                <a:lnTo>
                  <a:pt x="185738" y="447675"/>
                </a:lnTo>
                <a:lnTo>
                  <a:pt x="176213" y="447675"/>
                </a:lnTo>
                <a:lnTo>
                  <a:pt x="166688" y="447675"/>
                </a:lnTo>
                <a:lnTo>
                  <a:pt x="157163" y="447675"/>
                </a:lnTo>
                <a:lnTo>
                  <a:pt x="147638" y="447675"/>
                </a:lnTo>
                <a:lnTo>
                  <a:pt x="138113" y="447675"/>
                </a:lnTo>
                <a:lnTo>
                  <a:pt x="128588" y="447675"/>
                </a:lnTo>
                <a:lnTo>
                  <a:pt x="119063" y="447675"/>
                </a:lnTo>
                <a:lnTo>
                  <a:pt x="109538" y="447675"/>
                </a:lnTo>
                <a:lnTo>
                  <a:pt x="100013" y="447675"/>
                </a:lnTo>
                <a:lnTo>
                  <a:pt x="90488" y="447675"/>
                </a:lnTo>
                <a:lnTo>
                  <a:pt x="80963" y="447675"/>
                </a:lnTo>
                <a:lnTo>
                  <a:pt x="71438" y="447675"/>
                </a:lnTo>
                <a:lnTo>
                  <a:pt x="61913" y="447675"/>
                </a:lnTo>
                <a:lnTo>
                  <a:pt x="52388" y="447675"/>
                </a:lnTo>
                <a:lnTo>
                  <a:pt x="42863" y="447675"/>
                </a:lnTo>
                <a:lnTo>
                  <a:pt x="33338" y="447675"/>
                </a:lnTo>
                <a:lnTo>
                  <a:pt x="23813" y="447675"/>
                </a:lnTo>
                <a:lnTo>
                  <a:pt x="14288" y="447675"/>
                </a:lnTo>
                <a:lnTo>
                  <a:pt x="4763" y="447675"/>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91BC7F"/>
          </a:solidFill>
          <a:ln xmlns:a="http://schemas.openxmlformats.org/drawingml/2006/main" w="0">
            <a:noFill/>
            <a:prstDash val="solid"/>
          </a:ln>
        </p:spPr>
      </p:sp>
      <p:sp>
        <p:nvSpPr>
          <p:cNvPr id="801" name="layout-candidate-green-77-0">
            <a:extLst xmlns:a="http://schemas.openxmlformats.org/drawingml/2006/main">
              <a:ext uri="{FF2B5EF4-FFF2-40B4-BE49-F238E27FC236}">
                <a16:creationId xmlns:a16="http://schemas.microsoft.com/office/drawing/2014/main" id="{D30764B5-243F-4E14-94E3-71BFB90E2B28}"/>
              </a:ext>
            </a:extLst>
          </p:cNvPr>
          <p:cNvSpPr>
            <a:spLocks xmlns:a="http://schemas.openxmlformats.org/drawingml/2006/main" noGrp="1"/>
          </p:cNvSpPr>
          <p:nvPr/>
        </p:nvSpPr>
        <p:spPr>
          <a:xfrm xmlns:a="http://schemas.openxmlformats.org/drawingml/2006/main" rot="0">
            <a:off x="590550" y="4972050"/>
            <a:ext cx="466725" cy="447675"/>
          </a:xfrm>
          <a:custGeom xmlns:a="http://schemas.openxmlformats.org/drawingml/2006/main">
            <a:pathLst>
              <a:path w="466725" h="44767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9075" y="14288"/>
                </a:lnTo>
                <a:lnTo>
                  <a:pt x="219075" y="23813"/>
                </a:lnTo>
                <a:lnTo>
                  <a:pt x="219075" y="33338"/>
                </a:lnTo>
                <a:lnTo>
                  <a:pt x="219075" y="42863"/>
                </a:lnTo>
                <a:lnTo>
                  <a:pt x="219075" y="52388"/>
                </a:lnTo>
                <a:lnTo>
                  <a:pt x="219075" y="61913"/>
                </a:lnTo>
                <a:lnTo>
                  <a:pt x="219075" y="71438"/>
                </a:lnTo>
                <a:lnTo>
                  <a:pt x="219075" y="80963"/>
                </a:lnTo>
                <a:lnTo>
                  <a:pt x="219075" y="90488"/>
                </a:lnTo>
                <a:lnTo>
                  <a:pt x="219075" y="100013"/>
                </a:lnTo>
                <a:lnTo>
                  <a:pt x="219075" y="109538"/>
                </a:lnTo>
                <a:lnTo>
                  <a:pt x="219075" y="119063"/>
                </a:lnTo>
                <a:lnTo>
                  <a:pt x="219075" y="128588"/>
                </a:lnTo>
                <a:lnTo>
                  <a:pt x="219075" y="138113"/>
                </a:lnTo>
                <a:lnTo>
                  <a:pt x="219075" y="147638"/>
                </a:lnTo>
                <a:lnTo>
                  <a:pt x="219075" y="157163"/>
                </a:lnTo>
                <a:lnTo>
                  <a:pt x="219075" y="166688"/>
                </a:lnTo>
                <a:lnTo>
                  <a:pt x="219075" y="176213"/>
                </a:lnTo>
                <a:lnTo>
                  <a:pt x="219075" y="185738"/>
                </a:lnTo>
                <a:lnTo>
                  <a:pt x="219075" y="195263"/>
                </a:lnTo>
                <a:lnTo>
                  <a:pt x="219075" y="204788"/>
                </a:lnTo>
                <a:lnTo>
                  <a:pt x="219075" y="214313"/>
                </a:lnTo>
                <a:lnTo>
                  <a:pt x="219075" y="223838"/>
                </a:lnTo>
                <a:lnTo>
                  <a:pt x="223838" y="228600"/>
                </a:lnTo>
                <a:lnTo>
                  <a:pt x="233363" y="228600"/>
                </a:lnTo>
                <a:lnTo>
                  <a:pt x="242888" y="228600"/>
                </a:lnTo>
                <a:lnTo>
                  <a:pt x="252413" y="228600"/>
                </a:lnTo>
                <a:lnTo>
                  <a:pt x="261938" y="228600"/>
                </a:lnTo>
                <a:lnTo>
                  <a:pt x="271463" y="228600"/>
                </a:lnTo>
                <a:lnTo>
                  <a:pt x="280988" y="228600"/>
                </a:lnTo>
                <a:lnTo>
                  <a:pt x="290513" y="228600"/>
                </a:lnTo>
                <a:lnTo>
                  <a:pt x="300038" y="228600"/>
                </a:lnTo>
                <a:lnTo>
                  <a:pt x="309563" y="228600"/>
                </a:lnTo>
                <a:lnTo>
                  <a:pt x="319088" y="228600"/>
                </a:lnTo>
                <a:lnTo>
                  <a:pt x="328613" y="228600"/>
                </a:lnTo>
                <a:lnTo>
                  <a:pt x="338138" y="228600"/>
                </a:lnTo>
                <a:lnTo>
                  <a:pt x="347663" y="228600"/>
                </a:lnTo>
                <a:lnTo>
                  <a:pt x="357188" y="228600"/>
                </a:lnTo>
                <a:lnTo>
                  <a:pt x="366713" y="228600"/>
                </a:lnTo>
                <a:lnTo>
                  <a:pt x="376238" y="228600"/>
                </a:lnTo>
                <a:lnTo>
                  <a:pt x="385763" y="228600"/>
                </a:lnTo>
                <a:lnTo>
                  <a:pt x="395288" y="228600"/>
                </a:lnTo>
                <a:lnTo>
                  <a:pt x="404813" y="228600"/>
                </a:lnTo>
                <a:lnTo>
                  <a:pt x="414338" y="228600"/>
                </a:lnTo>
                <a:lnTo>
                  <a:pt x="423863" y="228600"/>
                </a:lnTo>
                <a:lnTo>
                  <a:pt x="433388" y="228600"/>
                </a:lnTo>
                <a:lnTo>
                  <a:pt x="442913" y="228600"/>
                </a:lnTo>
                <a:lnTo>
                  <a:pt x="452438" y="228600"/>
                </a:lnTo>
                <a:lnTo>
                  <a:pt x="461963" y="228600"/>
                </a:lnTo>
                <a:lnTo>
                  <a:pt x="466725" y="233363"/>
                </a:lnTo>
                <a:lnTo>
                  <a:pt x="466725" y="242888"/>
                </a:lnTo>
                <a:lnTo>
                  <a:pt x="466725" y="252413"/>
                </a:lnTo>
                <a:lnTo>
                  <a:pt x="466725" y="261938"/>
                </a:lnTo>
                <a:lnTo>
                  <a:pt x="466725" y="271463"/>
                </a:lnTo>
                <a:lnTo>
                  <a:pt x="466725" y="280988"/>
                </a:lnTo>
                <a:lnTo>
                  <a:pt x="466725" y="290513"/>
                </a:lnTo>
                <a:lnTo>
                  <a:pt x="466725" y="300038"/>
                </a:lnTo>
                <a:lnTo>
                  <a:pt x="466725" y="309563"/>
                </a:lnTo>
                <a:lnTo>
                  <a:pt x="466725" y="319088"/>
                </a:lnTo>
                <a:lnTo>
                  <a:pt x="466725" y="328613"/>
                </a:lnTo>
                <a:lnTo>
                  <a:pt x="466725" y="338138"/>
                </a:lnTo>
                <a:lnTo>
                  <a:pt x="466725" y="347663"/>
                </a:lnTo>
                <a:lnTo>
                  <a:pt x="466725" y="357188"/>
                </a:lnTo>
                <a:lnTo>
                  <a:pt x="466725" y="366713"/>
                </a:lnTo>
                <a:lnTo>
                  <a:pt x="466725" y="376238"/>
                </a:lnTo>
                <a:lnTo>
                  <a:pt x="466725" y="385763"/>
                </a:lnTo>
                <a:lnTo>
                  <a:pt x="466725" y="395288"/>
                </a:lnTo>
                <a:lnTo>
                  <a:pt x="466725" y="404813"/>
                </a:lnTo>
                <a:lnTo>
                  <a:pt x="466725" y="414338"/>
                </a:lnTo>
                <a:lnTo>
                  <a:pt x="466725" y="423863"/>
                </a:lnTo>
                <a:lnTo>
                  <a:pt x="466725" y="433388"/>
                </a:lnTo>
                <a:lnTo>
                  <a:pt x="461963" y="438150"/>
                </a:lnTo>
                <a:lnTo>
                  <a:pt x="457200" y="442913"/>
                </a:lnTo>
                <a:lnTo>
                  <a:pt x="452438" y="447675"/>
                </a:lnTo>
                <a:lnTo>
                  <a:pt x="442913" y="447675"/>
                </a:lnTo>
                <a:lnTo>
                  <a:pt x="433388" y="447675"/>
                </a:lnTo>
                <a:lnTo>
                  <a:pt x="423863" y="447675"/>
                </a:lnTo>
                <a:lnTo>
                  <a:pt x="414338" y="447675"/>
                </a:lnTo>
                <a:lnTo>
                  <a:pt x="404813" y="447675"/>
                </a:lnTo>
                <a:lnTo>
                  <a:pt x="395288" y="447675"/>
                </a:lnTo>
                <a:lnTo>
                  <a:pt x="385763" y="447675"/>
                </a:lnTo>
                <a:lnTo>
                  <a:pt x="376238" y="447675"/>
                </a:lnTo>
                <a:lnTo>
                  <a:pt x="366713" y="447675"/>
                </a:lnTo>
                <a:lnTo>
                  <a:pt x="357188" y="447675"/>
                </a:lnTo>
                <a:lnTo>
                  <a:pt x="347663" y="447675"/>
                </a:lnTo>
                <a:lnTo>
                  <a:pt x="338138" y="447675"/>
                </a:lnTo>
                <a:lnTo>
                  <a:pt x="328613" y="447675"/>
                </a:lnTo>
                <a:lnTo>
                  <a:pt x="319088" y="447675"/>
                </a:lnTo>
                <a:lnTo>
                  <a:pt x="309563" y="447675"/>
                </a:lnTo>
                <a:lnTo>
                  <a:pt x="300038" y="447675"/>
                </a:lnTo>
                <a:lnTo>
                  <a:pt x="290513" y="447675"/>
                </a:lnTo>
                <a:lnTo>
                  <a:pt x="280988" y="447675"/>
                </a:lnTo>
                <a:lnTo>
                  <a:pt x="271463" y="447675"/>
                </a:lnTo>
                <a:lnTo>
                  <a:pt x="261938" y="447675"/>
                </a:lnTo>
                <a:lnTo>
                  <a:pt x="252413" y="447675"/>
                </a:lnTo>
                <a:lnTo>
                  <a:pt x="242888" y="447675"/>
                </a:lnTo>
                <a:lnTo>
                  <a:pt x="233363" y="447675"/>
                </a:lnTo>
                <a:lnTo>
                  <a:pt x="223838" y="447675"/>
                </a:lnTo>
                <a:lnTo>
                  <a:pt x="214313" y="447675"/>
                </a:lnTo>
                <a:lnTo>
                  <a:pt x="204788" y="447675"/>
                </a:lnTo>
                <a:lnTo>
                  <a:pt x="195263" y="447675"/>
                </a:lnTo>
                <a:lnTo>
                  <a:pt x="185738" y="447675"/>
                </a:lnTo>
                <a:lnTo>
                  <a:pt x="176213" y="447675"/>
                </a:lnTo>
                <a:lnTo>
                  <a:pt x="166688" y="447675"/>
                </a:lnTo>
                <a:lnTo>
                  <a:pt x="157163" y="447675"/>
                </a:lnTo>
                <a:lnTo>
                  <a:pt x="147638" y="447675"/>
                </a:lnTo>
                <a:lnTo>
                  <a:pt x="138113" y="447675"/>
                </a:lnTo>
                <a:lnTo>
                  <a:pt x="128588" y="447675"/>
                </a:lnTo>
                <a:lnTo>
                  <a:pt x="119063" y="447675"/>
                </a:lnTo>
                <a:lnTo>
                  <a:pt x="109538" y="447675"/>
                </a:lnTo>
                <a:lnTo>
                  <a:pt x="100013" y="447675"/>
                </a:lnTo>
                <a:lnTo>
                  <a:pt x="90488" y="447675"/>
                </a:lnTo>
                <a:lnTo>
                  <a:pt x="80963" y="447675"/>
                </a:lnTo>
                <a:lnTo>
                  <a:pt x="71438" y="447675"/>
                </a:lnTo>
                <a:lnTo>
                  <a:pt x="61913" y="447675"/>
                </a:lnTo>
                <a:lnTo>
                  <a:pt x="52388" y="447675"/>
                </a:lnTo>
                <a:lnTo>
                  <a:pt x="42863" y="447675"/>
                </a:lnTo>
                <a:lnTo>
                  <a:pt x="33338" y="447675"/>
                </a:lnTo>
                <a:lnTo>
                  <a:pt x="23813" y="447675"/>
                </a:lnTo>
                <a:lnTo>
                  <a:pt x="14288" y="447675"/>
                </a:lnTo>
                <a:lnTo>
                  <a:pt x="4763" y="447675"/>
                </a:lnTo>
                <a:lnTo>
                  <a:pt x="0" y="442913"/>
                </a:lnTo>
                <a:lnTo>
                  <a:pt x="0" y="433388"/>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4763" y="19050"/>
                </a:lnTo>
                <a:lnTo>
                  <a:pt x="9525" y="14288"/>
                </a:lnTo>
                <a:lnTo>
                  <a:pt x="4763" y="9525"/>
                </a:lnTo>
                <a:lnTo>
                  <a:pt x="0" y="4763"/>
                </a:lnTo>
                <a:close/>
              </a:path>
            </a:pathLst>
          </a:custGeom>
          <a:solidFill xmlns:a="http://schemas.openxmlformats.org/drawingml/2006/main">
            <a:srgbClr val="92BD81"/>
          </a:solidFill>
          <a:ln xmlns:a="http://schemas.openxmlformats.org/drawingml/2006/main" w="0">
            <a:noFill/>
            <a:prstDash val="solid"/>
          </a:ln>
        </p:spPr>
      </p:sp>
      <p:sp>
        <p:nvSpPr>
          <p:cNvPr id="802" name="layout-candidate-green-78-0">
            <a:extLst xmlns:a="http://schemas.openxmlformats.org/drawingml/2006/main">
              <a:ext uri="{FF2B5EF4-FFF2-40B4-BE49-F238E27FC236}">
                <a16:creationId xmlns:a16="http://schemas.microsoft.com/office/drawing/2014/main" id="{EE30AADE-532B-44C0-AE47-30D4A6D42E44}"/>
              </a:ext>
            </a:extLst>
          </p:cNvPr>
          <p:cNvSpPr>
            <a:spLocks xmlns:a="http://schemas.openxmlformats.org/drawingml/2006/main" noGrp="1"/>
          </p:cNvSpPr>
          <p:nvPr/>
        </p:nvSpPr>
        <p:spPr>
          <a:xfrm xmlns:a="http://schemas.openxmlformats.org/drawingml/2006/main" rot="0">
            <a:off x="590550" y="4972050"/>
            <a:ext cx="466725" cy="447675"/>
          </a:xfrm>
          <a:custGeom xmlns:a="http://schemas.openxmlformats.org/drawingml/2006/main">
            <a:pathLst>
              <a:path w="466725" h="44767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9075" y="14288"/>
                </a:lnTo>
                <a:lnTo>
                  <a:pt x="219075" y="23813"/>
                </a:lnTo>
                <a:lnTo>
                  <a:pt x="219075" y="33338"/>
                </a:lnTo>
                <a:lnTo>
                  <a:pt x="219075" y="42863"/>
                </a:lnTo>
                <a:lnTo>
                  <a:pt x="219075" y="52388"/>
                </a:lnTo>
                <a:lnTo>
                  <a:pt x="219075" y="61913"/>
                </a:lnTo>
                <a:lnTo>
                  <a:pt x="219075" y="71438"/>
                </a:lnTo>
                <a:lnTo>
                  <a:pt x="219075" y="80963"/>
                </a:lnTo>
                <a:lnTo>
                  <a:pt x="219075" y="90488"/>
                </a:lnTo>
                <a:lnTo>
                  <a:pt x="219075" y="100013"/>
                </a:lnTo>
                <a:lnTo>
                  <a:pt x="219075" y="109538"/>
                </a:lnTo>
                <a:lnTo>
                  <a:pt x="219075" y="119063"/>
                </a:lnTo>
                <a:lnTo>
                  <a:pt x="219075" y="128588"/>
                </a:lnTo>
                <a:lnTo>
                  <a:pt x="219075" y="138113"/>
                </a:lnTo>
                <a:lnTo>
                  <a:pt x="219075" y="147638"/>
                </a:lnTo>
                <a:lnTo>
                  <a:pt x="219075" y="157163"/>
                </a:lnTo>
                <a:lnTo>
                  <a:pt x="219075" y="166688"/>
                </a:lnTo>
                <a:lnTo>
                  <a:pt x="219075" y="176213"/>
                </a:lnTo>
                <a:lnTo>
                  <a:pt x="219075" y="185738"/>
                </a:lnTo>
                <a:lnTo>
                  <a:pt x="219075" y="195263"/>
                </a:lnTo>
                <a:lnTo>
                  <a:pt x="219075" y="204788"/>
                </a:lnTo>
                <a:lnTo>
                  <a:pt x="219075" y="214313"/>
                </a:lnTo>
                <a:lnTo>
                  <a:pt x="219075" y="223838"/>
                </a:lnTo>
                <a:lnTo>
                  <a:pt x="223838" y="228600"/>
                </a:lnTo>
                <a:lnTo>
                  <a:pt x="233363" y="228600"/>
                </a:lnTo>
                <a:lnTo>
                  <a:pt x="242888" y="228600"/>
                </a:lnTo>
                <a:lnTo>
                  <a:pt x="252413" y="228600"/>
                </a:lnTo>
                <a:lnTo>
                  <a:pt x="261938" y="228600"/>
                </a:lnTo>
                <a:lnTo>
                  <a:pt x="271463" y="228600"/>
                </a:lnTo>
                <a:lnTo>
                  <a:pt x="280988" y="228600"/>
                </a:lnTo>
                <a:lnTo>
                  <a:pt x="290513" y="228600"/>
                </a:lnTo>
                <a:lnTo>
                  <a:pt x="300038" y="228600"/>
                </a:lnTo>
                <a:lnTo>
                  <a:pt x="309563" y="228600"/>
                </a:lnTo>
                <a:lnTo>
                  <a:pt x="319088" y="228600"/>
                </a:lnTo>
                <a:lnTo>
                  <a:pt x="328613" y="228600"/>
                </a:lnTo>
                <a:lnTo>
                  <a:pt x="338138" y="228600"/>
                </a:lnTo>
                <a:lnTo>
                  <a:pt x="347663" y="228600"/>
                </a:lnTo>
                <a:lnTo>
                  <a:pt x="357188" y="228600"/>
                </a:lnTo>
                <a:lnTo>
                  <a:pt x="366713" y="228600"/>
                </a:lnTo>
                <a:lnTo>
                  <a:pt x="376238" y="228600"/>
                </a:lnTo>
                <a:lnTo>
                  <a:pt x="385763" y="228600"/>
                </a:lnTo>
                <a:lnTo>
                  <a:pt x="395288" y="228600"/>
                </a:lnTo>
                <a:lnTo>
                  <a:pt x="404813" y="228600"/>
                </a:lnTo>
                <a:lnTo>
                  <a:pt x="414338" y="228600"/>
                </a:lnTo>
                <a:lnTo>
                  <a:pt x="423863" y="228600"/>
                </a:lnTo>
                <a:lnTo>
                  <a:pt x="433388" y="228600"/>
                </a:lnTo>
                <a:lnTo>
                  <a:pt x="442913" y="228600"/>
                </a:lnTo>
                <a:lnTo>
                  <a:pt x="452438" y="228600"/>
                </a:lnTo>
                <a:lnTo>
                  <a:pt x="461963" y="228600"/>
                </a:lnTo>
                <a:lnTo>
                  <a:pt x="466725" y="233363"/>
                </a:lnTo>
                <a:lnTo>
                  <a:pt x="466725" y="242888"/>
                </a:lnTo>
                <a:lnTo>
                  <a:pt x="466725" y="252413"/>
                </a:lnTo>
                <a:lnTo>
                  <a:pt x="466725" y="261938"/>
                </a:lnTo>
                <a:lnTo>
                  <a:pt x="466725" y="271463"/>
                </a:lnTo>
                <a:lnTo>
                  <a:pt x="466725" y="280988"/>
                </a:lnTo>
                <a:lnTo>
                  <a:pt x="466725" y="290513"/>
                </a:lnTo>
                <a:lnTo>
                  <a:pt x="466725" y="300038"/>
                </a:lnTo>
                <a:lnTo>
                  <a:pt x="466725" y="309563"/>
                </a:lnTo>
                <a:lnTo>
                  <a:pt x="466725" y="319088"/>
                </a:lnTo>
                <a:lnTo>
                  <a:pt x="466725" y="328613"/>
                </a:lnTo>
                <a:lnTo>
                  <a:pt x="466725" y="338138"/>
                </a:lnTo>
                <a:lnTo>
                  <a:pt x="466725" y="347663"/>
                </a:lnTo>
                <a:lnTo>
                  <a:pt x="466725" y="357188"/>
                </a:lnTo>
                <a:lnTo>
                  <a:pt x="466725" y="366713"/>
                </a:lnTo>
                <a:lnTo>
                  <a:pt x="466725" y="376238"/>
                </a:lnTo>
                <a:lnTo>
                  <a:pt x="466725" y="385763"/>
                </a:lnTo>
                <a:lnTo>
                  <a:pt x="466725" y="395288"/>
                </a:lnTo>
                <a:lnTo>
                  <a:pt x="466725" y="404813"/>
                </a:lnTo>
                <a:lnTo>
                  <a:pt x="466725" y="414338"/>
                </a:lnTo>
                <a:lnTo>
                  <a:pt x="466725" y="423863"/>
                </a:lnTo>
                <a:lnTo>
                  <a:pt x="466725" y="433388"/>
                </a:lnTo>
                <a:lnTo>
                  <a:pt x="461963" y="438150"/>
                </a:lnTo>
                <a:lnTo>
                  <a:pt x="457200" y="433388"/>
                </a:lnTo>
                <a:lnTo>
                  <a:pt x="452438" y="428625"/>
                </a:lnTo>
                <a:lnTo>
                  <a:pt x="447675" y="433388"/>
                </a:lnTo>
                <a:lnTo>
                  <a:pt x="452438" y="438150"/>
                </a:lnTo>
                <a:lnTo>
                  <a:pt x="457200" y="442913"/>
                </a:lnTo>
                <a:lnTo>
                  <a:pt x="452438" y="447675"/>
                </a:lnTo>
                <a:lnTo>
                  <a:pt x="442913" y="447675"/>
                </a:lnTo>
                <a:lnTo>
                  <a:pt x="433388" y="447675"/>
                </a:lnTo>
                <a:lnTo>
                  <a:pt x="423863" y="447675"/>
                </a:lnTo>
                <a:lnTo>
                  <a:pt x="414338" y="447675"/>
                </a:lnTo>
                <a:lnTo>
                  <a:pt x="404813" y="447675"/>
                </a:lnTo>
                <a:lnTo>
                  <a:pt x="395288" y="447675"/>
                </a:lnTo>
                <a:lnTo>
                  <a:pt x="385763" y="447675"/>
                </a:lnTo>
                <a:lnTo>
                  <a:pt x="376238" y="447675"/>
                </a:lnTo>
                <a:lnTo>
                  <a:pt x="366713" y="447675"/>
                </a:lnTo>
                <a:lnTo>
                  <a:pt x="357188" y="447675"/>
                </a:lnTo>
                <a:lnTo>
                  <a:pt x="347663" y="447675"/>
                </a:lnTo>
                <a:lnTo>
                  <a:pt x="338138" y="447675"/>
                </a:lnTo>
                <a:lnTo>
                  <a:pt x="328613" y="447675"/>
                </a:lnTo>
                <a:lnTo>
                  <a:pt x="319088" y="447675"/>
                </a:lnTo>
                <a:lnTo>
                  <a:pt x="309563" y="447675"/>
                </a:lnTo>
                <a:lnTo>
                  <a:pt x="300038" y="447675"/>
                </a:lnTo>
                <a:lnTo>
                  <a:pt x="290513" y="447675"/>
                </a:lnTo>
                <a:lnTo>
                  <a:pt x="280988" y="447675"/>
                </a:lnTo>
                <a:lnTo>
                  <a:pt x="271463" y="447675"/>
                </a:lnTo>
                <a:lnTo>
                  <a:pt x="261938" y="447675"/>
                </a:lnTo>
                <a:lnTo>
                  <a:pt x="252413" y="447675"/>
                </a:lnTo>
                <a:lnTo>
                  <a:pt x="242888" y="447675"/>
                </a:lnTo>
                <a:lnTo>
                  <a:pt x="233363" y="447675"/>
                </a:lnTo>
                <a:lnTo>
                  <a:pt x="223838" y="447675"/>
                </a:lnTo>
                <a:lnTo>
                  <a:pt x="214313" y="447675"/>
                </a:lnTo>
                <a:lnTo>
                  <a:pt x="204788" y="447675"/>
                </a:lnTo>
                <a:lnTo>
                  <a:pt x="195263" y="447675"/>
                </a:lnTo>
                <a:lnTo>
                  <a:pt x="185738" y="447675"/>
                </a:lnTo>
                <a:lnTo>
                  <a:pt x="176213" y="447675"/>
                </a:lnTo>
                <a:lnTo>
                  <a:pt x="166688" y="447675"/>
                </a:lnTo>
                <a:lnTo>
                  <a:pt x="157163" y="447675"/>
                </a:lnTo>
                <a:lnTo>
                  <a:pt x="147638" y="447675"/>
                </a:lnTo>
                <a:lnTo>
                  <a:pt x="138113" y="447675"/>
                </a:lnTo>
                <a:lnTo>
                  <a:pt x="128588" y="447675"/>
                </a:lnTo>
                <a:lnTo>
                  <a:pt x="119063" y="447675"/>
                </a:lnTo>
                <a:lnTo>
                  <a:pt x="109538" y="447675"/>
                </a:lnTo>
                <a:lnTo>
                  <a:pt x="100013" y="447675"/>
                </a:lnTo>
                <a:lnTo>
                  <a:pt x="90488" y="447675"/>
                </a:lnTo>
                <a:lnTo>
                  <a:pt x="80963" y="447675"/>
                </a:lnTo>
                <a:lnTo>
                  <a:pt x="71438" y="447675"/>
                </a:lnTo>
                <a:lnTo>
                  <a:pt x="61913" y="447675"/>
                </a:lnTo>
                <a:lnTo>
                  <a:pt x="52388" y="447675"/>
                </a:lnTo>
                <a:lnTo>
                  <a:pt x="42863" y="447675"/>
                </a:lnTo>
                <a:lnTo>
                  <a:pt x="33338" y="447675"/>
                </a:lnTo>
                <a:lnTo>
                  <a:pt x="23813" y="447675"/>
                </a:lnTo>
                <a:lnTo>
                  <a:pt x="14288" y="447675"/>
                </a:lnTo>
                <a:lnTo>
                  <a:pt x="4763" y="447675"/>
                </a:lnTo>
                <a:lnTo>
                  <a:pt x="0" y="442913"/>
                </a:lnTo>
                <a:lnTo>
                  <a:pt x="4763" y="438150"/>
                </a:lnTo>
                <a:lnTo>
                  <a:pt x="9525" y="433388"/>
                </a:lnTo>
                <a:lnTo>
                  <a:pt x="4763" y="428625"/>
                </a:lnTo>
                <a:lnTo>
                  <a:pt x="0" y="423863"/>
                </a:lnTo>
                <a:lnTo>
                  <a:pt x="0" y="414338"/>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4763" y="28575"/>
                </a:lnTo>
                <a:lnTo>
                  <a:pt x="9525" y="23813"/>
                </a:lnTo>
                <a:lnTo>
                  <a:pt x="14288" y="19050"/>
                </a:lnTo>
                <a:lnTo>
                  <a:pt x="19050" y="14288"/>
                </a:lnTo>
                <a:lnTo>
                  <a:pt x="14288" y="9525"/>
                </a:lnTo>
                <a:lnTo>
                  <a:pt x="4763" y="9525"/>
                </a:lnTo>
                <a:lnTo>
                  <a:pt x="0" y="4763"/>
                </a:lnTo>
                <a:close/>
              </a:path>
            </a:pathLst>
          </a:custGeom>
          <a:solidFill xmlns:a="http://schemas.openxmlformats.org/drawingml/2006/main">
            <a:srgbClr val="95BF84"/>
          </a:solidFill>
          <a:ln xmlns:a="http://schemas.openxmlformats.org/drawingml/2006/main" w="0">
            <a:noFill/>
            <a:prstDash val="solid"/>
          </a:ln>
        </p:spPr>
      </p:sp>
      <p:sp>
        <p:nvSpPr>
          <p:cNvPr id="803" name="layout-candidate-green-79-0">
            <a:extLst xmlns:a="http://schemas.openxmlformats.org/drawingml/2006/main">
              <a:ext uri="{FF2B5EF4-FFF2-40B4-BE49-F238E27FC236}">
                <a16:creationId xmlns:a16="http://schemas.microsoft.com/office/drawing/2014/main" id="{720787FD-18E0-4FD2-B995-3CEA23170C27}"/>
              </a:ext>
            </a:extLst>
          </p:cNvPr>
          <p:cNvSpPr>
            <a:spLocks xmlns:a="http://schemas.openxmlformats.org/drawingml/2006/main" noGrp="1"/>
          </p:cNvSpPr>
          <p:nvPr/>
        </p:nvSpPr>
        <p:spPr>
          <a:xfrm xmlns:a="http://schemas.openxmlformats.org/drawingml/2006/main" rot="0">
            <a:off x="590550" y="4972050"/>
            <a:ext cx="466725" cy="447675"/>
          </a:xfrm>
          <a:custGeom xmlns:a="http://schemas.openxmlformats.org/drawingml/2006/main">
            <a:pathLst>
              <a:path w="466725" h="44767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9075" y="14288"/>
                </a:lnTo>
                <a:lnTo>
                  <a:pt x="219075" y="23813"/>
                </a:lnTo>
                <a:lnTo>
                  <a:pt x="219075" y="33338"/>
                </a:lnTo>
                <a:lnTo>
                  <a:pt x="219075" y="42863"/>
                </a:lnTo>
                <a:lnTo>
                  <a:pt x="219075" y="52388"/>
                </a:lnTo>
                <a:lnTo>
                  <a:pt x="219075" y="61913"/>
                </a:lnTo>
                <a:lnTo>
                  <a:pt x="219075" y="71438"/>
                </a:lnTo>
                <a:lnTo>
                  <a:pt x="219075" y="80963"/>
                </a:lnTo>
                <a:lnTo>
                  <a:pt x="219075" y="90488"/>
                </a:lnTo>
                <a:lnTo>
                  <a:pt x="219075" y="100013"/>
                </a:lnTo>
                <a:lnTo>
                  <a:pt x="219075" y="109538"/>
                </a:lnTo>
                <a:lnTo>
                  <a:pt x="219075" y="119063"/>
                </a:lnTo>
                <a:lnTo>
                  <a:pt x="219075" y="128588"/>
                </a:lnTo>
                <a:lnTo>
                  <a:pt x="219075" y="138113"/>
                </a:lnTo>
                <a:lnTo>
                  <a:pt x="219075" y="147638"/>
                </a:lnTo>
                <a:lnTo>
                  <a:pt x="219075" y="157163"/>
                </a:lnTo>
                <a:lnTo>
                  <a:pt x="219075" y="166688"/>
                </a:lnTo>
                <a:lnTo>
                  <a:pt x="219075" y="176213"/>
                </a:lnTo>
                <a:lnTo>
                  <a:pt x="219075" y="185738"/>
                </a:lnTo>
                <a:lnTo>
                  <a:pt x="219075" y="195263"/>
                </a:lnTo>
                <a:lnTo>
                  <a:pt x="219075" y="204788"/>
                </a:lnTo>
                <a:lnTo>
                  <a:pt x="219075" y="214313"/>
                </a:lnTo>
                <a:lnTo>
                  <a:pt x="219075" y="223838"/>
                </a:lnTo>
                <a:lnTo>
                  <a:pt x="223838" y="228600"/>
                </a:lnTo>
                <a:lnTo>
                  <a:pt x="233363" y="228600"/>
                </a:lnTo>
                <a:lnTo>
                  <a:pt x="242888" y="228600"/>
                </a:lnTo>
                <a:lnTo>
                  <a:pt x="252413" y="228600"/>
                </a:lnTo>
                <a:lnTo>
                  <a:pt x="261938" y="228600"/>
                </a:lnTo>
                <a:lnTo>
                  <a:pt x="271463" y="228600"/>
                </a:lnTo>
                <a:lnTo>
                  <a:pt x="280988" y="228600"/>
                </a:lnTo>
                <a:lnTo>
                  <a:pt x="290513" y="228600"/>
                </a:lnTo>
                <a:lnTo>
                  <a:pt x="300038" y="228600"/>
                </a:lnTo>
                <a:lnTo>
                  <a:pt x="309563" y="228600"/>
                </a:lnTo>
                <a:lnTo>
                  <a:pt x="319088" y="228600"/>
                </a:lnTo>
                <a:lnTo>
                  <a:pt x="328613" y="228600"/>
                </a:lnTo>
                <a:lnTo>
                  <a:pt x="338138" y="228600"/>
                </a:lnTo>
                <a:lnTo>
                  <a:pt x="347663" y="228600"/>
                </a:lnTo>
                <a:lnTo>
                  <a:pt x="357188" y="228600"/>
                </a:lnTo>
                <a:lnTo>
                  <a:pt x="366713" y="228600"/>
                </a:lnTo>
                <a:lnTo>
                  <a:pt x="376238" y="228600"/>
                </a:lnTo>
                <a:lnTo>
                  <a:pt x="385763" y="228600"/>
                </a:lnTo>
                <a:lnTo>
                  <a:pt x="395288" y="228600"/>
                </a:lnTo>
                <a:lnTo>
                  <a:pt x="404813" y="228600"/>
                </a:lnTo>
                <a:lnTo>
                  <a:pt x="414338" y="228600"/>
                </a:lnTo>
                <a:lnTo>
                  <a:pt x="423863" y="228600"/>
                </a:lnTo>
                <a:lnTo>
                  <a:pt x="433388" y="228600"/>
                </a:lnTo>
                <a:lnTo>
                  <a:pt x="442913" y="228600"/>
                </a:lnTo>
                <a:lnTo>
                  <a:pt x="452438" y="228600"/>
                </a:lnTo>
                <a:lnTo>
                  <a:pt x="461963" y="228600"/>
                </a:lnTo>
                <a:lnTo>
                  <a:pt x="466725" y="233363"/>
                </a:lnTo>
                <a:lnTo>
                  <a:pt x="466725" y="242888"/>
                </a:lnTo>
                <a:lnTo>
                  <a:pt x="466725" y="252413"/>
                </a:lnTo>
                <a:lnTo>
                  <a:pt x="466725" y="261938"/>
                </a:lnTo>
                <a:lnTo>
                  <a:pt x="466725" y="271463"/>
                </a:lnTo>
                <a:lnTo>
                  <a:pt x="466725" y="280988"/>
                </a:lnTo>
                <a:lnTo>
                  <a:pt x="466725" y="290513"/>
                </a:lnTo>
                <a:lnTo>
                  <a:pt x="466725" y="300038"/>
                </a:lnTo>
                <a:lnTo>
                  <a:pt x="466725" y="309563"/>
                </a:lnTo>
                <a:lnTo>
                  <a:pt x="466725" y="319088"/>
                </a:lnTo>
                <a:lnTo>
                  <a:pt x="466725" y="328613"/>
                </a:lnTo>
                <a:lnTo>
                  <a:pt x="466725" y="338138"/>
                </a:lnTo>
                <a:lnTo>
                  <a:pt x="466725" y="347663"/>
                </a:lnTo>
                <a:lnTo>
                  <a:pt x="466725" y="357188"/>
                </a:lnTo>
                <a:lnTo>
                  <a:pt x="466725" y="366713"/>
                </a:lnTo>
                <a:lnTo>
                  <a:pt x="466725" y="376238"/>
                </a:lnTo>
                <a:lnTo>
                  <a:pt x="466725" y="385763"/>
                </a:lnTo>
                <a:lnTo>
                  <a:pt x="466725" y="395288"/>
                </a:lnTo>
                <a:lnTo>
                  <a:pt x="466725" y="404813"/>
                </a:lnTo>
                <a:lnTo>
                  <a:pt x="466725" y="414338"/>
                </a:lnTo>
                <a:lnTo>
                  <a:pt x="466725" y="423863"/>
                </a:lnTo>
                <a:lnTo>
                  <a:pt x="466725" y="433388"/>
                </a:lnTo>
                <a:lnTo>
                  <a:pt x="461963" y="438150"/>
                </a:lnTo>
                <a:lnTo>
                  <a:pt x="457200" y="433388"/>
                </a:lnTo>
                <a:lnTo>
                  <a:pt x="457200" y="423863"/>
                </a:lnTo>
                <a:lnTo>
                  <a:pt x="452438" y="419100"/>
                </a:lnTo>
                <a:lnTo>
                  <a:pt x="447675" y="423863"/>
                </a:lnTo>
                <a:lnTo>
                  <a:pt x="442913" y="428625"/>
                </a:lnTo>
                <a:lnTo>
                  <a:pt x="438150" y="433388"/>
                </a:lnTo>
                <a:lnTo>
                  <a:pt x="442913" y="438150"/>
                </a:lnTo>
                <a:lnTo>
                  <a:pt x="452438" y="438150"/>
                </a:lnTo>
                <a:lnTo>
                  <a:pt x="457200" y="442913"/>
                </a:lnTo>
                <a:lnTo>
                  <a:pt x="452438" y="447675"/>
                </a:lnTo>
                <a:lnTo>
                  <a:pt x="442913" y="447675"/>
                </a:lnTo>
                <a:lnTo>
                  <a:pt x="433388" y="447675"/>
                </a:lnTo>
                <a:lnTo>
                  <a:pt x="423863" y="447675"/>
                </a:lnTo>
                <a:lnTo>
                  <a:pt x="414338" y="447675"/>
                </a:lnTo>
                <a:lnTo>
                  <a:pt x="404813" y="447675"/>
                </a:lnTo>
                <a:lnTo>
                  <a:pt x="395288" y="447675"/>
                </a:lnTo>
                <a:lnTo>
                  <a:pt x="385763" y="447675"/>
                </a:lnTo>
                <a:lnTo>
                  <a:pt x="376238" y="447675"/>
                </a:lnTo>
                <a:lnTo>
                  <a:pt x="366713" y="447675"/>
                </a:lnTo>
                <a:lnTo>
                  <a:pt x="357188" y="447675"/>
                </a:lnTo>
                <a:lnTo>
                  <a:pt x="347663" y="447675"/>
                </a:lnTo>
                <a:lnTo>
                  <a:pt x="338138" y="447675"/>
                </a:lnTo>
                <a:lnTo>
                  <a:pt x="328613" y="447675"/>
                </a:lnTo>
                <a:lnTo>
                  <a:pt x="319088" y="447675"/>
                </a:lnTo>
                <a:lnTo>
                  <a:pt x="309563" y="447675"/>
                </a:lnTo>
                <a:lnTo>
                  <a:pt x="300038" y="447675"/>
                </a:lnTo>
                <a:lnTo>
                  <a:pt x="290513" y="447675"/>
                </a:lnTo>
                <a:lnTo>
                  <a:pt x="280988" y="447675"/>
                </a:lnTo>
                <a:lnTo>
                  <a:pt x="271463" y="447675"/>
                </a:lnTo>
                <a:lnTo>
                  <a:pt x="261938" y="447675"/>
                </a:lnTo>
                <a:lnTo>
                  <a:pt x="252413" y="447675"/>
                </a:lnTo>
                <a:lnTo>
                  <a:pt x="242888" y="447675"/>
                </a:lnTo>
                <a:lnTo>
                  <a:pt x="233363" y="447675"/>
                </a:lnTo>
                <a:lnTo>
                  <a:pt x="223838" y="447675"/>
                </a:lnTo>
                <a:lnTo>
                  <a:pt x="214313" y="447675"/>
                </a:lnTo>
                <a:lnTo>
                  <a:pt x="204788" y="447675"/>
                </a:lnTo>
                <a:lnTo>
                  <a:pt x="195263" y="447675"/>
                </a:lnTo>
                <a:lnTo>
                  <a:pt x="185738" y="447675"/>
                </a:lnTo>
                <a:lnTo>
                  <a:pt x="176213" y="447675"/>
                </a:lnTo>
                <a:lnTo>
                  <a:pt x="166688" y="447675"/>
                </a:lnTo>
                <a:lnTo>
                  <a:pt x="157163" y="447675"/>
                </a:lnTo>
                <a:lnTo>
                  <a:pt x="147638" y="447675"/>
                </a:lnTo>
                <a:lnTo>
                  <a:pt x="138113" y="447675"/>
                </a:lnTo>
                <a:lnTo>
                  <a:pt x="128588" y="447675"/>
                </a:lnTo>
                <a:lnTo>
                  <a:pt x="119063" y="447675"/>
                </a:lnTo>
                <a:lnTo>
                  <a:pt x="109538" y="447675"/>
                </a:lnTo>
                <a:lnTo>
                  <a:pt x="100013" y="447675"/>
                </a:lnTo>
                <a:lnTo>
                  <a:pt x="90488" y="447675"/>
                </a:lnTo>
                <a:lnTo>
                  <a:pt x="80963" y="447675"/>
                </a:lnTo>
                <a:lnTo>
                  <a:pt x="71438" y="447675"/>
                </a:lnTo>
                <a:lnTo>
                  <a:pt x="61913" y="447675"/>
                </a:lnTo>
                <a:lnTo>
                  <a:pt x="52388" y="447675"/>
                </a:lnTo>
                <a:lnTo>
                  <a:pt x="42863" y="447675"/>
                </a:lnTo>
                <a:lnTo>
                  <a:pt x="33338" y="447675"/>
                </a:lnTo>
                <a:lnTo>
                  <a:pt x="23813" y="447675"/>
                </a:lnTo>
                <a:lnTo>
                  <a:pt x="14288" y="447675"/>
                </a:lnTo>
                <a:lnTo>
                  <a:pt x="4763" y="447675"/>
                </a:lnTo>
                <a:lnTo>
                  <a:pt x="0" y="442913"/>
                </a:lnTo>
                <a:lnTo>
                  <a:pt x="4763" y="438150"/>
                </a:lnTo>
                <a:lnTo>
                  <a:pt x="14288" y="438150"/>
                </a:lnTo>
                <a:lnTo>
                  <a:pt x="23813" y="438150"/>
                </a:lnTo>
                <a:lnTo>
                  <a:pt x="28575" y="433388"/>
                </a:lnTo>
                <a:lnTo>
                  <a:pt x="23813" y="428625"/>
                </a:lnTo>
                <a:lnTo>
                  <a:pt x="19050" y="423863"/>
                </a:lnTo>
                <a:lnTo>
                  <a:pt x="14288" y="419100"/>
                </a:lnTo>
                <a:lnTo>
                  <a:pt x="9525" y="414338"/>
                </a:lnTo>
                <a:lnTo>
                  <a:pt x="4763" y="409575"/>
                </a:lnTo>
                <a:lnTo>
                  <a:pt x="0" y="404813"/>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4763" y="47625"/>
                </a:lnTo>
                <a:lnTo>
                  <a:pt x="9525" y="42863"/>
                </a:lnTo>
                <a:lnTo>
                  <a:pt x="14288" y="38100"/>
                </a:lnTo>
                <a:lnTo>
                  <a:pt x="19050" y="33338"/>
                </a:lnTo>
                <a:lnTo>
                  <a:pt x="23813" y="28575"/>
                </a:lnTo>
                <a:lnTo>
                  <a:pt x="28575" y="23813"/>
                </a:lnTo>
                <a:lnTo>
                  <a:pt x="33338" y="19050"/>
                </a:lnTo>
                <a:lnTo>
                  <a:pt x="38100" y="14288"/>
                </a:lnTo>
                <a:lnTo>
                  <a:pt x="33338" y="9525"/>
                </a:lnTo>
                <a:lnTo>
                  <a:pt x="23813" y="9525"/>
                </a:lnTo>
                <a:lnTo>
                  <a:pt x="14288" y="9525"/>
                </a:lnTo>
                <a:lnTo>
                  <a:pt x="4763" y="9525"/>
                </a:lnTo>
                <a:lnTo>
                  <a:pt x="0" y="4763"/>
                </a:lnTo>
                <a:close/>
              </a:path>
            </a:pathLst>
          </a:custGeom>
          <a:solidFill xmlns:a="http://schemas.openxmlformats.org/drawingml/2006/main">
            <a:srgbClr val="96C088"/>
          </a:solidFill>
          <a:ln xmlns:a="http://schemas.openxmlformats.org/drawingml/2006/main" w="0">
            <a:noFill/>
            <a:prstDash val="solid"/>
          </a:ln>
        </p:spPr>
      </p:sp>
      <p:sp>
        <p:nvSpPr>
          <p:cNvPr id="804" name="layout-candidate-green-80-0">
            <a:extLst xmlns:a="http://schemas.openxmlformats.org/drawingml/2006/main">
              <a:ext uri="{FF2B5EF4-FFF2-40B4-BE49-F238E27FC236}">
                <a16:creationId xmlns:a16="http://schemas.microsoft.com/office/drawing/2014/main" id="{94957128-F9F1-4ADF-8E0F-9B2537655BAD}"/>
              </a:ext>
            </a:extLst>
          </p:cNvPr>
          <p:cNvSpPr>
            <a:spLocks xmlns:a="http://schemas.openxmlformats.org/drawingml/2006/main" noGrp="1"/>
          </p:cNvSpPr>
          <p:nvPr/>
        </p:nvSpPr>
        <p:spPr>
          <a:xfrm xmlns:a="http://schemas.openxmlformats.org/drawingml/2006/main" rot="0">
            <a:off x="590550" y="4972050"/>
            <a:ext cx="466725" cy="447675"/>
          </a:xfrm>
          <a:custGeom xmlns:a="http://schemas.openxmlformats.org/drawingml/2006/main">
            <a:pathLst>
              <a:path w="466725" h="44767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9075" y="14288"/>
                </a:lnTo>
                <a:lnTo>
                  <a:pt x="219075" y="23813"/>
                </a:lnTo>
                <a:lnTo>
                  <a:pt x="219075" y="33338"/>
                </a:lnTo>
                <a:lnTo>
                  <a:pt x="219075" y="42863"/>
                </a:lnTo>
                <a:lnTo>
                  <a:pt x="219075" y="52388"/>
                </a:lnTo>
                <a:lnTo>
                  <a:pt x="219075" y="61913"/>
                </a:lnTo>
                <a:lnTo>
                  <a:pt x="219075" y="71438"/>
                </a:lnTo>
                <a:lnTo>
                  <a:pt x="219075" y="80963"/>
                </a:lnTo>
                <a:lnTo>
                  <a:pt x="219075" y="90488"/>
                </a:lnTo>
                <a:lnTo>
                  <a:pt x="219075" y="100013"/>
                </a:lnTo>
                <a:lnTo>
                  <a:pt x="219075" y="109538"/>
                </a:lnTo>
                <a:lnTo>
                  <a:pt x="219075" y="119063"/>
                </a:lnTo>
                <a:lnTo>
                  <a:pt x="219075" y="128588"/>
                </a:lnTo>
                <a:lnTo>
                  <a:pt x="219075" y="138113"/>
                </a:lnTo>
                <a:lnTo>
                  <a:pt x="219075" y="147638"/>
                </a:lnTo>
                <a:lnTo>
                  <a:pt x="219075" y="157163"/>
                </a:lnTo>
                <a:lnTo>
                  <a:pt x="219075" y="166688"/>
                </a:lnTo>
                <a:lnTo>
                  <a:pt x="219075" y="176213"/>
                </a:lnTo>
                <a:lnTo>
                  <a:pt x="219075" y="185738"/>
                </a:lnTo>
                <a:lnTo>
                  <a:pt x="219075" y="195263"/>
                </a:lnTo>
                <a:lnTo>
                  <a:pt x="219075" y="204788"/>
                </a:lnTo>
                <a:lnTo>
                  <a:pt x="219075" y="214313"/>
                </a:lnTo>
                <a:lnTo>
                  <a:pt x="219075" y="223838"/>
                </a:lnTo>
                <a:lnTo>
                  <a:pt x="223838" y="228600"/>
                </a:lnTo>
                <a:lnTo>
                  <a:pt x="233363" y="228600"/>
                </a:lnTo>
                <a:lnTo>
                  <a:pt x="242888" y="228600"/>
                </a:lnTo>
                <a:lnTo>
                  <a:pt x="252413" y="228600"/>
                </a:lnTo>
                <a:lnTo>
                  <a:pt x="261938" y="228600"/>
                </a:lnTo>
                <a:lnTo>
                  <a:pt x="271463" y="228600"/>
                </a:lnTo>
                <a:lnTo>
                  <a:pt x="280988" y="228600"/>
                </a:lnTo>
                <a:lnTo>
                  <a:pt x="290513" y="228600"/>
                </a:lnTo>
                <a:lnTo>
                  <a:pt x="300038" y="228600"/>
                </a:lnTo>
                <a:lnTo>
                  <a:pt x="309563" y="228600"/>
                </a:lnTo>
                <a:lnTo>
                  <a:pt x="319088" y="228600"/>
                </a:lnTo>
                <a:lnTo>
                  <a:pt x="328613" y="228600"/>
                </a:lnTo>
                <a:lnTo>
                  <a:pt x="338138" y="228600"/>
                </a:lnTo>
                <a:lnTo>
                  <a:pt x="347663" y="228600"/>
                </a:lnTo>
                <a:lnTo>
                  <a:pt x="357188" y="228600"/>
                </a:lnTo>
                <a:lnTo>
                  <a:pt x="366713" y="228600"/>
                </a:lnTo>
                <a:lnTo>
                  <a:pt x="376238" y="228600"/>
                </a:lnTo>
                <a:lnTo>
                  <a:pt x="385763" y="228600"/>
                </a:lnTo>
                <a:lnTo>
                  <a:pt x="395288" y="228600"/>
                </a:lnTo>
                <a:lnTo>
                  <a:pt x="404813" y="228600"/>
                </a:lnTo>
                <a:lnTo>
                  <a:pt x="414338" y="228600"/>
                </a:lnTo>
                <a:lnTo>
                  <a:pt x="423863" y="228600"/>
                </a:lnTo>
                <a:lnTo>
                  <a:pt x="433388" y="228600"/>
                </a:lnTo>
                <a:lnTo>
                  <a:pt x="442913" y="228600"/>
                </a:lnTo>
                <a:lnTo>
                  <a:pt x="452438" y="228600"/>
                </a:lnTo>
                <a:lnTo>
                  <a:pt x="461963" y="228600"/>
                </a:lnTo>
                <a:lnTo>
                  <a:pt x="466725" y="233363"/>
                </a:lnTo>
                <a:lnTo>
                  <a:pt x="466725" y="242888"/>
                </a:lnTo>
                <a:lnTo>
                  <a:pt x="466725" y="252413"/>
                </a:lnTo>
                <a:lnTo>
                  <a:pt x="466725" y="261938"/>
                </a:lnTo>
                <a:lnTo>
                  <a:pt x="466725" y="271463"/>
                </a:lnTo>
                <a:lnTo>
                  <a:pt x="466725" y="280988"/>
                </a:lnTo>
                <a:lnTo>
                  <a:pt x="466725" y="290513"/>
                </a:lnTo>
                <a:lnTo>
                  <a:pt x="466725" y="300038"/>
                </a:lnTo>
                <a:lnTo>
                  <a:pt x="466725" y="309563"/>
                </a:lnTo>
                <a:lnTo>
                  <a:pt x="466725" y="319088"/>
                </a:lnTo>
                <a:lnTo>
                  <a:pt x="466725" y="328613"/>
                </a:lnTo>
                <a:lnTo>
                  <a:pt x="466725" y="338138"/>
                </a:lnTo>
                <a:lnTo>
                  <a:pt x="466725" y="347663"/>
                </a:lnTo>
                <a:lnTo>
                  <a:pt x="466725" y="357188"/>
                </a:lnTo>
                <a:lnTo>
                  <a:pt x="466725" y="366713"/>
                </a:lnTo>
                <a:lnTo>
                  <a:pt x="466725" y="376238"/>
                </a:lnTo>
                <a:lnTo>
                  <a:pt x="466725" y="385763"/>
                </a:lnTo>
                <a:lnTo>
                  <a:pt x="466725" y="395288"/>
                </a:lnTo>
                <a:lnTo>
                  <a:pt x="466725" y="404813"/>
                </a:lnTo>
                <a:lnTo>
                  <a:pt x="466725" y="414338"/>
                </a:lnTo>
                <a:lnTo>
                  <a:pt x="466725" y="423863"/>
                </a:lnTo>
                <a:lnTo>
                  <a:pt x="466725" y="433388"/>
                </a:lnTo>
                <a:lnTo>
                  <a:pt x="461963" y="438150"/>
                </a:lnTo>
                <a:lnTo>
                  <a:pt x="457200" y="433388"/>
                </a:lnTo>
                <a:lnTo>
                  <a:pt x="457200" y="423863"/>
                </a:lnTo>
                <a:lnTo>
                  <a:pt x="457200" y="414338"/>
                </a:lnTo>
                <a:lnTo>
                  <a:pt x="457200" y="404813"/>
                </a:lnTo>
                <a:lnTo>
                  <a:pt x="452438" y="400050"/>
                </a:lnTo>
                <a:lnTo>
                  <a:pt x="447675" y="404813"/>
                </a:lnTo>
                <a:lnTo>
                  <a:pt x="447675" y="414338"/>
                </a:lnTo>
                <a:lnTo>
                  <a:pt x="442913" y="419100"/>
                </a:lnTo>
                <a:lnTo>
                  <a:pt x="438150" y="423863"/>
                </a:lnTo>
                <a:lnTo>
                  <a:pt x="433388" y="428625"/>
                </a:lnTo>
                <a:lnTo>
                  <a:pt x="428625" y="433388"/>
                </a:lnTo>
                <a:lnTo>
                  <a:pt x="433388" y="438150"/>
                </a:lnTo>
                <a:lnTo>
                  <a:pt x="442913" y="438150"/>
                </a:lnTo>
                <a:lnTo>
                  <a:pt x="452438" y="438150"/>
                </a:lnTo>
                <a:lnTo>
                  <a:pt x="457200" y="442913"/>
                </a:lnTo>
                <a:lnTo>
                  <a:pt x="452438" y="447675"/>
                </a:lnTo>
                <a:lnTo>
                  <a:pt x="442913" y="447675"/>
                </a:lnTo>
                <a:lnTo>
                  <a:pt x="433388" y="447675"/>
                </a:lnTo>
                <a:lnTo>
                  <a:pt x="423863" y="447675"/>
                </a:lnTo>
                <a:lnTo>
                  <a:pt x="414338" y="447675"/>
                </a:lnTo>
                <a:lnTo>
                  <a:pt x="404813" y="447675"/>
                </a:lnTo>
                <a:lnTo>
                  <a:pt x="395288" y="447675"/>
                </a:lnTo>
                <a:lnTo>
                  <a:pt x="385763" y="447675"/>
                </a:lnTo>
                <a:lnTo>
                  <a:pt x="376238" y="447675"/>
                </a:lnTo>
                <a:lnTo>
                  <a:pt x="366713" y="447675"/>
                </a:lnTo>
                <a:lnTo>
                  <a:pt x="357188" y="447675"/>
                </a:lnTo>
                <a:lnTo>
                  <a:pt x="347663" y="447675"/>
                </a:lnTo>
                <a:lnTo>
                  <a:pt x="338138" y="447675"/>
                </a:lnTo>
                <a:lnTo>
                  <a:pt x="328613" y="447675"/>
                </a:lnTo>
                <a:lnTo>
                  <a:pt x="319088" y="447675"/>
                </a:lnTo>
                <a:lnTo>
                  <a:pt x="309563" y="447675"/>
                </a:lnTo>
                <a:lnTo>
                  <a:pt x="300038" y="447675"/>
                </a:lnTo>
                <a:lnTo>
                  <a:pt x="290513" y="447675"/>
                </a:lnTo>
                <a:lnTo>
                  <a:pt x="280988" y="447675"/>
                </a:lnTo>
                <a:lnTo>
                  <a:pt x="271463" y="447675"/>
                </a:lnTo>
                <a:lnTo>
                  <a:pt x="261938" y="447675"/>
                </a:lnTo>
                <a:lnTo>
                  <a:pt x="252413" y="447675"/>
                </a:lnTo>
                <a:lnTo>
                  <a:pt x="242888" y="447675"/>
                </a:lnTo>
                <a:lnTo>
                  <a:pt x="233363" y="447675"/>
                </a:lnTo>
                <a:lnTo>
                  <a:pt x="223838" y="447675"/>
                </a:lnTo>
                <a:lnTo>
                  <a:pt x="214313" y="447675"/>
                </a:lnTo>
                <a:lnTo>
                  <a:pt x="204788" y="447675"/>
                </a:lnTo>
                <a:lnTo>
                  <a:pt x="195263" y="447675"/>
                </a:lnTo>
                <a:lnTo>
                  <a:pt x="185738" y="447675"/>
                </a:lnTo>
                <a:lnTo>
                  <a:pt x="176213" y="447675"/>
                </a:lnTo>
                <a:lnTo>
                  <a:pt x="166688" y="447675"/>
                </a:lnTo>
                <a:lnTo>
                  <a:pt x="157163" y="447675"/>
                </a:lnTo>
                <a:lnTo>
                  <a:pt x="147638" y="447675"/>
                </a:lnTo>
                <a:lnTo>
                  <a:pt x="138113" y="447675"/>
                </a:lnTo>
                <a:lnTo>
                  <a:pt x="128588" y="447675"/>
                </a:lnTo>
                <a:lnTo>
                  <a:pt x="119063" y="447675"/>
                </a:lnTo>
                <a:lnTo>
                  <a:pt x="109538" y="447675"/>
                </a:lnTo>
                <a:lnTo>
                  <a:pt x="100013" y="447675"/>
                </a:lnTo>
                <a:lnTo>
                  <a:pt x="90488" y="447675"/>
                </a:lnTo>
                <a:lnTo>
                  <a:pt x="80963" y="447675"/>
                </a:lnTo>
                <a:lnTo>
                  <a:pt x="71438" y="447675"/>
                </a:lnTo>
                <a:lnTo>
                  <a:pt x="61913" y="447675"/>
                </a:lnTo>
                <a:lnTo>
                  <a:pt x="52388" y="447675"/>
                </a:lnTo>
                <a:lnTo>
                  <a:pt x="42863" y="447675"/>
                </a:lnTo>
                <a:lnTo>
                  <a:pt x="33338" y="447675"/>
                </a:lnTo>
                <a:lnTo>
                  <a:pt x="23813" y="447675"/>
                </a:lnTo>
                <a:lnTo>
                  <a:pt x="14288" y="447675"/>
                </a:lnTo>
                <a:lnTo>
                  <a:pt x="4763" y="447675"/>
                </a:lnTo>
                <a:lnTo>
                  <a:pt x="0" y="442913"/>
                </a:lnTo>
                <a:lnTo>
                  <a:pt x="4763" y="438150"/>
                </a:lnTo>
                <a:lnTo>
                  <a:pt x="14288" y="438150"/>
                </a:lnTo>
                <a:lnTo>
                  <a:pt x="23813" y="438150"/>
                </a:lnTo>
                <a:lnTo>
                  <a:pt x="33338" y="438150"/>
                </a:lnTo>
                <a:lnTo>
                  <a:pt x="38100" y="433388"/>
                </a:lnTo>
                <a:lnTo>
                  <a:pt x="33338" y="428625"/>
                </a:lnTo>
                <a:lnTo>
                  <a:pt x="28575" y="423863"/>
                </a:lnTo>
                <a:lnTo>
                  <a:pt x="23813" y="419100"/>
                </a:lnTo>
                <a:lnTo>
                  <a:pt x="19050" y="414338"/>
                </a:lnTo>
                <a:lnTo>
                  <a:pt x="14288" y="409575"/>
                </a:lnTo>
                <a:lnTo>
                  <a:pt x="9525" y="404813"/>
                </a:lnTo>
                <a:lnTo>
                  <a:pt x="4763" y="400050"/>
                </a:lnTo>
                <a:lnTo>
                  <a:pt x="0" y="395288"/>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4763" y="57150"/>
                </a:lnTo>
                <a:lnTo>
                  <a:pt x="9525" y="52388"/>
                </a:lnTo>
                <a:lnTo>
                  <a:pt x="14288" y="47625"/>
                </a:lnTo>
                <a:lnTo>
                  <a:pt x="19050" y="42863"/>
                </a:lnTo>
                <a:lnTo>
                  <a:pt x="23813" y="38100"/>
                </a:lnTo>
                <a:lnTo>
                  <a:pt x="28575" y="33338"/>
                </a:lnTo>
                <a:lnTo>
                  <a:pt x="33338" y="28575"/>
                </a:lnTo>
                <a:lnTo>
                  <a:pt x="38100" y="23813"/>
                </a:lnTo>
                <a:lnTo>
                  <a:pt x="42863" y="19050"/>
                </a:lnTo>
                <a:lnTo>
                  <a:pt x="47625" y="14288"/>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98C189"/>
          </a:solidFill>
          <a:ln xmlns:a="http://schemas.openxmlformats.org/drawingml/2006/main" w="0">
            <a:noFill/>
            <a:prstDash val="solid"/>
          </a:ln>
        </p:spPr>
      </p:sp>
      <p:sp>
        <p:nvSpPr>
          <p:cNvPr id="805" name="layout-candidate-green-81-0">
            <a:extLst xmlns:a="http://schemas.openxmlformats.org/drawingml/2006/main">
              <a:ext uri="{FF2B5EF4-FFF2-40B4-BE49-F238E27FC236}">
                <a16:creationId xmlns:a16="http://schemas.microsoft.com/office/drawing/2014/main" id="{D3C05DCE-F904-48FF-8107-5EBD47E2DA8B}"/>
              </a:ext>
            </a:extLst>
          </p:cNvPr>
          <p:cNvSpPr>
            <a:spLocks xmlns:a="http://schemas.openxmlformats.org/drawingml/2006/main" noGrp="1"/>
          </p:cNvSpPr>
          <p:nvPr/>
        </p:nvSpPr>
        <p:spPr>
          <a:xfrm xmlns:a="http://schemas.openxmlformats.org/drawingml/2006/main" rot="0">
            <a:off x="590550" y="4972050"/>
            <a:ext cx="466725" cy="447675"/>
          </a:xfrm>
          <a:custGeom xmlns:a="http://schemas.openxmlformats.org/drawingml/2006/main">
            <a:pathLst>
              <a:path w="466725" h="44767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9075" y="14288"/>
                </a:lnTo>
                <a:lnTo>
                  <a:pt x="219075" y="23813"/>
                </a:lnTo>
                <a:lnTo>
                  <a:pt x="219075" y="33338"/>
                </a:lnTo>
                <a:lnTo>
                  <a:pt x="219075" y="42863"/>
                </a:lnTo>
                <a:lnTo>
                  <a:pt x="219075" y="52388"/>
                </a:lnTo>
                <a:lnTo>
                  <a:pt x="219075" y="61913"/>
                </a:lnTo>
                <a:lnTo>
                  <a:pt x="219075" y="71438"/>
                </a:lnTo>
                <a:lnTo>
                  <a:pt x="219075" y="80963"/>
                </a:lnTo>
                <a:lnTo>
                  <a:pt x="219075" y="90488"/>
                </a:lnTo>
                <a:lnTo>
                  <a:pt x="219075" y="100013"/>
                </a:lnTo>
                <a:lnTo>
                  <a:pt x="219075" y="109538"/>
                </a:lnTo>
                <a:lnTo>
                  <a:pt x="219075" y="119063"/>
                </a:lnTo>
                <a:lnTo>
                  <a:pt x="219075" y="128588"/>
                </a:lnTo>
                <a:lnTo>
                  <a:pt x="219075" y="138113"/>
                </a:lnTo>
                <a:lnTo>
                  <a:pt x="219075" y="147638"/>
                </a:lnTo>
                <a:lnTo>
                  <a:pt x="219075" y="157163"/>
                </a:lnTo>
                <a:lnTo>
                  <a:pt x="219075" y="166688"/>
                </a:lnTo>
                <a:lnTo>
                  <a:pt x="219075" y="176213"/>
                </a:lnTo>
                <a:lnTo>
                  <a:pt x="219075" y="185738"/>
                </a:lnTo>
                <a:lnTo>
                  <a:pt x="219075" y="195263"/>
                </a:lnTo>
                <a:lnTo>
                  <a:pt x="219075" y="204788"/>
                </a:lnTo>
                <a:lnTo>
                  <a:pt x="219075" y="214313"/>
                </a:lnTo>
                <a:lnTo>
                  <a:pt x="219075" y="223838"/>
                </a:lnTo>
                <a:lnTo>
                  <a:pt x="223838" y="228600"/>
                </a:lnTo>
                <a:lnTo>
                  <a:pt x="233363" y="228600"/>
                </a:lnTo>
                <a:lnTo>
                  <a:pt x="242888" y="228600"/>
                </a:lnTo>
                <a:lnTo>
                  <a:pt x="252413" y="228600"/>
                </a:lnTo>
                <a:lnTo>
                  <a:pt x="261938" y="228600"/>
                </a:lnTo>
                <a:lnTo>
                  <a:pt x="271463" y="228600"/>
                </a:lnTo>
                <a:lnTo>
                  <a:pt x="280988" y="228600"/>
                </a:lnTo>
                <a:lnTo>
                  <a:pt x="290513" y="228600"/>
                </a:lnTo>
                <a:lnTo>
                  <a:pt x="300038" y="228600"/>
                </a:lnTo>
                <a:lnTo>
                  <a:pt x="309563" y="228600"/>
                </a:lnTo>
                <a:lnTo>
                  <a:pt x="319088" y="228600"/>
                </a:lnTo>
                <a:lnTo>
                  <a:pt x="328613" y="228600"/>
                </a:lnTo>
                <a:lnTo>
                  <a:pt x="338138" y="228600"/>
                </a:lnTo>
                <a:lnTo>
                  <a:pt x="347663" y="228600"/>
                </a:lnTo>
                <a:lnTo>
                  <a:pt x="357188" y="228600"/>
                </a:lnTo>
                <a:lnTo>
                  <a:pt x="366713" y="228600"/>
                </a:lnTo>
                <a:lnTo>
                  <a:pt x="376238" y="228600"/>
                </a:lnTo>
                <a:lnTo>
                  <a:pt x="385763" y="228600"/>
                </a:lnTo>
                <a:lnTo>
                  <a:pt x="395288" y="228600"/>
                </a:lnTo>
                <a:lnTo>
                  <a:pt x="404813" y="228600"/>
                </a:lnTo>
                <a:lnTo>
                  <a:pt x="414338" y="228600"/>
                </a:lnTo>
                <a:lnTo>
                  <a:pt x="423863" y="228600"/>
                </a:lnTo>
                <a:lnTo>
                  <a:pt x="433388" y="228600"/>
                </a:lnTo>
                <a:lnTo>
                  <a:pt x="442913" y="228600"/>
                </a:lnTo>
                <a:lnTo>
                  <a:pt x="452438" y="228600"/>
                </a:lnTo>
                <a:lnTo>
                  <a:pt x="461963" y="228600"/>
                </a:lnTo>
                <a:lnTo>
                  <a:pt x="466725" y="233363"/>
                </a:lnTo>
                <a:lnTo>
                  <a:pt x="466725" y="242888"/>
                </a:lnTo>
                <a:lnTo>
                  <a:pt x="466725" y="252413"/>
                </a:lnTo>
                <a:lnTo>
                  <a:pt x="466725" y="261938"/>
                </a:lnTo>
                <a:lnTo>
                  <a:pt x="466725" y="271463"/>
                </a:lnTo>
                <a:lnTo>
                  <a:pt x="466725" y="280988"/>
                </a:lnTo>
                <a:lnTo>
                  <a:pt x="466725" y="290513"/>
                </a:lnTo>
                <a:lnTo>
                  <a:pt x="466725" y="300038"/>
                </a:lnTo>
                <a:lnTo>
                  <a:pt x="466725" y="309563"/>
                </a:lnTo>
                <a:lnTo>
                  <a:pt x="466725" y="319088"/>
                </a:lnTo>
                <a:lnTo>
                  <a:pt x="466725" y="328613"/>
                </a:lnTo>
                <a:lnTo>
                  <a:pt x="466725" y="338138"/>
                </a:lnTo>
                <a:lnTo>
                  <a:pt x="466725" y="347663"/>
                </a:lnTo>
                <a:lnTo>
                  <a:pt x="466725" y="357188"/>
                </a:lnTo>
                <a:lnTo>
                  <a:pt x="466725" y="366713"/>
                </a:lnTo>
                <a:lnTo>
                  <a:pt x="466725" y="376238"/>
                </a:lnTo>
                <a:lnTo>
                  <a:pt x="466725" y="385763"/>
                </a:lnTo>
                <a:lnTo>
                  <a:pt x="466725" y="395288"/>
                </a:lnTo>
                <a:lnTo>
                  <a:pt x="466725" y="404813"/>
                </a:lnTo>
                <a:lnTo>
                  <a:pt x="466725" y="414338"/>
                </a:lnTo>
                <a:lnTo>
                  <a:pt x="466725" y="423863"/>
                </a:lnTo>
                <a:lnTo>
                  <a:pt x="466725" y="433388"/>
                </a:lnTo>
                <a:lnTo>
                  <a:pt x="461963" y="438150"/>
                </a:lnTo>
                <a:lnTo>
                  <a:pt x="457200" y="433388"/>
                </a:lnTo>
                <a:lnTo>
                  <a:pt x="457200" y="423863"/>
                </a:lnTo>
                <a:lnTo>
                  <a:pt x="457200" y="414338"/>
                </a:lnTo>
                <a:lnTo>
                  <a:pt x="457200" y="404813"/>
                </a:lnTo>
                <a:lnTo>
                  <a:pt x="457200" y="395288"/>
                </a:lnTo>
                <a:lnTo>
                  <a:pt x="452438" y="390525"/>
                </a:lnTo>
                <a:lnTo>
                  <a:pt x="447675" y="395288"/>
                </a:lnTo>
                <a:lnTo>
                  <a:pt x="442913" y="400050"/>
                </a:lnTo>
                <a:lnTo>
                  <a:pt x="438150" y="404813"/>
                </a:lnTo>
                <a:lnTo>
                  <a:pt x="438150" y="414338"/>
                </a:lnTo>
                <a:lnTo>
                  <a:pt x="433388" y="419100"/>
                </a:lnTo>
                <a:lnTo>
                  <a:pt x="428625" y="423863"/>
                </a:lnTo>
                <a:lnTo>
                  <a:pt x="423863" y="428625"/>
                </a:lnTo>
                <a:lnTo>
                  <a:pt x="419100" y="433388"/>
                </a:lnTo>
                <a:lnTo>
                  <a:pt x="423863" y="438150"/>
                </a:lnTo>
                <a:lnTo>
                  <a:pt x="433388" y="438150"/>
                </a:lnTo>
                <a:lnTo>
                  <a:pt x="442913" y="438150"/>
                </a:lnTo>
                <a:lnTo>
                  <a:pt x="452438" y="438150"/>
                </a:lnTo>
                <a:lnTo>
                  <a:pt x="457200" y="442913"/>
                </a:lnTo>
                <a:lnTo>
                  <a:pt x="452438" y="447675"/>
                </a:lnTo>
                <a:lnTo>
                  <a:pt x="442913" y="447675"/>
                </a:lnTo>
                <a:lnTo>
                  <a:pt x="433388" y="447675"/>
                </a:lnTo>
                <a:lnTo>
                  <a:pt x="423863" y="447675"/>
                </a:lnTo>
                <a:lnTo>
                  <a:pt x="414338" y="447675"/>
                </a:lnTo>
                <a:lnTo>
                  <a:pt x="404813" y="447675"/>
                </a:lnTo>
                <a:lnTo>
                  <a:pt x="395288" y="447675"/>
                </a:lnTo>
                <a:lnTo>
                  <a:pt x="385763" y="447675"/>
                </a:lnTo>
                <a:lnTo>
                  <a:pt x="376238" y="447675"/>
                </a:lnTo>
                <a:lnTo>
                  <a:pt x="366713" y="447675"/>
                </a:lnTo>
                <a:lnTo>
                  <a:pt x="357188" y="447675"/>
                </a:lnTo>
                <a:lnTo>
                  <a:pt x="347663" y="447675"/>
                </a:lnTo>
                <a:lnTo>
                  <a:pt x="338138" y="447675"/>
                </a:lnTo>
                <a:lnTo>
                  <a:pt x="328613" y="447675"/>
                </a:lnTo>
                <a:lnTo>
                  <a:pt x="319088" y="447675"/>
                </a:lnTo>
                <a:lnTo>
                  <a:pt x="309563" y="447675"/>
                </a:lnTo>
                <a:lnTo>
                  <a:pt x="300038" y="447675"/>
                </a:lnTo>
                <a:lnTo>
                  <a:pt x="290513" y="447675"/>
                </a:lnTo>
                <a:lnTo>
                  <a:pt x="280988" y="447675"/>
                </a:lnTo>
                <a:lnTo>
                  <a:pt x="271463" y="447675"/>
                </a:lnTo>
                <a:lnTo>
                  <a:pt x="261938" y="447675"/>
                </a:lnTo>
                <a:lnTo>
                  <a:pt x="252413" y="447675"/>
                </a:lnTo>
                <a:lnTo>
                  <a:pt x="242888" y="447675"/>
                </a:lnTo>
                <a:lnTo>
                  <a:pt x="233363" y="447675"/>
                </a:lnTo>
                <a:lnTo>
                  <a:pt x="223838" y="447675"/>
                </a:lnTo>
                <a:lnTo>
                  <a:pt x="214313" y="447675"/>
                </a:lnTo>
                <a:lnTo>
                  <a:pt x="204788" y="447675"/>
                </a:lnTo>
                <a:lnTo>
                  <a:pt x="195263" y="447675"/>
                </a:lnTo>
                <a:lnTo>
                  <a:pt x="185738" y="447675"/>
                </a:lnTo>
                <a:lnTo>
                  <a:pt x="176213" y="447675"/>
                </a:lnTo>
                <a:lnTo>
                  <a:pt x="166688" y="447675"/>
                </a:lnTo>
                <a:lnTo>
                  <a:pt x="157163" y="447675"/>
                </a:lnTo>
                <a:lnTo>
                  <a:pt x="147638" y="447675"/>
                </a:lnTo>
                <a:lnTo>
                  <a:pt x="138113" y="447675"/>
                </a:lnTo>
                <a:lnTo>
                  <a:pt x="128588" y="447675"/>
                </a:lnTo>
                <a:lnTo>
                  <a:pt x="119063" y="447675"/>
                </a:lnTo>
                <a:lnTo>
                  <a:pt x="109538" y="447675"/>
                </a:lnTo>
                <a:lnTo>
                  <a:pt x="100013" y="447675"/>
                </a:lnTo>
                <a:lnTo>
                  <a:pt x="90488" y="447675"/>
                </a:lnTo>
                <a:lnTo>
                  <a:pt x="80963" y="447675"/>
                </a:lnTo>
                <a:lnTo>
                  <a:pt x="71438" y="447675"/>
                </a:lnTo>
                <a:lnTo>
                  <a:pt x="61913" y="447675"/>
                </a:lnTo>
                <a:lnTo>
                  <a:pt x="52388" y="447675"/>
                </a:lnTo>
                <a:lnTo>
                  <a:pt x="42863" y="447675"/>
                </a:lnTo>
                <a:lnTo>
                  <a:pt x="33338" y="447675"/>
                </a:lnTo>
                <a:lnTo>
                  <a:pt x="23813" y="447675"/>
                </a:lnTo>
                <a:lnTo>
                  <a:pt x="14288" y="447675"/>
                </a:lnTo>
                <a:lnTo>
                  <a:pt x="4763" y="447675"/>
                </a:lnTo>
                <a:lnTo>
                  <a:pt x="0" y="442913"/>
                </a:lnTo>
                <a:lnTo>
                  <a:pt x="4763" y="438150"/>
                </a:lnTo>
                <a:lnTo>
                  <a:pt x="14288" y="438150"/>
                </a:lnTo>
                <a:lnTo>
                  <a:pt x="23813" y="438150"/>
                </a:lnTo>
                <a:lnTo>
                  <a:pt x="33338" y="438150"/>
                </a:lnTo>
                <a:lnTo>
                  <a:pt x="42863" y="438150"/>
                </a:lnTo>
                <a:lnTo>
                  <a:pt x="47625" y="433388"/>
                </a:lnTo>
                <a:lnTo>
                  <a:pt x="42863" y="428625"/>
                </a:lnTo>
                <a:lnTo>
                  <a:pt x="38100" y="423863"/>
                </a:lnTo>
                <a:lnTo>
                  <a:pt x="33338" y="419100"/>
                </a:lnTo>
                <a:lnTo>
                  <a:pt x="28575" y="414338"/>
                </a:lnTo>
                <a:lnTo>
                  <a:pt x="23813" y="409575"/>
                </a:lnTo>
                <a:lnTo>
                  <a:pt x="19050" y="404813"/>
                </a:lnTo>
                <a:lnTo>
                  <a:pt x="14288" y="400050"/>
                </a:lnTo>
                <a:lnTo>
                  <a:pt x="9525" y="395288"/>
                </a:lnTo>
                <a:lnTo>
                  <a:pt x="4763" y="390525"/>
                </a:lnTo>
                <a:lnTo>
                  <a:pt x="0" y="385763"/>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4763" y="66675"/>
                </a:lnTo>
                <a:lnTo>
                  <a:pt x="9525" y="61913"/>
                </a:lnTo>
                <a:lnTo>
                  <a:pt x="14288" y="57150"/>
                </a:lnTo>
                <a:lnTo>
                  <a:pt x="19050" y="52388"/>
                </a:lnTo>
                <a:lnTo>
                  <a:pt x="23813" y="47625"/>
                </a:lnTo>
                <a:lnTo>
                  <a:pt x="28575" y="42863"/>
                </a:lnTo>
                <a:lnTo>
                  <a:pt x="33338" y="38100"/>
                </a:lnTo>
                <a:lnTo>
                  <a:pt x="38100" y="33338"/>
                </a:lnTo>
                <a:lnTo>
                  <a:pt x="42863" y="28575"/>
                </a:lnTo>
                <a:lnTo>
                  <a:pt x="47625" y="23813"/>
                </a:lnTo>
                <a:lnTo>
                  <a:pt x="52388" y="19050"/>
                </a:lnTo>
                <a:lnTo>
                  <a:pt x="57150" y="14288"/>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9BC28C"/>
          </a:solidFill>
          <a:ln xmlns:a="http://schemas.openxmlformats.org/drawingml/2006/main" w="0">
            <a:noFill/>
            <a:prstDash val="solid"/>
          </a:ln>
        </p:spPr>
      </p:sp>
      <p:sp>
        <p:nvSpPr>
          <p:cNvPr id="806" name="layout-candidate-green-82-0">
            <a:extLst xmlns:a="http://schemas.openxmlformats.org/drawingml/2006/main">
              <a:ext uri="{FF2B5EF4-FFF2-40B4-BE49-F238E27FC236}">
                <a16:creationId xmlns:a16="http://schemas.microsoft.com/office/drawing/2014/main" id="{8B76C960-7E28-4A3E-BD3D-065E384FFBC8}"/>
              </a:ext>
            </a:extLst>
          </p:cNvPr>
          <p:cNvSpPr>
            <a:spLocks xmlns:a="http://schemas.openxmlformats.org/drawingml/2006/main" noGrp="1"/>
          </p:cNvSpPr>
          <p:nvPr/>
        </p:nvSpPr>
        <p:spPr>
          <a:xfrm xmlns:a="http://schemas.openxmlformats.org/drawingml/2006/main" rot="0">
            <a:off x="590550" y="4972050"/>
            <a:ext cx="466725" cy="447675"/>
          </a:xfrm>
          <a:custGeom xmlns:a="http://schemas.openxmlformats.org/drawingml/2006/main">
            <a:pathLst>
              <a:path w="466725" h="44767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9075" y="14288"/>
                </a:lnTo>
                <a:lnTo>
                  <a:pt x="219075" y="23813"/>
                </a:lnTo>
                <a:lnTo>
                  <a:pt x="219075" y="33338"/>
                </a:lnTo>
                <a:lnTo>
                  <a:pt x="219075" y="42863"/>
                </a:lnTo>
                <a:lnTo>
                  <a:pt x="219075" y="52388"/>
                </a:lnTo>
                <a:lnTo>
                  <a:pt x="219075" y="61913"/>
                </a:lnTo>
                <a:lnTo>
                  <a:pt x="219075" y="71438"/>
                </a:lnTo>
                <a:lnTo>
                  <a:pt x="219075" y="80963"/>
                </a:lnTo>
                <a:lnTo>
                  <a:pt x="219075" y="90488"/>
                </a:lnTo>
                <a:lnTo>
                  <a:pt x="219075" y="100013"/>
                </a:lnTo>
                <a:lnTo>
                  <a:pt x="219075" y="109538"/>
                </a:lnTo>
                <a:lnTo>
                  <a:pt x="219075" y="119063"/>
                </a:lnTo>
                <a:lnTo>
                  <a:pt x="219075" y="128588"/>
                </a:lnTo>
                <a:lnTo>
                  <a:pt x="219075" y="138113"/>
                </a:lnTo>
                <a:lnTo>
                  <a:pt x="219075" y="147638"/>
                </a:lnTo>
                <a:lnTo>
                  <a:pt x="219075" y="157163"/>
                </a:lnTo>
                <a:lnTo>
                  <a:pt x="219075" y="166688"/>
                </a:lnTo>
                <a:lnTo>
                  <a:pt x="219075" y="176213"/>
                </a:lnTo>
                <a:lnTo>
                  <a:pt x="219075" y="185738"/>
                </a:lnTo>
                <a:lnTo>
                  <a:pt x="219075" y="195263"/>
                </a:lnTo>
                <a:lnTo>
                  <a:pt x="219075" y="204788"/>
                </a:lnTo>
                <a:lnTo>
                  <a:pt x="219075" y="214313"/>
                </a:lnTo>
                <a:lnTo>
                  <a:pt x="219075" y="223838"/>
                </a:lnTo>
                <a:lnTo>
                  <a:pt x="223838" y="228600"/>
                </a:lnTo>
                <a:lnTo>
                  <a:pt x="233363" y="228600"/>
                </a:lnTo>
                <a:lnTo>
                  <a:pt x="242888" y="228600"/>
                </a:lnTo>
                <a:lnTo>
                  <a:pt x="252413" y="228600"/>
                </a:lnTo>
                <a:lnTo>
                  <a:pt x="261938" y="228600"/>
                </a:lnTo>
                <a:lnTo>
                  <a:pt x="271463" y="228600"/>
                </a:lnTo>
                <a:lnTo>
                  <a:pt x="280988" y="228600"/>
                </a:lnTo>
                <a:lnTo>
                  <a:pt x="290513" y="228600"/>
                </a:lnTo>
                <a:lnTo>
                  <a:pt x="300038" y="228600"/>
                </a:lnTo>
                <a:lnTo>
                  <a:pt x="309563" y="228600"/>
                </a:lnTo>
                <a:lnTo>
                  <a:pt x="319088" y="228600"/>
                </a:lnTo>
                <a:lnTo>
                  <a:pt x="328613" y="228600"/>
                </a:lnTo>
                <a:lnTo>
                  <a:pt x="338138" y="228600"/>
                </a:lnTo>
                <a:lnTo>
                  <a:pt x="347663" y="228600"/>
                </a:lnTo>
                <a:lnTo>
                  <a:pt x="357188" y="228600"/>
                </a:lnTo>
                <a:lnTo>
                  <a:pt x="366713" y="228600"/>
                </a:lnTo>
                <a:lnTo>
                  <a:pt x="376238" y="228600"/>
                </a:lnTo>
                <a:lnTo>
                  <a:pt x="385763" y="228600"/>
                </a:lnTo>
                <a:lnTo>
                  <a:pt x="395288" y="228600"/>
                </a:lnTo>
                <a:lnTo>
                  <a:pt x="404813" y="228600"/>
                </a:lnTo>
                <a:lnTo>
                  <a:pt x="414338" y="228600"/>
                </a:lnTo>
                <a:lnTo>
                  <a:pt x="423863" y="228600"/>
                </a:lnTo>
                <a:lnTo>
                  <a:pt x="433388" y="228600"/>
                </a:lnTo>
                <a:lnTo>
                  <a:pt x="442913" y="228600"/>
                </a:lnTo>
                <a:lnTo>
                  <a:pt x="452438" y="228600"/>
                </a:lnTo>
                <a:lnTo>
                  <a:pt x="461963" y="228600"/>
                </a:lnTo>
                <a:lnTo>
                  <a:pt x="466725" y="233363"/>
                </a:lnTo>
                <a:lnTo>
                  <a:pt x="466725" y="242888"/>
                </a:lnTo>
                <a:lnTo>
                  <a:pt x="466725" y="252413"/>
                </a:lnTo>
                <a:lnTo>
                  <a:pt x="466725" y="261938"/>
                </a:lnTo>
                <a:lnTo>
                  <a:pt x="466725" y="271463"/>
                </a:lnTo>
                <a:lnTo>
                  <a:pt x="466725" y="280988"/>
                </a:lnTo>
                <a:lnTo>
                  <a:pt x="466725" y="290513"/>
                </a:lnTo>
                <a:lnTo>
                  <a:pt x="466725" y="300038"/>
                </a:lnTo>
                <a:lnTo>
                  <a:pt x="466725" y="309563"/>
                </a:lnTo>
                <a:lnTo>
                  <a:pt x="466725" y="319088"/>
                </a:lnTo>
                <a:lnTo>
                  <a:pt x="466725" y="328613"/>
                </a:lnTo>
                <a:lnTo>
                  <a:pt x="466725" y="338138"/>
                </a:lnTo>
                <a:lnTo>
                  <a:pt x="466725" y="347663"/>
                </a:lnTo>
                <a:lnTo>
                  <a:pt x="466725" y="357188"/>
                </a:lnTo>
                <a:lnTo>
                  <a:pt x="466725" y="366713"/>
                </a:lnTo>
                <a:lnTo>
                  <a:pt x="466725" y="376238"/>
                </a:lnTo>
                <a:lnTo>
                  <a:pt x="466725" y="385763"/>
                </a:lnTo>
                <a:lnTo>
                  <a:pt x="466725" y="395288"/>
                </a:lnTo>
                <a:lnTo>
                  <a:pt x="466725" y="404813"/>
                </a:lnTo>
                <a:lnTo>
                  <a:pt x="466725" y="414338"/>
                </a:lnTo>
                <a:lnTo>
                  <a:pt x="466725" y="423863"/>
                </a:lnTo>
                <a:lnTo>
                  <a:pt x="466725" y="433388"/>
                </a:lnTo>
                <a:lnTo>
                  <a:pt x="461963" y="438150"/>
                </a:lnTo>
                <a:lnTo>
                  <a:pt x="457200" y="433388"/>
                </a:lnTo>
                <a:lnTo>
                  <a:pt x="457200" y="423863"/>
                </a:lnTo>
                <a:lnTo>
                  <a:pt x="457200" y="414338"/>
                </a:lnTo>
                <a:lnTo>
                  <a:pt x="457200" y="404813"/>
                </a:lnTo>
                <a:lnTo>
                  <a:pt x="457200" y="395288"/>
                </a:lnTo>
                <a:lnTo>
                  <a:pt x="457200" y="385763"/>
                </a:lnTo>
                <a:lnTo>
                  <a:pt x="457200" y="376238"/>
                </a:lnTo>
                <a:lnTo>
                  <a:pt x="452438" y="371475"/>
                </a:lnTo>
                <a:lnTo>
                  <a:pt x="447675" y="376238"/>
                </a:lnTo>
                <a:lnTo>
                  <a:pt x="447675" y="385763"/>
                </a:lnTo>
                <a:lnTo>
                  <a:pt x="442913" y="390525"/>
                </a:lnTo>
                <a:lnTo>
                  <a:pt x="438150" y="395288"/>
                </a:lnTo>
                <a:lnTo>
                  <a:pt x="433388" y="400050"/>
                </a:lnTo>
                <a:lnTo>
                  <a:pt x="428625" y="404813"/>
                </a:lnTo>
                <a:lnTo>
                  <a:pt x="423863" y="409575"/>
                </a:lnTo>
                <a:lnTo>
                  <a:pt x="419100" y="414338"/>
                </a:lnTo>
                <a:lnTo>
                  <a:pt x="414338" y="419100"/>
                </a:lnTo>
                <a:lnTo>
                  <a:pt x="409575" y="423863"/>
                </a:lnTo>
                <a:lnTo>
                  <a:pt x="404813" y="428625"/>
                </a:lnTo>
                <a:lnTo>
                  <a:pt x="400050" y="433388"/>
                </a:lnTo>
                <a:lnTo>
                  <a:pt x="404813" y="438150"/>
                </a:lnTo>
                <a:lnTo>
                  <a:pt x="414338" y="438150"/>
                </a:lnTo>
                <a:lnTo>
                  <a:pt x="423863" y="438150"/>
                </a:lnTo>
                <a:lnTo>
                  <a:pt x="433388" y="438150"/>
                </a:lnTo>
                <a:lnTo>
                  <a:pt x="442913" y="438150"/>
                </a:lnTo>
                <a:lnTo>
                  <a:pt x="452438" y="438150"/>
                </a:lnTo>
                <a:lnTo>
                  <a:pt x="457200" y="442913"/>
                </a:lnTo>
                <a:lnTo>
                  <a:pt x="452438" y="447675"/>
                </a:lnTo>
                <a:lnTo>
                  <a:pt x="442913" y="447675"/>
                </a:lnTo>
                <a:lnTo>
                  <a:pt x="433388" y="447675"/>
                </a:lnTo>
                <a:lnTo>
                  <a:pt x="423863" y="447675"/>
                </a:lnTo>
                <a:lnTo>
                  <a:pt x="414338" y="447675"/>
                </a:lnTo>
                <a:lnTo>
                  <a:pt x="404813" y="447675"/>
                </a:lnTo>
                <a:lnTo>
                  <a:pt x="395288" y="447675"/>
                </a:lnTo>
                <a:lnTo>
                  <a:pt x="385763" y="447675"/>
                </a:lnTo>
                <a:lnTo>
                  <a:pt x="376238" y="447675"/>
                </a:lnTo>
                <a:lnTo>
                  <a:pt x="366713" y="447675"/>
                </a:lnTo>
                <a:lnTo>
                  <a:pt x="357188" y="447675"/>
                </a:lnTo>
                <a:lnTo>
                  <a:pt x="347663" y="447675"/>
                </a:lnTo>
                <a:lnTo>
                  <a:pt x="338138" y="447675"/>
                </a:lnTo>
                <a:lnTo>
                  <a:pt x="328613" y="447675"/>
                </a:lnTo>
                <a:lnTo>
                  <a:pt x="319088" y="447675"/>
                </a:lnTo>
                <a:lnTo>
                  <a:pt x="309563" y="447675"/>
                </a:lnTo>
                <a:lnTo>
                  <a:pt x="300038" y="447675"/>
                </a:lnTo>
                <a:lnTo>
                  <a:pt x="290513" y="447675"/>
                </a:lnTo>
                <a:lnTo>
                  <a:pt x="280988" y="447675"/>
                </a:lnTo>
                <a:lnTo>
                  <a:pt x="271463" y="447675"/>
                </a:lnTo>
                <a:lnTo>
                  <a:pt x="261938" y="447675"/>
                </a:lnTo>
                <a:lnTo>
                  <a:pt x="252413" y="447675"/>
                </a:lnTo>
                <a:lnTo>
                  <a:pt x="242888" y="447675"/>
                </a:lnTo>
                <a:lnTo>
                  <a:pt x="233363" y="447675"/>
                </a:lnTo>
                <a:lnTo>
                  <a:pt x="223838" y="447675"/>
                </a:lnTo>
                <a:lnTo>
                  <a:pt x="214313" y="447675"/>
                </a:lnTo>
                <a:lnTo>
                  <a:pt x="204788" y="447675"/>
                </a:lnTo>
                <a:lnTo>
                  <a:pt x="195263" y="447675"/>
                </a:lnTo>
                <a:lnTo>
                  <a:pt x="185738" y="447675"/>
                </a:lnTo>
                <a:lnTo>
                  <a:pt x="176213" y="447675"/>
                </a:lnTo>
                <a:lnTo>
                  <a:pt x="166688" y="447675"/>
                </a:lnTo>
                <a:lnTo>
                  <a:pt x="157163" y="447675"/>
                </a:lnTo>
                <a:lnTo>
                  <a:pt x="147638" y="447675"/>
                </a:lnTo>
                <a:lnTo>
                  <a:pt x="138113" y="447675"/>
                </a:lnTo>
                <a:lnTo>
                  <a:pt x="128588" y="447675"/>
                </a:lnTo>
                <a:lnTo>
                  <a:pt x="119063" y="447675"/>
                </a:lnTo>
                <a:lnTo>
                  <a:pt x="109538" y="447675"/>
                </a:lnTo>
                <a:lnTo>
                  <a:pt x="100013" y="447675"/>
                </a:lnTo>
                <a:lnTo>
                  <a:pt x="90488" y="447675"/>
                </a:lnTo>
                <a:lnTo>
                  <a:pt x="80963" y="447675"/>
                </a:lnTo>
                <a:lnTo>
                  <a:pt x="71438" y="447675"/>
                </a:lnTo>
                <a:lnTo>
                  <a:pt x="61913" y="447675"/>
                </a:lnTo>
                <a:lnTo>
                  <a:pt x="52388" y="447675"/>
                </a:lnTo>
                <a:lnTo>
                  <a:pt x="42863" y="447675"/>
                </a:lnTo>
                <a:lnTo>
                  <a:pt x="33338" y="447675"/>
                </a:lnTo>
                <a:lnTo>
                  <a:pt x="23813" y="447675"/>
                </a:lnTo>
                <a:lnTo>
                  <a:pt x="14288" y="447675"/>
                </a:lnTo>
                <a:lnTo>
                  <a:pt x="4763" y="447675"/>
                </a:lnTo>
                <a:lnTo>
                  <a:pt x="0" y="442913"/>
                </a:lnTo>
                <a:lnTo>
                  <a:pt x="4763" y="438150"/>
                </a:lnTo>
                <a:lnTo>
                  <a:pt x="14288" y="438150"/>
                </a:lnTo>
                <a:lnTo>
                  <a:pt x="23813" y="438150"/>
                </a:lnTo>
                <a:lnTo>
                  <a:pt x="33338" y="438150"/>
                </a:lnTo>
                <a:lnTo>
                  <a:pt x="42863" y="438150"/>
                </a:lnTo>
                <a:lnTo>
                  <a:pt x="52388" y="438150"/>
                </a:lnTo>
                <a:lnTo>
                  <a:pt x="61913" y="438150"/>
                </a:lnTo>
                <a:lnTo>
                  <a:pt x="66675" y="433388"/>
                </a:lnTo>
                <a:lnTo>
                  <a:pt x="61913" y="428625"/>
                </a:lnTo>
                <a:lnTo>
                  <a:pt x="57150" y="423863"/>
                </a:lnTo>
                <a:lnTo>
                  <a:pt x="52388" y="419100"/>
                </a:lnTo>
                <a:lnTo>
                  <a:pt x="42863" y="419100"/>
                </a:lnTo>
                <a:lnTo>
                  <a:pt x="38100" y="414338"/>
                </a:lnTo>
                <a:lnTo>
                  <a:pt x="33338" y="409575"/>
                </a:lnTo>
                <a:lnTo>
                  <a:pt x="28575" y="404813"/>
                </a:lnTo>
                <a:lnTo>
                  <a:pt x="23813" y="400050"/>
                </a:lnTo>
                <a:lnTo>
                  <a:pt x="19050" y="395288"/>
                </a:lnTo>
                <a:lnTo>
                  <a:pt x="14288" y="390525"/>
                </a:lnTo>
                <a:lnTo>
                  <a:pt x="9525" y="385763"/>
                </a:lnTo>
                <a:lnTo>
                  <a:pt x="9525" y="376238"/>
                </a:lnTo>
                <a:lnTo>
                  <a:pt x="9525" y="366713"/>
                </a:lnTo>
                <a:lnTo>
                  <a:pt x="4763" y="361950"/>
                </a:lnTo>
                <a:lnTo>
                  <a:pt x="0" y="357188"/>
                </a:lnTo>
                <a:lnTo>
                  <a:pt x="0" y="347663"/>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4763" y="85725"/>
                </a:lnTo>
                <a:lnTo>
                  <a:pt x="9525" y="80963"/>
                </a:lnTo>
                <a:lnTo>
                  <a:pt x="14288" y="76200"/>
                </a:lnTo>
                <a:lnTo>
                  <a:pt x="19050" y="71438"/>
                </a:lnTo>
                <a:lnTo>
                  <a:pt x="19050" y="61913"/>
                </a:lnTo>
                <a:lnTo>
                  <a:pt x="23813" y="57150"/>
                </a:lnTo>
                <a:lnTo>
                  <a:pt x="28575" y="52388"/>
                </a:lnTo>
                <a:lnTo>
                  <a:pt x="33338" y="47625"/>
                </a:lnTo>
                <a:lnTo>
                  <a:pt x="42863" y="47625"/>
                </a:lnTo>
                <a:lnTo>
                  <a:pt x="47625" y="42863"/>
                </a:lnTo>
                <a:lnTo>
                  <a:pt x="52388" y="38100"/>
                </a:lnTo>
                <a:lnTo>
                  <a:pt x="57150" y="33338"/>
                </a:lnTo>
                <a:lnTo>
                  <a:pt x="61913" y="28575"/>
                </a:lnTo>
                <a:lnTo>
                  <a:pt x="66675" y="23813"/>
                </a:lnTo>
                <a:lnTo>
                  <a:pt x="71438" y="19050"/>
                </a:lnTo>
                <a:lnTo>
                  <a:pt x="76200" y="14288"/>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9DC48E"/>
          </a:solidFill>
          <a:ln xmlns:a="http://schemas.openxmlformats.org/drawingml/2006/main" w="0">
            <a:noFill/>
            <a:prstDash val="solid"/>
          </a:ln>
        </p:spPr>
      </p:sp>
      <p:sp>
        <p:nvSpPr>
          <p:cNvPr id="807" name="layout-candidate-green-83-0">
            <a:extLst xmlns:a="http://schemas.openxmlformats.org/drawingml/2006/main">
              <a:ext uri="{FF2B5EF4-FFF2-40B4-BE49-F238E27FC236}">
                <a16:creationId xmlns:a16="http://schemas.microsoft.com/office/drawing/2014/main" id="{E457BD93-70C3-4135-97FA-6F5ED62160A0}"/>
              </a:ext>
            </a:extLst>
          </p:cNvPr>
          <p:cNvSpPr>
            <a:spLocks xmlns:a="http://schemas.openxmlformats.org/drawingml/2006/main" noGrp="1"/>
          </p:cNvSpPr>
          <p:nvPr/>
        </p:nvSpPr>
        <p:spPr>
          <a:xfrm xmlns:a="http://schemas.openxmlformats.org/drawingml/2006/main" rot="0">
            <a:off x="590550" y="4972050"/>
            <a:ext cx="466725" cy="447675"/>
          </a:xfrm>
          <a:custGeom xmlns:a="http://schemas.openxmlformats.org/drawingml/2006/main">
            <a:pathLst>
              <a:path w="466725" h="44767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9075" y="14288"/>
                </a:lnTo>
                <a:lnTo>
                  <a:pt x="219075" y="23813"/>
                </a:lnTo>
                <a:lnTo>
                  <a:pt x="219075" y="33338"/>
                </a:lnTo>
                <a:lnTo>
                  <a:pt x="219075" y="42863"/>
                </a:lnTo>
                <a:lnTo>
                  <a:pt x="219075" y="52388"/>
                </a:lnTo>
                <a:lnTo>
                  <a:pt x="219075" y="61913"/>
                </a:lnTo>
                <a:lnTo>
                  <a:pt x="219075" y="71438"/>
                </a:lnTo>
                <a:lnTo>
                  <a:pt x="219075" y="80963"/>
                </a:lnTo>
                <a:lnTo>
                  <a:pt x="219075" y="90488"/>
                </a:lnTo>
                <a:lnTo>
                  <a:pt x="219075" y="100013"/>
                </a:lnTo>
                <a:lnTo>
                  <a:pt x="219075" y="109538"/>
                </a:lnTo>
                <a:lnTo>
                  <a:pt x="219075" y="119063"/>
                </a:lnTo>
                <a:lnTo>
                  <a:pt x="219075" y="128588"/>
                </a:lnTo>
                <a:lnTo>
                  <a:pt x="219075" y="138113"/>
                </a:lnTo>
                <a:lnTo>
                  <a:pt x="219075" y="147638"/>
                </a:lnTo>
                <a:lnTo>
                  <a:pt x="219075" y="157163"/>
                </a:lnTo>
                <a:lnTo>
                  <a:pt x="219075" y="166688"/>
                </a:lnTo>
                <a:lnTo>
                  <a:pt x="219075" y="176213"/>
                </a:lnTo>
                <a:lnTo>
                  <a:pt x="219075" y="185738"/>
                </a:lnTo>
                <a:lnTo>
                  <a:pt x="219075" y="195263"/>
                </a:lnTo>
                <a:lnTo>
                  <a:pt x="219075" y="204788"/>
                </a:lnTo>
                <a:lnTo>
                  <a:pt x="219075" y="214313"/>
                </a:lnTo>
                <a:lnTo>
                  <a:pt x="219075" y="223838"/>
                </a:lnTo>
                <a:lnTo>
                  <a:pt x="223838" y="228600"/>
                </a:lnTo>
                <a:lnTo>
                  <a:pt x="233363" y="228600"/>
                </a:lnTo>
                <a:lnTo>
                  <a:pt x="242888" y="228600"/>
                </a:lnTo>
                <a:lnTo>
                  <a:pt x="252413" y="228600"/>
                </a:lnTo>
                <a:lnTo>
                  <a:pt x="261938" y="228600"/>
                </a:lnTo>
                <a:lnTo>
                  <a:pt x="271463" y="228600"/>
                </a:lnTo>
                <a:lnTo>
                  <a:pt x="280988" y="228600"/>
                </a:lnTo>
                <a:lnTo>
                  <a:pt x="290513" y="228600"/>
                </a:lnTo>
                <a:lnTo>
                  <a:pt x="300038" y="228600"/>
                </a:lnTo>
                <a:lnTo>
                  <a:pt x="309563" y="228600"/>
                </a:lnTo>
                <a:lnTo>
                  <a:pt x="319088" y="228600"/>
                </a:lnTo>
                <a:lnTo>
                  <a:pt x="328613" y="228600"/>
                </a:lnTo>
                <a:lnTo>
                  <a:pt x="338138" y="228600"/>
                </a:lnTo>
                <a:lnTo>
                  <a:pt x="347663" y="228600"/>
                </a:lnTo>
                <a:lnTo>
                  <a:pt x="357188" y="228600"/>
                </a:lnTo>
                <a:lnTo>
                  <a:pt x="366713" y="228600"/>
                </a:lnTo>
                <a:lnTo>
                  <a:pt x="376238" y="228600"/>
                </a:lnTo>
                <a:lnTo>
                  <a:pt x="385763" y="228600"/>
                </a:lnTo>
                <a:lnTo>
                  <a:pt x="395288" y="228600"/>
                </a:lnTo>
                <a:lnTo>
                  <a:pt x="404813" y="228600"/>
                </a:lnTo>
                <a:lnTo>
                  <a:pt x="414338" y="228600"/>
                </a:lnTo>
                <a:lnTo>
                  <a:pt x="423863" y="228600"/>
                </a:lnTo>
                <a:lnTo>
                  <a:pt x="433388" y="228600"/>
                </a:lnTo>
                <a:lnTo>
                  <a:pt x="442913" y="228600"/>
                </a:lnTo>
                <a:lnTo>
                  <a:pt x="452438" y="228600"/>
                </a:lnTo>
                <a:lnTo>
                  <a:pt x="461963" y="228600"/>
                </a:lnTo>
                <a:lnTo>
                  <a:pt x="466725" y="233363"/>
                </a:lnTo>
                <a:lnTo>
                  <a:pt x="466725" y="242888"/>
                </a:lnTo>
                <a:lnTo>
                  <a:pt x="466725" y="252413"/>
                </a:lnTo>
                <a:lnTo>
                  <a:pt x="466725" y="261938"/>
                </a:lnTo>
                <a:lnTo>
                  <a:pt x="466725" y="271463"/>
                </a:lnTo>
                <a:lnTo>
                  <a:pt x="466725" y="280988"/>
                </a:lnTo>
                <a:lnTo>
                  <a:pt x="466725" y="290513"/>
                </a:lnTo>
                <a:lnTo>
                  <a:pt x="466725" y="300038"/>
                </a:lnTo>
                <a:lnTo>
                  <a:pt x="466725" y="309563"/>
                </a:lnTo>
                <a:lnTo>
                  <a:pt x="466725" y="319088"/>
                </a:lnTo>
                <a:lnTo>
                  <a:pt x="466725" y="328613"/>
                </a:lnTo>
                <a:lnTo>
                  <a:pt x="466725" y="338138"/>
                </a:lnTo>
                <a:lnTo>
                  <a:pt x="466725" y="347663"/>
                </a:lnTo>
                <a:lnTo>
                  <a:pt x="466725" y="357188"/>
                </a:lnTo>
                <a:lnTo>
                  <a:pt x="466725" y="366713"/>
                </a:lnTo>
                <a:lnTo>
                  <a:pt x="466725" y="376238"/>
                </a:lnTo>
                <a:lnTo>
                  <a:pt x="466725" y="385763"/>
                </a:lnTo>
                <a:lnTo>
                  <a:pt x="466725" y="395288"/>
                </a:lnTo>
                <a:lnTo>
                  <a:pt x="466725" y="404813"/>
                </a:lnTo>
                <a:lnTo>
                  <a:pt x="466725" y="414338"/>
                </a:lnTo>
                <a:lnTo>
                  <a:pt x="466725" y="423863"/>
                </a:lnTo>
                <a:lnTo>
                  <a:pt x="466725" y="433388"/>
                </a:lnTo>
                <a:lnTo>
                  <a:pt x="461963" y="438150"/>
                </a:lnTo>
                <a:lnTo>
                  <a:pt x="457200" y="433388"/>
                </a:lnTo>
                <a:lnTo>
                  <a:pt x="457200" y="423863"/>
                </a:lnTo>
                <a:lnTo>
                  <a:pt x="457200" y="414338"/>
                </a:lnTo>
                <a:lnTo>
                  <a:pt x="457200" y="404813"/>
                </a:lnTo>
                <a:lnTo>
                  <a:pt x="457200" y="395288"/>
                </a:lnTo>
                <a:lnTo>
                  <a:pt x="457200" y="385763"/>
                </a:lnTo>
                <a:lnTo>
                  <a:pt x="457200" y="376238"/>
                </a:lnTo>
                <a:lnTo>
                  <a:pt x="457200" y="366713"/>
                </a:lnTo>
                <a:lnTo>
                  <a:pt x="457200" y="357188"/>
                </a:lnTo>
                <a:lnTo>
                  <a:pt x="452438" y="352425"/>
                </a:lnTo>
                <a:lnTo>
                  <a:pt x="447675" y="357188"/>
                </a:lnTo>
                <a:lnTo>
                  <a:pt x="447675" y="366713"/>
                </a:lnTo>
                <a:lnTo>
                  <a:pt x="442913" y="371475"/>
                </a:lnTo>
                <a:lnTo>
                  <a:pt x="438150" y="376238"/>
                </a:lnTo>
                <a:lnTo>
                  <a:pt x="433388" y="381000"/>
                </a:lnTo>
                <a:lnTo>
                  <a:pt x="428625" y="385763"/>
                </a:lnTo>
                <a:lnTo>
                  <a:pt x="423863" y="390525"/>
                </a:lnTo>
                <a:lnTo>
                  <a:pt x="419100" y="395288"/>
                </a:lnTo>
                <a:lnTo>
                  <a:pt x="414338" y="400050"/>
                </a:lnTo>
                <a:lnTo>
                  <a:pt x="409575" y="404813"/>
                </a:lnTo>
                <a:lnTo>
                  <a:pt x="404813" y="409575"/>
                </a:lnTo>
                <a:lnTo>
                  <a:pt x="400050" y="414338"/>
                </a:lnTo>
                <a:lnTo>
                  <a:pt x="395288" y="419100"/>
                </a:lnTo>
                <a:lnTo>
                  <a:pt x="390525" y="423863"/>
                </a:lnTo>
                <a:lnTo>
                  <a:pt x="385763" y="428625"/>
                </a:lnTo>
                <a:lnTo>
                  <a:pt x="381000" y="433388"/>
                </a:lnTo>
                <a:lnTo>
                  <a:pt x="385763" y="438150"/>
                </a:lnTo>
                <a:lnTo>
                  <a:pt x="395288" y="438150"/>
                </a:lnTo>
                <a:lnTo>
                  <a:pt x="404813" y="438150"/>
                </a:lnTo>
                <a:lnTo>
                  <a:pt x="414338" y="438150"/>
                </a:lnTo>
                <a:lnTo>
                  <a:pt x="423863" y="438150"/>
                </a:lnTo>
                <a:lnTo>
                  <a:pt x="433388" y="438150"/>
                </a:lnTo>
                <a:lnTo>
                  <a:pt x="442913" y="438150"/>
                </a:lnTo>
                <a:lnTo>
                  <a:pt x="452438" y="438150"/>
                </a:lnTo>
                <a:lnTo>
                  <a:pt x="457200" y="442913"/>
                </a:lnTo>
                <a:lnTo>
                  <a:pt x="452438" y="447675"/>
                </a:lnTo>
                <a:lnTo>
                  <a:pt x="442913" y="447675"/>
                </a:lnTo>
                <a:lnTo>
                  <a:pt x="433388" y="447675"/>
                </a:lnTo>
                <a:lnTo>
                  <a:pt x="423863" y="447675"/>
                </a:lnTo>
                <a:lnTo>
                  <a:pt x="414338" y="447675"/>
                </a:lnTo>
                <a:lnTo>
                  <a:pt x="404813" y="447675"/>
                </a:lnTo>
                <a:lnTo>
                  <a:pt x="395288" y="447675"/>
                </a:lnTo>
                <a:lnTo>
                  <a:pt x="385763" y="447675"/>
                </a:lnTo>
                <a:lnTo>
                  <a:pt x="376238" y="447675"/>
                </a:lnTo>
                <a:lnTo>
                  <a:pt x="366713" y="447675"/>
                </a:lnTo>
                <a:lnTo>
                  <a:pt x="357188" y="447675"/>
                </a:lnTo>
                <a:lnTo>
                  <a:pt x="347663" y="447675"/>
                </a:lnTo>
                <a:lnTo>
                  <a:pt x="338138" y="447675"/>
                </a:lnTo>
                <a:lnTo>
                  <a:pt x="328613" y="447675"/>
                </a:lnTo>
                <a:lnTo>
                  <a:pt x="319088" y="447675"/>
                </a:lnTo>
                <a:lnTo>
                  <a:pt x="309563" y="447675"/>
                </a:lnTo>
                <a:lnTo>
                  <a:pt x="300038" y="447675"/>
                </a:lnTo>
                <a:lnTo>
                  <a:pt x="290513" y="447675"/>
                </a:lnTo>
                <a:lnTo>
                  <a:pt x="280988" y="447675"/>
                </a:lnTo>
                <a:lnTo>
                  <a:pt x="271463" y="447675"/>
                </a:lnTo>
                <a:lnTo>
                  <a:pt x="261938" y="447675"/>
                </a:lnTo>
                <a:lnTo>
                  <a:pt x="252413" y="447675"/>
                </a:lnTo>
                <a:lnTo>
                  <a:pt x="242888" y="447675"/>
                </a:lnTo>
                <a:lnTo>
                  <a:pt x="233363" y="447675"/>
                </a:lnTo>
                <a:lnTo>
                  <a:pt x="223838" y="447675"/>
                </a:lnTo>
                <a:lnTo>
                  <a:pt x="214313" y="447675"/>
                </a:lnTo>
                <a:lnTo>
                  <a:pt x="204788" y="447675"/>
                </a:lnTo>
                <a:lnTo>
                  <a:pt x="195263" y="447675"/>
                </a:lnTo>
                <a:lnTo>
                  <a:pt x="185738" y="447675"/>
                </a:lnTo>
                <a:lnTo>
                  <a:pt x="176213" y="447675"/>
                </a:lnTo>
                <a:lnTo>
                  <a:pt x="166688" y="447675"/>
                </a:lnTo>
                <a:lnTo>
                  <a:pt x="157163" y="447675"/>
                </a:lnTo>
                <a:lnTo>
                  <a:pt x="147638" y="447675"/>
                </a:lnTo>
                <a:lnTo>
                  <a:pt x="138113" y="447675"/>
                </a:lnTo>
                <a:lnTo>
                  <a:pt x="128588" y="447675"/>
                </a:lnTo>
                <a:lnTo>
                  <a:pt x="119063" y="447675"/>
                </a:lnTo>
                <a:lnTo>
                  <a:pt x="109538" y="447675"/>
                </a:lnTo>
                <a:lnTo>
                  <a:pt x="100013" y="447675"/>
                </a:lnTo>
                <a:lnTo>
                  <a:pt x="90488" y="447675"/>
                </a:lnTo>
                <a:lnTo>
                  <a:pt x="80963" y="447675"/>
                </a:lnTo>
                <a:lnTo>
                  <a:pt x="71438" y="447675"/>
                </a:lnTo>
                <a:lnTo>
                  <a:pt x="61913" y="447675"/>
                </a:lnTo>
                <a:lnTo>
                  <a:pt x="52388" y="447675"/>
                </a:lnTo>
                <a:lnTo>
                  <a:pt x="42863" y="447675"/>
                </a:lnTo>
                <a:lnTo>
                  <a:pt x="33338" y="447675"/>
                </a:lnTo>
                <a:lnTo>
                  <a:pt x="23813" y="447675"/>
                </a:lnTo>
                <a:lnTo>
                  <a:pt x="14288" y="447675"/>
                </a:lnTo>
                <a:lnTo>
                  <a:pt x="4763" y="447675"/>
                </a:lnTo>
                <a:lnTo>
                  <a:pt x="0" y="442913"/>
                </a:lnTo>
                <a:lnTo>
                  <a:pt x="4763" y="438150"/>
                </a:lnTo>
                <a:lnTo>
                  <a:pt x="14288" y="438150"/>
                </a:lnTo>
                <a:lnTo>
                  <a:pt x="23813" y="438150"/>
                </a:lnTo>
                <a:lnTo>
                  <a:pt x="33338" y="438150"/>
                </a:lnTo>
                <a:lnTo>
                  <a:pt x="42863" y="438150"/>
                </a:lnTo>
                <a:lnTo>
                  <a:pt x="52388" y="438150"/>
                </a:lnTo>
                <a:lnTo>
                  <a:pt x="61913" y="438150"/>
                </a:lnTo>
                <a:lnTo>
                  <a:pt x="71438" y="438150"/>
                </a:lnTo>
                <a:lnTo>
                  <a:pt x="76200" y="433388"/>
                </a:lnTo>
                <a:lnTo>
                  <a:pt x="71438" y="428625"/>
                </a:lnTo>
                <a:lnTo>
                  <a:pt x="66675" y="423863"/>
                </a:lnTo>
                <a:lnTo>
                  <a:pt x="61913" y="419100"/>
                </a:lnTo>
                <a:lnTo>
                  <a:pt x="57150" y="414338"/>
                </a:lnTo>
                <a:lnTo>
                  <a:pt x="52388" y="409575"/>
                </a:lnTo>
                <a:lnTo>
                  <a:pt x="47625" y="404813"/>
                </a:lnTo>
                <a:lnTo>
                  <a:pt x="42863" y="400050"/>
                </a:lnTo>
                <a:lnTo>
                  <a:pt x="38100" y="395288"/>
                </a:lnTo>
                <a:lnTo>
                  <a:pt x="33338" y="390525"/>
                </a:lnTo>
                <a:lnTo>
                  <a:pt x="28575" y="385763"/>
                </a:lnTo>
                <a:lnTo>
                  <a:pt x="28575" y="376238"/>
                </a:lnTo>
                <a:lnTo>
                  <a:pt x="23813" y="371475"/>
                </a:lnTo>
                <a:lnTo>
                  <a:pt x="19050" y="366713"/>
                </a:lnTo>
                <a:lnTo>
                  <a:pt x="14288" y="361950"/>
                </a:lnTo>
                <a:lnTo>
                  <a:pt x="9525" y="357188"/>
                </a:lnTo>
                <a:lnTo>
                  <a:pt x="9525" y="347663"/>
                </a:lnTo>
                <a:lnTo>
                  <a:pt x="4763" y="342900"/>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4763" y="114300"/>
                </a:lnTo>
                <a:lnTo>
                  <a:pt x="9525" y="109538"/>
                </a:lnTo>
                <a:lnTo>
                  <a:pt x="14288" y="104775"/>
                </a:lnTo>
                <a:lnTo>
                  <a:pt x="19050" y="100013"/>
                </a:lnTo>
                <a:lnTo>
                  <a:pt x="19050" y="90488"/>
                </a:lnTo>
                <a:lnTo>
                  <a:pt x="23813" y="85725"/>
                </a:lnTo>
                <a:lnTo>
                  <a:pt x="28575" y="80963"/>
                </a:lnTo>
                <a:lnTo>
                  <a:pt x="28575" y="71438"/>
                </a:lnTo>
                <a:lnTo>
                  <a:pt x="33338" y="66675"/>
                </a:lnTo>
                <a:lnTo>
                  <a:pt x="38100" y="61913"/>
                </a:lnTo>
                <a:lnTo>
                  <a:pt x="42863" y="57150"/>
                </a:lnTo>
                <a:lnTo>
                  <a:pt x="47625" y="52388"/>
                </a:lnTo>
                <a:lnTo>
                  <a:pt x="52388" y="47625"/>
                </a:lnTo>
                <a:lnTo>
                  <a:pt x="57150" y="42863"/>
                </a:lnTo>
                <a:lnTo>
                  <a:pt x="61913" y="38100"/>
                </a:lnTo>
                <a:lnTo>
                  <a:pt x="66675" y="33338"/>
                </a:lnTo>
                <a:lnTo>
                  <a:pt x="71438" y="28575"/>
                </a:lnTo>
                <a:lnTo>
                  <a:pt x="80963" y="28575"/>
                </a:lnTo>
                <a:lnTo>
                  <a:pt x="85725" y="23813"/>
                </a:lnTo>
                <a:lnTo>
                  <a:pt x="90488" y="19050"/>
                </a:lnTo>
                <a:lnTo>
                  <a:pt x="95250" y="14288"/>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9FC490"/>
          </a:solidFill>
          <a:ln xmlns:a="http://schemas.openxmlformats.org/drawingml/2006/main" w="0">
            <a:noFill/>
            <a:prstDash val="solid"/>
          </a:ln>
        </p:spPr>
      </p:sp>
      <p:sp>
        <p:nvSpPr>
          <p:cNvPr id="808" name="layout-candidate-green-84-0">
            <a:extLst xmlns:a="http://schemas.openxmlformats.org/drawingml/2006/main">
              <a:ext uri="{FF2B5EF4-FFF2-40B4-BE49-F238E27FC236}">
                <a16:creationId xmlns:a16="http://schemas.microsoft.com/office/drawing/2014/main" id="{3779AFA6-6D4B-4C17-95A8-E67AA0B95C2D}"/>
              </a:ext>
            </a:extLst>
          </p:cNvPr>
          <p:cNvSpPr>
            <a:spLocks xmlns:a="http://schemas.openxmlformats.org/drawingml/2006/main" noGrp="1"/>
          </p:cNvSpPr>
          <p:nvPr/>
        </p:nvSpPr>
        <p:spPr>
          <a:xfrm xmlns:a="http://schemas.openxmlformats.org/drawingml/2006/main" rot="0">
            <a:off x="590550" y="4972050"/>
            <a:ext cx="466725" cy="447675"/>
          </a:xfrm>
          <a:custGeom xmlns:a="http://schemas.openxmlformats.org/drawingml/2006/main">
            <a:pathLst>
              <a:path w="466725" h="44767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9075" y="14288"/>
                </a:lnTo>
                <a:lnTo>
                  <a:pt x="219075" y="23813"/>
                </a:lnTo>
                <a:lnTo>
                  <a:pt x="219075" y="33338"/>
                </a:lnTo>
                <a:lnTo>
                  <a:pt x="219075" y="42863"/>
                </a:lnTo>
                <a:lnTo>
                  <a:pt x="219075" y="52388"/>
                </a:lnTo>
                <a:lnTo>
                  <a:pt x="219075" y="61913"/>
                </a:lnTo>
                <a:lnTo>
                  <a:pt x="219075" y="71438"/>
                </a:lnTo>
                <a:lnTo>
                  <a:pt x="219075" y="80963"/>
                </a:lnTo>
                <a:lnTo>
                  <a:pt x="219075" y="90488"/>
                </a:lnTo>
                <a:lnTo>
                  <a:pt x="219075" y="100013"/>
                </a:lnTo>
                <a:lnTo>
                  <a:pt x="219075" y="109538"/>
                </a:lnTo>
                <a:lnTo>
                  <a:pt x="219075" y="119063"/>
                </a:lnTo>
                <a:lnTo>
                  <a:pt x="219075" y="128588"/>
                </a:lnTo>
                <a:lnTo>
                  <a:pt x="219075" y="138113"/>
                </a:lnTo>
                <a:lnTo>
                  <a:pt x="219075" y="147638"/>
                </a:lnTo>
                <a:lnTo>
                  <a:pt x="219075" y="157163"/>
                </a:lnTo>
                <a:lnTo>
                  <a:pt x="219075" y="166688"/>
                </a:lnTo>
                <a:lnTo>
                  <a:pt x="219075" y="176213"/>
                </a:lnTo>
                <a:lnTo>
                  <a:pt x="219075" y="185738"/>
                </a:lnTo>
                <a:lnTo>
                  <a:pt x="219075" y="195263"/>
                </a:lnTo>
                <a:lnTo>
                  <a:pt x="219075" y="204788"/>
                </a:lnTo>
                <a:lnTo>
                  <a:pt x="219075" y="214313"/>
                </a:lnTo>
                <a:lnTo>
                  <a:pt x="219075" y="223838"/>
                </a:lnTo>
                <a:lnTo>
                  <a:pt x="223838" y="228600"/>
                </a:lnTo>
                <a:lnTo>
                  <a:pt x="233363" y="228600"/>
                </a:lnTo>
                <a:lnTo>
                  <a:pt x="242888" y="228600"/>
                </a:lnTo>
                <a:lnTo>
                  <a:pt x="252413" y="228600"/>
                </a:lnTo>
                <a:lnTo>
                  <a:pt x="261938" y="228600"/>
                </a:lnTo>
                <a:lnTo>
                  <a:pt x="271463" y="228600"/>
                </a:lnTo>
                <a:lnTo>
                  <a:pt x="280988" y="228600"/>
                </a:lnTo>
                <a:lnTo>
                  <a:pt x="290513" y="228600"/>
                </a:lnTo>
                <a:lnTo>
                  <a:pt x="300038" y="228600"/>
                </a:lnTo>
                <a:lnTo>
                  <a:pt x="309563" y="228600"/>
                </a:lnTo>
                <a:lnTo>
                  <a:pt x="319088" y="228600"/>
                </a:lnTo>
                <a:lnTo>
                  <a:pt x="328613" y="228600"/>
                </a:lnTo>
                <a:lnTo>
                  <a:pt x="338138" y="228600"/>
                </a:lnTo>
                <a:lnTo>
                  <a:pt x="347663" y="228600"/>
                </a:lnTo>
                <a:lnTo>
                  <a:pt x="357188" y="228600"/>
                </a:lnTo>
                <a:lnTo>
                  <a:pt x="366713" y="228600"/>
                </a:lnTo>
                <a:lnTo>
                  <a:pt x="376238" y="228600"/>
                </a:lnTo>
                <a:lnTo>
                  <a:pt x="385763" y="228600"/>
                </a:lnTo>
                <a:lnTo>
                  <a:pt x="395288" y="228600"/>
                </a:lnTo>
                <a:lnTo>
                  <a:pt x="404813" y="228600"/>
                </a:lnTo>
                <a:lnTo>
                  <a:pt x="414338" y="228600"/>
                </a:lnTo>
                <a:lnTo>
                  <a:pt x="423863" y="228600"/>
                </a:lnTo>
                <a:lnTo>
                  <a:pt x="433388" y="228600"/>
                </a:lnTo>
                <a:lnTo>
                  <a:pt x="442913" y="228600"/>
                </a:lnTo>
                <a:lnTo>
                  <a:pt x="452438" y="228600"/>
                </a:lnTo>
                <a:lnTo>
                  <a:pt x="461963" y="228600"/>
                </a:lnTo>
                <a:lnTo>
                  <a:pt x="466725" y="233363"/>
                </a:lnTo>
                <a:lnTo>
                  <a:pt x="466725" y="242888"/>
                </a:lnTo>
                <a:lnTo>
                  <a:pt x="466725" y="252413"/>
                </a:lnTo>
                <a:lnTo>
                  <a:pt x="466725" y="261938"/>
                </a:lnTo>
                <a:lnTo>
                  <a:pt x="466725" y="271463"/>
                </a:lnTo>
                <a:lnTo>
                  <a:pt x="466725" y="280988"/>
                </a:lnTo>
                <a:lnTo>
                  <a:pt x="466725" y="290513"/>
                </a:lnTo>
                <a:lnTo>
                  <a:pt x="466725" y="300038"/>
                </a:lnTo>
                <a:lnTo>
                  <a:pt x="466725" y="309563"/>
                </a:lnTo>
                <a:lnTo>
                  <a:pt x="466725" y="319088"/>
                </a:lnTo>
                <a:lnTo>
                  <a:pt x="466725" y="328613"/>
                </a:lnTo>
                <a:lnTo>
                  <a:pt x="466725" y="338138"/>
                </a:lnTo>
                <a:lnTo>
                  <a:pt x="466725" y="347663"/>
                </a:lnTo>
                <a:lnTo>
                  <a:pt x="466725" y="357188"/>
                </a:lnTo>
                <a:lnTo>
                  <a:pt x="466725" y="366713"/>
                </a:lnTo>
                <a:lnTo>
                  <a:pt x="466725" y="376238"/>
                </a:lnTo>
                <a:lnTo>
                  <a:pt x="466725" y="385763"/>
                </a:lnTo>
                <a:lnTo>
                  <a:pt x="466725" y="395288"/>
                </a:lnTo>
                <a:lnTo>
                  <a:pt x="466725" y="404813"/>
                </a:lnTo>
                <a:lnTo>
                  <a:pt x="466725" y="414338"/>
                </a:lnTo>
                <a:lnTo>
                  <a:pt x="466725" y="423863"/>
                </a:lnTo>
                <a:lnTo>
                  <a:pt x="466725" y="433388"/>
                </a:lnTo>
                <a:lnTo>
                  <a:pt x="461963" y="438150"/>
                </a:lnTo>
                <a:lnTo>
                  <a:pt x="457200" y="433388"/>
                </a:lnTo>
                <a:lnTo>
                  <a:pt x="457200" y="423863"/>
                </a:lnTo>
                <a:lnTo>
                  <a:pt x="457200" y="414338"/>
                </a:lnTo>
                <a:lnTo>
                  <a:pt x="457200" y="404813"/>
                </a:lnTo>
                <a:lnTo>
                  <a:pt x="457200" y="395288"/>
                </a:lnTo>
                <a:lnTo>
                  <a:pt x="457200" y="385763"/>
                </a:lnTo>
                <a:lnTo>
                  <a:pt x="457200" y="376238"/>
                </a:lnTo>
                <a:lnTo>
                  <a:pt x="457200" y="366713"/>
                </a:lnTo>
                <a:lnTo>
                  <a:pt x="457200" y="357188"/>
                </a:lnTo>
                <a:lnTo>
                  <a:pt x="457200" y="347663"/>
                </a:lnTo>
                <a:lnTo>
                  <a:pt x="457200" y="338138"/>
                </a:lnTo>
                <a:lnTo>
                  <a:pt x="452438" y="333375"/>
                </a:lnTo>
                <a:lnTo>
                  <a:pt x="447675" y="338138"/>
                </a:lnTo>
                <a:lnTo>
                  <a:pt x="442913" y="342900"/>
                </a:lnTo>
                <a:lnTo>
                  <a:pt x="438150" y="347663"/>
                </a:lnTo>
                <a:lnTo>
                  <a:pt x="438150" y="357188"/>
                </a:lnTo>
                <a:lnTo>
                  <a:pt x="438150" y="366713"/>
                </a:lnTo>
                <a:lnTo>
                  <a:pt x="433388" y="371475"/>
                </a:lnTo>
                <a:lnTo>
                  <a:pt x="428625" y="376238"/>
                </a:lnTo>
                <a:lnTo>
                  <a:pt x="423863" y="381000"/>
                </a:lnTo>
                <a:lnTo>
                  <a:pt x="419100" y="385763"/>
                </a:lnTo>
                <a:lnTo>
                  <a:pt x="414338" y="390525"/>
                </a:lnTo>
                <a:lnTo>
                  <a:pt x="409575" y="395288"/>
                </a:lnTo>
                <a:lnTo>
                  <a:pt x="404813" y="400050"/>
                </a:lnTo>
                <a:lnTo>
                  <a:pt x="400050" y="404813"/>
                </a:lnTo>
                <a:lnTo>
                  <a:pt x="395288" y="409575"/>
                </a:lnTo>
                <a:lnTo>
                  <a:pt x="390525" y="414338"/>
                </a:lnTo>
                <a:lnTo>
                  <a:pt x="385763" y="419100"/>
                </a:lnTo>
                <a:lnTo>
                  <a:pt x="376238" y="419100"/>
                </a:lnTo>
                <a:lnTo>
                  <a:pt x="371475" y="423863"/>
                </a:lnTo>
                <a:lnTo>
                  <a:pt x="366713" y="428625"/>
                </a:lnTo>
                <a:lnTo>
                  <a:pt x="361950" y="433388"/>
                </a:lnTo>
                <a:lnTo>
                  <a:pt x="366713" y="438150"/>
                </a:lnTo>
                <a:lnTo>
                  <a:pt x="376238" y="438150"/>
                </a:lnTo>
                <a:lnTo>
                  <a:pt x="385763" y="438150"/>
                </a:lnTo>
                <a:lnTo>
                  <a:pt x="395288" y="438150"/>
                </a:lnTo>
                <a:lnTo>
                  <a:pt x="404813" y="438150"/>
                </a:lnTo>
                <a:lnTo>
                  <a:pt x="414338" y="438150"/>
                </a:lnTo>
                <a:lnTo>
                  <a:pt x="423863" y="438150"/>
                </a:lnTo>
                <a:lnTo>
                  <a:pt x="433388" y="438150"/>
                </a:lnTo>
                <a:lnTo>
                  <a:pt x="442913" y="438150"/>
                </a:lnTo>
                <a:lnTo>
                  <a:pt x="452438" y="438150"/>
                </a:lnTo>
                <a:lnTo>
                  <a:pt x="457200" y="442913"/>
                </a:lnTo>
                <a:lnTo>
                  <a:pt x="452438" y="447675"/>
                </a:lnTo>
                <a:lnTo>
                  <a:pt x="442913" y="447675"/>
                </a:lnTo>
                <a:lnTo>
                  <a:pt x="433388" y="447675"/>
                </a:lnTo>
                <a:lnTo>
                  <a:pt x="423863" y="447675"/>
                </a:lnTo>
                <a:lnTo>
                  <a:pt x="414338" y="447675"/>
                </a:lnTo>
                <a:lnTo>
                  <a:pt x="404813" y="447675"/>
                </a:lnTo>
                <a:lnTo>
                  <a:pt x="395288" y="447675"/>
                </a:lnTo>
                <a:lnTo>
                  <a:pt x="385763" y="447675"/>
                </a:lnTo>
                <a:lnTo>
                  <a:pt x="376238" y="447675"/>
                </a:lnTo>
                <a:lnTo>
                  <a:pt x="366713" y="447675"/>
                </a:lnTo>
                <a:lnTo>
                  <a:pt x="357188" y="447675"/>
                </a:lnTo>
                <a:lnTo>
                  <a:pt x="347663" y="447675"/>
                </a:lnTo>
                <a:lnTo>
                  <a:pt x="338138" y="447675"/>
                </a:lnTo>
                <a:lnTo>
                  <a:pt x="328613" y="447675"/>
                </a:lnTo>
                <a:lnTo>
                  <a:pt x="319088" y="447675"/>
                </a:lnTo>
                <a:lnTo>
                  <a:pt x="309563" y="447675"/>
                </a:lnTo>
                <a:lnTo>
                  <a:pt x="300038" y="447675"/>
                </a:lnTo>
                <a:lnTo>
                  <a:pt x="290513" y="447675"/>
                </a:lnTo>
                <a:lnTo>
                  <a:pt x="280988" y="447675"/>
                </a:lnTo>
                <a:lnTo>
                  <a:pt x="271463" y="447675"/>
                </a:lnTo>
                <a:lnTo>
                  <a:pt x="261938" y="447675"/>
                </a:lnTo>
                <a:lnTo>
                  <a:pt x="252413" y="447675"/>
                </a:lnTo>
                <a:lnTo>
                  <a:pt x="242888" y="447675"/>
                </a:lnTo>
                <a:lnTo>
                  <a:pt x="233363" y="447675"/>
                </a:lnTo>
                <a:lnTo>
                  <a:pt x="223838" y="447675"/>
                </a:lnTo>
                <a:lnTo>
                  <a:pt x="214313" y="447675"/>
                </a:lnTo>
                <a:lnTo>
                  <a:pt x="204788" y="447675"/>
                </a:lnTo>
                <a:lnTo>
                  <a:pt x="195263" y="447675"/>
                </a:lnTo>
                <a:lnTo>
                  <a:pt x="185738" y="447675"/>
                </a:lnTo>
                <a:lnTo>
                  <a:pt x="176213" y="447675"/>
                </a:lnTo>
                <a:lnTo>
                  <a:pt x="166688" y="447675"/>
                </a:lnTo>
                <a:lnTo>
                  <a:pt x="157163" y="447675"/>
                </a:lnTo>
                <a:lnTo>
                  <a:pt x="147638" y="447675"/>
                </a:lnTo>
                <a:lnTo>
                  <a:pt x="138113" y="447675"/>
                </a:lnTo>
                <a:lnTo>
                  <a:pt x="128588" y="447675"/>
                </a:lnTo>
                <a:lnTo>
                  <a:pt x="119063" y="447675"/>
                </a:lnTo>
                <a:lnTo>
                  <a:pt x="109538" y="447675"/>
                </a:lnTo>
                <a:lnTo>
                  <a:pt x="100013" y="447675"/>
                </a:lnTo>
                <a:lnTo>
                  <a:pt x="90488" y="447675"/>
                </a:lnTo>
                <a:lnTo>
                  <a:pt x="80963" y="447675"/>
                </a:lnTo>
                <a:lnTo>
                  <a:pt x="71438" y="447675"/>
                </a:lnTo>
                <a:lnTo>
                  <a:pt x="61913" y="447675"/>
                </a:lnTo>
                <a:lnTo>
                  <a:pt x="52388" y="447675"/>
                </a:lnTo>
                <a:lnTo>
                  <a:pt x="42863" y="447675"/>
                </a:lnTo>
                <a:lnTo>
                  <a:pt x="33338" y="447675"/>
                </a:lnTo>
                <a:lnTo>
                  <a:pt x="23813" y="447675"/>
                </a:lnTo>
                <a:lnTo>
                  <a:pt x="14288" y="447675"/>
                </a:lnTo>
                <a:lnTo>
                  <a:pt x="4763" y="447675"/>
                </a:lnTo>
                <a:lnTo>
                  <a:pt x="0" y="442913"/>
                </a:lnTo>
                <a:lnTo>
                  <a:pt x="4763" y="438150"/>
                </a:lnTo>
                <a:lnTo>
                  <a:pt x="14288" y="438150"/>
                </a:lnTo>
                <a:lnTo>
                  <a:pt x="23813" y="438150"/>
                </a:lnTo>
                <a:lnTo>
                  <a:pt x="33338" y="438150"/>
                </a:lnTo>
                <a:lnTo>
                  <a:pt x="42863" y="438150"/>
                </a:lnTo>
                <a:lnTo>
                  <a:pt x="52388" y="438150"/>
                </a:lnTo>
                <a:lnTo>
                  <a:pt x="61913" y="438150"/>
                </a:lnTo>
                <a:lnTo>
                  <a:pt x="71438" y="438150"/>
                </a:lnTo>
                <a:lnTo>
                  <a:pt x="80963" y="438150"/>
                </a:lnTo>
                <a:lnTo>
                  <a:pt x="90488" y="438150"/>
                </a:lnTo>
                <a:lnTo>
                  <a:pt x="95250" y="433388"/>
                </a:lnTo>
                <a:lnTo>
                  <a:pt x="90488" y="428625"/>
                </a:lnTo>
                <a:lnTo>
                  <a:pt x="85725" y="423863"/>
                </a:lnTo>
                <a:lnTo>
                  <a:pt x="80963" y="419100"/>
                </a:lnTo>
                <a:lnTo>
                  <a:pt x="71438" y="419100"/>
                </a:lnTo>
                <a:lnTo>
                  <a:pt x="66675" y="414338"/>
                </a:lnTo>
                <a:lnTo>
                  <a:pt x="61913" y="409575"/>
                </a:lnTo>
                <a:lnTo>
                  <a:pt x="57150" y="404813"/>
                </a:lnTo>
                <a:lnTo>
                  <a:pt x="52388" y="400050"/>
                </a:lnTo>
                <a:lnTo>
                  <a:pt x="47625" y="395288"/>
                </a:lnTo>
                <a:lnTo>
                  <a:pt x="42863" y="390525"/>
                </a:lnTo>
                <a:lnTo>
                  <a:pt x="38100" y="385763"/>
                </a:lnTo>
                <a:lnTo>
                  <a:pt x="38100" y="376238"/>
                </a:lnTo>
                <a:lnTo>
                  <a:pt x="33338" y="371475"/>
                </a:lnTo>
                <a:lnTo>
                  <a:pt x="28575" y="366713"/>
                </a:lnTo>
                <a:lnTo>
                  <a:pt x="23813" y="361950"/>
                </a:lnTo>
                <a:lnTo>
                  <a:pt x="19050" y="357188"/>
                </a:lnTo>
                <a:lnTo>
                  <a:pt x="19050" y="347663"/>
                </a:lnTo>
                <a:lnTo>
                  <a:pt x="14288" y="342900"/>
                </a:lnTo>
                <a:lnTo>
                  <a:pt x="9525" y="338138"/>
                </a:lnTo>
                <a:lnTo>
                  <a:pt x="4763" y="333375"/>
                </a:lnTo>
                <a:lnTo>
                  <a:pt x="0" y="328613"/>
                </a:lnTo>
                <a:lnTo>
                  <a:pt x="4763" y="323850"/>
                </a:lnTo>
                <a:lnTo>
                  <a:pt x="9525" y="319088"/>
                </a:lnTo>
                <a:lnTo>
                  <a:pt x="4763" y="314325"/>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4763" y="142875"/>
                </a:lnTo>
                <a:lnTo>
                  <a:pt x="9525" y="138113"/>
                </a:lnTo>
                <a:lnTo>
                  <a:pt x="9525" y="128588"/>
                </a:lnTo>
                <a:lnTo>
                  <a:pt x="9525" y="119063"/>
                </a:lnTo>
                <a:lnTo>
                  <a:pt x="14288" y="114300"/>
                </a:lnTo>
                <a:lnTo>
                  <a:pt x="19050" y="109538"/>
                </a:lnTo>
                <a:lnTo>
                  <a:pt x="23813" y="104775"/>
                </a:lnTo>
                <a:lnTo>
                  <a:pt x="28575" y="100013"/>
                </a:lnTo>
                <a:lnTo>
                  <a:pt x="28575" y="90488"/>
                </a:lnTo>
                <a:lnTo>
                  <a:pt x="33338" y="85725"/>
                </a:lnTo>
                <a:lnTo>
                  <a:pt x="38100" y="80963"/>
                </a:lnTo>
                <a:lnTo>
                  <a:pt x="38100" y="71438"/>
                </a:lnTo>
                <a:lnTo>
                  <a:pt x="42863" y="66675"/>
                </a:lnTo>
                <a:lnTo>
                  <a:pt x="47625" y="61913"/>
                </a:lnTo>
                <a:lnTo>
                  <a:pt x="52388" y="57150"/>
                </a:lnTo>
                <a:lnTo>
                  <a:pt x="57150" y="52388"/>
                </a:lnTo>
                <a:lnTo>
                  <a:pt x="61913" y="47625"/>
                </a:lnTo>
                <a:lnTo>
                  <a:pt x="71438" y="47625"/>
                </a:lnTo>
                <a:lnTo>
                  <a:pt x="76200" y="42863"/>
                </a:lnTo>
                <a:lnTo>
                  <a:pt x="80963" y="38100"/>
                </a:lnTo>
                <a:lnTo>
                  <a:pt x="85725" y="33338"/>
                </a:lnTo>
                <a:lnTo>
                  <a:pt x="90488" y="28575"/>
                </a:lnTo>
                <a:lnTo>
                  <a:pt x="100013" y="28575"/>
                </a:lnTo>
                <a:lnTo>
                  <a:pt x="104775" y="23813"/>
                </a:lnTo>
                <a:lnTo>
                  <a:pt x="109538" y="19050"/>
                </a:lnTo>
                <a:lnTo>
                  <a:pt x="114300" y="14288"/>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A2C693"/>
          </a:solidFill>
          <a:ln xmlns:a="http://schemas.openxmlformats.org/drawingml/2006/main" w="0">
            <a:noFill/>
            <a:prstDash val="solid"/>
          </a:ln>
        </p:spPr>
      </p:sp>
      <p:sp>
        <p:nvSpPr>
          <p:cNvPr id="809" name="layout-candidate-green-85-0">
            <a:extLst xmlns:a="http://schemas.openxmlformats.org/drawingml/2006/main">
              <a:ext uri="{FF2B5EF4-FFF2-40B4-BE49-F238E27FC236}">
                <a16:creationId xmlns:a16="http://schemas.microsoft.com/office/drawing/2014/main" id="{714BC396-61C9-42E7-BB3F-2AB5B2423F3A}"/>
              </a:ext>
            </a:extLst>
          </p:cNvPr>
          <p:cNvSpPr>
            <a:spLocks xmlns:a="http://schemas.openxmlformats.org/drawingml/2006/main" noGrp="1"/>
          </p:cNvSpPr>
          <p:nvPr/>
        </p:nvSpPr>
        <p:spPr>
          <a:xfrm xmlns:a="http://schemas.openxmlformats.org/drawingml/2006/main" rot="0">
            <a:off x="590550" y="4972050"/>
            <a:ext cx="466725" cy="447675"/>
          </a:xfrm>
          <a:custGeom xmlns:a="http://schemas.openxmlformats.org/drawingml/2006/main">
            <a:pathLst>
              <a:path w="466725" h="44767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9075" y="14288"/>
                </a:lnTo>
                <a:lnTo>
                  <a:pt x="219075" y="23813"/>
                </a:lnTo>
                <a:lnTo>
                  <a:pt x="219075" y="33338"/>
                </a:lnTo>
                <a:lnTo>
                  <a:pt x="219075" y="42863"/>
                </a:lnTo>
                <a:lnTo>
                  <a:pt x="219075" y="52388"/>
                </a:lnTo>
                <a:lnTo>
                  <a:pt x="219075" y="61913"/>
                </a:lnTo>
                <a:lnTo>
                  <a:pt x="219075" y="71438"/>
                </a:lnTo>
                <a:lnTo>
                  <a:pt x="219075" y="80963"/>
                </a:lnTo>
                <a:lnTo>
                  <a:pt x="219075" y="90488"/>
                </a:lnTo>
                <a:lnTo>
                  <a:pt x="219075" y="100013"/>
                </a:lnTo>
                <a:lnTo>
                  <a:pt x="219075" y="109538"/>
                </a:lnTo>
                <a:lnTo>
                  <a:pt x="219075" y="119063"/>
                </a:lnTo>
                <a:lnTo>
                  <a:pt x="219075" y="128588"/>
                </a:lnTo>
                <a:lnTo>
                  <a:pt x="219075" y="138113"/>
                </a:lnTo>
                <a:lnTo>
                  <a:pt x="219075" y="147638"/>
                </a:lnTo>
                <a:lnTo>
                  <a:pt x="219075" y="157163"/>
                </a:lnTo>
                <a:lnTo>
                  <a:pt x="219075" y="166688"/>
                </a:lnTo>
                <a:lnTo>
                  <a:pt x="219075" y="176213"/>
                </a:lnTo>
                <a:lnTo>
                  <a:pt x="219075" y="185738"/>
                </a:lnTo>
                <a:lnTo>
                  <a:pt x="219075" y="195263"/>
                </a:lnTo>
                <a:lnTo>
                  <a:pt x="219075" y="204788"/>
                </a:lnTo>
                <a:lnTo>
                  <a:pt x="219075" y="214313"/>
                </a:lnTo>
                <a:lnTo>
                  <a:pt x="219075" y="223838"/>
                </a:lnTo>
                <a:lnTo>
                  <a:pt x="223838" y="228600"/>
                </a:lnTo>
                <a:lnTo>
                  <a:pt x="233363" y="228600"/>
                </a:lnTo>
                <a:lnTo>
                  <a:pt x="242888" y="228600"/>
                </a:lnTo>
                <a:lnTo>
                  <a:pt x="252413" y="228600"/>
                </a:lnTo>
                <a:lnTo>
                  <a:pt x="261938" y="228600"/>
                </a:lnTo>
                <a:lnTo>
                  <a:pt x="271463" y="228600"/>
                </a:lnTo>
                <a:lnTo>
                  <a:pt x="280988" y="228600"/>
                </a:lnTo>
                <a:lnTo>
                  <a:pt x="290513" y="228600"/>
                </a:lnTo>
                <a:lnTo>
                  <a:pt x="300038" y="228600"/>
                </a:lnTo>
                <a:lnTo>
                  <a:pt x="309563" y="228600"/>
                </a:lnTo>
                <a:lnTo>
                  <a:pt x="319088" y="228600"/>
                </a:lnTo>
                <a:lnTo>
                  <a:pt x="328613" y="228600"/>
                </a:lnTo>
                <a:lnTo>
                  <a:pt x="338138" y="228600"/>
                </a:lnTo>
                <a:lnTo>
                  <a:pt x="347663" y="228600"/>
                </a:lnTo>
                <a:lnTo>
                  <a:pt x="357188" y="228600"/>
                </a:lnTo>
                <a:lnTo>
                  <a:pt x="366713" y="228600"/>
                </a:lnTo>
                <a:lnTo>
                  <a:pt x="376238" y="228600"/>
                </a:lnTo>
                <a:lnTo>
                  <a:pt x="385763" y="228600"/>
                </a:lnTo>
                <a:lnTo>
                  <a:pt x="395288" y="228600"/>
                </a:lnTo>
                <a:lnTo>
                  <a:pt x="404813" y="228600"/>
                </a:lnTo>
                <a:lnTo>
                  <a:pt x="414338" y="228600"/>
                </a:lnTo>
                <a:lnTo>
                  <a:pt x="423863" y="228600"/>
                </a:lnTo>
                <a:lnTo>
                  <a:pt x="433388" y="228600"/>
                </a:lnTo>
                <a:lnTo>
                  <a:pt x="442913" y="228600"/>
                </a:lnTo>
                <a:lnTo>
                  <a:pt x="452438" y="228600"/>
                </a:lnTo>
                <a:lnTo>
                  <a:pt x="461963" y="228600"/>
                </a:lnTo>
                <a:lnTo>
                  <a:pt x="466725" y="233363"/>
                </a:lnTo>
                <a:lnTo>
                  <a:pt x="466725" y="242888"/>
                </a:lnTo>
                <a:lnTo>
                  <a:pt x="466725" y="252413"/>
                </a:lnTo>
                <a:lnTo>
                  <a:pt x="466725" y="261938"/>
                </a:lnTo>
                <a:lnTo>
                  <a:pt x="466725" y="271463"/>
                </a:lnTo>
                <a:lnTo>
                  <a:pt x="466725" y="280988"/>
                </a:lnTo>
                <a:lnTo>
                  <a:pt x="466725" y="290513"/>
                </a:lnTo>
                <a:lnTo>
                  <a:pt x="466725" y="300038"/>
                </a:lnTo>
                <a:lnTo>
                  <a:pt x="466725" y="309563"/>
                </a:lnTo>
                <a:lnTo>
                  <a:pt x="466725" y="319088"/>
                </a:lnTo>
                <a:lnTo>
                  <a:pt x="466725" y="328613"/>
                </a:lnTo>
                <a:lnTo>
                  <a:pt x="466725" y="338138"/>
                </a:lnTo>
                <a:lnTo>
                  <a:pt x="466725" y="347663"/>
                </a:lnTo>
                <a:lnTo>
                  <a:pt x="466725" y="357188"/>
                </a:lnTo>
                <a:lnTo>
                  <a:pt x="466725" y="366713"/>
                </a:lnTo>
                <a:lnTo>
                  <a:pt x="466725" y="376238"/>
                </a:lnTo>
                <a:lnTo>
                  <a:pt x="466725" y="385763"/>
                </a:lnTo>
                <a:lnTo>
                  <a:pt x="466725" y="395288"/>
                </a:lnTo>
                <a:lnTo>
                  <a:pt x="466725" y="404813"/>
                </a:lnTo>
                <a:lnTo>
                  <a:pt x="466725" y="414338"/>
                </a:lnTo>
                <a:lnTo>
                  <a:pt x="466725" y="423863"/>
                </a:lnTo>
                <a:lnTo>
                  <a:pt x="466725" y="433388"/>
                </a:lnTo>
                <a:lnTo>
                  <a:pt x="461963" y="438150"/>
                </a:lnTo>
                <a:lnTo>
                  <a:pt x="457200" y="433388"/>
                </a:lnTo>
                <a:lnTo>
                  <a:pt x="457200" y="423863"/>
                </a:lnTo>
                <a:lnTo>
                  <a:pt x="457200" y="414338"/>
                </a:lnTo>
                <a:lnTo>
                  <a:pt x="457200" y="404813"/>
                </a:lnTo>
                <a:lnTo>
                  <a:pt x="457200" y="395288"/>
                </a:lnTo>
                <a:lnTo>
                  <a:pt x="457200" y="385763"/>
                </a:lnTo>
                <a:lnTo>
                  <a:pt x="457200" y="376238"/>
                </a:lnTo>
                <a:lnTo>
                  <a:pt x="457200" y="366713"/>
                </a:lnTo>
                <a:lnTo>
                  <a:pt x="457200" y="357188"/>
                </a:lnTo>
                <a:lnTo>
                  <a:pt x="457200" y="347663"/>
                </a:lnTo>
                <a:lnTo>
                  <a:pt x="457200" y="338138"/>
                </a:lnTo>
                <a:lnTo>
                  <a:pt x="457200" y="328613"/>
                </a:lnTo>
                <a:lnTo>
                  <a:pt x="452438" y="323850"/>
                </a:lnTo>
                <a:lnTo>
                  <a:pt x="447675" y="328613"/>
                </a:lnTo>
                <a:lnTo>
                  <a:pt x="442913" y="333375"/>
                </a:lnTo>
                <a:lnTo>
                  <a:pt x="438150" y="338138"/>
                </a:lnTo>
                <a:lnTo>
                  <a:pt x="433388" y="342900"/>
                </a:lnTo>
                <a:lnTo>
                  <a:pt x="428625" y="347663"/>
                </a:lnTo>
                <a:lnTo>
                  <a:pt x="428625" y="357188"/>
                </a:lnTo>
                <a:lnTo>
                  <a:pt x="428625" y="366713"/>
                </a:lnTo>
                <a:lnTo>
                  <a:pt x="423863" y="371475"/>
                </a:lnTo>
                <a:lnTo>
                  <a:pt x="419100" y="376238"/>
                </a:lnTo>
                <a:lnTo>
                  <a:pt x="414338" y="381000"/>
                </a:lnTo>
                <a:lnTo>
                  <a:pt x="409575" y="385763"/>
                </a:lnTo>
                <a:lnTo>
                  <a:pt x="404813" y="390525"/>
                </a:lnTo>
                <a:lnTo>
                  <a:pt x="400050" y="395288"/>
                </a:lnTo>
                <a:lnTo>
                  <a:pt x="395288" y="400050"/>
                </a:lnTo>
                <a:lnTo>
                  <a:pt x="390525" y="404813"/>
                </a:lnTo>
                <a:lnTo>
                  <a:pt x="385763" y="409575"/>
                </a:lnTo>
                <a:lnTo>
                  <a:pt x="376238" y="409575"/>
                </a:lnTo>
                <a:lnTo>
                  <a:pt x="371475" y="414338"/>
                </a:lnTo>
                <a:lnTo>
                  <a:pt x="366713" y="419100"/>
                </a:lnTo>
                <a:lnTo>
                  <a:pt x="361950" y="423863"/>
                </a:lnTo>
                <a:lnTo>
                  <a:pt x="357188" y="428625"/>
                </a:lnTo>
                <a:lnTo>
                  <a:pt x="352425" y="433388"/>
                </a:lnTo>
                <a:lnTo>
                  <a:pt x="357188" y="438150"/>
                </a:lnTo>
                <a:lnTo>
                  <a:pt x="366713" y="438150"/>
                </a:lnTo>
                <a:lnTo>
                  <a:pt x="376238" y="438150"/>
                </a:lnTo>
                <a:lnTo>
                  <a:pt x="385763" y="438150"/>
                </a:lnTo>
                <a:lnTo>
                  <a:pt x="395288" y="438150"/>
                </a:lnTo>
                <a:lnTo>
                  <a:pt x="404813" y="438150"/>
                </a:lnTo>
                <a:lnTo>
                  <a:pt x="414338" y="438150"/>
                </a:lnTo>
                <a:lnTo>
                  <a:pt x="423863" y="438150"/>
                </a:lnTo>
                <a:lnTo>
                  <a:pt x="433388" y="438150"/>
                </a:lnTo>
                <a:lnTo>
                  <a:pt x="442913" y="438150"/>
                </a:lnTo>
                <a:lnTo>
                  <a:pt x="452438" y="438150"/>
                </a:lnTo>
                <a:lnTo>
                  <a:pt x="457200" y="442913"/>
                </a:lnTo>
                <a:lnTo>
                  <a:pt x="452438" y="447675"/>
                </a:lnTo>
                <a:lnTo>
                  <a:pt x="442913" y="447675"/>
                </a:lnTo>
                <a:lnTo>
                  <a:pt x="433388" y="447675"/>
                </a:lnTo>
                <a:lnTo>
                  <a:pt x="423863" y="447675"/>
                </a:lnTo>
                <a:lnTo>
                  <a:pt x="414338" y="447675"/>
                </a:lnTo>
                <a:lnTo>
                  <a:pt x="404813" y="447675"/>
                </a:lnTo>
                <a:lnTo>
                  <a:pt x="395288" y="447675"/>
                </a:lnTo>
                <a:lnTo>
                  <a:pt x="385763" y="447675"/>
                </a:lnTo>
                <a:lnTo>
                  <a:pt x="376238" y="447675"/>
                </a:lnTo>
                <a:lnTo>
                  <a:pt x="366713" y="447675"/>
                </a:lnTo>
                <a:lnTo>
                  <a:pt x="357188" y="447675"/>
                </a:lnTo>
                <a:lnTo>
                  <a:pt x="347663" y="447675"/>
                </a:lnTo>
                <a:lnTo>
                  <a:pt x="338138" y="447675"/>
                </a:lnTo>
                <a:lnTo>
                  <a:pt x="328613" y="447675"/>
                </a:lnTo>
                <a:lnTo>
                  <a:pt x="319088" y="447675"/>
                </a:lnTo>
                <a:lnTo>
                  <a:pt x="309563" y="447675"/>
                </a:lnTo>
                <a:lnTo>
                  <a:pt x="300038" y="447675"/>
                </a:lnTo>
                <a:lnTo>
                  <a:pt x="290513" y="447675"/>
                </a:lnTo>
                <a:lnTo>
                  <a:pt x="280988" y="447675"/>
                </a:lnTo>
                <a:lnTo>
                  <a:pt x="271463" y="447675"/>
                </a:lnTo>
                <a:lnTo>
                  <a:pt x="261938" y="447675"/>
                </a:lnTo>
                <a:lnTo>
                  <a:pt x="252413" y="447675"/>
                </a:lnTo>
                <a:lnTo>
                  <a:pt x="242888" y="447675"/>
                </a:lnTo>
                <a:lnTo>
                  <a:pt x="233363" y="447675"/>
                </a:lnTo>
                <a:lnTo>
                  <a:pt x="223838" y="447675"/>
                </a:lnTo>
                <a:lnTo>
                  <a:pt x="214313" y="447675"/>
                </a:lnTo>
                <a:lnTo>
                  <a:pt x="204788" y="447675"/>
                </a:lnTo>
                <a:lnTo>
                  <a:pt x="195263" y="447675"/>
                </a:lnTo>
                <a:lnTo>
                  <a:pt x="185738" y="447675"/>
                </a:lnTo>
                <a:lnTo>
                  <a:pt x="176213" y="447675"/>
                </a:lnTo>
                <a:lnTo>
                  <a:pt x="166688" y="447675"/>
                </a:lnTo>
                <a:lnTo>
                  <a:pt x="157163" y="447675"/>
                </a:lnTo>
                <a:lnTo>
                  <a:pt x="147638" y="447675"/>
                </a:lnTo>
                <a:lnTo>
                  <a:pt x="138113" y="447675"/>
                </a:lnTo>
                <a:lnTo>
                  <a:pt x="128588" y="447675"/>
                </a:lnTo>
                <a:lnTo>
                  <a:pt x="119063" y="447675"/>
                </a:lnTo>
                <a:lnTo>
                  <a:pt x="109538" y="447675"/>
                </a:lnTo>
                <a:lnTo>
                  <a:pt x="100013" y="447675"/>
                </a:lnTo>
                <a:lnTo>
                  <a:pt x="90488" y="447675"/>
                </a:lnTo>
                <a:lnTo>
                  <a:pt x="80963" y="447675"/>
                </a:lnTo>
                <a:lnTo>
                  <a:pt x="71438" y="447675"/>
                </a:lnTo>
                <a:lnTo>
                  <a:pt x="61913" y="447675"/>
                </a:lnTo>
                <a:lnTo>
                  <a:pt x="52388" y="447675"/>
                </a:lnTo>
                <a:lnTo>
                  <a:pt x="42863" y="447675"/>
                </a:lnTo>
                <a:lnTo>
                  <a:pt x="33338" y="447675"/>
                </a:lnTo>
                <a:lnTo>
                  <a:pt x="23813" y="447675"/>
                </a:lnTo>
                <a:lnTo>
                  <a:pt x="14288" y="447675"/>
                </a:lnTo>
                <a:lnTo>
                  <a:pt x="4763" y="447675"/>
                </a:lnTo>
                <a:lnTo>
                  <a:pt x="0" y="442913"/>
                </a:lnTo>
                <a:lnTo>
                  <a:pt x="4763" y="438150"/>
                </a:lnTo>
                <a:lnTo>
                  <a:pt x="14288" y="438150"/>
                </a:lnTo>
                <a:lnTo>
                  <a:pt x="23813" y="438150"/>
                </a:lnTo>
                <a:lnTo>
                  <a:pt x="33338" y="438150"/>
                </a:lnTo>
                <a:lnTo>
                  <a:pt x="42863" y="438150"/>
                </a:lnTo>
                <a:lnTo>
                  <a:pt x="52388" y="438150"/>
                </a:lnTo>
                <a:lnTo>
                  <a:pt x="61913" y="438150"/>
                </a:lnTo>
                <a:lnTo>
                  <a:pt x="71438" y="438150"/>
                </a:lnTo>
                <a:lnTo>
                  <a:pt x="80963" y="438150"/>
                </a:lnTo>
                <a:lnTo>
                  <a:pt x="90488" y="438150"/>
                </a:lnTo>
                <a:lnTo>
                  <a:pt x="100013" y="438150"/>
                </a:lnTo>
                <a:lnTo>
                  <a:pt x="109538" y="438150"/>
                </a:lnTo>
                <a:lnTo>
                  <a:pt x="114300" y="433388"/>
                </a:lnTo>
                <a:lnTo>
                  <a:pt x="109538" y="428625"/>
                </a:lnTo>
                <a:lnTo>
                  <a:pt x="100013" y="428625"/>
                </a:lnTo>
                <a:lnTo>
                  <a:pt x="95250" y="423863"/>
                </a:lnTo>
                <a:lnTo>
                  <a:pt x="90488" y="419100"/>
                </a:lnTo>
                <a:lnTo>
                  <a:pt x="85725" y="414338"/>
                </a:lnTo>
                <a:lnTo>
                  <a:pt x="80963" y="409575"/>
                </a:lnTo>
                <a:lnTo>
                  <a:pt x="71438" y="409575"/>
                </a:lnTo>
                <a:lnTo>
                  <a:pt x="66675" y="404813"/>
                </a:lnTo>
                <a:lnTo>
                  <a:pt x="61913" y="400050"/>
                </a:lnTo>
                <a:lnTo>
                  <a:pt x="57150" y="395288"/>
                </a:lnTo>
                <a:lnTo>
                  <a:pt x="52388" y="390525"/>
                </a:lnTo>
                <a:lnTo>
                  <a:pt x="47625" y="385763"/>
                </a:lnTo>
                <a:lnTo>
                  <a:pt x="47625" y="376238"/>
                </a:lnTo>
                <a:lnTo>
                  <a:pt x="42863" y="371475"/>
                </a:lnTo>
                <a:lnTo>
                  <a:pt x="38100" y="366713"/>
                </a:lnTo>
                <a:lnTo>
                  <a:pt x="33338" y="361950"/>
                </a:lnTo>
                <a:lnTo>
                  <a:pt x="28575" y="357188"/>
                </a:lnTo>
                <a:lnTo>
                  <a:pt x="28575" y="347663"/>
                </a:lnTo>
                <a:lnTo>
                  <a:pt x="23813" y="342900"/>
                </a:lnTo>
                <a:lnTo>
                  <a:pt x="19050" y="338138"/>
                </a:lnTo>
                <a:lnTo>
                  <a:pt x="14288" y="333375"/>
                </a:lnTo>
                <a:lnTo>
                  <a:pt x="9525" y="328613"/>
                </a:lnTo>
                <a:lnTo>
                  <a:pt x="9525" y="319088"/>
                </a:lnTo>
                <a:lnTo>
                  <a:pt x="9525" y="309563"/>
                </a:lnTo>
                <a:lnTo>
                  <a:pt x="9525" y="300038"/>
                </a:lnTo>
                <a:lnTo>
                  <a:pt x="4763" y="295275"/>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4763" y="161925"/>
                </a:lnTo>
                <a:lnTo>
                  <a:pt x="9525" y="157163"/>
                </a:lnTo>
                <a:lnTo>
                  <a:pt x="9525" y="147638"/>
                </a:lnTo>
                <a:lnTo>
                  <a:pt x="9525" y="138113"/>
                </a:lnTo>
                <a:lnTo>
                  <a:pt x="14288" y="133350"/>
                </a:lnTo>
                <a:lnTo>
                  <a:pt x="19050" y="128588"/>
                </a:lnTo>
                <a:lnTo>
                  <a:pt x="19050" y="119063"/>
                </a:lnTo>
                <a:lnTo>
                  <a:pt x="19050" y="109538"/>
                </a:lnTo>
                <a:lnTo>
                  <a:pt x="23813" y="104775"/>
                </a:lnTo>
                <a:lnTo>
                  <a:pt x="33338" y="104775"/>
                </a:lnTo>
                <a:lnTo>
                  <a:pt x="38100" y="100013"/>
                </a:lnTo>
                <a:lnTo>
                  <a:pt x="38100" y="90488"/>
                </a:lnTo>
                <a:lnTo>
                  <a:pt x="42863" y="85725"/>
                </a:lnTo>
                <a:lnTo>
                  <a:pt x="47625" y="80963"/>
                </a:lnTo>
                <a:lnTo>
                  <a:pt x="47625" y="71438"/>
                </a:lnTo>
                <a:lnTo>
                  <a:pt x="52388" y="66675"/>
                </a:lnTo>
                <a:lnTo>
                  <a:pt x="57150" y="61913"/>
                </a:lnTo>
                <a:lnTo>
                  <a:pt x="61913" y="57150"/>
                </a:lnTo>
                <a:lnTo>
                  <a:pt x="66675" y="52388"/>
                </a:lnTo>
                <a:lnTo>
                  <a:pt x="71438" y="47625"/>
                </a:lnTo>
                <a:lnTo>
                  <a:pt x="80963" y="47625"/>
                </a:lnTo>
                <a:lnTo>
                  <a:pt x="85725" y="42863"/>
                </a:lnTo>
                <a:lnTo>
                  <a:pt x="90488" y="38100"/>
                </a:lnTo>
                <a:lnTo>
                  <a:pt x="95250" y="33338"/>
                </a:lnTo>
                <a:lnTo>
                  <a:pt x="100013" y="28575"/>
                </a:lnTo>
                <a:lnTo>
                  <a:pt x="109538" y="28575"/>
                </a:lnTo>
                <a:lnTo>
                  <a:pt x="114300" y="23813"/>
                </a:lnTo>
                <a:lnTo>
                  <a:pt x="119063" y="19050"/>
                </a:lnTo>
                <a:lnTo>
                  <a:pt x="123825" y="14288"/>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moveTo>
                  <a:pt x="452438" y="304800"/>
                </a:moveTo>
                <a:lnTo>
                  <a:pt x="447675" y="309563"/>
                </a:lnTo>
                <a:lnTo>
                  <a:pt x="452438" y="314325"/>
                </a:lnTo>
                <a:lnTo>
                  <a:pt x="457200" y="309563"/>
                </a:lnTo>
                <a:lnTo>
                  <a:pt x="452438" y="304800"/>
                </a:lnTo>
                <a:close/>
              </a:path>
            </a:pathLst>
          </a:custGeom>
          <a:solidFill xmlns:a="http://schemas.openxmlformats.org/drawingml/2006/main">
            <a:srgbClr val="A4C895"/>
          </a:solidFill>
          <a:ln xmlns:a="http://schemas.openxmlformats.org/drawingml/2006/main" w="0">
            <a:noFill/>
            <a:prstDash val="solid"/>
          </a:ln>
        </p:spPr>
      </p:sp>
      <p:sp>
        <p:nvSpPr>
          <p:cNvPr id="810" name="layout-candidate-green-86-0">
            <a:extLst xmlns:a="http://schemas.openxmlformats.org/drawingml/2006/main">
              <a:ext uri="{FF2B5EF4-FFF2-40B4-BE49-F238E27FC236}">
                <a16:creationId xmlns:a16="http://schemas.microsoft.com/office/drawing/2014/main" id="{6CE7A880-1E25-4E96-90FF-B543C4319CF3}"/>
              </a:ext>
            </a:extLst>
          </p:cNvPr>
          <p:cNvSpPr>
            <a:spLocks xmlns:a="http://schemas.openxmlformats.org/drawingml/2006/main" noGrp="1"/>
          </p:cNvSpPr>
          <p:nvPr/>
        </p:nvSpPr>
        <p:spPr>
          <a:xfrm xmlns:a="http://schemas.openxmlformats.org/drawingml/2006/main" rot="0">
            <a:off x="590550" y="4972050"/>
            <a:ext cx="466725" cy="447675"/>
          </a:xfrm>
          <a:custGeom xmlns:a="http://schemas.openxmlformats.org/drawingml/2006/main">
            <a:pathLst>
              <a:path w="466725" h="44767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9075" y="14288"/>
                </a:lnTo>
                <a:lnTo>
                  <a:pt x="219075" y="23813"/>
                </a:lnTo>
                <a:lnTo>
                  <a:pt x="219075" y="33338"/>
                </a:lnTo>
                <a:lnTo>
                  <a:pt x="219075" y="42863"/>
                </a:lnTo>
                <a:lnTo>
                  <a:pt x="219075" y="52388"/>
                </a:lnTo>
                <a:lnTo>
                  <a:pt x="219075" y="61913"/>
                </a:lnTo>
                <a:lnTo>
                  <a:pt x="219075" y="71438"/>
                </a:lnTo>
                <a:lnTo>
                  <a:pt x="219075" y="80963"/>
                </a:lnTo>
                <a:lnTo>
                  <a:pt x="219075" y="90488"/>
                </a:lnTo>
                <a:lnTo>
                  <a:pt x="219075" y="100013"/>
                </a:lnTo>
                <a:lnTo>
                  <a:pt x="219075" y="109538"/>
                </a:lnTo>
                <a:lnTo>
                  <a:pt x="219075" y="119063"/>
                </a:lnTo>
                <a:lnTo>
                  <a:pt x="219075" y="128588"/>
                </a:lnTo>
                <a:lnTo>
                  <a:pt x="219075" y="138113"/>
                </a:lnTo>
                <a:lnTo>
                  <a:pt x="219075" y="147638"/>
                </a:lnTo>
                <a:lnTo>
                  <a:pt x="219075" y="157163"/>
                </a:lnTo>
                <a:lnTo>
                  <a:pt x="219075" y="166688"/>
                </a:lnTo>
                <a:lnTo>
                  <a:pt x="219075" y="176213"/>
                </a:lnTo>
                <a:lnTo>
                  <a:pt x="219075" y="185738"/>
                </a:lnTo>
                <a:lnTo>
                  <a:pt x="219075" y="195263"/>
                </a:lnTo>
                <a:lnTo>
                  <a:pt x="219075" y="204788"/>
                </a:lnTo>
                <a:lnTo>
                  <a:pt x="219075" y="214313"/>
                </a:lnTo>
                <a:lnTo>
                  <a:pt x="219075" y="223838"/>
                </a:lnTo>
                <a:lnTo>
                  <a:pt x="223838" y="228600"/>
                </a:lnTo>
                <a:lnTo>
                  <a:pt x="233363" y="228600"/>
                </a:lnTo>
                <a:lnTo>
                  <a:pt x="242888" y="228600"/>
                </a:lnTo>
                <a:lnTo>
                  <a:pt x="252413" y="228600"/>
                </a:lnTo>
                <a:lnTo>
                  <a:pt x="261938" y="228600"/>
                </a:lnTo>
                <a:lnTo>
                  <a:pt x="271463" y="228600"/>
                </a:lnTo>
                <a:lnTo>
                  <a:pt x="280988" y="228600"/>
                </a:lnTo>
                <a:lnTo>
                  <a:pt x="290513" y="228600"/>
                </a:lnTo>
                <a:lnTo>
                  <a:pt x="300038" y="228600"/>
                </a:lnTo>
                <a:lnTo>
                  <a:pt x="309563" y="228600"/>
                </a:lnTo>
                <a:lnTo>
                  <a:pt x="319088" y="228600"/>
                </a:lnTo>
                <a:lnTo>
                  <a:pt x="328613" y="228600"/>
                </a:lnTo>
                <a:lnTo>
                  <a:pt x="338138" y="228600"/>
                </a:lnTo>
                <a:lnTo>
                  <a:pt x="347663" y="228600"/>
                </a:lnTo>
                <a:lnTo>
                  <a:pt x="357188" y="228600"/>
                </a:lnTo>
                <a:lnTo>
                  <a:pt x="366713" y="228600"/>
                </a:lnTo>
                <a:lnTo>
                  <a:pt x="376238" y="228600"/>
                </a:lnTo>
                <a:lnTo>
                  <a:pt x="385763" y="228600"/>
                </a:lnTo>
                <a:lnTo>
                  <a:pt x="395288" y="228600"/>
                </a:lnTo>
                <a:lnTo>
                  <a:pt x="404813" y="228600"/>
                </a:lnTo>
                <a:lnTo>
                  <a:pt x="414338" y="228600"/>
                </a:lnTo>
                <a:lnTo>
                  <a:pt x="423863" y="228600"/>
                </a:lnTo>
                <a:lnTo>
                  <a:pt x="433388" y="228600"/>
                </a:lnTo>
                <a:lnTo>
                  <a:pt x="442913" y="228600"/>
                </a:lnTo>
                <a:lnTo>
                  <a:pt x="452438" y="228600"/>
                </a:lnTo>
                <a:lnTo>
                  <a:pt x="461963" y="228600"/>
                </a:lnTo>
                <a:lnTo>
                  <a:pt x="466725" y="233363"/>
                </a:lnTo>
                <a:lnTo>
                  <a:pt x="466725" y="242888"/>
                </a:lnTo>
                <a:lnTo>
                  <a:pt x="466725" y="252413"/>
                </a:lnTo>
                <a:lnTo>
                  <a:pt x="466725" y="261938"/>
                </a:lnTo>
                <a:lnTo>
                  <a:pt x="466725" y="271463"/>
                </a:lnTo>
                <a:lnTo>
                  <a:pt x="466725" y="280988"/>
                </a:lnTo>
                <a:lnTo>
                  <a:pt x="466725" y="290513"/>
                </a:lnTo>
                <a:lnTo>
                  <a:pt x="466725" y="300038"/>
                </a:lnTo>
                <a:lnTo>
                  <a:pt x="466725" y="309563"/>
                </a:lnTo>
                <a:lnTo>
                  <a:pt x="466725" y="319088"/>
                </a:lnTo>
                <a:lnTo>
                  <a:pt x="466725" y="328613"/>
                </a:lnTo>
                <a:lnTo>
                  <a:pt x="466725" y="338138"/>
                </a:lnTo>
                <a:lnTo>
                  <a:pt x="466725" y="347663"/>
                </a:lnTo>
                <a:lnTo>
                  <a:pt x="466725" y="357188"/>
                </a:lnTo>
                <a:lnTo>
                  <a:pt x="466725" y="366713"/>
                </a:lnTo>
                <a:lnTo>
                  <a:pt x="466725" y="376238"/>
                </a:lnTo>
                <a:lnTo>
                  <a:pt x="466725" y="385763"/>
                </a:lnTo>
                <a:lnTo>
                  <a:pt x="466725" y="395288"/>
                </a:lnTo>
                <a:lnTo>
                  <a:pt x="466725" y="404813"/>
                </a:lnTo>
                <a:lnTo>
                  <a:pt x="466725" y="414338"/>
                </a:lnTo>
                <a:lnTo>
                  <a:pt x="466725" y="423863"/>
                </a:lnTo>
                <a:lnTo>
                  <a:pt x="466725" y="433388"/>
                </a:lnTo>
                <a:lnTo>
                  <a:pt x="461963" y="438150"/>
                </a:lnTo>
                <a:lnTo>
                  <a:pt x="457200" y="433388"/>
                </a:lnTo>
                <a:lnTo>
                  <a:pt x="457200" y="423863"/>
                </a:lnTo>
                <a:lnTo>
                  <a:pt x="457200" y="414338"/>
                </a:lnTo>
                <a:lnTo>
                  <a:pt x="457200" y="404813"/>
                </a:lnTo>
                <a:lnTo>
                  <a:pt x="457200" y="395288"/>
                </a:lnTo>
                <a:lnTo>
                  <a:pt x="457200" y="385763"/>
                </a:lnTo>
                <a:lnTo>
                  <a:pt x="457200" y="376238"/>
                </a:lnTo>
                <a:lnTo>
                  <a:pt x="457200" y="366713"/>
                </a:lnTo>
                <a:lnTo>
                  <a:pt x="457200" y="357188"/>
                </a:lnTo>
                <a:lnTo>
                  <a:pt x="457200" y="347663"/>
                </a:lnTo>
                <a:lnTo>
                  <a:pt x="457200" y="338138"/>
                </a:lnTo>
                <a:lnTo>
                  <a:pt x="457200" y="328613"/>
                </a:lnTo>
                <a:lnTo>
                  <a:pt x="457200" y="319088"/>
                </a:lnTo>
                <a:lnTo>
                  <a:pt x="457200" y="309563"/>
                </a:lnTo>
                <a:lnTo>
                  <a:pt x="457200" y="300038"/>
                </a:lnTo>
                <a:lnTo>
                  <a:pt x="457200" y="290513"/>
                </a:lnTo>
                <a:lnTo>
                  <a:pt x="457200" y="280988"/>
                </a:lnTo>
                <a:lnTo>
                  <a:pt x="452438" y="276225"/>
                </a:lnTo>
                <a:lnTo>
                  <a:pt x="447675" y="280988"/>
                </a:lnTo>
                <a:lnTo>
                  <a:pt x="447675" y="290513"/>
                </a:lnTo>
                <a:lnTo>
                  <a:pt x="447675" y="300038"/>
                </a:lnTo>
                <a:lnTo>
                  <a:pt x="442913" y="304800"/>
                </a:lnTo>
                <a:lnTo>
                  <a:pt x="438150" y="309563"/>
                </a:lnTo>
                <a:lnTo>
                  <a:pt x="438150" y="319088"/>
                </a:lnTo>
                <a:lnTo>
                  <a:pt x="433388" y="323850"/>
                </a:lnTo>
                <a:lnTo>
                  <a:pt x="428625" y="328613"/>
                </a:lnTo>
                <a:lnTo>
                  <a:pt x="428625" y="338138"/>
                </a:lnTo>
                <a:lnTo>
                  <a:pt x="423863" y="342900"/>
                </a:lnTo>
                <a:lnTo>
                  <a:pt x="419100" y="347663"/>
                </a:lnTo>
                <a:lnTo>
                  <a:pt x="414338" y="352425"/>
                </a:lnTo>
                <a:lnTo>
                  <a:pt x="409575" y="357188"/>
                </a:lnTo>
                <a:lnTo>
                  <a:pt x="409575" y="366713"/>
                </a:lnTo>
                <a:lnTo>
                  <a:pt x="404813" y="371475"/>
                </a:lnTo>
                <a:lnTo>
                  <a:pt x="400050" y="376238"/>
                </a:lnTo>
                <a:lnTo>
                  <a:pt x="395288" y="381000"/>
                </a:lnTo>
                <a:lnTo>
                  <a:pt x="390525" y="385763"/>
                </a:lnTo>
                <a:lnTo>
                  <a:pt x="385763" y="390525"/>
                </a:lnTo>
                <a:lnTo>
                  <a:pt x="381000" y="395288"/>
                </a:lnTo>
                <a:lnTo>
                  <a:pt x="376238" y="400050"/>
                </a:lnTo>
                <a:lnTo>
                  <a:pt x="371475" y="404813"/>
                </a:lnTo>
                <a:lnTo>
                  <a:pt x="366713" y="409575"/>
                </a:lnTo>
                <a:lnTo>
                  <a:pt x="357188" y="409575"/>
                </a:lnTo>
                <a:lnTo>
                  <a:pt x="352425" y="414338"/>
                </a:lnTo>
                <a:lnTo>
                  <a:pt x="347663" y="419100"/>
                </a:lnTo>
                <a:lnTo>
                  <a:pt x="342900" y="423863"/>
                </a:lnTo>
                <a:lnTo>
                  <a:pt x="338138" y="428625"/>
                </a:lnTo>
                <a:lnTo>
                  <a:pt x="328613" y="428625"/>
                </a:lnTo>
                <a:lnTo>
                  <a:pt x="323850" y="433388"/>
                </a:lnTo>
                <a:lnTo>
                  <a:pt x="328613" y="438150"/>
                </a:lnTo>
                <a:lnTo>
                  <a:pt x="338138" y="438150"/>
                </a:lnTo>
                <a:lnTo>
                  <a:pt x="347663" y="438150"/>
                </a:lnTo>
                <a:lnTo>
                  <a:pt x="357188" y="438150"/>
                </a:lnTo>
                <a:lnTo>
                  <a:pt x="366713" y="438150"/>
                </a:lnTo>
                <a:lnTo>
                  <a:pt x="376238" y="438150"/>
                </a:lnTo>
                <a:lnTo>
                  <a:pt x="385763" y="438150"/>
                </a:lnTo>
                <a:lnTo>
                  <a:pt x="395288" y="438150"/>
                </a:lnTo>
                <a:lnTo>
                  <a:pt x="404813" y="438150"/>
                </a:lnTo>
                <a:lnTo>
                  <a:pt x="414338" y="438150"/>
                </a:lnTo>
                <a:lnTo>
                  <a:pt x="423863" y="438150"/>
                </a:lnTo>
                <a:lnTo>
                  <a:pt x="433388" y="438150"/>
                </a:lnTo>
                <a:lnTo>
                  <a:pt x="442913" y="438150"/>
                </a:lnTo>
                <a:lnTo>
                  <a:pt x="452438" y="438150"/>
                </a:lnTo>
                <a:lnTo>
                  <a:pt x="457200" y="442913"/>
                </a:lnTo>
                <a:lnTo>
                  <a:pt x="452438" y="447675"/>
                </a:lnTo>
                <a:lnTo>
                  <a:pt x="442913" y="447675"/>
                </a:lnTo>
                <a:lnTo>
                  <a:pt x="433388" y="447675"/>
                </a:lnTo>
                <a:lnTo>
                  <a:pt x="423863" y="447675"/>
                </a:lnTo>
                <a:lnTo>
                  <a:pt x="414338" y="447675"/>
                </a:lnTo>
                <a:lnTo>
                  <a:pt x="404813" y="447675"/>
                </a:lnTo>
                <a:lnTo>
                  <a:pt x="395288" y="447675"/>
                </a:lnTo>
                <a:lnTo>
                  <a:pt x="385763" y="447675"/>
                </a:lnTo>
                <a:lnTo>
                  <a:pt x="376238" y="447675"/>
                </a:lnTo>
                <a:lnTo>
                  <a:pt x="366713" y="447675"/>
                </a:lnTo>
                <a:lnTo>
                  <a:pt x="357188" y="447675"/>
                </a:lnTo>
                <a:lnTo>
                  <a:pt x="347663" y="447675"/>
                </a:lnTo>
                <a:lnTo>
                  <a:pt x="338138" y="447675"/>
                </a:lnTo>
                <a:lnTo>
                  <a:pt x="328613" y="447675"/>
                </a:lnTo>
                <a:lnTo>
                  <a:pt x="319088" y="447675"/>
                </a:lnTo>
                <a:lnTo>
                  <a:pt x="309563" y="447675"/>
                </a:lnTo>
                <a:lnTo>
                  <a:pt x="300038" y="447675"/>
                </a:lnTo>
                <a:lnTo>
                  <a:pt x="290513" y="447675"/>
                </a:lnTo>
                <a:lnTo>
                  <a:pt x="280988" y="447675"/>
                </a:lnTo>
                <a:lnTo>
                  <a:pt x="271463" y="447675"/>
                </a:lnTo>
                <a:lnTo>
                  <a:pt x="261938" y="447675"/>
                </a:lnTo>
                <a:lnTo>
                  <a:pt x="252413" y="447675"/>
                </a:lnTo>
                <a:lnTo>
                  <a:pt x="242888" y="447675"/>
                </a:lnTo>
                <a:lnTo>
                  <a:pt x="233363" y="447675"/>
                </a:lnTo>
                <a:lnTo>
                  <a:pt x="223838" y="447675"/>
                </a:lnTo>
                <a:lnTo>
                  <a:pt x="214313" y="447675"/>
                </a:lnTo>
                <a:lnTo>
                  <a:pt x="204788" y="447675"/>
                </a:lnTo>
                <a:lnTo>
                  <a:pt x="195263" y="447675"/>
                </a:lnTo>
                <a:lnTo>
                  <a:pt x="185738" y="447675"/>
                </a:lnTo>
                <a:lnTo>
                  <a:pt x="176213" y="447675"/>
                </a:lnTo>
                <a:lnTo>
                  <a:pt x="166688" y="447675"/>
                </a:lnTo>
                <a:lnTo>
                  <a:pt x="157163" y="447675"/>
                </a:lnTo>
                <a:lnTo>
                  <a:pt x="147638" y="447675"/>
                </a:lnTo>
                <a:lnTo>
                  <a:pt x="138113" y="447675"/>
                </a:lnTo>
                <a:lnTo>
                  <a:pt x="128588" y="447675"/>
                </a:lnTo>
                <a:lnTo>
                  <a:pt x="119063" y="447675"/>
                </a:lnTo>
                <a:lnTo>
                  <a:pt x="109538" y="447675"/>
                </a:lnTo>
                <a:lnTo>
                  <a:pt x="100013" y="447675"/>
                </a:lnTo>
                <a:lnTo>
                  <a:pt x="90488" y="447675"/>
                </a:lnTo>
                <a:lnTo>
                  <a:pt x="80963" y="447675"/>
                </a:lnTo>
                <a:lnTo>
                  <a:pt x="71438" y="447675"/>
                </a:lnTo>
                <a:lnTo>
                  <a:pt x="61913" y="447675"/>
                </a:lnTo>
                <a:lnTo>
                  <a:pt x="52388" y="447675"/>
                </a:lnTo>
                <a:lnTo>
                  <a:pt x="42863" y="447675"/>
                </a:lnTo>
                <a:lnTo>
                  <a:pt x="33338" y="447675"/>
                </a:lnTo>
                <a:lnTo>
                  <a:pt x="23813" y="447675"/>
                </a:lnTo>
                <a:lnTo>
                  <a:pt x="14288" y="447675"/>
                </a:lnTo>
                <a:lnTo>
                  <a:pt x="4763" y="447675"/>
                </a:lnTo>
                <a:lnTo>
                  <a:pt x="0" y="442913"/>
                </a:lnTo>
                <a:lnTo>
                  <a:pt x="4763" y="438150"/>
                </a:lnTo>
                <a:lnTo>
                  <a:pt x="14288" y="438150"/>
                </a:lnTo>
                <a:lnTo>
                  <a:pt x="23813" y="438150"/>
                </a:lnTo>
                <a:lnTo>
                  <a:pt x="33338" y="438150"/>
                </a:lnTo>
                <a:lnTo>
                  <a:pt x="42863" y="438150"/>
                </a:lnTo>
                <a:lnTo>
                  <a:pt x="52388" y="438150"/>
                </a:lnTo>
                <a:lnTo>
                  <a:pt x="61913" y="438150"/>
                </a:lnTo>
                <a:lnTo>
                  <a:pt x="71438" y="438150"/>
                </a:lnTo>
                <a:lnTo>
                  <a:pt x="80963" y="438150"/>
                </a:lnTo>
                <a:lnTo>
                  <a:pt x="90488" y="438150"/>
                </a:lnTo>
                <a:lnTo>
                  <a:pt x="100013" y="438150"/>
                </a:lnTo>
                <a:lnTo>
                  <a:pt x="109538" y="438150"/>
                </a:lnTo>
                <a:lnTo>
                  <a:pt x="119063" y="438150"/>
                </a:lnTo>
                <a:lnTo>
                  <a:pt x="128588" y="438150"/>
                </a:lnTo>
                <a:lnTo>
                  <a:pt x="138113" y="438150"/>
                </a:lnTo>
                <a:lnTo>
                  <a:pt x="142875" y="433388"/>
                </a:lnTo>
                <a:lnTo>
                  <a:pt x="138113" y="428625"/>
                </a:lnTo>
                <a:lnTo>
                  <a:pt x="128588" y="428625"/>
                </a:lnTo>
                <a:lnTo>
                  <a:pt x="119063" y="428625"/>
                </a:lnTo>
                <a:lnTo>
                  <a:pt x="114300" y="423863"/>
                </a:lnTo>
                <a:lnTo>
                  <a:pt x="109538" y="419100"/>
                </a:lnTo>
                <a:lnTo>
                  <a:pt x="104775" y="414338"/>
                </a:lnTo>
                <a:lnTo>
                  <a:pt x="100013" y="409575"/>
                </a:lnTo>
                <a:lnTo>
                  <a:pt x="95250" y="404813"/>
                </a:lnTo>
                <a:lnTo>
                  <a:pt x="90488" y="400050"/>
                </a:lnTo>
                <a:lnTo>
                  <a:pt x="80963" y="400050"/>
                </a:lnTo>
                <a:lnTo>
                  <a:pt x="76200" y="395288"/>
                </a:lnTo>
                <a:lnTo>
                  <a:pt x="71438" y="390525"/>
                </a:lnTo>
                <a:lnTo>
                  <a:pt x="66675" y="385763"/>
                </a:lnTo>
                <a:lnTo>
                  <a:pt x="66675" y="376238"/>
                </a:lnTo>
                <a:lnTo>
                  <a:pt x="61913" y="371475"/>
                </a:lnTo>
                <a:lnTo>
                  <a:pt x="57150" y="366713"/>
                </a:lnTo>
                <a:lnTo>
                  <a:pt x="52388" y="361950"/>
                </a:lnTo>
                <a:lnTo>
                  <a:pt x="47625" y="357188"/>
                </a:lnTo>
                <a:lnTo>
                  <a:pt x="42863" y="352425"/>
                </a:lnTo>
                <a:lnTo>
                  <a:pt x="38100" y="347663"/>
                </a:lnTo>
                <a:lnTo>
                  <a:pt x="38100" y="338138"/>
                </a:lnTo>
                <a:lnTo>
                  <a:pt x="33338" y="333375"/>
                </a:lnTo>
                <a:lnTo>
                  <a:pt x="28575" y="328613"/>
                </a:lnTo>
                <a:lnTo>
                  <a:pt x="28575" y="319088"/>
                </a:lnTo>
                <a:lnTo>
                  <a:pt x="23813" y="314325"/>
                </a:lnTo>
                <a:lnTo>
                  <a:pt x="19050" y="309563"/>
                </a:lnTo>
                <a:lnTo>
                  <a:pt x="19050" y="300038"/>
                </a:lnTo>
                <a:lnTo>
                  <a:pt x="14288" y="295275"/>
                </a:lnTo>
                <a:lnTo>
                  <a:pt x="9525" y="290513"/>
                </a:lnTo>
                <a:lnTo>
                  <a:pt x="9525" y="280988"/>
                </a:lnTo>
                <a:lnTo>
                  <a:pt x="9525" y="271463"/>
                </a:lnTo>
                <a:lnTo>
                  <a:pt x="9525" y="261938"/>
                </a:lnTo>
                <a:lnTo>
                  <a:pt x="4763" y="257175"/>
                </a:lnTo>
                <a:lnTo>
                  <a:pt x="0" y="252413"/>
                </a:lnTo>
                <a:lnTo>
                  <a:pt x="0" y="242888"/>
                </a:lnTo>
                <a:lnTo>
                  <a:pt x="0" y="233363"/>
                </a:lnTo>
                <a:lnTo>
                  <a:pt x="0" y="223838"/>
                </a:lnTo>
                <a:lnTo>
                  <a:pt x="0" y="214313"/>
                </a:lnTo>
                <a:lnTo>
                  <a:pt x="4763" y="209550"/>
                </a:lnTo>
                <a:lnTo>
                  <a:pt x="9525" y="204788"/>
                </a:lnTo>
                <a:lnTo>
                  <a:pt x="9525" y="195263"/>
                </a:lnTo>
                <a:lnTo>
                  <a:pt x="9525" y="185738"/>
                </a:lnTo>
                <a:lnTo>
                  <a:pt x="9525" y="176213"/>
                </a:lnTo>
                <a:lnTo>
                  <a:pt x="14288" y="171450"/>
                </a:lnTo>
                <a:lnTo>
                  <a:pt x="19050" y="166688"/>
                </a:lnTo>
                <a:lnTo>
                  <a:pt x="19050" y="157163"/>
                </a:lnTo>
                <a:lnTo>
                  <a:pt x="19050" y="147638"/>
                </a:lnTo>
                <a:lnTo>
                  <a:pt x="23813" y="142875"/>
                </a:lnTo>
                <a:lnTo>
                  <a:pt x="28575" y="138113"/>
                </a:lnTo>
                <a:lnTo>
                  <a:pt x="28575" y="128588"/>
                </a:lnTo>
                <a:lnTo>
                  <a:pt x="28575" y="119063"/>
                </a:lnTo>
                <a:lnTo>
                  <a:pt x="33338" y="114300"/>
                </a:lnTo>
                <a:lnTo>
                  <a:pt x="38100" y="109538"/>
                </a:lnTo>
                <a:lnTo>
                  <a:pt x="42863" y="104775"/>
                </a:lnTo>
                <a:lnTo>
                  <a:pt x="47625" y="100013"/>
                </a:lnTo>
                <a:lnTo>
                  <a:pt x="47625" y="90488"/>
                </a:lnTo>
                <a:lnTo>
                  <a:pt x="52388" y="85725"/>
                </a:lnTo>
                <a:lnTo>
                  <a:pt x="57150" y="80963"/>
                </a:lnTo>
                <a:lnTo>
                  <a:pt x="61913" y="76200"/>
                </a:lnTo>
                <a:lnTo>
                  <a:pt x="66675" y="71438"/>
                </a:lnTo>
                <a:lnTo>
                  <a:pt x="71438" y="66675"/>
                </a:lnTo>
                <a:lnTo>
                  <a:pt x="76200" y="61913"/>
                </a:lnTo>
                <a:lnTo>
                  <a:pt x="80963" y="57150"/>
                </a:lnTo>
                <a:lnTo>
                  <a:pt x="85725" y="52388"/>
                </a:lnTo>
                <a:lnTo>
                  <a:pt x="90488" y="47625"/>
                </a:lnTo>
                <a:lnTo>
                  <a:pt x="100013" y="47625"/>
                </a:lnTo>
                <a:lnTo>
                  <a:pt x="104775" y="42863"/>
                </a:lnTo>
                <a:lnTo>
                  <a:pt x="109538" y="38100"/>
                </a:lnTo>
                <a:lnTo>
                  <a:pt x="114300" y="33338"/>
                </a:lnTo>
                <a:lnTo>
                  <a:pt x="119063" y="28575"/>
                </a:lnTo>
                <a:lnTo>
                  <a:pt x="128588" y="28575"/>
                </a:lnTo>
                <a:lnTo>
                  <a:pt x="133350" y="23813"/>
                </a:lnTo>
                <a:lnTo>
                  <a:pt x="138113" y="19050"/>
                </a:lnTo>
                <a:lnTo>
                  <a:pt x="147638" y="19050"/>
                </a:lnTo>
                <a:lnTo>
                  <a:pt x="157163" y="19050"/>
                </a:lnTo>
                <a:lnTo>
                  <a:pt x="161925" y="14288"/>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moveTo>
                  <a:pt x="452438" y="257175"/>
                </a:moveTo>
                <a:lnTo>
                  <a:pt x="447675" y="261938"/>
                </a:lnTo>
                <a:lnTo>
                  <a:pt x="452438" y="266700"/>
                </a:lnTo>
                <a:lnTo>
                  <a:pt x="457200" y="261938"/>
                </a:lnTo>
                <a:lnTo>
                  <a:pt x="452438" y="257175"/>
                </a:lnTo>
                <a:close/>
              </a:path>
            </a:pathLst>
          </a:custGeom>
          <a:solidFill xmlns:a="http://schemas.openxmlformats.org/drawingml/2006/main">
            <a:srgbClr val="A6C998"/>
          </a:solidFill>
          <a:ln xmlns:a="http://schemas.openxmlformats.org/drawingml/2006/main" w="0">
            <a:noFill/>
            <a:prstDash val="solid"/>
          </a:ln>
        </p:spPr>
      </p:sp>
      <p:sp>
        <p:nvSpPr>
          <p:cNvPr id="811" name="layout-candidate-green-87-0">
            <a:extLst xmlns:a="http://schemas.openxmlformats.org/drawingml/2006/main">
              <a:ext uri="{FF2B5EF4-FFF2-40B4-BE49-F238E27FC236}">
                <a16:creationId xmlns:a16="http://schemas.microsoft.com/office/drawing/2014/main" id="{44B3BC91-BE27-4685-B829-48204375285C}"/>
              </a:ext>
            </a:extLst>
          </p:cNvPr>
          <p:cNvSpPr>
            <a:spLocks xmlns:a="http://schemas.openxmlformats.org/drawingml/2006/main" noGrp="1"/>
          </p:cNvSpPr>
          <p:nvPr/>
        </p:nvSpPr>
        <p:spPr>
          <a:xfrm xmlns:a="http://schemas.openxmlformats.org/drawingml/2006/main" rot="0">
            <a:off x="590550" y="4972050"/>
            <a:ext cx="457200" cy="447675"/>
          </a:xfrm>
          <a:custGeom xmlns:a="http://schemas.openxmlformats.org/drawingml/2006/main">
            <a:pathLst>
              <a:path w="457200" h="44767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9075" y="14288"/>
                </a:lnTo>
                <a:lnTo>
                  <a:pt x="219075" y="23813"/>
                </a:lnTo>
                <a:lnTo>
                  <a:pt x="219075" y="33338"/>
                </a:lnTo>
                <a:lnTo>
                  <a:pt x="219075" y="42863"/>
                </a:lnTo>
                <a:lnTo>
                  <a:pt x="219075" y="52388"/>
                </a:lnTo>
                <a:lnTo>
                  <a:pt x="219075" y="61913"/>
                </a:lnTo>
                <a:lnTo>
                  <a:pt x="219075" y="71438"/>
                </a:lnTo>
                <a:lnTo>
                  <a:pt x="219075" y="80963"/>
                </a:lnTo>
                <a:lnTo>
                  <a:pt x="219075" y="90488"/>
                </a:lnTo>
                <a:lnTo>
                  <a:pt x="219075" y="100013"/>
                </a:lnTo>
                <a:lnTo>
                  <a:pt x="219075" y="109538"/>
                </a:lnTo>
                <a:lnTo>
                  <a:pt x="219075" y="119063"/>
                </a:lnTo>
                <a:lnTo>
                  <a:pt x="219075" y="128588"/>
                </a:lnTo>
                <a:lnTo>
                  <a:pt x="219075" y="138113"/>
                </a:lnTo>
                <a:lnTo>
                  <a:pt x="219075" y="147638"/>
                </a:lnTo>
                <a:lnTo>
                  <a:pt x="219075" y="157163"/>
                </a:lnTo>
                <a:lnTo>
                  <a:pt x="219075" y="166688"/>
                </a:lnTo>
                <a:lnTo>
                  <a:pt x="219075" y="176213"/>
                </a:lnTo>
                <a:lnTo>
                  <a:pt x="219075" y="185738"/>
                </a:lnTo>
                <a:lnTo>
                  <a:pt x="219075" y="195263"/>
                </a:lnTo>
                <a:lnTo>
                  <a:pt x="219075" y="204788"/>
                </a:lnTo>
                <a:lnTo>
                  <a:pt x="219075" y="214313"/>
                </a:lnTo>
                <a:lnTo>
                  <a:pt x="219075" y="223838"/>
                </a:lnTo>
                <a:lnTo>
                  <a:pt x="223838" y="228600"/>
                </a:lnTo>
                <a:lnTo>
                  <a:pt x="233363" y="228600"/>
                </a:lnTo>
                <a:lnTo>
                  <a:pt x="242888" y="228600"/>
                </a:lnTo>
                <a:lnTo>
                  <a:pt x="252413" y="228600"/>
                </a:lnTo>
                <a:lnTo>
                  <a:pt x="261938" y="228600"/>
                </a:lnTo>
                <a:lnTo>
                  <a:pt x="271463" y="228600"/>
                </a:lnTo>
                <a:lnTo>
                  <a:pt x="280988" y="228600"/>
                </a:lnTo>
                <a:lnTo>
                  <a:pt x="290513" y="228600"/>
                </a:lnTo>
                <a:lnTo>
                  <a:pt x="300038" y="228600"/>
                </a:lnTo>
                <a:lnTo>
                  <a:pt x="309563" y="228600"/>
                </a:lnTo>
                <a:lnTo>
                  <a:pt x="319088" y="228600"/>
                </a:lnTo>
                <a:lnTo>
                  <a:pt x="328613" y="228600"/>
                </a:lnTo>
                <a:lnTo>
                  <a:pt x="338138" y="228600"/>
                </a:lnTo>
                <a:lnTo>
                  <a:pt x="347663" y="228600"/>
                </a:lnTo>
                <a:lnTo>
                  <a:pt x="357188" y="228600"/>
                </a:lnTo>
                <a:lnTo>
                  <a:pt x="366713" y="228600"/>
                </a:lnTo>
                <a:lnTo>
                  <a:pt x="376238" y="228600"/>
                </a:lnTo>
                <a:lnTo>
                  <a:pt x="385763" y="228600"/>
                </a:lnTo>
                <a:lnTo>
                  <a:pt x="395288" y="228600"/>
                </a:lnTo>
                <a:lnTo>
                  <a:pt x="404813" y="228600"/>
                </a:lnTo>
                <a:lnTo>
                  <a:pt x="414338" y="228600"/>
                </a:lnTo>
                <a:lnTo>
                  <a:pt x="423863" y="228600"/>
                </a:lnTo>
                <a:lnTo>
                  <a:pt x="433388" y="228600"/>
                </a:lnTo>
                <a:lnTo>
                  <a:pt x="442913" y="228600"/>
                </a:lnTo>
                <a:lnTo>
                  <a:pt x="447675" y="233363"/>
                </a:lnTo>
                <a:lnTo>
                  <a:pt x="447675" y="242888"/>
                </a:lnTo>
                <a:lnTo>
                  <a:pt x="447675" y="252413"/>
                </a:lnTo>
                <a:lnTo>
                  <a:pt x="447675" y="261938"/>
                </a:lnTo>
                <a:lnTo>
                  <a:pt x="447675" y="271463"/>
                </a:lnTo>
                <a:lnTo>
                  <a:pt x="442913" y="276225"/>
                </a:lnTo>
                <a:lnTo>
                  <a:pt x="438150" y="280988"/>
                </a:lnTo>
                <a:lnTo>
                  <a:pt x="438150" y="290513"/>
                </a:lnTo>
                <a:lnTo>
                  <a:pt x="438150" y="300038"/>
                </a:lnTo>
                <a:lnTo>
                  <a:pt x="433388" y="304800"/>
                </a:lnTo>
                <a:lnTo>
                  <a:pt x="428625" y="309563"/>
                </a:lnTo>
                <a:lnTo>
                  <a:pt x="428625" y="319088"/>
                </a:lnTo>
                <a:lnTo>
                  <a:pt x="428625" y="328613"/>
                </a:lnTo>
                <a:lnTo>
                  <a:pt x="423863" y="333375"/>
                </a:lnTo>
                <a:lnTo>
                  <a:pt x="419100" y="338138"/>
                </a:lnTo>
                <a:lnTo>
                  <a:pt x="414338" y="342900"/>
                </a:lnTo>
                <a:lnTo>
                  <a:pt x="409575" y="347663"/>
                </a:lnTo>
                <a:lnTo>
                  <a:pt x="409575" y="357188"/>
                </a:lnTo>
                <a:lnTo>
                  <a:pt x="409575" y="366713"/>
                </a:lnTo>
                <a:lnTo>
                  <a:pt x="404813" y="371475"/>
                </a:lnTo>
                <a:lnTo>
                  <a:pt x="395288" y="371475"/>
                </a:lnTo>
                <a:lnTo>
                  <a:pt x="390525" y="376238"/>
                </a:lnTo>
                <a:lnTo>
                  <a:pt x="385763" y="381000"/>
                </a:lnTo>
                <a:lnTo>
                  <a:pt x="381000" y="385763"/>
                </a:lnTo>
                <a:lnTo>
                  <a:pt x="376238" y="390525"/>
                </a:lnTo>
                <a:lnTo>
                  <a:pt x="371475" y="395288"/>
                </a:lnTo>
                <a:lnTo>
                  <a:pt x="366713" y="400050"/>
                </a:lnTo>
                <a:lnTo>
                  <a:pt x="361950" y="404813"/>
                </a:lnTo>
                <a:lnTo>
                  <a:pt x="357188" y="409575"/>
                </a:lnTo>
                <a:lnTo>
                  <a:pt x="347663" y="409575"/>
                </a:lnTo>
                <a:lnTo>
                  <a:pt x="342900" y="414338"/>
                </a:lnTo>
                <a:lnTo>
                  <a:pt x="338138" y="419100"/>
                </a:lnTo>
                <a:lnTo>
                  <a:pt x="328613" y="419100"/>
                </a:lnTo>
                <a:lnTo>
                  <a:pt x="323850" y="423863"/>
                </a:lnTo>
                <a:lnTo>
                  <a:pt x="319088" y="428625"/>
                </a:lnTo>
                <a:lnTo>
                  <a:pt x="309563" y="428625"/>
                </a:lnTo>
                <a:lnTo>
                  <a:pt x="304800" y="433388"/>
                </a:lnTo>
                <a:lnTo>
                  <a:pt x="309563" y="438150"/>
                </a:lnTo>
                <a:lnTo>
                  <a:pt x="319088" y="438150"/>
                </a:lnTo>
                <a:lnTo>
                  <a:pt x="328613" y="438150"/>
                </a:lnTo>
                <a:lnTo>
                  <a:pt x="338138" y="438150"/>
                </a:lnTo>
                <a:lnTo>
                  <a:pt x="347663" y="438150"/>
                </a:lnTo>
                <a:lnTo>
                  <a:pt x="357188" y="438150"/>
                </a:lnTo>
                <a:lnTo>
                  <a:pt x="366713" y="438150"/>
                </a:lnTo>
                <a:lnTo>
                  <a:pt x="376238" y="438150"/>
                </a:lnTo>
                <a:lnTo>
                  <a:pt x="385763" y="438150"/>
                </a:lnTo>
                <a:lnTo>
                  <a:pt x="395288" y="438150"/>
                </a:lnTo>
                <a:lnTo>
                  <a:pt x="404813" y="438150"/>
                </a:lnTo>
                <a:lnTo>
                  <a:pt x="414338" y="438150"/>
                </a:lnTo>
                <a:lnTo>
                  <a:pt x="423863" y="438150"/>
                </a:lnTo>
                <a:lnTo>
                  <a:pt x="433388" y="438150"/>
                </a:lnTo>
                <a:lnTo>
                  <a:pt x="442913" y="438150"/>
                </a:lnTo>
                <a:lnTo>
                  <a:pt x="452438" y="438150"/>
                </a:lnTo>
                <a:lnTo>
                  <a:pt x="457200" y="442913"/>
                </a:lnTo>
                <a:lnTo>
                  <a:pt x="452438" y="447675"/>
                </a:lnTo>
                <a:lnTo>
                  <a:pt x="442913" y="447675"/>
                </a:lnTo>
                <a:lnTo>
                  <a:pt x="433388" y="447675"/>
                </a:lnTo>
                <a:lnTo>
                  <a:pt x="423863" y="447675"/>
                </a:lnTo>
                <a:lnTo>
                  <a:pt x="414338" y="447675"/>
                </a:lnTo>
                <a:lnTo>
                  <a:pt x="404813" y="447675"/>
                </a:lnTo>
                <a:lnTo>
                  <a:pt x="395288" y="447675"/>
                </a:lnTo>
                <a:lnTo>
                  <a:pt x="385763" y="447675"/>
                </a:lnTo>
                <a:lnTo>
                  <a:pt x="376238" y="447675"/>
                </a:lnTo>
                <a:lnTo>
                  <a:pt x="366713" y="447675"/>
                </a:lnTo>
                <a:lnTo>
                  <a:pt x="357188" y="447675"/>
                </a:lnTo>
                <a:lnTo>
                  <a:pt x="347663" y="447675"/>
                </a:lnTo>
                <a:lnTo>
                  <a:pt x="338138" y="447675"/>
                </a:lnTo>
                <a:lnTo>
                  <a:pt x="328613" y="447675"/>
                </a:lnTo>
                <a:lnTo>
                  <a:pt x="319088" y="447675"/>
                </a:lnTo>
                <a:lnTo>
                  <a:pt x="309563" y="447675"/>
                </a:lnTo>
                <a:lnTo>
                  <a:pt x="300038" y="447675"/>
                </a:lnTo>
                <a:lnTo>
                  <a:pt x="290513" y="447675"/>
                </a:lnTo>
                <a:lnTo>
                  <a:pt x="280988" y="447675"/>
                </a:lnTo>
                <a:lnTo>
                  <a:pt x="271463" y="447675"/>
                </a:lnTo>
                <a:lnTo>
                  <a:pt x="261938" y="447675"/>
                </a:lnTo>
                <a:lnTo>
                  <a:pt x="252413" y="447675"/>
                </a:lnTo>
                <a:lnTo>
                  <a:pt x="242888" y="447675"/>
                </a:lnTo>
                <a:lnTo>
                  <a:pt x="233363" y="447675"/>
                </a:lnTo>
                <a:lnTo>
                  <a:pt x="223838" y="447675"/>
                </a:lnTo>
                <a:lnTo>
                  <a:pt x="214313" y="447675"/>
                </a:lnTo>
                <a:lnTo>
                  <a:pt x="204788" y="447675"/>
                </a:lnTo>
                <a:lnTo>
                  <a:pt x="195263" y="447675"/>
                </a:lnTo>
                <a:lnTo>
                  <a:pt x="185738" y="447675"/>
                </a:lnTo>
                <a:lnTo>
                  <a:pt x="176213" y="447675"/>
                </a:lnTo>
                <a:lnTo>
                  <a:pt x="166688" y="447675"/>
                </a:lnTo>
                <a:lnTo>
                  <a:pt x="157163" y="447675"/>
                </a:lnTo>
                <a:lnTo>
                  <a:pt x="147638" y="447675"/>
                </a:lnTo>
                <a:lnTo>
                  <a:pt x="138113" y="447675"/>
                </a:lnTo>
                <a:lnTo>
                  <a:pt x="128588" y="447675"/>
                </a:lnTo>
                <a:lnTo>
                  <a:pt x="119063" y="447675"/>
                </a:lnTo>
                <a:lnTo>
                  <a:pt x="109538" y="447675"/>
                </a:lnTo>
                <a:lnTo>
                  <a:pt x="100013" y="447675"/>
                </a:lnTo>
                <a:lnTo>
                  <a:pt x="90488" y="447675"/>
                </a:lnTo>
                <a:lnTo>
                  <a:pt x="80963" y="447675"/>
                </a:lnTo>
                <a:lnTo>
                  <a:pt x="71438" y="447675"/>
                </a:lnTo>
                <a:lnTo>
                  <a:pt x="61913" y="447675"/>
                </a:lnTo>
                <a:lnTo>
                  <a:pt x="52388" y="447675"/>
                </a:lnTo>
                <a:lnTo>
                  <a:pt x="42863" y="447675"/>
                </a:lnTo>
                <a:lnTo>
                  <a:pt x="33338" y="447675"/>
                </a:lnTo>
                <a:lnTo>
                  <a:pt x="23813" y="447675"/>
                </a:lnTo>
                <a:lnTo>
                  <a:pt x="14288" y="447675"/>
                </a:lnTo>
                <a:lnTo>
                  <a:pt x="4763" y="447675"/>
                </a:lnTo>
                <a:lnTo>
                  <a:pt x="0" y="442913"/>
                </a:lnTo>
                <a:lnTo>
                  <a:pt x="4763" y="438150"/>
                </a:lnTo>
                <a:lnTo>
                  <a:pt x="14288" y="438150"/>
                </a:lnTo>
                <a:lnTo>
                  <a:pt x="23813" y="438150"/>
                </a:lnTo>
                <a:lnTo>
                  <a:pt x="33338" y="438150"/>
                </a:lnTo>
                <a:lnTo>
                  <a:pt x="42863" y="438150"/>
                </a:lnTo>
                <a:lnTo>
                  <a:pt x="52388" y="438150"/>
                </a:lnTo>
                <a:lnTo>
                  <a:pt x="61913" y="438150"/>
                </a:lnTo>
                <a:lnTo>
                  <a:pt x="71438" y="438150"/>
                </a:lnTo>
                <a:lnTo>
                  <a:pt x="80963" y="438150"/>
                </a:lnTo>
                <a:lnTo>
                  <a:pt x="90488" y="438150"/>
                </a:lnTo>
                <a:lnTo>
                  <a:pt x="100013" y="438150"/>
                </a:lnTo>
                <a:lnTo>
                  <a:pt x="109538" y="438150"/>
                </a:lnTo>
                <a:lnTo>
                  <a:pt x="119063" y="438150"/>
                </a:lnTo>
                <a:lnTo>
                  <a:pt x="128588" y="438150"/>
                </a:lnTo>
                <a:lnTo>
                  <a:pt x="138113" y="438150"/>
                </a:lnTo>
                <a:lnTo>
                  <a:pt x="147638" y="438150"/>
                </a:lnTo>
                <a:lnTo>
                  <a:pt x="152400" y="433388"/>
                </a:lnTo>
                <a:lnTo>
                  <a:pt x="147638" y="428625"/>
                </a:lnTo>
                <a:lnTo>
                  <a:pt x="138113" y="428625"/>
                </a:lnTo>
                <a:lnTo>
                  <a:pt x="133350" y="423863"/>
                </a:lnTo>
                <a:lnTo>
                  <a:pt x="128588" y="419100"/>
                </a:lnTo>
                <a:lnTo>
                  <a:pt x="119063" y="419100"/>
                </a:lnTo>
                <a:lnTo>
                  <a:pt x="114300" y="414338"/>
                </a:lnTo>
                <a:lnTo>
                  <a:pt x="109538" y="409575"/>
                </a:lnTo>
                <a:lnTo>
                  <a:pt x="104775" y="404813"/>
                </a:lnTo>
                <a:lnTo>
                  <a:pt x="100013" y="400050"/>
                </a:lnTo>
                <a:lnTo>
                  <a:pt x="90488" y="400050"/>
                </a:lnTo>
                <a:lnTo>
                  <a:pt x="85725" y="395288"/>
                </a:lnTo>
                <a:lnTo>
                  <a:pt x="80963" y="390525"/>
                </a:lnTo>
                <a:lnTo>
                  <a:pt x="76200" y="385763"/>
                </a:lnTo>
                <a:lnTo>
                  <a:pt x="71438" y="381000"/>
                </a:lnTo>
                <a:lnTo>
                  <a:pt x="66675" y="376238"/>
                </a:lnTo>
                <a:lnTo>
                  <a:pt x="61913" y="371475"/>
                </a:lnTo>
                <a:lnTo>
                  <a:pt x="57150" y="366713"/>
                </a:lnTo>
                <a:lnTo>
                  <a:pt x="52388" y="361950"/>
                </a:lnTo>
                <a:lnTo>
                  <a:pt x="47625" y="357188"/>
                </a:lnTo>
                <a:lnTo>
                  <a:pt x="47625" y="347663"/>
                </a:lnTo>
                <a:lnTo>
                  <a:pt x="42863" y="342900"/>
                </a:lnTo>
                <a:lnTo>
                  <a:pt x="38100" y="338138"/>
                </a:lnTo>
                <a:lnTo>
                  <a:pt x="33338" y="333375"/>
                </a:lnTo>
                <a:lnTo>
                  <a:pt x="28575" y="328613"/>
                </a:lnTo>
                <a:lnTo>
                  <a:pt x="28575" y="319088"/>
                </a:lnTo>
                <a:lnTo>
                  <a:pt x="28575" y="309563"/>
                </a:lnTo>
                <a:lnTo>
                  <a:pt x="23813" y="304800"/>
                </a:lnTo>
                <a:lnTo>
                  <a:pt x="19050" y="300038"/>
                </a:lnTo>
                <a:lnTo>
                  <a:pt x="19050" y="290513"/>
                </a:lnTo>
                <a:lnTo>
                  <a:pt x="19050" y="280988"/>
                </a:lnTo>
                <a:lnTo>
                  <a:pt x="14288" y="276225"/>
                </a:lnTo>
                <a:lnTo>
                  <a:pt x="9525" y="271463"/>
                </a:lnTo>
                <a:lnTo>
                  <a:pt x="9525" y="261938"/>
                </a:lnTo>
                <a:lnTo>
                  <a:pt x="9525" y="252413"/>
                </a:lnTo>
                <a:lnTo>
                  <a:pt x="9525" y="242888"/>
                </a:lnTo>
                <a:lnTo>
                  <a:pt x="9525" y="233363"/>
                </a:lnTo>
                <a:lnTo>
                  <a:pt x="9525" y="223838"/>
                </a:lnTo>
                <a:lnTo>
                  <a:pt x="9525" y="214313"/>
                </a:lnTo>
                <a:lnTo>
                  <a:pt x="9525" y="204788"/>
                </a:lnTo>
                <a:lnTo>
                  <a:pt x="14288" y="200025"/>
                </a:lnTo>
                <a:lnTo>
                  <a:pt x="19050" y="195263"/>
                </a:lnTo>
                <a:lnTo>
                  <a:pt x="19050" y="185738"/>
                </a:lnTo>
                <a:lnTo>
                  <a:pt x="19050" y="176213"/>
                </a:lnTo>
                <a:lnTo>
                  <a:pt x="19050" y="166688"/>
                </a:lnTo>
                <a:lnTo>
                  <a:pt x="23813" y="161925"/>
                </a:lnTo>
                <a:lnTo>
                  <a:pt x="28575" y="157163"/>
                </a:lnTo>
                <a:lnTo>
                  <a:pt x="28575" y="147638"/>
                </a:lnTo>
                <a:lnTo>
                  <a:pt x="28575" y="138113"/>
                </a:lnTo>
                <a:lnTo>
                  <a:pt x="33338" y="133350"/>
                </a:lnTo>
                <a:lnTo>
                  <a:pt x="38100" y="128588"/>
                </a:lnTo>
                <a:lnTo>
                  <a:pt x="38100" y="119063"/>
                </a:lnTo>
                <a:lnTo>
                  <a:pt x="42863" y="114300"/>
                </a:lnTo>
                <a:lnTo>
                  <a:pt x="47625" y="109538"/>
                </a:lnTo>
                <a:lnTo>
                  <a:pt x="52388" y="104775"/>
                </a:lnTo>
                <a:lnTo>
                  <a:pt x="57150" y="100013"/>
                </a:lnTo>
                <a:lnTo>
                  <a:pt x="57150" y="90488"/>
                </a:lnTo>
                <a:lnTo>
                  <a:pt x="61913" y="85725"/>
                </a:lnTo>
                <a:lnTo>
                  <a:pt x="66675" y="80963"/>
                </a:lnTo>
                <a:lnTo>
                  <a:pt x="71438" y="76200"/>
                </a:lnTo>
                <a:lnTo>
                  <a:pt x="76200" y="71438"/>
                </a:lnTo>
                <a:lnTo>
                  <a:pt x="80963" y="66675"/>
                </a:lnTo>
                <a:lnTo>
                  <a:pt x="85725" y="61913"/>
                </a:lnTo>
                <a:lnTo>
                  <a:pt x="90488" y="57150"/>
                </a:lnTo>
                <a:lnTo>
                  <a:pt x="100013" y="57150"/>
                </a:lnTo>
                <a:lnTo>
                  <a:pt x="104775" y="52388"/>
                </a:lnTo>
                <a:lnTo>
                  <a:pt x="109538" y="47625"/>
                </a:lnTo>
                <a:lnTo>
                  <a:pt x="114300" y="42863"/>
                </a:lnTo>
                <a:lnTo>
                  <a:pt x="119063" y="38100"/>
                </a:lnTo>
                <a:lnTo>
                  <a:pt x="123825" y="33338"/>
                </a:lnTo>
                <a:lnTo>
                  <a:pt x="128588" y="28575"/>
                </a:lnTo>
                <a:lnTo>
                  <a:pt x="138113" y="28575"/>
                </a:lnTo>
                <a:lnTo>
                  <a:pt x="147638" y="28575"/>
                </a:lnTo>
                <a:lnTo>
                  <a:pt x="152400" y="23813"/>
                </a:lnTo>
                <a:lnTo>
                  <a:pt x="157163" y="19050"/>
                </a:lnTo>
                <a:lnTo>
                  <a:pt x="166688" y="19050"/>
                </a:lnTo>
                <a:lnTo>
                  <a:pt x="176213" y="19050"/>
                </a:lnTo>
                <a:lnTo>
                  <a:pt x="180975" y="14288"/>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A7CB9A"/>
          </a:solidFill>
          <a:ln xmlns:a="http://schemas.openxmlformats.org/drawingml/2006/main" w="0">
            <a:noFill/>
            <a:prstDash val="solid"/>
          </a:ln>
        </p:spPr>
      </p:sp>
      <p:sp>
        <p:nvSpPr>
          <p:cNvPr id="812" name="layout-candidate-green-87-1">
            <a:extLst xmlns:a="http://schemas.openxmlformats.org/drawingml/2006/main">
              <a:ext uri="{FF2B5EF4-FFF2-40B4-BE49-F238E27FC236}">
                <a16:creationId xmlns:a16="http://schemas.microsoft.com/office/drawing/2014/main" id="{CA5A4E03-C964-4A8E-B7CD-0B8ECD3E7A40}"/>
              </a:ext>
            </a:extLst>
          </p:cNvPr>
          <p:cNvSpPr>
            <a:spLocks xmlns:a="http://schemas.openxmlformats.org/drawingml/2006/main" noGrp="1"/>
          </p:cNvSpPr>
          <p:nvPr/>
        </p:nvSpPr>
        <p:spPr>
          <a:xfrm xmlns:a="http://schemas.openxmlformats.org/drawingml/2006/main" rot="0">
            <a:off x="1047750" y="5200650"/>
            <a:ext cx="9525" cy="209550"/>
          </a:xfrm>
          <a:custGeom xmlns:a="http://schemas.openxmlformats.org/drawingml/2006/main">
            <a:pathLst>
              <a:path w="9525" h="2095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4763" y="209550"/>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A7CB9A"/>
          </a:solidFill>
          <a:ln xmlns:a="http://schemas.openxmlformats.org/drawingml/2006/main" w="0">
            <a:noFill/>
            <a:prstDash val="solid"/>
          </a:ln>
        </p:spPr>
      </p:sp>
      <p:sp>
        <p:nvSpPr>
          <p:cNvPr id="813" name="layout-candidate-green-88-0">
            <a:extLst xmlns:a="http://schemas.openxmlformats.org/drawingml/2006/main">
              <a:ext uri="{FF2B5EF4-FFF2-40B4-BE49-F238E27FC236}">
                <a16:creationId xmlns:a16="http://schemas.microsoft.com/office/drawing/2014/main" id="{4537CE41-E4C1-451F-831B-E6F306842B4B}"/>
              </a:ext>
            </a:extLst>
          </p:cNvPr>
          <p:cNvSpPr>
            <a:spLocks xmlns:a="http://schemas.openxmlformats.org/drawingml/2006/main" noGrp="1"/>
          </p:cNvSpPr>
          <p:nvPr/>
        </p:nvSpPr>
        <p:spPr>
          <a:xfrm xmlns:a="http://schemas.openxmlformats.org/drawingml/2006/main" rot="0">
            <a:off x="590550" y="4972050"/>
            <a:ext cx="457200" cy="447675"/>
          </a:xfrm>
          <a:custGeom xmlns:a="http://schemas.openxmlformats.org/drawingml/2006/main">
            <a:pathLst>
              <a:path w="457200" h="44767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9075" y="14288"/>
                </a:lnTo>
                <a:lnTo>
                  <a:pt x="219075" y="23813"/>
                </a:lnTo>
                <a:lnTo>
                  <a:pt x="219075" y="33338"/>
                </a:lnTo>
                <a:lnTo>
                  <a:pt x="219075" y="42863"/>
                </a:lnTo>
                <a:lnTo>
                  <a:pt x="219075" y="52388"/>
                </a:lnTo>
                <a:lnTo>
                  <a:pt x="219075" y="61913"/>
                </a:lnTo>
                <a:lnTo>
                  <a:pt x="219075" y="71438"/>
                </a:lnTo>
                <a:lnTo>
                  <a:pt x="219075" y="80963"/>
                </a:lnTo>
                <a:lnTo>
                  <a:pt x="219075" y="90488"/>
                </a:lnTo>
                <a:lnTo>
                  <a:pt x="219075" y="100013"/>
                </a:lnTo>
                <a:lnTo>
                  <a:pt x="219075" y="109538"/>
                </a:lnTo>
                <a:lnTo>
                  <a:pt x="219075" y="119063"/>
                </a:lnTo>
                <a:lnTo>
                  <a:pt x="219075" y="128588"/>
                </a:lnTo>
                <a:lnTo>
                  <a:pt x="219075" y="138113"/>
                </a:lnTo>
                <a:lnTo>
                  <a:pt x="219075" y="147638"/>
                </a:lnTo>
                <a:lnTo>
                  <a:pt x="219075" y="157163"/>
                </a:lnTo>
                <a:lnTo>
                  <a:pt x="219075" y="166688"/>
                </a:lnTo>
                <a:lnTo>
                  <a:pt x="219075" y="176213"/>
                </a:lnTo>
                <a:lnTo>
                  <a:pt x="219075" y="185738"/>
                </a:lnTo>
                <a:lnTo>
                  <a:pt x="219075" y="195263"/>
                </a:lnTo>
                <a:lnTo>
                  <a:pt x="219075" y="204788"/>
                </a:lnTo>
                <a:lnTo>
                  <a:pt x="219075" y="214313"/>
                </a:lnTo>
                <a:lnTo>
                  <a:pt x="219075" y="223838"/>
                </a:lnTo>
                <a:lnTo>
                  <a:pt x="223838" y="228600"/>
                </a:lnTo>
                <a:lnTo>
                  <a:pt x="233363" y="228600"/>
                </a:lnTo>
                <a:lnTo>
                  <a:pt x="242888" y="228600"/>
                </a:lnTo>
                <a:lnTo>
                  <a:pt x="252413" y="228600"/>
                </a:lnTo>
                <a:lnTo>
                  <a:pt x="261938" y="228600"/>
                </a:lnTo>
                <a:lnTo>
                  <a:pt x="271463" y="228600"/>
                </a:lnTo>
                <a:lnTo>
                  <a:pt x="280988" y="228600"/>
                </a:lnTo>
                <a:lnTo>
                  <a:pt x="290513" y="228600"/>
                </a:lnTo>
                <a:lnTo>
                  <a:pt x="300038" y="228600"/>
                </a:lnTo>
                <a:lnTo>
                  <a:pt x="309563" y="228600"/>
                </a:lnTo>
                <a:lnTo>
                  <a:pt x="319088" y="228600"/>
                </a:lnTo>
                <a:lnTo>
                  <a:pt x="328613" y="228600"/>
                </a:lnTo>
                <a:lnTo>
                  <a:pt x="338138" y="228600"/>
                </a:lnTo>
                <a:lnTo>
                  <a:pt x="347663" y="228600"/>
                </a:lnTo>
                <a:lnTo>
                  <a:pt x="357188" y="228600"/>
                </a:lnTo>
                <a:lnTo>
                  <a:pt x="366713" y="228600"/>
                </a:lnTo>
                <a:lnTo>
                  <a:pt x="376238" y="228600"/>
                </a:lnTo>
                <a:lnTo>
                  <a:pt x="385763" y="228600"/>
                </a:lnTo>
                <a:lnTo>
                  <a:pt x="395288" y="228600"/>
                </a:lnTo>
                <a:lnTo>
                  <a:pt x="404813" y="228600"/>
                </a:lnTo>
                <a:lnTo>
                  <a:pt x="414338" y="228600"/>
                </a:lnTo>
                <a:lnTo>
                  <a:pt x="423863" y="228600"/>
                </a:lnTo>
                <a:lnTo>
                  <a:pt x="433388" y="228600"/>
                </a:lnTo>
                <a:lnTo>
                  <a:pt x="442913" y="228600"/>
                </a:lnTo>
                <a:lnTo>
                  <a:pt x="447675" y="233363"/>
                </a:lnTo>
                <a:lnTo>
                  <a:pt x="442913" y="238125"/>
                </a:lnTo>
                <a:lnTo>
                  <a:pt x="438150" y="242888"/>
                </a:lnTo>
                <a:lnTo>
                  <a:pt x="438150" y="252413"/>
                </a:lnTo>
                <a:lnTo>
                  <a:pt x="438150" y="261938"/>
                </a:lnTo>
                <a:lnTo>
                  <a:pt x="438150" y="271463"/>
                </a:lnTo>
                <a:lnTo>
                  <a:pt x="433388" y="276225"/>
                </a:lnTo>
                <a:lnTo>
                  <a:pt x="428625" y="280988"/>
                </a:lnTo>
                <a:lnTo>
                  <a:pt x="428625" y="290513"/>
                </a:lnTo>
                <a:lnTo>
                  <a:pt x="428625" y="300038"/>
                </a:lnTo>
                <a:lnTo>
                  <a:pt x="423863" y="304800"/>
                </a:lnTo>
                <a:lnTo>
                  <a:pt x="419100" y="309563"/>
                </a:lnTo>
                <a:lnTo>
                  <a:pt x="419100" y="319088"/>
                </a:lnTo>
                <a:lnTo>
                  <a:pt x="419100" y="328613"/>
                </a:lnTo>
                <a:lnTo>
                  <a:pt x="419100" y="338138"/>
                </a:lnTo>
                <a:lnTo>
                  <a:pt x="414338" y="342900"/>
                </a:lnTo>
                <a:lnTo>
                  <a:pt x="404813" y="342900"/>
                </a:lnTo>
                <a:lnTo>
                  <a:pt x="400050" y="347663"/>
                </a:lnTo>
                <a:lnTo>
                  <a:pt x="400050" y="357188"/>
                </a:lnTo>
                <a:lnTo>
                  <a:pt x="395288" y="361950"/>
                </a:lnTo>
                <a:lnTo>
                  <a:pt x="390525" y="366713"/>
                </a:lnTo>
                <a:lnTo>
                  <a:pt x="385763" y="371475"/>
                </a:lnTo>
                <a:lnTo>
                  <a:pt x="381000" y="376238"/>
                </a:lnTo>
                <a:lnTo>
                  <a:pt x="376238" y="381000"/>
                </a:lnTo>
                <a:lnTo>
                  <a:pt x="371475" y="385763"/>
                </a:lnTo>
                <a:lnTo>
                  <a:pt x="366713" y="390525"/>
                </a:lnTo>
                <a:lnTo>
                  <a:pt x="361950" y="395288"/>
                </a:lnTo>
                <a:lnTo>
                  <a:pt x="357188" y="400050"/>
                </a:lnTo>
                <a:lnTo>
                  <a:pt x="352425" y="404813"/>
                </a:lnTo>
                <a:lnTo>
                  <a:pt x="347663" y="409575"/>
                </a:lnTo>
                <a:lnTo>
                  <a:pt x="338138" y="409575"/>
                </a:lnTo>
                <a:lnTo>
                  <a:pt x="333375" y="414338"/>
                </a:lnTo>
                <a:lnTo>
                  <a:pt x="328613" y="419100"/>
                </a:lnTo>
                <a:lnTo>
                  <a:pt x="319088" y="419100"/>
                </a:lnTo>
                <a:lnTo>
                  <a:pt x="314325" y="423863"/>
                </a:lnTo>
                <a:lnTo>
                  <a:pt x="309563" y="428625"/>
                </a:lnTo>
                <a:lnTo>
                  <a:pt x="300038" y="428625"/>
                </a:lnTo>
                <a:lnTo>
                  <a:pt x="290513" y="428625"/>
                </a:lnTo>
                <a:lnTo>
                  <a:pt x="280988" y="428625"/>
                </a:lnTo>
                <a:lnTo>
                  <a:pt x="276225" y="433388"/>
                </a:lnTo>
                <a:lnTo>
                  <a:pt x="280988" y="438150"/>
                </a:lnTo>
                <a:lnTo>
                  <a:pt x="290513" y="438150"/>
                </a:lnTo>
                <a:lnTo>
                  <a:pt x="300038" y="438150"/>
                </a:lnTo>
                <a:lnTo>
                  <a:pt x="309563" y="438150"/>
                </a:lnTo>
                <a:lnTo>
                  <a:pt x="319088" y="438150"/>
                </a:lnTo>
                <a:lnTo>
                  <a:pt x="328613" y="438150"/>
                </a:lnTo>
                <a:lnTo>
                  <a:pt x="338138" y="438150"/>
                </a:lnTo>
                <a:lnTo>
                  <a:pt x="347663" y="438150"/>
                </a:lnTo>
                <a:lnTo>
                  <a:pt x="357188" y="438150"/>
                </a:lnTo>
                <a:lnTo>
                  <a:pt x="366713" y="438150"/>
                </a:lnTo>
                <a:lnTo>
                  <a:pt x="376238" y="438150"/>
                </a:lnTo>
                <a:lnTo>
                  <a:pt x="385763" y="438150"/>
                </a:lnTo>
                <a:lnTo>
                  <a:pt x="395288" y="438150"/>
                </a:lnTo>
                <a:lnTo>
                  <a:pt x="404813" y="438150"/>
                </a:lnTo>
                <a:lnTo>
                  <a:pt x="414338" y="438150"/>
                </a:lnTo>
                <a:lnTo>
                  <a:pt x="423863" y="438150"/>
                </a:lnTo>
                <a:lnTo>
                  <a:pt x="433388" y="438150"/>
                </a:lnTo>
                <a:lnTo>
                  <a:pt x="442913" y="438150"/>
                </a:lnTo>
                <a:lnTo>
                  <a:pt x="452438" y="438150"/>
                </a:lnTo>
                <a:lnTo>
                  <a:pt x="457200" y="442913"/>
                </a:lnTo>
                <a:lnTo>
                  <a:pt x="452438" y="447675"/>
                </a:lnTo>
                <a:lnTo>
                  <a:pt x="442913" y="447675"/>
                </a:lnTo>
                <a:lnTo>
                  <a:pt x="433388" y="447675"/>
                </a:lnTo>
                <a:lnTo>
                  <a:pt x="423863" y="447675"/>
                </a:lnTo>
                <a:lnTo>
                  <a:pt x="414338" y="447675"/>
                </a:lnTo>
                <a:lnTo>
                  <a:pt x="404813" y="447675"/>
                </a:lnTo>
                <a:lnTo>
                  <a:pt x="395288" y="447675"/>
                </a:lnTo>
                <a:lnTo>
                  <a:pt x="385763" y="447675"/>
                </a:lnTo>
                <a:lnTo>
                  <a:pt x="376238" y="447675"/>
                </a:lnTo>
                <a:lnTo>
                  <a:pt x="366713" y="447675"/>
                </a:lnTo>
                <a:lnTo>
                  <a:pt x="357188" y="447675"/>
                </a:lnTo>
                <a:lnTo>
                  <a:pt x="347663" y="447675"/>
                </a:lnTo>
                <a:lnTo>
                  <a:pt x="338138" y="447675"/>
                </a:lnTo>
                <a:lnTo>
                  <a:pt x="328613" y="447675"/>
                </a:lnTo>
                <a:lnTo>
                  <a:pt x="319088" y="447675"/>
                </a:lnTo>
                <a:lnTo>
                  <a:pt x="309563" y="447675"/>
                </a:lnTo>
                <a:lnTo>
                  <a:pt x="300038" y="447675"/>
                </a:lnTo>
                <a:lnTo>
                  <a:pt x="290513" y="447675"/>
                </a:lnTo>
                <a:lnTo>
                  <a:pt x="280988" y="447675"/>
                </a:lnTo>
                <a:lnTo>
                  <a:pt x="271463" y="447675"/>
                </a:lnTo>
                <a:lnTo>
                  <a:pt x="261938" y="447675"/>
                </a:lnTo>
                <a:lnTo>
                  <a:pt x="252413" y="447675"/>
                </a:lnTo>
                <a:lnTo>
                  <a:pt x="242888" y="447675"/>
                </a:lnTo>
                <a:lnTo>
                  <a:pt x="233363" y="447675"/>
                </a:lnTo>
                <a:lnTo>
                  <a:pt x="223838" y="447675"/>
                </a:lnTo>
                <a:lnTo>
                  <a:pt x="214313" y="447675"/>
                </a:lnTo>
                <a:lnTo>
                  <a:pt x="204788" y="447675"/>
                </a:lnTo>
                <a:lnTo>
                  <a:pt x="195263" y="447675"/>
                </a:lnTo>
                <a:lnTo>
                  <a:pt x="185738" y="447675"/>
                </a:lnTo>
                <a:lnTo>
                  <a:pt x="176213" y="447675"/>
                </a:lnTo>
                <a:lnTo>
                  <a:pt x="166688" y="447675"/>
                </a:lnTo>
                <a:lnTo>
                  <a:pt x="157163" y="447675"/>
                </a:lnTo>
                <a:lnTo>
                  <a:pt x="147638" y="447675"/>
                </a:lnTo>
                <a:lnTo>
                  <a:pt x="138113" y="447675"/>
                </a:lnTo>
                <a:lnTo>
                  <a:pt x="128588" y="447675"/>
                </a:lnTo>
                <a:lnTo>
                  <a:pt x="119063" y="447675"/>
                </a:lnTo>
                <a:lnTo>
                  <a:pt x="109538" y="447675"/>
                </a:lnTo>
                <a:lnTo>
                  <a:pt x="100013" y="447675"/>
                </a:lnTo>
                <a:lnTo>
                  <a:pt x="90488" y="447675"/>
                </a:lnTo>
                <a:lnTo>
                  <a:pt x="80963" y="447675"/>
                </a:lnTo>
                <a:lnTo>
                  <a:pt x="71438" y="447675"/>
                </a:lnTo>
                <a:lnTo>
                  <a:pt x="61913" y="447675"/>
                </a:lnTo>
                <a:lnTo>
                  <a:pt x="52388" y="447675"/>
                </a:lnTo>
                <a:lnTo>
                  <a:pt x="42863" y="447675"/>
                </a:lnTo>
                <a:lnTo>
                  <a:pt x="33338" y="447675"/>
                </a:lnTo>
                <a:lnTo>
                  <a:pt x="23813" y="447675"/>
                </a:lnTo>
                <a:lnTo>
                  <a:pt x="14288" y="447675"/>
                </a:lnTo>
                <a:lnTo>
                  <a:pt x="4763" y="447675"/>
                </a:lnTo>
                <a:lnTo>
                  <a:pt x="0" y="442913"/>
                </a:lnTo>
                <a:lnTo>
                  <a:pt x="4763" y="438150"/>
                </a:lnTo>
                <a:lnTo>
                  <a:pt x="14288" y="438150"/>
                </a:lnTo>
                <a:lnTo>
                  <a:pt x="23813" y="438150"/>
                </a:lnTo>
                <a:lnTo>
                  <a:pt x="33338" y="438150"/>
                </a:lnTo>
                <a:lnTo>
                  <a:pt x="42863" y="438150"/>
                </a:lnTo>
                <a:lnTo>
                  <a:pt x="52388" y="438150"/>
                </a:lnTo>
                <a:lnTo>
                  <a:pt x="61913" y="438150"/>
                </a:lnTo>
                <a:lnTo>
                  <a:pt x="71438" y="438150"/>
                </a:lnTo>
                <a:lnTo>
                  <a:pt x="80963" y="438150"/>
                </a:lnTo>
                <a:lnTo>
                  <a:pt x="90488" y="438150"/>
                </a:lnTo>
                <a:lnTo>
                  <a:pt x="100013" y="438150"/>
                </a:lnTo>
                <a:lnTo>
                  <a:pt x="109538" y="438150"/>
                </a:lnTo>
                <a:lnTo>
                  <a:pt x="119063" y="438150"/>
                </a:lnTo>
                <a:lnTo>
                  <a:pt x="128588" y="438150"/>
                </a:lnTo>
                <a:lnTo>
                  <a:pt x="138113" y="438150"/>
                </a:lnTo>
                <a:lnTo>
                  <a:pt x="147638" y="438150"/>
                </a:lnTo>
                <a:lnTo>
                  <a:pt x="157163" y="438150"/>
                </a:lnTo>
                <a:lnTo>
                  <a:pt x="166688" y="438150"/>
                </a:lnTo>
                <a:lnTo>
                  <a:pt x="176213" y="438150"/>
                </a:lnTo>
                <a:lnTo>
                  <a:pt x="180975" y="433388"/>
                </a:lnTo>
                <a:lnTo>
                  <a:pt x="176213" y="428625"/>
                </a:lnTo>
                <a:lnTo>
                  <a:pt x="166688" y="428625"/>
                </a:lnTo>
                <a:lnTo>
                  <a:pt x="157163" y="428625"/>
                </a:lnTo>
                <a:lnTo>
                  <a:pt x="147638" y="428625"/>
                </a:lnTo>
                <a:lnTo>
                  <a:pt x="142875" y="423863"/>
                </a:lnTo>
                <a:lnTo>
                  <a:pt x="138113" y="419100"/>
                </a:lnTo>
                <a:lnTo>
                  <a:pt x="133350" y="414338"/>
                </a:lnTo>
                <a:lnTo>
                  <a:pt x="128588" y="409575"/>
                </a:lnTo>
                <a:lnTo>
                  <a:pt x="119063" y="409575"/>
                </a:lnTo>
                <a:lnTo>
                  <a:pt x="114300" y="404813"/>
                </a:lnTo>
                <a:lnTo>
                  <a:pt x="109538" y="400050"/>
                </a:lnTo>
                <a:lnTo>
                  <a:pt x="100013" y="400050"/>
                </a:lnTo>
                <a:lnTo>
                  <a:pt x="95250" y="395288"/>
                </a:lnTo>
                <a:lnTo>
                  <a:pt x="90488" y="390525"/>
                </a:lnTo>
                <a:lnTo>
                  <a:pt x="85725" y="385763"/>
                </a:lnTo>
                <a:lnTo>
                  <a:pt x="80963" y="381000"/>
                </a:lnTo>
                <a:lnTo>
                  <a:pt x="76200" y="376238"/>
                </a:lnTo>
                <a:lnTo>
                  <a:pt x="76200" y="366713"/>
                </a:lnTo>
                <a:lnTo>
                  <a:pt x="71438" y="361950"/>
                </a:lnTo>
                <a:lnTo>
                  <a:pt x="61913" y="361950"/>
                </a:lnTo>
                <a:lnTo>
                  <a:pt x="57150" y="357188"/>
                </a:lnTo>
                <a:lnTo>
                  <a:pt x="57150" y="347663"/>
                </a:lnTo>
                <a:lnTo>
                  <a:pt x="52388" y="342900"/>
                </a:lnTo>
                <a:lnTo>
                  <a:pt x="47625" y="338138"/>
                </a:lnTo>
                <a:lnTo>
                  <a:pt x="42863" y="333375"/>
                </a:lnTo>
                <a:lnTo>
                  <a:pt x="38100" y="328613"/>
                </a:lnTo>
                <a:lnTo>
                  <a:pt x="38100" y="319088"/>
                </a:lnTo>
                <a:lnTo>
                  <a:pt x="38100" y="309563"/>
                </a:lnTo>
                <a:lnTo>
                  <a:pt x="33338" y="304800"/>
                </a:lnTo>
                <a:lnTo>
                  <a:pt x="28575" y="300038"/>
                </a:lnTo>
                <a:lnTo>
                  <a:pt x="28575" y="290513"/>
                </a:lnTo>
                <a:lnTo>
                  <a:pt x="28575" y="280988"/>
                </a:lnTo>
                <a:lnTo>
                  <a:pt x="23813" y="276225"/>
                </a:lnTo>
                <a:lnTo>
                  <a:pt x="19050" y="271463"/>
                </a:lnTo>
                <a:lnTo>
                  <a:pt x="19050" y="261938"/>
                </a:lnTo>
                <a:lnTo>
                  <a:pt x="19050" y="252413"/>
                </a:lnTo>
                <a:lnTo>
                  <a:pt x="19050" y="242888"/>
                </a:lnTo>
                <a:lnTo>
                  <a:pt x="19050" y="233363"/>
                </a:lnTo>
                <a:lnTo>
                  <a:pt x="19050" y="223838"/>
                </a:lnTo>
                <a:lnTo>
                  <a:pt x="19050" y="214313"/>
                </a:lnTo>
                <a:lnTo>
                  <a:pt x="19050" y="204788"/>
                </a:lnTo>
                <a:lnTo>
                  <a:pt x="19050" y="195263"/>
                </a:lnTo>
                <a:lnTo>
                  <a:pt x="19050" y="185738"/>
                </a:lnTo>
                <a:lnTo>
                  <a:pt x="19050" y="176213"/>
                </a:lnTo>
                <a:lnTo>
                  <a:pt x="23813" y="171450"/>
                </a:lnTo>
                <a:lnTo>
                  <a:pt x="28575" y="166688"/>
                </a:lnTo>
                <a:lnTo>
                  <a:pt x="33338" y="161925"/>
                </a:lnTo>
                <a:lnTo>
                  <a:pt x="38100" y="157163"/>
                </a:lnTo>
                <a:lnTo>
                  <a:pt x="33338" y="152400"/>
                </a:lnTo>
                <a:lnTo>
                  <a:pt x="28575" y="147638"/>
                </a:lnTo>
                <a:lnTo>
                  <a:pt x="33338" y="142875"/>
                </a:lnTo>
                <a:lnTo>
                  <a:pt x="38100" y="138113"/>
                </a:lnTo>
                <a:lnTo>
                  <a:pt x="42863" y="133350"/>
                </a:lnTo>
                <a:lnTo>
                  <a:pt x="47625" y="128588"/>
                </a:lnTo>
                <a:lnTo>
                  <a:pt x="47625" y="119063"/>
                </a:lnTo>
                <a:lnTo>
                  <a:pt x="52388" y="114300"/>
                </a:lnTo>
                <a:lnTo>
                  <a:pt x="57150" y="109538"/>
                </a:lnTo>
                <a:lnTo>
                  <a:pt x="57150" y="100013"/>
                </a:lnTo>
                <a:lnTo>
                  <a:pt x="61913" y="95250"/>
                </a:lnTo>
                <a:lnTo>
                  <a:pt x="66675" y="90488"/>
                </a:lnTo>
                <a:lnTo>
                  <a:pt x="71438" y="85725"/>
                </a:lnTo>
                <a:lnTo>
                  <a:pt x="76200" y="80963"/>
                </a:lnTo>
                <a:lnTo>
                  <a:pt x="80963" y="76200"/>
                </a:lnTo>
                <a:lnTo>
                  <a:pt x="85725" y="71438"/>
                </a:lnTo>
                <a:lnTo>
                  <a:pt x="90488" y="66675"/>
                </a:lnTo>
                <a:lnTo>
                  <a:pt x="95250" y="61913"/>
                </a:lnTo>
                <a:lnTo>
                  <a:pt x="100013" y="57150"/>
                </a:lnTo>
                <a:lnTo>
                  <a:pt x="109538" y="57150"/>
                </a:lnTo>
                <a:lnTo>
                  <a:pt x="114300" y="52388"/>
                </a:lnTo>
                <a:lnTo>
                  <a:pt x="119063" y="47625"/>
                </a:lnTo>
                <a:lnTo>
                  <a:pt x="128588" y="47625"/>
                </a:lnTo>
                <a:lnTo>
                  <a:pt x="133350" y="42863"/>
                </a:lnTo>
                <a:lnTo>
                  <a:pt x="138113" y="38100"/>
                </a:lnTo>
                <a:lnTo>
                  <a:pt x="142875" y="33338"/>
                </a:lnTo>
                <a:lnTo>
                  <a:pt x="147638" y="28575"/>
                </a:lnTo>
                <a:lnTo>
                  <a:pt x="157163" y="28575"/>
                </a:lnTo>
                <a:lnTo>
                  <a:pt x="166688" y="28575"/>
                </a:lnTo>
                <a:lnTo>
                  <a:pt x="171450" y="23813"/>
                </a:lnTo>
                <a:lnTo>
                  <a:pt x="176213" y="19050"/>
                </a:lnTo>
                <a:lnTo>
                  <a:pt x="185738" y="19050"/>
                </a:lnTo>
                <a:lnTo>
                  <a:pt x="195263" y="19050"/>
                </a:lnTo>
                <a:lnTo>
                  <a:pt x="204788" y="19050"/>
                </a:lnTo>
                <a:lnTo>
                  <a:pt x="209550" y="14288"/>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AACD9C"/>
          </a:solidFill>
          <a:ln xmlns:a="http://schemas.openxmlformats.org/drawingml/2006/main" w="0">
            <a:noFill/>
            <a:prstDash val="solid"/>
          </a:ln>
        </p:spPr>
      </p:sp>
      <p:sp>
        <p:nvSpPr>
          <p:cNvPr id="814" name="layout-candidate-green-88-1">
            <a:extLst xmlns:a="http://schemas.openxmlformats.org/drawingml/2006/main">
              <a:ext uri="{FF2B5EF4-FFF2-40B4-BE49-F238E27FC236}">
                <a16:creationId xmlns:a16="http://schemas.microsoft.com/office/drawing/2014/main" id="{3FE6C259-0CCF-44EB-95E1-8B04D8F9AFF8}"/>
              </a:ext>
            </a:extLst>
          </p:cNvPr>
          <p:cNvSpPr>
            <a:spLocks xmlns:a="http://schemas.openxmlformats.org/drawingml/2006/main" noGrp="1"/>
          </p:cNvSpPr>
          <p:nvPr/>
        </p:nvSpPr>
        <p:spPr>
          <a:xfrm xmlns:a="http://schemas.openxmlformats.org/drawingml/2006/main" rot="0">
            <a:off x="1047750" y="5200650"/>
            <a:ext cx="9525" cy="209550"/>
          </a:xfrm>
          <a:custGeom xmlns:a="http://schemas.openxmlformats.org/drawingml/2006/main">
            <a:pathLst>
              <a:path w="9525" h="2095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4763" y="209550"/>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AACD9C"/>
          </a:solidFill>
          <a:ln xmlns:a="http://schemas.openxmlformats.org/drawingml/2006/main" w="0">
            <a:noFill/>
            <a:prstDash val="solid"/>
          </a:ln>
        </p:spPr>
      </p:sp>
      <p:sp>
        <p:nvSpPr>
          <p:cNvPr id="815" name="layout-candidate-green-89-0">
            <a:extLst xmlns:a="http://schemas.openxmlformats.org/drawingml/2006/main">
              <a:ext uri="{FF2B5EF4-FFF2-40B4-BE49-F238E27FC236}">
                <a16:creationId xmlns:a16="http://schemas.microsoft.com/office/drawing/2014/main" id="{F52A8133-E8CA-48B4-81E1-D53FBB3C1EDA}"/>
              </a:ext>
            </a:extLst>
          </p:cNvPr>
          <p:cNvSpPr>
            <a:spLocks xmlns:a="http://schemas.openxmlformats.org/drawingml/2006/main" noGrp="1"/>
          </p:cNvSpPr>
          <p:nvPr/>
        </p:nvSpPr>
        <p:spPr>
          <a:xfrm xmlns:a="http://schemas.openxmlformats.org/drawingml/2006/main" rot="0">
            <a:off x="590550" y="4972050"/>
            <a:ext cx="438150" cy="428625"/>
          </a:xfrm>
          <a:custGeom xmlns:a="http://schemas.openxmlformats.org/drawingml/2006/main">
            <a:pathLst>
              <a:path w="438150" h="4286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9075" y="14288"/>
                </a:lnTo>
                <a:lnTo>
                  <a:pt x="219075" y="23813"/>
                </a:lnTo>
                <a:lnTo>
                  <a:pt x="219075" y="33338"/>
                </a:lnTo>
                <a:lnTo>
                  <a:pt x="219075" y="42863"/>
                </a:lnTo>
                <a:lnTo>
                  <a:pt x="219075" y="52388"/>
                </a:lnTo>
                <a:lnTo>
                  <a:pt x="219075" y="61913"/>
                </a:lnTo>
                <a:lnTo>
                  <a:pt x="219075" y="71438"/>
                </a:lnTo>
                <a:lnTo>
                  <a:pt x="219075" y="80963"/>
                </a:lnTo>
                <a:lnTo>
                  <a:pt x="219075" y="90488"/>
                </a:lnTo>
                <a:lnTo>
                  <a:pt x="219075" y="100013"/>
                </a:lnTo>
                <a:lnTo>
                  <a:pt x="219075" y="109538"/>
                </a:lnTo>
                <a:lnTo>
                  <a:pt x="219075" y="119063"/>
                </a:lnTo>
                <a:lnTo>
                  <a:pt x="219075" y="128588"/>
                </a:lnTo>
                <a:lnTo>
                  <a:pt x="219075" y="138113"/>
                </a:lnTo>
                <a:lnTo>
                  <a:pt x="219075" y="147638"/>
                </a:lnTo>
                <a:lnTo>
                  <a:pt x="219075" y="157163"/>
                </a:lnTo>
                <a:lnTo>
                  <a:pt x="219075" y="166688"/>
                </a:lnTo>
                <a:lnTo>
                  <a:pt x="219075" y="176213"/>
                </a:lnTo>
                <a:lnTo>
                  <a:pt x="219075" y="185738"/>
                </a:lnTo>
                <a:lnTo>
                  <a:pt x="219075" y="195263"/>
                </a:lnTo>
                <a:lnTo>
                  <a:pt x="219075" y="204788"/>
                </a:lnTo>
                <a:lnTo>
                  <a:pt x="219075" y="214313"/>
                </a:lnTo>
                <a:lnTo>
                  <a:pt x="219075" y="223838"/>
                </a:lnTo>
                <a:lnTo>
                  <a:pt x="223838" y="228600"/>
                </a:lnTo>
                <a:lnTo>
                  <a:pt x="233363" y="228600"/>
                </a:lnTo>
                <a:lnTo>
                  <a:pt x="242888" y="228600"/>
                </a:lnTo>
                <a:lnTo>
                  <a:pt x="252413" y="228600"/>
                </a:lnTo>
                <a:lnTo>
                  <a:pt x="261938" y="228600"/>
                </a:lnTo>
                <a:lnTo>
                  <a:pt x="271463" y="228600"/>
                </a:lnTo>
                <a:lnTo>
                  <a:pt x="280988" y="228600"/>
                </a:lnTo>
                <a:lnTo>
                  <a:pt x="290513" y="228600"/>
                </a:lnTo>
                <a:lnTo>
                  <a:pt x="300038" y="228600"/>
                </a:lnTo>
                <a:lnTo>
                  <a:pt x="309563" y="228600"/>
                </a:lnTo>
                <a:lnTo>
                  <a:pt x="319088" y="228600"/>
                </a:lnTo>
                <a:lnTo>
                  <a:pt x="328613" y="228600"/>
                </a:lnTo>
                <a:lnTo>
                  <a:pt x="338138" y="228600"/>
                </a:lnTo>
                <a:lnTo>
                  <a:pt x="347663" y="228600"/>
                </a:lnTo>
                <a:lnTo>
                  <a:pt x="357188" y="228600"/>
                </a:lnTo>
                <a:lnTo>
                  <a:pt x="366713" y="228600"/>
                </a:lnTo>
                <a:lnTo>
                  <a:pt x="376238" y="228600"/>
                </a:lnTo>
                <a:lnTo>
                  <a:pt x="385763" y="228600"/>
                </a:lnTo>
                <a:lnTo>
                  <a:pt x="395288" y="228600"/>
                </a:lnTo>
                <a:lnTo>
                  <a:pt x="404813" y="228600"/>
                </a:lnTo>
                <a:lnTo>
                  <a:pt x="414338" y="228600"/>
                </a:lnTo>
                <a:lnTo>
                  <a:pt x="423863" y="228600"/>
                </a:lnTo>
                <a:lnTo>
                  <a:pt x="433388" y="228600"/>
                </a:lnTo>
                <a:lnTo>
                  <a:pt x="438150" y="233363"/>
                </a:lnTo>
                <a:lnTo>
                  <a:pt x="433388" y="238125"/>
                </a:lnTo>
                <a:lnTo>
                  <a:pt x="428625" y="242888"/>
                </a:lnTo>
                <a:lnTo>
                  <a:pt x="428625" y="252413"/>
                </a:lnTo>
                <a:lnTo>
                  <a:pt x="428625" y="261938"/>
                </a:lnTo>
                <a:lnTo>
                  <a:pt x="428625" y="271463"/>
                </a:lnTo>
                <a:lnTo>
                  <a:pt x="423863" y="276225"/>
                </a:lnTo>
                <a:lnTo>
                  <a:pt x="419100" y="280988"/>
                </a:lnTo>
                <a:lnTo>
                  <a:pt x="419100" y="290513"/>
                </a:lnTo>
                <a:lnTo>
                  <a:pt x="419100" y="300038"/>
                </a:lnTo>
                <a:lnTo>
                  <a:pt x="414338" y="304800"/>
                </a:lnTo>
                <a:lnTo>
                  <a:pt x="409575" y="309563"/>
                </a:lnTo>
                <a:lnTo>
                  <a:pt x="409575" y="319088"/>
                </a:lnTo>
                <a:lnTo>
                  <a:pt x="409575" y="328613"/>
                </a:lnTo>
                <a:lnTo>
                  <a:pt x="404813" y="333375"/>
                </a:lnTo>
                <a:lnTo>
                  <a:pt x="400050" y="338138"/>
                </a:lnTo>
                <a:lnTo>
                  <a:pt x="395288" y="342900"/>
                </a:lnTo>
                <a:lnTo>
                  <a:pt x="390525" y="347663"/>
                </a:lnTo>
                <a:lnTo>
                  <a:pt x="385763" y="352425"/>
                </a:lnTo>
                <a:lnTo>
                  <a:pt x="381000" y="357188"/>
                </a:lnTo>
                <a:lnTo>
                  <a:pt x="381000" y="366713"/>
                </a:lnTo>
                <a:lnTo>
                  <a:pt x="376238" y="371475"/>
                </a:lnTo>
                <a:lnTo>
                  <a:pt x="371475" y="376238"/>
                </a:lnTo>
                <a:lnTo>
                  <a:pt x="366713" y="381000"/>
                </a:lnTo>
                <a:lnTo>
                  <a:pt x="357188" y="381000"/>
                </a:lnTo>
                <a:lnTo>
                  <a:pt x="352425" y="385763"/>
                </a:lnTo>
                <a:lnTo>
                  <a:pt x="347663" y="390525"/>
                </a:lnTo>
                <a:lnTo>
                  <a:pt x="342900" y="395288"/>
                </a:lnTo>
                <a:lnTo>
                  <a:pt x="338138" y="400050"/>
                </a:lnTo>
                <a:lnTo>
                  <a:pt x="328613" y="400050"/>
                </a:lnTo>
                <a:lnTo>
                  <a:pt x="323850" y="404813"/>
                </a:lnTo>
                <a:lnTo>
                  <a:pt x="319088" y="409575"/>
                </a:lnTo>
                <a:lnTo>
                  <a:pt x="314325" y="414338"/>
                </a:lnTo>
                <a:lnTo>
                  <a:pt x="309563" y="419100"/>
                </a:lnTo>
                <a:lnTo>
                  <a:pt x="300038" y="419100"/>
                </a:lnTo>
                <a:lnTo>
                  <a:pt x="290513" y="419100"/>
                </a:lnTo>
                <a:lnTo>
                  <a:pt x="285750" y="423863"/>
                </a:lnTo>
                <a:lnTo>
                  <a:pt x="280988" y="428625"/>
                </a:lnTo>
                <a:lnTo>
                  <a:pt x="271463" y="428625"/>
                </a:lnTo>
                <a:lnTo>
                  <a:pt x="261938" y="428625"/>
                </a:lnTo>
                <a:lnTo>
                  <a:pt x="252413" y="428625"/>
                </a:lnTo>
                <a:lnTo>
                  <a:pt x="242888" y="428625"/>
                </a:lnTo>
                <a:lnTo>
                  <a:pt x="233363" y="428625"/>
                </a:lnTo>
                <a:lnTo>
                  <a:pt x="223838" y="428625"/>
                </a:lnTo>
                <a:lnTo>
                  <a:pt x="214313" y="428625"/>
                </a:lnTo>
                <a:lnTo>
                  <a:pt x="204788" y="428625"/>
                </a:lnTo>
                <a:lnTo>
                  <a:pt x="195263" y="428625"/>
                </a:lnTo>
                <a:lnTo>
                  <a:pt x="185738" y="428625"/>
                </a:lnTo>
                <a:lnTo>
                  <a:pt x="176213" y="428625"/>
                </a:lnTo>
                <a:lnTo>
                  <a:pt x="171450" y="423863"/>
                </a:lnTo>
                <a:lnTo>
                  <a:pt x="166688" y="419100"/>
                </a:lnTo>
                <a:lnTo>
                  <a:pt x="157163" y="419100"/>
                </a:lnTo>
                <a:lnTo>
                  <a:pt x="152400" y="414338"/>
                </a:lnTo>
                <a:lnTo>
                  <a:pt x="147638" y="409575"/>
                </a:lnTo>
                <a:lnTo>
                  <a:pt x="138113" y="409575"/>
                </a:lnTo>
                <a:lnTo>
                  <a:pt x="133350" y="404813"/>
                </a:lnTo>
                <a:lnTo>
                  <a:pt x="128588" y="400050"/>
                </a:lnTo>
                <a:lnTo>
                  <a:pt x="119063" y="400050"/>
                </a:lnTo>
                <a:lnTo>
                  <a:pt x="114300" y="395288"/>
                </a:lnTo>
                <a:lnTo>
                  <a:pt x="109538" y="390525"/>
                </a:lnTo>
                <a:lnTo>
                  <a:pt x="104775" y="385763"/>
                </a:lnTo>
                <a:lnTo>
                  <a:pt x="100013" y="381000"/>
                </a:lnTo>
                <a:lnTo>
                  <a:pt x="90488" y="381000"/>
                </a:lnTo>
                <a:lnTo>
                  <a:pt x="85725" y="376238"/>
                </a:lnTo>
                <a:lnTo>
                  <a:pt x="85725" y="366713"/>
                </a:lnTo>
                <a:lnTo>
                  <a:pt x="80963" y="361950"/>
                </a:lnTo>
                <a:lnTo>
                  <a:pt x="76200" y="357188"/>
                </a:lnTo>
                <a:lnTo>
                  <a:pt x="71438" y="352425"/>
                </a:lnTo>
                <a:lnTo>
                  <a:pt x="66675" y="347663"/>
                </a:lnTo>
                <a:lnTo>
                  <a:pt x="66675" y="338138"/>
                </a:lnTo>
                <a:lnTo>
                  <a:pt x="61913" y="333375"/>
                </a:lnTo>
                <a:lnTo>
                  <a:pt x="52388" y="333375"/>
                </a:lnTo>
                <a:lnTo>
                  <a:pt x="47625" y="328613"/>
                </a:lnTo>
                <a:lnTo>
                  <a:pt x="47625" y="319088"/>
                </a:lnTo>
                <a:lnTo>
                  <a:pt x="47625" y="309563"/>
                </a:lnTo>
                <a:lnTo>
                  <a:pt x="42863" y="304800"/>
                </a:lnTo>
                <a:lnTo>
                  <a:pt x="38100" y="300038"/>
                </a:lnTo>
                <a:lnTo>
                  <a:pt x="38100" y="290513"/>
                </a:lnTo>
                <a:lnTo>
                  <a:pt x="38100" y="280988"/>
                </a:lnTo>
                <a:lnTo>
                  <a:pt x="33338" y="276225"/>
                </a:lnTo>
                <a:lnTo>
                  <a:pt x="28575" y="271463"/>
                </a:lnTo>
                <a:lnTo>
                  <a:pt x="28575" y="261938"/>
                </a:lnTo>
                <a:lnTo>
                  <a:pt x="28575" y="252413"/>
                </a:lnTo>
                <a:lnTo>
                  <a:pt x="28575" y="242888"/>
                </a:lnTo>
                <a:lnTo>
                  <a:pt x="28575" y="233363"/>
                </a:lnTo>
                <a:lnTo>
                  <a:pt x="28575" y="223838"/>
                </a:lnTo>
                <a:lnTo>
                  <a:pt x="28575" y="214313"/>
                </a:lnTo>
                <a:lnTo>
                  <a:pt x="28575" y="204788"/>
                </a:lnTo>
                <a:lnTo>
                  <a:pt x="28575" y="195263"/>
                </a:lnTo>
                <a:lnTo>
                  <a:pt x="28575" y="185738"/>
                </a:lnTo>
                <a:lnTo>
                  <a:pt x="28575" y="176213"/>
                </a:lnTo>
                <a:lnTo>
                  <a:pt x="33338" y="171450"/>
                </a:lnTo>
                <a:lnTo>
                  <a:pt x="38100" y="166688"/>
                </a:lnTo>
                <a:lnTo>
                  <a:pt x="42863" y="161925"/>
                </a:lnTo>
                <a:lnTo>
                  <a:pt x="47625" y="157163"/>
                </a:lnTo>
                <a:lnTo>
                  <a:pt x="42863" y="152400"/>
                </a:lnTo>
                <a:lnTo>
                  <a:pt x="38100" y="147638"/>
                </a:lnTo>
                <a:lnTo>
                  <a:pt x="42863" y="142875"/>
                </a:lnTo>
                <a:lnTo>
                  <a:pt x="47625" y="138113"/>
                </a:lnTo>
                <a:lnTo>
                  <a:pt x="52388" y="133350"/>
                </a:lnTo>
                <a:lnTo>
                  <a:pt x="57150" y="128588"/>
                </a:lnTo>
                <a:lnTo>
                  <a:pt x="57150" y="119063"/>
                </a:lnTo>
                <a:lnTo>
                  <a:pt x="61913" y="114300"/>
                </a:lnTo>
                <a:lnTo>
                  <a:pt x="66675" y="109538"/>
                </a:lnTo>
                <a:lnTo>
                  <a:pt x="71438" y="104775"/>
                </a:lnTo>
                <a:lnTo>
                  <a:pt x="76200" y="100013"/>
                </a:lnTo>
                <a:lnTo>
                  <a:pt x="80963" y="95250"/>
                </a:lnTo>
                <a:lnTo>
                  <a:pt x="85725" y="90488"/>
                </a:lnTo>
                <a:lnTo>
                  <a:pt x="85725" y="80963"/>
                </a:lnTo>
                <a:lnTo>
                  <a:pt x="90488" y="76200"/>
                </a:lnTo>
                <a:lnTo>
                  <a:pt x="100013" y="76200"/>
                </a:lnTo>
                <a:lnTo>
                  <a:pt x="104775" y="71438"/>
                </a:lnTo>
                <a:lnTo>
                  <a:pt x="109538" y="66675"/>
                </a:lnTo>
                <a:lnTo>
                  <a:pt x="114300" y="61913"/>
                </a:lnTo>
                <a:lnTo>
                  <a:pt x="119063" y="57150"/>
                </a:lnTo>
                <a:lnTo>
                  <a:pt x="128588" y="57150"/>
                </a:lnTo>
                <a:lnTo>
                  <a:pt x="133350" y="52388"/>
                </a:lnTo>
                <a:lnTo>
                  <a:pt x="138113" y="47625"/>
                </a:lnTo>
                <a:lnTo>
                  <a:pt x="147638" y="47625"/>
                </a:lnTo>
                <a:lnTo>
                  <a:pt x="152400" y="42863"/>
                </a:lnTo>
                <a:lnTo>
                  <a:pt x="157163" y="38100"/>
                </a:lnTo>
                <a:lnTo>
                  <a:pt x="166688" y="38100"/>
                </a:lnTo>
                <a:lnTo>
                  <a:pt x="171450" y="33338"/>
                </a:lnTo>
                <a:lnTo>
                  <a:pt x="176213" y="28575"/>
                </a:lnTo>
                <a:lnTo>
                  <a:pt x="185738" y="28575"/>
                </a:lnTo>
                <a:lnTo>
                  <a:pt x="195263" y="28575"/>
                </a:lnTo>
                <a:lnTo>
                  <a:pt x="204788" y="28575"/>
                </a:lnTo>
                <a:lnTo>
                  <a:pt x="209550" y="23813"/>
                </a:lnTo>
                <a:lnTo>
                  <a:pt x="209550" y="14288"/>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ABCE9F"/>
          </a:solidFill>
          <a:ln xmlns:a="http://schemas.openxmlformats.org/drawingml/2006/main" w="0">
            <a:noFill/>
            <a:prstDash val="solid"/>
          </a:ln>
        </p:spPr>
      </p:sp>
      <p:sp>
        <p:nvSpPr>
          <p:cNvPr id="816" name="layout-candidate-green-89-1">
            <a:extLst xmlns:a="http://schemas.openxmlformats.org/drawingml/2006/main">
              <a:ext uri="{FF2B5EF4-FFF2-40B4-BE49-F238E27FC236}">
                <a16:creationId xmlns:a16="http://schemas.microsoft.com/office/drawing/2014/main" id="{24FF0F6F-BAF2-4D2B-9709-E8B2029866CD}"/>
              </a:ext>
            </a:extLst>
          </p:cNvPr>
          <p:cNvSpPr>
            <a:spLocks xmlns:a="http://schemas.openxmlformats.org/drawingml/2006/main" noGrp="1"/>
          </p:cNvSpPr>
          <p:nvPr/>
        </p:nvSpPr>
        <p:spPr>
          <a:xfrm xmlns:a="http://schemas.openxmlformats.org/drawingml/2006/main" rot="0">
            <a:off x="1047750" y="5200650"/>
            <a:ext cx="9525" cy="209550"/>
          </a:xfrm>
          <a:custGeom xmlns:a="http://schemas.openxmlformats.org/drawingml/2006/main">
            <a:pathLst>
              <a:path w="9525" h="2095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4763" y="209550"/>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ABCE9F"/>
          </a:solidFill>
          <a:ln xmlns:a="http://schemas.openxmlformats.org/drawingml/2006/main" w="0">
            <a:noFill/>
            <a:prstDash val="solid"/>
          </a:ln>
        </p:spPr>
      </p:sp>
      <p:sp>
        <p:nvSpPr>
          <p:cNvPr id="817" name="layout-candidate-green-89-2">
            <a:extLst xmlns:a="http://schemas.openxmlformats.org/drawingml/2006/main">
              <a:ext uri="{FF2B5EF4-FFF2-40B4-BE49-F238E27FC236}">
                <a16:creationId xmlns:a16="http://schemas.microsoft.com/office/drawing/2014/main" id="{CD859DB9-2052-4359-9D5C-4C41803F99ED}"/>
              </a:ext>
            </a:extLst>
          </p:cNvPr>
          <p:cNvSpPr>
            <a:spLocks xmlns:a="http://schemas.openxmlformats.org/drawingml/2006/main" noGrp="1"/>
          </p:cNvSpPr>
          <p:nvPr/>
        </p:nvSpPr>
        <p:spPr>
          <a:xfrm xmlns:a="http://schemas.openxmlformats.org/drawingml/2006/main" rot="0">
            <a:off x="590550" y="5410200"/>
            <a:ext cx="457200" cy="9525"/>
          </a:xfrm>
          <a:custGeom xmlns:a="http://schemas.openxmlformats.org/drawingml/2006/main">
            <a:pathLst>
              <a:path w="4572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57200" y="4763"/>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ABCE9F"/>
          </a:solidFill>
          <a:ln xmlns:a="http://schemas.openxmlformats.org/drawingml/2006/main" w="0">
            <a:noFill/>
            <a:prstDash val="solid"/>
          </a:ln>
        </p:spPr>
      </p:sp>
      <p:sp>
        <p:nvSpPr>
          <p:cNvPr id="818" name="layout-candidate-green-90-0">
            <a:extLst xmlns:a="http://schemas.openxmlformats.org/drawingml/2006/main">
              <a:ext uri="{FF2B5EF4-FFF2-40B4-BE49-F238E27FC236}">
                <a16:creationId xmlns:a16="http://schemas.microsoft.com/office/drawing/2014/main" id="{ACDEAC12-FC00-4B70-B846-D4E2019BAA74}"/>
              </a:ext>
            </a:extLst>
          </p:cNvPr>
          <p:cNvSpPr>
            <a:spLocks xmlns:a="http://schemas.openxmlformats.org/drawingml/2006/main" noGrp="1"/>
          </p:cNvSpPr>
          <p:nvPr/>
        </p:nvSpPr>
        <p:spPr>
          <a:xfrm xmlns:a="http://schemas.openxmlformats.org/drawingml/2006/main" rot="0">
            <a:off x="590550" y="4972050"/>
            <a:ext cx="428625" cy="419100"/>
          </a:xfrm>
          <a:custGeom xmlns:a="http://schemas.openxmlformats.org/drawingml/2006/main">
            <a:pathLst>
              <a:path w="428625" h="41910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9075" y="14288"/>
                </a:lnTo>
                <a:lnTo>
                  <a:pt x="219075" y="23813"/>
                </a:lnTo>
                <a:lnTo>
                  <a:pt x="219075" y="33338"/>
                </a:lnTo>
                <a:lnTo>
                  <a:pt x="219075" y="42863"/>
                </a:lnTo>
                <a:lnTo>
                  <a:pt x="219075" y="52388"/>
                </a:lnTo>
                <a:lnTo>
                  <a:pt x="219075" y="61913"/>
                </a:lnTo>
                <a:lnTo>
                  <a:pt x="219075" y="71438"/>
                </a:lnTo>
                <a:lnTo>
                  <a:pt x="219075" y="80963"/>
                </a:lnTo>
                <a:lnTo>
                  <a:pt x="219075" y="90488"/>
                </a:lnTo>
                <a:lnTo>
                  <a:pt x="219075" y="100013"/>
                </a:lnTo>
                <a:lnTo>
                  <a:pt x="219075" y="109538"/>
                </a:lnTo>
                <a:lnTo>
                  <a:pt x="219075" y="119063"/>
                </a:lnTo>
                <a:lnTo>
                  <a:pt x="219075" y="128588"/>
                </a:lnTo>
                <a:lnTo>
                  <a:pt x="219075" y="138113"/>
                </a:lnTo>
                <a:lnTo>
                  <a:pt x="219075" y="147638"/>
                </a:lnTo>
                <a:lnTo>
                  <a:pt x="219075" y="157163"/>
                </a:lnTo>
                <a:lnTo>
                  <a:pt x="219075" y="166688"/>
                </a:lnTo>
                <a:lnTo>
                  <a:pt x="219075" y="176213"/>
                </a:lnTo>
                <a:lnTo>
                  <a:pt x="219075" y="185738"/>
                </a:lnTo>
                <a:lnTo>
                  <a:pt x="219075" y="195263"/>
                </a:lnTo>
                <a:lnTo>
                  <a:pt x="219075" y="204788"/>
                </a:lnTo>
                <a:lnTo>
                  <a:pt x="219075" y="214313"/>
                </a:lnTo>
                <a:lnTo>
                  <a:pt x="219075" y="223838"/>
                </a:lnTo>
                <a:lnTo>
                  <a:pt x="223838" y="228600"/>
                </a:lnTo>
                <a:lnTo>
                  <a:pt x="233363" y="228600"/>
                </a:lnTo>
                <a:lnTo>
                  <a:pt x="242888" y="228600"/>
                </a:lnTo>
                <a:lnTo>
                  <a:pt x="252413" y="228600"/>
                </a:lnTo>
                <a:lnTo>
                  <a:pt x="261938" y="228600"/>
                </a:lnTo>
                <a:lnTo>
                  <a:pt x="271463" y="228600"/>
                </a:lnTo>
                <a:lnTo>
                  <a:pt x="280988" y="228600"/>
                </a:lnTo>
                <a:lnTo>
                  <a:pt x="290513" y="228600"/>
                </a:lnTo>
                <a:lnTo>
                  <a:pt x="300038" y="228600"/>
                </a:lnTo>
                <a:lnTo>
                  <a:pt x="309563" y="228600"/>
                </a:lnTo>
                <a:lnTo>
                  <a:pt x="319088" y="228600"/>
                </a:lnTo>
                <a:lnTo>
                  <a:pt x="328613" y="228600"/>
                </a:lnTo>
                <a:lnTo>
                  <a:pt x="338138" y="228600"/>
                </a:lnTo>
                <a:lnTo>
                  <a:pt x="347663" y="228600"/>
                </a:lnTo>
                <a:lnTo>
                  <a:pt x="357188" y="228600"/>
                </a:lnTo>
                <a:lnTo>
                  <a:pt x="366713" y="228600"/>
                </a:lnTo>
                <a:lnTo>
                  <a:pt x="376238" y="228600"/>
                </a:lnTo>
                <a:lnTo>
                  <a:pt x="385763" y="228600"/>
                </a:lnTo>
                <a:lnTo>
                  <a:pt x="395288" y="228600"/>
                </a:lnTo>
                <a:lnTo>
                  <a:pt x="404813" y="228600"/>
                </a:lnTo>
                <a:lnTo>
                  <a:pt x="414338" y="228600"/>
                </a:lnTo>
                <a:lnTo>
                  <a:pt x="423863" y="228600"/>
                </a:lnTo>
                <a:lnTo>
                  <a:pt x="428625" y="233363"/>
                </a:lnTo>
                <a:lnTo>
                  <a:pt x="428625" y="242888"/>
                </a:lnTo>
                <a:lnTo>
                  <a:pt x="423863" y="247650"/>
                </a:lnTo>
                <a:lnTo>
                  <a:pt x="419100" y="252413"/>
                </a:lnTo>
                <a:lnTo>
                  <a:pt x="419100" y="261938"/>
                </a:lnTo>
                <a:lnTo>
                  <a:pt x="419100" y="271463"/>
                </a:lnTo>
                <a:lnTo>
                  <a:pt x="414338" y="276225"/>
                </a:lnTo>
                <a:lnTo>
                  <a:pt x="409575" y="280988"/>
                </a:lnTo>
                <a:lnTo>
                  <a:pt x="414338" y="285750"/>
                </a:lnTo>
                <a:lnTo>
                  <a:pt x="419100" y="290513"/>
                </a:lnTo>
                <a:lnTo>
                  <a:pt x="414338" y="295275"/>
                </a:lnTo>
                <a:lnTo>
                  <a:pt x="409575" y="300038"/>
                </a:lnTo>
                <a:lnTo>
                  <a:pt x="409575" y="309563"/>
                </a:lnTo>
                <a:lnTo>
                  <a:pt x="404813" y="314325"/>
                </a:lnTo>
                <a:lnTo>
                  <a:pt x="400050" y="319088"/>
                </a:lnTo>
                <a:lnTo>
                  <a:pt x="400050" y="328613"/>
                </a:lnTo>
                <a:lnTo>
                  <a:pt x="395288" y="333375"/>
                </a:lnTo>
                <a:lnTo>
                  <a:pt x="390525" y="338138"/>
                </a:lnTo>
                <a:lnTo>
                  <a:pt x="385763" y="342900"/>
                </a:lnTo>
                <a:lnTo>
                  <a:pt x="381000" y="347663"/>
                </a:lnTo>
                <a:lnTo>
                  <a:pt x="376238" y="352425"/>
                </a:lnTo>
                <a:lnTo>
                  <a:pt x="371475" y="357188"/>
                </a:lnTo>
                <a:lnTo>
                  <a:pt x="366713" y="361950"/>
                </a:lnTo>
                <a:lnTo>
                  <a:pt x="361950" y="366713"/>
                </a:lnTo>
                <a:lnTo>
                  <a:pt x="357188" y="371475"/>
                </a:lnTo>
                <a:lnTo>
                  <a:pt x="352425" y="376238"/>
                </a:lnTo>
                <a:lnTo>
                  <a:pt x="347663" y="381000"/>
                </a:lnTo>
                <a:lnTo>
                  <a:pt x="342900" y="385763"/>
                </a:lnTo>
                <a:lnTo>
                  <a:pt x="338138" y="390525"/>
                </a:lnTo>
                <a:lnTo>
                  <a:pt x="333375" y="395288"/>
                </a:lnTo>
                <a:lnTo>
                  <a:pt x="328613" y="400050"/>
                </a:lnTo>
                <a:lnTo>
                  <a:pt x="319088" y="400050"/>
                </a:lnTo>
                <a:lnTo>
                  <a:pt x="314325" y="404813"/>
                </a:lnTo>
                <a:lnTo>
                  <a:pt x="309563" y="409575"/>
                </a:lnTo>
                <a:lnTo>
                  <a:pt x="300038" y="409575"/>
                </a:lnTo>
                <a:lnTo>
                  <a:pt x="295275" y="414338"/>
                </a:lnTo>
                <a:lnTo>
                  <a:pt x="290513" y="419100"/>
                </a:lnTo>
                <a:lnTo>
                  <a:pt x="280988" y="419100"/>
                </a:lnTo>
                <a:lnTo>
                  <a:pt x="271463" y="419100"/>
                </a:lnTo>
                <a:lnTo>
                  <a:pt x="261938" y="419100"/>
                </a:lnTo>
                <a:lnTo>
                  <a:pt x="252413" y="419100"/>
                </a:lnTo>
                <a:lnTo>
                  <a:pt x="242888" y="419100"/>
                </a:lnTo>
                <a:lnTo>
                  <a:pt x="233363" y="419100"/>
                </a:lnTo>
                <a:lnTo>
                  <a:pt x="223838" y="419100"/>
                </a:lnTo>
                <a:lnTo>
                  <a:pt x="214313" y="419100"/>
                </a:lnTo>
                <a:lnTo>
                  <a:pt x="204788" y="419100"/>
                </a:lnTo>
                <a:lnTo>
                  <a:pt x="195263" y="419100"/>
                </a:lnTo>
                <a:lnTo>
                  <a:pt x="185738" y="419100"/>
                </a:lnTo>
                <a:lnTo>
                  <a:pt x="176213" y="419100"/>
                </a:lnTo>
                <a:lnTo>
                  <a:pt x="171450" y="414338"/>
                </a:lnTo>
                <a:lnTo>
                  <a:pt x="166688" y="409575"/>
                </a:lnTo>
                <a:lnTo>
                  <a:pt x="157163" y="409575"/>
                </a:lnTo>
                <a:lnTo>
                  <a:pt x="147638" y="409575"/>
                </a:lnTo>
                <a:lnTo>
                  <a:pt x="142875" y="404813"/>
                </a:lnTo>
                <a:lnTo>
                  <a:pt x="138113" y="400050"/>
                </a:lnTo>
                <a:lnTo>
                  <a:pt x="133350" y="395288"/>
                </a:lnTo>
                <a:lnTo>
                  <a:pt x="128588" y="390525"/>
                </a:lnTo>
                <a:lnTo>
                  <a:pt x="119063" y="390525"/>
                </a:lnTo>
                <a:lnTo>
                  <a:pt x="114300" y="385763"/>
                </a:lnTo>
                <a:lnTo>
                  <a:pt x="109538" y="381000"/>
                </a:lnTo>
                <a:lnTo>
                  <a:pt x="104775" y="376238"/>
                </a:lnTo>
                <a:lnTo>
                  <a:pt x="100013" y="371475"/>
                </a:lnTo>
                <a:lnTo>
                  <a:pt x="95250" y="366713"/>
                </a:lnTo>
                <a:lnTo>
                  <a:pt x="90488" y="361950"/>
                </a:lnTo>
                <a:lnTo>
                  <a:pt x="85725" y="357188"/>
                </a:lnTo>
                <a:lnTo>
                  <a:pt x="80963" y="352425"/>
                </a:lnTo>
                <a:lnTo>
                  <a:pt x="76200" y="347663"/>
                </a:lnTo>
                <a:lnTo>
                  <a:pt x="76200" y="338138"/>
                </a:lnTo>
                <a:lnTo>
                  <a:pt x="71438" y="333375"/>
                </a:lnTo>
                <a:lnTo>
                  <a:pt x="61913" y="333375"/>
                </a:lnTo>
                <a:lnTo>
                  <a:pt x="57150" y="328613"/>
                </a:lnTo>
                <a:lnTo>
                  <a:pt x="57150" y="319088"/>
                </a:lnTo>
                <a:lnTo>
                  <a:pt x="57150" y="309563"/>
                </a:lnTo>
                <a:lnTo>
                  <a:pt x="52388" y="304800"/>
                </a:lnTo>
                <a:lnTo>
                  <a:pt x="47625" y="300038"/>
                </a:lnTo>
                <a:lnTo>
                  <a:pt x="47625" y="290513"/>
                </a:lnTo>
                <a:lnTo>
                  <a:pt x="47625" y="280988"/>
                </a:lnTo>
                <a:lnTo>
                  <a:pt x="42863" y="276225"/>
                </a:lnTo>
                <a:lnTo>
                  <a:pt x="38100" y="271463"/>
                </a:lnTo>
                <a:lnTo>
                  <a:pt x="38100" y="261938"/>
                </a:lnTo>
                <a:lnTo>
                  <a:pt x="38100" y="252413"/>
                </a:lnTo>
                <a:lnTo>
                  <a:pt x="33338" y="247650"/>
                </a:lnTo>
                <a:lnTo>
                  <a:pt x="28575" y="242888"/>
                </a:lnTo>
                <a:lnTo>
                  <a:pt x="33338" y="238125"/>
                </a:lnTo>
                <a:lnTo>
                  <a:pt x="38100" y="233363"/>
                </a:lnTo>
                <a:lnTo>
                  <a:pt x="33338" y="228600"/>
                </a:lnTo>
                <a:lnTo>
                  <a:pt x="28575" y="223838"/>
                </a:lnTo>
                <a:lnTo>
                  <a:pt x="33338" y="219075"/>
                </a:lnTo>
                <a:lnTo>
                  <a:pt x="38100" y="214313"/>
                </a:lnTo>
                <a:lnTo>
                  <a:pt x="38100" y="204788"/>
                </a:lnTo>
                <a:lnTo>
                  <a:pt x="38100" y="195263"/>
                </a:lnTo>
                <a:lnTo>
                  <a:pt x="38100" y="185738"/>
                </a:lnTo>
                <a:lnTo>
                  <a:pt x="38100" y="176213"/>
                </a:lnTo>
                <a:lnTo>
                  <a:pt x="42863" y="171450"/>
                </a:lnTo>
                <a:lnTo>
                  <a:pt x="47625" y="166688"/>
                </a:lnTo>
                <a:lnTo>
                  <a:pt x="52388" y="161925"/>
                </a:lnTo>
                <a:lnTo>
                  <a:pt x="57150" y="157163"/>
                </a:lnTo>
                <a:lnTo>
                  <a:pt x="52388" y="152400"/>
                </a:lnTo>
                <a:lnTo>
                  <a:pt x="47625" y="147638"/>
                </a:lnTo>
                <a:lnTo>
                  <a:pt x="52388" y="142875"/>
                </a:lnTo>
                <a:lnTo>
                  <a:pt x="57150" y="138113"/>
                </a:lnTo>
                <a:lnTo>
                  <a:pt x="61913" y="133350"/>
                </a:lnTo>
                <a:lnTo>
                  <a:pt x="66675" y="128588"/>
                </a:lnTo>
                <a:lnTo>
                  <a:pt x="66675" y="119063"/>
                </a:lnTo>
                <a:lnTo>
                  <a:pt x="71438" y="114300"/>
                </a:lnTo>
                <a:lnTo>
                  <a:pt x="76200" y="109538"/>
                </a:lnTo>
                <a:lnTo>
                  <a:pt x="80963" y="104775"/>
                </a:lnTo>
                <a:lnTo>
                  <a:pt x="85725" y="100013"/>
                </a:lnTo>
                <a:lnTo>
                  <a:pt x="90488" y="95250"/>
                </a:lnTo>
                <a:lnTo>
                  <a:pt x="95250" y="90488"/>
                </a:lnTo>
                <a:lnTo>
                  <a:pt x="100013" y="85725"/>
                </a:lnTo>
                <a:lnTo>
                  <a:pt x="104775" y="80963"/>
                </a:lnTo>
                <a:lnTo>
                  <a:pt x="109538" y="76200"/>
                </a:lnTo>
                <a:lnTo>
                  <a:pt x="114300" y="71438"/>
                </a:lnTo>
                <a:lnTo>
                  <a:pt x="119063" y="66675"/>
                </a:lnTo>
                <a:lnTo>
                  <a:pt x="128588" y="66675"/>
                </a:lnTo>
                <a:lnTo>
                  <a:pt x="133350" y="61913"/>
                </a:lnTo>
                <a:lnTo>
                  <a:pt x="138113" y="57150"/>
                </a:lnTo>
                <a:lnTo>
                  <a:pt x="142875" y="52388"/>
                </a:lnTo>
                <a:lnTo>
                  <a:pt x="147638" y="47625"/>
                </a:lnTo>
                <a:lnTo>
                  <a:pt x="157163" y="47625"/>
                </a:lnTo>
                <a:lnTo>
                  <a:pt x="166688" y="47625"/>
                </a:lnTo>
                <a:lnTo>
                  <a:pt x="171450" y="42863"/>
                </a:lnTo>
                <a:lnTo>
                  <a:pt x="176213" y="38100"/>
                </a:lnTo>
                <a:lnTo>
                  <a:pt x="185738" y="38100"/>
                </a:lnTo>
                <a:lnTo>
                  <a:pt x="195263" y="38100"/>
                </a:lnTo>
                <a:lnTo>
                  <a:pt x="204788" y="38100"/>
                </a:lnTo>
                <a:lnTo>
                  <a:pt x="209550" y="33338"/>
                </a:lnTo>
                <a:lnTo>
                  <a:pt x="209550" y="23813"/>
                </a:lnTo>
                <a:lnTo>
                  <a:pt x="209550" y="14288"/>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AFD0A2"/>
          </a:solidFill>
          <a:ln xmlns:a="http://schemas.openxmlformats.org/drawingml/2006/main" w="0">
            <a:noFill/>
            <a:prstDash val="solid"/>
          </a:ln>
        </p:spPr>
      </p:sp>
      <p:sp>
        <p:nvSpPr>
          <p:cNvPr id="819" name="layout-candidate-green-90-1">
            <a:extLst xmlns:a="http://schemas.openxmlformats.org/drawingml/2006/main">
              <a:ext uri="{FF2B5EF4-FFF2-40B4-BE49-F238E27FC236}">
                <a16:creationId xmlns:a16="http://schemas.microsoft.com/office/drawing/2014/main" id="{D7F45D41-8460-4814-983C-E961833DE853}"/>
              </a:ext>
            </a:extLst>
          </p:cNvPr>
          <p:cNvSpPr>
            <a:spLocks xmlns:a="http://schemas.openxmlformats.org/drawingml/2006/main" noGrp="1"/>
          </p:cNvSpPr>
          <p:nvPr/>
        </p:nvSpPr>
        <p:spPr>
          <a:xfrm xmlns:a="http://schemas.openxmlformats.org/drawingml/2006/main" rot="0">
            <a:off x="1047750" y="5200650"/>
            <a:ext cx="9525" cy="209550"/>
          </a:xfrm>
          <a:custGeom xmlns:a="http://schemas.openxmlformats.org/drawingml/2006/main">
            <a:pathLst>
              <a:path w="9525" h="2095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4763" y="209550"/>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AFD0A2"/>
          </a:solidFill>
          <a:ln xmlns:a="http://schemas.openxmlformats.org/drawingml/2006/main" w="0">
            <a:noFill/>
            <a:prstDash val="solid"/>
          </a:ln>
        </p:spPr>
      </p:sp>
      <p:sp>
        <p:nvSpPr>
          <p:cNvPr id="820" name="layout-candidate-green-90-2">
            <a:extLst xmlns:a="http://schemas.openxmlformats.org/drawingml/2006/main">
              <a:ext uri="{FF2B5EF4-FFF2-40B4-BE49-F238E27FC236}">
                <a16:creationId xmlns:a16="http://schemas.microsoft.com/office/drawing/2014/main" id="{2A702F0D-7659-4F9C-8A59-54184981579C}"/>
              </a:ext>
            </a:extLst>
          </p:cNvPr>
          <p:cNvSpPr>
            <a:spLocks xmlns:a="http://schemas.openxmlformats.org/drawingml/2006/main" noGrp="1"/>
          </p:cNvSpPr>
          <p:nvPr/>
        </p:nvSpPr>
        <p:spPr>
          <a:xfrm xmlns:a="http://schemas.openxmlformats.org/drawingml/2006/main" rot="0">
            <a:off x="590550" y="5410200"/>
            <a:ext cx="457200" cy="9525"/>
          </a:xfrm>
          <a:custGeom xmlns:a="http://schemas.openxmlformats.org/drawingml/2006/main">
            <a:pathLst>
              <a:path w="4572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57200" y="4763"/>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AFD0A2"/>
          </a:solidFill>
          <a:ln xmlns:a="http://schemas.openxmlformats.org/drawingml/2006/main" w="0">
            <a:noFill/>
            <a:prstDash val="solid"/>
          </a:ln>
        </p:spPr>
      </p:sp>
      <p:sp>
        <p:nvSpPr>
          <p:cNvPr id="821" name="layout-candidate-green-91-0">
            <a:extLst xmlns:a="http://schemas.openxmlformats.org/drawingml/2006/main">
              <a:ext uri="{FF2B5EF4-FFF2-40B4-BE49-F238E27FC236}">
                <a16:creationId xmlns:a16="http://schemas.microsoft.com/office/drawing/2014/main" id="{8FC5EA6F-F398-4C7E-BB4C-763D9FF0BCE6}"/>
              </a:ext>
            </a:extLst>
          </p:cNvPr>
          <p:cNvSpPr>
            <a:spLocks xmlns:a="http://schemas.openxmlformats.org/drawingml/2006/main" noGrp="1"/>
          </p:cNvSpPr>
          <p:nvPr/>
        </p:nvSpPr>
        <p:spPr>
          <a:xfrm xmlns:a="http://schemas.openxmlformats.org/drawingml/2006/main" rot="0">
            <a:off x="590550" y="4972050"/>
            <a:ext cx="419100" cy="409575"/>
          </a:xfrm>
          <a:custGeom xmlns:a="http://schemas.openxmlformats.org/drawingml/2006/main">
            <a:pathLst>
              <a:path w="419100" h="40957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9075" y="14288"/>
                </a:lnTo>
                <a:lnTo>
                  <a:pt x="219075" y="23813"/>
                </a:lnTo>
                <a:lnTo>
                  <a:pt x="219075" y="33338"/>
                </a:lnTo>
                <a:lnTo>
                  <a:pt x="219075" y="42863"/>
                </a:lnTo>
                <a:lnTo>
                  <a:pt x="219075" y="52388"/>
                </a:lnTo>
                <a:lnTo>
                  <a:pt x="219075" y="61913"/>
                </a:lnTo>
                <a:lnTo>
                  <a:pt x="219075" y="71438"/>
                </a:lnTo>
                <a:lnTo>
                  <a:pt x="219075" y="80963"/>
                </a:lnTo>
                <a:lnTo>
                  <a:pt x="219075" y="90488"/>
                </a:lnTo>
                <a:lnTo>
                  <a:pt x="219075" y="100013"/>
                </a:lnTo>
                <a:lnTo>
                  <a:pt x="219075" y="109538"/>
                </a:lnTo>
                <a:lnTo>
                  <a:pt x="219075" y="119063"/>
                </a:lnTo>
                <a:lnTo>
                  <a:pt x="219075" y="128588"/>
                </a:lnTo>
                <a:lnTo>
                  <a:pt x="219075" y="138113"/>
                </a:lnTo>
                <a:lnTo>
                  <a:pt x="219075" y="147638"/>
                </a:lnTo>
                <a:lnTo>
                  <a:pt x="219075" y="157163"/>
                </a:lnTo>
                <a:lnTo>
                  <a:pt x="219075" y="166688"/>
                </a:lnTo>
                <a:lnTo>
                  <a:pt x="219075" y="176213"/>
                </a:lnTo>
                <a:lnTo>
                  <a:pt x="219075" y="185738"/>
                </a:lnTo>
                <a:lnTo>
                  <a:pt x="219075" y="195263"/>
                </a:lnTo>
                <a:lnTo>
                  <a:pt x="219075" y="204788"/>
                </a:lnTo>
                <a:lnTo>
                  <a:pt x="219075" y="214313"/>
                </a:lnTo>
                <a:lnTo>
                  <a:pt x="219075" y="223838"/>
                </a:lnTo>
                <a:lnTo>
                  <a:pt x="223838" y="228600"/>
                </a:lnTo>
                <a:lnTo>
                  <a:pt x="233363" y="228600"/>
                </a:lnTo>
                <a:lnTo>
                  <a:pt x="242888" y="228600"/>
                </a:lnTo>
                <a:lnTo>
                  <a:pt x="252413" y="228600"/>
                </a:lnTo>
                <a:lnTo>
                  <a:pt x="261938" y="228600"/>
                </a:lnTo>
                <a:lnTo>
                  <a:pt x="271463" y="228600"/>
                </a:lnTo>
                <a:lnTo>
                  <a:pt x="280988" y="228600"/>
                </a:lnTo>
                <a:lnTo>
                  <a:pt x="290513" y="228600"/>
                </a:lnTo>
                <a:lnTo>
                  <a:pt x="300038" y="228600"/>
                </a:lnTo>
                <a:lnTo>
                  <a:pt x="309563" y="228600"/>
                </a:lnTo>
                <a:lnTo>
                  <a:pt x="319088" y="228600"/>
                </a:lnTo>
                <a:lnTo>
                  <a:pt x="328613" y="228600"/>
                </a:lnTo>
                <a:lnTo>
                  <a:pt x="338138" y="228600"/>
                </a:lnTo>
                <a:lnTo>
                  <a:pt x="347663" y="228600"/>
                </a:lnTo>
                <a:lnTo>
                  <a:pt x="357188" y="228600"/>
                </a:lnTo>
                <a:lnTo>
                  <a:pt x="366713" y="228600"/>
                </a:lnTo>
                <a:lnTo>
                  <a:pt x="376238" y="228600"/>
                </a:lnTo>
                <a:lnTo>
                  <a:pt x="385763" y="228600"/>
                </a:lnTo>
                <a:lnTo>
                  <a:pt x="395288" y="228600"/>
                </a:lnTo>
                <a:lnTo>
                  <a:pt x="404813" y="228600"/>
                </a:lnTo>
                <a:lnTo>
                  <a:pt x="414338" y="228600"/>
                </a:lnTo>
                <a:lnTo>
                  <a:pt x="419100" y="233363"/>
                </a:lnTo>
                <a:lnTo>
                  <a:pt x="419100" y="242888"/>
                </a:lnTo>
                <a:lnTo>
                  <a:pt x="414338" y="247650"/>
                </a:lnTo>
                <a:lnTo>
                  <a:pt x="409575" y="252413"/>
                </a:lnTo>
                <a:lnTo>
                  <a:pt x="409575" y="261938"/>
                </a:lnTo>
                <a:lnTo>
                  <a:pt x="409575" y="271463"/>
                </a:lnTo>
                <a:lnTo>
                  <a:pt x="404813" y="276225"/>
                </a:lnTo>
                <a:lnTo>
                  <a:pt x="400050" y="280988"/>
                </a:lnTo>
                <a:lnTo>
                  <a:pt x="404813" y="285750"/>
                </a:lnTo>
                <a:lnTo>
                  <a:pt x="409575" y="290513"/>
                </a:lnTo>
                <a:lnTo>
                  <a:pt x="404813" y="295275"/>
                </a:lnTo>
                <a:lnTo>
                  <a:pt x="400050" y="300038"/>
                </a:lnTo>
                <a:lnTo>
                  <a:pt x="395288" y="304800"/>
                </a:lnTo>
                <a:lnTo>
                  <a:pt x="390525" y="309563"/>
                </a:lnTo>
                <a:lnTo>
                  <a:pt x="390525" y="319088"/>
                </a:lnTo>
                <a:lnTo>
                  <a:pt x="390525" y="328613"/>
                </a:lnTo>
                <a:lnTo>
                  <a:pt x="385763" y="333375"/>
                </a:lnTo>
                <a:lnTo>
                  <a:pt x="381000" y="338138"/>
                </a:lnTo>
                <a:lnTo>
                  <a:pt x="376238" y="342900"/>
                </a:lnTo>
                <a:lnTo>
                  <a:pt x="371475" y="347663"/>
                </a:lnTo>
                <a:lnTo>
                  <a:pt x="366713" y="352425"/>
                </a:lnTo>
                <a:lnTo>
                  <a:pt x="361950" y="357188"/>
                </a:lnTo>
                <a:lnTo>
                  <a:pt x="357188" y="361950"/>
                </a:lnTo>
                <a:lnTo>
                  <a:pt x="352425" y="366713"/>
                </a:lnTo>
                <a:lnTo>
                  <a:pt x="347663" y="371475"/>
                </a:lnTo>
                <a:lnTo>
                  <a:pt x="342900" y="376238"/>
                </a:lnTo>
                <a:lnTo>
                  <a:pt x="338138" y="381000"/>
                </a:lnTo>
                <a:lnTo>
                  <a:pt x="328613" y="381000"/>
                </a:lnTo>
                <a:lnTo>
                  <a:pt x="323850" y="385763"/>
                </a:lnTo>
                <a:lnTo>
                  <a:pt x="319088" y="390525"/>
                </a:lnTo>
                <a:lnTo>
                  <a:pt x="314325" y="395288"/>
                </a:lnTo>
                <a:lnTo>
                  <a:pt x="309563" y="400050"/>
                </a:lnTo>
                <a:lnTo>
                  <a:pt x="300038" y="400050"/>
                </a:lnTo>
                <a:lnTo>
                  <a:pt x="290513" y="400050"/>
                </a:lnTo>
                <a:lnTo>
                  <a:pt x="285750" y="404813"/>
                </a:lnTo>
                <a:lnTo>
                  <a:pt x="280988" y="409575"/>
                </a:lnTo>
                <a:lnTo>
                  <a:pt x="271463" y="409575"/>
                </a:lnTo>
                <a:lnTo>
                  <a:pt x="261938" y="409575"/>
                </a:lnTo>
                <a:lnTo>
                  <a:pt x="252413" y="409575"/>
                </a:lnTo>
                <a:lnTo>
                  <a:pt x="242888" y="409575"/>
                </a:lnTo>
                <a:lnTo>
                  <a:pt x="233363" y="409575"/>
                </a:lnTo>
                <a:lnTo>
                  <a:pt x="223838" y="409575"/>
                </a:lnTo>
                <a:lnTo>
                  <a:pt x="214313" y="409575"/>
                </a:lnTo>
                <a:lnTo>
                  <a:pt x="204788" y="409575"/>
                </a:lnTo>
                <a:lnTo>
                  <a:pt x="195263" y="409575"/>
                </a:lnTo>
                <a:lnTo>
                  <a:pt x="185738" y="409575"/>
                </a:lnTo>
                <a:lnTo>
                  <a:pt x="180975" y="404813"/>
                </a:lnTo>
                <a:lnTo>
                  <a:pt x="176213" y="400050"/>
                </a:lnTo>
                <a:lnTo>
                  <a:pt x="166688" y="400050"/>
                </a:lnTo>
                <a:lnTo>
                  <a:pt x="157163" y="400050"/>
                </a:lnTo>
                <a:lnTo>
                  <a:pt x="152400" y="395288"/>
                </a:lnTo>
                <a:lnTo>
                  <a:pt x="147638" y="390525"/>
                </a:lnTo>
                <a:lnTo>
                  <a:pt x="138113" y="390525"/>
                </a:lnTo>
                <a:lnTo>
                  <a:pt x="133350" y="385763"/>
                </a:lnTo>
                <a:lnTo>
                  <a:pt x="128588" y="381000"/>
                </a:lnTo>
                <a:lnTo>
                  <a:pt x="123825" y="376238"/>
                </a:lnTo>
                <a:lnTo>
                  <a:pt x="119063" y="371475"/>
                </a:lnTo>
                <a:lnTo>
                  <a:pt x="109538" y="371475"/>
                </a:lnTo>
                <a:lnTo>
                  <a:pt x="104775" y="366713"/>
                </a:lnTo>
                <a:lnTo>
                  <a:pt x="100013" y="361950"/>
                </a:lnTo>
                <a:lnTo>
                  <a:pt x="95250" y="357188"/>
                </a:lnTo>
                <a:lnTo>
                  <a:pt x="90488" y="352425"/>
                </a:lnTo>
                <a:lnTo>
                  <a:pt x="85725" y="347663"/>
                </a:lnTo>
                <a:lnTo>
                  <a:pt x="85725" y="338138"/>
                </a:lnTo>
                <a:lnTo>
                  <a:pt x="80963" y="333375"/>
                </a:lnTo>
                <a:lnTo>
                  <a:pt x="76200" y="328613"/>
                </a:lnTo>
                <a:lnTo>
                  <a:pt x="71438" y="323850"/>
                </a:lnTo>
                <a:lnTo>
                  <a:pt x="66675" y="319088"/>
                </a:lnTo>
                <a:lnTo>
                  <a:pt x="66675" y="309563"/>
                </a:lnTo>
                <a:lnTo>
                  <a:pt x="61913" y="304800"/>
                </a:lnTo>
                <a:lnTo>
                  <a:pt x="57150" y="300038"/>
                </a:lnTo>
                <a:lnTo>
                  <a:pt x="57150" y="290513"/>
                </a:lnTo>
                <a:lnTo>
                  <a:pt x="57150" y="280988"/>
                </a:lnTo>
                <a:lnTo>
                  <a:pt x="52388" y="276225"/>
                </a:lnTo>
                <a:lnTo>
                  <a:pt x="47625" y="271463"/>
                </a:lnTo>
                <a:lnTo>
                  <a:pt x="47625" y="261938"/>
                </a:lnTo>
                <a:lnTo>
                  <a:pt x="47625" y="252413"/>
                </a:lnTo>
                <a:lnTo>
                  <a:pt x="42863" y="247650"/>
                </a:lnTo>
                <a:lnTo>
                  <a:pt x="38100" y="242888"/>
                </a:lnTo>
                <a:lnTo>
                  <a:pt x="42863" y="238125"/>
                </a:lnTo>
                <a:lnTo>
                  <a:pt x="47625" y="233363"/>
                </a:lnTo>
                <a:lnTo>
                  <a:pt x="42863" y="228600"/>
                </a:lnTo>
                <a:lnTo>
                  <a:pt x="38100" y="223838"/>
                </a:lnTo>
                <a:lnTo>
                  <a:pt x="42863" y="219075"/>
                </a:lnTo>
                <a:lnTo>
                  <a:pt x="47625" y="214313"/>
                </a:lnTo>
                <a:lnTo>
                  <a:pt x="47625" y="204788"/>
                </a:lnTo>
                <a:lnTo>
                  <a:pt x="47625" y="195263"/>
                </a:lnTo>
                <a:lnTo>
                  <a:pt x="47625" y="185738"/>
                </a:lnTo>
                <a:lnTo>
                  <a:pt x="47625" y="176213"/>
                </a:lnTo>
                <a:lnTo>
                  <a:pt x="52388" y="171450"/>
                </a:lnTo>
                <a:lnTo>
                  <a:pt x="57150" y="166688"/>
                </a:lnTo>
                <a:lnTo>
                  <a:pt x="61913" y="161925"/>
                </a:lnTo>
                <a:lnTo>
                  <a:pt x="66675" y="157163"/>
                </a:lnTo>
                <a:lnTo>
                  <a:pt x="66675" y="147638"/>
                </a:lnTo>
                <a:lnTo>
                  <a:pt x="66675" y="138113"/>
                </a:lnTo>
                <a:lnTo>
                  <a:pt x="71438" y="133350"/>
                </a:lnTo>
                <a:lnTo>
                  <a:pt x="76200" y="128588"/>
                </a:lnTo>
                <a:lnTo>
                  <a:pt x="80963" y="123825"/>
                </a:lnTo>
                <a:lnTo>
                  <a:pt x="85725" y="119063"/>
                </a:lnTo>
                <a:lnTo>
                  <a:pt x="85725" y="109538"/>
                </a:lnTo>
                <a:lnTo>
                  <a:pt x="90488" y="104775"/>
                </a:lnTo>
                <a:lnTo>
                  <a:pt x="95250" y="100013"/>
                </a:lnTo>
                <a:lnTo>
                  <a:pt x="100013" y="95250"/>
                </a:lnTo>
                <a:lnTo>
                  <a:pt x="104775" y="90488"/>
                </a:lnTo>
                <a:lnTo>
                  <a:pt x="109538" y="85725"/>
                </a:lnTo>
                <a:lnTo>
                  <a:pt x="119063" y="85725"/>
                </a:lnTo>
                <a:lnTo>
                  <a:pt x="123825" y="80963"/>
                </a:lnTo>
                <a:lnTo>
                  <a:pt x="128588" y="76200"/>
                </a:lnTo>
                <a:lnTo>
                  <a:pt x="133350" y="71438"/>
                </a:lnTo>
                <a:lnTo>
                  <a:pt x="138113" y="66675"/>
                </a:lnTo>
                <a:lnTo>
                  <a:pt x="147638" y="66675"/>
                </a:lnTo>
                <a:lnTo>
                  <a:pt x="152400" y="61913"/>
                </a:lnTo>
                <a:lnTo>
                  <a:pt x="157163" y="57150"/>
                </a:lnTo>
                <a:lnTo>
                  <a:pt x="166688" y="57150"/>
                </a:lnTo>
                <a:lnTo>
                  <a:pt x="171450" y="52388"/>
                </a:lnTo>
                <a:lnTo>
                  <a:pt x="176213" y="47625"/>
                </a:lnTo>
                <a:lnTo>
                  <a:pt x="185738" y="47625"/>
                </a:lnTo>
                <a:lnTo>
                  <a:pt x="195263" y="47625"/>
                </a:lnTo>
                <a:lnTo>
                  <a:pt x="204788" y="47625"/>
                </a:lnTo>
                <a:lnTo>
                  <a:pt x="209550" y="42863"/>
                </a:lnTo>
                <a:lnTo>
                  <a:pt x="209550" y="33338"/>
                </a:lnTo>
                <a:lnTo>
                  <a:pt x="209550" y="23813"/>
                </a:lnTo>
                <a:lnTo>
                  <a:pt x="209550" y="14288"/>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B0D0A4"/>
          </a:solidFill>
          <a:ln xmlns:a="http://schemas.openxmlformats.org/drawingml/2006/main" w="0">
            <a:noFill/>
            <a:prstDash val="solid"/>
          </a:ln>
        </p:spPr>
      </p:sp>
      <p:sp>
        <p:nvSpPr>
          <p:cNvPr id="822" name="layout-candidate-green-91-1">
            <a:extLst xmlns:a="http://schemas.openxmlformats.org/drawingml/2006/main">
              <a:ext uri="{FF2B5EF4-FFF2-40B4-BE49-F238E27FC236}">
                <a16:creationId xmlns:a16="http://schemas.microsoft.com/office/drawing/2014/main" id="{9D4D2703-16AF-437E-93C2-AF62855B7964}"/>
              </a:ext>
            </a:extLst>
          </p:cNvPr>
          <p:cNvSpPr>
            <a:spLocks xmlns:a="http://schemas.openxmlformats.org/drawingml/2006/main" noGrp="1"/>
          </p:cNvSpPr>
          <p:nvPr/>
        </p:nvSpPr>
        <p:spPr>
          <a:xfrm xmlns:a="http://schemas.openxmlformats.org/drawingml/2006/main" rot="0">
            <a:off x="1047750" y="5200650"/>
            <a:ext cx="9525" cy="209550"/>
          </a:xfrm>
          <a:custGeom xmlns:a="http://schemas.openxmlformats.org/drawingml/2006/main">
            <a:pathLst>
              <a:path w="9525" h="2095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4763" y="209550"/>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B0D0A4"/>
          </a:solidFill>
          <a:ln xmlns:a="http://schemas.openxmlformats.org/drawingml/2006/main" w="0">
            <a:noFill/>
            <a:prstDash val="solid"/>
          </a:ln>
        </p:spPr>
      </p:sp>
      <p:sp>
        <p:nvSpPr>
          <p:cNvPr id="823" name="layout-candidate-green-91-2">
            <a:extLst xmlns:a="http://schemas.openxmlformats.org/drawingml/2006/main">
              <a:ext uri="{FF2B5EF4-FFF2-40B4-BE49-F238E27FC236}">
                <a16:creationId xmlns:a16="http://schemas.microsoft.com/office/drawing/2014/main" id="{529624C6-CA12-4428-838A-55CA83170779}"/>
              </a:ext>
            </a:extLst>
          </p:cNvPr>
          <p:cNvSpPr>
            <a:spLocks xmlns:a="http://schemas.openxmlformats.org/drawingml/2006/main" noGrp="1"/>
          </p:cNvSpPr>
          <p:nvPr/>
        </p:nvSpPr>
        <p:spPr>
          <a:xfrm xmlns:a="http://schemas.openxmlformats.org/drawingml/2006/main" rot="0">
            <a:off x="590550" y="5410200"/>
            <a:ext cx="457200" cy="9525"/>
          </a:xfrm>
          <a:custGeom xmlns:a="http://schemas.openxmlformats.org/drawingml/2006/main">
            <a:pathLst>
              <a:path w="4572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57200" y="4763"/>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B0D0A4"/>
          </a:solidFill>
          <a:ln xmlns:a="http://schemas.openxmlformats.org/drawingml/2006/main" w="0">
            <a:noFill/>
            <a:prstDash val="solid"/>
          </a:ln>
        </p:spPr>
      </p:sp>
      <p:sp>
        <p:nvSpPr>
          <p:cNvPr id="824" name="layout-candidate-green-92-0">
            <a:extLst xmlns:a="http://schemas.openxmlformats.org/drawingml/2006/main">
              <a:ext uri="{FF2B5EF4-FFF2-40B4-BE49-F238E27FC236}">
                <a16:creationId xmlns:a16="http://schemas.microsoft.com/office/drawing/2014/main" id="{68C6A518-E8FA-46D2-8B01-1BAC833AD51B}"/>
              </a:ext>
            </a:extLst>
          </p:cNvPr>
          <p:cNvSpPr>
            <a:spLocks xmlns:a="http://schemas.openxmlformats.org/drawingml/2006/main" noGrp="1"/>
          </p:cNvSpPr>
          <p:nvPr/>
        </p:nvSpPr>
        <p:spPr>
          <a:xfrm xmlns:a="http://schemas.openxmlformats.org/drawingml/2006/main" rot="0">
            <a:off x="590550" y="4972050"/>
            <a:ext cx="409575" cy="400050"/>
          </a:xfrm>
          <a:custGeom xmlns:a="http://schemas.openxmlformats.org/drawingml/2006/main">
            <a:pathLst>
              <a:path w="409575" h="4000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9075" y="14288"/>
                </a:lnTo>
                <a:lnTo>
                  <a:pt x="219075" y="23813"/>
                </a:lnTo>
                <a:lnTo>
                  <a:pt x="219075" y="33338"/>
                </a:lnTo>
                <a:lnTo>
                  <a:pt x="219075" y="42863"/>
                </a:lnTo>
                <a:lnTo>
                  <a:pt x="219075" y="52388"/>
                </a:lnTo>
                <a:lnTo>
                  <a:pt x="219075" y="61913"/>
                </a:lnTo>
                <a:lnTo>
                  <a:pt x="219075" y="71438"/>
                </a:lnTo>
                <a:lnTo>
                  <a:pt x="219075" y="80963"/>
                </a:lnTo>
                <a:lnTo>
                  <a:pt x="219075" y="90488"/>
                </a:lnTo>
                <a:lnTo>
                  <a:pt x="219075" y="100013"/>
                </a:lnTo>
                <a:lnTo>
                  <a:pt x="219075" y="109538"/>
                </a:lnTo>
                <a:lnTo>
                  <a:pt x="219075" y="119063"/>
                </a:lnTo>
                <a:lnTo>
                  <a:pt x="219075" y="128588"/>
                </a:lnTo>
                <a:lnTo>
                  <a:pt x="219075" y="138113"/>
                </a:lnTo>
                <a:lnTo>
                  <a:pt x="219075" y="147638"/>
                </a:lnTo>
                <a:lnTo>
                  <a:pt x="219075" y="157163"/>
                </a:lnTo>
                <a:lnTo>
                  <a:pt x="219075" y="166688"/>
                </a:lnTo>
                <a:lnTo>
                  <a:pt x="219075" y="176213"/>
                </a:lnTo>
                <a:lnTo>
                  <a:pt x="219075" y="185738"/>
                </a:lnTo>
                <a:lnTo>
                  <a:pt x="219075" y="195263"/>
                </a:lnTo>
                <a:lnTo>
                  <a:pt x="219075" y="204788"/>
                </a:lnTo>
                <a:lnTo>
                  <a:pt x="219075" y="214313"/>
                </a:lnTo>
                <a:lnTo>
                  <a:pt x="219075" y="223838"/>
                </a:lnTo>
                <a:lnTo>
                  <a:pt x="223838" y="228600"/>
                </a:lnTo>
                <a:lnTo>
                  <a:pt x="233363" y="228600"/>
                </a:lnTo>
                <a:lnTo>
                  <a:pt x="242888" y="228600"/>
                </a:lnTo>
                <a:lnTo>
                  <a:pt x="252413" y="228600"/>
                </a:lnTo>
                <a:lnTo>
                  <a:pt x="261938" y="228600"/>
                </a:lnTo>
                <a:lnTo>
                  <a:pt x="271463" y="228600"/>
                </a:lnTo>
                <a:lnTo>
                  <a:pt x="280988" y="228600"/>
                </a:lnTo>
                <a:lnTo>
                  <a:pt x="290513" y="228600"/>
                </a:lnTo>
                <a:lnTo>
                  <a:pt x="300038" y="228600"/>
                </a:lnTo>
                <a:lnTo>
                  <a:pt x="309563" y="228600"/>
                </a:lnTo>
                <a:lnTo>
                  <a:pt x="319088" y="228600"/>
                </a:lnTo>
                <a:lnTo>
                  <a:pt x="328613" y="228600"/>
                </a:lnTo>
                <a:lnTo>
                  <a:pt x="338138" y="228600"/>
                </a:lnTo>
                <a:lnTo>
                  <a:pt x="347663" y="228600"/>
                </a:lnTo>
                <a:lnTo>
                  <a:pt x="357188" y="228600"/>
                </a:lnTo>
                <a:lnTo>
                  <a:pt x="366713" y="228600"/>
                </a:lnTo>
                <a:lnTo>
                  <a:pt x="376238" y="228600"/>
                </a:lnTo>
                <a:lnTo>
                  <a:pt x="385763" y="228600"/>
                </a:lnTo>
                <a:lnTo>
                  <a:pt x="395288" y="228600"/>
                </a:lnTo>
                <a:lnTo>
                  <a:pt x="404813" y="228600"/>
                </a:lnTo>
                <a:lnTo>
                  <a:pt x="409575" y="233363"/>
                </a:lnTo>
                <a:lnTo>
                  <a:pt x="404813" y="238125"/>
                </a:lnTo>
                <a:lnTo>
                  <a:pt x="400050" y="242888"/>
                </a:lnTo>
                <a:lnTo>
                  <a:pt x="400050" y="252413"/>
                </a:lnTo>
                <a:lnTo>
                  <a:pt x="400050" y="261938"/>
                </a:lnTo>
                <a:lnTo>
                  <a:pt x="400050" y="271463"/>
                </a:lnTo>
                <a:lnTo>
                  <a:pt x="395288" y="276225"/>
                </a:lnTo>
                <a:lnTo>
                  <a:pt x="390525" y="280988"/>
                </a:lnTo>
                <a:lnTo>
                  <a:pt x="390525" y="290513"/>
                </a:lnTo>
                <a:lnTo>
                  <a:pt x="390525" y="300038"/>
                </a:lnTo>
                <a:lnTo>
                  <a:pt x="385763" y="304800"/>
                </a:lnTo>
                <a:lnTo>
                  <a:pt x="381000" y="309563"/>
                </a:lnTo>
                <a:lnTo>
                  <a:pt x="376238" y="314325"/>
                </a:lnTo>
                <a:lnTo>
                  <a:pt x="371475" y="319088"/>
                </a:lnTo>
                <a:lnTo>
                  <a:pt x="371475" y="328613"/>
                </a:lnTo>
                <a:lnTo>
                  <a:pt x="366713" y="333375"/>
                </a:lnTo>
                <a:lnTo>
                  <a:pt x="361950" y="338138"/>
                </a:lnTo>
                <a:lnTo>
                  <a:pt x="357188" y="342900"/>
                </a:lnTo>
                <a:lnTo>
                  <a:pt x="352425" y="347663"/>
                </a:lnTo>
                <a:lnTo>
                  <a:pt x="347663" y="352425"/>
                </a:lnTo>
                <a:lnTo>
                  <a:pt x="342900" y="357188"/>
                </a:lnTo>
                <a:lnTo>
                  <a:pt x="338138" y="361950"/>
                </a:lnTo>
                <a:lnTo>
                  <a:pt x="333375" y="366713"/>
                </a:lnTo>
                <a:lnTo>
                  <a:pt x="328613" y="371475"/>
                </a:lnTo>
                <a:lnTo>
                  <a:pt x="323850" y="376238"/>
                </a:lnTo>
                <a:lnTo>
                  <a:pt x="319088" y="381000"/>
                </a:lnTo>
                <a:lnTo>
                  <a:pt x="309563" y="381000"/>
                </a:lnTo>
                <a:lnTo>
                  <a:pt x="304800" y="385763"/>
                </a:lnTo>
                <a:lnTo>
                  <a:pt x="300038" y="390525"/>
                </a:lnTo>
                <a:lnTo>
                  <a:pt x="290513" y="390525"/>
                </a:lnTo>
                <a:lnTo>
                  <a:pt x="280988" y="390525"/>
                </a:lnTo>
                <a:lnTo>
                  <a:pt x="276225" y="395288"/>
                </a:lnTo>
                <a:lnTo>
                  <a:pt x="271463" y="400050"/>
                </a:lnTo>
                <a:lnTo>
                  <a:pt x="261938" y="400050"/>
                </a:lnTo>
                <a:lnTo>
                  <a:pt x="252413" y="400050"/>
                </a:lnTo>
                <a:lnTo>
                  <a:pt x="242888" y="400050"/>
                </a:lnTo>
                <a:lnTo>
                  <a:pt x="233363" y="400050"/>
                </a:lnTo>
                <a:lnTo>
                  <a:pt x="223838" y="400050"/>
                </a:lnTo>
                <a:lnTo>
                  <a:pt x="214313" y="400050"/>
                </a:lnTo>
                <a:lnTo>
                  <a:pt x="204788" y="400050"/>
                </a:lnTo>
                <a:lnTo>
                  <a:pt x="195263" y="400050"/>
                </a:lnTo>
                <a:lnTo>
                  <a:pt x="185738" y="400050"/>
                </a:lnTo>
                <a:lnTo>
                  <a:pt x="180975" y="395288"/>
                </a:lnTo>
                <a:lnTo>
                  <a:pt x="176213" y="390525"/>
                </a:lnTo>
                <a:lnTo>
                  <a:pt x="166688" y="390525"/>
                </a:lnTo>
                <a:lnTo>
                  <a:pt x="161925" y="385763"/>
                </a:lnTo>
                <a:lnTo>
                  <a:pt x="157163" y="381000"/>
                </a:lnTo>
                <a:lnTo>
                  <a:pt x="147638" y="381000"/>
                </a:lnTo>
                <a:lnTo>
                  <a:pt x="142875" y="376238"/>
                </a:lnTo>
                <a:lnTo>
                  <a:pt x="138113" y="371475"/>
                </a:lnTo>
                <a:lnTo>
                  <a:pt x="128588" y="371475"/>
                </a:lnTo>
                <a:lnTo>
                  <a:pt x="123825" y="366713"/>
                </a:lnTo>
                <a:lnTo>
                  <a:pt x="119063" y="361950"/>
                </a:lnTo>
                <a:lnTo>
                  <a:pt x="114300" y="357188"/>
                </a:lnTo>
                <a:lnTo>
                  <a:pt x="109538" y="352425"/>
                </a:lnTo>
                <a:lnTo>
                  <a:pt x="104775" y="347663"/>
                </a:lnTo>
                <a:lnTo>
                  <a:pt x="104775" y="338138"/>
                </a:lnTo>
                <a:lnTo>
                  <a:pt x="100013" y="333375"/>
                </a:lnTo>
                <a:lnTo>
                  <a:pt x="90488" y="333375"/>
                </a:lnTo>
                <a:lnTo>
                  <a:pt x="85725" y="328613"/>
                </a:lnTo>
                <a:lnTo>
                  <a:pt x="85725" y="319088"/>
                </a:lnTo>
                <a:lnTo>
                  <a:pt x="80963" y="314325"/>
                </a:lnTo>
                <a:lnTo>
                  <a:pt x="76200" y="309563"/>
                </a:lnTo>
                <a:lnTo>
                  <a:pt x="71438" y="304800"/>
                </a:lnTo>
                <a:lnTo>
                  <a:pt x="66675" y="300038"/>
                </a:lnTo>
                <a:lnTo>
                  <a:pt x="66675" y="290513"/>
                </a:lnTo>
                <a:lnTo>
                  <a:pt x="66675" y="280988"/>
                </a:lnTo>
                <a:lnTo>
                  <a:pt x="61913" y="276225"/>
                </a:lnTo>
                <a:lnTo>
                  <a:pt x="57150" y="271463"/>
                </a:lnTo>
                <a:lnTo>
                  <a:pt x="57150" y="261938"/>
                </a:lnTo>
                <a:lnTo>
                  <a:pt x="57150" y="252413"/>
                </a:lnTo>
                <a:lnTo>
                  <a:pt x="57150" y="242888"/>
                </a:lnTo>
                <a:lnTo>
                  <a:pt x="57150" y="233363"/>
                </a:lnTo>
                <a:lnTo>
                  <a:pt x="57150" y="223838"/>
                </a:lnTo>
                <a:lnTo>
                  <a:pt x="57150" y="214313"/>
                </a:lnTo>
                <a:lnTo>
                  <a:pt x="57150" y="204788"/>
                </a:lnTo>
                <a:lnTo>
                  <a:pt x="57150" y="195263"/>
                </a:lnTo>
                <a:lnTo>
                  <a:pt x="61913" y="190500"/>
                </a:lnTo>
                <a:lnTo>
                  <a:pt x="66675" y="185738"/>
                </a:lnTo>
                <a:lnTo>
                  <a:pt x="66675" y="176213"/>
                </a:lnTo>
                <a:lnTo>
                  <a:pt x="66675" y="166688"/>
                </a:lnTo>
                <a:lnTo>
                  <a:pt x="71438" y="161925"/>
                </a:lnTo>
                <a:lnTo>
                  <a:pt x="76200" y="157163"/>
                </a:lnTo>
                <a:lnTo>
                  <a:pt x="76200" y="147638"/>
                </a:lnTo>
                <a:lnTo>
                  <a:pt x="76200" y="138113"/>
                </a:lnTo>
                <a:lnTo>
                  <a:pt x="80963" y="133350"/>
                </a:lnTo>
                <a:lnTo>
                  <a:pt x="90488" y="133350"/>
                </a:lnTo>
                <a:lnTo>
                  <a:pt x="95250" y="128588"/>
                </a:lnTo>
                <a:lnTo>
                  <a:pt x="95250" y="119063"/>
                </a:lnTo>
                <a:lnTo>
                  <a:pt x="100013" y="114300"/>
                </a:lnTo>
                <a:lnTo>
                  <a:pt x="104775" y="109538"/>
                </a:lnTo>
                <a:lnTo>
                  <a:pt x="109538" y="104775"/>
                </a:lnTo>
                <a:lnTo>
                  <a:pt x="114300" y="100013"/>
                </a:lnTo>
                <a:lnTo>
                  <a:pt x="119063" y="95250"/>
                </a:lnTo>
                <a:lnTo>
                  <a:pt x="123825" y="90488"/>
                </a:lnTo>
                <a:lnTo>
                  <a:pt x="128588" y="85725"/>
                </a:lnTo>
                <a:lnTo>
                  <a:pt x="138113" y="85725"/>
                </a:lnTo>
                <a:lnTo>
                  <a:pt x="142875" y="80963"/>
                </a:lnTo>
                <a:lnTo>
                  <a:pt x="147638" y="76200"/>
                </a:lnTo>
                <a:lnTo>
                  <a:pt x="152400" y="71438"/>
                </a:lnTo>
                <a:lnTo>
                  <a:pt x="157163" y="66675"/>
                </a:lnTo>
                <a:lnTo>
                  <a:pt x="166688" y="66675"/>
                </a:lnTo>
                <a:lnTo>
                  <a:pt x="176213" y="66675"/>
                </a:lnTo>
                <a:lnTo>
                  <a:pt x="180975" y="61913"/>
                </a:lnTo>
                <a:lnTo>
                  <a:pt x="185738" y="57150"/>
                </a:lnTo>
                <a:lnTo>
                  <a:pt x="195263" y="57150"/>
                </a:lnTo>
                <a:lnTo>
                  <a:pt x="204788" y="57150"/>
                </a:lnTo>
                <a:lnTo>
                  <a:pt x="209550" y="52388"/>
                </a:lnTo>
                <a:lnTo>
                  <a:pt x="209550" y="42863"/>
                </a:lnTo>
                <a:lnTo>
                  <a:pt x="209550" y="33338"/>
                </a:lnTo>
                <a:lnTo>
                  <a:pt x="209550" y="23813"/>
                </a:lnTo>
                <a:lnTo>
                  <a:pt x="209550" y="14288"/>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B3D2A6"/>
          </a:solidFill>
          <a:ln xmlns:a="http://schemas.openxmlformats.org/drawingml/2006/main" w="0">
            <a:noFill/>
            <a:prstDash val="solid"/>
          </a:ln>
        </p:spPr>
      </p:sp>
      <p:sp>
        <p:nvSpPr>
          <p:cNvPr id="825" name="layout-candidate-green-92-1">
            <a:extLst xmlns:a="http://schemas.openxmlformats.org/drawingml/2006/main">
              <a:ext uri="{FF2B5EF4-FFF2-40B4-BE49-F238E27FC236}">
                <a16:creationId xmlns:a16="http://schemas.microsoft.com/office/drawing/2014/main" id="{30E9E829-8391-4B79-BEF1-F9C0BD84B204}"/>
              </a:ext>
            </a:extLst>
          </p:cNvPr>
          <p:cNvSpPr>
            <a:spLocks xmlns:a="http://schemas.openxmlformats.org/drawingml/2006/main" noGrp="1"/>
          </p:cNvSpPr>
          <p:nvPr/>
        </p:nvSpPr>
        <p:spPr>
          <a:xfrm xmlns:a="http://schemas.openxmlformats.org/drawingml/2006/main" rot="0">
            <a:off x="1047750" y="5200650"/>
            <a:ext cx="9525" cy="209550"/>
          </a:xfrm>
          <a:custGeom xmlns:a="http://schemas.openxmlformats.org/drawingml/2006/main">
            <a:pathLst>
              <a:path w="9525" h="2095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4763" y="209550"/>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B3D2A6"/>
          </a:solidFill>
          <a:ln xmlns:a="http://schemas.openxmlformats.org/drawingml/2006/main" w="0">
            <a:noFill/>
            <a:prstDash val="solid"/>
          </a:ln>
        </p:spPr>
      </p:sp>
      <p:sp>
        <p:nvSpPr>
          <p:cNvPr id="826" name="layout-candidate-green-92-2">
            <a:extLst xmlns:a="http://schemas.openxmlformats.org/drawingml/2006/main">
              <a:ext uri="{FF2B5EF4-FFF2-40B4-BE49-F238E27FC236}">
                <a16:creationId xmlns:a16="http://schemas.microsoft.com/office/drawing/2014/main" id="{1D379724-BF44-4D50-8058-58FBEA9B0341}"/>
              </a:ext>
            </a:extLst>
          </p:cNvPr>
          <p:cNvSpPr>
            <a:spLocks xmlns:a="http://schemas.openxmlformats.org/drawingml/2006/main" noGrp="1"/>
          </p:cNvSpPr>
          <p:nvPr/>
        </p:nvSpPr>
        <p:spPr>
          <a:xfrm xmlns:a="http://schemas.openxmlformats.org/drawingml/2006/main" rot="0">
            <a:off x="590550" y="5410200"/>
            <a:ext cx="457200" cy="9525"/>
          </a:xfrm>
          <a:custGeom xmlns:a="http://schemas.openxmlformats.org/drawingml/2006/main">
            <a:pathLst>
              <a:path w="4572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57200" y="4763"/>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B3D2A6"/>
          </a:solidFill>
          <a:ln xmlns:a="http://schemas.openxmlformats.org/drawingml/2006/main" w="0">
            <a:noFill/>
            <a:prstDash val="solid"/>
          </a:ln>
        </p:spPr>
      </p:sp>
      <p:sp>
        <p:nvSpPr>
          <p:cNvPr id="827" name="layout-candidate-green-93-0">
            <a:extLst xmlns:a="http://schemas.openxmlformats.org/drawingml/2006/main">
              <a:ext uri="{FF2B5EF4-FFF2-40B4-BE49-F238E27FC236}">
                <a16:creationId xmlns:a16="http://schemas.microsoft.com/office/drawing/2014/main" id="{19C702FB-5D72-41B3-8D3B-43C3473ED1D5}"/>
              </a:ext>
            </a:extLst>
          </p:cNvPr>
          <p:cNvSpPr>
            <a:spLocks xmlns:a="http://schemas.openxmlformats.org/drawingml/2006/main" noGrp="1"/>
          </p:cNvSpPr>
          <p:nvPr/>
        </p:nvSpPr>
        <p:spPr>
          <a:xfrm xmlns:a="http://schemas.openxmlformats.org/drawingml/2006/main" rot="0">
            <a:off x="590550" y="4972050"/>
            <a:ext cx="400050" cy="390525"/>
          </a:xfrm>
          <a:custGeom xmlns:a="http://schemas.openxmlformats.org/drawingml/2006/main">
            <a:pathLst>
              <a:path w="400050" h="390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19075" y="4763"/>
                </a:lnTo>
                <a:lnTo>
                  <a:pt x="219075" y="14288"/>
                </a:lnTo>
                <a:lnTo>
                  <a:pt x="219075" y="23813"/>
                </a:lnTo>
                <a:lnTo>
                  <a:pt x="219075" y="33338"/>
                </a:lnTo>
                <a:lnTo>
                  <a:pt x="219075" y="42863"/>
                </a:lnTo>
                <a:lnTo>
                  <a:pt x="219075" y="52388"/>
                </a:lnTo>
                <a:lnTo>
                  <a:pt x="219075" y="61913"/>
                </a:lnTo>
                <a:lnTo>
                  <a:pt x="219075" y="71438"/>
                </a:lnTo>
                <a:lnTo>
                  <a:pt x="219075" y="80963"/>
                </a:lnTo>
                <a:lnTo>
                  <a:pt x="219075" y="90488"/>
                </a:lnTo>
                <a:lnTo>
                  <a:pt x="219075" y="100013"/>
                </a:lnTo>
                <a:lnTo>
                  <a:pt x="219075" y="109538"/>
                </a:lnTo>
                <a:lnTo>
                  <a:pt x="219075" y="119063"/>
                </a:lnTo>
                <a:lnTo>
                  <a:pt x="219075" y="128588"/>
                </a:lnTo>
                <a:lnTo>
                  <a:pt x="219075" y="138113"/>
                </a:lnTo>
                <a:lnTo>
                  <a:pt x="219075" y="147638"/>
                </a:lnTo>
                <a:lnTo>
                  <a:pt x="219075" y="157163"/>
                </a:lnTo>
                <a:lnTo>
                  <a:pt x="219075" y="166688"/>
                </a:lnTo>
                <a:lnTo>
                  <a:pt x="219075" y="176213"/>
                </a:lnTo>
                <a:lnTo>
                  <a:pt x="219075" y="185738"/>
                </a:lnTo>
                <a:lnTo>
                  <a:pt x="219075" y="195263"/>
                </a:lnTo>
                <a:lnTo>
                  <a:pt x="219075" y="204788"/>
                </a:lnTo>
                <a:lnTo>
                  <a:pt x="219075" y="214313"/>
                </a:lnTo>
                <a:lnTo>
                  <a:pt x="219075" y="223838"/>
                </a:lnTo>
                <a:lnTo>
                  <a:pt x="223838" y="228600"/>
                </a:lnTo>
                <a:lnTo>
                  <a:pt x="233363" y="228600"/>
                </a:lnTo>
                <a:lnTo>
                  <a:pt x="242888" y="228600"/>
                </a:lnTo>
                <a:lnTo>
                  <a:pt x="252413" y="228600"/>
                </a:lnTo>
                <a:lnTo>
                  <a:pt x="261938" y="228600"/>
                </a:lnTo>
                <a:lnTo>
                  <a:pt x="271463" y="228600"/>
                </a:lnTo>
                <a:lnTo>
                  <a:pt x="280988" y="228600"/>
                </a:lnTo>
                <a:lnTo>
                  <a:pt x="290513" y="228600"/>
                </a:lnTo>
                <a:lnTo>
                  <a:pt x="300038" y="228600"/>
                </a:lnTo>
                <a:lnTo>
                  <a:pt x="309563" y="228600"/>
                </a:lnTo>
                <a:lnTo>
                  <a:pt x="319088" y="228600"/>
                </a:lnTo>
                <a:lnTo>
                  <a:pt x="328613" y="228600"/>
                </a:lnTo>
                <a:lnTo>
                  <a:pt x="338138" y="228600"/>
                </a:lnTo>
                <a:lnTo>
                  <a:pt x="347663" y="228600"/>
                </a:lnTo>
                <a:lnTo>
                  <a:pt x="357188" y="228600"/>
                </a:lnTo>
                <a:lnTo>
                  <a:pt x="366713" y="228600"/>
                </a:lnTo>
                <a:lnTo>
                  <a:pt x="376238" y="228600"/>
                </a:lnTo>
                <a:lnTo>
                  <a:pt x="385763" y="228600"/>
                </a:lnTo>
                <a:lnTo>
                  <a:pt x="395288" y="228600"/>
                </a:lnTo>
                <a:lnTo>
                  <a:pt x="400050" y="233363"/>
                </a:lnTo>
                <a:lnTo>
                  <a:pt x="400050" y="242888"/>
                </a:lnTo>
                <a:lnTo>
                  <a:pt x="395288" y="247650"/>
                </a:lnTo>
                <a:lnTo>
                  <a:pt x="390525" y="252413"/>
                </a:lnTo>
                <a:lnTo>
                  <a:pt x="390525" y="261938"/>
                </a:lnTo>
                <a:lnTo>
                  <a:pt x="390525" y="271463"/>
                </a:lnTo>
                <a:lnTo>
                  <a:pt x="385763" y="276225"/>
                </a:lnTo>
                <a:lnTo>
                  <a:pt x="381000" y="280988"/>
                </a:lnTo>
                <a:lnTo>
                  <a:pt x="381000" y="290513"/>
                </a:lnTo>
                <a:lnTo>
                  <a:pt x="381000" y="300038"/>
                </a:lnTo>
                <a:lnTo>
                  <a:pt x="376238" y="304800"/>
                </a:lnTo>
                <a:lnTo>
                  <a:pt x="371475" y="309563"/>
                </a:lnTo>
                <a:lnTo>
                  <a:pt x="366713" y="314325"/>
                </a:lnTo>
                <a:lnTo>
                  <a:pt x="361950" y="319088"/>
                </a:lnTo>
                <a:lnTo>
                  <a:pt x="361950" y="328613"/>
                </a:lnTo>
                <a:lnTo>
                  <a:pt x="357188" y="333375"/>
                </a:lnTo>
                <a:lnTo>
                  <a:pt x="352425" y="338138"/>
                </a:lnTo>
                <a:lnTo>
                  <a:pt x="347663" y="342900"/>
                </a:lnTo>
                <a:lnTo>
                  <a:pt x="342900" y="347663"/>
                </a:lnTo>
                <a:lnTo>
                  <a:pt x="338138" y="352425"/>
                </a:lnTo>
                <a:lnTo>
                  <a:pt x="333375" y="357188"/>
                </a:lnTo>
                <a:lnTo>
                  <a:pt x="328613" y="361950"/>
                </a:lnTo>
                <a:lnTo>
                  <a:pt x="323850" y="366713"/>
                </a:lnTo>
                <a:lnTo>
                  <a:pt x="319088" y="371475"/>
                </a:lnTo>
                <a:lnTo>
                  <a:pt x="309563" y="371475"/>
                </a:lnTo>
                <a:lnTo>
                  <a:pt x="304800" y="376238"/>
                </a:lnTo>
                <a:lnTo>
                  <a:pt x="300038" y="381000"/>
                </a:lnTo>
                <a:lnTo>
                  <a:pt x="290513" y="381000"/>
                </a:lnTo>
                <a:lnTo>
                  <a:pt x="285750" y="385763"/>
                </a:lnTo>
                <a:lnTo>
                  <a:pt x="280988" y="390525"/>
                </a:lnTo>
                <a:lnTo>
                  <a:pt x="271463" y="390525"/>
                </a:lnTo>
                <a:lnTo>
                  <a:pt x="261938" y="390525"/>
                </a:lnTo>
                <a:lnTo>
                  <a:pt x="252413" y="390525"/>
                </a:lnTo>
                <a:lnTo>
                  <a:pt x="242888" y="390525"/>
                </a:lnTo>
                <a:lnTo>
                  <a:pt x="233363" y="390525"/>
                </a:lnTo>
                <a:lnTo>
                  <a:pt x="223838" y="390525"/>
                </a:lnTo>
                <a:lnTo>
                  <a:pt x="214313" y="390525"/>
                </a:lnTo>
                <a:lnTo>
                  <a:pt x="204788" y="390525"/>
                </a:lnTo>
                <a:lnTo>
                  <a:pt x="195263" y="390525"/>
                </a:lnTo>
                <a:lnTo>
                  <a:pt x="185738" y="390525"/>
                </a:lnTo>
                <a:lnTo>
                  <a:pt x="180975" y="385763"/>
                </a:lnTo>
                <a:lnTo>
                  <a:pt x="176213" y="381000"/>
                </a:lnTo>
                <a:lnTo>
                  <a:pt x="166688" y="381000"/>
                </a:lnTo>
                <a:lnTo>
                  <a:pt x="161925" y="376238"/>
                </a:lnTo>
                <a:lnTo>
                  <a:pt x="157163" y="371475"/>
                </a:lnTo>
                <a:lnTo>
                  <a:pt x="147638" y="371475"/>
                </a:lnTo>
                <a:lnTo>
                  <a:pt x="138113" y="371475"/>
                </a:lnTo>
                <a:lnTo>
                  <a:pt x="133350" y="366713"/>
                </a:lnTo>
                <a:lnTo>
                  <a:pt x="128588" y="361950"/>
                </a:lnTo>
                <a:lnTo>
                  <a:pt x="123825" y="357188"/>
                </a:lnTo>
                <a:lnTo>
                  <a:pt x="119063" y="352425"/>
                </a:lnTo>
                <a:lnTo>
                  <a:pt x="114300" y="347663"/>
                </a:lnTo>
                <a:lnTo>
                  <a:pt x="114300" y="338138"/>
                </a:lnTo>
                <a:lnTo>
                  <a:pt x="109538" y="333375"/>
                </a:lnTo>
                <a:lnTo>
                  <a:pt x="104775" y="328613"/>
                </a:lnTo>
                <a:lnTo>
                  <a:pt x="100013" y="323850"/>
                </a:lnTo>
                <a:lnTo>
                  <a:pt x="95250" y="319088"/>
                </a:lnTo>
                <a:lnTo>
                  <a:pt x="90488" y="314325"/>
                </a:lnTo>
                <a:lnTo>
                  <a:pt x="85725" y="309563"/>
                </a:lnTo>
                <a:lnTo>
                  <a:pt x="80963" y="304800"/>
                </a:lnTo>
                <a:lnTo>
                  <a:pt x="76200" y="300038"/>
                </a:lnTo>
                <a:lnTo>
                  <a:pt x="76200" y="290513"/>
                </a:lnTo>
                <a:lnTo>
                  <a:pt x="76200" y="280988"/>
                </a:lnTo>
                <a:lnTo>
                  <a:pt x="71438" y="276225"/>
                </a:lnTo>
                <a:lnTo>
                  <a:pt x="66675" y="271463"/>
                </a:lnTo>
                <a:lnTo>
                  <a:pt x="66675" y="261938"/>
                </a:lnTo>
                <a:lnTo>
                  <a:pt x="66675" y="252413"/>
                </a:lnTo>
                <a:lnTo>
                  <a:pt x="61913" y="247650"/>
                </a:lnTo>
                <a:lnTo>
                  <a:pt x="57150" y="242888"/>
                </a:lnTo>
                <a:lnTo>
                  <a:pt x="61913" y="238125"/>
                </a:lnTo>
                <a:lnTo>
                  <a:pt x="66675" y="233363"/>
                </a:lnTo>
                <a:lnTo>
                  <a:pt x="61913" y="228600"/>
                </a:lnTo>
                <a:lnTo>
                  <a:pt x="57150" y="223838"/>
                </a:lnTo>
                <a:lnTo>
                  <a:pt x="61913" y="219075"/>
                </a:lnTo>
                <a:lnTo>
                  <a:pt x="66675" y="214313"/>
                </a:lnTo>
                <a:lnTo>
                  <a:pt x="66675" y="204788"/>
                </a:lnTo>
                <a:lnTo>
                  <a:pt x="66675" y="195263"/>
                </a:lnTo>
                <a:lnTo>
                  <a:pt x="71438" y="190500"/>
                </a:lnTo>
                <a:lnTo>
                  <a:pt x="76200" y="185738"/>
                </a:lnTo>
                <a:lnTo>
                  <a:pt x="76200" y="176213"/>
                </a:lnTo>
                <a:lnTo>
                  <a:pt x="76200" y="166688"/>
                </a:lnTo>
                <a:lnTo>
                  <a:pt x="80963" y="161925"/>
                </a:lnTo>
                <a:lnTo>
                  <a:pt x="85725" y="157163"/>
                </a:lnTo>
                <a:lnTo>
                  <a:pt x="85725" y="147638"/>
                </a:lnTo>
                <a:lnTo>
                  <a:pt x="85725" y="138113"/>
                </a:lnTo>
                <a:lnTo>
                  <a:pt x="90488" y="133350"/>
                </a:lnTo>
                <a:lnTo>
                  <a:pt x="100013" y="133350"/>
                </a:lnTo>
                <a:lnTo>
                  <a:pt x="104775" y="128588"/>
                </a:lnTo>
                <a:lnTo>
                  <a:pt x="104775" y="119063"/>
                </a:lnTo>
                <a:lnTo>
                  <a:pt x="109538" y="114300"/>
                </a:lnTo>
                <a:lnTo>
                  <a:pt x="114300" y="109538"/>
                </a:lnTo>
                <a:lnTo>
                  <a:pt x="119063" y="104775"/>
                </a:lnTo>
                <a:lnTo>
                  <a:pt x="123825" y="100013"/>
                </a:lnTo>
                <a:lnTo>
                  <a:pt x="128588" y="95250"/>
                </a:lnTo>
                <a:lnTo>
                  <a:pt x="133350" y="90488"/>
                </a:lnTo>
                <a:lnTo>
                  <a:pt x="138113" y="85725"/>
                </a:lnTo>
                <a:lnTo>
                  <a:pt x="147638" y="85725"/>
                </a:lnTo>
                <a:lnTo>
                  <a:pt x="157163" y="85725"/>
                </a:lnTo>
                <a:lnTo>
                  <a:pt x="161925" y="80963"/>
                </a:lnTo>
                <a:lnTo>
                  <a:pt x="166688" y="76200"/>
                </a:lnTo>
                <a:lnTo>
                  <a:pt x="176213" y="76200"/>
                </a:lnTo>
                <a:lnTo>
                  <a:pt x="180975" y="71438"/>
                </a:lnTo>
                <a:lnTo>
                  <a:pt x="185738" y="66675"/>
                </a:lnTo>
                <a:lnTo>
                  <a:pt x="195263" y="66675"/>
                </a:lnTo>
                <a:lnTo>
                  <a:pt x="204788" y="66675"/>
                </a:lnTo>
                <a:lnTo>
                  <a:pt x="209550" y="61913"/>
                </a:lnTo>
                <a:lnTo>
                  <a:pt x="209550" y="52388"/>
                </a:lnTo>
                <a:lnTo>
                  <a:pt x="209550" y="42863"/>
                </a:lnTo>
                <a:lnTo>
                  <a:pt x="209550" y="33338"/>
                </a:lnTo>
                <a:lnTo>
                  <a:pt x="209550" y="23813"/>
                </a:lnTo>
                <a:lnTo>
                  <a:pt x="209550" y="14288"/>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B6D3A9"/>
          </a:solidFill>
          <a:ln xmlns:a="http://schemas.openxmlformats.org/drawingml/2006/main" w="0">
            <a:noFill/>
            <a:prstDash val="solid"/>
          </a:ln>
        </p:spPr>
      </p:sp>
      <p:sp>
        <p:nvSpPr>
          <p:cNvPr id="828" name="layout-candidate-green-93-1">
            <a:extLst xmlns:a="http://schemas.openxmlformats.org/drawingml/2006/main">
              <a:ext uri="{FF2B5EF4-FFF2-40B4-BE49-F238E27FC236}">
                <a16:creationId xmlns:a16="http://schemas.microsoft.com/office/drawing/2014/main" id="{ADE3F5E9-9B0F-4A0C-8F96-7A927F3C7ED6}"/>
              </a:ext>
            </a:extLst>
          </p:cNvPr>
          <p:cNvSpPr>
            <a:spLocks xmlns:a="http://schemas.openxmlformats.org/drawingml/2006/main" noGrp="1"/>
          </p:cNvSpPr>
          <p:nvPr/>
        </p:nvSpPr>
        <p:spPr>
          <a:xfrm xmlns:a="http://schemas.openxmlformats.org/drawingml/2006/main" rot="0">
            <a:off x="1047750" y="5200650"/>
            <a:ext cx="9525" cy="209550"/>
          </a:xfrm>
          <a:custGeom xmlns:a="http://schemas.openxmlformats.org/drawingml/2006/main">
            <a:pathLst>
              <a:path w="9525" h="2095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4763" y="209550"/>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B6D3A9"/>
          </a:solidFill>
          <a:ln xmlns:a="http://schemas.openxmlformats.org/drawingml/2006/main" w="0">
            <a:noFill/>
            <a:prstDash val="solid"/>
          </a:ln>
        </p:spPr>
      </p:sp>
      <p:sp>
        <p:nvSpPr>
          <p:cNvPr id="829" name="layout-candidate-green-93-2">
            <a:extLst xmlns:a="http://schemas.openxmlformats.org/drawingml/2006/main">
              <a:ext uri="{FF2B5EF4-FFF2-40B4-BE49-F238E27FC236}">
                <a16:creationId xmlns:a16="http://schemas.microsoft.com/office/drawing/2014/main" id="{D05A64BA-967B-4AB6-829B-682E830B1AE8}"/>
              </a:ext>
            </a:extLst>
          </p:cNvPr>
          <p:cNvSpPr>
            <a:spLocks xmlns:a="http://schemas.openxmlformats.org/drawingml/2006/main" noGrp="1"/>
          </p:cNvSpPr>
          <p:nvPr/>
        </p:nvSpPr>
        <p:spPr>
          <a:xfrm xmlns:a="http://schemas.openxmlformats.org/drawingml/2006/main" rot="0">
            <a:off x="590550" y="5410200"/>
            <a:ext cx="457200" cy="9525"/>
          </a:xfrm>
          <a:custGeom xmlns:a="http://schemas.openxmlformats.org/drawingml/2006/main">
            <a:pathLst>
              <a:path w="4572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57200" y="4763"/>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B6D3A9"/>
          </a:solidFill>
          <a:ln xmlns:a="http://schemas.openxmlformats.org/drawingml/2006/main" w="0">
            <a:noFill/>
            <a:prstDash val="solid"/>
          </a:ln>
        </p:spPr>
      </p:sp>
      <p:sp>
        <p:nvSpPr>
          <p:cNvPr id="830" name="layout-candidate-green-94-0">
            <a:extLst xmlns:a="http://schemas.openxmlformats.org/drawingml/2006/main">
              <a:ext uri="{FF2B5EF4-FFF2-40B4-BE49-F238E27FC236}">
                <a16:creationId xmlns:a16="http://schemas.microsoft.com/office/drawing/2014/main" id="{7CD076F3-1F3E-4976-979D-A84685ECC579}"/>
              </a:ext>
            </a:extLst>
          </p:cNvPr>
          <p:cNvSpPr>
            <a:spLocks xmlns:a="http://schemas.openxmlformats.org/drawingml/2006/main" noGrp="1"/>
          </p:cNvSpPr>
          <p:nvPr/>
        </p:nvSpPr>
        <p:spPr>
          <a:xfrm xmlns:a="http://schemas.openxmlformats.org/drawingml/2006/main" rot="0">
            <a:off x="609600" y="4972050"/>
            <a:ext cx="371475" cy="381000"/>
          </a:xfrm>
          <a:custGeom xmlns:a="http://schemas.openxmlformats.org/drawingml/2006/main">
            <a:pathLst>
              <a:path w="371475" h="38100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0025" y="4763"/>
                </a:lnTo>
                <a:lnTo>
                  <a:pt x="200025" y="14288"/>
                </a:lnTo>
                <a:lnTo>
                  <a:pt x="200025" y="23813"/>
                </a:lnTo>
                <a:lnTo>
                  <a:pt x="200025" y="33338"/>
                </a:lnTo>
                <a:lnTo>
                  <a:pt x="200025" y="42863"/>
                </a:lnTo>
                <a:lnTo>
                  <a:pt x="200025" y="52388"/>
                </a:lnTo>
                <a:lnTo>
                  <a:pt x="200025" y="61913"/>
                </a:lnTo>
                <a:lnTo>
                  <a:pt x="200025" y="71438"/>
                </a:lnTo>
                <a:lnTo>
                  <a:pt x="200025" y="80963"/>
                </a:lnTo>
                <a:lnTo>
                  <a:pt x="200025" y="90488"/>
                </a:lnTo>
                <a:lnTo>
                  <a:pt x="200025" y="100013"/>
                </a:lnTo>
                <a:lnTo>
                  <a:pt x="200025" y="109538"/>
                </a:lnTo>
                <a:lnTo>
                  <a:pt x="200025" y="119063"/>
                </a:lnTo>
                <a:lnTo>
                  <a:pt x="200025" y="128588"/>
                </a:lnTo>
                <a:lnTo>
                  <a:pt x="200025" y="138113"/>
                </a:lnTo>
                <a:lnTo>
                  <a:pt x="200025" y="147638"/>
                </a:lnTo>
                <a:lnTo>
                  <a:pt x="200025" y="157163"/>
                </a:lnTo>
                <a:lnTo>
                  <a:pt x="200025" y="166688"/>
                </a:lnTo>
                <a:lnTo>
                  <a:pt x="200025" y="176213"/>
                </a:lnTo>
                <a:lnTo>
                  <a:pt x="200025" y="185738"/>
                </a:lnTo>
                <a:lnTo>
                  <a:pt x="200025" y="195263"/>
                </a:lnTo>
                <a:lnTo>
                  <a:pt x="200025" y="204788"/>
                </a:lnTo>
                <a:lnTo>
                  <a:pt x="200025" y="214313"/>
                </a:lnTo>
                <a:lnTo>
                  <a:pt x="200025" y="223838"/>
                </a:lnTo>
                <a:lnTo>
                  <a:pt x="204788" y="228600"/>
                </a:lnTo>
                <a:lnTo>
                  <a:pt x="214313" y="228600"/>
                </a:lnTo>
                <a:lnTo>
                  <a:pt x="223838" y="228600"/>
                </a:lnTo>
                <a:lnTo>
                  <a:pt x="233363" y="228600"/>
                </a:lnTo>
                <a:lnTo>
                  <a:pt x="242888" y="228600"/>
                </a:lnTo>
                <a:lnTo>
                  <a:pt x="252413" y="228600"/>
                </a:lnTo>
                <a:lnTo>
                  <a:pt x="261938" y="228600"/>
                </a:lnTo>
                <a:lnTo>
                  <a:pt x="271463" y="228600"/>
                </a:lnTo>
                <a:lnTo>
                  <a:pt x="280988" y="228600"/>
                </a:lnTo>
                <a:lnTo>
                  <a:pt x="290513" y="228600"/>
                </a:lnTo>
                <a:lnTo>
                  <a:pt x="300038" y="228600"/>
                </a:lnTo>
                <a:lnTo>
                  <a:pt x="309563" y="228600"/>
                </a:lnTo>
                <a:lnTo>
                  <a:pt x="319088" y="228600"/>
                </a:lnTo>
                <a:lnTo>
                  <a:pt x="328613" y="228600"/>
                </a:lnTo>
                <a:lnTo>
                  <a:pt x="338138" y="228600"/>
                </a:lnTo>
                <a:lnTo>
                  <a:pt x="347663" y="228600"/>
                </a:lnTo>
                <a:lnTo>
                  <a:pt x="357188" y="228600"/>
                </a:lnTo>
                <a:lnTo>
                  <a:pt x="366713" y="228600"/>
                </a:lnTo>
                <a:lnTo>
                  <a:pt x="371475" y="233363"/>
                </a:lnTo>
                <a:lnTo>
                  <a:pt x="366713" y="238125"/>
                </a:lnTo>
                <a:lnTo>
                  <a:pt x="361950" y="242888"/>
                </a:lnTo>
                <a:lnTo>
                  <a:pt x="361950" y="252413"/>
                </a:lnTo>
                <a:lnTo>
                  <a:pt x="361950" y="261938"/>
                </a:lnTo>
                <a:lnTo>
                  <a:pt x="361950" y="271463"/>
                </a:lnTo>
                <a:lnTo>
                  <a:pt x="357188" y="276225"/>
                </a:lnTo>
                <a:lnTo>
                  <a:pt x="352425" y="280988"/>
                </a:lnTo>
                <a:lnTo>
                  <a:pt x="352425" y="290513"/>
                </a:lnTo>
                <a:lnTo>
                  <a:pt x="352425" y="300038"/>
                </a:lnTo>
                <a:lnTo>
                  <a:pt x="347663" y="304800"/>
                </a:lnTo>
                <a:lnTo>
                  <a:pt x="342900" y="309563"/>
                </a:lnTo>
                <a:lnTo>
                  <a:pt x="338138" y="314325"/>
                </a:lnTo>
                <a:lnTo>
                  <a:pt x="333375" y="319088"/>
                </a:lnTo>
                <a:lnTo>
                  <a:pt x="333375" y="328613"/>
                </a:lnTo>
                <a:lnTo>
                  <a:pt x="328613" y="333375"/>
                </a:lnTo>
                <a:lnTo>
                  <a:pt x="319088" y="333375"/>
                </a:lnTo>
                <a:lnTo>
                  <a:pt x="314325" y="338138"/>
                </a:lnTo>
                <a:lnTo>
                  <a:pt x="314325" y="347663"/>
                </a:lnTo>
                <a:lnTo>
                  <a:pt x="309563" y="352425"/>
                </a:lnTo>
                <a:lnTo>
                  <a:pt x="300038" y="352425"/>
                </a:lnTo>
                <a:lnTo>
                  <a:pt x="295275" y="357188"/>
                </a:lnTo>
                <a:lnTo>
                  <a:pt x="290513" y="361950"/>
                </a:lnTo>
                <a:lnTo>
                  <a:pt x="280988" y="361950"/>
                </a:lnTo>
                <a:lnTo>
                  <a:pt x="276225" y="366713"/>
                </a:lnTo>
                <a:lnTo>
                  <a:pt x="271463" y="371475"/>
                </a:lnTo>
                <a:lnTo>
                  <a:pt x="261938" y="371475"/>
                </a:lnTo>
                <a:lnTo>
                  <a:pt x="257175" y="376238"/>
                </a:lnTo>
                <a:lnTo>
                  <a:pt x="252413" y="381000"/>
                </a:lnTo>
                <a:lnTo>
                  <a:pt x="242888" y="381000"/>
                </a:lnTo>
                <a:lnTo>
                  <a:pt x="233363" y="381000"/>
                </a:lnTo>
                <a:lnTo>
                  <a:pt x="223838" y="381000"/>
                </a:lnTo>
                <a:lnTo>
                  <a:pt x="214313" y="381000"/>
                </a:lnTo>
                <a:lnTo>
                  <a:pt x="204788" y="381000"/>
                </a:lnTo>
                <a:lnTo>
                  <a:pt x="195263" y="381000"/>
                </a:lnTo>
                <a:lnTo>
                  <a:pt x="185738" y="381000"/>
                </a:lnTo>
                <a:lnTo>
                  <a:pt x="176213" y="381000"/>
                </a:lnTo>
                <a:lnTo>
                  <a:pt x="166688" y="381000"/>
                </a:lnTo>
                <a:lnTo>
                  <a:pt x="161925" y="376238"/>
                </a:lnTo>
                <a:lnTo>
                  <a:pt x="157163" y="371475"/>
                </a:lnTo>
                <a:lnTo>
                  <a:pt x="147638" y="371475"/>
                </a:lnTo>
                <a:lnTo>
                  <a:pt x="142875" y="366713"/>
                </a:lnTo>
                <a:lnTo>
                  <a:pt x="138113" y="361950"/>
                </a:lnTo>
                <a:lnTo>
                  <a:pt x="128588" y="361950"/>
                </a:lnTo>
                <a:lnTo>
                  <a:pt x="123825" y="357188"/>
                </a:lnTo>
                <a:lnTo>
                  <a:pt x="119063" y="352425"/>
                </a:lnTo>
                <a:lnTo>
                  <a:pt x="114300" y="347663"/>
                </a:lnTo>
                <a:lnTo>
                  <a:pt x="109538" y="342900"/>
                </a:lnTo>
                <a:lnTo>
                  <a:pt x="104775" y="338138"/>
                </a:lnTo>
                <a:lnTo>
                  <a:pt x="100013" y="333375"/>
                </a:lnTo>
                <a:lnTo>
                  <a:pt x="95250" y="328613"/>
                </a:lnTo>
                <a:lnTo>
                  <a:pt x="90488" y="323850"/>
                </a:lnTo>
                <a:lnTo>
                  <a:pt x="85725" y="319088"/>
                </a:lnTo>
                <a:lnTo>
                  <a:pt x="85725" y="309563"/>
                </a:lnTo>
                <a:lnTo>
                  <a:pt x="80963" y="304800"/>
                </a:lnTo>
                <a:lnTo>
                  <a:pt x="71438" y="304800"/>
                </a:lnTo>
                <a:lnTo>
                  <a:pt x="66675" y="300038"/>
                </a:lnTo>
                <a:lnTo>
                  <a:pt x="71438" y="295275"/>
                </a:lnTo>
                <a:lnTo>
                  <a:pt x="76200" y="290513"/>
                </a:lnTo>
                <a:lnTo>
                  <a:pt x="71438" y="285750"/>
                </a:lnTo>
                <a:lnTo>
                  <a:pt x="66675" y="280988"/>
                </a:lnTo>
                <a:lnTo>
                  <a:pt x="61913" y="276225"/>
                </a:lnTo>
                <a:lnTo>
                  <a:pt x="57150" y="271463"/>
                </a:lnTo>
                <a:lnTo>
                  <a:pt x="57150" y="261938"/>
                </a:lnTo>
                <a:lnTo>
                  <a:pt x="57150" y="252413"/>
                </a:lnTo>
                <a:lnTo>
                  <a:pt x="57150" y="242888"/>
                </a:lnTo>
                <a:lnTo>
                  <a:pt x="57150" y="233363"/>
                </a:lnTo>
                <a:lnTo>
                  <a:pt x="57150" y="223838"/>
                </a:lnTo>
                <a:lnTo>
                  <a:pt x="57150" y="214313"/>
                </a:lnTo>
                <a:lnTo>
                  <a:pt x="57150" y="204788"/>
                </a:lnTo>
                <a:lnTo>
                  <a:pt x="57150" y="195263"/>
                </a:lnTo>
                <a:lnTo>
                  <a:pt x="61913" y="190500"/>
                </a:lnTo>
                <a:lnTo>
                  <a:pt x="66675" y="185738"/>
                </a:lnTo>
                <a:lnTo>
                  <a:pt x="66675" y="176213"/>
                </a:lnTo>
                <a:lnTo>
                  <a:pt x="66675" y="166688"/>
                </a:lnTo>
                <a:lnTo>
                  <a:pt x="71438" y="161925"/>
                </a:lnTo>
                <a:lnTo>
                  <a:pt x="76200" y="157163"/>
                </a:lnTo>
                <a:lnTo>
                  <a:pt x="76200" y="147638"/>
                </a:lnTo>
                <a:lnTo>
                  <a:pt x="80963" y="142875"/>
                </a:lnTo>
                <a:lnTo>
                  <a:pt x="85725" y="138113"/>
                </a:lnTo>
                <a:lnTo>
                  <a:pt x="90488" y="133350"/>
                </a:lnTo>
                <a:lnTo>
                  <a:pt x="95250" y="128588"/>
                </a:lnTo>
                <a:lnTo>
                  <a:pt x="100013" y="123825"/>
                </a:lnTo>
                <a:lnTo>
                  <a:pt x="104775" y="119063"/>
                </a:lnTo>
                <a:lnTo>
                  <a:pt x="109538" y="114300"/>
                </a:lnTo>
                <a:lnTo>
                  <a:pt x="114300" y="109538"/>
                </a:lnTo>
                <a:lnTo>
                  <a:pt x="119063" y="104775"/>
                </a:lnTo>
                <a:lnTo>
                  <a:pt x="123825" y="100013"/>
                </a:lnTo>
                <a:lnTo>
                  <a:pt x="128588" y="95250"/>
                </a:lnTo>
                <a:lnTo>
                  <a:pt x="133350" y="90488"/>
                </a:lnTo>
                <a:lnTo>
                  <a:pt x="138113" y="85725"/>
                </a:lnTo>
                <a:lnTo>
                  <a:pt x="147638" y="85725"/>
                </a:lnTo>
                <a:lnTo>
                  <a:pt x="157163" y="85725"/>
                </a:lnTo>
                <a:lnTo>
                  <a:pt x="161925" y="80963"/>
                </a:lnTo>
                <a:lnTo>
                  <a:pt x="166688" y="76200"/>
                </a:lnTo>
                <a:lnTo>
                  <a:pt x="176213" y="76200"/>
                </a:lnTo>
                <a:lnTo>
                  <a:pt x="185738" y="76200"/>
                </a:lnTo>
                <a:lnTo>
                  <a:pt x="190500" y="71438"/>
                </a:lnTo>
                <a:lnTo>
                  <a:pt x="190500" y="61913"/>
                </a:lnTo>
                <a:lnTo>
                  <a:pt x="190500" y="52388"/>
                </a:lnTo>
                <a:lnTo>
                  <a:pt x="190500" y="42863"/>
                </a:lnTo>
                <a:lnTo>
                  <a:pt x="190500" y="33338"/>
                </a:lnTo>
                <a:lnTo>
                  <a:pt x="190500" y="23813"/>
                </a:lnTo>
                <a:lnTo>
                  <a:pt x="190500" y="14288"/>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B8D5AA"/>
          </a:solidFill>
          <a:ln xmlns:a="http://schemas.openxmlformats.org/drawingml/2006/main" w="0">
            <a:noFill/>
            <a:prstDash val="solid"/>
          </a:ln>
        </p:spPr>
      </p:sp>
      <p:sp>
        <p:nvSpPr>
          <p:cNvPr id="831" name="layout-candidate-green-94-1">
            <a:extLst xmlns:a="http://schemas.openxmlformats.org/drawingml/2006/main">
              <a:ext uri="{FF2B5EF4-FFF2-40B4-BE49-F238E27FC236}">
                <a16:creationId xmlns:a16="http://schemas.microsoft.com/office/drawing/2014/main" id="{0F4BB45F-5D22-4F05-B148-C79E0228A80E}"/>
              </a:ext>
            </a:extLst>
          </p:cNvPr>
          <p:cNvSpPr>
            <a:spLocks xmlns:a="http://schemas.openxmlformats.org/drawingml/2006/main" noGrp="1"/>
          </p:cNvSpPr>
          <p:nvPr/>
        </p:nvSpPr>
        <p:spPr>
          <a:xfrm xmlns:a="http://schemas.openxmlformats.org/drawingml/2006/main" rot="0">
            <a:off x="1047750" y="5200650"/>
            <a:ext cx="9525" cy="209550"/>
          </a:xfrm>
          <a:custGeom xmlns:a="http://schemas.openxmlformats.org/drawingml/2006/main">
            <a:pathLst>
              <a:path w="9525" h="2095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4763" y="209550"/>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B8D5AA"/>
          </a:solidFill>
          <a:ln xmlns:a="http://schemas.openxmlformats.org/drawingml/2006/main" w="0">
            <a:noFill/>
            <a:prstDash val="solid"/>
          </a:ln>
        </p:spPr>
      </p:sp>
      <p:sp>
        <p:nvSpPr>
          <p:cNvPr id="832" name="layout-candidate-green-94-2">
            <a:extLst xmlns:a="http://schemas.openxmlformats.org/drawingml/2006/main">
              <a:ext uri="{FF2B5EF4-FFF2-40B4-BE49-F238E27FC236}">
                <a16:creationId xmlns:a16="http://schemas.microsoft.com/office/drawing/2014/main" id="{952E913E-717B-4D38-87FE-E546F86FDA44}"/>
              </a:ext>
            </a:extLst>
          </p:cNvPr>
          <p:cNvSpPr>
            <a:spLocks xmlns:a="http://schemas.openxmlformats.org/drawingml/2006/main" noGrp="1"/>
          </p:cNvSpPr>
          <p:nvPr/>
        </p:nvSpPr>
        <p:spPr>
          <a:xfrm xmlns:a="http://schemas.openxmlformats.org/drawingml/2006/main" rot="0">
            <a:off x="590550" y="5410200"/>
            <a:ext cx="457200" cy="9525"/>
          </a:xfrm>
          <a:custGeom xmlns:a="http://schemas.openxmlformats.org/drawingml/2006/main">
            <a:pathLst>
              <a:path w="4572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57200" y="4763"/>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B8D5AA"/>
          </a:solidFill>
          <a:ln xmlns:a="http://schemas.openxmlformats.org/drawingml/2006/main" w="0">
            <a:noFill/>
            <a:prstDash val="solid"/>
          </a:ln>
        </p:spPr>
      </p:sp>
      <p:sp>
        <p:nvSpPr>
          <p:cNvPr id="833" name="layout-candidate-green-95-0">
            <a:extLst xmlns:a="http://schemas.openxmlformats.org/drawingml/2006/main">
              <a:ext uri="{FF2B5EF4-FFF2-40B4-BE49-F238E27FC236}">
                <a16:creationId xmlns:a16="http://schemas.microsoft.com/office/drawing/2014/main" id="{4F9F6984-8CB6-442B-A88B-72D6EE560B1E}"/>
              </a:ext>
            </a:extLst>
          </p:cNvPr>
          <p:cNvSpPr>
            <a:spLocks xmlns:a="http://schemas.openxmlformats.org/drawingml/2006/main" noGrp="1"/>
          </p:cNvSpPr>
          <p:nvPr/>
        </p:nvSpPr>
        <p:spPr>
          <a:xfrm xmlns:a="http://schemas.openxmlformats.org/drawingml/2006/main" rot="0">
            <a:off x="628650" y="4972050"/>
            <a:ext cx="342900" cy="371475"/>
          </a:xfrm>
          <a:custGeom xmlns:a="http://schemas.openxmlformats.org/drawingml/2006/main">
            <a:pathLst>
              <a:path w="342900" h="37147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0975" y="4763"/>
                </a:lnTo>
                <a:lnTo>
                  <a:pt x="180975" y="14288"/>
                </a:lnTo>
                <a:lnTo>
                  <a:pt x="180975" y="23813"/>
                </a:lnTo>
                <a:lnTo>
                  <a:pt x="180975" y="33338"/>
                </a:lnTo>
                <a:lnTo>
                  <a:pt x="180975" y="42863"/>
                </a:lnTo>
                <a:lnTo>
                  <a:pt x="180975" y="52388"/>
                </a:lnTo>
                <a:lnTo>
                  <a:pt x="180975" y="61913"/>
                </a:lnTo>
                <a:lnTo>
                  <a:pt x="180975" y="71438"/>
                </a:lnTo>
                <a:lnTo>
                  <a:pt x="180975" y="80963"/>
                </a:lnTo>
                <a:lnTo>
                  <a:pt x="180975" y="90488"/>
                </a:lnTo>
                <a:lnTo>
                  <a:pt x="180975" y="100013"/>
                </a:lnTo>
                <a:lnTo>
                  <a:pt x="180975" y="109538"/>
                </a:lnTo>
                <a:lnTo>
                  <a:pt x="180975" y="119063"/>
                </a:lnTo>
                <a:lnTo>
                  <a:pt x="180975" y="128588"/>
                </a:lnTo>
                <a:lnTo>
                  <a:pt x="180975" y="138113"/>
                </a:lnTo>
                <a:lnTo>
                  <a:pt x="180975" y="147638"/>
                </a:lnTo>
                <a:lnTo>
                  <a:pt x="180975" y="157163"/>
                </a:lnTo>
                <a:lnTo>
                  <a:pt x="180975" y="166688"/>
                </a:lnTo>
                <a:lnTo>
                  <a:pt x="180975" y="176213"/>
                </a:lnTo>
                <a:lnTo>
                  <a:pt x="180975" y="185738"/>
                </a:lnTo>
                <a:lnTo>
                  <a:pt x="180975" y="195263"/>
                </a:lnTo>
                <a:lnTo>
                  <a:pt x="180975" y="204788"/>
                </a:lnTo>
                <a:lnTo>
                  <a:pt x="180975" y="214313"/>
                </a:lnTo>
                <a:lnTo>
                  <a:pt x="180975" y="223838"/>
                </a:lnTo>
                <a:lnTo>
                  <a:pt x="185738" y="228600"/>
                </a:lnTo>
                <a:lnTo>
                  <a:pt x="195263" y="228600"/>
                </a:lnTo>
                <a:lnTo>
                  <a:pt x="204788" y="228600"/>
                </a:lnTo>
                <a:lnTo>
                  <a:pt x="214313" y="228600"/>
                </a:lnTo>
                <a:lnTo>
                  <a:pt x="223838" y="228600"/>
                </a:lnTo>
                <a:lnTo>
                  <a:pt x="233363" y="228600"/>
                </a:lnTo>
                <a:lnTo>
                  <a:pt x="242888" y="228600"/>
                </a:lnTo>
                <a:lnTo>
                  <a:pt x="252413" y="228600"/>
                </a:lnTo>
                <a:lnTo>
                  <a:pt x="261938" y="228600"/>
                </a:lnTo>
                <a:lnTo>
                  <a:pt x="271463" y="228600"/>
                </a:lnTo>
                <a:lnTo>
                  <a:pt x="280988" y="228600"/>
                </a:lnTo>
                <a:lnTo>
                  <a:pt x="290513" y="228600"/>
                </a:lnTo>
                <a:lnTo>
                  <a:pt x="300038" y="228600"/>
                </a:lnTo>
                <a:lnTo>
                  <a:pt x="309563" y="228600"/>
                </a:lnTo>
                <a:lnTo>
                  <a:pt x="319088" y="228600"/>
                </a:lnTo>
                <a:lnTo>
                  <a:pt x="328613" y="228600"/>
                </a:lnTo>
                <a:lnTo>
                  <a:pt x="338138" y="228600"/>
                </a:lnTo>
                <a:lnTo>
                  <a:pt x="342900" y="233363"/>
                </a:lnTo>
                <a:lnTo>
                  <a:pt x="342900" y="242888"/>
                </a:lnTo>
                <a:lnTo>
                  <a:pt x="338138" y="247650"/>
                </a:lnTo>
                <a:lnTo>
                  <a:pt x="333375" y="252413"/>
                </a:lnTo>
                <a:lnTo>
                  <a:pt x="333375" y="261938"/>
                </a:lnTo>
                <a:lnTo>
                  <a:pt x="333375" y="271463"/>
                </a:lnTo>
                <a:lnTo>
                  <a:pt x="328613" y="276225"/>
                </a:lnTo>
                <a:lnTo>
                  <a:pt x="323850" y="280988"/>
                </a:lnTo>
                <a:lnTo>
                  <a:pt x="323850" y="290513"/>
                </a:lnTo>
                <a:lnTo>
                  <a:pt x="323850" y="300038"/>
                </a:lnTo>
                <a:lnTo>
                  <a:pt x="319088" y="304800"/>
                </a:lnTo>
                <a:lnTo>
                  <a:pt x="314325" y="309563"/>
                </a:lnTo>
                <a:lnTo>
                  <a:pt x="309563" y="314325"/>
                </a:lnTo>
                <a:lnTo>
                  <a:pt x="304800" y="319088"/>
                </a:lnTo>
                <a:lnTo>
                  <a:pt x="304800" y="328613"/>
                </a:lnTo>
                <a:lnTo>
                  <a:pt x="300038" y="333375"/>
                </a:lnTo>
                <a:lnTo>
                  <a:pt x="290513" y="333375"/>
                </a:lnTo>
                <a:lnTo>
                  <a:pt x="285750" y="338138"/>
                </a:lnTo>
                <a:lnTo>
                  <a:pt x="285750" y="347663"/>
                </a:lnTo>
                <a:lnTo>
                  <a:pt x="280988" y="352425"/>
                </a:lnTo>
                <a:lnTo>
                  <a:pt x="271463" y="352425"/>
                </a:lnTo>
                <a:lnTo>
                  <a:pt x="266700" y="357188"/>
                </a:lnTo>
                <a:lnTo>
                  <a:pt x="261938" y="361950"/>
                </a:lnTo>
                <a:lnTo>
                  <a:pt x="252413" y="361950"/>
                </a:lnTo>
                <a:lnTo>
                  <a:pt x="247650" y="366713"/>
                </a:lnTo>
                <a:lnTo>
                  <a:pt x="242888" y="371475"/>
                </a:lnTo>
                <a:lnTo>
                  <a:pt x="233363" y="371475"/>
                </a:lnTo>
                <a:lnTo>
                  <a:pt x="223838" y="371475"/>
                </a:lnTo>
                <a:lnTo>
                  <a:pt x="214313" y="371475"/>
                </a:lnTo>
                <a:lnTo>
                  <a:pt x="204788" y="371475"/>
                </a:lnTo>
                <a:lnTo>
                  <a:pt x="195263" y="371475"/>
                </a:lnTo>
                <a:lnTo>
                  <a:pt x="185738" y="371475"/>
                </a:lnTo>
                <a:lnTo>
                  <a:pt x="176213" y="371475"/>
                </a:lnTo>
                <a:lnTo>
                  <a:pt x="166688" y="371475"/>
                </a:lnTo>
                <a:lnTo>
                  <a:pt x="157163" y="371475"/>
                </a:lnTo>
                <a:lnTo>
                  <a:pt x="147638" y="371475"/>
                </a:lnTo>
                <a:lnTo>
                  <a:pt x="142875" y="366713"/>
                </a:lnTo>
                <a:lnTo>
                  <a:pt x="138113" y="361950"/>
                </a:lnTo>
                <a:lnTo>
                  <a:pt x="128588" y="361950"/>
                </a:lnTo>
                <a:lnTo>
                  <a:pt x="123825" y="357188"/>
                </a:lnTo>
                <a:lnTo>
                  <a:pt x="119063" y="352425"/>
                </a:lnTo>
                <a:lnTo>
                  <a:pt x="109538" y="352425"/>
                </a:lnTo>
                <a:lnTo>
                  <a:pt x="104775" y="347663"/>
                </a:lnTo>
                <a:lnTo>
                  <a:pt x="100013" y="342900"/>
                </a:lnTo>
                <a:lnTo>
                  <a:pt x="95250" y="338138"/>
                </a:lnTo>
                <a:lnTo>
                  <a:pt x="90488" y="333375"/>
                </a:lnTo>
                <a:lnTo>
                  <a:pt x="85725" y="328613"/>
                </a:lnTo>
                <a:lnTo>
                  <a:pt x="80963" y="323850"/>
                </a:lnTo>
                <a:lnTo>
                  <a:pt x="76200" y="319088"/>
                </a:lnTo>
                <a:lnTo>
                  <a:pt x="71438" y="314325"/>
                </a:lnTo>
                <a:lnTo>
                  <a:pt x="66675" y="309563"/>
                </a:lnTo>
                <a:lnTo>
                  <a:pt x="61913" y="304800"/>
                </a:lnTo>
                <a:lnTo>
                  <a:pt x="57150" y="300038"/>
                </a:lnTo>
                <a:lnTo>
                  <a:pt x="57150" y="290513"/>
                </a:lnTo>
                <a:lnTo>
                  <a:pt x="57150" y="280988"/>
                </a:lnTo>
                <a:lnTo>
                  <a:pt x="52388" y="276225"/>
                </a:lnTo>
                <a:lnTo>
                  <a:pt x="47625" y="271463"/>
                </a:lnTo>
                <a:lnTo>
                  <a:pt x="47625" y="261938"/>
                </a:lnTo>
                <a:lnTo>
                  <a:pt x="47625" y="252413"/>
                </a:lnTo>
                <a:lnTo>
                  <a:pt x="42863" y="247650"/>
                </a:lnTo>
                <a:lnTo>
                  <a:pt x="38100" y="242888"/>
                </a:lnTo>
                <a:lnTo>
                  <a:pt x="42863" y="238125"/>
                </a:lnTo>
                <a:lnTo>
                  <a:pt x="47625" y="233363"/>
                </a:lnTo>
                <a:lnTo>
                  <a:pt x="42863" y="228600"/>
                </a:lnTo>
                <a:lnTo>
                  <a:pt x="38100" y="223838"/>
                </a:lnTo>
                <a:lnTo>
                  <a:pt x="42863" y="219075"/>
                </a:lnTo>
                <a:lnTo>
                  <a:pt x="47625" y="214313"/>
                </a:lnTo>
                <a:lnTo>
                  <a:pt x="47625" y="204788"/>
                </a:lnTo>
                <a:lnTo>
                  <a:pt x="47625" y="195263"/>
                </a:lnTo>
                <a:lnTo>
                  <a:pt x="47625" y="185738"/>
                </a:lnTo>
                <a:lnTo>
                  <a:pt x="52388" y="180975"/>
                </a:lnTo>
                <a:lnTo>
                  <a:pt x="57150" y="176213"/>
                </a:lnTo>
                <a:lnTo>
                  <a:pt x="57150" y="166688"/>
                </a:lnTo>
                <a:lnTo>
                  <a:pt x="57150" y="157163"/>
                </a:lnTo>
                <a:lnTo>
                  <a:pt x="61913" y="152400"/>
                </a:lnTo>
                <a:lnTo>
                  <a:pt x="66675" y="147638"/>
                </a:lnTo>
                <a:lnTo>
                  <a:pt x="71438" y="142875"/>
                </a:lnTo>
                <a:lnTo>
                  <a:pt x="76200" y="138113"/>
                </a:lnTo>
                <a:lnTo>
                  <a:pt x="80963" y="133350"/>
                </a:lnTo>
                <a:lnTo>
                  <a:pt x="85725" y="128588"/>
                </a:lnTo>
                <a:lnTo>
                  <a:pt x="90488" y="123825"/>
                </a:lnTo>
                <a:lnTo>
                  <a:pt x="95250" y="119063"/>
                </a:lnTo>
                <a:lnTo>
                  <a:pt x="100013" y="114300"/>
                </a:lnTo>
                <a:lnTo>
                  <a:pt x="104775" y="109538"/>
                </a:lnTo>
                <a:lnTo>
                  <a:pt x="109538" y="104775"/>
                </a:lnTo>
                <a:lnTo>
                  <a:pt x="119063" y="104775"/>
                </a:lnTo>
                <a:lnTo>
                  <a:pt x="123825" y="100013"/>
                </a:lnTo>
                <a:lnTo>
                  <a:pt x="128588" y="95250"/>
                </a:lnTo>
                <a:lnTo>
                  <a:pt x="138113" y="95250"/>
                </a:lnTo>
                <a:lnTo>
                  <a:pt x="142875" y="90488"/>
                </a:lnTo>
                <a:lnTo>
                  <a:pt x="147638" y="85725"/>
                </a:lnTo>
                <a:lnTo>
                  <a:pt x="157163" y="85725"/>
                </a:lnTo>
                <a:lnTo>
                  <a:pt x="166688" y="85725"/>
                </a:lnTo>
                <a:lnTo>
                  <a:pt x="171450" y="80963"/>
                </a:lnTo>
                <a:lnTo>
                  <a:pt x="171450" y="71438"/>
                </a:lnTo>
                <a:lnTo>
                  <a:pt x="171450" y="61913"/>
                </a:lnTo>
                <a:lnTo>
                  <a:pt x="171450" y="52388"/>
                </a:lnTo>
                <a:lnTo>
                  <a:pt x="171450" y="42863"/>
                </a:lnTo>
                <a:lnTo>
                  <a:pt x="171450" y="33338"/>
                </a:lnTo>
                <a:lnTo>
                  <a:pt x="171450" y="23813"/>
                </a:lnTo>
                <a:lnTo>
                  <a:pt x="171450" y="14288"/>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B9D6AE"/>
          </a:solidFill>
          <a:ln xmlns:a="http://schemas.openxmlformats.org/drawingml/2006/main" w="0">
            <a:noFill/>
            <a:prstDash val="solid"/>
          </a:ln>
        </p:spPr>
      </p:sp>
      <p:sp>
        <p:nvSpPr>
          <p:cNvPr id="834" name="layout-candidate-green-95-1">
            <a:extLst xmlns:a="http://schemas.openxmlformats.org/drawingml/2006/main">
              <a:ext uri="{FF2B5EF4-FFF2-40B4-BE49-F238E27FC236}">
                <a16:creationId xmlns:a16="http://schemas.microsoft.com/office/drawing/2014/main" id="{41C242EB-92D9-49EE-B805-68F9310CC8CB}"/>
              </a:ext>
            </a:extLst>
          </p:cNvPr>
          <p:cNvSpPr>
            <a:spLocks xmlns:a="http://schemas.openxmlformats.org/drawingml/2006/main" noGrp="1"/>
          </p:cNvSpPr>
          <p:nvPr/>
        </p:nvSpPr>
        <p:spPr>
          <a:xfrm xmlns:a="http://schemas.openxmlformats.org/drawingml/2006/main" rot="0">
            <a:off x="1047750" y="5200650"/>
            <a:ext cx="9525" cy="209550"/>
          </a:xfrm>
          <a:custGeom xmlns:a="http://schemas.openxmlformats.org/drawingml/2006/main">
            <a:pathLst>
              <a:path w="9525" h="2095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4763" y="209550"/>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B9D6AE"/>
          </a:solidFill>
          <a:ln xmlns:a="http://schemas.openxmlformats.org/drawingml/2006/main" w="0">
            <a:noFill/>
            <a:prstDash val="solid"/>
          </a:ln>
        </p:spPr>
      </p:sp>
      <p:sp>
        <p:nvSpPr>
          <p:cNvPr id="835" name="layout-candidate-green-95-2">
            <a:extLst xmlns:a="http://schemas.openxmlformats.org/drawingml/2006/main">
              <a:ext uri="{FF2B5EF4-FFF2-40B4-BE49-F238E27FC236}">
                <a16:creationId xmlns:a16="http://schemas.microsoft.com/office/drawing/2014/main" id="{1CE08279-9A53-4273-BF41-42AC0D860048}"/>
              </a:ext>
            </a:extLst>
          </p:cNvPr>
          <p:cNvSpPr>
            <a:spLocks xmlns:a="http://schemas.openxmlformats.org/drawingml/2006/main" noGrp="1"/>
          </p:cNvSpPr>
          <p:nvPr/>
        </p:nvSpPr>
        <p:spPr>
          <a:xfrm xmlns:a="http://schemas.openxmlformats.org/drawingml/2006/main" rot="0">
            <a:off x="590550" y="5410200"/>
            <a:ext cx="457200" cy="9525"/>
          </a:xfrm>
          <a:custGeom xmlns:a="http://schemas.openxmlformats.org/drawingml/2006/main">
            <a:pathLst>
              <a:path w="4572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57200" y="4763"/>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B9D6AE"/>
          </a:solidFill>
          <a:ln xmlns:a="http://schemas.openxmlformats.org/drawingml/2006/main" w="0">
            <a:noFill/>
            <a:prstDash val="solid"/>
          </a:ln>
        </p:spPr>
      </p:sp>
      <p:sp>
        <p:nvSpPr>
          <p:cNvPr id="836" name="layout-candidate-green-96-0">
            <a:extLst xmlns:a="http://schemas.openxmlformats.org/drawingml/2006/main">
              <a:ext uri="{FF2B5EF4-FFF2-40B4-BE49-F238E27FC236}">
                <a16:creationId xmlns:a16="http://schemas.microsoft.com/office/drawing/2014/main" id="{5D3FB9A7-2DF3-4734-93C5-A432BCFADBD0}"/>
              </a:ext>
            </a:extLst>
          </p:cNvPr>
          <p:cNvSpPr>
            <a:spLocks xmlns:a="http://schemas.openxmlformats.org/drawingml/2006/main" noGrp="1"/>
          </p:cNvSpPr>
          <p:nvPr/>
        </p:nvSpPr>
        <p:spPr>
          <a:xfrm xmlns:a="http://schemas.openxmlformats.org/drawingml/2006/main" rot="0">
            <a:off x="647700" y="4972050"/>
            <a:ext cx="314325" cy="361950"/>
          </a:xfrm>
          <a:custGeom xmlns:a="http://schemas.openxmlformats.org/drawingml/2006/main">
            <a:pathLst>
              <a:path w="314325" h="3619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1925" y="4763"/>
                </a:lnTo>
                <a:lnTo>
                  <a:pt x="161925" y="14288"/>
                </a:lnTo>
                <a:lnTo>
                  <a:pt x="161925" y="23813"/>
                </a:lnTo>
                <a:lnTo>
                  <a:pt x="161925" y="33338"/>
                </a:lnTo>
                <a:lnTo>
                  <a:pt x="161925" y="42863"/>
                </a:lnTo>
                <a:lnTo>
                  <a:pt x="161925" y="52388"/>
                </a:lnTo>
                <a:lnTo>
                  <a:pt x="161925" y="61913"/>
                </a:lnTo>
                <a:lnTo>
                  <a:pt x="161925" y="71438"/>
                </a:lnTo>
                <a:lnTo>
                  <a:pt x="161925" y="80963"/>
                </a:lnTo>
                <a:lnTo>
                  <a:pt x="161925" y="90488"/>
                </a:lnTo>
                <a:lnTo>
                  <a:pt x="161925" y="100013"/>
                </a:lnTo>
                <a:lnTo>
                  <a:pt x="161925" y="109538"/>
                </a:lnTo>
                <a:lnTo>
                  <a:pt x="161925" y="119063"/>
                </a:lnTo>
                <a:lnTo>
                  <a:pt x="161925" y="128588"/>
                </a:lnTo>
                <a:lnTo>
                  <a:pt x="161925" y="138113"/>
                </a:lnTo>
                <a:lnTo>
                  <a:pt x="161925" y="147638"/>
                </a:lnTo>
                <a:lnTo>
                  <a:pt x="161925" y="157163"/>
                </a:lnTo>
                <a:lnTo>
                  <a:pt x="161925" y="166688"/>
                </a:lnTo>
                <a:lnTo>
                  <a:pt x="161925" y="176213"/>
                </a:lnTo>
                <a:lnTo>
                  <a:pt x="161925" y="185738"/>
                </a:lnTo>
                <a:lnTo>
                  <a:pt x="161925" y="195263"/>
                </a:lnTo>
                <a:lnTo>
                  <a:pt x="161925" y="204788"/>
                </a:lnTo>
                <a:lnTo>
                  <a:pt x="161925" y="214313"/>
                </a:lnTo>
                <a:lnTo>
                  <a:pt x="161925" y="223838"/>
                </a:lnTo>
                <a:lnTo>
                  <a:pt x="166688" y="228600"/>
                </a:lnTo>
                <a:lnTo>
                  <a:pt x="176213" y="228600"/>
                </a:lnTo>
                <a:lnTo>
                  <a:pt x="185738" y="228600"/>
                </a:lnTo>
                <a:lnTo>
                  <a:pt x="195263" y="228600"/>
                </a:lnTo>
                <a:lnTo>
                  <a:pt x="204788" y="228600"/>
                </a:lnTo>
                <a:lnTo>
                  <a:pt x="214313" y="228600"/>
                </a:lnTo>
                <a:lnTo>
                  <a:pt x="223838" y="228600"/>
                </a:lnTo>
                <a:lnTo>
                  <a:pt x="233363" y="228600"/>
                </a:lnTo>
                <a:lnTo>
                  <a:pt x="242888" y="228600"/>
                </a:lnTo>
                <a:lnTo>
                  <a:pt x="252413" y="228600"/>
                </a:lnTo>
                <a:lnTo>
                  <a:pt x="261938" y="228600"/>
                </a:lnTo>
                <a:lnTo>
                  <a:pt x="271463" y="228600"/>
                </a:lnTo>
                <a:lnTo>
                  <a:pt x="280988" y="228600"/>
                </a:lnTo>
                <a:lnTo>
                  <a:pt x="290513" y="228600"/>
                </a:lnTo>
                <a:lnTo>
                  <a:pt x="300038" y="228600"/>
                </a:lnTo>
                <a:lnTo>
                  <a:pt x="309563" y="228600"/>
                </a:lnTo>
                <a:lnTo>
                  <a:pt x="314325" y="233363"/>
                </a:lnTo>
                <a:lnTo>
                  <a:pt x="314325" y="242888"/>
                </a:lnTo>
                <a:lnTo>
                  <a:pt x="309563" y="247650"/>
                </a:lnTo>
                <a:lnTo>
                  <a:pt x="304800" y="252413"/>
                </a:lnTo>
                <a:lnTo>
                  <a:pt x="304800" y="261938"/>
                </a:lnTo>
                <a:lnTo>
                  <a:pt x="304800" y="271463"/>
                </a:lnTo>
                <a:lnTo>
                  <a:pt x="300038" y="276225"/>
                </a:lnTo>
                <a:lnTo>
                  <a:pt x="295275" y="280988"/>
                </a:lnTo>
                <a:lnTo>
                  <a:pt x="295275" y="290513"/>
                </a:lnTo>
                <a:lnTo>
                  <a:pt x="295275" y="300038"/>
                </a:lnTo>
                <a:lnTo>
                  <a:pt x="290513" y="304800"/>
                </a:lnTo>
                <a:lnTo>
                  <a:pt x="285750" y="309563"/>
                </a:lnTo>
                <a:lnTo>
                  <a:pt x="280988" y="314325"/>
                </a:lnTo>
                <a:lnTo>
                  <a:pt x="276225" y="319088"/>
                </a:lnTo>
                <a:lnTo>
                  <a:pt x="276225" y="328613"/>
                </a:lnTo>
                <a:lnTo>
                  <a:pt x="271463" y="333375"/>
                </a:lnTo>
                <a:lnTo>
                  <a:pt x="261938" y="333375"/>
                </a:lnTo>
                <a:lnTo>
                  <a:pt x="257175" y="338138"/>
                </a:lnTo>
                <a:lnTo>
                  <a:pt x="252413" y="342900"/>
                </a:lnTo>
                <a:lnTo>
                  <a:pt x="247650" y="347663"/>
                </a:lnTo>
                <a:lnTo>
                  <a:pt x="242888" y="352425"/>
                </a:lnTo>
                <a:lnTo>
                  <a:pt x="233363" y="352425"/>
                </a:lnTo>
                <a:lnTo>
                  <a:pt x="228600" y="357188"/>
                </a:lnTo>
                <a:lnTo>
                  <a:pt x="223838" y="361950"/>
                </a:lnTo>
                <a:lnTo>
                  <a:pt x="214313" y="361950"/>
                </a:lnTo>
                <a:lnTo>
                  <a:pt x="204788" y="361950"/>
                </a:lnTo>
                <a:lnTo>
                  <a:pt x="195263" y="361950"/>
                </a:lnTo>
                <a:lnTo>
                  <a:pt x="185738" y="361950"/>
                </a:lnTo>
                <a:lnTo>
                  <a:pt x="176213" y="361950"/>
                </a:lnTo>
                <a:lnTo>
                  <a:pt x="166688" y="361950"/>
                </a:lnTo>
                <a:lnTo>
                  <a:pt x="157163" y="361950"/>
                </a:lnTo>
                <a:lnTo>
                  <a:pt x="147638" y="361950"/>
                </a:lnTo>
                <a:lnTo>
                  <a:pt x="138113" y="361950"/>
                </a:lnTo>
                <a:lnTo>
                  <a:pt x="128588" y="361950"/>
                </a:lnTo>
                <a:lnTo>
                  <a:pt x="123825" y="357188"/>
                </a:lnTo>
                <a:lnTo>
                  <a:pt x="119063" y="352425"/>
                </a:lnTo>
                <a:lnTo>
                  <a:pt x="109538" y="352425"/>
                </a:lnTo>
                <a:lnTo>
                  <a:pt x="104775" y="347663"/>
                </a:lnTo>
                <a:lnTo>
                  <a:pt x="100013" y="342900"/>
                </a:lnTo>
                <a:lnTo>
                  <a:pt x="95250" y="338138"/>
                </a:lnTo>
                <a:lnTo>
                  <a:pt x="90488" y="333375"/>
                </a:lnTo>
                <a:lnTo>
                  <a:pt x="80963" y="333375"/>
                </a:lnTo>
                <a:lnTo>
                  <a:pt x="76200" y="328613"/>
                </a:lnTo>
                <a:lnTo>
                  <a:pt x="71438" y="323850"/>
                </a:lnTo>
                <a:lnTo>
                  <a:pt x="66675" y="319088"/>
                </a:lnTo>
                <a:lnTo>
                  <a:pt x="61913" y="314325"/>
                </a:lnTo>
                <a:lnTo>
                  <a:pt x="57150" y="309563"/>
                </a:lnTo>
                <a:lnTo>
                  <a:pt x="52388" y="304800"/>
                </a:lnTo>
                <a:lnTo>
                  <a:pt x="47625" y="300038"/>
                </a:lnTo>
                <a:lnTo>
                  <a:pt x="47625" y="290513"/>
                </a:lnTo>
                <a:lnTo>
                  <a:pt x="47625" y="280988"/>
                </a:lnTo>
                <a:lnTo>
                  <a:pt x="42863" y="276225"/>
                </a:lnTo>
                <a:lnTo>
                  <a:pt x="38100" y="271463"/>
                </a:lnTo>
                <a:lnTo>
                  <a:pt x="38100" y="261938"/>
                </a:lnTo>
                <a:lnTo>
                  <a:pt x="38100" y="252413"/>
                </a:lnTo>
                <a:lnTo>
                  <a:pt x="33338" y="247650"/>
                </a:lnTo>
                <a:lnTo>
                  <a:pt x="28575" y="242888"/>
                </a:lnTo>
                <a:lnTo>
                  <a:pt x="33338" y="238125"/>
                </a:lnTo>
                <a:lnTo>
                  <a:pt x="38100" y="233363"/>
                </a:lnTo>
                <a:lnTo>
                  <a:pt x="33338" y="228600"/>
                </a:lnTo>
                <a:lnTo>
                  <a:pt x="28575" y="223838"/>
                </a:lnTo>
                <a:lnTo>
                  <a:pt x="33338" y="219075"/>
                </a:lnTo>
                <a:lnTo>
                  <a:pt x="38100" y="214313"/>
                </a:lnTo>
                <a:lnTo>
                  <a:pt x="38100" y="204788"/>
                </a:lnTo>
                <a:lnTo>
                  <a:pt x="38100" y="195263"/>
                </a:lnTo>
                <a:lnTo>
                  <a:pt x="38100" y="185738"/>
                </a:lnTo>
                <a:lnTo>
                  <a:pt x="42863" y="180975"/>
                </a:lnTo>
                <a:lnTo>
                  <a:pt x="47625" y="176213"/>
                </a:lnTo>
                <a:lnTo>
                  <a:pt x="47625" y="166688"/>
                </a:lnTo>
                <a:lnTo>
                  <a:pt x="47625" y="157163"/>
                </a:lnTo>
                <a:lnTo>
                  <a:pt x="52388" y="152400"/>
                </a:lnTo>
                <a:lnTo>
                  <a:pt x="57150" y="147638"/>
                </a:lnTo>
                <a:lnTo>
                  <a:pt x="61913" y="142875"/>
                </a:lnTo>
                <a:lnTo>
                  <a:pt x="66675" y="138113"/>
                </a:lnTo>
                <a:lnTo>
                  <a:pt x="71438" y="133350"/>
                </a:lnTo>
                <a:lnTo>
                  <a:pt x="76200" y="128588"/>
                </a:lnTo>
                <a:lnTo>
                  <a:pt x="80963" y="123825"/>
                </a:lnTo>
                <a:lnTo>
                  <a:pt x="90488" y="123825"/>
                </a:lnTo>
                <a:lnTo>
                  <a:pt x="95250" y="119063"/>
                </a:lnTo>
                <a:lnTo>
                  <a:pt x="100013" y="114300"/>
                </a:lnTo>
                <a:lnTo>
                  <a:pt x="104775" y="109538"/>
                </a:lnTo>
                <a:lnTo>
                  <a:pt x="109538" y="104775"/>
                </a:lnTo>
                <a:lnTo>
                  <a:pt x="119063" y="104775"/>
                </a:lnTo>
                <a:lnTo>
                  <a:pt x="123825" y="100013"/>
                </a:lnTo>
                <a:lnTo>
                  <a:pt x="128588" y="95250"/>
                </a:lnTo>
                <a:lnTo>
                  <a:pt x="138113" y="95250"/>
                </a:lnTo>
                <a:lnTo>
                  <a:pt x="147638" y="95250"/>
                </a:lnTo>
                <a:lnTo>
                  <a:pt x="152400" y="90488"/>
                </a:lnTo>
                <a:lnTo>
                  <a:pt x="152400" y="80963"/>
                </a:lnTo>
                <a:lnTo>
                  <a:pt x="152400" y="71438"/>
                </a:lnTo>
                <a:lnTo>
                  <a:pt x="152400" y="61913"/>
                </a:lnTo>
                <a:lnTo>
                  <a:pt x="152400" y="52388"/>
                </a:lnTo>
                <a:lnTo>
                  <a:pt x="152400" y="42863"/>
                </a:lnTo>
                <a:lnTo>
                  <a:pt x="152400" y="33338"/>
                </a:lnTo>
                <a:lnTo>
                  <a:pt x="152400" y="23813"/>
                </a:lnTo>
                <a:lnTo>
                  <a:pt x="152400" y="14288"/>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BCD7AF"/>
          </a:solidFill>
          <a:ln xmlns:a="http://schemas.openxmlformats.org/drawingml/2006/main" w="0">
            <a:noFill/>
            <a:prstDash val="solid"/>
          </a:ln>
        </p:spPr>
      </p:sp>
      <p:sp>
        <p:nvSpPr>
          <p:cNvPr id="837" name="layout-candidate-green-96-1">
            <a:extLst xmlns:a="http://schemas.openxmlformats.org/drawingml/2006/main">
              <a:ext uri="{FF2B5EF4-FFF2-40B4-BE49-F238E27FC236}">
                <a16:creationId xmlns:a16="http://schemas.microsoft.com/office/drawing/2014/main" id="{6C842F09-2D94-42B4-BCDA-346E8DDB5937}"/>
              </a:ext>
            </a:extLst>
          </p:cNvPr>
          <p:cNvSpPr>
            <a:spLocks xmlns:a="http://schemas.openxmlformats.org/drawingml/2006/main" noGrp="1"/>
          </p:cNvSpPr>
          <p:nvPr/>
        </p:nvSpPr>
        <p:spPr>
          <a:xfrm xmlns:a="http://schemas.openxmlformats.org/drawingml/2006/main" rot="0">
            <a:off x="1047750" y="5200650"/>
            <a:ext cx="9525" cy="209550"/>
          </a:xfrm>
          <a:custGeom xmlns:a="http://schemas.openxmlformats.org/drawingml/2006/main">
            <a:pathLst>
              <a:path w="9525" h="2095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4763" y="209550"/>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BCD7AF"/>
          </a:solidFill>
          <a:ln xmlns:a="http://schemas.openxmlformats.org/drawingml/2006/main" w="0">
            <a:noFill/>
            <a:prstDash val="solid"/>
          </a:ln>
        </p:spPr>
      </p:sp>
      <p:sp>
        <p:nvSpPr>
          <p:cNvPr id="838" name="layout-candidate-green-96-2">
            <a:extLst xmlns:a="http://schemas.openxmlformats.org/drawingml/2006/main">
              <a:ext uri="{FF2B5EF4-FFF2-40B4-BE49-F238E27FC236}">
                <a16:creationId xmlns:a16="http://schemas.microsoft.com/office/drawing/2014/main" id="{CCCC135D-D3C5-4449-82E3-B664DC5A42C3}"/>
              </a:ext>
            </a:extLst>
          </p:cNvPr>
          <p:cNvSpPr>
            <a:spLocks xmlns:a="http://schemas.openxmlformats.org/drawingml/2006/main" noGrp="1"/>
          </p:cNvSpPr>
          <p:nvPr/>
        </p:nvSpPr>
        <p:spPr>
          <a:xfrm xmlns:a="http://schemas.openxmlformats.org/drawingml/2006/main" rot="0">
            <a:off x="590550" y="5410200"/>
            <a:ext cx="457200" cy="9525"/>
          </a:xfrm>
          <a:custGeom xmlns:a="http://schemas.openxmlformats.org/drawingml/2006/main">
            <a:pathLst>
              <a:path w="4572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57200" y="4763"/>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BCD7AF"/>
          </a:solidFill>
          <a:ln xmlns:a="http://schemas.openxmlformats.org/drawingml/2006/main" w="0">
            <a:noFill/>
            <a:prstDash val="solid"/>
          </a:ln>
        </p:spPr>
      </p:sp>
      <p:sp>
        <p:nvSpPr>
          <p:cNvPr id="839" name="layout-candidate-green-97-0">
            <a:extLst xmlns:a="http://schemas.openxmlformats.org/drawingml/2006/main">
              <a:ext uri="{FF2B5EF4-FFF2-40B4-BE49-F238E27FC236}">
                <a16:creationId xmlns:a16="http://schemas.microsoft.com/office/drawing/2014/main" id="{1EC66033-6EF2-4393-93E8-1B8AABD6CD5B}"/>
              </a:ext>
            </a:extLst>
          </p:cNvPr>
          <p:cNvSpPr>
            <a:spLocks xmlns:a="http://schemas.openxmlformats.org/drawingml/2006/main" noGrp="1"/>
          </p:cNvSpPr>
          <p:nvPr/>
        </p:nvSpPr>
        <p:spPr>
          <a:xfrm xmlns:a="http://schemas.openxmlformats.org/drawingml/2006/main" rot="0">
            <a:off x="685800" y="4972050"/>
            <a:ext cx="266700" cy="361950"/>
          </a:xfrm>
          <a:custGeom xmlns:a="http://schemas.openxmlformats.org/drawingml/2006/main">
            <a:pathLst>
              <a:path w="266700" h="361950">
                <a:moveTo>
                  <a:pt x="9525" y="4763"/>
                </a:move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3825" y="4763"/>
                </a:lnTo>
                <a:lnTo>
                  <a:pt x="123825" y="14288"/>
                </a:lnTo>
                <a:lnTo>
                  <a:pt x="123825" y="23813"/>
                </a:lnTo>
                <a:lnTo>
                  <a:pt x="123825" y="33338"/>
                </a:lnTo>
                <a:lnTo>
                  <a:pt x="123825" y="42863"/>
                </a:lnTo>
                <a:lnTo>
                  <a:pt x="123825" y="52388"/>
                </a:lnTo>
                <a:lnTo>
                  <a:pt x="123825" y="61913"/>
                </a:lnTo>
                <a:lnTo>
                  <a:pt x="123825" y="71438"/>
                </a:lnTo>
                <a:lnTo>
                  <a:pt x="123825" y="80963"/>
                </a:lnTo>
                <a:lnTo>
                  <a:pt x="123825" y="90488"/>
                </a:lnTo>
                <a:lnTo>
                  <a:pt x="123825" y="100013"/>
                </a:lnTo>
                <a:lnTo>
                  <a:pt x="123825" y="109538"/>
                </a:lnTo>
                <a:lnTo>
                  <a:pt x="123825" y="119063"/>
                </a:lnTo>
                <a:lnTo>
                  <a:pt x="123825" y="128588"/>
                </a:lnTo>
                <a:lnTo>
                  <a:pt x="123825" y="138113"/>
                </a:lnTo>
                <a:lnTo>
                  <a:pt x="123825" y="147638"/>
                </a:lnTo>
                <a:lnTo>
                  <a:pt x="123825" y="157163"/>
                </a:lnTo>
                <a:lnTo>
                  <a:pt x="123825" y="166688"/>
                </a:lnTo>
                <a:lnTo>
                  <a:pt x="123825" y="176213"/>
                </a:lnTo>
                <a:lnTo>
                  <a:pt x="123825" y="185738"/>
                </a:lnTo>
                <a:lnTo>
                  <a:pt x="123825" y="195263"/>
                </a:lnTo>
                <a:lnTo>
                  <a:pt x="123825" y="204788"/>
                </a:lnTo>
                <a:lnTo>
                  <a:pt x="123825" y="214313"/>
                </a:lnTo>
                <a:lnTo>
                  <a:pt x="123825" y="223838"/>
                </a:lnTo>
                <a:lnTo>
                  <a:pt x="128588" y="228600"/>
                </a:lnTo>
                <a:lnTo>
                  <a:pt x="138113" y="228600"/>
                </a:lnTo>
                <a:lnTo>
                  <a:pt x="147638" y="228600"/>
                </a:lnTo>
                <a:lnTo>
                  <a:pt x="157163" y="228600"/>
                </a:lnTo>
                <a:lnTo>
                  <a:pt x="166688" y="228600"/>
                </a:lnTo>
                <a:lnTo>
                  <a:pt x="176213" y="228600"/>
                </a:lnTo>
                <a:lnTo>
                  <a:pt x="185738" y="228600"/>
                </a:lnTo>
                <a:lnTo>
                  <a:pt x="195263" y="228600"/>
                </a:lnTo>
                <a:lnTo>
                  <a:pt x="204788" y="228600"/>
                </a:lnTo>
                <a:lnTo>
                  <a:pt x="214313" y="228600"/>
                </a:lnTo>
                <a:lnTo>
                  <a:pt x="223838" y="228600"/>
                </a:lnTo>
                <a:lnTo>
                  <a:pt x="233363" y="228600"/>
                </a:lnTo>
                <a:lnTo>
                  <a:pt x="242888" y="228600"/>
                </a:lnTo>
                <a:lnTo>
                  <a:pt x="252413" y="228600"/>
                </a:lnTo>
                <a:lnTo>
                  <a:pt x="261938" y="228600"/>
                </a:lnTo>
                <a:lnTo>
                  <a:pt x="266700" y="233363"/>
                </a:lnTo>
                <a:lnTo>
                  <a:pt x="266700" y="242888"/>
                </a:lnTo>
                <a:lnTo>
                  <a:pt x="266700" y="252413"/>
                </a:lnTo>
                <a:lnTo>
                  <a:pt x="261938" y="257175"/>
                </a:lnTo>
                <a:lnTo>
                  <a:pt x="257175" y="261938"/>
                </a:lnTo>
                <a:lnTo>
                  <a:pt x="257175" y="271463"/>
                </a:lnTo>
                <a:lnTo>
                  <a:pt x="252413" y="276225"/>
                </a:lnTo>
                <a:lnTo>
                  <a:pt x="247650" y="280988"/>
                </a:lnTo>
                <a:lnTo>
                  <a:pt x="247650" y="290513"/>
                </a:lnTo>
                <a:lnTo>
                  <a:pt x="247650" y="300038"/>
                </a:lnTo>
                <a:lnTo>
                  <a:pt x="242888" y="304800"/>
                </a:lnTo>
                <a:lnTo>
                  <a:pt x="238125" y="309563"/>
                </a:lnTo>
                <a:lnTo>
                  <a:pt x="233363" y="314325"/>
                </a:lnTo>
                <a:lnTo>
                  <a:pt x="228600" y="319088"/>
                </a:lnTo>
                <a:lnTo>
                  <a:pt x="223838" y="323850"/>
                </a:lnTo>
                <a:lnTo>
                  <a:pt x="219075" y="328613"/>
                </a:lnTo>
                <a:lnTo>
                  <a:pt x="214313" y="333375"/>
                </a:lnTo>
                <a:lnTo>
                  <a:pt x="209550" y="338138"/>
                </a:lnTo>
                <a:lnTo>
                  <a:pt x="204788" y="342900"/>
                </a:lnTo>
                <a:lnTo>
                  <a:pt x="195263" y="342900"/>
                </a:lnTo>
                <a:lnTo>
                  <a:pt x="190500" y="347663"/>
                </a:lnTo>
                <a:lnTo>
                  <a:pt x="185738" y="352425"/>
                </a:lnTo>
                <a:lnTo>
                  <a:pt x="176213" y="352425"/>
                </a:lnTo>
                <a:lnTo>
                  <a:pt x="166688" y="352425"/>
                </a:lnTo>
                <a:lnTo>
                  <a:pt x="161925" y="357188"/>
                </a:lnTo>
                <a:lnTo>
                  <a:pt x="157163" y="361950"/>
                </a:lnTo>
                <a:lnTo>
                  <a:pt x="147638" y="361950"/>
                </a:lnTo>
                <a:lnTo>
                  <a:pt x="138113" y="361950"/>
                </a:lnTo>
                <a:lnTo>
                  <a:pt x="128588" y="361950"/>
                </a:lnTo>
                <a:lnTo>
                  <a:pt x="119063" y="361950"/>
                </a:lnTo>
                <a:lnTo>
                  <a:pt x="114300" y="357188"/>
                </a:lnTo>
                <a:lnTo>
                  <a:pt x="109538" y="352425"/>
                </a:lnTo>
                <a:lnTo>
                  <a:pt x="100013" y="352425"/>
                </a:lnTo>
                <a:lnTo>
                  <a:pt x="90488" y="352425"/>
                </a:lnTo>
                <a:lnTo>
                  <a:pt x="80963" y="352425"/>
                </a:lnTo>
                <a:lnTo>
                  <a:pt x="76200" y="347663"/>
                </a:lnTo>
                <a:lnTo>
                  <a:pt x="71438" y="342900"/>
                </a:lnTo>
                <a:lnTo>
                  <a:pt x="66675" y="338138"/>
                </a:lnTo>
                <a:lnTo>
                  <a:pt x="61913" y="333375"/>
                </a:lnTo>
                <a:lnTo>
                  <a:pt x="52388" y="333375"/>
                </a:lnTo>
                <a:lnTo>
                  <a:pt x="47625" y="328613"/>
                </a:lnTo>
                <a:lnTo>
                  <a:pt x="42863" y="323850"/>
                </a:lnTo>
                <a:lnTo>
                  <a:pt x="38100" y="319088"/>
                </a:lnTo>
                <a:lnTo>
                  <a:pt x="33338" y="314325"/>
                </a:lnTo>
                <a:lnTo>
                  <a:pt x="28575" y="309563"/>
                </a:lnTo>
                <a:lnTo>
                  <a:pt x="23813" y="304800"/>
                </a:lnTo>
                <a:lnTo>
                  <a:pt x="19050" y="300038"/>
                </a:lnTo>
                <a:lnTo>
                  <a:pt x="19050" y="290513"/>
                </a:lnTo>
                <a:lnTo>
                  <a:pt x="19050" y="280988"/>
                </a:lnTo>
                <a:lnTo>
                  <a:pt x="14288" y="276225"/>
                </a:lnTo>
                <a:lnTo>
                  <a:pt x="9525" y="271463"/>
                </a:lnTo>
                <a:lnTo>
                  <a:pt x="9525" y="261938"/>
                </a:lnTo>
                <a:lnTo>
                  <a:pt x="9525" y="252413"/>
                </a:lnTo>
                <a:lnTo>
                  <a:pt x="4763" y="247650"/>
                </a:lnTo>
                <a:lnTo>
                  <a:pt x="0" y="242888"/>
                </a:lnTo>
                <a:lnTo>
                  <a:pt x="4763" y="238125"/>
                </a:lnTo>
                <a:lnTo>
                  <a:pt x="9525" y="233363"/>
                </a:lnTo>
                <a:lnTo>
                  <a:pt x="4763" y="228600"/>
                </a:lnTo>
                <a:lnTo>
                  <a:pt x="0" y="223838"/>
                </a:lnTo>
                <a:lnTo>
                  <a:pt x="0" y="214313"/>
                </a:lnTo>
                <a:lnTo>
                  <a:pt x="4763" y="209550"/>
                </a:lnTo>
                <a:lnTo>
                  <a:pt x="9525" y="204788"/>
                </a:lnTo>
                <a:lnTo>
                  <a:pt x="9525" y="195263"/>
                </a:lnTo>
                <a:lnTo>
                  <a:pt x="9525" y="185738"/>
                </a:lnTo>
                <a:lnTo>
                  <a:pt x="9525" y="176213"/>
                </a:lnTo>
                <a:lnTo>
                  <a:pt x="14288" y="171450"/>
                </a:lnTo>
                <a:lnTo>
                  <a:pt x="19050" y="166688"/>
                </a:lnTo>
                <a:lnTo>
                  <a:pt x="19050" y="157163"/>
                </a:lnTo>
                <a:lnTo>
                  <a:pt x="23813" y="152400"/>
                </a:lnTo>
                <a:lnTo>
                  <a:pt x="28575" y="147638"/>
                </a:lnTo>
                <a:lnTo>
                  <a:pt x="33338" y="142875"/>
                </a:lnTo>
                <a:lnTo>
                  <a:pt x="38100" y="138113"/>
                </a:lnTo>
                <a:lnTo>
                  <a:pt x="42863" y="133350"/>
                </a:lnTo>
                <a:lnTo>
                  <a:pt x="47625" y="128588"/>
                </a:lnTo>
                <a:lnTo>
                  <a:pt x="52388" y="123825"/>
                </a:lnTo>
                <a:lnTo>
                  <a:pt x="61913" y="123825"/>
                </a:lnTo>
                <a:lnTo>
                  <a:pt x="66675" y="119063"/>
                </a:lnTo>
                <a:lnTo>
                  <a:pt x="71438" y="114300"/>
                </a:lnTo>
                <a:lnTo>
                  <a:pt x="76200" y="109538"/>
                </a:lnTo>
                <a:lnTo>
                  <a:pt x="80963" y="104775"/>
                </a:lnTo>
                <a:lnTo>
                  <a:pt x="90488" y="104775"/>
                </a:lnTo>
                <a:lnTo>
                  <a:pt x="100013" y="104775"/>
                </a:lnTo>
                <a:lnTo>
                  <a:pt x="104775" y="100013"/>
                </a:lnTo>
                <a:lnTo>
                  <a:pt x="109538" y="95250"/>
                </a:lnTo>
                <a:lnTo>
                  <a:pt x="114300" y="90488"/>
                </a:lnTo>
                <a:lnTo>
                  <a:pt x="114300" y="80963"/>
                </a:lnTo>
                <a:lnTo>
                  <a:pt x="114300" y="71438"/>
                </a:lnTo>
                <a:lnTo>
                  <a:pt x="114300" y="61913"/>
                </a:lnTo>
                <a:lnTo>
                  <a:pt x="114300" y="52388"/>
                </a:lnTo>
                <a:lnTo>
                  <a:pt x="114300" y="42863"/>
                </a:lnTo>
                <a:lnTo>
                  <a:pt x="114300" y="33338"/>
                </a:lnTo>
                <a:lnTo>
                  <a:pt x="114300" y="23813"/>
                </a:lnTo>
                <a:lnTo>
                  <a:pt x="114300" y="14288"/>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9525" y="4763"/>
                </a:lnTo>
                <a:close/>
              </a:path>
            </a:pathLst>
          </a:custGeom>
          <a:solidFill xmlns:a="http://schemas.openxmlformats.org/drawingml/2006/main">
            <a:srgbClr val="BED8B2"/>
          </a:solidFill>
          <a:ln xmlns:a="http://schemas.openxmlformats.org/drawingml/2006/main" w="0">
            <a:noFill/>
            <a:prstDash val="solid"/>
          </a:ln>
        </p:spPr>
      </p:sp>
      <p:sp>
        <p:nvSpPr>
          <p:cNvPr id="840" name="layout-candidate-green-97-1">
            <a:extLst xmlns:a="http://schemas.openxmlformats.org/drawingml/2006/main">
              <a:ext uri="{FF2B5EF4-FFF2-40B4-BE49-F238E27FC236}">
                <a16:creationId xmlns:a16="http://schemas.microsoft.com/office/drawing/2014/main" id="{8B392F09-E3A6-47F1-BFF8-FACC95194C23}"/>
              </a:ext>
            </a:extLst>
          </p:cNvPr>
          <p:cNvSpPr>
            <a:spLocks xmlns:a="http://schemas.openxmlformats.org/drawingml/2006/main" noGrp="1"/>
          </p:cNvSpPr>
          <p:nvPr/>
        </p:nvSpPr>
        <p:spPr>
          <a:xfrm xmlns:a="http://schemas.openxmlformats.org/drawingml/2006/main" rot="0">
            <a:off x="1047750" y="5200650"/>
            <a:ext cx="9525" cy="209550"/>
          </a:xfrm>
          <a:custGeom xmlns:a="http://schemas.openxmlformats.org/drawingml/2006/main">
            <a:pathLst>
              <a:path w="9525" h="2095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4763" y="209550"/>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BED8B2"/>
          </a:solidFill>
          <a:ln xmlns:a="http://schemas.openxmlformats.org/drawingml/2006/main" w="0">
            <a:noFill/>
            <a:prstDash val="solid"/>
          </a:ln>
        </p:spPr>
      </p:sp>
      <p:sp>
        <p:nvSpPr>
          <p:cNvPr id="841" name="layout-candidate-green-97-2">
            <a:extLst xmlns:a="http://schemas.openxmlformats.org/drawingml/2006/main">
              <a:ext uri="{FF2B5EF4-FFF2-40B4-BE49-F238E27FC236}">
                <a16:creationId xmlns:a16="http://schemas.microsoft.com/office/drawing/2014/main" id="{0A2E9B4F-7C30-466F-AC6E-9A99FE719ADC}"/>
              </a:ext>
            </a:extLst>
          </p:cNvPr>
          <p:cNvSpPr>
            <a:spLocks xmlns:a="http://schemas.openxmlformats.org/drawingml/2006/main" noGrp="1"/>
          </p:cNvSpPr>
          <p:nvPr/>
        </p:nvSpPr>
        <p:spPr>
          <a:xfrm xmlns:a="http://schemas.openxmlformats.org/drawingml/2006/main" rot="0">
            <a:off x="590550" y="5410200"/>
            <a:ext cx="457200" cy="9525"/>
          </a:xfrm>
          <a:custGeom xmlns:a="http://schemas.openxmlformats.org/drawingml/2006/main">
            <a:pathLst>
              <a:path w="4572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57200" y="4763"/>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BED8B2"/>
          </a:solidFill>
          <a:ln xmlns:a="http://schemas.openxmlformats.org/drawingml/2006/main" w="0">
            <a:noFill/>
            <a:prstDash val="solid"/>
          </a:ln>
        </p:spPr>
      </p:sp>
      <p:sp>
        <p:nvSpPr>
          <p:cNvPr id="842" name="layout-candidate-green-98-0">
            <a:extLst xmlns:a="http://schemas.openxmlformats.org/drawingml/2006/main">
              <a:ext uri="{FF2B5EF4-FFF2-40B4-BE49-F238E27FC236}">
                <a16:creationId xmlns:a16="http://schemas.microsoft.com/office/drawing/2014/main" id="{68E32050-B6DB-4120-B2D5-7A649CCA6CBD}"/>
              </a:ext>
            </a:extLst>
          </p:cNvPr>
          <p:cNvSpPr>
            <a:spLocks xmlns:a="http://schemas.openxmlformats.org/drawingml/2006/main" noGrp="1"/>
          </p:cNvSpPr>
          <p:nvPr/>
        </p:nvSpPr>
        <p:spPr>
          <a:xfrm xmlns:a="http://schemas.openxmlformats.org/drawingml/2006/main" rot="0">
            <a:off x="695325" y="4972050"/>
            <a:ext cx="247650" cy="352425"/>
          </a:xfrm>
          <a:custGeom xmlns:a="http://schemas.openxmlformats.org/drawingml/2006/main">
            <a:pathLst>
              <a:path w="247650" h="352425">
                <a:moveTo>
                  <a:pt x="38100" y="4763"/>
                </a:moveTo>
                <a:lnTo>
                  <a:pt x="42863" y="0"/>
                </a:lnTo>
                <a:lnTo>
                  <a:pt x="52388" y="0"/>
                </a:lnTo>
                <a:lnTo>
                  <a:pt x="61913" y="0"/>
                </a:lnTo>
                <a:lnTo>
                  <a:pt x="71438" y="0"/>
                </a:lnTo>
                <a:lnTo>
                  <a:pt x="80963" y="0"/>
                </a:lnTo>
                <a:lnTo>
                  <a:pt x="90488" y="0"/>
                </a:lnTo>
                <a:lnTo>
                  <a:pt x="100013" y="0"/>
                </a:lnTo>
                <a:lnTo>
                  <a:pt x="109538" y="0"/>
                </a:lnTo>
                <a:lnTo>
                  <a:pt x="114300" y="4763"/>
                </a:lnTo>
                <a:lnTo>
                  <a:pt x="114300" y="14288"/>
                </a:lnTo>
                <a:lnTo>
                  <a:pt x="114300" y="23813"/>
                </a:lnTo>
                <a:lnTo>
                  <a:pt x="114300" y="33338"/>
                </a:lnTo>
                <a:lnTo>
                  <a:pt x="114300" y="42863"/>
                </a:lnTo>
                <a:lnTo>
                  <a:pt x="114300" y="52388"/>
                </a:lnTo>
                <a:lnTo>
                  <a:pt x="114300" y="61913"/>
                </a:lnTo>
                <a:lnTo>
                  <a:pt x="114300" y="71438"/>
                </a:lnTo>
                <a:lnTo>
                  <a:pt x="114300" y="80963"/>
                </a:lnTo>
                <a:lnTo>
                  <a:pt x="114300" y="90488"/>
                </a:lnTo>
                <a:lnTo>
                  <a:pt x="114300" y="100013"/>
                </a:lnTo>
                <a:lnTo>
                  <a:pt x="114300" y="109538"/>
                </a:lnTo>
                <a:lnTo>
                  <a:pt x="114300" y="119063"/>
                </a:lnTo>
                <a:lnTo>
                  <a:pt x="114300" y="128588"/>
                </a:lnTo>
                <a:lnTo>
                  <a:pt x="114300" y="138113"/>
                </a:lnTo>
                <a:lnTo>
                  <a:pt x="114300" y="147638"/>
                </a:lnTo>
                <a:lnTo>
                  <a:pt x="114300" y="157163"/>
                </a:lnTo>
                <a:lnTo>
                  <a:pt x="114300" y="166688"/>
                </a:lnTo>
                <a:lnTo>
                  <a:pt x="114300" y="176213"/>
                </a:lnTo>
                <a:lnTo>
                  <a:pt x="114300" y="185738"/>
                </a:lnTo>
                <a:lnTo>
                  <a:pt x="114300" y="195263"/>
                </a:lnTo>
                <a:lnTo>
                  <a:pt x="114300" y="204788"/>
                </a:lnTo>
                <a:lnTo>
                  <a:pt x="114300" y="214313"/>
                </a:lnTo>
                <a:lnTo>
                  <a:pt x="114300" y="223838"/>
                </a:lnTo>
                <a:lnTo>
                  <a:pt x="119063" y="228600"/>
                </a:lnTo>
                <a:lnTo>
                  <a:pt x="128588" y="228600"/>
                </a:lnTo>
                <a:lnTo>
                  <a:pt x="138113" y="228600"/>
                </a:lnTo>
                <a:lnTo>
                  <a:pt x="147638" y="228600"/>
                </a:lnTo>
                <a:lnTo>
                  <a:pt x="157163" y="228600"/>
                </a:lnTo>
                <a:lnTo>
                  <a:pt x="166688" y="228600"/>
                </a:lnTo>
                <a:lnTo>
                  <a:pt x="176213" y="228600"/>
                </a:lnTo>
                <a:lnTo>
                  <a:pt x="185738" y="228600"/>
                </a:lnTo>
                <a:lnTo>
                  <a:pt x="195263" y="228600"/>
                </a:lnTo>
                <a:lnTo>
                  <a:pt x="204788" y="228600"/>
                </a:lnTo>
                <a:lnTo>
                  <a:pt x="214313" y="228600"/>
                </a:lnTo>
                <a:lnTo>
                  <a:pt x="223838" y="228600"/>
                </a:lnTo>
                <a:lnTo>
                  <a:pt x="233363" y="228600"/>
                </a:lnTo>
                <a:lnTo>
                  <a:pt x="242888" y="228600"/>
                </a:lnTo>
                <a:lnTo>
                  <a:pt x="247650" y="233363"/>
                </a:lnTo>
                <a:lnTo>
                  <a:pt x="247650" y="242888"/>
                </a:lnTo>
                <a:lnTo>
                  <a:pt x="247650" y="252413"/>
                </a:lnTo>
                <a:lnTo>
                  <a:pt x="242888" y="257175"/>
                </a:lnTo>
                <a:lnTo>
                  <a:pt x="238125" y="261938"/>
                </a:lnTo>
                <a:lnTo>
                  <a:pt x="238125" y="271463"/>
                </a:lnTo>
                <a:lnTo>
                  <a:pt x="238125" y="280988"/>
                </a:lnTo>
                <a:lnTo>
                  <a:pt x="233363" y="285750"/>
                </a:lnTo>
                <a:lnTo>
                  <a:pt x="228600" y="290513"/>
                </a:lnTo>
                <a:lnTo>
                  <a:pt x="228600" y="300038"/>
                </a:lnTo>
                <a:lnTo>
                  <a:pt x="223838" y="304800"/>
                </a:lnTo>
                <a:lnTo>
                  <a:pt x="219075" y="309563"/>
                </a:lnTo>
                <a:lnTo>
                  <a:pt x="214313" y="314325"/>
                </a:lnTo>
                <a:lnTo>
                  <a:pt x="209550" y="319088"/>
                </a:lnTo>
                <a:lnTo>
                  <a:pt x="204788" y="323850"/>
                </a:lnTo>
                <a:lnTo>
                  <a:pt x="200025" y="328613"/>
                </a:lnTo>
                <a:lnTo>
                  <a:pt x="195263" y="333375"/>
                </a:lnTo>
                <a:lnTo>
                  <a:pt x="185738" y="333375"/>
                </a:lnTo>
                <a:lnTo>
                  <a:pt x="180975" y="338138"/>
                </a:lnTo>
                <a:lnTo>
                  <a:pt x="176213" y="342900"/>
                </a:lnTo>
                <a:lnTo>
                  <a:pt x="166688" y="342900"/>
                </a:lnTo>
                <a:lnTo>
                  <a:pt x="157163" y="342900"/>
                </a:lnTo>
                <a:lnTo>
                  <a:pt x="152400" y="347663"/>
                </a:lnTo>
                <a:lnTo>
                  <a:pt x="147638" y="352425"/>
                </a:lnTo>
                <a:lnTo>
                  <a:pt x="138113" y="352425"/>
                </a:lnTo>
                <a:lnTo>
                  <a:pt x="128588" y="352425"/>
                </a:lnTo>
                <a:lnTo>
                  <a:pt x="119063" y="352425"/>
                </a:lnTo>
                <a:lnTo>
                  <a:pt x="109538" y="352425"/>
                </a:lnTo>
                <a:lnTo>
                  <a:pt x="100013" y="352425"/>
                </a:lnTo>
                <a:lnTo>
                  <a:pt x="95250" y="347663"/>
                </a:lnTo>
                <a:lnTo>
                  <a:pt x="90488" y="342900"/>
                </a:lnTo>
                <a:lnTo>
                  <a:pt x="80963" y="342900"/>
                </a:lnTo>
                <a:lnTo>
                  <a:pt x="76200" y="338138"/>
                </a:lnTo>
                <a:lnTo>
                  <a:pt x="71438" y="333375"/>
                </a:lnTo>
                <a:lnTo>
                  <a:pt x="61913" y="333375"/>
                </a:lnTo>
                <a:lnTo>
                  <a:pt x="52388" y="333375"/>
                </a:lnTo>
                <a:lnTo>
                  <a:pt x="47625" y="328613"/>
                </a:lnTo>
                <a:lnTo>
                  <a:pt x="47625" y="319088"/>
                </a:lnTo>
                <a:lnTo>
                  <a:pt x="42863" y="314325"/>
                </a:lnTo>
                <a:lnTo>
                  <a:pt x="33338" y="314325"/>
                </a:lnTo>
                <a:lnTo>
                  <a:pt x="28575" y="309563"/>
                </a:lnTo>
                <a:lnTo>
                  <a:pt x="23813" y="304800"/>
                </a:lnTo>
                <a:lnTo>
                  <a:pt x="19050" y="300038"/>
                </a:lnTo>
                <a:lnTo>
                  <a:pt x="19050" y="290513"/>
                </a:lnTo>
                <a:lnTo>
                  <a:pt x="19050" y="280988"/>
                </a:lnTo>
                <a:lnTo>
                  <a:pt x="14288" y="276225"/>
                </a:lnTo>
                <a:lnTo>
                  <a:pt x="9525" y="271463"/>
                </a:lnTo>
                <a:lnTo>
                  <a:pt x="9525" y="261938"/>
                </a:lnTo>
                <a:lnTo>
                  <a:pt x="9525" y="252413"/>
                </a:lnTo>
                <a:lnTo>
                  <a:pt x="4763" y="247650"/>
                </a:lnTo>
                <a:lnTo>
                  <a:pt x="0" y="242888"/>
                </a:lnTo>
                <a:lnTo>
                  <a:pt x="0" y="233363"/>
                </a:lnTo>
                <a:lnTo>
                  <a:pt x="0" y="223838"/>
                </a:lnTo>
                <a:lnTo>
                  <a:pt x="0" y="214313"/>
                </a:lnTo>
                <a:lnTo>
                  <a:pt x="4763" y="209550"/>
                </a:lnTo>
                <a:lnTo>
                  <a:pt x="9525" y="204788"/>
                </a:lnTo>
                <a:lnTo>
                  <a:pt x="4763" y="200025"/>
                </a:lnTo>
                <a:lnTo>
                  <a:pt x="0" y="195263"/>
                </a:lnTo>
                <a:lnTo>
                  <a:pt x="4763" y="190500"/>
                </a:lnTo>
                <a:lnTo>
                  <a:pt x="9525" y="185738"/>
                </a:lnTo>
                <a:lnTo>
                  <a:pt x="9525" y="176213"/>
                </a:lnTo>
                <a:lnTo>
                  <a:pt x="14288" y="171450"/>
                </a:lnTo>
                <a:lnTo>
                  <a:pt x="19050" y="166688"/>
                </a:lnTo>
                <a:lnTo>
                  <a:pt x="23813" y="161925"/>
                </a:lnTo>
                <a:lnTo>
                  <a:pt x="28575" y="157163"/>
                </a:lnTo>
                <a:lnTo>
                  <a:pt x="28575" y="147638"/>
                </a:lnTo>
                <a:lnTo>
                  <a:pt x="33338" y="142875"/>
                </a:lnTo>
                <a:lnTo>
                  <a:pt x="38100" y="138113"/>
                </a:lnTo>
                <a:lnTo>
                  <a:pt x="42863" y="133350"/>
                </a:lnTo>
                <a:lnTo>
                  <a:pt x="47625" y="128588"/>
                </a:lnTo>
                <a:lnTo>
                  <a:pt x="52388" y="123825"/>
                </a:lnTo>
                <a:lnTo>
                  <a:pt x="61913" y="123825"/>
                </a:lnTo>
                <a:lnTo>
                  <a:pt x="66675" y="119063"/>
                </a:lnTo>
                <a:lnTo>
                  <a:pt x="71438" y="114300"/>
                </a:lnTo>
                <a:lnTo>
                  <a:pt x="80963" y="114300"/>
                </a:lnTo>
                <a:lnTo>
                  <a:pt x="90488" y="114300"/>
                </a:lnTo>
                <a:lnTo>
                  <a:pt x="95250" y="109538"/>
                </a:lnTo>
                <a:lnTo>
                  <a:pt x="100013" y="104775"/>
                </a:lnTo>
                <a:lnTo>
                  <a:pt x="104775" y="100013"/>
                </a:lnTo>
                <a:lnTo>
                  <a:pt x="104775" y="90488"/>
                </a:lnTo>
                <a:lnTo>
                  <a:pt x="104775" y="80963"/>
                </a:lnTo>
                <a:lnTo>
                  <a:pt x="104775" y="71438"/>
                </a:lnTo>
                <a:lnTo>
                  <a:pt x="104775" y="61913"/>
                </a:lnTo>
                <a:lnTo>
                  <a:pt x="104775" y="52388"/>
                </a:lnTo>
                <a:lnTo>
                  <a:pt x="104775" y="42863"/>
                </a:lnTo>
                <a:lnTo>
                  <a:pt x="104775" y="33338"/>
                </a:lnTo>
                <a:lnTo>
                  <a:pt x="104775" y="23813"/>
                </a:lnTo>
                <a:lnTo>
                  <a:pt x="104775" y="14288"/>
                </a:lnTo>
                <a:lnTo>
                  <a:pt x="100013" y="9525"/>
                </a:lnTo>
                <a:lnTo>
                  <a:pt x="90488" y="9525"/>
                </a:lnTo>
                <a:lnTo>
                  <a:pt x="80963" y="9525"/>
                </a:lnTo>
                <a:lnTo>
                  <a:pt x="71438" y="9525"/>
                </a:lnTo>
                <a:lnTo>
                  <a:pt x="61913" y="9525"/>
                </a:lnTo>
                <a:lnTo>
                  <a:pt x="52388" y="9525"/>
                </a:lnTo>
                <a:lnTo>
                  <a:pt x="42863" y="9525"/>
                </a:lnTo>
                <a:lnTo>
                  <a:pt x="38100" y="4763"/>
                </a:lnTo>
                <a:close/>
              </a:path>
            </a:pathLst>
          </a:custGeom>
          <a:solidFill xmlns:a="http://schemas.openxmlformats.org/drawingml/2006/main">
            <a:srgbClr val="C0DAB5"/>
          </a:solidFill>
          <a:ln xmlns:a="http://schemas.openxmlformats.org/drawingml/2006/main" w="0">
            <a:noFill/>
            <a:prstDash val="solid"/>
          </a:ln>
        </p:spPr>
      </p:sp>
      <p:sp>
        <p:nvSpPr>
          <p:cNvPr id="843" name="layout-candidate-green-98-1">
            <a:extLst xmlns:a="http://schemas.openxmlformats.org/drawingml/2006/main">
              <a:ext uri="{FF2B5EF4-FFF2-40B4-BE49-F238E27FC236}">
                <a16:creationId xmlns:a16="http://schemas.microsoft.com/office/drawing/2014/main" id="{87D0D9DC-A213-4F85-9AB4-6057BC501C9A}"/>
              </a:ext>
            </a:extLst>
          </p:cNvPr>
          <p:cNvSpPr>
            <a:spLocks xmlns:a="http://schemas.openxmlformats.org/drawingml/2006/main" noGrp="1"/>
          </p:cNvSpPr>
          <p:nvPr/>
        </p:nvSpPr>
        <p:spPr>
          <a:xfrm xmlns:a="http://schemas.openxmlformats.org/drawingml/2006/main" rot="0">
            <a:off x="1047750" y="5200650"/>
            <a:ext cx="9525" cy="209550"/>
          </a:xfrm>
          <a:custGeom xmlns:a="http://schemas.openxmlformats.org/drawingml/2006/main">
            <a:pathLst>
              <a:path w="9525" h="2095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4763" y="209550"/>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C0DAB5"/>
          </a:solidFill>
          <a:ln xmlns:a="http://schemas.openxmlformats.org/drawingml/2006/main" w="0">
            <a:noFill/>
            <a:prstDash val="solid"/>
          </a:ln>
        </p:spPr>
      </p:sp>
      <p:sp>
        <p:nvSpPr>
          <p:cNvPr id="844" name="layout-candidate-green-98-2">
            <a:extLst xmlns:a="http://schemas.openxmlformats.org/drawingml/2006/main">
              <a:ext uri="{FF2B5EF4-FFF2-40B4-BE49-F238E27FC236}">
                <a16:creationId xmlns:a16="http://schemas.microsoft.com/office/drawing/2014/main" id="{E0B0DBBC-F790-47E8-A452-4F0B57B4DEA6}"/>
              </a:ext>
            </a:extLst>
          </p:cNvPr>
          <p:cNvSpPr>
            <a:spLocks xmlns:a="http://schemas.openxmlformats.org/drawingml/2006/main" noGrp="1"/>
          </p:cNvSpPr>
          <p:nvPr/>
        </p:nvSpPr>
        <p:spPr>
          <a:xfrm xmlns:a="http://schemas.openxmlformats.org/drawingml/2006/main" rot="0">
            <a:off x="590550" y="5410200"/>
            <a:ext cx="457200" cy="9525"/>
          </a:xfrm>
          <a:custGeom xmlns:a="http://schemas.openxmlformats.org/drawingml/2006/main">
            <a:pathLst>
              <a:path w="4572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57200" y="4763"/>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C0DAB5"/>
          </a:solidFill>
          <a:ln xmlns:a="http://schemas.openxmlformats.org/drawingml/2006/main" w="0">
            <a:noFill/>
            <a:prstDash val="solid"/>
          </a:ln>
        </p:spPr>
      </p:sp>
      <p:sp>
        <p:nvSpPr>
          <p:cNvPr id="845" name="layout-candidate-green-99-0">
            <a:extLst xmlns:a="http://schemas.openxmlformats.org/drawingml/2006/main">
              <a:ext uri="{FF2B5EF4-FFF2-40B4-BE49-F238E27FC236}">
                <a16:creationId xmlns:a16="http://schemas.microsoft.com/office/drawing/2014/main" id="{3A8A3367-D44B-4E09-B2E9-4B8CC3457FB5}"/>
              </a:ext>
            </a:extLst>
          </p:cNvPr>
          <p:cNvSpPr>
            <a:spLocks xmlns:a="http://schemas.openxmlformats.org/drawingml/2006/main" noGrp="1"/>
          </p:cNvSpPr>
          <p:nvPr/>
        </p:nvSpPr>
        <p:spPr>
          <a:xfrm xmlns:a="http://schemas.openxmlformats.org/drawingml/2006/main" rot="0">
            <a:off x="704850" y="4972050"/>
            <a:ext cx="238125" cy="342900"/>
          </a:xfrm>
          <a:custGeom xmlns:a="http://schemas.openxmlformats.org/drawingml/2006/main">
            <a:pathLst>
              <a:path w="238125" h="342900">
                <a:moveTo>
                  <a:pt x="95250" y="4763"/>
                </a:moveTo>
                <a:lnTo>
                  <a:pt x="100013" y="0"/>
                </a:lnTo>
                <a:lnTo>
                  <a:pt x="104775" y="4763"/>
                </a:lnTo>
                <a:lnTo>
                  <a:pt x="104775" y="14288"/>
                </a:lnTo>
                <a:lnTo>
                  <a:pt x="104775" y="23813"/>
                </a:lnTo>
                <a:lnTo>
                  <a:pt x="104775" y="33338"/>
                </a:lnTo>
                <a:lnTo>
                  <a:pt x="104775" y="42863"/>
                </a:lnTo>
                <a:lnTo>
                  <a:pt x="104775" y="52388"/>
                </a:lnTo>
                <a:lnTo>
                  <a:pt x="104775" y="61913"/>
                </a:lnTo>
                <a:lnTo>
                  <a:pt x="104775" y="71438"/>
                </a:lnTo>
                <a:lnTo>
                  <a:pt x="104775" y="80963"/>
                </a:lnTo>
                <a:lnTo>
                  <a:pt x="104775" y="90488"/>
                </a:lnTo>
                <a:lnTo>
                  <a:pt x="104775" y="100013"/>
                </a:lnTo>
                <a:lnTo>
                  <a:pt x="104775" y="109538"/>
                </a:lnTo>
                <a:lnTo>
                  <a:pt x="104775" y="119063"/>
                </a:lnTo>
                <a:lnTo>
                  <a:pt x="104775" y="128588"/>
                </a:lnTo>
                <a:lnTo>
                  <a:pt x="104775" y="138113"/>
                </a:lnTo>
                <a:lnTo>
                  <a:pt x="104775" y="147638"/>
                </a:lnTo>
                <a:lnTo>
                  <a:pt x="104775" y="157163"/>
                </a:lnTo>
                <a:lnTo>
                  <a:pt x="104775" y="166688"/>
                </a:lnTo>
                <a:lnTo>
                  <a:pt x="104775" y="176213"/>
                </a:lnTo>
                <a:lnTo>
                  <a:pt x="104775" y="185738"/>
                </a:lnTo>
                <a:lnTo>
                  <a:pt x="104775" y="195263"/>
                </a:lnTo>
                <a:lnTo>
                  <a:pt x="104775" y="204788"/>
                </a:lnTo>
                <a:lnTo>
                  <a:pt x="104775" y="214313"/>
                </a:lnTo>
                <a:lnTo>
                  <a:pt x="104775" y="223838"/>
                </a:lnTo>
                <a:lnTo>
                  <a:pt x="109538" y="228600"/>
                </a:lnTo>
                <a:lnTo>
                  <a:pt x="119063" y="228600"/>
                </a:lnTo>
                <a:lnTo>
                  <a:pt x="128588" y="228600"/>
                </a:lnTo>
                <a:lnTo>
                  <a:pt x="138113" y="228600"/>
                </a:lnTo>
                <a:lnTo>
                  <a:pt x="147638" y="228600"/>
                </a:lnTo>
                <a:lnTo>
                  <a:pt x="157163" y="228600"/>
                </a:lnTo>
                <a:lnTo>
                  <a:pt x="166688" y="228600"/>
                </a:lnTo>
                <a:lnTo>
                  <a:pt x="176213" y="228600"/>
                </a:lnTo>
                <a:lnTo>
                  <a:pt x="185738" y="228600"/>
                </a:lnTo>
                <a:lnTo>
                  <a:pt x="195263" y="228600"/>
                </a:lnTo>
                <a:lnTo>
                  <a:pt x="204788" y="228600"/>
                </a:lnTo>
                <a:lnTo>
                  <a:pt x="214313" y="228600"/>
                </a:lnTo>
                <a:lnTo>
                  <a:pt x="223838" y="228600"/>
                </a:lnTo>
                <a:lnTo>
                  <a:pt x="233363" y="228600"/>
                </a:lnTo>
                <a:lnTo>
                  <a:pt x="238125" y="233363"/>
                </a:lnTo>
                <a:lnTo>
                  <a:pt x="233363" y="238125"/>
                </a:lnTo>
                <a:lnTo>
                  <a:pt x="228600" y="242888"/>
                </a:lnTo>
                <a:lnTo>
                  <a:pt x="228600" y="252413"/>
                </a:lnTo>
                <a:lnTo>
                  <a:pt x="228600" y="261938"/>
                </a:lnTo>
                <a:lnTo>
                  <a:pt x="223838" y="266700"/>
                </a:lnTo>
                <a:lnTo>
                  <a:pt x="219075" y="271463"/>
                </a:lnTo>
                <a:lnTo>
                  <a:pt x="219075" y="280988"/>
                </a:lnTo>
                <a:lnTo>
                  <a:pt x="214313" y="285750"/>
                </a:lnTo>
                <a:lnTo>
                  <a:pt x="209550" y="290513"/>
                </a:lnTo>
                <a:lnTo>
                  <a:pt x="209550" y="300038"/>
                </a:lnTo>
                <a:lnTo>
                  <a:pt x="204788" y="304800"/>
                </a:lnTo>
                <a:lnTo>
                  <a:pt x="200025" y="309563"/>
                </a:lnTo>
                <a:lnTo>
                  <a:pt x="195263" y="314325"/>
                </a:lnTo>
                <a:lnTo>
                  <a:pt x="185738" y="314325"/>
                </a:lnTo>
                <a:lnTo>
                  <a:pt x="180975" y="319088"/>
                </a:lnTo>
                <a:lnTo>
                  <a:pt x="176213" y="323850"/>
                </a:lnTo>
                <a:lnTo>
                  <a:pt x="171450" y="328613"/>
                </a:lnTo>
                <a:lnTo>
                  <a:pt x="166688" y="333375"/>
                </a:lnTo>
                <a:lnTo>
                  <a:pt x="157163" y="333375"/>
                </a:lnTo>
                <a:lnTo>
                  <a:pt x="152400" y="338138"/>
                </a:lnTo>
                <a:lnTo>
                  <a:pt x="147638" y="342900"/>
                </a:lnTo>
                <a:lnTo>
                  <a:pt x="138113" y="342900"/>
                </a:lnTo>
                <a:lnTo>
                  <a:pt x="128588" y="342900"/>
                </a:lnTo>
                <a:lnTo>
                  <a:pt x="119063" y="342900"/>
                </a:lnTo>
                <a:lnTo>
                  <a:pt x="109538" y="342900"/>
                </a:lnTo>
                <a:lnTo>
                  <a:pt x="100013" y="342900"/>
                </a:lnTo>
                <a:lnTo>
                  <a:pt x="90488" y="342900"/>
                </a:lnTo>
                <a:lnTo>
                  <a:pt x="85725" y="338138"/>
                </a:lnTo>
                <a:lnTo>
                  <a:pt x="80963" y="333375"/>
                </a:lnTo>
                <a:lnTo>
                  <a:pt x="71438" y="333375"/>
                </a:lnTo>
                <a:lnTo>
                  <a:pt x="61913" y="333375"/>
                </a:lnTo>
                <a:lnTo>
                  <a:pt x="57150" y="328613"/>
                </a:lnTo>
                <a:lnTo>
                  <a:pt x="52388" y="323850"/>
                </a:lnTo>
                <a:lnTo>
                  <a:pt x="47625" y="319088"/>
                </a:lnTo>
                <a:lnTo>
                  <a:pt x="42863" y="314325"/>
                </a:lnTo>
                <a:lnTo>
                  <a:pt x="38100" y="309563"/>
                </a:lnTo>
                <a:lnTo>
                  <a:pt x="33338" y="304800"/>
                </a:lnTo>
                <a:lnTo>
                  <a:pt x="23813" y="304800"/>
                </a:lnTo>
                <a:lnTo>
                  <a:pt x="19050" y="300038"/>
                </a:lnTo>
                <a:lnTo>
                  <a:pt x="19050" y="290513"/>
                </a:lnTo>
                <a:lnTo>
                  <a:pt x="19050" y="280988"/>
                </a:lnTo>
                <a:lnTo>
                  <a:pt x="14288" y="276225"/>
                </a:lnTo>
                <a:lnTo>
                  <a:pt x="9525" y="271463"/>
                </a:lnTo>
                <a:lnTo>
                  <a:pt x="9525" y="261938"/>
                </a:lnTo>
                <a:lnTo>
                  <a:pt x="9525" y="252413"/>
                </a:lnTo>
                <a:lnTo>
                  <a:pt x="4763" y="247650"/>
                </a:lnTo>
                <a:lnTo>
                  <a:pt x="0" y="242888"/>
                </a:lnTo>
                <a:lnTo>
                  <a:pt x="0" y="233363"/>
                </a:lnTo>
                <a:lnTo>
                  <a:pt x="0" y="223838"/>
                </a:lnTo>
                <a:lnTo>
                  <a:pt x="0" y="214313"/>
                </a:lnTo>
                <a:lnTo>
                  <a:pt x="0" y="204788"/>
                </a:lnTo>
                <a:lnTo>
                  <a:pt x="0" y="195263"/>
                </a:lnTo>
                <a:lnTo>
                  <a:pt x="4763" y="190500"/>
                </a:lnTo>
                <a:lnTo>
                  <a:pt x="9525" y="185738"/>
                </a:lnTo>
                <a:lnTo>
                  <a:pt x="9525" y="176213"/>
                </a:lnTo>
                <a:lnTo>
                  <a:pt x="14288" y="171450"/>
                </a:lnTo>
                <a:lnTo>
                  <a:pt x="19050" y="166688"/>
                </a:lnTo>
                <a:lnTo>
                  <a:pt x="23813" y="161925"/>
                </a:lnTo>
                <a:lnTo>
                  <a:pt x="28575" y="157163"/>
                </a:lnTo>
                <a:lnTo>
                  <a:pt x="33338" y="152400"/>
                </a:lnTo>
                <a:lnTo>
                  <a:pt x="38100" y="147638"/>
                </a:lnTo>
                <a:lnTo>
                  <a:pt x="42863" y="142875"/>
                </a:lnTo>
                <a:lnTo>
                  <a:pt x="47625" y="138113"/>
                </a:lnTo>
                <a:lnTo>
                  <a:pt x="52388" y="133350"/>
                </a:lnTo>
                <a:lnTo>
                  <a:pt x="57150" y="128588"/>
                </a:lnTo>
                <a:lnTo>
                  <a:pt x="61913" y="123825"/>
                </a:lnTo>
                <a:lnTo>
                  <a:pt x="71438" y="123825"/>
                </a:lnTo>
                <a:lnTo>
                  <a:pt x="80963" y="123825"/>
                </a:lnTo>
                <a:lnTo>
                  <a:pt x="85725" y="119063"/>
                </a:lnTo>
                <a:lnTo>
                  <a:pt x="90488" y="114300"/>
                </a:lnTo>
                <a:lnTo>
                  <a:pt x="95250" y="109538"/>
                </a:lnTo>
                <a:lnTo>
                  <a:pt x="95250" y="100013"/>
                </a:lnTo>
                <a:lnTo>
                  <a:pt x="95250" y="90488"/>
                </a:lnTo>
                <a:lnTo>
                  <a:pt x="95250" y="80963"/>
                </a:lnTo>
                <a:lnTo>
                  <a:pt x="95250" y="71438"/>
                </a:lnTo>
                <a:lnTo>
                  <a:pt x="95250" y="61913"/>
                </a:lnTo>
                <a:lnTo>
                  <a:pt x="95250" y="52388"/>
                </a:lnTo>
                <a:lnTo>
                  <a:pt x="95250" y="42863"/>
                </a:lnTo>
                <a:lnTo>
                  <a:pt x="95250" y="33338"/>
                </a:lnTo>
                <a:lnTo>
                  <a:pt x="95250" y="23813"/>
                </a:lnTo>
                <a:lnTo>
                  <a:pt x="95250" y="14288"/>
                </a:lnTo>
                <a:lnTo>
                  <a:pt x="95250" y="4763"/>
                </a:lnTo>
                <a:close/>
              </a:path>
            </a:pathLst>
          </a:custGeom>
          <a:solidFill xmlns:a="http://schemas.openxmlformats.org/drawingml/2006/main">
            <a:srgbClr val="C2DBB7"/>
          </a:solidFill>
          <a:ln xmlns:a="http://schemas.openxmlformats.org/drawingml/2006/main" w="0">
            <a:noFill/>
            <a:prstDash val="solid"/>
          </a:ln>
        </p:spPr>
      </p:sp>
      <p:sp>
        <p:nvSpPr>
          <p:cNvPr id="846" name="layout-candidate-green-99-1">
            <a:extLst xmlns:a="http://schemas.openxmlformats.org/drawingml/2006/main">
              <a:ext uri="{FF2B5EF4-FFF2-40B4-BE49-F238E27FC236}">
                <a16:creationId xmlns:a16="http://schemas.microsoft.com/office/drawing/2014/main" id="{E5E44A92-67D7-4A70-8E71-C8AC8172B7CD}"/>
              </a:ext>
            </a:extLst>
          </p:cNvPr>
          <p:cNvSpPr>
            <a:spLocks xmlns:a="http://schemas.openxmlformats.org/drawingml/2006/main" noGrp="1"/>
          </p:cNvSpPr>
          <p:nvPr/>
        </p:nvSpPr>
        <p:spPr>
          <a:xfrm xmlns:a="http://schemas.openxmlformats.org/drawingml/2006/main" rot="0">
            <a:off x="1047750" y="5200650"/>
            <a:ext cx="9525" cy="209550"/>
          </a:xfrm>
          <a:custGeom xmlns:a="http://schemas.openxmlformats.org/drawingml/2006/main">
            <a:pathLst>
              <a:path w="9525" h="2095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4763" y="209550"/>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C2DBB7"/>
          </a:solidFill>
          <a:ln xmlns:a="http://schemas.openxmlformats.org/drawingml/2006/main" w="0">
            <a:noFill/>
            <a:prstDash val="solid"/>
          </a:ln>
        </p:spPr>
      </p:sp>
      <p:sp>
        <p:nvSpPr>
          <p:cNvPr id="847" name="layout-candidate-green-99-2">
            <a:extLst xmlns:a="http://schemas.openxmlformats.org/drawingml/2006/main">
              <a:ext uri="{FF2B5EF4-FFF2-40B4-BE49-F238E27FC236}">
                <a16:creationId xmlns:a16="http://schemas.microsoft.com/office/drawing/2014/main" id="{B7F9A0FE-F96F-4429-A6D8-031E6FC1B910}"/>
              </a:ext>
            </a:extLst>
          </p:cNvPr>
          <p:cNvSpPr>
            <a:spLocks xmlns:a="http://schemas.openxmlformats.org/drawingml/2006/main" noGrp="1"/>
          </p:cNvSpPr>
          <p:nvPr/>
        </p:nvSpPr>
        <p:spPr>
          <a:xfrm xmlns:a="http://schemas.openxmlformats.org/drawingml/2006/main" rot="0">
            <a:off x="590550" y="5410200"/>
            <a:ext cx="457200" cy="9525"/>
          </a:xfrm>
          <a:custGeom xmlns:a="http://schemas.openxmlformats.org/drawingml/2006/main">
            <a:pathLst>
              <a:path w="4572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57200" y="4763"/>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C2DBB7"/>
          </a:solidFill>
          <a:ln xmlns:a="http://schemas.openxmlformats.org/drawingml/2006/main" w="0">
            <a:noFill/>
            <a:prstDash val="solid"/>
          </a:ln>
        </p:spPr>
      </p:sp>
      <p:sp>
        <p:nvSpPr>
          <p:cNvPr id="848" name="layout-candidate-green-100-0">
            <a:extLst xmlns:a="http://schemas.openxmlformats.org/drawingml/2006/main">
              <a:ext uri="{FF2B5EF4-FFF2-40B4-BE49-F238E27FC236}">
                <a16:creationId xmlns:a16="http://schemas.microsoft.com/office/drawing/2014/main" id="{45722590-B953-4DD3-8372-F43748B48577}"/>
              </a:ext>
            </a:extLst>
          </p:cNvPr>
          <p:cNvSpPr>
            <a:spLocks xmlns:a="http://schemas.openxmlformats.org/drawingml/2006/main" noGrp="1"/>
          </p:cNvSpPr>
          <p:nvPr/>
        </p:nvSpPr>
        <p:spPr>
          <a:xfrm xmlns:a="http://schemas.openxmlformats.org/drawingml/2006/main" rot="0">
            <a:off x="714375" y="4972050"/>
            <a:ext cx="209550" cy="333375"/>
          </a:xfrm>
          <a:custGeom xmlns:a="http://schemas.openxmlformats.org/drawingml/2006/main">
            <a:pathLst>
              <a:path w="209550" h="333375">
                <a:moveTo>
                  <a:pt x="85725" y="4763"/>
                </a:moveTo>
                <a:lnTo>
                  <a:pt x="90488" y="0"/>
                </a:lnTo>
                <a:lnTo>
                  <a:pt x="95250" y="4763"/>
                </a:lnTo>
                <a:lnTo>
                  <a:pt x="95250" y="14288"/>
                </a:lnTo>
                <a:lnTo>
                  <a:pt x="95250" y="23813"/>
                </a:lnTo>
                <a:lnTo>
                  <a:pt x="95250" y="33338"/>
                </a:lnTo>
                <a:lnTo>
                  <a:pt x="95250" y="42863"/>
                </a:lnTo>
                <a:lnTo>
                  <a:pt x="95250" y="52388"/>
                </a:lnTo>
                <a:lnTo>
                  <a:pt x="95250" y="61913"/>
                </a:lnTo>
                <a:lnTo>
                  <a:pt x="95250" y="71438"/>
                </a:lnTo>
                <a:lnTo>
                  <a:pt x="95250" y="80963"/>
                </a:lnTo>
                <a:lnTo>
                  <a:pt x="95250" y="90488"/>
                </a:lnTo>
                <a:lnTo>
                  <a:pt x="95250" y="100013"/>
                </a:lnTo>
                <a:lnTo>
                  <a:pt x="95250" y="109538"/>
                </a:lnTo>
                <a:lnTo>
                  <a:pt x="95250" y="119063"/>
                </a:lnTo>
                <a:lnTo>
                  <a:pt x="95250" y="128588"/>
                </a:lnTo>
                <a:lnTo>
                  <a:pt x="95250" y="138113"/>
                </a:lnTo>
                <a:lnTo>
                  <a:pt x="95250" y="147638"/>
                </a:lnTo>
                <a:lnTo>
                  <a:pt x="95250" y="157163"/>
                </a:lnTo>
                <a:lnTo>
                  <a:pt x="95250" y="166688"/>
                </a:lnTo>
                <a:lnTo>
                  <a:pt x="95250" y="176213"/>
                </a:lnTo>
                <a:lnTo>
                  <a:pt x="95250" y="185738"/>
                </a:lnTo>
                <a:lnTo>
                  <a:pt x="95250" y="195263"/>
                </a:lnTo>
                <a:lnTo>
                  <a:pt x="95250" y="204788"/>
                </a:lnTo>
                <a:lnTo>
                  <a:pt x="95250" y="214313"/>
                </a:lnTo>
                <a:lnTo>
                  <a:pt x="95250" y="223838"/>
                </a:lnTo>
                <a:lnTo>
                  <a:pt x="100013" y="228600"/>
                </a:lnTo>
                <a:lnTo>
                  <a:pt x="109538" y="228600"/>
                </a:lnTo>
                <a:lnTo>
                  <a:pt x="119063" y="228600"/>
                </a:lnTo>
                <a:lnTo>
                  <a:pt x="128588" y="228600"/>
                </a:lnTo>
                <a:lnTo>
                  <a:pt x="138113" y="228600"/>
                </a:lnTo>
                <a:lnTo>
                  <a:pt x="147638" y="228600"/>
                </a:lnTo>
                <a:lnTo>
                  <a:pt x="157163" y="228600"/>
                </a:lnTo>
                <a:lnTo>
                  <a:pt x="166688" y="228600"/>
                </a:lnTo>
                <a:lnTo>
                  <a:pt x="176213" y="228600"/>
                </a:lnTo>
                <a:lnTo>
                  <a:pt x="185738" y="228600"/>
                </a:lnTo>
                <a:lnTo>
                  <a:pt x="195263" y="228600"/>
                </a:lnTo>
                <a:lnTo>
                  <a:pt x="204788" y="228600"/>
                </a:lnTo>
                <a:lnTo>
                  <a:pt x="209550" y="233363"/>
                </a:lnTo>
                <a:lnTo>
                  <a:pt x="209550" y="242888"/>
                </a:lnTo>
                <a:lnTo>
                  <a:pt x="209550" y="252413"/>
                </a:lnTo>
                <a:lnTo>
                  <a:pt x="204788" y="257175"/>
                </a:lnTo>
                <a:lnTo>
                  <a:pt x="200025" y="261938"/>
                </a:lnTo>
                <a:lnTo>
                  <a:pt x="200025" y="271463"/>
                </a:lnTo>
                <a:lnTo>
                  <a:pt x="195263" y="276225"/>
                </a:lnTo>
                <a:lnTo>
                  <a:pt x="190500" y="280988"/>
                </a:lnTo>
                <a:lnTo>
                  <a:pt x="190500" y="290513"/>
                </a:lnTo>
                <a:lnTo>
                  <a:pt x="185738" y="295275"/>
                </a:lnTo>
                <a:lnTo>
                  <a:pt x="180975" y="300038"/>
                </a:lnTo>
                <a:lnTo>
                  <a:pt x="176213" y="304800"/>
                </a:lnTo>
                <a:lnTo>
                  <a:pt x="171450" y="309563"/>
                </a:lnTo>
                <a:lnTo>
                  <a:pt x="166688" y="314325"/>
                </a:lnTo>
                <a:lnTo>
                  <a:pt x="157163" y="314325"/>
                </a:lnTo>
                <a:lnTo>
                  <a:pt x="152400" y="319088"/>
                </a:lnTo>
                <a:lnTo>
                  <a:pt x="147638" y="323850"/>
                </a:lnTo>
                <a:lnTo>
                  <a:pt x="138113" y="323850"/>
                </a:lnTo>
                <a:lnTo>
                  <a:pt x="128588" y="323850"/>
                </a:lnTo>
                <a:lnTo>
                  <a:pt x="119063" y="323850"/>
                </a:lnTo>
                <a:lnTo>
                  <a:pt x="114300" y="328613"/>
                </a:lnTo>
                <a:lnTo>
                  <a:pt x="109538" y="333375"/>
                </a:lnTo>
                <a:lnTo>
                  <a:pt x="100013" y="333375"/>
                </a:lnTo>
                <a:lnTo>
                  <a:pt x="95250" y="328613"/>
                </a:lnTo>
                <a:lnTo>
                  <a:pt x="90488" y="323850"/>
                </a:lnTo>
                <a:lnTo>
                  <a:pt x="80963" y="323850"/>
                </a:lnTo>
                <a:lnTo>
                  <a:pt x="71438" y="323850"/>
                </a:lnTo>
                <a:lnTo>
                  <a:pt x="66675" y="319088"/>
                </a:lnTo>
                <a:lnTo>
                  <a:pt x="61913" y="314325"/>
                </a:lnTo>
                <a:lnTo>
                  <a:pt x="52388" y="314325"/>
                </a:lnTo>
                <a:lnTo>
                  <a:pt x="47625" y="309563"/>
                </a:lnTo>
                <a:lnTo>
                  <a:pt x="42863" y="304800"/>
                </a:lnTo>
                <a:lnTo>
                  <a:pt x="38100" y="300038"/>
                </a:lnTo>
                <a:lnTo>
                  <a:pt x="33338" y="295275"/>
                </a:lnTo>
                <a:lnTo>
                  <a:pt x="28575" y="290513"/>
                </a:lnTo>
                <a:lnTo>
                  <a:pt x="28575" y="280988"/>
                </a:lnTo>
                <a:lnTo>
                  <a:pt x="23813" y="276225"/>
                </a:lnTo>
                <a:lnTo>
                  <a:pt x="14288" y="276225"/>
                </a:lnTo>
                <a:lnTo>
                  <a:pt x="9525" y="271463"/>
                </a:lnTo>
                <a:lnTo>
                  <a:pt x="9525" y="261938"/>
                </a:lnTo>
                <a:lnTo>
                  <a:pt x="9525" y="252413"/>
                </a:lnTo>
                <a:lnTo>
                  <a:pt x="4763" y="247650"/>
                </a:lnTo>
                <a:lnTo>
                  <a:pt x="0" y="242888"/>
                </a:lnTo>
                <a:lnTo>
                  <a:pt x="4763" y="238125"/>
                </a:lnTo>
                <a:lnTo>
                  <a:pt x="9525" y="233363"/>
                </a:lnTo>
                <a:lnTo>
                  <a:pt x="4763" y="228600"/>
                </a:lnTo>
                <a:lnTo>
                  <a:pt x="0" y="223838"/>
                </a:lnTo>
                <a:lnTo>
                  <a:pt x="4763" y="219075"/>
                </a:lnTo>
                <a:lnTo>
                  <a:pt x="9525" y="214313"/>
                </a:lnTo>
                <a:lnTo>
                  <a:pt x="9525" y="204788"/>
                </a:lnTo>
                <a:lnTo>
                  <a:pt x="9525" y="195263"/>
                </a:lnTo>
                <a:lnTo>
                  <a:pt x="9525" y="185738"/>
                </a:lnTo>
                <a:lnTo>
                  <a:pt x="14288" y="180975"/>
                </a:lnTo>
                <a:lnTo>
                  <a:pt x="19050" y="176213"/>
                </a:lnTo>
                <a:lnTo>
                  <a:pt x="23813" y="171450"/>
                </a:lnTo>
                <a:lnTo>
                  <a:pt x="28575" y="166688"/>
                </a:lnTo>
                <a:lnTo>
                  <a:pt x="33338" y="161925"/>
                </a:lnTo>
                <a:lnTo>
                  <a:pt x="38100" y="157163"/>
                </a:lnTo>
                <a:lnTo>
                  <a:pt x="42863" y="152400"/>
                </a:lnTo>
                <a:lnTo>
                  <a:pt x="47625" y="147638"/>
                </a:lnTo>
                <a:lnTo>
                  <a:pt x="52388" y="142875"/>
                </a:lnTo>
                <a:lnTo>
                  <a:pt x="57150" y="138113"/>
                </a:lnTo>
                <a:lnTo>
                  <a:pt x="61913" y="133350"/>
                </a:lnTo>
                <a:lnTo>
                  <a:pt x="71438" y="133350"/>
                </a:lnTo>
                <a:lnTo>
                  <a:pt x="80963" y="133350"/>
                </a:lnTo>
                <a:lnTo>
                  <a:pt x="85725" y="128588"/>
                </a:lnTo>
                <a:lnTo>
                  <a:pt x="85725" y="119063"/>
                </a:lnTo>
                <a:lnTo>
                  <a:pt x="85725" y="109538"/>
                </a:lnTo>
                <a:lnTo>
                  <a:pt x="85725" y="100013"/>
                </a:lnTo>
                <a:lnTo>
                  <a:pt x="85725" y="90488"/>
                </a:lnTo>
                <a:lnTo>
                  <a:pt x="85725" y="80963"/>
                </a:lnTo>
                <a:lnTo>
                  <a:pt x="85725" y="71438"/>
                </a:lnTo>
                <a:lnTo>
                  <a:pt x="85725" y="61913"/>
                </a:lnTo>
                <a:lnTo>
                  <a:pt x="85725" y="52388"/>
                </a:lnTo>
                <a:lnTo>
                  <a:pt x="85725" y="42863"/>
                </a:lnTo>
                <a:lnTo>
                  <a:pt x="85725" y="33338"/>
                </a:lnTo>
                <a:lnTo>
                  <a:pt x="85725" y="23813"/>
                </a:lnTo>
                <a:lnTo>
                  <a:pt x="85725" y="14288"/>
                </a:lnTo>
                <a:lnTo>
                  <a:pt x="85725" y="4763"/>
                </a:lnTo>
                <a:close/>
              </a:path>
            </a:pathLst>
          </a:custGeom>
          <a:solidFill xmlns:a="http://schemas.openxmlformats.org/drawingml/2006/main">
            <a:srgbClr val="C4DDBA"/>
          </a:solidFill>
          <a:ln xmlns:a="http://schemas.openxmlformats.org/drawingml/2006/main" w="0">
            <a:noFill/>
            <a:prstDash val="solid"/>
          </a:ln>
        </p:spPr>
      </p:sp>
      <p:sp>
        <p:nvSpPr>
          <p:cNvPr id="849" name="layout-candidate-green-100-1">
            <a:extLst xmlns:a="http://schemas.openxmlformats.org/drawingml/2006/main">
              <a:ext uri="{FF2B5EF4-FFF2-40B4-BE49-F238E27FC236}">
                <a16:creationId xmlns:a16="http://schemas.microsoft.com/office/drawing/2014/main" id="{B7528D1B-EC70-41D4-AF0C-D86E63D53D0E}"/>
              </a:ext>
            </a:extLst>
          </p:cNvPr>
          <p:cNvSpPr>
            <a:spLocks xmlns:a="http://schemas.openxmlformats.org/drawingml/2006/main" noGrp="1"/>
          </p:cNvSpPr>
          <p:nvPr/>
        </p:nvSpPr>
        <p:spPr>
          <a:xfrm xmlns:a="http://schemas.openxmlformats.org/drawingml/2006/main" rot="0">
            <a:off x="1047750" y="5200650"/>
            <a:ext cx="9525" cy="209550"/>
          </a:xfrm>
          <a:custGeom xmlns:a="http://schemas.openxmlformats.org/drawingml/2006/main">
            <a:pathLst>
              <a:path w="9525" h="2095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4763" y="209550"/>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C4DDBA"/>
          </a:solidFill>
          <a:ln xmlns:a="http://schemas.openxmlformats.org/drawingml/2006/main" w="0">
            <a:noFill/>
            <a:prstDash val="solid"/>
          </a:ln>
        </p:spPr>
      </p:sp>
      <p:sp>
        <p:nvSpPr>
          <p:cNvPr id="850" name="layout-candidate-green-100-2">
            <a:extLst xmlns:a="http://schemas.openxmlformats.org/drawingml/2006/main">
              <a:ext uri="{FF2B5EF4-FFF2-40B4-BE49-F238E27FC236}">
                <a16:creationId xmlns:a16="http://schemas.microsoft.com/office/drawing/2014/main" id="{C34EEDFB-B7D7-4A3A-8848-C16A98839DFA}"/>
              </a:ext>
            </a:extLst>
          </p:cNvPr>
          <p:cNvSpPr>
            <a:spLocks xmlns:a="http://schemas.openxmlformats.org/drawingml/2006/main" noGrp="1"/>
          </p:cNvSpPr>
          <p:nvPr/>
        </p:nvSpPr>
        <p:spPr>
          <a:xfrm xmlns:a="http://schemas.openxmlformats.org/drawingml/2006/main" rot="0">
            <a:off x="590550" y="5410200"/>
            <a:ext cx="457200" cy="9525"/>
          </a:xfrm>
          <a:custGeom xmlns:a="http://schemas.openxmlformats.org/drawingml/2006/main">
            <a:pathLst>
              <a:path w="4572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57200" y="4763"/>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C4DDBA"/>
          </a:solidFill>
          <a:ln xmlns:a="http://schemas.openxmlformats.org/drawingml/2006/main" w="0">
            <a:noFill/>
            <a:prstDash val="solid"/>
          </a:ln>
        </p:spPr>
      </p:sp>
      <p:sp>
        <p:nvSpPr>
          <p:cNvPr id="851" name="layout-candidate-green-101-0">
            <a:extLst xmlns:a="http://schemas.openxmlformats.org/drawingml/2006/main">
              <a:ext uri="{FF2B5EF4-FFF2-40B4-BE49-F238E27FC236}">
                <a16:creationId xmlns:a16="http://schemas.microsoft.com/office/drawing/2014/main" id="{0A85D0DF-5C0B-40FE-AC9E-1D0F55FEA8A4}"/>
              </a:ext>
            </a:extLst>
          </p:cNvPr>
          <p:cNvSpPr>
            <a:spLocks xmlns:a="http://schemas.openxmlformats.org/drawingml/2006/main" noGrp="1"/>
          </p:cNvSpPr>
          <p:nvPr/>
        </p:nvSpPr>
        <p:spPr>
          <a:xfrm xmlns:a="http://schemas.openxmlformats.org/drawingml/2006/main" rot="0">
            <a:off x="723900" y="4972050"/>
            <a:ext cx="190500" cy="323850"/>
          </a:xfrm>
          <a:custGeom xmlns:a="http://schemas.openxmlformats.org/drawingml/2006/main">
            <a:pathLst>
              <a:path w="190500" h="323850">
                <a:moveTo>
                  <a:pt x="76200" y="4763"/>
                </a:moveTo>
                <a:lnTo>
                  <a:pt x="80963" y="0"/>
                </a:lnTo>
                <a:lnTo>
                  <a:pt x="85725" y="4763"/>
                </a:lnTo>
                <a:lnTo>
                  <a:pt x="85725" y="14288"/>
                </a:lnTo>
                <a:lnTo>
                  <a:pt x="85725" y="23813"/>
                </a:lnTo>
                <a:lnTo>
                  <a:pt x="85725" y="33338"/>
                </a:lnTo>
                <a:lnTo>
                  <a:pt x="85725" y="42863"/>
                </a:lnTo>
                <a:lnTo>
                  <a:pt x="85725" y="52388"/>
                </a:lnTo>
                <a:lnTo>
                  <a:pt x="85725" y="61913"/>
                </a:lnTo>
                <a:lnTo>
                  <a:pt x="85725" y="71438"/>
                </a:lnTo>
                <a:lnTo>
                  <a:pt x="85725" y="80963"/>
                </a:lnTo>
                <a:lnTo>
                  <a:pt x="85725" y="90488"/>
                </a:lnTo>
                <a:lnTo>
                  <a:pt x="85725" y="100013"/>
                </a:lnTo>
                <a:lnTo>
                  <a:pt x="85725" y="109538"/>
                </a:lnTo>
                <a:lnTo>
                  <a:pt x="85725" y="119063"/>
                </a:lnTo>
                <a:lnTo>
                  <a:pt x="85725" y="128588"/>
                </a:lnTo>
                <a:lnTo>
                  <a:pt x="85725" y="138113"/>
                </a:lnTo>
                <a:lnTo>
                  <a:pt x="85725" y="147638"/>
                </a:lnTo>
                <a:lnTo>
                  <a:pt x="85725" y="157163"/>
                </a:lnTo>
                <a:lnTo>
                  <a:pt x="85725" y="166688"/>
                </a:lnTo>
                <a:lnTo>
                  <a:pt x="85725" y="176213"/>
                </a:lnTo>
                <a:lnTo>
                  <a:pt x="85725" y="185738"/>
                </a:lnTo>
                <a:lnTo>
                  <a:pt x="85725" y="195263"/>
                </a:lnTo>
                <a:lnTo>
                  <a:pt x="85725" y="204788"/>
                </a:lnTo>
                <a:lnTo>
                  <a:pt x="85725" y="214313"/>
                </a:lnTo>
                <a:lnTo>
                  <a:pt x="85725" y="223838"/>
                </a:lnTo>
                <a:lnTo>
                  <a:pt x="90488" y="228600"/>
                </a:lnTo>
                <a:lnTo>
                  <a:pt x="100013" y="228600"/>
                </a:lnTo>
                <a:lnTo>
                  <a:pt x="109538" y="228600"/>
                </a:lnTo>
                <a:lnTo>
                  <a:pt x="119063" y="228600"/>
                </a:lnTo>
                <a:lnTo>
                  <a:pt x="128588" y="228600"/>
                </a:lnTo>
                <a:lnTo>
                  <a:pt x="138113" y="228600"/>
                </a:lnTo>
                <a:lnTo>
                  <a:pt x="147638" y="228600"/>
                </a:lnTo>
                <a:lnTo>
                  <a:pt x="157163" y="228600"/>
                </a:lnTo>
                <a:lnTo>
                  <a:pt x="166688" y="228600"/>
                </a:lnTo>
                <a:lnTo>
                  <a:pt x="176213" y="228600"/>
                </a:lnTo>
                <a:lnTo>
                  <a:pt x="185738" y="228600"/>
                </a:lnTo>
                <a:lnTo>
                  <a:pt x="190500" y="233363"/>
                </a:lnTo>
                <a:lnTo>
                  <a:pt x="190500" y="242888"/>
                </a:lnTo>
                <a:lnTo>
                  <a:pt x="190500" y="252413"/>
                </a:lnTo>
                <a:lnTo>
                  <a:pt x="185738" y="257175"/>
                </a:lnTo>
                <a:lnTo>
                  <a:pt x="180975" y="261938"/>
                </a:lnTo>
                <a:lnTo>
                  <a:pt x="180975" y="271463"/>
                </a:lnTo>
                <a:lnTo>
                  <a:pt x="176213" y="276225"/>
                </a:lnTo>
                <a:lnTo>
                  <a:pt x="171450" y="280988"/>
                </a:lnTo>
                <a:lnTo>
                  <a:pt x="171450" y="290513"/>
                </a:lnTo>
                <a:lnTo>
                  <a:pt x="166688" y="295275"/>
                </a:lnTo>
                <a:lnTo>
                  <a:pt x="157163" y="295275"/>
                </a:lnTo>
                <a:lnTo>
                  <a:pt x="152400" y="300038"/>
                </a:lnTo>
                <a:lnTo>
                  <a:pt x="147638" y="304800"/>
                </a:lnTo>
                <a:lnTo>
                  <a:pt x="142875" y="309563"/>
                </a:lnTo>
                <a:lnTo>
                  <a:pt x="138113" y="314325"/>
                </a:lnTo>
                <a:lnTo>
                  <a:pt x="128588" y="314325"/>
                </a:lnTo>
                <a:lnTo>
                  <a:pt x="119063" y="314325"/>
                </a:lnTo>
                <a:lnTo>
                  <a:pt x="114300" y="319088"/>
                </a:lnTo>
                <a:lnTo>
                  <a:pt x="109538" y="323850"/>
                </a:lnTo>
                <a:lnTo>
                  <a:pt x="100013" y="323850"/>
                </a:lnTo>
                <a:lnTo>
                  <a:pt x="90488" y="323850"/>
                </a:lnTo>
                <a:lnTo>
                  <a:pt x="85725" y="319088"/>
                </a:lnTo>
                <a:lnTo>
                  <a:pt x="80963" y="314325"/>
                </a:lnTo>
                <a:lnTo>
                  <a:pt x="71438" y="314325"/>
                </a:lnTo>
                <a:lnTo>
                  <a:pt x="61913" y="314325"/>
                </a:lnTo>
                <a:lnTo>
                  <a:pt x="52388" y="314325"/>
                </a:lnTo>
                <a:lnTo>
                  <a:pt x="47625" y="309563"/>
                </a:lnTo>
                <a:lnTo>
                  <a:pt x="42863" y="304800"/>
                </a:lnTo>
                <a:lnTo>
                  <a:pt x="38100" y="300038"/>
                </a:lnTo>
                <a:lnTo>
                  <a:pt x="33338" y="295275"/>
                </a:lnTo>
                <a:lnTo>
                  <a:pt x="28575" y="290513"/>
                </a:lnTo>
                <a:lnTo>
                  <a:pt x="28575" y="280988"/>
                </a:lnTo>
                <a:lnTo>
                  <a:pt x="23813" y="276225"/>
                </a:lnTo>
                <a:lnTo>
                  <a:pt x="14288" y="276225"/>
                </a:lnTo>
                <a:lnTo>
                  <a:pt x="9525" y="271463"/>
                </a:lnTo>
                <a:lnTo>
                  <a:pt x="14288" y="266700"/>
                </a:lnTo>
                <a:lnTo>
                  <a:pt x="19050" y="261938"/>
                </a:lnTo>
                <a:lnTo>
                  <a:pt x="14288" y="257175"/>
                </a:lnTo>
                <a:lnTo>
                  <a:pt x="9525" y="252413"/>
                </a:lnTo>
                <a:lnTo>
                  <a:pt x="4763" y="247650"/>
                </a:lnTo>
                <a:lnTo>
                  <a:pt x="0" y="242888"/>
                </a:lnTo>
                <a:lnTo>
                  <a:pt x="4763" y="238125"/>
                </a:lnTo>
                <a:lnTo>
                  <a:pt x="9525" y="233363"/>
                </a:lnTo>
                <a:lnTo>
                  <a:pt x="4763" y="228600"/>
                </a:lnTo>
                <a:lnTo>
                  <a:pt x="0" y="223838"/>
                </a:lnTo>
                <a:lnTo>
                  <a:pt x="4763" y="219075"/>
                </a:lnTo>
                <a:lnTo>
                  <a:pt x="9525" y="214313"/>
                </a:lnTo>
                <a:lnTo>
                  <a:pt x="9525" y="204788"/>
                </a:lnTo>
                <a:lnTo>
                  <a:pt x="9525" y="195263"/>
                </a:lnTo>
                <a:lnTo>
                  <a:pt x="9525" y="185738"/>
                </a:lnTo>
                <a:lnTo>
                  <a:pt x="14288" y="180975"/>
                </a:lnTo>
                <a:lnTo>
                  <a:pt x="19050" y="176213"/>
                </a:lnTo>
                <a:lnTo>
                  <a:pt x="23813" y="171450"/>
                </a:lnTo>
                <a:lnTo>
                  <a:pt x="28575" y="166688"/>
                </a:lnTo>
                <a:lnTo>
                  <a:pt x="33338" y="161925"/>
                </a:lnTo>
                <a:lnTo>
                  <a:pt x="38100" y="157163"/>
                </a:lnTo>
                <a:lnTo>
                  <a:pt x="42863" y="152400"/>
                </a:lnTo>
                <a:lnTo>
                  <a:pt x="47625" y="147638"/>
                </a:lnTo>
                <a:lnTo>
                  <a:pt x="52388" y="142875"/>
                </a:lnTo>
                <a:lnTo>
                  <a:pt x="61913" y="142875"/>
                </a:lnTo>
                <a:lnTo>
                  <a:pt x="71438" y="142875"/>
                </a:lnTo>
                <a:lnTo>
                  <a:pt x="76200" y="138113"/>
                </a:lnTo>
                <a:lnTo>
                  <a:pt x="76200" y="128588"/>
                </a:lnTo>
                <a:lnTo>
                  <a:pt x="76200" y="119063"/>
                </a:lnTo>
                <a:lnTo>
                  <a:pt x="76200" y="109538"/>
                </a:lnTo>
                <a:lnTo>
                  <a:pt x="76200" y="100013"/>
                </a:lnTo>
                <a:lnTo>
                  <a:pt x="76200" y="90488"/>
                </a:lnTo>
                <a:lnTo>
                  <a:pt x="76200" y="80963"/>
                </a:lnTo>
                <a:lnTo>
                  <a:pt x="76200" y="71438"/>
                </a:lnTo>
                <a:lnTo>
                  <a:pt x="76200" y="61913"/>
                </a:lnTo>
                <a:lnTo>
                  <a:pt x="76200" y="52388"/>
                </a:lnTo>
                <a:lnTo>
                  <a:pt x="76200" y="42863"/>
                </a:lnTo>
                <a:lnTo>
                  <a:pt x="76200" y="33338"/>
                </a:lnTo>
                <a:lnTo>
                  <a:pt x="76200" y="23813"/>
                </a:lnTo>
                <a:lnTo>
                  <a:pt x="76200" y="14288"/>
                </a:lnTo>
                <a:lnTo>
                  <a:pt x="76200" y="4763"/>
                </a:lnTo>
                <a:close/>
              </a:path>
            </a:pathLst>
          </a:custGeom>
          <a:solidFill xmlns:a="http://schemas.openxmlformats.org/drawingml/2006/main">
            <a:srgbClr val="C6DEBC"/>
          </a:solidFill>
          <a:ln xmlns:a="http://schemas.openxmlformats.org/drawingml/2006/main" w="0">
            <a:noFill/>
            <a:prstDash val="solid"/>
          </a:ln>
        </p:spPr>
      </p:sp>
      <p:sp>
        <p:nvSpPr>
          <p:cNvPr id="852" name="layout-candidate-green-101-1">
            <a:extLst xmlns:a="http://schemas.openxmlformats.org/drawingml/2006/main">
              <a:ext uri="{FF2B5EF4-FFF2-40B4-BE49-F238E27FC236}">
                <a16:creationId xmlns:a16="http://schemas.microsoft.com/office/drawing/2014/main" id="{0D722BA6-684A-48C0-837F-559372AD53D0}"/>
              </a:ext>
            </a:extLst>
          </p:cNvPr>
          <p:cNvSpPr>
            <a:spLocks xmlns:a="http://schemas.openxmlformats.org/drawingml/2006/main" noGrp="1"/>
          </p:cNvSpPr>
          <p:nvPr/>
        </p:nvSpPr>
        <p:spPr>
          <a:xfrm xmlns:a="http://schemas.openxmlformats.org/drawingml/2006/main" rot="0">
            <a:off x="1047750" y="5200650"/>
            <a:ext cx="9525" cy="209550"/>
          </a:xfrm>
          <a:custGeom xmlns:a="http://schemas.openxmlformats.org/drawingml/2006/main">
            <a:pathLst>
              <a:path w="9525" h="2095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4763" y="209550"/>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C6DEBC"/>
          </a:solidFill>
          <a:ln xmlns:a="http://schemas.openxmlformats.org/drawingml/2006/main" w="0">
            <a:noFill/>
            <a:prstDash val="solid"/>
          </a:ln>
        </p:spPr>
      </p:sp>
      <p:sp>
        <p:nvSpPr>
          <p:cNvPr id="853" name="layout-candidate-green-101-2">
            <a:extLst xmlns:a="http://schemas.openxmlformats.org/drawingml/2006/main">
              <a:ext uri="{FF2B5EF4-FFF2-40B4-BE49-F238E27FC236}">
                <a16:creationId xmlns:a16="http://schemas.microsoft.com/office/drawing/2014/main" id="{0377C797-E59E-4D17-A770-14E15D85D92F}"/>
              </a:ext>
            </a:extLst>
          </p:cNvPr>
          <p:cNvSpPr>
            <a:spLocks xmlns:a="http://schemas.openxmlformats.org/drawingml/2006/main" noGrp="1"/>
          </p:cNvSpPr>
          <p:nvPr/>
        </p:nvSpPr>
        <p:spPr>
          <a:xfrm xmlns:a="http://schemas.openxmlformats.org/drawingml/2006/main" rot="0">
            <a:off x="590550" y="5410200"/>
            <a:ext cx="457200" cy="9525"/>
          </a:xfrm>
          <a:custGeom xmlns:a="http://schemas.openxmlformats.org/drawingml/2006/main">
            <a:pathLst>
              <a:path w="4572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57200" y="4763"/>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C6DEBC"/>
          </a:solidFill>
          <a:ln xmlns:a="http://schemas.openxmlformats.org/drawingml/2006/main" w="0">
            <a:noFill/>
            <a:prstDash val="solid"/>
          </a:ln>
        </p:spPr>
      </p:sp>
      <p:sp>
        <p:nvSpPr>
          <p:cNvPr id="854" name="layout-candidate-green-102-0">
            <a:extLst xmlns:a="http://schemas.openxmlformats.org/drawingml/2006/main">
              <a:ext uri="{FF2B5EF4-FFF2-40B4-BE49-F238E27FC236}">
                <a16:creationId xmlns:a16="http://schemas.microsoft.com/office/drawing/2014/main" id="{31675BBA-7691-4768-BA10-B60449D54561}"/>
              </a:ext>
            </a:extLst>
          </p:cNvPr>
          <p:cNvSpPr>
            <a:spLocks xmlns:a="http://schemas.openxmlformats.org/drawingml/2006/main" noGrp="1"/>
          </p:cNvSpPr>
          <p:nvPr/>
        </p:nvSpPr>
        <p:spPr>
          <a:xfrm xmlns:a="http://schemas.openxmlformats.org/drawingml/2006/main" rot="0">
            <a:off x="733425" y="4972050"/>
            <a:ext cx="171450" cy="314325"/>
          </a:xfrm>
          <a:custGeom xmlns:a="http://schemas.openxmlformats.org/drawingml/2006/main">
            <a:pathLst>
              <a:path w="171450" h="314325">
                <a:moveTo>
                  <a:pt x="66675" y="4763"/>
                </a:moveTo>
                <a:lnTo>
                  <a:pt x="71438" y="0"/>
                </a:lnTo>
                <a:lnTo>
                  <a:pt x="76200" y="4763"/>
                </a:lnTo>
                <a:lnTo>
                  <a:pt x="76200" y="14288"/>
                </a:lnTo>
                <a:lnTo>
                  <a:pt x="76200" y="23813"/>
                </a:lnTo>
                <a:lnTo>
                  <a:pt x="76200" y="33338"/>
                </a:lnTo>
                <a:lnTo>
                  <a:pt x="76200" y="42863"/>
                </a:lnTo>
                <a:lnTo>
                  <a:pt x="76200" y="52388"/>
                </a:lnTo>
                <a:lnTo>
                  <a:pt x="76200" y="61913"/>
                </a:lnTo>
                <a:lnTo>
                  <a:pt x="76200" y="71438"/>
                </a:lnTo>
                <a:lnTo>
                  <a:pt x="76200" y="80963"/>
                </a:lnTo>
                <a:lnTo>
                  <a:pt x="76200" y="90488"/>
                </a:lnTo>
                <a:lnTo>
                  <a:pt x="76200" y="100013"/>
                </a:lnTo>
                <a:lnTo>
                  <a:pt x="76200" y="109538"/>
                </a:lnTo>
                <a:lnTo>
                  <a:pt x="76200" y="119063"/>
                </a:lnTo>
                <a:lnTo>
                  <a:pt x="76200" y="128588"/>
                </a:lnTo>
                <a:lnTo>
                  <a:pt x="76200" y="138113"/>
                </a:lnTo>
                <a:lnTo>
                  <a:pt x="76200" y="147638"/>
                </a:lnTo>
                <a:lnTo>
                  <a:pt x="76200" y="157163"/>
                </a:lnTo>
                <a:lnTo>
                  <a:pt x="76200" y="166688"/>
                </a:lnTo>
                <a:lnTo>
                  <a:pt x="76200" y="176213"/>
                </a:lnTo>
                <a:lnTo>
                  <a:pt x="76200" y="185738"/>
                </a:lnTo>
                <a:lnTo>
                  <a:pt x="76200" y="195263"/>
                </a:lnTo>
                <a:lnTo>
                  <a:pt x="76200" y="204788"/>
                </a:lnTo>
                <a:lnTo>
                  <a:pt x="76200" y="214313"/>
                </a:lnTo>
                <a:lnTo>
                  <a:pt x="76200" y="223838"/>
                </a:lnTo>
                <a:lnTo>
                  <a:pt x="80963" y="228600"/>
                </a:lnTo>
                <a:lnTo>
                  <a:pt x="90488" y="228600"/>
                </a:lnTo>
                <a:lnTo>
                  <a:pt x="100013" y="228600"/>
                </a:lnTo>
                <a:lnTo>
                  <a:pt x="109538" y="228600"/>
                </a:lnTo>
                <a:lnTo>
                  <a:pt x="119063" y="228600"/>
                </a:lnTo>
                <a:lnTo>
                  <a:pt x="128588" y="228600"/>
                </a:lnTo>
                <a:lnTo>
                  <a:pt x="138113" y="228600"/>
                </a:lnTo>
                <a:lnTo>
                  <a:pt x="147638" y="228600"/>
                </a:lnTo>
                <a:lnTo>
                  <a:pt x="157163" y="228600"/>
                </a:lnTo>
                <a:lnTo>
                  <a:pt x="166688" y="228600"/>
                </a:lnTo>
                <a:lnTo>
                  <a:pt x="171450" y="233363"/>
                </a:lnTo>
                <a:lnTo>
                  <a:pt x="171450" y="242888"/>
                </a:lnTo>
                <a:lnTo>
                  <a:pt x="171450" y="252413"/>
                </a:lnTo>
                <a:lnTo>
                  <a:pt x="171450" y="261938"/>
                </a:lnTo>
                <a:lnTo>
                  <a:pt x="166688" y="266700"/>
                </a:lnTo>
                <a:lnTo>
                  <a:pt x="161925" y="271463"/>
                </a:lnTo>
                <a:lnTo>
                  <a:pt x="161925" y="280988"/>
                </a:lnTo>
                <a:lnTo>
                  <a:pt x="157163" y="285750"/>
                </a:lnTo>
                <a:lnTo>
                  <a:pt x="147638" y="285750"/>
                </a:lnTo>
                <a:lnTo>
                  <a:pt x="142875" y="290513"/>
                </a:lnTo>
                <a:lnTo>
                  <a:pt x="138113" y="295275"/>
                </a:lnTo>
                <a:lnTo>
                  <a:pt x="133350" y="300038"/>
                </a:lnTo>
                <a:lnTo>
                  <a:pt x="128588" y="304800"/>
                </a:lnTo>
                <a:lnTo>
                  <a:pt x="119063" y="304800"/>
                </a:lnTo>
                <a:lnTo>
                  <a:pt x="114300" y="309563"/>
                </a:lnTo>
                <a:lnTo>
                  <a:pt x="109538" y="314325"/>
                </a:lnTo>
                <a:lnTo>
                  <a:pt x="100013" y="314325"/>
                </a:lnTo>
                <a:lnTo>
                  <a:pt x="90488" y="314325"/>
                </a:lnTo>
                <a:lnTo>
                  <a:pt x="80963" y="314325"/>
                </a:lnTo>
                <a:lnTo>
                  <a:pt x="71438" y="314325"/>
                </a:lnTo>
                <a:lnTo>
                  <a:pt x="66675" y="309563"/>
                </a:lnTo>
                <a:lnTo>
                  <a:pt x="61913" y="304800"/>
                </a:lnTo>
                <a:lnTo>
                  <a:pt x="52388" y="304800"/>
                </a:lnTo>
                <a:lnTo>
                  <a:pt x="42863" y="304800"/>
                </a:lnTo>
                <a:lnTo>
                  <a:pt x="38100" y="300038"/>
                </a:lnTo>
                <a:lnTo>
                  <a:pt x="38100" y="290513"/>
                </a:lnTo>
                <a:lnTo>
                  <a:pt x="33338" y="285750"/>
                </a:lnTo>
                <a:lnTo>
                  <a:pt x="23813" y="285750"/>
                </a:lnTo>
                <a:lnTo>
                  <a:pt x="19050" y="280988"/>
                </a:lnTo>
                <a:lnTo>
                  <a:pt x="14288" y="276225"/>
                </a:lnTo>
                <a:lnTo>
                  <a:pt x="9525" y="271463"/>
                </a:lnTo>
                <a:lnTo>
                  <a:pt x="9525" y="261938"/>
                </a:lnTo>
                <a:lnTo>
                  <a:pt x="9525" y="252413"/>
                </a:lnTo>
                <a:lnTo>
                  <a:pt x="4763" y="247650"/>
                </a:lnTo>
                <a:lnTo>
                  <a:pt x="0" y="242888"/>
                </a:lnTo>
                <a:lnTo>
                  <a:pt x="0" y="233363"/>
                </a:lnTo>
                <a:lnTo>
                  <a:pt x="0" y="223838"/>
                </a:lnTo>
                <a:lnTo>
                  <a:pt x="4763" y="219075"/>
                </a:lnTo>
                <a:lnTo>
                  <a:pt x="9525" y="214313"/>
                </a:lnTo>
                <a:lnTo>
                  <a:pt x="9525" y="204788"/>
                </a:lnTo>
                <a:lnTo>
                  <a:pt x="9525" y="195263"/>
                </a:lnTo>
                <a:lnTo>
                  <a:pt x="9525" y="185738"/>
                </a:lnTo>
                <a:lnTo>
                  <a:pt x="14288" y="180975"/>
                </a:lnTo>
                <a:lnTo>
                  <a:pt x="19050" y="176213"/>
                </a:lnTo>
                <a:lnTo>
                  <a:pt x="23813" y="171450"/>
                </a:lnTo>
                <a:lnTo>
                  <a:pt x="28575" y="166688"/>
                </a:lnTo>
                <a:lnTo>
                  <a:pt x="33338" y="161925"/>
                </a:lnTo>
                <a:lnTo>
                  <a:pt x="38100" y="157163"/>
                </a:lnTo>
                <a:lnTo>
                  <a:pt x="42863" y="152400"/>
                </a:lnTo>
                <a:lnTo>
                  <a:pt x="52388" y="152400"/>
                </a:lnTo>
                <a:lnTo>
                  <a:pt x="61913" y="152400"/>
                </a:lnTo>
                <a:lnTo>
                  <a:pt x="66675" y="147638"/>
                </a:lnTo>
                <a:lnTo>
                  <a:pt x="66675" y="138113"/>
                </a:lnTo>
                <a:lnTo>
                  <a:pt x="66675" y="128588"/>
                </a:lnTo>
                <a:lnTo>
                  <a:pt x="66675" y="119063"/>
                </a:lnTo>
                <a:lnTo>
                  <a:pt x="66675" y="109538"/>
                </a:lnTo>
                <a:lnTo>
                  <a:pt x="66675" y="100013"/>
                </a:lnTo>
                <a:lnTo>
                  <a:pt x="66675" y="90488"/>
                </a:lnTo>
                <a:lnTo>
                  <a:pt x="66675" y="80963"/>
                </a:lnTo>
                <a:lnTo>
                  <a:pt x="66675" y="71438"/>
                </a:lnTo>
                <a:lnTo>
                  <a:pt x="66675" y="61913"/>
                </a:lnTo>
                <a:lnTo>
                  <a:pt x="66675" y="52388"/>
                </a:lnTo>
                <a:lnTo>
                  <a:pt x="66675" y="42863"/>
                </a:lnTo>
                <a:lnTo>
                  <a:pt x="66675" y="33338"/>
                </a:lnTo>
                <a:lnTo>
                  <a:pt x="66675" y="23813"/>
                </a:lnTo>
                <a:lnTo>
                  <a:pt x="66675" y="14288"/>
                </a:lnTo>
                <a:lnTo>
                  <a:pt x="66675" y="4763"/>
                </a:lnTo>
                <a:close/>
              </a:path>
            </a:pathLst>
          </a:custGeom>
          <a:solidFill xmlns:a="http://schemas.openxmlformats.org/drawingml/2006/main">
            <a:srgbClr val="C8DFBF"/>
          </a:solidFill>
          <a:ln xmlns:a="http://schemas.openxmlformats.org/drawingml/2006/main" w="0">
            <a:noFill/>
            <a:prstDash val="solid"/>
          </a:ln>
        </p:spPr>
      </p:sp>
      <p:sp>
        <p:nvSpPr>
          <p:cNvPr id="855" name="layout-candidate-green-102-1">
            <a:extLst xmlns:a="http://schemas.openxmlformats.org/drawingml/2006/main">
              <a:ext uri="{FF2B5EF4-FFF2-40B4-BE49-F238E27FC236}">
                <a16:creationId xmlns:a16="http://schemas.microsoft.com/office/drawing/2014/main" id="{07302F97-85E1-4863-A879-373906BAE6C2}"/>
              </a:ext>
            </a:extLst>
          </p:cNvPr>
          <p:cNvSpPr>
            <a:spLocks xmlns:a="http://schemas.openxmlformats.org/drawingml/2006/main" noGrp="1"/>
          </p:cNvSpPr>
          <p:nvPr/>
        </p:nvSpPr>
        <p:spPr>
          <a:xfrm xmlns:a="http://schemas.openxmlformats.org/drawingml/2006/main" rot="0">
            <a:off x="1047750" y="5200650"/>
            <a:ext cx="9525" cy="209550"/>
          </a:xfrm>
          <a:custGeom xmlns:a="http://schemas.openxmlformats.org/drawingml/2006/main">
            <a:pathLst>
              <a:path w="9525" h="2095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4763" y="209550"/>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C8DFBF"/>
          </a:solidFill>
          <a:ln xmlns:a="http://schemas.openxmlformats.org/drawingml/2006/main" w="0">
            <a:noFill/>
            <a:prstDash val="solid"/>
          </a:ln>
        </p:spPr>
      </p:sp>
      <p:sp>
        <p:nvSpPr>
          <p:cNvPr id="856" name="layout-candidate-green-102-2">
            <a:extLst xmlns:a="http://schemas.openxmlformats.org/drawingml/2006/main">
              <a:ext uri="{FF2B5EF4-FFF2-40B4-BE49-F238E27FC236}">
                <a16:creationId xmlns:a16="http://schemas.microsoft.com/office/drawing/2014/main" id="{DF5BE97B-F768-497A-A5BC-5EBB10EE91C3}"/>
              </a:ext>
            </a:extLst>
          </p:cNvPr>
          <p:cNvSpPr>
            <a:spLocks xmlns:a="http://schemas.openxmlformats.org/drawingml/2006/main" noGrp="1"/>
          </p:cNvSpPr>
          <p:nvPr/>
        </p:nvSpPr>
        <p:spPr>
          <a:xfrm xmlns:a="http://schemas.openxmlformats.org/drawingml/2006/main" rot="0">
            <a:off x="609600" y="5410200"/>
            <a:ext cx="428625" cy="9525"/>
          </a:xfrm>
          <a:custGeom xmlns:a="http://schemas.openxmlformats.org/drawingml/2006/main">
            <a:pathLst>
              <a:path w="42862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28625" y="4763"/>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C8DFBF"/>
          </a:solidFill>
          <a:ln xmlns:a="http://schemas.openxmlformats.org/drawingml/2006/main" w="0">
            <a:noFill/>
            <a:prstDash val="solid"/>
          </a:ln>
        </p:spPr>
      </p:sp>
      <p:sp>
        <p:nvSpPr>
          <p:cNvPr id="857" name="layout-candidate-green-103-0">
            <a:extLst xmlns:a="http://schemas.openxmlformats.org/drawingml/2006/main">
              <a:ext uri="{FF2B5EF4-FFF2-40B4-BE49-F238E27FC236}">
                <a16:creationId xmlns:a16="http://schemas.microsoft.com/office/drawing/2014/main" id="{F3BDA67B-64D2-49EC-A398-4BBB5A23E29C}"/>
              </a:ext>
            </a:extLst>
          </p:cNvPr>
          <p:cNvSpPr>
            <a:spLocks xmlns:a="http://schemas.openxmlformats.org/drawingml/2006/main" noGrp="1"/>
          </p:cNvSpPr>
          <p:nvPr/>
        </p:nvSpPr>
        <p:spPr>
          <a:xfrm xmlns:a="http://schemas.openxmlformats.org/drawingml/2006/main" rot="0">
            <a:off x="742950" y="4972050"/>
            <a:ext cx="152400" cy="304800"/>
          </a:xfrm>
          <a:custGeom xmlns:a="http://schemas.openxmlformats.org/drawingml/2006/main">
            <a:pathLst>
              <a:path w="152400" h="304800">
                <a:moveTo>
                  <a:pt x="57150" y="4763"/>
                </a:moveTo>
                <a:lnTo>
                  <a:pt x="61913" y="0"/>
                </a:lnTo>
                <a:lnTo>
                  <a:pt x="66675" y="4763"/>
                </a:lnTo>
                <a:lnTo>
                  <a:pt x="66675" y="14288"/>
                </a:lnTo>
                <a:lnTo>
                  <a:pt x="66675" y="23813"/>
                </a:lnTo>
                <a:lnTo>
                  <a:pt x="66675" y="33338"/>
                </a:lnTo>
                <a:lnTo>
                  <a:pt x="66675" y="42863"/>
                </a:lnTo>
                <a:lnTo>
                  <a:pt x="66675" y="52388"/>
                </a:lnTo>
                <a:lnTo>
                  <a:pt x="66675" y="61913"/>
                </a:lnTo>
                <a:lnTo>
                  <a:pt x="66675" y="71438"/>
                </a:lnTo>
                <a:lnTo>
                  <a:pt x="66675" y="80963"/>
                </a:lnTo>
                <a:lnTo>
                  <a:pt x="66675" y="90488"/>
                </a:lnTo>
                <a:lnTo>
                  <a:pt x="66675" y="100013"/>
                </a:lnTo>
                <a:lnTo>
                  <a:pt x="66675" y="109538"/>
                </a:lnTo>
                <a:lnTo>
                  <a:pt x="66675" y="119063"/>
                </a:lnTo>
                <a:lnTo>
                  <a:pt x="66675" y="128588"/>
                </a:lnTo>
                <a:lnTo>
                  <a:pt x="66675" y="138113"/>
                </a:lnTo>
                <a:lnTo>
                  <a:pt x="66675" y="147638"/>
                </a:lnTo>
                <a:lnTo>
                  <a:pt x="66675" y="157163"/>
                </a:lnTo>
                <a:lnTo>
                  <a:pt x="66675" y="166688"/>
                </a:lnTo>
                <a:lnTo>
                  <a:pt x="66675" y="176213"/>
                </a:lnTo>
                <a:lnTo>
                  <a:pt x="66675" y="185738"/>
                </a:lnTo>
                <a:lnTo>
                  <a:pt x="66675" y="195263"/>
                </a:lnTo>
                <a:lnTo>
                  <a:pt x="66675" y="204788"/>
                </a:lnTo>
                <a:lnTo>
                  <a:pt x="66675" y="214313"/>
                </a:lnTo>
                <a:lnTo>
                  <a:pt x="66675" y="223838"/>
                </a:lnTo>
                <a:lnTo>
                  <a:pt x="71438" y="228600"/>
                </a:lnTo>
                <a:lnTo>
                  <a:pt x="80963" y="228600"/>
                </a:lnTo>
                <a:lnTo>
                  <a:pt x="90488" y="228600"/>
                </a:lnTo>
                <a:lnTo>
                  <a:pt x="100013" y="228600"/>
                </a:lnTo>
                <a:lnTo>
                  <a:pt x="109538" y="228600"/>
                </a:lnTo>
                <a:lnTo>
                  <a:pt x="119063" y="228600"/>
                </a:lnTo>
                <a:lnTo>
                  <a:pt x="128588" y="228600"/>
                </a:lnTo>
                <a:lnTo>
                  <a:pt x="138113" y="228600"/>
                </a:lnTo>
                <a:lnTo>
                  <a:pt x="147638" y="228600"/>
                </a:lnTo>
                <a:lnTo>
                  <a:pt x="152400" y="233363"/>
                </a:lnTo>
                <a:lnTo>
                  <a:pt x="152400" y="242888"/>
                </a:lnTo>
                <a:lnTo>
                  <a:pt x="152400" y="252413"/>
                </a:lnTo>
                <a:lnTo>
                  <a:pt x="147638" y="257175"/>
                </a:lnTo>
                <a:lnTo>
                  <a:pt x="142875" y="261938"/>
                </a:lnTo>
                <a:lnTo>
                  <a:pt x="138113" y="266700"/>
                </a:lnTo>
                <a:lnTo>
                  <a:pt x="133350" y="271463"/>
                </a:lnTo>
                <a:lnTo>
                  <a:pt x="133350" y="280988"/>
                </a:lnTo>
                <a:lnTo>
                  <a:pt x="128588" y="285750"/>
                </a:lnTo>
                <a:lnTo>
                  <a:pt x="119063" y="285750"/>
                </a:lnTo>
                <a:lnTo>
                  <a:pt x="114300" y="290513"/>
                </a:lnTo>
                <a:lnTo>
                  <a:pt x="109538" y="295275"/>
                </a:lnTo>
                <a:lnTo>
                  <a:pt x="100013" y="295275"/>
                </a:lnTo>
                <a:lnTo>
                  <a:pt x="95250" y="300038"/>
                </a:lnTo>
                <a:lnTo>
                  <a:pt x="90488" y="304800"/>
                </a:lnTo>
                <a:lnTo>
                  <a:pt x="80963" y="304800"/>
                </a:lnTo>
                <a:lnTo>
                  <a:pt x="71438" y="304800"/>
                </a:lnTo>
                <a:lnTo>
                  <a:pt x="61913" y="304800"/>
                </a:lnTo>
                <a:lnTo>
                  <a:pt x="57150" y="300038"/>
                </a:lnTo>
                <a:lnTo>
                  <a:pt x="52388" y="295275"/>
                </a:lnTo>
                <a:lnTo>
                  <a:pt x="42863" y="295275"/>
                </a:lnTo>
                <a:lnTo>
                  <a:pt x="38100" y="290513"/>
                </a:lnTo>
                <a:lnTo>
                  <a:pt x="33338" y="285750"/>
                </a:lnTo>
                <a:lnTo>
                  <a:pt x="28575" y="280988"/>
                </a:lnTo>
                <a:lnTo>
                  <a:pt x="23813" y="276225"/>
                </a:lnTo>
                <a:lnTo>
                  <a:pt x="19050" y="271463"/>
                </a:lnTo>
                <a:lnTo>
                  <a:pt x="19050" y="261938"/>
                </a:lnTo>
                <a:lnTo>
                  <a:pt x="14288" y="257175"/>
                </a:lnTo>
                <a:lnTo>
                  <a:pt x="9525" y="252413"/>
                </a:lnTo>
                <a:lnTo>
                  <a:pt x="4763" y="247650"/>
                </a:lnTo>
                <a:lnTo>
                  <a:pt x="0" y="242888"/>
                </a:lnTo>
                <a:lnTo>
                  <a:pt x="4763" y="238125"/>
                </a:lnTo>
                <a:lnTo>
                  <a:pt x="9525" y="233363"/>
                </a:lnTo>
                <a:lnTo>
                  <a:pt x="4763" y="228600"/>
                </a:lnTo>
                <a:lnTo>
                  <a:pt x="0" y="223838"/>
                </a:lnTo>
                <a:lnTo>
                  <a:pt x="4763" y="219075"/>
                </a:lnTo>
                <a:lnTo>
                  <a:pt x="9525" y="214313"/>
                </a:lnTo>
                <a:lnTo>
                  <a:pt x="9525" y="204788"/>
                </a:lnTo>
                <a:lnTo>
                  <a:pt x="9525" y="195263"/>
                </a:lnTo>
                <a:lnTo>
                  <a:pt x="9525" y="185738"/>
                </a:lnTo>
                <a:lnTo>
                  <a:pt x="14288" y="180975"/>
                </a:lnTo>
                <a:lnTo>
                  <a:pt x="23813" y="180975"/>
                </a:lnTo>
                <a:lnTo>
                  <a:pt x="28575" y="176213"/>
                </a:lnTo>
                <a:lnTo>
                  <a:pt x="33338" y="171450"/>
                </a:lnTo>
                <a:lnTo>
                  <a:pt x="38100" y="166688"/>
                </a:lnTo>
                <a:lnTo>
                  <a:pt x="42863" y="161925"/>
                </a:lnTo>
                <a:lnTo>
                  <a:pt x="52388" y="161925"/>
                </a:lnTo>
                <a:lnTo>
                  <a:pt x="57150" y="157163"/>
                </a:lnTo>
                <a:lnTo>
                  <a:pt x="57150" y="147638"/>
                </a:lnTo>
                <a:lnTo>
                  <a:pt x="57150" y="138113"/>
                </a:lnTo>
                <a:lnTo>
                  <a:pt x="57150" y="128588"/>
                </a:lnTo>
                <a:lnTo>
                  <a:pt x="57150" y="119063"/>
                </a:lnTo>
                <a:lnTo>
                  <a:pt x="57150" y="109538"/>
                </a:lnTo>
                <a:lnTo>
                  <a:pt x="57150" y="100013"/>
                </a:lnTo>
                <a:lnTo>
                  <a:pt x="57150" y="90488"/>
                </a:lnTo>
                <a:lnTo>
                  <a:pt x="57150" y="80963"/>
                </a:lnTo>
                <a:lnTo>
                  <a:pt x="57150" y="71438"/>
                </a:lnTo>
                <a:lnTo>
                  <a:pt x="57150" y="61913"/>
                </a:lnTo>
                <a:lnTo>
                  <a:pt x="57150" y="52388"/>
                </a:lnTo>
                <a:lnTo>
                  <a:pt x="57150" y="42863"/>
                </a:lnTo>
                <a:lnTo>
                  <a:pt x="57150" y="33338"/>
                </a:lnTo>
                <a:lnTo>
                  <a:pt x="57150" y="23813"/>
                </a:lnTo>
                <a:lnTo>
                  <a:pt x="57150" y="14288"/>
                </a:lnTo>
                <a:lnTo>
                  <a:pt x="57150" y="4763"/>
                </a:lnTo>
                <a:close/>
              </a:path>
            </a:pathLst>
          </a:custGeom>
          <a:solidFill xmlns:a="http://schemas.openxmlformats.org/drawingml/2006/main">
            <a:srgbClr val="CBE0C2"/>
          </a:solidFill>
          <a:ln xmlns:a="http://schemas.openxmlformats.org/drawingml/2006/main" w="0">
            <a:noFill/>
            <a:prstDash val="solid"/>
          </a:ln>
        </p:spPr>
      </p:sp>
      <p:sp>
        <p:nvSpPr>
          <p:cNvPr id="858" name="layout-candidate-green-103-1">
            <a:extLst xmlns:a="http://schemas.openxmlformats.org/drawingml/2006/main">
              <a:ext uri="{FF2B5EF4-FFF2-40B4-BE49-F238E27FC236}">
                <a16:creationId xmlns:a16="http://schemas.microsoft.com/office/drawing/2014/main" id="{048DFBC6-600A-410B-A1EF-195C107F0D08}"/>
              </a:ext>
            </a:extLst>
          </p:cNvPr>
          <p:cNvSpPr>
            <a:spLocks xmlns:a="http://schemas.openxmlformats.org/drawingml/2006/main" noGrp="1"/>
          </p:cNvSpPr>
          <p:nvPr/>
        </p:nvSpPr>
        <p:spPr>
          <a:xfrm xmlns:a="http://schemas.openxmlformats.org/drawingml/2006/main" rot="0">
            <a:off x="1047750" y="5200650"/>
            <a:ext cx="9525" cy="209550"/>
          </a:xfrm>
          <a:custGeom xmlns:a="http://schemas.openxmlformats.org/drawingml/2006/main">
            <a:pathLst>
              <a:path w="9525" h="2095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4763" y="209550"/>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CBE0C2"/>
          </a:solidFill>
          <a:ln xmlns:a="http://schemas.openxmlformats.org/drawingml/2006/main" w="0">
            <a:noFill/>
            <a:prstDash val="solid"/>
          </a:ln>
        </p:spPr>
      </p:sp>
      <p:sp>
        <p:nvSpPr>
          <p:cNvPr id="859" name="layout-candidate-green-103-2">
            <a:extLst xmlns:a="http://schemas.openxmlformats.org/drawingml/2006/main">
              <a:ext uri="{FF2B5EF4-FFF2-40B4-BE49-F238E27FC236}">
                <a16:creationId xmlns:a16="http://schemas.microsoft.com/office/drawing/2014/main" id="{4748621E-05D7-4B8D-96E1-A6FE48E424D4}"/>
              </a:ext>
            </a:extLst>
          </p:cNvPr>
          <p:cNvSpPr>
            <a:spLocks xmlns:a="http://schemas.openxmlformats.org/drawingml/2006/main" noGrp="1"/>
          </p:cNvSpPr>
          <p:nvPr/>
        </p:nvSpPr>
        <p:spPr>
          <a:xfrm xmlns:a="http://schemas.openxmlformats.org/drawingml/2006/main" rot="0">
            <a:off x="647700" y="5410200"/>
            <a:ext cx="352425" cy="9525"/>
          </a:xfrm>
          <a:custGeom xmlns:a="http://schemas.openxmlformats.org/drawingml/2006/main">
            <a:pathLst>
              <a:path w="35242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2425" y="4763"/>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CBE0C2"/>
          </a:solidFill>
          <a:ln xmlns:a="http://schemas.openxmlformats.org/drawingml/2006/main" w="0">
            <a:noFill/>
            <a:prstDash val="solid"/>
          </a:ln>
        </p:spPr>
      </p:sp>
      <p:sp>
        <p:nvSpPr>
          <p:cNvPr id="860" name="layout-candidate-green-104-0">
            <a:extLst xmlns:a="http://schemas.openxmlformats.org/drawingml/2006/main">
              <a:ext uri="{FF2B5EF4-FFF2-40B4-BE49-F238E27FC236}">
                <a16:creationId xmlns:a16="http://schemas.microsoft.com/office/drawing/2014/main" id="{758B1FDB-11F8-4F85-B0F0-CB2CC296EADF}"/>
              </a:ext>
            </a:extLst>
          </p:cNvPr>
          <p:cNvSpPr>
            <a:spLocks xmlns:a="http://schemas.openxmlformats.org/drawingml/2006/main" noGrp="1"/>
          </p:cNvSpPr>
          <p:nvPr/>
        </p:nvSpPr>
        <p:spPr>
          <a:xfrm xmlns:a="http://schemas.openxmlformats.org/drawingml/2006/main" rot="0">
            <a:off x="752475" y="4972050"/>
            <a:ext cx="142875" cy="295275"/>
          </a:xfrm>
          <a:custGeom xmlns:a="http://schemas.openxmlformats.org/drawingml/2006/main">
            <a:pathLst>
              <a:path w="142875" h="295275">
                <a:moveTo>
                  <a:pt x="47625" y="4763"/>
                </a:moveTo>
                <a:lnTo>
                  <a:pt x="52388" y="0"/>
                </a:lnTo>
                <a:lnTo>
                  <a:pt x="57150" y="4763"/>
                </a:lnTo>
                <a:lnTo>
                  <a:pt x="57150" y="14288"/>
                </a:lnTo>
                <a:lnTo>
                  <a:pt x="57150" y="23813"/>
                </a:lnTo>
                <a:lnTo>
                  <a:pt x="57150" y="33338"/>
                </a:lnTo>
                <a:lnTo>
                  <a:pt x="57150" y="42863"/>
                </a:lnTo>
                <a:lnTo>
                  <a:pt x="57150" y="52388"/>
                </a:lnTo>
                <a:lnTo>
                  <a:pt x="57150" y="61913"/>
                </a:lnTo>
                <a:lnTo>
                  <a:pt x="57150" y="71438"/>
                </a:lnTo>
                <a:lnTo>
                  <a:pt x="57150" y="80963"/>
                </a:lnTo>
                <a:lnTo>
                  <a:pt x="57150" y="90488"/>
                </a:lnTo>
                <a:lnTo>
                  <a:pt x="57150" y="100013"/>
                </a:lnTo>
                <a:lnTo>
                  <a:pt x="57150" y="109538"/>
                </a:lnTo>
                <a:lnTo>
                  <a:pt x="57150" y="119063"/>
                </a:lnTo>
                <a:lnTo>
                  <a:pt x="57150" y="128588"/>
                </a:lnTo>
                <a:lnTo>
                  <a:pt x="57150" y="138113"/>
                </a:lnTo>
                <a:lnTo>
                  <a:pt x="57150" y="147638"/>
                </a:lnTo>
                <a:lnTo>
                  <a:pt x="57150" y="157163"/>
                </a:lnTo>
                <a:lnTo>
                  <a:pt x="57150" y="166688"/>
                </a:lnTo>
                <a:lnTo>
                  <a:pt x="57150" y="176213"/>
                </a:lnTo>
                <a:lnTo>
                  <a:pt x="57150" y="185738"/>
                </a:lnTo>
                <a:lnTo>
                  <a:pt x="57150" y="195263"/>
                </a:lnTo>
                <a:lnTo>
                  <a:pt x="57150" y="204788"/>
                </a:lnTo>
                <a:lnTo>
                  <a:pt x="57150" y="214313"/>
                </a:lnTo>
                <a:lnTo>
                  <a:pt x="57150" y="223838"/>
                </a:lnTo>
                <a:lnTo>
                  <a:pt x="61913" y="228600"/>
                </a:lnTo>
                <a:lnTo>
                  <a:pt x="71438" y="228600"/>
                </a:lnTo>
                <a:lnTo>
                  <a:pt x="80963" y="228600"/>
                </a:lnTo>
                <a:lnTo>
                  <a:pt x="90488" y="228600"/>
                </a:lnTo>
                <a:lnTo>
                  <a:pt x="100013" y="228600"/>
                </a:lnTo>
                <a:lnTo>
                  <a:pt x="109538" y="228600"/>
                </a:lnTo>
                <a:lnTo>
                  <a:pt x="119063" y="228600"/>
                </a:lnTo>
                <a:lnTo>
                  <a:pt x="128588" y="228600"/>
                </a:lnTo>
                <a:lnTo>
                  <a:pt x="138113" y="228600"/>
                </a:lnTo>
                <a:lnTo>
                  <a:pt x="142875" y="233363"/>
                </a:lnTo>
                <a:lnTo>
                  <a:pt x="138113" y="238125"/>
                </a:lnTo>
                <a:lnTo>
                  <a:pt x="133350" y="242888"/>
                </a:lnTo>
                <a:lnTo>
                  <a:pt x="133350" y="252413"/>
                </a:lnTo>
                <a:lnTo>
                  <a:pt x="133350" y="261938"/>
                </a:lnTo>
                <a:lnTo>
                  <a:pt x="128588" y="266700"/>
                </a:lnTo>
                <a:lnTo>
                  <a:pt x="119063" y="266700"/>
                </a:lnTo>
                <a:lnTo>
                  <a:pt x="114300" y="271463"/>
                </a:lnTo>
                <a:lnTo>
                  <a:pt x="114300" y="280988"/>
                </a:lnTo>
                <a:lnTo>
                  <a:pt x="109538" y="285750"/>
                </a:lnTo>
                <a:lnTo>
                  <a:pt x="100013" y="285750"/>
                </a:lnTo>
                <a:lnTo>
                  <a:pt x="95250" y="290513"/>
                </a:lnTo>
                <a:lnTo>
                  <a:pt x="90488" y="295275"/>
                </a:lnTo>
                <a:lnTo>
                  <a:pt x="80963" y="295275"/>
                </a:lnTo>
                <a:lnTo>
                  <a:pt x="71438" y="295275"/>
                </a:lnTo>
                <a:lnTo>
                  <a:pt x="61913" y="295275"/>
                </a:lnTo>
                <a:lnTo>
                  <a:pt x="52388" y="295275"/>
                </a:lnTo>
                <a:lnTo>
                  <a:pt x="42863" y="295275"/>
                </a:lnTo>
                <a:lnTo>
                  <a:pt x="38100" y="290513"/>
                </a:lnTo>
                <a:lnTo>
                  <a:pt x="33338" y="285750"/>
                </a:lnTo>
                <a:lnTo>
                  <a:pt x="28575" y="280988"/>
                </a:lnTo>
                <a:lnTo>
                  <a:pt x="23813" y="276225"/>
                </a:lnTo>
                <a:lnTo>
                  <a:pt x="19050" y="271463"/>
                </a:lnTo>
                <a:lnTo>
                  <a:pt x="14288" y="266700"/>
                </a:lnTo>
                <a:lnTo>
                  <a:pt x="9525" y="261938"/>
                </a:lnTo>
                <a:lnTo>
                  <a:pt x="9525" y="252413"/>
                </a:lnTo>
                <a:lnTo>
                  <a:pt x="4763" y="247650"/>
                </a:lnTo>
                <a:lnTo>
                  <a:pt x="0" y="242888"/>
                </a:lnTo>
                <a:lnTo>
                  <a:pt x="0" y="233363"/>
                </a:lnTo>
                <a:lnTo>
                  <a:pt x="0" y="223838"/>
                </a:lnTo>
                <a:lnTo>
                  <a:pt x="4763" y="219075"/>
                </a:lnTo>
                <a:lnTo>
                  <a:pt x="9525" y="214313"/>
                </a:lnTo>
                <a:lnTo>
                  <a:pt x="4763" y="209550"/>
                </a:lnTo>
                <a:lnTo>
                  <a:pt x="0" y="204788"/>
                </a:lnTo>
                <a:lnTo>
                  <a:pt x="4763" y="200025"/>
                </a:lnTo>
                <a:lnTo>
                  <a:pt x="9525" y="195263"/>
                </a:lnTo>
                <a:lnTo>
                  <a:pt x="9525" y="185738"/>
                </a:lnTo>
                <a:lnTo>
                  <a:pt x="14288" y="180975"/>
                </a:lnTo>
                <a:lnTo>
                  <a:pt x="23813" y="180975"/>
                </a:lnTo>
                <a:lnTo>
                  <a:pt x="28575" y="176213"/>
                </a:lnTo>
                <a:lnTo>
                  <a:pt x="33338" y="171450"/>
                </a:lnTo>
                <a:lnTo>
                  <a:pt x="38100" y="166688"/>
                </a:lnTo>
                <a:lnTo>
                  <a:pt x="42863" y="161925"/>
                </a:lnTo>
                <a:lnTo>
                  <a:pt x="47625" y="157163"/>
                </a:lnTo>
                <a:lnTo>
                  <a:pt x="47625" y="147638"/>
                </a:lnTo>
                <a:lnTo>
                  <a:pt x="47625" y="138113"/>
                </a:lnTo>
                <a:lnTo>
                  <a:pt x="47625" y="128588"/>
                </a:lnTo>
                <a:lnTo>
                  <a:pt x="47625" y="119063"/>
                </a:lnTo>
                <a:lnTo>
                  <a:pt x="47625" y="109538"/>
                </a:lnTo>
                <a:lnTo>
                  <a:pt x="47625" y="100013"/>
                </a:lnTo>
                <a:lnTo>
                  <a:pt x="47625" y="90488"/>
                </a:lnTo>
                <a:lnTo>
                  <a:pt x="47625" y="80963"/>
                </a:lnTo>
                <a:lnTo>
                  <a:pt x="47625" y="71438"/>
                </a:lnTo>
                <a:lnTo>
                  <a:pt x="47625" y="61913"/>
                </a:lnTo>
                <a:lnTo>
                  <a:pt x="47625" y="52388"/>
                </a:lnTo>
                <a:lnTo>
                  <a:pt x="47625" y="42863"/>
                </a:lnTo>
                <a:lnTo>
                  <a:pt x="47625" y="33338"/>
                </a:lnTo>
                <a:lnTo>
                  <a:pt x="47625" y="23813"/>
                </a:lnTo>
                <a:lnTo>
                  <a:pt x="47625" y="14288"/>
                </a:lnTo>
                <a:lnTo>
                  <a:pt x="47625" y="4763"/>
                </a:lnTo>
                <a:close/>
              </a:path>
            </a:pathLst>
          </a:custGeom>
          <a:solidFill xmlns:a="http://schemas.openxmlformats.org/drawingml/2006/main">
            <a:srgbClr val="CDE2C4"/>
          </a:solidFill>
          <a:ln xmlns:a="http://schemas.openxmlformats.org/drawingml/2006/main" w="0">
            <a:noFill/>
            <a:prstDash val="solid"/>
          </a:ln>
        </p:spPr>
      </p:sp>
      <p:sp>
        <p:nvSpPr>
          <p:cNvPr id="861" name="layout-candidate-green-104-1">
            <a:extLst xmlns:a="http://schemas.openxmlformats.org/drawingml/2006/main">
              <a:ext uri="{FF2B5EF4-FFF2-40B4-BE49-F238E27FC236}">
                <a16:creationId xmlns:a16="http://schemas.microsoft.com/office/drawing/2014/main" id="{4E093DB7-4661-4A51-840C-442D93986589}"/>
              </a:ext>
            </a:extLst>
          </p:cNvPr>
          <p:cNvSpPr>
            <a:spLocks xmlns:a="http://schemas.openxmlformats.org/drawingml/2006/main" noGrp="1"/>
          </p:cNvSpPr>
          <p:nvPr/>
        </p:nvSpPr>
        <p:spPr>
          <a:xfrm xmlns:a="http://schemas.openxmlformats.org/drawingml/2006/main" rot="0">
            <a:off x="1047750" y="5200650"/>
            <a:ext cx="9525" cy="209550"/>
          </a:xfrm>
          <a:custGeom xmlns:a="http://schemas.openxmlformats.org/drawingml/2006/main">
            <a:pathLst>
              <a:path w="9525" h="20955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9525" y="204788"/>
                </a:lnTo>
                <a:lnTo>
                  <a:pt x="4763" y="209550"/>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CDE2C4"/>
          </a:solidFill>
          <a:ln xmlns:a="http://schemas.openxmlformats.org/drawingml/2006/main" w="0">
            <a:noFill/>
            <a:prstDash val="solid"/>
          </a:ln>
        </p:spPr>
      </p:sp>
      <p:sp>
        <p:nvSpPr>
          <p:cNvPr id="862" name="layout-candidate-green-104-2">
            <a:extLst xmlns:a="http://schemas.openxmlformats.org/drawingml/2006/main">
              <a:ext uri="{FF2B5EF4-FFF2-40B4-BE49-F238E27FC236}">
                <a16:creationId xmlns:a16="http://schemas.microsoft.com/office/drawing/2014/main" id="{638ABBE8-7BF1-4A8F-BFAC-3E4DA339FB75}"/>
              </a:ext>
            </a:extLst>
          </p:cNvPr>
          <p:cNvSpPr>
            <a:spLocks xmlns:a="http://schemas.openxmlformats.org/drawingml/2006/main" noGrp="1"/>
          </p:cNvSpPr>
          <p:nvPr/>
        </p:nvSpPr>
        <p:spPr>
          <a:xfrm xmlns:a="http://schemas.openxmlformats.org/drawingml/2006/main" rot="0">
            <a:off x="723900" y="5410200"/>
            <a:ext cx="190500" cy="9525"/>
          </a:xfrm>
          <a:custGeom xmlns:a="http://schemas.openxmlformats.org/drawingml/2006/main">
            <a:pathLst>
              <a:path w="1905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0500" y="4763"/>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CDE2C4"/>
          </a:solidFill>
          <a:ln xmlns:a="http://schemas.openxmlformats.org/drawingml/2006/main" w="0">
            <a:noFill/>
            <a:prstDash val="solid"/>
          </a:ln>
        </p:spPr>
      </p:sp>
      <p:sp>
        <p:nvSpPr>
          <p:cNvPr id="863" name="layout-candidate-green-105-0">
            <a:extLst xmlns:a="http://schemas.openxmlformats.org/drawingml/2006/main">
              <a:ext uri="{FF2B5EF4-FFF2-40B4-BE49-F238E27FC236}">
                <a16:creationId xmlns:a16="http://schemas.microsoft.com/office/drawing/2014/main" id="{C39208DA-38D5-4E98-9ED2-825CC1FAAD8C}"/>
              </a:ext>
            </a:extLst>
          </p:cNvPr>
          <p:cNvSpPr>
            <a:spLocks xmlns:a="http://schemas.openxmlformats.org/drawingml/2006/main" noGrp="1"/>
          </p:cNvSpPr>
          <p:nvPr/>
        </p:nvSpPr>
        <p:spPr>
          <a:xfrm xmlns:a="http://schemas.openxmlformats.org/drawingml/2006/main" rot="0">
            <a:off x="762000" y="4972050"/>
            <a:ext cx="123825" cy="285750"/>
          </a:xfrm>
          <a:custGeom xmlns:a="http://schemas.openxmlformats.org/drawingml/2006/main">
            <a:pathLst>
              <a:path w="123825" h="285750">
                <a:moveTo>
                  <a:pt x="38100" y="4763"/>
                </a:moveTo>
                <a:lnTo>
                  <a:pt x="42863" y="0"/>
                </a:lnTo>
                <a:lnTo>
                  <a:pt x="47625" y="4763"/>
                </a:lnTo>
                <a:lnTo>
                  <a:pt x="47625" y="14288"/>
                </a:lnTo>
                <a:lnTo>
                  <a:pt x="47625" y="23813"/>
                </a:lnTo>
                <a:lnTo>
                  <a:pt x="47625" y="33338"/>
                </a:lnTo>
                <a:lnTo>
                  <a:pt x="47625" y="42863"/>
                </a:lnTo>
                <a:lnTo>
                  <a:pt x="47625" y="52388"/>
                </a:lnTo>
                <a:lnTo>
                  <a:pt x="47625" y="61913"/>
                </a:lnTo>
                <a:lnTo>
                  <a:pt x="47625" y="71438"/>
                </a:lnTo>
                <a:lnTo>
                  <a:pt x="47625" y="80963"/>
                </a:lnTo>
                <a:lnTo>
                  <a:pt x="47625" y="90488"/>
                </a:lnTo>
                <a:lnTo>
                  <a:pt x="47625" y="100013"/>
                </a:lnTo>
                <a:lnTo>
                  <a:pt x="47625" y="109538"/>
                </a:lnTo>
                <a:lnTo>
                  <a:pt x="47625" y="119063"/>
                </a:lnTo>
                <a:lnTo>
                  <a:pt x="47625" y="128588"/>
                </a:lnTo>
                <a:lnTo>
                  <a:pt x="47625" y="138113"/>
                </a:lnTo>
                <a:lnTo>
                  <a:pt x="47625" y="147638"/>
                </a:lnTo>
                <a:lnTo>
                  <a:pt x="47625" y="157163"/>
                </a:lnTo>
                <a:lnTo>
                  <a:pt x="47625" y="166688"/>
                </a:lnTo>
                <a:lnTo>
                  <a:pt x="47625" y="176213"/>
                </a:lnTo>
                <a:lnTo>
                  <a:pt x="47625" y="185738"/>
                </a:lnTo>
                <a:lnTo>
                  <a:pt x="47625" y="195263"/>
                </a:lnTo>
                <a:lnTo>
                  <a:pt x="47625" y="204788"/>
                </a:lnTo>
                <a:lnTo>
                  <a:pt x="47625" y="214313"/>
                </a:lnTo>
                <a:lnTo>
                  <a:pt x="47625" y="223838"/>
                </a:lnTo>
                <a:lnTo>
                  <a:pt x="52388" y="228600"/>
                </a:lnTo>
                <a:lnTo>
                  <a:pt x="61913" y="228600"/>
                </a:lnTo>
                <a:lnTo>
                  <a:pt x="71438" y="228600"/>
                </a:lnTo>
                <a:lnTo>
                  <a:pt x="80963" y="228600"/>
                </a:lnTo>
                <a:lnTo>
                  <a:pt x="90488" y="228600"/>
                </a:lnTo>
                <a:lnTo>
                  <a:pt x="100013" y="228600"/>
                </a:lnTo>
                <a:lnTo>
                  <a:pt x="109538" y="228600"/>
                </a:lnTo>
                <a:lnTo>
                  <a:pt x="119063" y="228600"/>
                </a:lnTo>
                <a:lnTo>
                  <a:pt x="123825" y="233363"/>
                </a:lnTo>
                <a:lnTo>
                  <a:pt x="119063" y="238125"/>
                </a:lnTo>
                <a:lnTo>
                  <a:pt x="114300" y="242888"/>
                </a:lnTo>
                <a:lnTo>
                  <a:pt x="114300" y="252413"/>
                </a:lnTo>
                <a:lnTo>
                  <a:pt x="109538" y="257175"/>
                </a:lnTo>
                <a:lnTo>
                  <a:pt x="104775" y="261938"/>
                </a:lnTo>
                <a:lnTo>
                  <a:pt x="100013" y="266700"/>
                </a:lnTo>
                <a:lnTo>
                  <a:pt x="95250" y="271463"/>
                </a:lnTo>
                <a:lnTo>
                  <a:pt x="90488" y="276225"/>
                </a:lnTo>
                <a:lnTo>
                  <a:pt x="85725" y="280988"/>
                </a:lnTo>
                <a:lnTo>
                  <a:pt x="80963" y="285750"/>
                </a:lnTo>
                <a:lnTo>
                  <a:pt x="71438" y="285750"/>
                </a:lnTo>
                <a:lnTo>
                  <a:pt x="61913" y="285750"/>
                </a:lnTo>
                <a:lnTo>
                  <a:pt x="52388" y="285750"/>
                </a:lnTo>
                <a:lnTo>
                  <a:pt x="42863" y="285750"/>
                </a:lnTo>
                <a:lnTo>
                  <a:pt x="38100" y="280988"/>
                </a:lnTo>
                <a:lnTo>
                  <a:pt x="33338" y="276225"/>
                </a:lnTo>
                <a:lnTo>
                  <a:pt x="23813" y="276225"/>
                </a:lnTo>
                <a:lnTo>
                  <a:pt x="19050" y="271463"/>
                </a:lnTo>
                <a:lnTo>
                  <a:pt x="14288" y="266700"/>
                </a:lnTo>
                <a:lnTo>
                  <a:pt x="9525" y="261938"/>
                </a:lnTo>
                <a:lnTo>
                  <a:pt x="9525" y="252413"/>
                </a:lnTo>
                <a:lnTo>
                  <a:pt x="4763" y="247650"/>
                </a:lnTo>
                <a:lnTo>
                  <a:pt x="0" y="242888"/>
                </a:lnTo>
                <a:lnTo>
                  <a:pt x="0" y="233363"/>
                </a:lnTo>
                <a:lnTo>
                  <a:pt x="0" y="223838"/>
                </a:lnTo>
                <a:lnTo>
                  <a:pt x="4763" y="219075"/>
                </a:lnTo>
                <a:lnTo>
                  <a:pt x="9525" y="214313"/>
                </a:lnTo>
                <a:lnTo>
                  <a:pt x="9525" y="204788"/>
                </a:lnTo>
                <a:lnTo>
                  <a:pt x="9525" y="195263"/>
                </a:lnTo>
                <a:lnTo>
                  <a:pt x="14288" y="190500"/>
                </a:lnTo>
                <a:lnTo>
                  <a:pt x="23813" y="190500"/>
                </a:lnTo>
                <a:lnTo>
                  <a:pt x="28575" y="185738"/>
                </a:lnTo>
                <a:lnTo>
                  <a:pt x="33338" y="180975"/>
                </a:lnTo>
                <a:lnTo>
                  <a:pt x="38100" y="176213"/>
                </a:lnTo>
                <a:lnTo>
                  <a:pt x="38100" y="166688"/>
                </a:lnTo>
                <a:lnTo>
                  <a:pt x="38100" y="157163"/>
                </a:lnTo>
                <a:lnTo>
                  <a:pt x="38100" y="147638"/>
                </a:lnTo>
                <a:lnTo>
                  <a:pt x="38100" y="138113"/>
                </a:lnTo>
                <a:lnTo>
                  <a:pt x="38100" y="128588"/>
                </a:lnTo>
                <a:lnTo>
                  <a:pt x="38100" y="119063"/>
                </a:lnTo>
                <a:lnTo>
                  <a:pt x="38100" y="109538"/>
                </a:lnTo>
                <a:lnTo>
                  <a:pt x="38100" y="100013"/>
                </a:lnTo>
                <a:lnTo>
                  <a:pt x="38100" y="90488"/>
                </a:lnTo>
                <a:lnTo>
                  <a:pt x="38100" y="80963"/>
                </a:lnTo>
                <a:lnTo>
                  <a:pt x="38100" y="71438"/>
                </a:lnTo>
                <a:lnTo>
                  <a:pt x="38100" y="61913"/>
                </a:lnTo>
                <a:lnTo>
                  <a:pt x="38100" y="52388"/>
                </a:lnTo>
                <a:lnTo>
                  <a:pt x="38100" y="42863"/>
                </a:lnTo>
                <a:lnTo>
                  <a:pt x="38100" y="33338"/>
                </a:lnTo>
                <a:lnTo>
                  <a:pt x="38100" y="23813"/>
                </a:lnTo>
                <a:lnTo>
                  <a:pt x="38100" y="14288"/>
                </a:lnTo>
                <a:lnTo>
                  <a:pt x="38100" y="4763"/>
                </a:lnTo>
                <a:close/>
              </a:path>
            </a:pathLst>
          </a:custGeom>
          <a:solidFill xmlns:a="http://schemas.openxmlformats.org/drawingml/2006/main">
            <a:srgbClr val="CFE4C7"/>
          </a:solidFill>
          <a:ln xmlns:a="http://schemas.openxmlformats.org/drawingml/2006/main" w="0">
            <a:noFill/>
            <a:prstDash val="solid"/>
          </a:ln>
        </p:spPr>
      </p:sp>
      <p:sp>
        <p:nvSpPr>
          <p:cNvPr id="864" name="layout-candidate-green-105-1">
            <a:extLst xmlns:a="http://schemas.openxmlformats.org/drawingml/2006/main">
              <a:ext uri="{FF2B5EF4-FFF2-40B4-BE49-F238E27FC236}">
                <a16:creationId xmlns:a16="http://schemas.microsoft.com/office/drawing/2014/main" id="{C814D08F-0B3B-4297-A17E-3CA5775638F3}"/>
              </a:ext>
            </a:extLst>
          </p:cNvPr>
          <p:cNvSpPr>
            <a:spLocks xmlns:a="http://schemas.openxmlformats.org/drawingml/2006/main" noGrp="1"/>
          </p:cNvSpPr>
          <p:nvPr/>
        </p:nvSpPr>
        <p:spPr>
          <a:xfrm xmlns:a="http://schemas.openxmlformats.org/drawingml/2006/main" rot="0">
            <a:off x="1047750" y="5200650"/>
            <a:ext cx="9525" cy="200025"/>
          </a:xfrm>
          <a:custGeom xmlns:a="http://schemas.openxmlformats.org/drawingml/2006/main">
            <a:pathLst>
              <a:path w="9525" h="2000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CFE4C7"/>
          </a:solidFill>
          <a:ln xmlns:a="http://schemas.openxmlformats.org/drawingml/2006/main" w="0">
            <a:noFill/>
            <a:prstDash val="solid"/>
          </a:ln>
        </p:spPr>
      </p:sp>
      <p:sp>
        <p:nvSpPr>
          <p:cNvPr id="865" name="layout-candidate-green-106-0">
            <a:extLst xmlns:a="http://schemas.openxmlformats.org/drawingml/2006/main">
              <a:ext uri="{FF2B5EF4-FFF2-40B4-BE49-F238E27FC236}">
                <a16:creationId xmlns:a16="http://schemas.microsoft.com/office/drawing/2014/main" id="{8928C418-D32D-4839-BBB7-D8CBF095CB29}"/>
              </a:ext>
            </a:extLst>
          </p:cNvPr>
          <p:cNvSpPr>
            <a:spLocks xmlns:a="http://schemas.openxmlformats.org/drawingml/2006/main" noGrp="1"/>
          </p:cNvSpPr>
          <p:nvPr/>
        </p:nvSpPr>
        <p:spPr>
          <a:xfrm xmlns:a="http://schemas.openxmlformats.org/drawingml/2006/main" rot="0">
            <a:off x="800100" y="49720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D1E4C9"/>
          </a:solidFill>
          <a:ln xmlns:a="http://schemas.openxmlformats.org/drawingml/2006/main" w="0">
            <a:noFill/>
            <a:prstDash val="solid"/>
          </a:ln>
        </p:spPr>
      </p:sp>
      <p:sp>
        <p:nvSpPr>
          <p:cNvPr id="866" name="layout-candidate-green-106-1">
            <a:extLst xmlns:a="http://schemas.openxmlformats.org/drawingml/2006/main">
              <a:ext uri="{FF2B5EF4-FFF2-40B4-BE49-F238E27FC236}">
                <a16:creationId xmlns:a16="http://schemas.microsoft.com/office/drawing/2014/main" id="{41302B02-E7ED-4FF5-8339-E77D8A25BE8A}"/>
              </a:ext>
            </a:extLst>
          </p:cNvPr>
          <p:cNvSpPr>
            <a:spLocks xmlns:a="http://schemas.openxmlformats.org/drawingml/2006/main" noGrp="1"/>
          </p:cNvSpPr>
          <p:nvPr/>
        </p:nvSpPr>
        <p:spPr>
          <a:xfrm xmlns:a="http://schemas.openxmlformats.org/drawingml/2006/main" rot="0">
            <a:off x="771525" y="4991100"/>
            <a:ext cx="95250" cy="257175"/>
          </a:xfrm>
          <a:custGeom xmlns:a="http://schemas.openxmlformats.org/drawingml/2006/main">
            <a:pathLst>
              <a:path w="95250" h="257175">
                <a:moveTo>
                  <a:pt x="28575" y="4763"/>
                </a:moveTo>
                <a:lnTo>
                  <a:pt x="33338" y="0"/>
                </a:lnTo>
                <a:lnTo>
                  <a:pt x="38100" y="4763"/>
                </a:lnTo>
                <a:lnTo>
                  <a:pt x="38100" y="14288"/>
                </a:lnTo>
                <a:lnTo>
                  <a:pt x="38100" y="23813"/>
                </a:lnTo>
                <a:lnTo>
                  <a:pt x="38100" y="33338"/>
                </a:lnTo>
                <a:lnTo>
                  <a:pt x="38100" y="42863"/>
                </a:lnTo>
                <a:lnTo>
                  <a:pt x="38100" y="52388"/>
                </a:lnTo>
                <a:lnTo>
                  <a:pt x="38100" y="61913"/>
                </a:lnTo>
                <a:lnTo>
                  <a:pt x="38100" y="71438"/>
                </a:lnTo>
                <a:lnTo>
                  <a:pt x="38100" y="80963"/>
                </a:lnTo>
                <a:lnTo>
                  <a:pt x="38100" y="90488"/>
                </a:lnTo>
                <a:lnTo>
                  <a:pt x="38100" y="100013"/>
                </a:lnTo>
                <a:lnTo>
                  <a:pt x="38100" y="109538"/>
                </a:lnTo>
                <a:lnTo>
                  <a:pt x="38100" y="119063"/>
                </a:lnTo>
                <a:lnTo>
                  <a:pt x="38100" y="128588"/>
                </a:lnTo>
                <a:lnTo>
                  <a:pt x="38100" y="138113"/>
                </a:lnTo>
                <a:lnTo>
                  <a:pt x="38100" y="147638"/>
                </a:lnTo>
                <a:lnTo>
                  <a:pt x="38100" y="157163"/>
                </a:lnTo>
                <a:lnTo>
                  <a:pt x="38100" y="166688"/>
                </a:lnTo>
                <a:lnTo>
                  <a:pt x="38100" y="176213"/>
                </a:lnTo>
                <a:lnTo>
                  <a:pt x="38100" y="185738"/>
                </a:lnTo>
                <a:lnTo>
                  <a:pt x="38100" y="195263"/>
                </a:lnTo>
                <a:lnTo>
                  <a:pt x="38100" y="204788"/>
                </a:lnTo>
                <a:lnTo>
                  <a:pt x="42863" y="209550"/>
                </a:lnTo>
                <a:lnTo>
                  <a:pt x="52388" y="209550"/>
                </a:lnTo>
                <a:lnTo>
                  <a:pt x="61913" y="209550"/>
                </a:lnTo>
                <a:lnTo>
                  <a:pt x="71438" y="209550"/>
                </a:lnTo>
                <a:lnTo>
                  <a:pt x="80963" y="209550"/>
                </a:lnTo>
                <a:lnTo>
                  <a:pt x="90488" y="209550"/>
                </a:lnTo>
                <a:lnTo>
                  <a:pt x="95250" y="214313"/>
                </a:lnTo>
                <a:lnTo>
                  <a:pt x="95250" y="223838"/>
                </a:lnTo>
                <a:lnTo>
                  <a:pt x="95250" y="233363"/>
                </a:lnTo>
                <a:lnTo>
                  <a:pt x="90488" y="238125"/>
                </a:lnTo>
                <a:lnTo>
                  <a:pt x="85725" y="242888"/>
                </a:lnTo>
                <a:lnTo>
                  <a:pt x="80963" y="247650"/>
                </a:lnTo>
                <a:lnTo>
                  <a:pt x="71438" y="247650"/>
                </a:lnTo>
                <a:lnTo>
                  <a:pt x="66675" y="252413"/>
                </a:lnTo>
                <a:lnTo>
                  <a:pt x="61913" y="257175"/>
                </a:lnTo>
                <a:lnTo>
                  <a:pt x="52388" y="257175"/>
                </a:lnTo>
                <a:lnTo>
                  <a:pt x="42863" y="257175"/>
                </a:lnTo>
                <a:lnTo>
                  <a:pt x="33338" y="257175"/>
                </a:lnTo>
                <a:lnTo>
                  <a:pt x="28575" y="252413"/>
                </a:lnTo>
                <a:lnTo>
                  <a:pt x="23813" y="247650"/>
                </a:lnTo>
                <a:lnTo>
                  <a:pt x="14288" y="247650"/>
                </a:lnTo>
                <a:lnTo>
                  <a:pt x="9525" y="242888"/>
                </a:lnTo>
                <a:lnTo>
                  <a:pt x="9525" y="233363"/>
                </a:lnTo>
                <a:lnTo>
                  <a:pt x="4763" y="228600"/>
                </a:lnTo>
                <a:lnTo>
                  <a:pt x="0" y="223838"/>
                </a:lnTo>
                <a:lnTo>
                  <a:pt x="0" y="214313"/>
                </a:lnTo>
                <a:lnTo>
                  <a:pt x="0" y="204788"/>
                </a:lnTo>
                <a:lnTo>
                  <a:pt x="4763" y="200025"/>
                </a:lnTo>
                <a:lnTo>
                  <a:pt x="9525" y="195263"/>
                </a:lnTo>
                <a:lnTo>
                  <a:pt x="9525" y="185738"/>
                </a:lnTo>
                <a:lnTo>
                  <a:pt x="9525" y="176213"/>
                </a:lnTo>
                <a:lnTo>
                  <a:pt x="14288" y="171450"/>
                </a:lnTo>
                <a:lnTo>
                  <a:pt x="23813" y="171450"/>
                </a:lnTo>
                <a:lnTo>
                  <a:pt x="28575" y="166688"/>
                </a:lnTo>
                <a:lnTo>
                  <a:pt x="28575" y="157163"/>
                </a:lnTo>
                <a:lnTo>
                  <a:pt x="28575" y="147638"/>
                </a:lnTo>
                <a:lnTo>
                  <a:pt x="28575" y="138113"/>
                </a:lnTo>
                <a:lnTo>
                  <a:pt x="28575" y="128588"/>
                </a:lnTo>
                <a:lnTo>
                  <a:pt x="28575" y="119063"/>
                </a:lnTo>
                <a:lnTo>
                  <a:pt x="28575" y="109538"/>
                </a:lnTo>
                <a:lnTo>
                  <a:pt x="28575" y="100013"/>
                </a:lnTo>
                <a:lnTo>
                  <a:pt x="28575" y="90488"/>
                </a:lnTo>
                <a:lnTo>
                  <a:pt x="28575" y="80963"/>
                </a:lnTo>
                <a:lnTo>
                  <a:pt x="28575" y="71438"/>
                </a:lnTo>
                <a:lnTo>
                  <a:pt x="28575" y="61913"/>
                </a:lnTo>
                <a:lnTo>
                  <a:pt x="28575" y="52388"/>
                </a:lnTo>
                <a:lnTo>
                  <a:pt x="28575" y="42863"/>
                </a:lnTo>
                <a:lnTo>
                  <a:pt x="28575" y="33338"/>
                </a:lnTo>
                <a:lnTo>
                  <a:pt x="28575" y="23813"/>
                </a:lnTo>
                <a:lnTo>
                  <a:pt x="28575" y="14288"/>
                </a:lnTo>
                <a:lnTo>
                  <a:pt x="28575" y="4763"/>
                </a:lnTo>
                <a:close/>
              </a:path>
            </a:pathLst>
          </a:custGeom>
          <a:solidFill xmlns:a="http://schemas.openxmlformats.org/drawingml/2006/main">
            <a:srgbClr val="D1E4C9"/>
          </a:solidFill>
          <a:ln xmlns:a="http://schemas.openxmlformats.org/drawingml/2006/main" w="0">
            <a:noFill/>
            <a:prstDash val="solid"/>
          </a:ln>
        </p:spPr>
      </p:sp>
      <p:sp>
        <p:nvSpPr>
          <p:cNvPr id="867" name="layout-candidate-green-106-2">
            <a:extLst xmlns:a="http://schemas.openxmlformats.org/drawingml/2006/main">
              <a:ext uri="{FF2B5EF4-FFF2-40B4-BE49-F238E27FC236}">
                <a16:creationId xmlns:a16="http://schemas.microsoft.com/office/drawing/2014/main" id="{56FBA371-4A70-4635-B420-AEC813DA8798}"/>
              </a:ext>
            </a:extLst>
          </p:cNvPr>
          <p:cNvSpPr>
            <a:spLocks xmlns:a="http://schemas.openxmlformats.org/drawingml/2006/main" noGrp="1"/>
          </p:cNvSpPr>
          <p:nvPr/>
        </p:nvSpPr>
        <p:spPr>
          <a:xfrm xmlns:a="http://schemas.openxmlformats.org/drawingml/2006/main" rot="0">
            <a:off x="1047750" y="5200650"/>
            <a:ext cx="9525" cy="76200"/>
          </a:xfrm>
          <a:custGeom xmlns:a="http://schemas.openxmlformats.org/drawingml/2006/main">
            <a:pathLst>
              <a:path w="9525" h="76200">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4763" y="76200"/>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D1E4C9"/>
          </a:solidFill>
          <a:ln xmlns:a="http://schemas.openxmlformats.org/drawingml/2006/main" w="0">
            <a:noFill/>
            <a:prstDash val="solid"/>
          </a:ln>
        </p:spPr>
      </p:sp>
      <p:sp>
        <p:nvSpPr>
          <p:cNvPr id="868" name="layout-candidate-green-106-3">
            <a:extLst xmlns:a="http://schemas.openxmlformats.org/drawingml/2006/main">
              <a:ext uri="{FF2B5EF4-FFF2-40B4-BE49-F238E27FC236}">
                <a16:creationId xmlns:a16="http://schemas.microsoft.com/office/drawing/2014/main" id="{692EDFD0-8537-4C86-B680-3714386F6E96}"/>
              </a:ext>
            </a:extLst>
          </p:cNvPr>
          <p:cNvSpPr>
            <a:spLocks xmlns:a="http://schemas.openxmlformats.org/drawingml/2006/main" noGrp="1"/>
          </p:cNvSpPr>
          <p:nvPr/>
        </p:nvSpPr>
        <p:spPr>
          <a:xfrm xmlns:a="http://schemas.openxmlformats.org/drawingml/2006/main" rot="0">
            <a:off x="1047750" y="528637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D1E4C9"/>
          </a:solidFill>
          <a:ln xmlns:a="http://schemas.openxmlformats.org/drawingml/2006/main" w="0">
            <a:noFill/>
            <a:prstDash val="solid"/>
          </a:ln>
        </p:spPr>
      </p:sp>
      <p:sp>
        <p:nvSpPr>
          <p:cNvPr id="869" name="layout-candidate-green-107-0">
            <a:extLst xmlns:a="http://schemas.openxmlformats.org/drawingml/2006/main">
              <a:ext uri="{FF2B5EF4-FFF2-40B4-BE49-F238E27FC236}">
                <a16:creationId xmlns:a16="http://schemas.microsoft.com/office/drawing/2014/main" id="{EF8587AC-B293-4417-9F26-8FA8EA8007BD}"/>
              </a:ext>
            </a:extLst>
          </p:cNvPr>
          <p:cNvSpPr>
            <a:spLocks xmlns:a="http://schemas.openxmlformats.org/drawingml/2006/main" noGrp="1"/>
          </p:cNvSpPr>
          <p:nvPr/>
        </p:nvSpPr>
        <p:spPr>
          <a:xfrm xmlns:a="http://schemas.openxmlformats.org/drawingml/2006/main" rot="0">
            <a:off x="800100" y="49720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D3E6CB"/>
          </a:solidFill>
          <a:ln xmlns:a="http://schemas.openxmlformats.org/drawingml/2006/main" w="0">
            <a:noFill/>
            <a:prstDash val="solid"/>
          </a:ln>
        </p:spPr>
      </p:sp>
      <p:sp>
        <p:nvSpPr>
          <p:cNvPr id="870" name="layout-candidate-green-107-1">
            <a:extLst xmlns:a="http://schemas.openxmlformats.org/drawingml/2006/main">
              <a:ext uri="{FF2B5EF4-FFF2-40B4-BE49-F238E27FC236}">
                <a16:creationId xmlns:a16="http://schemas.microsoft.com/office/drawing/2014/main" id="{454179AF-5B0F-4F18-B0AC-2012E519936B}"/>
              </a:ext>
            </a:extLst>
          </p:cNvPr>
          <p:cNvSpPr>
            <a:spLocks xmlns:a="http://schemas.openxmlformats.org/drawingml/2006/main" noGrp="1"/>
          </p:cNvSpPr>
          <p:nvPr/>
        </p:nvSpPr>
        <p:spPr>
          <a:xfrm xmlns:a="http://schemas.openxmlformats.org/drawingml/2006/main" rot="0">
            <a:off x="781050" y="5029200"/>
            <a:ext cx="85725" cy="209550"/>
          </a:xfrm>
          <a:custGeom xmlns:a="http://schemas.openxmlformats.org/drawingml/2006/main">
            <a:pathLst>
              <a:path w="85725" h="209550">
                <a:moveTo>
                  <a:pt x="19050" y="4763"/>
                </a:moveTo>
                <a:lnTo>
                  <a:pt x="23813" y="0"/>
                </a:lnTo>
                <a:lnTo>
                  <a:pt x="28575" y="4763"/>
                </a:lnTo>
                <a:lnTo>
                  <a:pt x="28575" y="14288"/>
                </a:lnTo>
                <a:lnTo>
                  <a:pt x="28575" y="23813"/>
                </a:lnTo>
                <a:lnTo>
                  <a:pt x="28575" y="33338"/>
                </a:lnTo>
                <a:lnTo>
                  <a:pt x="28575" y="42863"/>
                </a:lnTo>
                <a:lnTo>
                  <a:pt x="28575" y="52388"/>
                </a:lnTo>
                <a:lnTo>
                  <a:pt x="28575" y="61913"/>
                </a:lnTo>
                <a:lnTo>
                  <a:pt x="28575" y="71438"/>
                </a:lnTo>
                <a:lnTo>
                  <a:pt x="28575" y="80963"/>
                </a:lnTo>
                <a:lnTo>
                  <a:pt x="28575" y="90488"/>
                </a:lnTo>
                <a:lnTo>
                  <a:pt x="28575" y="100013"/>
                </a:lnTo>
                <a:lnTo>
                  <a:pt x="28575" y="109538"/>
                </a:lnTo>
                <a:lnTo>
                  <a:pt x="28575" y="119063"/>
                </a:lnTo>
                <a:lnTo>
                  <a:pt x="28575" y="128588"/>
                </a:lnTo>
                <a:lnTo>
                  <a:pt x="28575" y="138113"/>
                </a:lnTo>
                <a:lnTo>
                  <a:pt x="28575" y="147638"/>
                </a:lnTo>
                <a:lnTo>
                  <a:pt x="28575" y="157163"/>
                </a:lnTo>
                <a:lnTo>
                  <a:pt x="28575" y="166688"/>
                </a:lnTo>
                <a:lnTo>
                  <a:pt x="33338" y="171450"/>
                </a:lnTo>
                <a:lnTo>
                  <a:pt x="42863" y="171450"/>
                </a:lnTo>
                <a:lnTo>
                  <a:pt x="52388" y="171450"/>
                </a:lnTo>
                <a:lnTo>
                  <a:pt x="61913" y="171450"/>
                </a:lnTo>
                <a:lnTo>
                  <a:pt x="71438" y="171450"/>
                </a:lnTo>
                <a:lnTo>
                  <a:pt x="80963" y="171450"/>
                </a:lnTo>
                <a:lnTo>
                  <a:pt x="85725" y="176213"/>
                </a:lnTo>
                <a:lnTo>
                  <a:pt x="80963" y="180975"/>
                </a:lnTo>
                <a:lnTo>
                  <a:pt x="76200" y="185738"/>
                </a:lnTo>
                <a:lnTo>
                  <a:pt x="76200" y="195263"/>
                </a:lnTo>
                <a:lnTo>
                  <a:pt x="71438" y="200025"/>
                </a:lnTo>
                <a:lnTo>
                  <a:pt x="61913" y="200025"/>
                </a:lnTo>
                <a:lnTo>
                  <a:pt x="57150" y="204788"/>
                </a:lnTo>
                <a:lnTo>
                  <a:pt x="52388" y="209550"/>
                </a:lnTo>
                <a:lnTo>
                  <a:pt x="42863" y="209550"/>
                </a:lnTo>
                <a:lnTo>
                  <a:pt x="33338" y="209550"/>
                </a:lnTo>
                <a:lnTo>
                  <a:pt x="23813" y="209550"/>
                </a:lnTo>
                <a:lnTo>
                  <a:pt x="19050" y="204788"/>
                </a:lnTo>
                <a:lnTo>
                  <a:pt x="14288" y="200025"/>
                </a:lnTo>
                <a:lnTo>
                  <a:pt x="9525" y="195263"/>
                </a:lnTo>
                <a:lnTo>
                  <a:pt x="4763" y="190500"/>
                </a:lnTo>
                <a:lnTo>
                  <a:pt x="0" y="185738"/>
                </a:lnTo>
                <a:lnTo>
                  <a:pt x="0" y="176213"/>
                </a:lnTo>
                <a:lnTo>
                  <a:pt x="0" y="166688"/>
                </a:lnTo>
                <a:lnTo>
                  <a:pt x="0" y="157163"/>
                </a:lnTo>
                <a:lnTo>
                  <a:pt x="4763" y="152400"/>
                </a:lnTo>
                <a:lnTo>
                  <a:pt x="9525" y="147638"/>
                </a:lnTo>
                <a:lnTo>
                  <a:pt x="14288" y="142875"/>
                </a:lnTo>
                <a:lnTo>
                  <a:pt x="19050" y="138113"/>
                </a:lnTo>
                <a:lnTo>
                  <a:pt x="19050" y="128588"/>
                </a:lnTo>
                <a:lnTo>
                  <a:pt x="19050" y="119063"/>
                </a:lnTo>
                <a:lnTo>
                  <a:pt x="19050" y="109538"/>
                </a:lnTo>
                <a:lnTo>
                  <a:pt x="19050" y="100013"/>
                </a:lnTo>
                <a:lnTo>
                  <a:pt x="19050" y="90488"/>
                </a:lnTo>
                <a:lnTo>
                  <a:pt x="19050" y="80963"/>
                </a:lnTo>
                <a:lnTo>
                  <a:pt x="19050" y="71438"/>
                </a:lnTo>
                <a:lnTo>
                  <a:pt x="19050" y="61913"/>
                </a:lnTo>
                <a:lnTo>
                  <a:pt x="19050" y="52388"/>
                </a:lnTo>
                <a:lnTo>
                  <a:pt x="19050" y="42863"/>
                </a:lnTo>
                <a:lnTo>
                  <a:pt x="19050" y="33338"/>
                </a:lnTo>
                <a:lnTo>
                  <a:pt x="19050" y="23813"/>
                </a:lnTo>
                <a:lnTo>
                  <a:pt x="19050" y="14288"/>
                </a:lnTo>
                <a:lnTo>
                  <a:pt x="19050" y="4763"/>
                </a:lnTo>
                <a:close/>
              </a:path>
            </a:pathLst>
          </a:custGeom>
          <a:solidFill xmlns:a="http://schemas.openxmlformats.org/drawingml/2006/main">
            <a:srgbClr val="D3E6CB"/>
          </a:solidFill>
          <a:ln xmlns:a="http://schemas.openxmlformats.org/drawingml/2006/main" w="0">
            <a:noFill/>
            <a:prstDash val="solid"/>
          </a:ln>
        </p:spPr>
      </p:sp>
      <p:sp>
        <p:nvSpPr>
          <p:cNvPr id="871" name="layout-candidate-green-108-0">
            <a:extLst xmlns:a="http://schemas.openxmlformats.org/drawingml/2006/main">
              <a:ext uri="{FF2B5EF4-FFF2-40B4-BE49-F238E27FC236}">
                <a16:creationId xmlns:a16="http://schemas.microsoft.com/office/drawing/2014/main" id="{A3D63C33-BEBC-48E4-8AEE-288D4A4BEDEB}"/>
              </a:ext>
            </a:extLst>
          </p:cNvPr>
          <p:cNvSpPr>
            <a:spLocks xmlns:a="http://schemas.openxmlformats.org/drawingml/2006/main" noGrp="1"/>
          </p:cNvSpPr>
          <p:nvPr/>
        </p:nvSpPr>
        <p:spPr>
          <a:xfrm xmlns:a="http://schemas.openxmlformats.org/drawingml/2006/main" rot="0">
            <a:off x="790575" y="5067300"/>
            <a:ext cx="57150" cy="161925"/>
          </a:xfrm>
          <a:custGeom xmlns:a="http://schemas.openxmlformats.org/drawingml/2006/main">
            <a:pathLst>
              <a:path w="57150" h="161925">
                <a:moveTo>
                  <a:pt x="9525" y="4763"/>
                </a:moveTo>
                <a:lnTo>
                  <a:pt x="14288" y="0"/>
                </a:lnTo>
                <a:lnTo>
                  <a:pt x="19050" y="4763"/>
                </a:lnTo>
                <a:lnTo>
                  <a:pt x="19050" y="14288"/>
                </a:lnTo>
                <a:lnTo>
                  <a:pt x="19050" y="23813"/>
                </a:lnTo>
                <a:lnTo>
                  <a:pt x="19050" y="33338"/>
                </a:lnTo>
                <a:lnTo>
                  <a:pt x="19050" y="42863"/>
                </a:lnTo>
                <a:lnTo>
                  <a:pt x="19050" y="52388"/>
                </a:lnTo>
                <a:lnTo>
                  <a:pt x="19050" y="61913"/>
                </a:lnTo>
                <a:lnTo>
                  <a:pt x="19050" y="71438"/>
                </a:lnTo>
                <a:lnTo>
                  <a:pt x="19050" y="80963"/>
                </a:lnTo>
                <a:lnTo>
                  <a:pt x="19050" y="90488"/>
                </a:lnTo>
                <a:lnTo>
                  <a:pt x="19050" y="100013"/>
                </a:lnTo>
                <a:lnTo>
                  <a:pt x="19050" y="109538"/>
                </a:lnTo>
                <a:lnTo>
                  <a:pt x="19050" y="119063"/>
                </a:lnTo>
                <a:lnTo>
                  <a:pt x="19050" y="128588"/>
                </a:lnTo>
                <a:lnTo>
                  <a:pt x="23813" y="133350"/>
                </a:lnTo>
                <a:lnTo>
                  <a:pt x="33338" y="133350"/>
                </a:lnTo>
                <a:lnTo>
                  <a:pt x="42863" y="133350"/>
                </a:lnTo>
                <a:lnTo>
                  <a:pt x="52388" y="133350"/>
                </a:lnTo>
                <a:lnTo>
                  <a:pt x="57150" y="138113"/>
                </a:lnTo>
                <a:lnTo>
                  <a:pt x="52388" y="142875"/>
                </a:lnTo>
                <a:lnTo>
                  <a:pt x="47625" y="147638"/>
                </a:lnTo>
                <a:lnTo>
                  <a:pt x="42863" y="152400"/>
                </a:lnTo>
                <a:lnTo>
                  <a:pt x="38100" y="157163"/>
                </a:lnTo>
                <a:lnTo>
                  <a:pt x="33338" y="161925"/>
                </a:lnTo>
                <a:lnTo>
                  <a:pt x="23813" y="161925"/>
                </a:lnTo>
                <a:lnTo>
                  <a:pt x="19050" y="157163"/>
                </a:lnTo>
                <a:lnTo>
                  <a:pt x="14288" y="152400"/>
                </a:lnTo>
                <a:lnTo>
                  <a:pt x="9525" y="147638"/>
                </a:lnTo>
                <a:lnTo>
                  <a:pt x="9525" y="138113"/>
                </a:lnTo>
                <a:lnTo>
                  <a:pt x="4763" y="133350"/>
                </a:lnTo>
                <a:lnTo>
                  <a:pt x="0" y="128588"/>
                </a:lnTo>
                <a:lnTo>
                  <a:pt x="4763" y="123825"/>
                </a:lnTo>
                <a:lnTo>
                  <a:pt x="9525" y="119063"/>
                </a:lnTo>
                <a:lnTo>
                  <a:pt x="9525" y="109538"/>
                </a:lnTo>
                <a:lnTo>
                  <a:pt x="9525" y="100013"/>
                </a:lnTo>
                <a:lnTo>
                  <a:pt x="9525" y="90488"/>
                </a:lnTo>
                <a:lnTo>
                  <a:pt x="9525" y="80963"/>
                </a:lnTo>
                <a:lnTo>
                  <a:pt x="9525" y="71438"/>
                </a:lnTo>
                <a:lnTo>
                  <a:pt x="9525" y="61913"/>
                </a:lnTo>
                <a:lnTo>
                  <a:pt x="9525" y="52388"/>
                </a:lnTo>
                <a:lnTo>
                  <a:pt x="9525" y="42863"/>
                </a:lnTo>
                <a:lnTo>
                  <a:pt x="9525" y="33338"/>
                </a:lnTo>
                <a:lnTo>
                  <a:pt x="9525" y="23813"/>
                </a:lnTo>
                <a:lnTo>
                  <a:pt x="9525" y="14288"/>
                </a:lnTo>
                <a:lnTo>
                  <a:pt x="9525" y="4763"/>
                </a:lnTo>
                <a:close/>
              </a:path>
            </a:pathLst>
          </a:custGeom>
          <a:solidFill xmlns:a="http://schemas.openxmlformats.org/drawingml/2006/main">
            <a:srgbClr val="D5E7CF"/>
          </a:solidFill>
          <a:ln xmlns:a="http://schemas.openxmlformats.org/drawingml/2006/main" w="0">
            <a:noFill/>
            <a:prstDash val="solid"/>
          </a:ln>
        </p:spPr>
      </p:sp>
      <p:sp>
        <p:nvSpPr>
          <p:cNvPr id="872" name="layout-candidate-green-109-0">
            <a:extLst xmlns:a="http://schemas.openxmlformats.org/drawingml/2006/main">
              <a:ext uri="{FF2B5EF4-FFF2-40B4-BE49-F238E27FC236}">
                <a16:creationId xmlns:a16="http://schemas.microsoft.com/office/drawing/2014/main" id="{38BC8019-8B7F-4DB7-8252-F275A1946D8D}"/>
              </a:ext>
            </a:extLst>
          </p:cNvPr>
          <p:cNvSpPr>
            <a:spLocks xmlns:a="http://schemas.openxmlformats.org/drawingml/2006/main" noGrp="1"/>
          </p:cNvSpPr>
          <p:nvPr/>
        </p:nvSpPr>
        <p:spPr>
          <a:xfrm xmlns:a="http://schemas.openxmlformats.org/drawingml/2006/main" rot="0">
            <a:off x="800100" y="5114925"/>
            <a:ext cx="38100" cy="104775"/>
          </a:xfrm>
          <a:custGeom xmlns:a="http://schemas.openxmlformats.org/drawingml/2006/main">
            <a:pathLst>
              <a:path w="38100" h="10477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14288" y="85725"/>
                </a:lnTo>
                <a:lnTo>
                  <a:pt x="23813" y="85725"/>
                </a:lnTo>
                <a:lnTo>
                  <a:pt x="33338" y="85725"/>
                </a:lnTo>
                <a:lnTo>
                  <a:pt x="38100" y="90488"/>
                </a:lnTo>
                <a:lnTo>
                  <a:pt x="33338" y="95250"/>
                </a:lnTo>
                <a:lnTo>
                  <a:pt x="28575" y="100013"/>
                </a:lnTo>
                <a:lnTo>
                  <a:pt x="23813" y="104775"/>
                </a:lnTo>
                <a:lnTo>
                  <a:pt x="14288" y="104775"/>
                </a:lnTo>
                <a:lnTo>
                  <a:pt x="9525" y="100013"/>
                </a:lnTo>
                <a:lnTo>
                  <a:pt x="4763" y="95250"/>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D7E9D0"/>
          </a:solidFill>
          <a:ln xmlns:a="http://schemas.openxmlformats.org/drawingml/2006/main" w="0">
            <a:noFill/>
            <a:prstDash val="solid"/>
          </a:ln>
        </p:spPr>
      </p:sp>
      <p:sp>
        <p:nvSpPr>
          <p:cNvPr id="873" name="layout-candidate-green-110-0">
            <a:extLst xmlns:a="http://schemas.openxmlformats.org/drawingml/2006/main">
              <a:ext uri="{FF2B5EF4-FFF2-40B4-BE49-F238E27FC236}">
                <a16:creationId xmlns:a16="http://schemas.microsoft.com/office/drawing/2014/main" id="{6582325E-DBB0-4B5D-9422-59A87DD4BCC2}"/>
              </a:ext>
            </a:extLst>
          </p:cNvPr>
          <p:cNvSpPr>
            <a:spLocks xmlns:a="http://schemas.openxmlformats.org/drawingml/2006/main" noGrp="1"/>
          </p:cNvSpPr>
          <p:nvPr/>
        </p:nvSpPr>
        <p:spPr>
          <a:xfrm xmlns:a="http://schemas.openxmlformats.org/drawingml/2006/main" rot="0">
            <a:off x="800100" y="5143500"/>
            <a:ext cx="9525" cy="57150"/>
          </a:xfrm>
          <a:custGeom xmlns:a="http://schemas.openxmlformats.org/drawingml/2006/main">
            <a:pathLst>
              <a:path w="9525" h="57150">
                <a:moveTo>
                  <a:pt x="0" y="4763"/>
                </a:moveTo>
                <a:lnTo>
                  <a:pt x="4763" y="0"/>
                </a:lnTo>
                <a:lnTo>
                  <a:pt x="9525" y="4763"/>
                </a:lnTo>
                <a:lnTo>
                  <a:pt x="9525" y="14288"/>
                </a:lnTo>
                <a:lnTo>
                  <a:pt x="9525" y="23813"/>
                </a:lnTo>
                <a:lnTo>
                  <a:pt x="9525" y="33338"/>
                </a:lnTo>
                <a:lnTo>
                  <a:pt x="9525" y="42863"/>
                </a:lnTo>
                <a:lnTo>
                  <a:pt x="9525" y="52388"/>
                </a:lnTo>
                <a:lnTo>
                  <a:pt x="4763" y="57150"/>
                </a:lnTo>
                <a:lnTo>
                  <a:pt x="0" y="52388"/>
                </a:lnTo>
                <a:lnTo>
                  <a:pt x="0" y="42863"/>
                </a:lnTo>
                <a:lnTo>
                  <a:pt x="0" y="33338"/>
                </a:lnTo>
                <a:lnTo>
                  <a:pt x="0" y="23813"/>
                </a:lnTo>
                <a:lnTo>
                  <a:pt x="0" y="14288"/>
                </a:lnTo>
                <a:lnTo>
                  <a:pt x="0" y="4763"/>
                </a:lnTo>
                <a:close/>
              </a:path>
            </a:pathLst>
          </a:custGeom>
          <a:solidFill xmlns:a="http://schemas.openxmlformats.org/drawingml/2006/main">
            <a:srgbClr val="DAE1DA"/>
          </a:solidFill>
          <a:ln xmlns:a="http://schemas.openxmlformats.org/drawingml/2006/main" w="0">
            <a:noFill/>
            <a:prstDash val="solid"/>
          </a:ln>
        </p:spPr>
      </p:sp>
      <p:sp>
        <p:nvSpPr>
          <p:cNvPr id="874" name="layout-candidate-green-110-1">
            <a:extLst xmlns:a="http://schemas.openxmlformats.org/drawingml/2006/main">
              <a:ext uri="{FF2B5EF4-FFF2-40B4-BE49-F238E27FC236}">
                <a16:creationId xmlns:a16="http://schemas.microsoft.com/office/drawing/2014/main" id="{86CF5C98-724B-48CE-BE29-425D6095A9DB}"/>
              </a:ext>
            </a:extLst>
          </p:cNvPr>
          <p:cNvSpPr>
            <a:spLocks xmlns:a="http://schemas.openxmlformats.org/drawingml/2006/main" noGrp="1"/>
          </p:cNvSpPr>
          <p:nvPr/>
        </p:nvSpPr>
        <p:spPr>
          <a:xfrm xmlns:a="http://schemas.openxmlformats.org/drawingml/2006/main" rot="0">
            <a:off x="809625" y="5200650"/>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DAE1DA"/>
          </a:solidFill>
          <a:ln xmlns:a="http://schemas.openxmlformats.org/drawingml/2006/main" w="0">
            <a:noFill/>
            <a:prstDash val="solid"/>
          </a:ln>
        </p:spPr>
      </p:sp>
      <p:sp>
        <p:nvSpPr>
          <p:cNvPr id="875" name="layout-candidate-green-111-0">
            <a:extLst xmlns:a="http://schemas.openxmlformats.org/drawingml/2006/main">
              <a:ext uri="{FF2B5EF4-FFF2-40B4-BE49-F238E27FC236}">
                <a16:creationId xmlns:a16="http://schemas.microsoft.com/office/drawing/2014/main" id="{FC023342-2904-4FC2-AFF0-9330A2E6687F}"/>
              </a:ext>
            </a:extLst>
          </p:cNvPr>
          <p:cNvSpPr>
            <a:spLocks xmlns:a="http://schemas.openxmlformats.org/drawingml/2006/main" noGrp="1"/>
          </p:cNvSpPr>
          <p:nvPr/>
        </p:nvSpPr>
        <p:spPr>
          <a:xfrm xmlns:a="http://schemas.openxmlformats.org/drawingml/2006/main" rot="0">
            <a:off x="800100" y="51911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DCE3DC"/>
          </a:solidFill>
          <a:ln xmlns:a="http://schemas.openxmlformats.org/drawingml/2006/main" w="0">
            <a:noFill/>
            <a:prstDash val="solid"/>
          </a:ln>
        </p:spPr>
      </p:sp>
      <p:sp>
        <p:nvSpPr>
          <p:cNvPr id="876" name="layout-candidate-gray-64-0">
            <a:extLst xmlns:a="http://schemas.openxmlformats.org/drawingml/2006/main">
              <a:ext uri="{FF2B5EF4-FFF2-40B4-BE49-F238E27FC236}">
                <a16:creationId xmlns:a16="http://schemas.microsoft.com/office/drawing/2014/main" id="{B8349926-E0FD-4EE8-AB82-68AB012F107C}"/>
              </a:ext>
            </a:extLst>
          </p:cNvPr>
          <p:cNvSpPr>
            <a:spLocks xmlns:a="http://schemas.openxmlformats.org/drawingml/2006/main" noGrp="1"/>
          </p:cNvSpPr>
          <p:nvPr/>
        </p:nvSpPr>
        <p:spPr>
          <a:xfrm xmlns:a="http://schemas.openxmlformats.org/drawingml/2006/main" rot="0">
            <a:off x="1133475" y="5000625"/>
            <a:ext cx="485775" cy="400050"/>
          </a:xfrm>
          <a:custGeom xmlns:a="http://schemas.openxmlformats.org/drawingml/2006/main">
            <a:pathLst>
              <a:path w="485775" h="4000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85775" y="4763"/>
                </a:lnTo>
                <a:lnTo>
                  <a:pt x="485775" y="14288"/>
                </a:lnTo>
                <a:lnTo>
                  <a:pt x="485775" y="23813"/>
                </a:lnTo>
                <a:lnTo>
                  <a:pt x="485775" y="33338"/>
                </a:lnTo>
                <a:lnTo>
                  <a:pt x="485775" y="42863"/>
                </a:lnTo>
                <a:lnTo>
                  <a:pt x="485775" y="52388"/>
                </a:lnTo>
                <a:lnTo>
                  <a:pt x="485775" y="61913"/>
                </a:lnTo>
                <a:lnTo>
                  <a:pt x="485775" y="71438"/>
                </a:lnTo>
                <a:lnTo>
                  <a:pt x="485775" y="80963"/>
                </a:lnTo>
                <a:lnTo>
                  <a:pt x="485775" y="90488"/>
                </a:lnTo>
                <a:lnTo>
                  <a:pt x="485775" y="100013"/>
                </a:lnTo>
                <a:lnTo>
                  <a:pt x="485775" y="109538"/>
                </a:lnTo>
                <a:lnTo>
                  <a:pt x="485775" y="119063"/>
                </a:lnTo>
                <a:lnTo>
                  <a:pt x="485775" y="128588"/>
                </a:lnTo>
                <a:lnTo>
                  <a:pt x="485775" y="138113"/>
                </a:lnTo>
                <a:lnTo>
                  <a:pt x="485775" y="147638"/>
                </a:lnTo>
                <a:lnTo>
                  <a:pt x="485775" y="157163"/>
                </a:lnTo>
                <a:lnTo>
                  <a:pt x="485775" y="166688"/>
                </a:lnTo>
                <a:lnTo>
                  <a:pt x="485775" y="176213"/>
                </a:lnTo>
                <a:lnTo>
                  <a:pt x="485775" y="185738"/>
                </a:lnTo>
                <a:lnTo>
                  <a:pt x="485775" y="195263"/>
                </a:lnTo>
                <a:lnTo>
                  <a:pt x="485775" y="204788"/>
                </a:lnTo>
                <a:lnTo>
                  <a:pt x="485775" y="214313"/>
                </a:lnTo>
                <a:lnTo>
                  <a:pt x="485775" y="223838"/>
                </a:lnTo>
                <a:lnTo>
                  <a:pt x="485775" y="233363"/>
                </a:lnTo>
                <a:lnTo>
                  <a:pt x="485775" y="242888"/>
                </a:lnTo>
                <a:lnTo>
                  <a:pt x="485775" y="252413"/>
                </a:lnTo>
                <a:lnTo>
                  <a:pt x="485775" y="261938"/>
                </a:lnTo>
                <a:lnTo>
                  <a:pt x="485775" y="271463"/>
                </a:lnTo>
                <a:lnTo>
                  <a:pt x="485775" y="280988"/>
                </a:lnTo>
                <a:lnTo>
                  <a:pt x="485775" y="290513"/>
                </a:lnTo>
                <a:lnTo>
                  <a:pt x="485775" y="300038"/>
                </a:lnTo>
                <a:lnTo>
                  <a:pt x="485775" y="309563"/>
                </a:lnTo>
                <a:lnTo>
                  <a:pt x="485775" y="319088"/>
                </a:lnTo>
                <a:lnTo>
                  <a:pt x="485775" y="328613"/>
                </a:lnTo>
                <a:lnTo>
                  <a:pt x="485775" y="338138"/>
                </a:lnTo>
                <a:lnTo>
                  <a:pt x="485775" y="347663"/>
                </a:lnTo>
                <a:lnTo>
                  <a:pt x="485775" y="357188"/>
                </a:lnTo>
                <a:lnTo>
                  <a:pt x="485775" y="366713"/>
                </a:lnTo>
                <a:lnTo>
                  <a:pt x="485775" y="376238"/>
                </a:lnTo>
                <a:lnTo>
                  <a:pt x="485775" y="385763"/>
                </a:lnTo>
                <a:lnTo>
                  <a:pt x="481013" y="390525"/>
                </a:lnTo>
                <a:lnTo>
                  <a:pt x="476250" y="395288"/>
                </a:lnTo>
                <a:lnTo>
                  <a:pt x="471488" y="400050"/>
                </a:lnTo>
                <a:lnTo>
                  <a:pt x="461963" y="400050"/>
                </a:lnTo>
                <a:lnTo>
                  <a:pt x="452438" y="400050"/>
                </a:lnTo>
                <a:lnTo>
                  <a:pt x="442913" y="400050"/>
                </a:lnTo>
                <a:lnTo>
                  <a:pt x="433388" y="400050"/>
                </a:lnTo>
                <a:lnTo>
                  <a:pt x="423863" y="400050"/>
                </a:lnTo>
                <a:lnTo>
                  <a:pt x="414338" y="400050"/>
                </a:lnTo>
                <a:lnTo>
                  <a:pt x="404813" y="400050"/>
                </a:lnTo>
                <a:lnTo>
                  <a:pt x="395288" y="400050"/>
                </a:lnTo>
                <a:lnTo>
                  <a:pt x="385763" y="400050"/>
                </a:lnTo>
                <a:lnTo>
                  <a:pt x="376238" y="400050"/>
                </a:lnTo>
                <a:lnTo>
                  <a:pt x="366713" y="400050"/>
                </a:lnTo>
                <a:lnTo>
                  <a:pt x="357188" y="400050"/>
                </a:lnTo>
                <a:lnTo>
                  <a:pt x="347663" y="400050"/>
                </a:lnTo>
                <a:lnTo>
                  <a:pt x="338138" y="400050"/>
                </a:lnTo>
                <a:lnTo>
                  <a:pt x="328613" y="400050"/>
                </a:lnTo>
                <a:lnTo>
                  <a:pt x="319088" y="400050"/>
                </a:lnTo>
                <a:lnTo>
                  <a:pt x="309563" y="400050"/>
                </a:lnTo>
                <a:lnTo>
                  <a:pt x="300038" y="400050"/>
                </a:lnTo>
                <a:lnTo>
                  <a:pt x="290513" y="400050"/>
                </a:lnTo>
                <a:lnTo>
                  <a:pt x="285750" y="395288"/>
                </a:lnTo>
                <a:lnTo>
                  <a:pt x="280988" y="390525"/>
                </a:lnTo>
                <a:lnTo>
                  <a:pt x="276225" y="385763"/>
                </a:lnTo>
                <a:lnTo>
                  <a:pt x="276225" y="376238"/>
                </a:lnTo>
                <a:lnTo>
                  <a:pt x="276225" y="366713"/>
                </a:lnTo>
                <a:lnTo>
                  <a:pt x="276225" y="357188"/>
                </a:lnTo>
                <a:lnTo>
                  <a:pt x="276225" y="347663"/>
                </a:lnTo>
                <a:lnTo>
                  <a:pt x="276225" y="338138"/>
                </a:lnTo>
                <a:lnTo>
                  <a:pt x="276225" y="328613"/>
                </a:lnTo>
                <a:lnTo>
                  <a:pt x="276225" y="319088"/>
                </a:lnTo>
                <a:lnTo>
                  <a:pt x="276225" y="309563"/>
                </a:lnTo>
                <a:lnTo>
                  <a:pt x="276225" y="300038"/>
                </a:lnTo>
                <a:lnTo>
                  <a:pt x="276225" y="290513"/>
                </a:lnTo>
                <a:lnTo>
                  <a:pt x="276225" y="280988"/>
                </a:lnTo>
                <a:lnTo>
                  <a:pt x="276225" y="271463"/>
                </a:lnTo>
                <a:lnTo>
                  <a:pt x="276225" y="261938"/>
                </a:lnTo>
                <a:lnTo>
                  <a:pt x="276225" y="252413"/>
                </a:lnTo>
                <a:lnTo>
                  <a:pt x="276225" y="242888"/>
                </a:lnTo>
                <a:lnTo>
                  <a:pt x="276225" y="233363"/>
                </a:lnTo>
                <a:lnTo>
                  <a:pt x="276225" y="223838"/>
                </a:lnTo>
                <a:lnTo>
                  <a:pt x="276225" y="214313"/>
                </a:lnTo>
                <a:lnTo>
                  <a:pt x="271463" y="209550"/>
                </a:lnTo>
                <a:lnTo>
                  <a:pt x="261938" y="209550"/>
                </a:lnTo>
                <a:lnTo>
                  <a:pt x="252413" y="209550"/>
                </a:lnTo>
                <a:lnTo>
                  <a:pt x="242888" y="209550"/>
                </a:lnTo>
                <a:lnTo>
                  <a:pt x="233363" y="209550"/>
                </a:lnTo>
                <a:lnTo>
                  <a:pt x="223838" y="209550"/>
                </a:lnTo>
                <a:lnTo>
                  <a:pt x="214313" y="209550"/>
                </a:lnTo>
                <a:lnTo>
                  <a:pt x="204788" y="209550"/>
                </a:lnTo>
                <a:lnTo>
                  <a:pt x="195263" y="209550"/>
                </a:lnTo>
                <a:lnTo>
                  <a:pt x="185738" y="209550"/>
                </a:lnTo>
                <a:lnTo>
                  <a:pt x="176213" y="209550"/>
                </a:lnTo>
                <a:lnTo>
                  <a:pt x="166688" y="209550"/>
                </a:lnTo>
                <a:lnTo>
                  <a:pt x="157163" y="209550"/>
                </a:lnTo>
                <a:lnTo>
                  <a:pt x="147638" y="209550"/>
                </a:lnTo>
                <a:lnTo>
                  <a:pt x="138113" y="209550"/>
                </a:lnTo>
                <a:lnTo>
                  <a:pt x="128588" y="209550"/>
                </a:lnTo>
                <a:lnTo>
                  <a:pt x="119063" y="209550"/>
                </a:lnTo>
                <a:lnTo>
                  <a:pt x="109538" y="209550"/>
                </a:lnTo>
                <a:lnTo>
                  <a:pt x="100013" y="209550"/>
                </a:lnTo>
                <a:lnTo>
                  <a:pt x="90488" y="209550"/>
                </a:lnTo>
                <a:lnTo>
                  <a:pt x="80963" y="209550"/>
                </a:lnTo>
                <a:lnTo>
                  <a:pt x="71438" y="209550"/>
                </a:lnTo>
                <a:lnTo>
                  <a:pt x="61913" y="209550"/>
                </a:lnTo>
                <a:lnTo>
                  <a:pt x="52388" y="209550"/>
                </a:lnTo>
                <a:lnTo>
                  <a:pt x="42863" y="209550"/>
                </a:lnTo>
                <a:lnTo>
                  <a:pt x="33338" y="209550"/>
                </a:lnTo>
                <a:lnTo>
                  <a:pt x="23813" y="209550"/>
                </a:lnTo>
                <a:lnTo>
                  <a:pt x="14288" y="209550"/>
                </a:lnTo>
                <a:lnTo>
                  <a:pt x="9525" y="204788"/>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828182"/>
          </a:solidFill>
          <a:ln xmlns:a="http://schemas.openxmlformats.org/drawingml/2006/main" w="0">
            <a:noFill/>
            <a:prstDash val="solid"/>
          </a:ln>
        </p:spPr>
      </p:sp>
      <p:sp>
        <p:nvSpPr>
          <p:cNvPr id="877" name="layout-candidate-gray-64-1">
            <a:extLst xmlns:a="http://schemas.openxmlformats.org/drawingml/2006/main">
              <a:ext uri="{FF2B5EF4-FFF2-40B4-BE49-F238E27FC236}">
                <a16:creationId xmlns:a16="http://schemas.microsoft.com/office/drawing/2014/main" id="{437834BC-7BA8-42F0-9895-584D9804CCEE}"/>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828182"/>
          </a:solidFill>
          <a:ln xmlns:a="http://schemas.openxmlformats.org/drawingml/2006/main" w="0">
            <a:noFill/>
            <a:prstDash val="solid"/>
          </a:ln>
        </p:spPr>
      </p:sp>
      <p:sp>
        <p:nvSpPr>
          <p:cNvPr id="878" name="layout-candidate-gray-64-2">
            <a:extLst xmlns:a="http://schemas.openxmlformats.org/drawingml/2006/main">
              <a:ext uri="{FF2B5EF4-FFF2-40B4-BE49-F238E27FC236}">
                <a16:creationId xmlns:a16="http://schemas.microsoft.com/office/drawing/2014/main" id="{4C3BB119-F88F-4EA1-8B0C-9B2E5FB9196B}"/>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828182"/>
          </a:solidFill>
          <a:ln xmlns:a="http://schemas.openxmlformats.org/drawingml/2006/main" w="0">
            <a:noFill/>
            <a:prstDash val="solid"/>
          </a:ln>
        </p:spPr>
      </p:sp>
      <p:sp>
        <p:nvSpPr>
          <p:cNvPr id="879" name="layout-candidate-gray-64-3">
            <a:extLst xmlns:a="http://schemas.openxmlformats.org/drawingml/2006/main">
              <a:ext uri="{FF2B5EF4-FFF2-40B4-BE49-F238E27FC236}">
                <a16:creationId xmlns:a16="http://schemas.microsoft.com/office/drawing/2014/main" id="{573CC75F-1032-4166-93DC-EA7FF120A88C}"/>
              </a:ext>
            </a:extLst>
          </p:cNvPr>
          <p:cNvSpPr>
            <a:spLocks xmlns:a="http://schemas.openxmlformats.org/drawingml/2006/main" noGrp="1"/>
          </p:cNvSpPr>
          <p:nvPr/>
        </p:nvSpPr>
        <p:spPr>
          <a:xfrm xmlns:a="http://schemas.openxmlformats.org/drawingml/2006/main" rot="0">
            <a:off x="13144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828182"/>
          </a:solidFill>
          <a:ln xmlns:a="http://schemas.openxmlformats.org/drawingml/2006/main" w="0">
            <a:noFill/>
            <a:prstDash val="solid"/>
          </a:ln>
        </p:spPr>
      </p:sp>
      <p:sp>
        <p:nvSpPr>
          <p:cNvPr id="880" name="layout-candidate-gray-64-4">
            <a:extLst xmlns:a="http://schemas.openxmlformats.org/drawingml/2006/main">
              <a:ext uri="{FF2B5EF4-FFF2-40B4-BE49-F238E27FC236}">
                <a16:creationId xmlns:a16="http://schemas.microsoft.com/office/drawing/2014/main" id="{00E4B2D7-6D6C-426A-8861-E25D01F13A52}"/>
              </a:ext>
            </a:extLst>
          </p:cNvPr>
          <p:cNvSpPr>
            <a:spLocks xmlns:a="http://schemas.openxmlformats.org/drawingml/2006/main" noGrp="1"/>
          </p:cNvSpPr>
          <p:nvPr/>
        </p:nvSpPr>
        <p:spPr>
          <a:xfrm xmlns:a="http://schemas.openxmlformats.org/drawingml/2006/main" rot="0">
            <a:off x="1352550" y="5429250"/>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828182"/>
          </a:solidFill>
          <a:ln xmlns:a="http://schemas.openxmlformats.org/drawingml/2006/main" w="0">
            <a:noFill/>
            <a:prstDash val="solid"/>
          </a:ln>
        </p:spPr>
      </p:sp>
      <p:sp>
        <p:nvSpPr>
          <p:cNvPr id="881" name="layout-candidate-gray-64-5">
            <a:extLst xmlns:a="http://schemas.openxmlformats.org/drawingml/2006/main">
              <a:ext uri="{FF2B5EF4-FFF2-40B4-BE49-F238E27FC236}">
                <a16:creationId xmlns:a16="http://schemas.microsoft.com/office/drawing/2014/main" id="{81867AE5-2E5C-4179-9DD7-095992CA7838}"/>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828182"/>
          </a:solidFill>
          <a:ln xmlns:a="http://schemas.openxmlformats.org/drawingml/2006/main" w="0">
            <a:noFill/>
            <a:prstDash val="solid"/>
          </a:ln>
        </p:spPr>
      </p:sp>
      <p:sp>
        <p:nvSpPr>
          <p:cNvPr id="882" name="layout-candidate-gray-64-6">
            <a:extLst xmlns:a="http://schemas.openxmlformats.org/drawingml/2006/main">
              <a:ext uri="{FF2B5EF4-FFF2-40B4-BE49-F238E27FC236}">
                <a16:creationId xmlns:a16="http://schemas.microsoft.com/office/drawing/2014/main" id="{933A8D5D-8485-4349-A61F-82377B8479AE}"/>
              </a:ext>
            </a:extLst>
          </p:cNvPr>
          <p:cNvSpPr>
            <a:spLocks xmlns:a="http://schemas.openxmlformats.org/drawingml/2006/main" noGrp="1"/>
          </p:cNvSpPr>
          <p:nvPr/>
        </p:nvSpPr>
        <p:spPr>
          <a:xfrm xmlns:a="http://schemas.openxmlformats.org/drawingml/2006/main" rot="0">
            <a:off x="141922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828182"/>
          </a:solidFill>
          <a:ln xmlns:a="http://schemas.openxmlformats.org/drawingml/2006/main" w="0">
            <a:noFill/>
            <a:prstDash val="solid"/>
          </a:ln>
        </p:spPr>
      </p:sp>
      <p:sp>
        <p:nvSpPr>
          <p:cNvPr id="883" name="layout-candidate-gray-64-7">
            <a:extLst xmlns:a="http://schemas.openxmlformats.org/drawingml/2006/main">
              <a:ext uri="{FF2B5EF4-FFF2-40B4-BE49-F238E27FC236}">
                <a16:creationId xmlns:a16="http://schemas.microsoft.com/office/drawing/2014/main" id="{B351E837-0721-4F53-BD31-3368EC46D657}"/>
              </a:ext>
            </a:extLst>
          </p:cNvPr>
          <p:cNvSpPr>
            <a:spLocks xmlns:a="http://schemas.openxmlformats.org/drawingml/2006/main" noGrp="1"/>
          </p:cNvSpPr>
          <p:nvPr/>
        </p:nvSpPr>
        <p:spPr>
          <a:xfrm xmlns:a="http://schemas.openxmlformats.org/drawingml/2006/main" rot="0">
            <a:off x="1304925" y="543877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828182"/>
          </a:solidFill>
          <a:ln xmlns:a="http://schemas.openxmlformats.org/drawingml/2006/main" w="0">
            <a:noFill/>
            <a:prstDash val="solid"/>
          </a:ln>
        </p:spPr>
      </p:sp>
      <p:sp>
        <p:nvSpPr>
          <p:cNvPr id="884" name="layout-candidate-gray-64-8">
            <a:extLst xmlns:a="http://schemas.openxmlformats.org/drawingml/2006/main">
              <a:ext uri="{FF2B5EF4-FFF2-40B4-BE49-F238E27FC236}">
                <a16:creationId xmlns:a16="http://schemas.microsoft.com/office/drawing/2014/main" id="{06178288-06F3-4F55-809E-5417EFF1A51B}"/>
              </a:ext>
            </a:extLst>
          </p:cNvPr>
          <p:cNvSpPr>
            <a:spLocks xmlns:a="http://schemas.openxmlformats.org/drawingml/2006/main" noGrp="1"/>
          </p:cNvSpPr>
          <p:nvPr/>
        </p:nvSpPr>
        <p:spPr>
          <a:xfrm xmlns:a="http://schemas.openxmlformats.org/drawingml/2006/main" rot="0">
            <a:off x="1371600" y="543877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828182"/>
          </a:solidFill>
          <a:ln xmlns:a="http://schemas.openxmlformats.org/drawingml/2006/main" w="0">
            <a:noFill/>
            <a:prstDash val="solid"/>
          </a:ln>
        </p:spPr>
      </p:sp>
      <p:sp>
        <p:nvSpPr>
          <p:cNvPr id="885" name="layout-candidate-gray-64-9">
            <a:extLst xmlns:a="http://schemas.openxmlformats.org/drawingml/2006/main">
              <a:ext uri="{FF2B5EF4-FFF2-40B4-BE49-F238E27FC236}">
                <a16:creationId xmlns:a16="http://schemas.microsoft.com/office/drawing/2014/main" id="{E0B56DA6-E9C5-4207-A2D8-E2C6A4B57D5D}"/>
              </a:ext>
            </a:extLst>
          </p:cNvPr>
          <p:cNvSpPr>
            <a:spLocks xmlns:a="http://schemas.openxmlformats.org/drawingml/2006/main" noGrp="1"/>
          </p:cNvSpPr>
          <p:nvPr/>
        </p:nvSpPr>
        <p:spPr>
          <a:xfrm xmlns:a="http://schemas.openxmlformats.org/drawingml/2006/main" rot="0">
            <a:off x="12954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828182"/>
          </a:solidFill>
          <a:ln xmlns:a="http://schemas.openxmlformats.org/drawingml/2006/main" w="0">
            <a:noFill/>
            <a:prstDash val="solid"/>
          </a:ln>
        </p:spPr>
      </p:sp>
      <p:sp>
        <p:nvSpPr>
          <p:cNvPr id="886" name="layout-candidate-gray-64-10">
            <a:extLst xmlns:a="http://schemas.openxmlformats.org/drawingml/2006/main">
              <a:ext uri="{FF2B5EF4-FFF2-40B4-BE49-F238E27FC236}">
                <a16:creationId xmlns:a16="http://schemas.microsoft.com/office/drawing/2014/main" id="{A98B8548-773D-4C14-8A28-D4BDB82A7876}"/>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828182"/>
          </a:solidFill>
          <a:ln xmlns:a="http://schemas.openxmlformats.org/drawingml/2006/main" w="0">
            <a:noFill/>
            <a:prstDash val="solid"/>
          </a:ln>
        </p:spPr>
      </p:sp>
      <p:sp>
        <p:nvSpPr>
          <p:cNvPr id="887" name="layout-candidate-gray-67-0">
            <a:extLst xmlns:a="http://schemas.openxmlformats.org/drawingml/2006/main">
              <a:ext uri="{FF2B5EF4-FFF2-40B4-BE49-F238E27FC236}">
                <a16:creationId xmlns:a16="http://schemas.microsoft.com/office/drawing/2014/main" id="{3562489F-6DE2-405D-9FF4-B814C6DF627B}"/>
              </a:ext>
            </a:extLst>
          </p:cNvPr>
          <p:cNvSpPr>
            <a:spLocks xmlns:a="http://schemas.openxmlformats.org/drawingml/2006/main" noGrp="1"/>
          </p:cNvSpPr>
          <p:nvPr/>
        </p:nvSpPr>
        <p:spPr>
          <a:xfrm xmlns:a="http://schemas.openxmlformats.org/drawingml/2006/main" rot="0">
            <a:off x="1133475" y="5000625"/>
            <a:ext cx="485775" cy="400050"/>
          </a:xfrm>
          <a:custGeom xmlns:a="http://schemas.openxmlformats.org/drawingml/2006/main">
            <a:pathLst>
              <a:path w="485775" h="4000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85775" y="4763"/>
                </a:lnTo>
                <a:lnTo>
                  <a:pt x="485775" y="14288"/>
                </a:lnTo>
                <a:lnTo>
                  <a:pt x="485775" y="23813"/>
                </a:lnTo>
                <a:lnTo>
                  <a:pt x="485775" y="33338"/>
                </a:lnTo>
                <a:lnTo>
                  <a:pt x="485775" y="42863"/>
                </a:lnTo>
                <a:lnTo>
                  <a:pt x="485775" y="52388"/>
                </a:lnTo>
                <a:lnTo>
                  <a:pt x="485775" y="61913"/>
                </a:lnTo>
                <a:lnTo>
                  <a:pt x="485775" y="71438"/>
                </a:lnTo>
                <a:lnTo>
                  <a:pt x="485775" y="80963"/>
                </a:lnTo>
                <a:lnTo>
                  <a:pt x="485775" y="90488"/>
                </a:lnTo>
                <a:lnTo>
                  <a:pt x="485775" y="100013"/>
                </a:lnTo>
                <a:lnTo>
                  <a:pt x="485775" y="109538"/>
                </a:lnTo>
                <a:lnTo>
                  <a:pt x="485775" y="119063"/>
                </a:lnTo>
                <a:lnTo>
                  <a:pt x="485775" y="128588"/>
                </a:lnTo>
                <a:lnTo>
                  <a:pt x="485775" y="138113"/>
                </a:lnTo>
                <a:lnTo>
                  <a:pt x="485775" y="147638"/>
                </a:lnTo>
                <a:lnTo>
                  <a:pt x="485775" y="157163"/>
                </a:lnTo>
                <a:lnTo>
                  <a:pt x="485775" y="166688"/>
                </a:lnTo>
                <a:lnTo>
                  <a:pt x="485775" y="176213"/>
                </a:lnTo>
                <a:lnTo>
                  <a:pt x="485775" y="185738"/>
                </a:lnTo>
                <a:lnTo>
                  <a:pt x="485775" y="195263"/>
                </a:lnTo>
                <a:lnTo>
                  <a:pt x="485775" y="204788"/>
                </a:lnTo>
                <a:lnTo>
                  <a:pt x="485775" y="214313"/>
                </a:lnTo>
                <a:lnTo>
                  <a:pt x="485775" y="223838"/>
                </a:lnTo>
                <a:lnTo>
                  <a:pt x="485775" y="233363"/>
                </a:lnTo>
                <a:lnTo>
                  <a:pt x="485775" y="242888"/>
                </a:lnTo>
                <a:lnTo>
                  <a:pt x="485775" y="252413"/>
                </a:lnTo>
                <a:lnTo>
                  <a:pt x="485775" y="261938"/>
                </a:lnTo>
                <a:lnTo>
                  <a:pt x="485775" y="271463"/>
                </a:lnTo>
                <a:lnTo>
                  <a:pt x="485775" y="280988"/>
                </a:lnTo>
                <a:lnTo>
                  <a:pt x="485775" y="290513"/>
                </a:lnTo>
                <a:lnTo>
                  <a:pt x="485775" y="300038"/>
                </a:lnTo>
                <a:lnTo>
                  <a:pt x="485775" y="309563"/>
                </a:lnTo>
                <a:lnTo>
                  <a:pt x="485775" y="319088"/>
                </a:lnTo>
                <a:lnTo>
                  <a:pt x="485775" y="328613"/>
                </a:lnTo>
                <a:lnTo>
                  <a:pt x="485775" y="338138"/>
                </a:lnTo>
                <a:lnTo>
                  <a:pt x="485775" y="347663"/>
                </a:lnTo>
                <a:lnTo>
                  <a:pt x="485775" y="357188"/>
                </a:lnTo>
                <a:lnTo>
                  <a:pt x="485775" y="366713"/>
                </a:lnTo>
                <a:lnTo>
                  <a:pt x="485775" y="376238"/>
                </a:lnTo>
                <a:lnTo>
                  <a:pt x="485775" y="385763"/>
                </a:lnTo>
                <a:lnTo>
                  <a:pt x="481013" y="390525"/>
                </a:lnTo>
                <a:lnTo>
                  <a:pt x="476250" y="395288"/>
                </a:lnTo>
                <a:lnTo>
                  <a:pt x="471488" y="400050"/>
                </a:lnTo>
                <a:lnTo>
                  <a:pt x="461963" y="400050"/>
                </a:lnTo>
                <a:lnTo>
                  <a:pt x="452438" y="400050"/>
                </a:lnTo>
                <a:lnTo>
                  <a:pt x="442913" y="400050"/>
                </a:lnTo>
                <a:lnTo>
                  <a:pt x="433388" y="400050"/>
                </a:lnTo>
                <a:lnTo>
                  <a:pt x="423863" y="400050"/>
                </a:lnTo>
                <a:lnTo>
                  <a:pt x="414338" y="400050"/>
                </a:lnTo>
                <a:lnTo>
                  <a:pt x="404813" y="400050"/>
                </a:lnTo>
                <a:lnTo>
                  <a:pt x="395288" y="400050"/>
                </a:lnTo>
                <a:lnTo>
                  <a:pt x="385763" y="400050"/>
                </a:lnTo>
                <a:lnTo>
                  <a:pt x="376238" y="400050"/>
                </a:lnTo>
                <a:lnTo>
                  <a:pt x="366713" y="400050"/>
                </a:lnTo>
                <a:lnTo>
                  <a:pt x="357188" y="400050"/>
                </a:lnTo>
                <a:lnTo>
                  <a:pt x="347663" y="400050"/>
                </a:lnTo>
                <a:lnTo>
                  <a:pt x="338138" y="400050"/>
                </a:lnTo>
                <a:lnTo>
                  <a:pt x="328613" y="400050"/>
                </a:lnTo>
                <a:lnTo>
                  <a:pt x="319088" y="400050"/>
                </a:lnTo>
                <a:lnTo>
                  <a:pt x="309563" y="400050"/>
                </a:lnTo>
                <a:lnTo>
                  <a:pt x="300038" y="400050"/>
                </a:lnTo>
                <a:lnTo>
                  <a:pt x="290513" y="400050"/>
                </a:lnTo>
                <a:lnTo>
                  <a:pt x="285750" y="395288"/>
                </a:lnTo>
                <a:lnTo>
                  <a:pt x="280988" y="390525"/>
                </a:lnTo>
                <a:lnTo>
                  <a:pt x="276225" y="385763"/>
                </a:lnTo>
                <a:lnTo>
                  <a:pt x="276225" y="376238"/>
                </a:lnTo>
                <a:lnTo>
                  <a:pt x="276225" y="366713"/>
                </a:lnTo>
                <a:lnTo>
                  <a:pt x="276225" y="357188"/>
                </a:lnTo>
                <a:lnTo>
                  <a:pt x="276225" y="347663"/>
                </a:lnTo>
                <a:lnTo>
                  <a:pt x="276225" y="338138"/>
                </a:lnTo>
                <a:lnTo>
                  <a:pt x="276225" y="328613"/>
                </a:lnTo>
                <a:lnTo>
                  <a:pt x="276225" y="319088"/>
                </a:lnTo>
                <a:lnTo>
                  <a:pt x="276225" y="309563"/>
                </a:lnTo>
                <a:lnTo>
                  <a:pt x="276225" y="300038"/>
                </a:lnTo>
                <a:lnTo>
                  <a:pt x="276225" y="290513"/>
                </a:lnTo>
                <a:lnTo>
                  <a:pt x="276225" y="280988"/>
                </a:lnTo>
                <a:lnTo>
                  <a:pt x="276225" y="271463"/>
                </a:lnTo>
                <a:lnTo>
                  <a:pt x="276225" y="261938"/>
                </a:lnTo>
                <a:lnTo>
                  <a:pt x="276225" y="252413"/>
                </a:lnTo>
                <a:lnTo>
                  <a:pt x="276225" y="242888"/>
                </a:lnTo>
                <a:lnTo>
                  <a:pt x="276225" y="233363"/>
                </a:lnTo>
                <a:lnTo>
                  <a:pt x="276225" y="223838"/>
                </a:lnTo>
                <a:lnTo>
                  <a:pt x="276225" y="214313"/>
                </a:lnTo>
                <a:lnTo>
                  <a:pt x="271463" y="209550"/>
                </a:lnTo>
                <a:lnTo>
                  <a:pt x="261938" y="209550"/>
                </a:lnTo>
                <a:lnTo>
                  <a:pt x="252413" y="209550"/>
                </a:lnTo>
                <a:lnTo>
                  <a:pt x="242888" y="209550"/>
                </a:lnTo>
                <a:lnTo>
                  <a:pt x="233363" y="209550"/>
                </a:lnTo>
                <a:lnTo>
                  <a:pt x="223838" y="209550"/>
                </a:lnTo>
                <a:lnTo>
                  <a:pt x="214313" y="209550"/>
                </a:lnTo>
                <a:lnTo>
                  <a:pt x="204788" y="209550"/>
                </a:lnTo>
                <a:lnTo>
                  <a:pt x="195263" y="209550"/>
                </a:lnTo>
                <a:lnTo>
                  <a:pt x="185738" y="209550"/>
                </a:lnTo>
                <a:lnTo>
                  <a:pt x="176213" y="209550"/>
                </a:lnTo>
                <a:lnTo>
                  <a:pt x="166688" y="209550"/>
                </a:lnTo>
                <a:lnTo>
                  <a:pt x="157163" y="209550"/>
                </a:lnTo>
                <a:lnTo>
                  <a:pt x="147638" y="209550"/>
                </a:lnTo>
                <a:lnTo>
                  <a:pt x="138113" y="209550"/>
                </a:lnTo>
                <a:lnTo>
                  <a:pt x="128588" y="209550"/>
                </a:lnTo>
                <a:lnTo>
                  <a:pt x="119063" y="209550"/>
                </a:lnTo>
                <a:lnTo>
                  <a:pt x="109538" y="209550"/>
                </a:lnTo>
                <a:lnTo>
                  <a:pt x="100013" y="209550"/>
                </a:lnTo>
                <a:lnTo>
                  <a:pt x="90488" y="209550"/>
                </a:lnTo>
                <a:lnTo>
                  <a:pt x="80963" y="209550"/>
                </a:lnTo>
                <a:lnTo>
                  <a:pt x="71438" y="209550"/>
                </a:lnTo>
                <a:lnTo>
                  <a:pt x="61913" y="209550"/>
                </a:lnTo>
                <a:lnTo>
                  <a:pt x="52388" y="209550"/>
                </a:lnTo>
                <a:lnTo>
                  <a:pt x="42863" y="209550"/>
                </a:lnTo>
                <a:lnTo>
                  <a:pt x="33338" y="209550"/>
                </a:lnTo>
                <a:lnTo>
                  <a:pt x="23813" y="209550"/>
                </a:lnTo>
                <a:lnTo>
                  <a:pt x="14288" y="209550"/>
                </a:lnTo>
                <a:lnTo>
                  <a:pt x="9525" y="204788"/>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878687"/>
          </a:solidFill>
          <a:ln xmlns:a="http://schemas.openxmlformats.org/drawingml/2006/main" w="0">
            <a:noFill/>
            <a:prstDash val="solid"/>
          </a:ln>
        </p:spPr>
      </p:sp>
      <p:sp>
        <p:nvSpPr>
          <p:cNvPr id="888" name="layout-candidate-gray-67-1">
            <a:extLst xmlns:a="http://schemas.openxmlformats.org/drawingml/2006/main">
              <a:ext uri="{FF2B5EF4-FFF2-40B4-BE49-F238E27FC236}">
                <a16:creationId xmlns:a16="http://schemas.microsoft.com/office/drawing/2014/main" id="{E903EBCD-2992-4CE5-8E21-9465FBFC7763}"/>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878687"/>
          </a:solidFill>
          <a:ln xmlns:a="http://schemas.openxmlformats.org/drawingml/2006/main" w="0">
            <a:noFill/>
            <a:prstDash val="solid"/>
          </a:ln>
        </p:spPr>
      </p:sp>
      <p:sp>
        <p:nvSpPr>
          <p:cNvPr id="889" name="layout-candidate-gray-67-2">
            <a:extLst xmlns:a="http://schemas.openxmlformats.org/drawingml/2006/main">
              <a:ext uri="{FF2B5EF4-FFF2-40B4-BE49-F238E27FC236}">
                <a16:creationId xmlns:a16="http://schemas.microsoft.com/office/drawing/2014/main" id="{7A03F29C-AC5B-48C0-B25F-2BCD29DDFAEC}"/>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878687"/>
          </a:solidFill>
          <a:ln xmlns:a="http://schemas.openxmlformats.org/drawingml/2006/main" w="0">
            <a:noFill/>
            <a:prstDash val="solid"/>
          </a:ln>
        </p:spPr>
      </p:sp>
      <p:sp>
        <p:nvSpPr>
          <p:cNvPr id="890" name="layout-candidate-gray-67-3">
            <a:extLst xmlns:a="http://schemas.openxmlformats.org/drawingml/2006/main">
              <a:ext uri="{FF2B5EF4-FFF2-40B4-BE49-F238E27FC236}">
                <a16:creationId xmlns:a16="http://schemas.microsoft.com/office/drawing/2014/main" id="{774765CB-809F-49C7-90FF-21CFE5078090}"/>
              </a:ext>
            </a:extLst>
          </p:cNvPr>
          <p:cNvSpPr>
            <a:spLocks xmlns:a="http://schemas.openxmlformats.org/drawingml/2006/main" noGrp="1"/>
          </p:cNvSpPr>
          <p:nvPr/>
        </p:nvSpPr>
        <p:spPr>
          <a:xfrm xmlns:a="http://schemas.openxmlformats.org/drawingml/2006/main" rot="0">
            <a:off x="13144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878687"/>
          </a:solidFill>
          <a:ln xmlns:a="http://schemas.openxmlformats.org/drawingml/2006/main" w="0">
            <a:noFill/>
            <a:prstDash val="solid"/>
          </a:ln>
        </p:spPr>
      </p:sp>
      <p:sp>
        <p:nvSpPr>
          <p:cNvPr id="891" name="layout-candidate-gray-67-4">
            <a:extLst xmlns:a="http://schemas.openxmlformats.org/drawingml/2006/main">
              <a:ext uri="{FF2B5EF4-FFF2-40B4-BE49-F238E27FC236}">
                <a16:creationId xmlns:a16="http://schemas.microsoft.com/office/drawing/2014/main" id="{C10F30BE-58D4-4853-A739-410C49874899}"/>
              </a:ext>
            </a:extLst>
          </p:cNvPr>
          <p:cNvSpPr>
            <a:spLocks xmlns:a="http://schemas.openxmlformats.org/drawingml/2006/main" noGrp="1"/>
          </p:cNvSpPr>
          <p:nvPr/>
        </p:nvSpPr>
        <p:spPr>
          <a:xfrm xmlns:a="http://schemas.openxmlformats.org/drawingml/2006/main" rot="0">
            <a:off x="1352550" y="5429250"/>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878687"/>
          </a:solidFill>
          <a:ln xmlns:a="http://schemas.openxmlformats.org/drawingml/2006/main" w="0">
            <a:noFill/>
            <a:prstDash val="solid"/>
          </a:ln>
        </p:spPr>
      </p:sp>
      <p:sp>
        <p:nvSpPr>
          <p:cNvPr id="892" name="layout-candidate-gray-67-5">
            <a:extLst xmlns:a="http://schemas.openxmlformats.org/drawingml/2006/main">
              <a:ext uri="{FF2B5EF4-FFF2-40B4-BE49-F238E27FC236}">
                <a16:creationId xmlns:a16="http://schemas.microsoft.com/office/drawing/2014/main" id="{E73A4080-9DA8-4BF7-A7E9-22DFEFAF911B}"/>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878687"/>
          </a:solidFill>
          <a:ln xmlns:a="http://schemas.openxmlformats.org/drawingml/2006/main" w="0">
            <a:noFill/>
            <a:prstDash val="solid"/>
          </a:ln>
        </p:spPr>
      </p:sp>
      <p:sp>
        <p:nvSpPr>
          <p:cNvPr id="893" name="layout-candidate-gray-67-6">
            <a:extLst xmlns:a="http://schemas.openxmlformats.org/drawingml/2006/main">
              <a:ext uri="{FF2B5EF4-FFF2-40B4-BE49-F238E27FC236}">
                <a16:creationId xmlns:a16="http://schemas.microsoft.com/office/drawing/2014/main" id="{4319C660-A3E9-4587-8AC8-979E420A57C6}"/>
              </a:ext>
            </a:extLst>
          </p:cNvPr>
          <p:cNvSpPr>
            <a:spLocks xmlns:a="http://schemas.openxmlformats.org/drawingml/2006/main" noGrp="1"/>
          </p:cNvSpPr>
          <p:nvPr/>
        </p:nvSpPr>
        <p:spPr>
          <a:xfrm xmlns:a="http://schemas.openxmlformats.org/drawingml/2006/main" rot="0">
            <a:off x="141922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878687"/>
          </a:solidFill>
          <a:ln xmlns:a="http://schemas.openxmlformats.org/drawingml/2006/main" w="0">
            <a:noFill/>
            <a:prstDash val="solid"/>
          </a:ln>
        </p:spPr>
      </p:sp>
      <p:sp>
        <p:nvSpPr>
          <p:cNvPr id="894" name="layout-candidate-gray-67-7">
            <a:extLst xmlns:a="http://schemas.openxmlformats.org/drawingml/2006/main">
              <a:ext uri="{FF2B5EF4-FFF2-40B4-BE49-F238E27FC236}">
                <a16:creationId xmlns:a16="http://schemas.microsoft.com/office/drawing/2014/main" id="{DE4FD850-BF01-4967-B55F-6305A62F83D0}"/>
              </a:ext>
            </a:extLst>
          </p:cNvPr>
          <p:cNvSpPr>
            <a:spLocks xmlns:a="http://schemas.openxmlformats.org/drawingml/2006/main" noGrp="1"/>
          </p:cNvSpPr>
          <p:nvPr/>
        </p:nvSpPr>
        <p:spPr>
          <a:xfrm xmlns:a="http://schemas.openxmlformats.org/drawingml/2006/main" rot="0">
            <a:off x="1304925" y="543877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878687"/>
          </a:solidFill>
          <a:ln xmlns:a="http://schemas.openxmlformats.org/drawingml/2006/main" w="0">
            <a:noFill/>
            <a:prstDash val="solid"/>
          </a:ln>
        </p:spPr>
      </p:sp>
      <p:sp>
        <p:nvSpPr>
          <p:cNvPr id="895" name="layout-candidate-gray-67-8">
            <a:extLst xmlns:a="http://schemas.openxmlformats.org/drawingml/2006/main">
              <a:ext uri="{FF2B5EF4-FFF2-40B4-BE49-F238E27FC236}">
                <a16:creationId xmlns:a16="http://schemas.microsoft.com/office/drawing/2014/main" id="{C16C085D-0E69-4780-BC01-E496019C2F90}"/>
              </a:ext>
            </a:extLst>
          </p:cNvPr>
          <p:cNvSpPr>
            <a:spLocks xmlns:a="http://schemas.openxmlformats.org/drawingml/2006/main" noGrp="1"/>
          </p:cNvSpPr>
          <p:nvPr/>
        </p:nvSpPr>
        <p:spPr>
          <a:xfrm xmlns:a="http://schemas.openxmlformats.org/drawingml/2006/main" rot="0">
            <a:off x="1381125" y="543877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878687"/>
          </a:solidFill>
          <a:ln xmlns:a="http://schemas.openxmlformats.org/drawingml/2006/main" w="0">
            <a:noFill/>
            <a:prstDash val="solid"/>
          </a:ln>
        </p:spPr>
      </p:sp>
      <p:sp>
        <p:nvSpPr>
          <p:cNvPr id="896" name="layout-candidate-gray-67-9">
            <a:extLst xmlns:a="http://schemas.openxmlformats.org/drawingml/2006/main">
              <a:ext uri="{FF2B5EF4-FFF2-40B4-BE49-F238E27FC236}">
                <a16:creationId xmlns:a16="http://schemas.microsoft.com/office/drawing/2014/main" id="{93A63755-8778-42A9-A7D9-ECF1190520DB}"/>
              </a:ext>
            </a:extLst>
          </p:cNvPr>
          <p:cNvSpPr>
            <a:spLocks xmlns:a="http://schemas.openxmlformats.org/drawingml/2006/main" noGrp="1"/>
          </p:cNvSpPr>
          <p:nvPr/>
        </p:nvSpPr>
        <p:spPr>
          <a:xfrm xmlns:a="http://schemas.openxmlformats.org/drawingml/2006/main" rot="0">
            <a:off x="12954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878687"/>
          </a:solidFill>
          <a:ln xmlns:a="http://schemas.openxmlformats.org/drawingml/2006/main" w="0">
            <a:noFill/>
            <a:prstDash val="solid"/>
          </a:ln>
        </p:spPr>
      </p:sp>
      <p:sp>
        <p:nvSpPr>
          <p:cNvPr id="897" name="layout-candidate-gray-67-10">
            <a:extLst xmlns:a="http://schemas.openxmlformats.org/drawingml/2006/main">
              <a:ext uri="{FF2B5EF4-FFF2-40B4-BE49-F238E27FC236}">
                <a16:creationId xmlns:a16="http://schemas.microsoft.com/office/drawing/2014/main" id="{32155F0B-CD63-49C3-B8EF-FF7D571195BC}"/>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878687"/>
          </a:solidFill>
          <a:ln xmlns:a="http://schemas.openxmlformats.org/drawingml/2006/main" w="0">
            <a:noFill/>
            <a:prstDash val="solid"/>
          </a:ln>
        </p:spPr>
      </p:sp>
      <p:sp>
        <p:nvSpPr>
          <p:cNvPr id="898" name="layout-candidate-gray-68-0">
            <a:extLst xmlns:a="http://schemas.openxmlformats.org/drawingml/2006/main">
              <a:ext uri="{FF2B5EF4-FFF2-40B4-BE49-F238E27FC236}">
                <a16:creationId xmlns:a16="http://schemas.microsoft.com/office/drawing/2014/main" id="{959A1194-305B-4A63-BF60-E6D004097134}"/>
              </a:ext>
            </a:extLst>
          </p:cNvPr>
          <p:cNvSpPr>
            <a:spLocks xmlns:a="http://schemas.openxmlformats.org/drawingml/2006/main" noGrp="1"/>
          </p:cNvSpPr>
          <p:nvPr/>
        </p:nvSpPr>
        <p:spPr>
          <a:xfrm xmlns:a="http://schemas.openxmlformats.org/drawingml/2006/main" rot="0">
            <a:off x="1133475" y="5000625"/>
            <a:ext cx="485775" cy="400050"/>
          </a:xfrm>
          <a:custGeom xmlns:a="http://schemas.openxmlformats.org/drawingml/2006/main">
            <a:pathLst>
              <a:path w="485775" h="4000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85775" y="4763"/>
                </a:lnTo>
                <a:lnTo>
                  <a:pt x="485775" y="14288"/>
                </a:lnTo>
                <a:lnTo>
                  <a:pt x="485775" y="23813"/>
                </a:lnTo>
                <a:lnTo>
                  <a:pt x="485775" y="33338"/>
                </a:lnTo>
                <a:lnTo>
                  <a:pt x="485775" y="42863"/>
                </a:lnTo>
                <a:lnTo>
                  <a:pt x="485775" y="52388"/>
                </a:lnTo>
                <a:lnTo>
                  <a:pt x="485775" y="61913"/>
                </a:lnTo>
                <a:lnTo>
                  <a:pt x="485775" y="71438"/>
                </a:lnTo>
                <a:lnTo>
                  <a:pt x="485775" y="80963"/>
                </a:lnTo>
                <a:lnTo>
                  <a:pt x="485775" y="90488"/>
                </a:lnTo>
                <a:lnTo>
                  <a:pt x="485775" y="100013"/>
                </a:lnTo>
                <a:lnTo>
                  <a:pt x="485775" y="109538"/>
                </a:lnTo>
                <a:lnTo>
                  <a:pt x="485775" y="119063"/>
                </a:lnTo>
                <a:lnTo>
                  <a:pt x="485775" y="128588"/>
                </a:lnTo>
                <a:lnTo>
                  <a:pt x="485775" y="138113"/>
                </a:lnTo>
                <a:lnTo>
                  <a:pt x="485775" y="147638"/>
                </a:lnTo>
                <a:lnTo>
                  <a:pt x="485775" y="157163"/>
                </a:lnTo>
                <a:lnTo>
                  <a:pt x="485775" y="166688"/>
                </a:lnTo>
                <a:lnTo>
                  <a:pt x="485775" y="176213"/>
                </a:lnTo>
                <a:lnTo>
                  <a:pt x="485775" y="185738"/>
                </a:lnTo>
                <a:lnTo>
                  <a:pt x="485775" y="195263"/>
                </a:lnTo>
                <a:lnTo>
                  <a:pt x="485775" y="204788"/>
                </a:lnTo>
                <a:lnTo>
                  <a:pt x="485775" y="214313"/>
                </a:lnTo>
                <a:lnTo>
                  <a:pt x="485775" y="223838"/>
                </a:lnTo>
                <a:lnTo>
                  <a:pt x="485775" y="233363"/>
                </a:lnTo>
                <a:lnTo>
                  <a:pt x="485775" y="242888"/>
                </a:lnTo>
                <a:lnTo>
                  <a:pt x="485775" y="252413"/>
                </a:lnTo>
                <a:lnTo>
                  <a:pt x="485775" y="261938"/>
                </a:lnTo>
                <a:lnTo>
                  <a:pt x="485775" y="271463"/>
                </a:lnTo>
                <a:lnTo>
                  <a:pt x="485775" y="280988"/>
                </a:lnTo>
                <a:lnTo>
                  <a:pt x="485775" y="290513"/>
                </a:lnTo>
                <a:lnTo>
                  <a:pt x="485775" y="300038"/>
                </a:lnTo>
                <a:lnTo>
                  <a:pt x="485775" y="309563"/>
                </a:lnTo>
                <a:lnTo>
                  <a:pt x="485775" y="319088"/>
                </a:lnTo>
                <a:lnTo>
                  <a:pt x="485775" y="328613"/>
                </a:lnTo>
                <a:lnTo>
                  <a:pt x="485775" y="338138"/>
                </a:lnTo>
                <a:lnTo>
                  <a:pt x="485775" y="347663"/>
                </a:lnTo>
                <a:lnTo>
                  <a:pt x="485775" y="357188"/>
                </a:lnTo>
                <a:lnTo>
                  <a:pt x="485775" y="366713"/>
                </a:lnTo>
                <a:lnTo>
                  <a:pt x="485775" y="376238"/>
                </a:lnTo>
                <a:lnTo>
                  <a:pt x="485775" y="385763"/>
                </a:lnTo>
                <a:lnTo>
                  <a:pt x="481013" y="390525"/>
                </a:lnTo>
                <a:lnTo>
                  <a:pt x="476250" y="395288"/>
                </a:lnTo>
                <a:lnTo>
                  <a:pt x="471488" y="400050"/>
                </a:lnTo>
                <a:lnTo>
                  <a:pt x="461963" y="400050"/>
                </a:lnTo>
                <a:lnTo>
                  <a:pt x="452438" y="400050"/>
                </a:lnTo>
                <a:lnTo>
                  <a:pt x="442913" y="400050"/>
                </a:lnTo>
                <a:lnTo>
                  <a:pt x="433388" y="400050"/>
                </a:lnTo>
                <a:lnTo>
                  <a:pt x="423863" y="400050"/>
                </a:lnTo>
                <a:lnTo>
                  <a:pt x="414338" y="400050"/>
                </a:lnTo>
                <a:lnTo>
                  <a:pt x="404813" y="400050"/>
                </a:lnTo>
                <a:lnTo>
                  <a:pt x="395288" y="400050"/>
                </a:lnTo>
                <a:lnTo>
                  <a:pt x="385763" y="400050"/>
                </a:lnTo>
                <a:lnTo>
                  <a:pt x="376238" y="400050"/>
                </a:lnTo>
                <a:lnTo>
                  <a:pt x="366713" y="400050"/>
                </a:lnTo>
                <a:lnTo>
                  <a:pt x="357188" y="400050"/>
                </a:lnTo>
                <a:lnTo>
                  <a:pt x="347663" y="400050"/>
                </a:lnTo>
                <a:lnTo>
                  <a:pt x="338138" y="400050"/>
                </a:lnTo>
                <a:lnTo>
                  <a:pt x="328613" y="400050"/>
                </a:lnTo>
                <a:lnTo>
                  <a:pt x="319088" y="400050"/>
                </a:lnTo>
                <a:lnTo>
                  <a:pt x="309563" y="400050"/>
                </a:lnTo>
                <a:lnTo>
                  <a:pt x="300038" y="400050"/>
                </a:lnTo>
                <a:lnTo>
                  <a:pt x="290513" y="400050"/>
                </a:lnTo>
                <a:lnTo>
                  <a:pt x="285750" y="395288"/>
                </a:lnTo>
                <a:lnTo>
                  <a:pt x="280988" y="390525"/>
                </a:lnTo>
                <a:lnTo>
                  <a:pt x="276225" y="385763"/>
                </a:lnTo>
                <a:lnTo>
                  <a:pt x="276225" y="376238"/>
                </a:lnTo>
                <a:lnTo>
                  <a:pt x="276225" y="366713"/>
                </a:lnTo>
                <a:lnTo>
                  <a:pt x="276225" y="357188"/>
                </a:lnTo>
                <a:lnTo>
                  <a:pt x="276225" y="347663"/>
                </a:lnTo>
                <a:lnTo>
                  <a:pt x="276225" y="338138"/>
                </a:lnTo>
                <a:lnTo>
                  <a:pt x="276225" y="328613"/>
                </a:lnTo>
                <a:lnTo>
                  <a:pt x="276225" y="319088"/>
                </a:lnTo>
                <a:lnTo>
                  <a:pt x="276225" y="309563"/>
                </a:lnTo>
                <a:lnTo>
                  <a:pt x="276225" y="300038"/>
                </a:lnTo>
                <a:lnTo>
                  <a:pt x="276225" y="290513"/>
                </a:lnTo>
                <a:lnTo>
                  <a:pt x="276225" y="280988"/>
                </a:lnTo>
                <a:lnTo>
                  <a:pt x="276225" y="271463"/>
                </a:lnTo>
                <a:lnTo>
                  <a:pt x="276225" y="261938"/>
                </a:lnTo>
                <a:lnTo>
                  <a:pt x="276225" y="252413"/>
                </a:lnTo>
                <a:lnTo>
                  <a:pt x="276225" y="242888"/>
                </a:lnTo>
                <a:lnTo>
                  <a:pt x="276225" y="233363"/>
                </a:lnTo>
                <a:lnTo>
                  <a:pt x="276225" y="223838"/>
                </a:lnTo>
                <a:lnTo>
                  <a:pt x="276225" y="214313"/>
                </a:lnTo>
                <a:lnTo>
                  <a:pt x="271463" y="209550"/>
                </a:lnTo>
                <a:lnTo>
                  <a:pt x="261938" y="209550"/>
                </a:lnTo>
                <a:lnTo>
                  <a:pt x="252413" y="209550"/>
                </a:lnTo>
                <a:lnTo>
                  <a:pt x="242888" y="209550"/>
                </a:lnTo>
                <a:lnTo>
                  <a:pt x="233363" y="209550"/>
                </a:lnTo>
                <a:lnTo>
                  <a:pt x="223838" y="209550"/>
                </a:lnTo>
                <a:lnTo>
                  <a:pt x="214313" y="209550"/>
                </a:lnTo>
                <a:lnTo>
                  <a:pt x="204788" y="209550"/>
                </a:lnTo>
                <a:lnTo>
                  <a:pt x="195263" y="209550"/>
                </a:lnTo>
                <a:lnTo>
                  <a:pt x="185738" y="209550"/>
                </a:lnTo>
                <a:lnTo>
                  <a:pt x="176213" y="209550"/>
                </a:lnTo>
                <a:lnTo>
                  <a:pt x="166688" y="209550"/>
                </a:lnTo>
                <a:lnTo>
                  <a:pt x="157163" y="209550"/>
                </a:lnTo>
                <a:lnTo>
                  <a:pt x="147638" y="209550"/>
                </a:lnTo>
                <a:lnTo>
                  <a:pt x="138113" y="209550"/>
                </a:lnTo>
                <a:lnTo>
                  <a:pt x="128588" y="209550"/>
                </a:lnTo>
                <a:lnTo>
                  <a:pt x="119063" y="209550"/>
                </a:lnTo>
                <a:lnTo>
                  <a:pt x="109538" y="209550"/>
                </a:lnTo>
                <a:lnTo>
                  <a:pt x="100013" y="209550"/>
                </a:lnTo>
                <a:lnTo>
                  <a:pt x="90488" y="209550"/>
                </a:lnTo>
                <a:lnTo>
                  <a:pt x="80963" y="209550"/>
                </a:lnTo>
                <a:lnTo>
                  <a:pt x="71438" y="209550"/>
                </a:lnTo>
                <a:lnTo>
                  <a:pt x="61913" y="209550"/>
                </a:lnTo>
                <a:lnTo>
                  <a:pt x="52388" y="209550"/>
                </a:lnTo>
                <a:lnTo>
                  <a:pt x="42863" y="209550"/>
                </a:lnTo>
                <a:lnTo>
                  <a:pt x="33338" y="209550"/>
                </a:lnTo>
                <a:lnTo>
                  <a:pt x="23813" y="209550"/>
                </a:lnTo>
                <a:lnTo>
                  <a:pt x="14288" y="209550"/>
                </a:lnTo>
                <a:lnTo>
                  <a:pt x="9525" y="204788"/>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888789"/>
          </a:solidFill>
          <a:ln xmlns:a="http://schemas.openxmlformats.org/drawingml/2006/main" w="0">
            <a:noFill/>
            <a:prstDash val="solid"/>
          </a:ln>
        </p:spPr>
      </p:sp>
      <p:sp>
        <p:nvSpPr>
          <p:cNvPr id="899" name="layout-candidate-gray-68-1">
            <a:extLst xmlns:a="http://schemas.openxmlformats.org/drawingml/2006/main">
              <a:ext uri="{FF2B5EF4-FFF2-40B4-BE49-F238E27FC236}">
                <a16:creationId xmlns:a16="http://schemas.microsoft.com/office/drawing/2014/main" id="{8EC68B58-FD37-47C2-9342-916142B4A416}"/>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888789"/>
          </a:solidFill>
          <a:ln xmlns:a="http://schemas.openxmlformats.org/drawingml/2006/main" w="0">
            <a:noFill/>
            <a:prstDash val="solid"/>
          </a:ln>
        </p:spPr>
      </p:sp>
      <p:sp>
        <p:nvSpPr>
          <p:cNvPr id="900" name="layout-candidate-gray-68-2">
            <a:extLst xmlns:a="http://schemas.openxmlformats.org/drawingml/2006/main">
              <a:ext uri="{FF2B5EF4-FFF2-40B4-BE49-F238E27FC236}">
                <a16:creationId xmlns:a16="http://schemas.microsoft.com/office/drawing/2014/main" id="{508BB869-B7AB-43C2-9087-F9FFD0F71B1C}"/>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888789"/>
          </a:solidFill>
          <a:ln xmlns:a="http://schemas.openxmlformats.org/drawingml/2006/main" w="0">
            <a:noFill/>
            <a:prstDash val="solid"/>
          </a:ln>
        </p:spPr>
      </p:sp>
      <p:sp>
        <p:nvSpPr>
          <p:cNvPr id="901" name="layout-candidate-gray-68-3">
            <a:extLst xmlns:a="http://schemas.openxmlformats.org/drawingml/2006/main">
              <a:ext uri="{FF2B5EF4-FFF2-40B4-BE49-F238E27FC236}">
                <a16:creationId xmlns:a16="http://schemas.microsoft.com/office/drawing/2014/main" id="{2E366289-0EDF-44DB-BF52-35767711E158}"/>
              </a:ext>
            </a:extLst>
          </p:cNvPr>
          <p:cNvSpPr>
            <a:spLocks xmlns:a="http://schemas.openxmlformats.org/drawingml/2006/main" noGrp="1"/>
          </p:cNvSpPr>
          <p:nvPr/>
        </p:nvSpPr>
        <p:spPr>
          <a:xfrm xmlns:a="http://schemas.openxmlformats.org/drawingml/2006/main" rot="0">
            <a:off x="13144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888789"/>
          </a:solidFill>
          <a:ln xmlns:a="http://schemas.openxmlformats.org/drawingml/2006/main" w="0">
            <a:noFill/>
            <a:prstDash val="solid"/>
          </a:ln>
        </p:spPr>
      </p:sp>
      <p:sp>
        <p:nvSpPr>
          <p:cNvPr id="902" name="layout-candidate-gray-68-4">
            <a:extLst xmlns:a="http://schemas.openxmlformats.org/drawingml/2006/main">
              <a:ext uri="{FF2B5EF4-FFF2-40B4-BE49-F238E27FC236}">
                <a16:creationId xmlns:a16="http://schemas.microsoft.com/office/drawing/2014/main" id="{70FD1CCC-A189-495E-BB0B-E99EB2BC29BA}"/>
              </a:ext>
            </a:extLst>
          </p:cNvPr>
          <p:cNvSpPr>
            <a:spLocks xmlns:a="http://schemas.openxmlformats.org/drawingml/2006/main" noGrp="1"/>
          </p:cNvSpPr>
          <p:nvPr/>
        </p:nvSpPr>
        <p:spPr>
          <a:xfrm xmlns:a="http://schemas.openxmlformats.org/drawingml/2006/main" rot="0">
            <a:off x="1352550" y="5429250"/>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888789"/>
          </a:solidFill>
          <a:ln xmlns:a="http://schemas.openxmlformats.org/drawingml/2006/main" w="0">
            <a:noFill/>
            <a:prstDash val="solid"/>
          </a:ln>
        </p:spPr>
      </p:sp>
      <p:sp>
        <p:nvSpPr>
          <p:cNvPr id="903" name="layout-candidate-gray-68-5">
            <a:extLst xmlns:a="http://schemas.openxmlformats.org/drawingml/2006/main">
              <a:ext uri="{FF2B5EF4-FFF2-40B4-BE49-F238E27FC236}">
                <a16:creationId xmlns:a16="http://schemas.microsoft.com/office/drawing/2014/main" id="{2FD75C64-6C41-4893-8A9A-351A4319A69F}"/>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888789"/>
          </a:solidFill>
          <a:ln xmlns:a="http://schemas.openxmlformats.org/drawingml/2006/main" w="0">
            <a:noFill/>
            <a:prstDash val="solid"/>
          </a:ln>
        </p:spPr>
      </p:sp>
      <p:sp>
        <p:nvSpPr>
          <p:cNvPr id="904" name="layout-candidate-gray-68-6">
            <a:extLst xmlns:a="http://schemas.openxmlformats.org/drawingml/2006/main">
              <a:ext uri="{FF2B5EF4-FFF2-40B4-BE49-F238E27FC236}">
                <a16:creationId xmlns:a16="http://schemas.microsoft.com/office/drawing/2014/main" id="{290283F1-346F-41CF-AC39-E4F585D7C707}"/>
              </a:ext>
            </a:extLst>
          </p:cNvPr>
          <p:cNvSpPr>
            <a:spLocks xmlns:a="http://schemas.openxmlformats.org/drawingml/2006/main" noGrp="1"/>
          </p:cNvSpPr>
          <p:nvPr/>
        </p:nvSpPr>
        <p:spPr>
          <a:xfrm xmlns:a="http://schemas.openxmlformats.org/drawingml/2006/main" rot="0">
            <a:off x="141922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888789"/>
          </a:solidFill>
          <a:ln xmlns:a="http://schemas.openxmlformats.org/drawingml/2006/main" w="0">
            <a:noFill/>
            <a:prstDash val="solid"/>
          </a:ln>
        </p:spPr>
      </p:sp>
      <p:sp>
        <p:nvSpPr>
          <p:cNvPr id="905" name="layout-candidate-gray-68-7">
            <a:extLst xmlns:a="http://schemas.openxmlformats.org/drawingml/2006/main">
              <a:ext uri="{FF2B5EF4-FFF2-40B4-BE49-F238E27FC236}">
                <a16:creationId xmlns:a16="http://schemas.microsoft.com/office/drawing/2014/main" id="{40F8D5EC-D8D4-4A00-90B9-977F23C1EE06}"/>
              </a:ext>
            </a:extLst>
          </p:cNvPr>
          <p:cNvSpPr>
            <a:spLocks xmlns:a="http://schemas.openxmlformats.org/drawingml/2006/main" noGrp="1"/>
          </p:cNvSpPr>
          <p:nvPr/>
        </p:nvSpPr>
        <p:spPr>
          <a:xfrm xmlns:a="http://schemas.openxmlformats.org/drawingml/2006/main" rot="0">
            <a:off x="1381125" y="543877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888789"/>
          </a:solidFill>
          <a:ln xmlns:a="http://schemas.openxmlformats.org/drawingml/2006/main" w="0">
            <a:noFill/>
            <a:prstDash val="solid"/>
          </a:ln>
        </p:spPr>
      </p:sp>
      <p:sp>
        <p:nvSpPr>
          <p:cNvPr id="906" name="layout-candidate-gray-68-8">
            <a:extLst xmlns:a="http://schemas.openxmlformats.org/drawingml/2006/main">
              <a:ext uri="{FF2B5EF4-FFF2-40B4-BE49-F238E27FC236}">
                <a16:creationId xmlns:a16="http://schemas.microsoft.com/office/drawing/2014/main" id="{E589A1CF-A96F-493C-B579-280F2DA75994}"/>
              </a:ext>
            </a:extLst>
          </p:cNvPr>
          <p:cNvSpPr>
            <a:spLocks xmlns:a="http://schemas.openxmlformats.org/drawingml/2006/main" noGrp="1"/>
          </p:cNvSpPr>
          <p:nvPr/>
        </p:nvSpPr>
        <p:spPr>
          <a:xfrm xmlns:a="http://schemas.openxmlformats.org/drawingml/2006/main" rot="0">
            <a:off x="12954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888789"/>
          </a:solidFill>
          <a:ln xmlns:a="http://schemas.openxmlformats.org/drawingml/2006/main" w="0">
            <a:noFill/>
            <a:prstDash val="solid"/>
          </a:ln>
        </p:spPr>
      </p:sp>
      <p:sp>
        <p:nvSpPr>
          <p:cNvPr id="907" name="layout-candidate-gray-68-9">
            <a:extLst xmlns:a="http://schemas.openxmlformats.org/drawingml/2006/main">
              <a:ext uri="{FF2B5EF4-FFF2-40B4-BE49-F238E27FC236}">
                <a16:creationId xmlns:a16="http://schemas.microsoft.com/office/drawing/2014/main" id="{C94C3232-5DD4-4237-926E-2AF509C5D476}"/>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888789"/>
          </a:solidFill>
          <a:ln xmlns:a="http://schemas.openxmlformats.org/drawingml/2006/main" w="0">
            <a:noFill/>
            <a:prstDash val="solid"/>
          </a:ln>
        </p:spPr>
      </p:sp>
      <p:sp>
        <p:nvSpPr>
          <p:cNvPr id="908" name="layout-candidate-gray-85-0">
            <a:extLst xmlns:a="http://schemas.openxmlformats.org/drawingml/2006/main">
              <a:ext uri="{FF2B5EF4-FFF2-40B4-BE49-F238E27FC236}">
                <a16:creationId xmlns:a16="http://schemas.microsoft.com/office/drawing/2014/main" id="{428D4E1F-7AB7-4811-8469-CAF821779262}"/>
              </a:ext>
            </a:extLst>
          </p:cNvPr>
          <p:cNvSpPr>
            <a:spLocks xmlns:a="http://schemas.openxmlformats.org/drawingml/2006/main" noGrp="1"/>
          </p:cNvSpPr>
          <p:nvPr/>
        </p:nvSpPr>
        <p:spPr>
          <a:xfrm xmlns:a="http://schemas.openxmlformats.org/drawingml/2006/main" rot="0">
            <a:off x="1133475" y="5000625"/>
            <a:ext cx="485775" cy="400050"/>
          </a:xfrm>
          <a:custGeom xmlns:a="http://schemas.openxmlformats.org/drawingml/2006/main">
            <a:pathLst>
              <a:path w="485775" h="4000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85775" y="4763"/>
                </a:lnTo>
                <a:lnTo>
                  <a:pt x="485775" y="14288"/>
                </a:lnTo>
                <a:lnTo>
                  <a:pt x="485775" y="23813"/>
                </a:lnTo>
                <a:lnTo>
                  <a:pt x="485775" y="33338"/>
                </a:lnTo>
                <a:lnTo>
                  <a:pt x="485775" y="42863"/>
                </a:lnTo>
                <a:lnTo>
                  <a:pt x="485775" y="52388"/>
                </a:lnTo>
                <a:lnTo>
                  <a:pt x="485775" y="61913"/>
                </a:lnTo>
                <a:lnTo>
                  <a:pt x="485775" y="71438"/>
                </a:lnTo>
                <a:lnTo>
                  <a:pt x="485775" y="80963"/>
                </a:lnTo>
                <a:lnTo>
                  <a:pt x="485775" y="90488"/>
                </a:lnTo>
                <a:lnTo>
                  <a:pt x="485775" y="100013"/>
                </a:lnTo>
                <a:lnTo>
                  <a:pt x="485775" y="109538"/>
                </a:lnTo>
                <a:lnTo>
                  <a:pt x="485775" y="119063"/>
                </a:lnTo>
                <a:lnTo>
                  <a:pt x="485775" y="128588"/>
                </a:lnTo>
                <a:lnTo>
                  <a:pt x="485775" y="138113"/>
                </a:lnTo>
                <a:lnTo>
                  <a:pt x="485775" y="147638"/>
                </a:lnTo>
                <a:lnTo>
                  <a:pt x="485775" y="157163"/>
                </a:lnTo>
                <a:lnTo>
                  <a:pt x="485775" y="166688"/>
                </a:lnTo>
                <a:lnTo>
                  <a:pt x="485775" y="176213"/>
                </a:lnTo>
                <a:lnTo>
                  <a:pt x="485775" y="185738"/>
                </a:lnTo>
                <a:lnTo>
                  <a:pt x="485775" y="195263"/>
                </a:lnTo>
                <a:lnTo>
                  <a:pt x="485775" y="204788"/>
                </a:lnTo>
                <a:lnTo>
                  <a:pt x="485775" y="214313"/>
                </a:lnTo>
                <a:lnTo>
                  <a:pt x="485775" y="223838"/>
                </a:lnTo>
                <a:lnTo>
                  <a:pt x="485775" y="233363"/>
                </a:lnTo>
                <a:lnTo>
                  <a:pt x="485775" y="242888"/>
                </a:lnTo>
                <a:lnTo>
                  <a:pt x="485775" y="252413"/>
                </a:lnTo>
                <a:lnTo>
                  <a:pt x="485775" y="261938"/>
                </a:lnTo>
                <a:lnTo>
                  <a:pt x="485775" y="271463"/>
                </a:lnTo>
                <a:lnTo>
                  <a:pt x="485775" y="280988"/>
                </a:lnTo>
                <a:lnTo>
                  <a:pt x="485775" y="290513"/>
                </a:lnTo>
                <a:lnTo>
                  <a:pt x="485775" y="300038"/>
                </a:lnTo>
                <a:lnTo>
                  <a:pt x="485775" y="309563"/>
                </a:lnTo>
                <a:lnTo>
                  <a:pt x="485775" y="319088"/>
                </a:lnTo>
                <a:lnTo>
                  <a:pt x="485775" y="328613"/>
                </a:lnTo>
                <a:lnTo>
                  <a:pt x="485775" y="338138"/>
                </a:lnTo>
                <a:lnTo>
                  <a:pt x="485775" y="347663"/>
                </a:lnTo>
                <a:lnTo>
                  <a:pt x="485775" y="357188"/>
                </a:lnTo>
                <a:lnTo>
                  <a:pt x="485775" y="366713"/>
                </a:lnTo>
                <a:lnTo>
                  <a:pt x="485775" y="376238"/>
                </a:lnTo>
                <a:lnTo>
                  <a:pt x="485775" y="385763"/>
                </a:lnTo>
                <a:lnTo>
                  <a:pt x="481013" y="390525"/>
                </a:lnTo>
                <a:lnTo>
                  <a:pt x="476250" y="395288"/>
                </a:lnTo>
                <a:lnTo>
                  <a:pt x="471488" y="400050"/>
                </a:lnTo>
                <a:lnTo>
                  <a:pt x="461963" y="400050"/>
                </a:lnTo>
                <a:lnTo>
                  <a:pt x="452438" y="400050"/>
                </a:lnTo>
                <a:lnTo>
                  <a:pt x="442913" y="400050"/>
                </a:lnTo>
                <a:lnTo>
                  <a:pt x="433388" y="400050"/>
                </a:lnTo>
                <a:lnTo>
                  <a:pt x="423863" y="400050"/>
                </a:lnTo>
                <a:lnTo>
                  <a:pt x="414338" y="400050"/>
                </a:lnTo>
                <a:lnTo>
                  <a:pt x="404813" y="400050"/>
                </a:lnTo>
                <a:lnTo>
                  <a:pt x="395288" y="400050"/>
                </a:lnTo>
                <a:lnTo>
                  <a:pt x="385763" y="400050"/>
                </a:lnTo>
                <a:lnTo>
                  <a:pt x="376238" y="400050"/>
                </a:lnTo>
                <a:lnTo>
                  <a:pt x="366713" y="400050"/>
                </a:lnTo>
                <a:lnTo>
                  <a:pt x="357188" y="400050"/>
                </a:lnTo>
                <a:lnTo>
                  <a:pt x="347663" y="400050"/>
                </a:lnTo>
                <a:lnTo>
                  <a:pt x="338138" y="400050"/>
                </a:lnTo>
                <a:lnTo>
                  <a:pt x="328613" y="400050"/>
                </a:lnTo>
                <a:lnTo>
                  <a:pt x="319088" y="400050"/>
                </a:lnTo>
                <a:lnTo>
                  <a:pt x="309563" y="400050"/>
                </a:lnTo>
                <a:lnTo>
                  <a:pt x="300038" y="400050"/>
                </a:lnTo>
                <a:lnTo>
                  <a:pt x="290513" y="400050"/>
                </a:lnTo>
                <a:lnTo>
                  <a:pt x="285750" y="395288"/>
                </a:lnTo>
                <a:lnTo>
                  <a:pt x="280988" y="390525"/>
                </a:lnTo>
                <a:lnTo>
                  <a:pt x="276225" y="385763"/>
                </a:lnTo>
                <a:lnTo>
                  <a:pt x="276225" y="376238"/>
                </a:lnTo>
                <a:lnTo>
                  <a:pt x="276225" y="366713"/>
                </a:lnTo>
                <a:lnTo>
                  <a:pt x="276225" y="357188"/>
                </a:lnTo>
                <a:lnTo>
                  <a:pt x="276225" y="347663"/>
                </a:lnTo>
                <a:lnTo>
                  <a:pt x="276225" y="338138"/>
                </a:lnTo>
                <a:lnTo>
                  <a:pt x="276225" y="328613"/>
                </a:lnTo>
                <a:lnTo>
                  <a:pt x="276225" y="319088"/>
                </a:lnTo>
                <a:lnTo>
                  <a:pt x="276225" y="309563"/>
                </a:lnTo>
                <a:lnTo>
                  <a:pt x="276225" y="300038"/>
                </a:lnTo>
                <a:lnTo>
                  <a:pt x="276225" y="290513"/>
                </a:lnTo>
                <a:lnTo>
                  <a:pt x="276225" y="280988"/>
                </a:lnTo>
                <a:lnTo>
                  <a:pt x="276225" y="271463"/>
                </a:lnTo>
                <a:lnTo>
                  <a:pt x="276225" y="261938"/>
                </a:lnTo>
                <a:lnTo>
                  <a:pt x="276225" y="252413"/>
                </a:lnTo>
                <a:lnTo>
                  <a:pt x="276225" y="242888"/>
                </a:lnTo>
                <a:lnTo>
                  <a:pt x="276225" y="233363"/>
                </a:lnTo>
                <a:lnTo>
                  <a:pt x="276225" y="223838"/>
                </a:lnTo>
                <a:lnTo>
                  <a:pt x="276225" y="214313"/>
                </a:lnTo>
                <a:lnTo>
                  <a:pt x="271463" y="209550"/>
                </a:lnTo>
                <a:lnTo>
                  <a:pt x="261938" y="209550"/>
                </a:lnTo>
                <a:lnTo>
                  <a:pt x="252413" y="209550"/>
                </a:lnTo>
                <a:lnTo>
                  <a:pt x="242888" y="209550"/>
                </a:lnTo>
                <a:lnTo>
                  <a:pt x="233363" y="209550"/>
                </a:lnTo>
                <a:lnTo>
                  <a:pt x="223838" y="209550"/>
                </a:lnTo>
                <a:lnTo>
                  <a:pt x="214313" y="209550"/>
                </a:lnTo>
                <a:lnTo>
                  <a:pt x="204788" y="209550"/>
                </a:lnTo>
                <a:lnTo>
                  <a:pt x="195263" y="209550"/>
                </a:lnTo>
                <a:lnTo>
                  <a:pt x="185738" y="209550"/>
                </a:lnTo>
                <a:lnTo>
                  <a:pt x="176213" y="209550"/>
                </a:lnTo>
                <a:lnTo>
                  <a:pt x="166688" y="209550"/>
                </a:lnTo>
                <a:lnTo>
                  <a:pt x="157163" y="209550"/>
                </a:lnTo>
                <a:lnTo>
                  <a:pt x="147638" y="209550"/>
                </a:lnTo>
                <a:lnTo>
                  <a:pt x="138113" y="209550"/>
                </a:lnTo>
                <a:lnTo>
                  <a:pt x="128588" y="209550"/>
                </a:lnTo>
                <a:lnTo>
                  <a:pt x="119063" y="209550"/>
                </a:lnTo>
                <a:lnTo>
                  <a:pt x="109538" y="209550"/>
                </a:lnTo>
                <a:lnTo>
                  <a:pt x="100013" y="209550"/>
                </a:lnTo>
                <a:lnTo>
                  <a:pt x="90488" y="209550"/>
                </a:lnTo>
                <a:lnTo>
                  <a:pt x="80963" y="209550"/>
                </a:lnTo>
                <a:lnTo>
                  <a:pt x="71438" y="209550"/>
                </a:lnTo>
                <a:lnTo>
                  <a:pt x="61913" y="209550"/>
                </a:lnTo>
                <a:lnTo>
                  <a:pt x="52388" y="209550"/>
                </a:lnTo>
                <a:lnTo>
                  <a:pt x="42863" y="209550"/>
                </a:lnTo>
                <a:lnTo>
                  <a:pt x="33338" y="209550"/>
                </a:lnTo>
                <a:lnTo>
                  <a:pt x="23813" y="209550"/>
                </a:lnTo>
                <a:lnTo>
                  <a:pt x="14288" y="209550"/>
                </a:lnTo>
                <a:lnTo>
                  <a:pt x="9525" y="204788"/>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A8AAAC"/>
          </a:solidFill>
          <a:ln xmlns:a="http://schemas.openxmlformats.org/drawingml/2006/main" w="0">
            <a:noFill/>
            <a:prstDash val="solid"/>
          </a:ln>
        </p:spPr>
      </p:sp>
      <p:sp>
        <p:nvSpPr>
          <p:cNvPr id="909" name="layout-candidate-gray-85-1">
            <a:extLst xmlns:a="http://schemas.openxmlformats.org/drawingml/2006/main">
              <a:ext uri="{FF2B5EF4-FFF2-40B4-BE49-F238E27FC236}">
                <a16:creationId xmlns:a16="http://schemas.microsoft.com/office/drawing/2014/main" id="{49AA11F5-2A67-449C-B87F-D11EB348C525}"/>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A8AAAC"/>
          </a:solidFill>
          <a:ln xmlns:a="http://schemas.openxmlformats.org/drawingml/2006/main" w="0">
            <a:noFill/>
            <a:prstDash val="solid"/>
          </a:ln>
        </p:spPr>
      </p:sp>
      <p:sp>
        <p:nvSpPr>
          <p:cNvPr id="910" name="layout-candidate-gray-85-2">
            <a:extLst xmlns:a="http://schemas.openxmlformats.org/drawingml/2006/main">
              <a:ext uri="{FF2B5EF4-FFF2-40B4-BE49-F238E27FC236}">
                <a16:creationId xmlns:a16="http://schemas.microsoft.com/office/drawing/2014/main" id="{B4520244-1C2E-4E0A-8C98-A1F7EFC0474F}"/>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A8AAAC"/>
          </a:solidFill>
          <a:ln xmlns:a="http://schemas.openxmlformats.org/drawingml/2006/main" w="0">
            <a:noFill/>
            <a:prstDash val="solid"/>
          </a:ln>
        </p:spPr>
      </p:sp>
      <p:sp>
        <p:nvSpPr>
          <p:cNvPr id="911" name="layout-candidate-gray-85-3">
            <a:extLst xmlns:a="http://schemas.openxmlformats.org/drawingml/2006/main">
              <a:ext uri="{FF2B5EF4-FFF2-40B4-BE49-F238E27FC236}">
                <a16:creationId xmlns:a16="http://schemas.microsoft.com/office/drawing/2014/main" id="{500F25E8-F8A7-4080-AF61-C1E912959A94}"/>
              </a:ext>
            </a:extLst>
          </p:cNvPr>
          <p:cNvSpPr>
            <a:spLocks xmlns:a="http://schemas.openxmlformats.org/drawingml/2006/main" noGrp="1"/>
          </p:cNvSpPr>
          <p:nvPr/>
        </p:nvSpPr>
        <p:spPr>
          <a:xfrm xmlns:a="http://schemas.openxmlformats.org/drawingml/2006/main" rot="0">
            <a:off x="13144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A8AAAC"/>
          </a:solidFill>
          <a:ln xmlns:a="http://schemas.openxmlformats.org/drawingml/2006/main" w="0">
            <a:noFill/>
            <a:prstDash val="solid"/>
          </a:ln>
        </p:spPr>
      </p:sp>
      <p:sp>
        <p:nvSpPr>
          <p:cNvPr id="912" name="layout-candidate-gray-85-4">
            <a:extLst xmlns:a="http://schemas.openxmlformats.org/drawingml/2006/main">
              <a:ext uri="{FF2B5EF4-FFF2-40B4-BE49-F238E27FC236}">
                <a16:creationId xmlns:a16="http://schemas.microsoft.com/office/drawing/2014/main" id="{254D1C6B-6109-4135-A2DA-587A34579047}"/>
              </a:ext>
            </a:extLst>
          </p:cNvPr>
          <p:cNvSpPr>
            <a:spLocks xmlns:a="http://schemas.openxmlformats.org/drawingml/2006/main" noGrp="1"/>
          </p:cNvSpPr>
          <p:nvPr/>
        </p:nvSpPr>
        <p:spPr>
          <a:xfrm xmlns:a="http://schemas.openxmlformats.org/drawingml/2006/main" rot="0">
            <a:off x="136207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A8AAAC"/>
          </a:solidFill>
          <a:ln xmlns:a="http://schemas.openxmlformats.org/drawingml/2006/main" w="0">
            <a:noFill/>
            <a:prstDash val="solid"/>
          </a:ln>
        </p:spPr>
      </p:sp>
      <p:sp>
        <p:nvSpPr>
          <p:cNvPr id="913" name="layout-candidate-gray-85-5">
            <a:extLst xmlns:a="http://schemas.openxmlformats.org/drawingml/2006/main">
              <a:ext uri="{FF2B5EF4-FFF2-40B4-BE49-F238E27FC236}">
                <a16:creationId xmlns:a16="http://schemas.microsoft.com/office/drawing/2014/main" id="{17288F9D-113C-4070-B62A-83AC26E19206}"/>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A8AAAC"/>
          </a:solidFill>
          <a:ln xmlns:a="http://schemas.openxmlformats.org/drawingml/2006/main" w="0">
            <a:noFill/>
            <a:prstDash val="solid"/>
          </a:ln>
        </p:spPr>
      </p:sp>
      <p:sp>
        <p:nvSpPr>
          <p:cNvPr id="914" name="layout-candidate-gray-85-6">
            <a:extLst xmlns:a="http://schemas.openxmlformats.org/drawingml/2006/main">
              <a:ext uri="{FF2B5EF4-FFF2-40B4-BE49-F238E27FC236}">
                <a16:creationId xmlns:a16="http://schemas.microsoft.com/office/drawing/2014/main" id="{4B25C647-47A8-4930-9AD5-5BF55B453D86}"/>
              </a:ext>
            </a:extLst>
          </p:cNvPr>
          <p:cNvSpPr>
            <a:spLocks xmlns:a="http://schemas.openxmlformats.org/drawingml/2006/main" noGrp="1"/>
          </p:cNvSpPr>
          <p:nvPr/>
        </p:nvSpPr>
        <p:spPr>
          <a:xfrm xmlns:a="http://schemas.openxmlformats.org/drawingml/2006/main" rot="0">
            <a:off x="141922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A8AAAC"/>
          </a:solidFill>
          <a:ln xmlns:a="http://schemas.openxmlformats.org/drawingml/2006/main" w="0">
            <a:noFill/>
            <a:prstDash val="solid"/>
          </a:ln>
        </p:spPr>
      </p:sp>
      <p:sp>
        <p:nvSpPr>
          <p:cNvPr id="915" name="layout-candidate-gray-85-7">
            <a:extLst xmlns:a="http://schemas.openxmlformats.org/drawingml/2006/main">
              <a:ext uri="{FF2B5EF4-FFF2-40B4-BE49-F238E27FC236}">
                <a16:creationId xmlns:a16="http://schemas.microsoft.com/office/drawing/2014/main" id="{064FA330-8A53-4C34-9CA3-E3C0258B3C71}"/>
              </a:ext>
            </a:extLst>
          </p:cNvPr>
          <p:cNvSpPr>
            <a:spLocks xmlns:a="http://schemas.openxmlformats.org/drawingml/2006/main" noGrp="1"/>
          </p:cNvSpPr>
          <p:nvPr/>
        </p:nvSpPr>
        <p:spPr>
          <a:xfrm xmlns:a="http://schemas.openxmlformats.org/drawingml/2006/main" rot="0">
            <a:off x="1381125" y="543877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A8AAAC"/>
          </a:solidFill>
          <a:ln xmlns:a="http://schemas.openxmlformats.org/drawingml/2006/main" w="0">
            <a:noFill/>
            <a:prstDash val="solid"/>
          </a:ln>
        </p:spPr>
      </p:sp>
      <p:sp>
        <p:nvSpPr>
          <p:cNvPr id="916" name="layout-candidate-gray-85-8">
            <a:extLst xmlns:a="http://schemas.openxmlformats.org/drawingml/2006/main">
              <a:ext uri="{FF2B5EF4-FFF2-40B4-BE49-F238E27FC236}">
                <a16:creationId xmlns:a16="http://schemas.microsoft.com/office/drawing/2014/main" id="{C8156686-BCDE-4E3D-B7BD-F8CC884C9ADD}"/>
              </a:ext>
            </a:extLst>
          </p:cNvPr>
          <p:cNvSpPr>
            <a:spLocks xmlns:a="http://schemas.openxmlformats.org/drawingml/2006/main" noGrp="1"/>
          </p:cNvSpPr>
          <p:nvPr/>
        </p:nvSpPr>
        <p:spPr>
          <a:xfrm xmlns:a="http://schemas.openxmlformats.org/drawingml/2006/main" rot="0">
            <a:off x="12954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A8AAAC"/>
          </a:solidFill>
          <a:ln xmlns:a="http://schemas.openxmlformats.org/drawingml/2006/main" w="0">
            <a:noFill/>
            <a:prstDash val="solid"/>
          </a:ln>
        </p:spPr>
      </p:sp>
      <p:sp>
        <p:nvSpPr>
          <p:cNvPr id="917" name="layout-candidate-gray-85-9">
            <a:extLst xmlns:a="http://schemas.openxmlformats.org/drawingml/2006/main">
              <a:ext uri="{FF2B5EF4-FFF2-40B4-BE49-F238E27FC236}">
                <a16:creationId xmlns:a16="http://schemas.microsoft.com/office/drawing/2014/main" id="{81317B15-2C2E-4E8D-9447-9458F779DFA1}"/>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A8AAAC"/>
          </a:solidFill>
          <a:ln xmlns:a="http://schemas.openxmlformats.org/drawingml/2006/main" w="0">
            <a:noFill/>
            <a:prstDash val="solid"/>
          </a:ln>
        </p:spPr>
      </p:sp>
      <p:sp>
        <p:nvSpPr>
          <p:cNvPr id="918" name="layout-candidate-gray-86-0">
            <a:extLst xmlns:a="http://schemas.openxmlformats.org/drawingml/2006/main">
              <a:ext uri="{FF2B5EF4-FFF2-40B4-BE49-F238E27FC236}">
                <a16:creationId xmlns:a16="http://schemas.microsoft.com/office/drawing/2014/main" id="{4B395F3E-19D2-4ECA-B4EF-286679C867B8}"/>
              </a:ext>
            </a:extLst>
          </p:cNvPr>
          <p:cNvSpPr>
            <a:spLocks xmlns:a="http://schemas.openxmlformats.org/drawingml/2006/main" noGrp="1"/>
          </p:cNvSpPr>
          <p:nvPr/>
        </p:nvSpPr>
        <p:spPr>
          <a:xfrm xmlns:a="http://schemas.openxmlformats.org/drawingml/2006/main" rot="0">
            <a:off x="1133475" y="5000625"/>
            <a:ext cx="485775" cy="400050"/>
          </a:xfrm>
          <a:custGeom xmlns:a="http://schemas.openxmlformats.org/drawingml/2006/main">
            <a:pathLst>
              <a:path w="485775" h="4000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85775" y="4763"/>
                </a:lnTo>
                <a:lnTo>
                  <a:pt x="485775" y="14288"/>
                </a:lnTo>
                <a:lnTo>
                  <a:pt x="485775" y="23813"/>
                </a:lnTo>
                <a:lnTo>
                  <a:pt x="485775" y="33338"/>
                </a:lnTo>
                <a:lnTo>
                  <a:pt x="485775" y="42863"/>
                </a:lnTo>
                <a:lnTo>
                  <a:pt x="485775" y="52388"/>
                </a:lnTo>
                <a:lnTo>
                  <a:pt x="485775" y="61913"/>
                </a:lnTo>
                <a:lnTo>
                  <a:pt x="485775" y="71438"/>
                </a:lnTo>
                <a:lnTo>
                  <a:pt x="485775" y="80963"/>
                </a:lnTo>
                <a:lnTo>
                  <a:pt x="485775" y="90488"/>
                </a:lnTo>
                <a:lnTo>
                  <a:pt x="485775" y="100013"/>
                </a:lnTo>
                <a:lnTo>
                  <a:pt x="485775" y="109538"/>
                </a:lnTo>
                <a:lnTo>
                  <a:pt x="485775" y="119063"/>
                </a:lnTo>
                <a:lnTo>
                  <a:pt x="485775" y="128588"/>
                </a:lnTo>
                <a:lnTo>
                  <a:pt x="485775" y="138113"/>
                </a:lnTo>
                <a:lnTo>
                  <a:pt x="485775" y="147638"/>
                </a:lnTo>
                <a:lnTo>
                  <a:pt x="485775" y="157163"/>
                </a:lnTo>
                <a:lnTo>
                  <a:pt x="485775" y="166688"/>
                </a:lnTo>
                <a:lnTo>
                  <a:pt x="485775" y="176213"/>
                </a:lnTo>
                <a:lnTo>
                  <a:pt x="485775" y="185738"/>
                </a:lnTo>
                <a:lnTo>
                  <a:pt x="485775" y="195263"/>
                </a:lnTo>
                <a:lnTo>
                  <a:pt x="485775" y="204788"/>
                </a:lnTo>
                <a:lnTo>
                  <a:pt x="485775" y="214313"/>
                </a:lnTo>
                <a:lnTo>
                  <a:pt x="485775" y="223838"/>
                </a:lnTo>
                <a:lnTo>
                  <a:pt x="485775" y="233363"/>
                </a:lnTo>
                <a:lnTo>
                  <a:pt x="485775" y="242888"/>
                </a:lnTo>
                <a:lnTo>
                  <a:pt x="485775" y="252413"/>
                </a:lnTo>
                <a:lnTo>
                  <a:pt x="485775" y="261938"/>
                </a:lnTo>
                <a:lnTo>
                  <a:pt x="485775" y="271463"/>
                </a:lnTo>
                <a:lnTo>
                  <a:pt x="485775" y="280988"/>
                </a:lnTo>
                <a:lnTo>
                  <a:pt x="485775" y="290513"/>
                </a:lnTo>
                <a:lnTo>
                  <a:pt x="485775" y="300038"/>
                </a:lnTo>
                <a:lnTo>
                  <a:pt x="485775" y="309563"/>
                </a:lnTo>
                <a:lnTo>
                  <a:pt x="485775" y="319088"/>
                </a:lnTo>
                <a:lnTo>
                  <a:pt x="485775" y="328613"/>
                </a:lnTo>
                <a:lnTo>
                  <a:pt x="485775" y="338138"/>
                </a:lnTo>
                <a:lnTo>
                  <a:pt x="485775" y="347663"/>
                </a:lnTo>
                <a:lnTo>
                  <a:pt x="485775" y="357188"/>
                </a:lnTo>
                <a:lnTo>
                  <a:pt x="485775" y="366713"/>
                </a:lnTo>
                <a:lnTo>
                  <a:pt x="485775" y="376238"/>
                </a:lnTo>
                <a:lnTo>
                  <a:pt x="485775" y="385763"/>
                </a:lnTo>
                <a:lnTo>
                  <a:pt x="481013" y="390525"/>
                </a:lnTo>
                <a:lnTo>
                  <a:pt x="476250" y="395288"/>
                </a:lnTo>
                <a:lnTo>
                  <a:pt x="471488" y="400050"/>
                </a:lnTo>
                <a:lnTo>
                  <a:pt x="461963" y="400050"/>
                </a:lnTo>
                <a:lnTo>
                  <a:pt x="452438" y="400050"/>
                </a:lnTo>
                <a:lnTo>
                  <a:pt x="442913" y="400050"/>
                </a:lnTo>
                <a:lnTo>
                  <a:pt x="433388" y="400050"/>
                </a:lnTo>
                <a:lnTo>
                  <a:pt x="423863" y="400050"/>
                </a:lnTo>
                <a:lnTo>
                  <a:pt x="414338" y="400050"/>
                </a:lnTo>
                <a:lnTo>
                  <a:pt x="404813" y="400050"/>
                </a:lnTo>
                <a:lnTo>
                  <a:pt x="395288" y="400050"/>
                </a:lnTo>
                <a:lnTo>
                  <a:pt x="385763" y="400050"/>
                </a:lnTo>
                <a:lnTo>
                  <a:pt x="376238" y="400050"/>
                </a:lnTo>
                <a:lnTo>
                  <a:pt x="366713" y="400050"/>
                </a:lnTo>
                <a:lnTo>
                  <a:pt x="357188" y="400050"/>
                </a:lnTo>
                <a:lnTo>
                  <a:pt x="347663" y="400050"/>
                </a:lnTo>
                <a:lnTo>
                  <a:pt x="338138" y="400050"/>
                </a:lnTo>
                <a:lnTo>
                  <a:pt x="328613" y="400050"/>
                </a:lnTo>
                <a:lnTo>
                  <a:pt x="319088" y="400050"/>
                </a:lnTo>
                <a:lnTo>
                  <a:pt x="309563" y="400050"/>
                </a:lnTo>
                <a:lnTo>
                  <a:pt x="300038" y="400050"/>
                </a:lnTo>
                <a:lnTo>
                  <a:pt x="290513" y="400050"/>
                </a:lnTo>
                <a:lnTo>
                  <a:pt x="285750" y="395288"/>
                </a:lnTo>
                <a:lnTo>
                  <a:pt x="280988" y="390525"/>
                </a:lnTo>
                <a:lnTo>
                  <a:pt x="276225" y="385763"/>
                </a:lnTo>
                <a:lnTo>
                  <a:pt x="276225" y="376238"/>
                </a:lnTo>
                <a:lnTo>
                  <a:pt x="276225" y="366713"/>
                </a:lnTo>
                <a:lnTo>
                  <a:pt x="276225" y="357188"/>
                </a:lnTo>
                <a:lnTo>
                  <a:pt x="276225" y="347663"/>
                </a:lnTo>
                <a:lnTo>
                  <a:pt x="276225" y="338138"/>
                </a:lnTo>
                <a:lnTo>
                  <a:pt x="276225" y="328613"/>
                </a:lnTo>
                <a:lnTo>
                  <a:pt x="276225" y="319088"/>
                </a:lnTo>
                <a:lnTo>
                  <a:pt x="276225" y="309563"/>
                </a:lnTo>
                <a:lnTo>
                  <a:pt x="276225" y="300038"/>
                </a:lnTo>
                <a:lnTo>
                  <a:pt x="276225" y="290513"/>
                </a:lnTo>
                <a:lnTo>
                  <a:pt x="276225" y="280988"/>
                </a:lnTo>
                <a:lnTo>
                  <a:pt x="276225" y="271463"/>
                </a:lnTo>
                <a:lnTo>
                  <a:pt x="276225" y="261938"/>
                </a:lnTo>
                <a:lnTo>
                  <a:pt x="276225" y="252413"/>
                </a:lnTo>
                <a:lnTo>
                  <a:pt x="276225" y="242888"/>
                </a:lnTo>
                <a:lnTo>
                  <a:pt x="276225" y="233363"/>
                </a:lnTo>
                <a:lnTo>
                  <a:pt x="276225" y="223838"/>
                </a:lnTo>
                <a:lnTo>
                  <a:pt x="276225" y="214313"/>
                </a:lnTo>
                <a:lnTo>
                  <a:pt x="271463" y="209550"/>
                </a:lnTo>
                <a:lnTo>
                  <a:pt x="261938" y="209550"/>
                </a:lnTo>
                <a:lnTo>
                  <a:pt x="252413" y="209550"/>
                </a:lnTo>
                <a:lnTo>
                  <a:pt x="242888" y="209550"/>
                </a:lnTo>
                <a:lnTo>
                  <a:pt x="233363" y="209550"/>
                </a:lnTo>
                <a:lnTo>
                  <a:pt x="223838" y="209550"/>
                </a:lnTo>
                <a:lnTo>
                  <a:pt x="214313" y="209550"/>
                </a:lnTo>
                <a:lnTo>
                  <a:pt x="204788" y="209550"/>
                </a:lnTo>
                <a:lnTo>
                  <a:pt x="195263" y="209550"/>
                </a:lnTo>
                <a:lnTo>
                  <a:pt x="185738" y="209550"/>
                </a:lnTo>
                <a:lnTo>
                  <a:pt x="176213" y="209550"/>
                </a:lnTo>
                <a:lnTo>
                  <a:pt x="166688" y="209550"/>
                </a:lnTo>
                <a:lnTo>
                  <a:pt x="157163" y="209550"/>
                </a:lnTo>
                <a:lnTo>
                  <a:pt x="147638" y="209550"/>
                </a:lnTo>
                <a:lnTo>
                  <a:pt x="138113" y="209550"/>
                </a:lnTo>
                <a:lnTo>
                  <a:pt x="128588" y="209550"/>
                </a:lnTo>
                <a:lnTo>
                  <a:pt x="119063" y="209550"/>
                </a:lnTo>
                <a:lnTo>
                  <a:pt x="109538" y="209550"/>
                </a:lnTo>
                <a:lnTo>
                  <a:pt x="100013" y="209550"/>
                </a:lnTo>
                <a:lnTo>
                  <a:pt x="90488" y="209550"/>
                </a:lnTo>
                <a:lnTo>
                  <a:pt x="80963" y="209550"/>
                </a:lnTo>
                <a:lnTo>
                  <a:pt x="71438" y="209550"/>
                </a:lnTo>
                <a:lnTo>
                  <a:pt x="61913" y="209550"/>
                </a:lnTo>
                <a:lnTo>
                  <a:pt x="52388" y="209550"/>
                </a:lnTo>
                <a:lnTo>
                  <a:pt x="42863" y="209550"/>
                </a:lnTo>
                <a:lnTo>
                  <a:pt x="33338" y="209550"/>
                </a:lnTo>
                <a:lnTo>
                  <a:pt x="23813" y="209550"/>
                </a:lnTo>
                <a:lnTo>
                  <a:pt x="14288" y="209550"/>
                </a:lnTo>
                <a:lnTo>
                  <a:pt x="9525" y="204788"/>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23813" y="19050"/>
                </a:moveTo>
                <a:lnTo>
                  <a:pt x="19050" y="23813"/>
                </a:lnTo>
                <a:lnTo>
                  <a:pt x="23813" y="28575"/>
                </a:lnTo>
                <a:lnTo>
                  <a:pt x="33338" y="28575"/>
                </a:lnTo>
                <a:lnTo>
                  <a:pt x="42863" y="28575"/>
                </a:lnTo>
                <a:lnTo>
                  <a:pt x="52388" y="28575"/>
                </a:lnTo>
                <a:lnTo>
                  <a:pt x="61913" y="28575"/>
                </a:lnTo>
                <a:lnTo>
                  <a:pt x="71438" y="28575"/>
                </a:lnTo>
                <a:lnTo>
                  <a:pt x="80963" y="28575"/>
                </a:lnTo>
                <a:lnTo>
                  <a:pt x="90488" y="28575"/>
                </a:lnTo>
                <a:lnTo>
                  <a:pt x="100013" y="28575"/>
                </a:lnTo>
                <a:lnTo>
                  <a:pt x="109538" y="28575"/>
                </a:lnTo>
                <a:lnTo>
                  <a:pt x="119063" y="28575"/>
                </a:lnTo>
                <a:lnTo>
                  <a:pt x="128588" y="28575"/>
                </a:lnTo>
                <a:lnTo>
                  <a:pt x="138113" y="28575"/>
                </a:lnTo>
                <a:lnTo>
                  <a:pt x="147638" y="28575"/>
                </a:lnTo>
                <a:lnTo>
                  <a:pt x="157163" y="28575"/>
                </a:lnTo>
                <a:lnTo>
                  <a:pt x="166688" y="28575"/>
                </a:lnTo>
                <a:lnTo>
                  <a:pt x="176213" y="28575"/>
                </a:lnTo>
                <a:lnTo>
                  <a:pt x="185738" y="28575"/>
                </a:lnTo>
                <a:lnTo>
                  <a:pt x="195263" y="28575"/>
                </a:lnTo>
                <a:lnTo>
                  <a:pt x="204788" y="28575"/>
                </a:lnTo>
                <a:lnTo>
                  <a:pt x="214313" y="28575"/>
                </a:lnTo>
                <a:lnTo>
                  <a:pt x="223838" y="28575"/>
                </a:lnTo>
                <a:lnTo>
                  <a:pt x="233363" y="28575"/>
                </a:lnTo>
                <a:lnTo>
                  <a:pt x="242888" y="28575"/>
                </a:lnTo>
                <a:lnTo>
                  <a:pt x="252413" y="28575"/>
                </a:lnTo>
                <a:lnTo>
                  <a:pt x="261938" y="28575"/>
                </a:lnTo>
                <a:lnTo>
                  <a:pt x="271463" y="28575"/>
                </a:lnTo>
                <a:lnTo>
                  <a:pt x="280988" y="28575"/>
                </a:lnTo>
                <a:lnTo>
                  <a:pt x="290513" y="28575"/>
                </a:lnTo>
                <a:lnTo>
                  <a:pt x="300038" y="28575"/>
                </a:lnTo>
                <a:lnTo>
                  <a:pt x="309563" y="28575"/>
                </a:lnTo>
                <a:lnTo>
                  <a:pt x="319088" y="28575"/>
                </a:lnTo>
                <a:lnTo>
                  <a:pt x="328613" y="28575"/>
                </a:lnTo>
                <a:lnTo>
                  <a:pt x="338138" y="28575"/>
                </a:lnTo>
                <a:lnTo>
                  <a:pt x="347663" y="28575"/>
                </a:lnTo>
                <a:lnTo>
                  <a:pt x="357188" y="28575"/>
                </a:lnTo>
                <a:lnTo>
                  <a:pt x="366713" y="28575"/>
                </a:lnTo>
                <a:lnTo>
                  <a:pt x="376238" y="28575"/>
                </a:lnTo>
                <a:lnTo>
                  <a:pt x="385763" y="28575"/>
                </a:lnTo>
                <a:lnTo>
                  <a:pt x="395288" y="28575"/>
                </a:lnTo>
                <a:lnTo>
                  <a:pt x="404813" y="28575"/>
                </a:lnTo>
                <a:lnTo>
                  <a:pt x="414338" y="28575"/>
                </a:lnTo>
                <a:lnTo>
                  <a:pt x="423863" y="28575"/>
                </a:lnTo>
                <a:lnTo>
                  <a:pt x="433388" y="28575"/>
                </a:lnTo>
                <a:lnTo>
                  <a:pt x="442913" y="28575"/>
                </a:lnTo>
                <a:lnTo>
                  <a:pt x="452438" y="28575"/>
                </a:lnTo>
                <a:lnTo>
                  <a:pt x="461963" y="28575"/>
                </a:lnTo>
                <a:lnTo>
                  <a:pt x="466725" y="23813"/>
                </a:lnTo>
                <a:lnTo>
                  <a:pt x="461963" y="19050"/>
                </a:lnTo>
                <a:lnTo>
                  <a:pt x="452438" y="19050"/>
                </a:lnTo>
                <a:lnTo>
                  <a:pt x="442913" y="19050"/>
                </a:lnTo>
                <a:lnTo>
                  <a:pt x="433388" y="19050"/>
                </a:lnTo>
                <a:lnTo>
                  <a:pt x="423863" y="19050"/>
                </a:lnTo>
                <a:lnTo>
                  <a:pt x="414338" y="19050"/>
                </a:lnTo>
                <a:lnTo>
                  <a:pt x="404813" y="19050"/>
                </a:lnTo>
                <a:lnTo>
                  <a:pt x="395288" y="19050"/>
                </a:lnTo>
                <a:lnTo>
                  <a:pt x="385763" y="19050"/>
                </a:lnTo>
                <a:lnTo>
                  <a:pt x="376238" y="19050"/>
                </a:lnTo>
                <a:lnTo>
                  <a:pt x="366713" y="19050"/>
                </a:lnTo>
                <a:lnTo>
                  <a:pt x="357188" y="19050"/>
                </a:lnTo>
                <a:lnTo>
                  <a:pt x="347663" y="19050"/>
                </a:lnTo>
                <a:lnTo>
                  <a:pt x="338138" y="19050"/>
                </a:lnTo>
                <a:lnTo>
                  <a:pt x="328613" y="19050"/>
                </a:lnTo>
                <a:lnTo>
                  <a:pt x="319088" y="19050"/>
                </a:lnTo>
                <a:lnTo>
                  <a:pt x="309563" y="19050"/>
                </a:lnTo>
                <a:lnTo>
                  <a:pt x="300038" y="19050"/>
                </a:lnTo>
                <a:lnTo>
                  <a:pt x="290513" y="19050"/>
                </a:lnTo>
                <a:lnTo>
                  <a:pt x="280988" y="19050"/>
                </a:lnTo>
                <a:lnTo>
                  <a:pt x="271463" y="19050"/>
                </a:lnTo>
                <a:lnTo>
                  <a:pt x="261938" y="19050"/>
                </a:lnTo>
                <a:lnTo>
                  <a:pt x="252413" y="19050"/>
                </a:lnTo>
                <a:lnTo>
                  <a:pt x="242888" y="19050"/>
                </a:lnTo>
                <a:lnTo>
                  <a:pt x="233363" y="19050"/>
                </a:lnTo>
                <a:lnTo>
                  <a:pt x="223838" y="19050"/>
                </a:lnTo>
                <a:lnTo>
                  <a:pt x="214313" y="19050"/>
                </a:lnTo>
                <a:lnTo>
                  <a:pt x="204788" y="19050"/>
                </a:lnTo>
                <a:lnTo>
                  <a:pt x="195263" y="19050"/>
                </a:lnTo>
                <a:lnTo>
                  <a:pt x="185738" y="19050"/>
                </a:lnTo>
                <a:lnTo>
                  <a:pt x="176213" y="19050"/>
                </a:lnTo>
                <a:lnTo>
                  <a:pt x="166688" y="19050"/>
                </a:lnTo>
                <a:lnTo>
                  <a:pt x="157163" y="19050"/>
                </a:lnTo>
                <a:lnTo>
                  <a:pt x="147638" y="19050"/>
                </a:lnTo>
                <a:lnTo>
                  <a:pt x="138113" y="19050"/>
                </a:lnTo>
                <a:lnTo>
                  <a:pt x="128588" y="19050"/>
                </a:lnTo>
                <a:lnTo>
                  <a:pt x="119063" y="19050"/>
                </a:lnTo>
                <a:lnTo>
                  <a:pt x="109538" y="19050"/>
                </a:lnTo>
                <a:lnTo>
                  <a:pt x="100013" y="19050"/>
                </a:lnTo>
                <a:lnTo>
                  <a:pt x="90488" y="19050"/>
                </a:lnTo>
                <a:lnTo>
                  <a:pt x="80963" y="19050"/>
                </a:lnTo>
                <a:lnTo>
                  <a:pt x="71438" y="19050"/>
                </a:lnTo>
                <a:lnTo>
                  <a:pt x="61913" y="19050"/>
                </a:lnTo>
                <a:lnTo>
                  <a:pt x="52388" y="19050"/>
                </a:lnTo>
                <a:lnTo>
                  <a:pt x="42863" y="19050"/>
                </a:lnTo>
                <a:lnTo>
                  <a:pt x="33338" y="19050"/>
                </a:lnTo>
                <a:lnTo>
                  <a:pt x="23813" y="19050"/>
                </a:lnTo>
                <a:close/>
              </a:path>
            </a:pathLst>
          </a:custGeom>
          <a:solidFill xmlns:a="http://schemas.openxmlformats.org/drawingml/2006/main">
            <a:srgbClr val="AAACAE"/>
          </a:solidFill>
          <a:ln xmlns:a="http://schemas.openxmlformats.org/drawingml/2006/main" w="0">
            <a:noFill/>
            <a:prstDash val="solid"/>
          </a:ln>
        </p:spPr>
      </p:sp>
      <p:sp>
        <p:nvSpPr>
          <p:cNvPr id="919" name="layout-candidate-gray-86-1">
            <a:extLst xmlns:a="http://schemas.openxmlformats.org/drawingml/2006/main">
              <a:ext uri="{FF2B5EF4-FFF2-40B4-BE49-F238E27FC236}">
                <a16:creationId xmlns:a16="http://schemas.microsoft.com/office/drawing/2014/main" id="{8DB3468D-D5E2-4CD3-AD67-E86918B40DBE}"/>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AAACAE"/>
          </a:solidFill>
          <a:ln xmlns:a="http://schemas.openxmlformats.org/drawingml/2006/main" w="0">
            <a:noFill/>
            <a:prstDash val="solid"/>
          </a:ln>
        </p:spPr>
      </p:sp>
      <p:sp>
        <p:nvSpPr>
          <p:cNvPr id="920" name="layout-candidate-gray-86-2">
            <a:extLst xmlns:a="http://schemas.openxmlformats.org/drawingml/2006/main">
              <a:ext uri="{FF2B5EF4-FFF2-40B4-BE49-F238E27FC236}">
                <a16:creationId xmlns:a16="http://schemas.microsoft.com/office/drawing/2014/main" id="{0B3F2E91-5F0B-40F2-821A-0E958676CDC9}"/>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AAACAE"/>
          </a:solidFill>
          <a:ln xmlns:a="http://schemas.openxmlformats.org/drawingml/2006/main" w="0">
            <a:noFill/>
            <a:prstDash val="solid"/>
          </a:ln>
        </p:spPr>
      </p:sp>
      <p:sp>
        <p:nvSpPr>
          <p:cNvPr id="921" name="layout-candidate-gray-86-3">
            <a:extLst xmlns:a="http://schemas.openxmlformats.org/drawingml/2006/main">
              <a:ext uri="{FF2B5EF4-FFF2-40B4-BE49-F238E27FC236}">
                <a16:creationId xmlns:a16="http://schemas.microsoft.com/office/drawing/2014/main" id="{86C0C0F6-FD86-4AF6-9E4C-943E01C4BDF8}"/>
              </a:ext>
            </a:extLst>
          </p:cNvPr>
          <p:cNvSpPr>
            <a:spLocks xmlns:a="http://schemas.openxmlformats.org/drawingml/2006/main" noGrp="1"/>
          </p:cNvSpPr>
          <p:nvPr/>
        </p:nvSpPr>
        <p:spPr>
          <a:xfrm xmlns:a="http://schemas.openxmlformats.org/drawingml/2006/main" rot="0">
            <a:off x="13144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AAACAE"/>
          </a:solidFill>
          <a:ln xmlns:a="http://schemas.openxmlformats.org/drawingml/2006/main" w="0">
            <a:noFill/>
            <a:prstDash val="solid"/>
          </a:ln>
        </p:spPr>
      </p:sp>
      <p:sp>
        <p:nvSpPr>
          <p:cNvPr id="922" name="layout-candidate-gray-86-4">
            <a:extLst xmlns:a="http://schemas.openxmlformats.org/drawingml/2006/main">
              <a:ext uri="{FF2B5EF4-FFF2-40B4-BE49-F238E27FC236}">
                <a16:creationId xmlns:a16="http://schemas.microsoft.com/office/drawing/2014/main" id="{316DF60D-A485-4805-8689-F8653685BA87}"/>
              </a:ext>
            </a:extLst>
          </p:cNvPr>
          <p:cNvSpPr>
            <a:spLocks xmlns:a="http://schemas.openxmlformats.org/drawingml/2006/main" noGrp="1"/>
          </p:cNvSpPr>
          <p:nvPr/>
        </p:nvSpPr>
        <p:spPr>
          <a:xfrm xmlns:a="http://schemas.openxmlformats.org/drawingml/2006/main" rot="0">
            <a:off x="136207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AAACAE"/>
          </a:solidFill>
          <a:ln xmlns:a="http://schemas.openxmlformats.org/drawingml/2006/main" w="0">
            <a:noFill/>
            <a:prstDash val="solid"/>
          </a:ln>
        </p:spPr>
      </p:sp>
      <p:sp>
        <p:nvSpPr>
          <p:cNvPr id="923" name="layout-candidate-gray-86-5">
            <a:extLst xmlns:a="http://schemas.openxmlformats.org/drawingml/2006/main">
              <a:ext uri="{FF2B5EF4-FFF2-40B4-BE49-F238E27FC236}">
                <a16:creationId xmlns:a16="http://schemas.microsoft.com/office/drawing/2014/main" id="{9069774E-E389-47E6-A013-F0CB42C4FC1C}"/>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AAACAE"/>
          </a:solidFill>
          <a:ln xmlns:a="http://schemas.openxmlformats.org/drawingml/2006/main" w="0">
            <a:noFill/>
            <a:prstDash val="solid"/>
          </a:ln>
        </p:spPr>
      </p:sp>
      <p:sp>
        <p:nvSpPr>
          <p:cNvPr id="924" name="layout-candidate-gray-86-6">
            <a:extLst xmlns:a="http://schemas.openxmlformats.org/drawingml/2006/main">
              <a:ext uri="{FF2B5EF4-FFF2-40B4-BE49-F238E27FC236}">
                <a16:creationId xmlns:a16="http://schemas.microsoft.com/office/drawing/2014/main" id="{AD8FB165-A45C-4F8D-B2AC-EB91372139AE}"/>
              </a:ext>
            </a:extLst>
          </p:cNvPr>
          <p:cNvSpPr>
            <a:spLocks xmlns:a="http://schemas.openxmlformats.org/drawingml/2006/main" noGrp="1"/>
          </p:cNvSpPr>
          <p:nvPr/>
        </p:nvSpPr>
        <p:spPr>
          <a:xfrm xmlns:a="http://schemas.openxmlformats.org/drawingml/2006/main" rot="0">
            <a:off x="141922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AAACAE"/>
          </a:solidFill>
          <a:ln xmlns:a="http://schemas.openxmlformats.org/drawingml/2006/main" w="0">
            <a:noFill/>
            <a:prstDash val="solid"/>
          </a:ln>
        </p:spPr>
      </p:sp>
      <p:sp>
        <p:nvSpPr>
          <p:cNvPr id="925" name="layout-candidate-gray-86-7">
            <a:extLst xmlns:a="http://schemas.openxmlformats.org/drawingml/2006/main">
              <a:ext uri="{FF2B5EF4-FFF2-40B4-BE49-F238E27FC236}">
                <a16:creationId xmlns:a16="http://schemas.microsoft.com/office/drawing/2014/main" id="{15D13928-7AA0-4209-9972-36989545E5FC}"/>
              </a:ext>
            </a:extLst>
          </p:cNvPr>
          <p:cNvSpPr>
            <a:spLocks xmlns:a="http://schemas.openxmlformats.org/drawingml/2006/main" noGrp="1"/>
          </p:cNvSpPr>
          <p:nvPr/>
        </p:nvSpPr>
        <p:spPr>
          <a:xfrm xmlns:a="http://schemas.openxmlformats.org/drawingml/2006/main" rot="0">
            <a:off x="1381125" y="543877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AAACAE"/>
          </a:solidFill>
          <a:ln xmlns:a="http://schemas.openxmlformats.org/drawingml/2006/main" w="0">
            <a:noFill/>
            <a:prstDash val="solid"/>
          </a:ln>
        </p:spPr>
      </p:sp>
      <p:sp>
        <p:nvSpPr>
          <p:cNvPr id="926" name="layout-candidate-gray-86-8">
            <a:extLst xmlns:a="http://schemas.openxmlformats.org/drawingml/2006/main">
              <a:ext uri="{FF2B5EF4-FFF2-40B4-BE49-F238E27FC236}">
                <a16:creationId xmlns:a16="http://schemas.microsoft.com/office/drawing/2014/main" id="{A22F08C6-2047-4E4A-A553-A3DCF36B383D}"/>
              </a:ext>
            </a:extLst>
          </p:cNvPr>
          <p:cNvSpPr>
            <a:spLocks xmlns:a="http://schemas.openxmlformats.org/drawingml/2006/main" noGrp="1"/>
          </p:cNvSpPr>
          <p:nvPr/>
        </p:nvSpPr>
        <p:spPr>
          <a:xfrm xmlns:a="http://schemas.openxmlformats.org/drawingml/2006/main" rot="0">
            <a:off x="12954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AAACAE"/>
          </a:solidFill>
          <a:ln xmlns:a="http://schemas.openxmlformats.org/drawingml/2006/main" w="0">
            <a:noFill/>
            <a:prstDash val="solid"/>
          </a:ln>
        </p:spPr>
      </p:sp>
      <p:sp>
        <p:nvSpPr>
          <p:cNvPr id="927" name="layout-candidate-gray-86-9">
            <a:extLst xmlns:a="http://schemas.openxmlformats.org/drawingml/2006/main">
              <a:ext uri="{FF2B5EF4-FFF2-40B4-BE49-F238E27FC236}">
                <a16:creationId xmlns:a16="http://schemas.microsoft.com/office/drawing/2014/main" id="{1051AB4C-78B6-423A-BED3-0B9C3E2E640C}"/>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AAACAE"/>
          </a:solidFill>
          <a:ln xmlns:a="http://schemas.openxmlformats.org/drawingml/2006/main" w="0">
            <a:noFill/>
            <a:prstDash val="solid"/>
          </a:ln>
        </p:spPr>
      </p:sp>
      <p:sp>
        <p:nvSpPr>
          <p:cNvPr id="928" name="layout-candidate-gray-87-0">
            <a:extLst xmlns:a="http://schemas.openxmlformats.org/drawingml/2006/main">
              <a:ext uri="{FF2B5EF4-FFF2-40B4-BE49-F238E27FC236}">
                <a16:creationId xmlns:a16="http://schemas.microsoft.com/office/drawing/2014/main" id="{03BC8B0B-8320-47BF-98CF-95927080CA1D}"/>
              </a:ext>
            </a:extLst>
          </p:cNvPr>
          <p:cNvSpPr>
            <a:spLocks xmlns:a="http://schemas.openxmlformats.org/drawingml/2006/main" noGrp="1"/>
          </p:cNvSpPr>
          <p:nvPr/>
        </p:nvSpPr>
        <p:spPr>
          <a:xfrm xmlns:a="http://schemas.openxmlformats.org/drawingml/2006/main" rot="0">
            <a:off x="1133475" y="5000625"/>
            <a:ext cx="485775" cy="400050"/>
          </a:xfrm>
          <a:custGeom xmlns:a="http://schemas.openxmlformats.org/drawingml/2006/main">
            <a:pathLst>
              <a:path w="485775" h="4000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85775" y="4763"/>
                </a:lnTo>
                <a:lnTo>
                  <a:pt x="485775" y="14288"/>
                </a:lnTo>
                <a:lnTo>
                  <a:pt x="485775" y="23813"/>
                </a:lnTo>
                <a:lnTo>
                  <a:pt x="485775" y="33338"/>
                </a:lnTo>
                <a:lnTo>
                  <a:pt x="485775" y="42863"/>
                </a:lnTo>
                <a:lnTo>
                  <a:pt x="485775" y="52388"/>
                </a:lnTo>
                <a:lnTo>
                  <a:pt x="485775" y="61913"/>
                </a:lnTo>
                <a:lnTo>
                  <a:pt x="485775" y="71438"/>
                </a:lnTo>
                <a:lnTo>
                  <a:pt x="485775" y="80963"/>
                </a:lnTo>
                <a:lnTo>
                  <a:pt x="485775" y="90488"/>
                </a:lnTo>
                <a:lnTo>
                  <a:pt x="485775" y="100013"/>
                </a:lnTo>
                <a:lnTo>
                  <a:pt x="485775" y="109538"/>
                </a:lnTo>
                <a:lnTo>
                  <a:pt x="485775" y="119063"/>
                </a:lnTo>
                <a:lnTo>
                  <a:pt x="485775" y="128588"/>
                </a:lnTo>
                <a:lnTo>
                  <a:pt x="485775" y="138113"/>
                </a:lnTo>
                <a:lnTo>
                  <a:pt x="485775" y="147638"/>
                </a:lnTo>
                <a:lnTo>
                  <a:pt x="485775" y="157163"/>
                </a:lnTo>
                <a:lnTo>
                  <a:pt x="485775" y="166688"/>
                </a:lnTo>
                <a:lnTo>
                  <a:pt x="485775" y="176213"/>
                </a:lnTo>
                <a:lnTo>
                  <a:pt x="485775" y="185738"/>
                </a:lnTo>
                <a:lnTo>
                  <a:pt x="485775" y="195263"/>
                </a:lnTo>
                <a:lnTo>
                  <a:pt x="485775" y="204788"/>
                </a:lnTo>
                <a:lnTo>
                  <a:pt x="485775" y="214313"/>
                </a:lnTo>
                <a:lnTo>
                  <a:pt x="485775" y="223838"/>
                </a:lnTo>
                <a:lnTo>
                  <a:pt x="485775" y="233363"/>
                </a:lnTo>
                <a:lnTo>
                  <a:pt x="485775" y="242888"/>
                </a:lnTo>
                <a:lnTo>
                  <a:pt x="485775" y="252413"/>
                </a:lnTo>
                <a:lnTo>
                  <a:pt x="485775" y="261938"/>
                </a:lnTo>
                <a:lnTo>
                  <a:pt x="485775" y="271463"/>
                </a:lnTo>
                <a:lnTo>
                  <a:pt x="485775" y="280988"/>
                </a:lnTo>
                <a:lnTo>
                  <a:pt x="485775" y="290513"/>
                </a:lnTo>
                <a:lnTo>
                  <a:pt x="485775" y="300038"/>
                </a:lnTo>
                <a:lnTo>
                  <a:pt x="485775" y="309563"/>
                </a:lnTo>
                <a:lnTo>
                  <a:pt x="485775" y="319088"/>
                </a:lnTo>
                <a:lnTo>
                  <a:pt x="485775" y="328613"/>
                </a:lnTo>
                <a:lnTo>
                  <a:pt x="485775" y="338138"/>
                </a:lnTo>
                <a:lnTo>
                  <a:pt x="485775" y="347663"/>
                </a:lnTo>
                <a:lnTo>
                  <a:pt x="485775" y="357188"/>
                </a:lnTo>
                <a:lnTo>
                  <a:pt x="485775" y="366713"/>
                </a:lnTo>
                <a:lnTo>
                  <a:pt x="485775" y="376238"/>
                </a:lnTo>
                <a:lnTo>
                  <a:pt x="485775" y="385763"/>
                </a:lnTo>
                <a:lnTo>
                  <a:pt x="481013" y="390525"/>
                </a:lnTo>
                <a:lnTo>
                  <a:pt x="476250" y="395288"/>
                </a:lnTo>
                <a:lnTo>
                  <a:pt x="471488" y="400050"/>
                </a:lnTo>
                <a:lnTo>
                  <a:pt x="461963" y="400050"/>
                </a:lnTo>
                <a:lnTo>
                  <a:pt x="452438" y="400050"/>
                </a:lnTo>
                <a:lnTo>
                  <a:pt x="442913" y="400050"/>
                </a:lnTo>
                <a:lnTo>
                  <a:pt x="433388" y="400050"/>
                </a:lnTo>
                <a:lnTo>
                  <a:pt x="423863" y="400050"/>
                </a:lnTo>
                <a:lnTo>
                  <a:pt x="414338" y="400050"/>
                </a:lnTo>
                <a:lnTo>
                  <a:pt x="404813" y="400050"/>
                </a:lnTo>
                <a:lnTo>
                  <a:pt x="395288" y="400050"/>
                </a:lnTo>
                <a:lnTo>
                  <a:pt x="385763" y="400050"/>
                </a:lnTo>
                <a:lnTo>
                  <a:pt x="376238" y="400050"/>
                </a:lnTo>
                <a:lnTo>
                  <a:pt x="366713" y="400050"/>
                </a:lnTo>
                <a:lnTo>
                  <a:pt x="357188" y="400050"/>
                </a:lnTo>
                <a:lnTo>
                  <a:pt x="347663" y="400050"/>
                </a:lnTo>
                <a:lnTo>
                  <a:pt x="338138" y="400050"/>
                </a:lnTo>
                <a:lnTo>
                  <a:pt x="328613" y="400050"/>
                </a:lnTo>
                <a:lnTo>
                  <a:pt x="319088" y="400050"/>
                </a:lnTo>
                <a:lnTo>
                  <a:pt x="309563" y="400050"/>
                </a:lnTo>
                <a:lnTo>
                  <a:pt x="300038" y="400050"/>
                </a:lnTo>
                <a:lnTo>
                  <a:pt x="290513" y="400050"/>
                </a:lnTo>
                <a:lnTo>
                  <a:pt x="285750" y="395288"/>
                </a:lnTo>
                <a:lnTo>
                  <a:pt x="280988" y="390525"/>
                </a:lnTo>
                <a:lnTo>
                  <a:pt x="276225" y="385763"/>
                </a:lnTo>
                <a:lnTo>
                  <a:pt x="276225" y="376238"/>
                </a:lnTo>
                <a:lnTo>
                  <a:pt x="276225" y="366713"/>
                </a:lnTo>
                <a:lnTo>
                  <a:pt x="276225" y="357188"/>
                </a:lnTo>
                <a:lnTo>
                  <a:pt x="276225" y="347663"/>
                </a:lnTo>
                <a:lnTo>
                  <a:pt x="276225" y="338138"/>
                </a:lnTo>
                <a:lnTo>
                  <a:pt x="276225" y="328613"/>
                </a:lnTo>
                <a:lnTo>
                  <a:pt x="276225" y="319088"/>
                </a:lnTo>
                <a:lnTo>
                  <a:pt x="276225" y="309563"/>
                </a:lnTo>
                <a:lnTo>
                  <a:pt x="276225" y="300038"/>
                </a:lnTo>
                <a:lnTo>
                  <a:pt x="276225" y="290513"/>
                </a:lnTo>
                <a:lnTo>
                  <a:pt x="276225" y="280988"/>
                </a:lnTo>
                <a:lnTo>
                  <a:pt x="276225" y="271463"/>
                </a:lnTo>
                <a:lnTo>
                  <a:pt x="276225" y="261938"/>
                </a:lnTo>
                <a:lnTo>
                  <a:pt x="276225" y="252413"/>
                </a:lnTo>
                <a:lnTo>
                  <a:pt x="276225" y="242888"/>
                </a:lnTo>
                <a:lnTo>
                  <a:pt x="276225" y="233363"/>
                </a:lnTo>
                <a:lnTo>
                  <a:pt x="276225" y="223838"/>
                </a:lnTo>
                <a:lnTo>
                  <a:pt x="276225" y="214313"/>
                </a:lnTo>
                <a:lnTo>
                  <a:pt x="271463" y="209550"/>
                </a:lnTo>
                <a:lnTo>
                  <a:pt x="261938" y="209550"/>
                </a:lnTo>
                <a:lnTo>
                  <a:pt x="252413" y="209550"/>
                </a:lnTo>
                <a:lnTo>
                  <a:pt x="242888" y="209550"/>
                </a:lnTo>
                <a:lnTo>
                  <a:pt x="233363" y="209550"/>
                </a:lnTo>
                <a:lnTo>
                  <a:pt x="223838" y="209550"/>
                </a:lnTo>
                <a:lnTo>
                  <a:pt x="214313" y="209550"/>
                </a:lnTo>
                <a:lnTo>
                  <a:pt x="204788" y="209550"/>
                </a:lnTo>
                <a:lnTo>
                  <a:pt x="195263" y="209550"/>
                </a:lnTo>
                <a:lnTo>
                  <a:pt x="185738" y="209550"/>
                </a:lnTo>
                <a:lnTo>
                  <a:pt x="176213" y="209550"/>
                </a:lnTo>
                <a:lnTo>
                  <a:pt x="166688" y="209550"/>
                </a:lnTo>
                <a:lnTo>
                  <a:pt x="157163" y="209550"/>
                </a:lnTo>
                <a:lnTo>
                  <a:pt x="147638" y="209550"/>
                </a:lnTo>
                <a:lnTo>
                  <a:pt x="138113" y="209550"/>
                </a:lnTo>
                <a:lnTo>
                  <a:pt x="128588" y="209550"/>
                </a:lnTo>
                <a:lnTo>
                  <a:pt x="119063" y="209550"/>
                </a:lnTo>
                <a:lnTo>
                  <a:pt x="109538" y="209550"/>
                </a:lnTo>
                <a:lnTo>
                  <a:pt x="100013" y="209550"/>
                </a:lnTo>
                <a:lnTo>
                  <a:pt x="90488" y="209550"/>
                </a:lnTo>
                <a:lnTo>
                  <a:pt x="80963" y="209550"/>
                </a:lnTo>
                <a:lnTo>
                  <a:pt x="71438" y="209550"/>
                </a:lnTo>
                <a:lnTo>
                  <a:pt x="61913" y="209550"/>
                </a:lnTo>
                <a:lnTo>
                  <a:pt x="52388" y="209550"/>
                </a:lnTo>
                <a:lnTo>
                  <a:pt x="42863" y="209550"/>
                </a:lnTo>
                <a:lnTo>
                  <a:pt x="33338" y="209550"/>
                </a:lnTo>
                <a:lnTo>
                  <a:pt x="23813" y="209550"/>
                </a:lnTo>
                <a:lnTo>
                  <a:pt x="14288" y="209550"/>
                </a:lnTo>
                <a:lnTo>
                  <a:pt x="9525" y="204788"/>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23813" y="19050"/>
                </a:moveTo>
                <a:lnTo>
                  <a:pt x="19050" y="23813"/>
                </a:lnTo>
                <a:lnTo>
                  <a:pt x="19050" y="33338"/>
                </a:lnTo>
                <a:lnTo>
                  <a:pt x="23813" y="38100"/>
                </a:lnTo>
                <a:lnTo>
                  <a:pt x="33338" y="38100"/>
                </a:lnTo>
                <a:lnTo>
                  <a:pt x="42863" y="38100"/>
                </a:lnTo>
                <a:lnTo>
                  <a:pt x="52388" y="38100"/>
                </a:lnTo>
                <a:lnTo>
                  <a:pt x="61913" y="38100"/>
                </a:lnTo>
                <a:lnTo>
                  <a:pt x="71438" y="38100"/>
                </a:lnTo>
                <a:lnTo>
                  <a:pt x="80963" y="38100"/>
                </a:lnTo>
                <a:lnTo>
                  <a:pt x="90488" y="38100"/>
                </a:lnTo>
                <a:lnTo>
                  <a:pt x="100013" y="38100"/>
                </a:lnTo>
                <a:lnTo>
                  <a:pt x="109538" y="38100"/>
                </a:lnTo>
                <a:lnTo>
                  <a:pt x="119063" y="38100"/>
                </a:lnTo>
                <a:lnTo>
                  <a:pt x="128588" y="38100"/>
                </a:lnTo>
                <a:lnTo>
                  <a:pt x="138113" y="38100"/>
                </a:lnTo>
                <a:lnTo>
                  <a:pt x="147638" y="38100"/>
                </a:lnTo>
                <a:lnTo>
                  <a:pt x="157163" y="38100"/>
                </a:lnTo>
                <a:lnTo>
                  <a:pt x="166688" y="38100"/>
                </a:lnTo>
                <a:lnTo>
                  <a:pt x="176213" y="38100"/>
                </a:lnTo>
                <a:lnTo>
                  <a:pt x="185738" y="38100"/>
                </a:lnTo>
                <a:lnTo>
                  <a:pt x="195263" y="38100"/>
                </a:lnTo>
                <a:lnTo>
                  <a:pt x="204788" y="38100"/>
                </a:lnTo>
                <a:lnTo>
                  <a:pt x="214313" y="38100"/>
                </a:lnTo>
                <a:lnTo>
                  <a:pt x="223838" y="38100"/>
                </a:lnTo>
                <a:lnTo>
                  <a:pt x="233363" y="38100"/>
                </a:lnTo>
                <a:lnTo>
                  <a:pt x="242888" y="38100"/>
                </a:lnTo>
                <a:lnTo>
                  <a:pt x="252413" y="38100"/>
                </a:lnTo>
                <a:lnTo>
                  <a:pt x="261938" y="38100"/>
                </a:lnTo>
                <a:lnTo>
                  <a:pt x="271463" y="38100"/>
                </a:lnTo>
                <a:lnTo>
                  <a:pt x="280988" y="38100"/>
                </a:lnTo>
                <a:lnTo>
                  <a:pt x="290513" y="38100"/>
                </a:lnTo>
                <a:lnTo>
                  <a:pt x="300038" y="38100"/>
                </a:lnTo>
                <a:lnTo>
                  <a:pt x="309563" y="38100"/>
                </a:lnTo>
                <a:lnTo>
                  <a:pt x="319088" y="38100"/>
                </a:lnTo>
                <a:lnTo>
                  <a:pt x="328613" y="38100"/>
                </a:lnTo>
                <a:lnTo>
                  <a:pt x="338138" y="38100"/>
                </a:lnTo>
                <a:lnTo>
                  <a:pt x="347663" y="38100"/>
                </a:lnTo>
                <a:lnTo>
                  <a:pt x="357188" y="38100"/>
                </a:lnTo>
                <a:lnTo>
                  <a:pt x="366713" y="38100"/>
                </a:lnTo>
                <a:lnTo>
                  <a:pt x="376238" y="38100"/>
                </a:lnTo>
                <a:lnTo>
                  <a:pt x="385763" y="38100"/>
                </a:lnTo>
                <a:lnTo>
                  <a:pt x="395288" y="38100"/>
                </a:lnTo>
                <a:lnTo>
                  <a:pt x="404813" y="38100"/>
                </a:lnTo>
                <a:lnTo>
                  <a:pt x="414338" y="38100"/>
                </a:lnTo>
                <a:lnTo>
                  <a:pt x="423863" y="38100"/>
                </a:lnTo>
                <a:lnTo>
                  <a:pt x="433388" y="38100"/>
                </a:lnTo>
                <a:lnTo>
                  <a:pt x="442913" y="38100"/>
                </a:lnTo>
                <a:lnTo>
                  <a:pt x="452438" y="38100"/>
                </a:lnTo>
                <a:lnTo>
                  <a:pt x="461963" y="38100"/>
                </a:lnTo>
                <a:lnTo>
                  <a:pt x="466725" y="33338"/>
                </a:lnTo>
                <a:lnTo>
                  <a:pt x="466725" y="23813"/>
                </a:lnTo>
                <a:lnTo>
                  <a:pt x="461963" y="19050"/>
                </a:lnTo>
                <a:lnTo>
                  <a:pt x="452438" y="19050"/>
                </a:lnTo>
                <a:lnTo>
                  <a:pt x="442913" y="19050"/>
                </a:lnTo>
                <a:lnTo>
                  <a:pt x="433388" y="19050"/>
                </a:lnTo>
                <a:lnTo>
                  <a:pt x="423863" y="19050"/>
                </a:lnTo>
                <a:lnTo>
                  <a:pt x="414338" y="19050"/>
                </a:lnTo>
                <a:lnTo>
                  <a:pt x="404813" y="19050"/>
                </a:lnTo>
                <a:lnTo>
                  <a:pt x="395288" y="19050"/>
                </a:lnTo>
                <a:lnTo>
                  <a:pt x="385763" y="19050"/>
                </a:lnTo>
                <a:lnTo>
                  <a:pt x="376238" y="19050"/>
                </a:lnTo>
                <a:lnTo>
                  <a:pt x="366713" y="19050"/>
                </a:lnTo>
                <a:lnTo>
                  <a:pt x="357188" y="19050"/>
                </a:lnTo>
                <a:lnTo>
                  <a:pt x="347663" y="19050"/>
                </a:lnTo>
                <a:lnTo>
                  <a:pt x="338138" y="19050"/>
                </a:lnTo>
                <a:lnTo>
                  <a:pt x="328613" y="19050"/>
                </a:lnTo>
                <a:lnTo>
                  <a:pt x="319088" y="19050"/>
                </a:lnTo>
                <a:lnTo>
                  <a:pt x="309563" y="19050"/>
                </a:lnTo>
                <a:lnTo>
                  <a:pt x="300038" y="19050"/>
                </a:lnTo>
                <a:lnTo>
                  <a:pt x="290513" y="19050"/>
                </a:lnTo>
                <a:lnTo>
                  <a:pt x="280988" y="19050"/>
                </a:lnTo>
                <a:lnTo>
                  <a:pt x="271463" y="19050"/>
                </a:lnTo>
                <a:lnTo>
                  <a:pt x="261938" y="19050"/>
                </a:lnTo>
                <a:lnTo>
                  <a:pt x="252413" y="19050"/>
                </a:lnTo>
                <a:lnTo>
                  <a:pt x="242888" y="19050"/>
                </a:lnTo>
                <a:lnTo>
                  <a:pt x="233363" y="19050"/>
                </a:lnTo>
                <a:lnTo>
                  <a:pt x="223838" y="19050"/>
                </a:lnTo>
                <a:lnTo>
                  <a:pt x="214313" y="19050"/>
                </a:lnTo>
                <a:lnTo>
                  <a:pt x="204788" y="19050"/>
                </a:lnTo>
                <a:lnTo>
                  <a:pt x="195263" y="19050"/>
                </a:lnTo>
                <a:lnTo>
                  <a:pt x="185738" y="19050"/>
                </a:lnTo>
                <a:lnTo>
                  <a:pt x="176213" y="19050"/>
                </a:lnTo>
                <a:lnTo>
                  <a:pt x="166688" y="19050"/>
                </a:lnTo>
                <a:lnTo>
                  <a:pt x="157163" y="19050"/>
                </a:lnTo>
                <a:lnTo>
                  <a:pt x="147638" y="19050"/>
                </a:lnTo>
                <a:lnTo>
                  <a:pt x="138113" y="19050"/>
                </a:lnTo>
                <a:lnTo>
                  <a:pt x="128588" y="19050"/>
                </a:lnTo>
                <a:lnTo>
                  <a:pt x="119063" y="19050"/>
                </a:lnTo>
                <a:lnTo>
                  <a:pt x="109538" y="19050"/>
                </a:lnTo>
                <a:lnTo>
                  <a:pt x="100013" y="19050"/>
                </a:lnTo>
                <a:lnTo>
                  <a:pt x="90488" y="19050"/>
                </a:lnTo>
                <a:lnTo>
                  <a:pt x="80963" y="19050"/>
                </a:lnTo>
                <a:lnTo>
                  <a:pt x="71438" y="19050"/>
                </a:lnTo>
                <a:lnTo>
                  <a:pt x="61913" y="19050"/>
                </a:lnTo>
                <a:lnTo>
                  <a:pt x="52388" y="19050"/>
                </a:lnTo>
                <a:lnTo>
                  <a:pt x="42863" y="19050"/>
                </a:lnTo>
                <a:lnTo>
                  <a:pt x="33338" y="19050"/>
                </a:lnTo>
                <a:lnTo>
                  <a:pt x="23813" y="19050"/>
                </a:lnTo>
                <a:close/>
              </a:path>
            </a:pathLst>
          </a:custGeom>
          <a:solidFill xmlns:a="http://schemas.openxmlformats.org/drawingml/2006/main">
            <a:srgbClr val="ACAEB0"/>
          </a:solidFill>
          <a:ln xmlns:a="http://schemas.openxmlformats.org/drawingml/2006/main" w="0">
            <a:noFill/>
            <a:prstDash val="solid"/>
          </a:ln>
        </p:spPr>
      </p:sp>
      <p:sp>
        <p:nvSpPr>
          <p:cNvPr id="929" name="layout-candidate-gray-87-1">
            <a:extLst xmlns:a="http://schemas.openxmlformats.org/drawingml/2006/main">
              <a:ext uri="{FF2B5EF4-FFF2-40B4-BE49-F238E27FC236}">
                <a16:creationId xmlns:a16="http://schemas.microsoft.com/office/drawing/2014/main" id="{FA6FC26B-3B0C-4E37-AD9D-C91F1F370818}"/>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ACAEB0"/>
          </a:solidFill>
          <a:ln xmlns:a="http://schemas.openxmlformats.org/drawingml/2006/main" w="0">
            <a:noFill/>
            <a:prstDash val="solid"/>
          </a:ln>
        </p:spPr>
      </p:sp>
      <p:sp>
        <p:nvSpPr>
          <p:cNvPr id="930" name="layout-candidate-gray-87-2">
            <a:extLst xmlns:a="http://schemas.openxmlformats.org/drawingml/2006/main">
              <a:ext uri="{FF2B5EF4-FFF2-40B4-BE49-F238E27FC236}">
                <a16:creationId xmlns:a16="http://schemas.microsoft.com/office/drawing/2014/main" id="{BA00795A-8C2D-4B09-BDC7-0AD49E308931}"/>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ACAEB0"/>
          </a:solidFill>
          <a:ln xmlns:a="http://schemas.openxmlformats.org/drawingml/2006/main" w="0">
            <a:noFill/>
            <a:prstDash val="solid"/>
          </a:ln>
        </p:spPr>
      </p:sp>
      <p:sp>
        <p:nvSpPr>
          <p:cNvPr id="931" name="layout-candidate-gray-87-3">
            <a:extLst xmlns:a="http://schemas.openxmlformats.org/drawingml/2006/main">
              <a:ext uri="{FF2B5EF4-FFF2-40B4-BE49-F238E27FC236}">
                <a16:creationId xmlns:a16="http://schemas.microsoft.com/office/drawing/2014/main" id="{8100C5D2-431D-4DFB-9378-1E626BBB1A59}"/>
              </a:ext>
            </a:extLst>
          </p:cNvPr>
          <p:cNvSpPr>
            <a:spLocks xmlns:a="http://schemas.openxmlformats.org/drawingml/2006/main" noGrp="1"/>
          </p:cNvSpPr>
          <p:nvPr/>
        </p:nvSpPr>
        <p:spPr>
          <a:xfrm xmlns:a="http://schemas.openxmlformats.org/drawingml/2006/main" rot="0">
            <a:off x="13144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ACAEB0"/>
          </a:solidFill>
          <a:ln xmlns:a="http://schemas.openxmlformats.org/drawingml/2006/main" w="0">
            <a:noFill/>
            <a:prstDash val="solid"/>
          </a:ln>
        </p:spPr>
      </p:sp>
      <p:sp>
        <p:nvSpPr>
          <p:cNvPr id="932" name="layout-candidate-gray-87-4">
            <a:extLst xmlns:a="http://schemas.openxmlformats.org/drawingml/2006/main">
              <a:ext uri="{FF2B5EF4-FFF2-40B4-BE49-F238E27FC236}">
                <a16:creationId xmlns:a16="http://schemas.microsoft.com/office/drawing/2014/main" id="{8A26CC13-F298-415B-972E-4137888E4980}"/>
              </a:ext>
            </a:extLst>
          </p:cNvPr>
          <p:cNvSpPr>
            <a:spLocks xmlns:a="http://schemas.openxmlformats.org/drawingml/2006/main" noGrp="1"/>
          </p:cNvSpPr>
          <p:nvPr/>
        </p:nvSpPr>
        <p:spPr>
          <a:xfrm xmlns:a="http://schemas.openxmlformats.org/drawingml/2006/main" rot="0">
            <a:off x="136207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ACAEB0"/>
          </a:solidFill>
          <a:ln xmlns:a="http://schemas.openxmlformats.org/drawingml/2006/main" w="0">
            <a:noFill/>
            <a:prstDash val="solid"/>
          </a:ln>
        </p:spPr>
      </p:sp>
      <p:sp>
        <p:nvSpPr>
          <p:cNvPr id="933" name="layout-candidate-gray-87-5">
            <a:extLst xmlns:a="http://schemas.openxmlformats.org/drawingml/2006/main">
              <a:ext uri="{FF2B5EF4-FFF2-40B4-BE49-F238E27FC236}">
                <a16:creationId xmlns:a16="http://schemas.microsoft.com/office/drawing/2014/main" id="{085EDD25-74FF-4607-96F1-F0EC73A3A382}"/>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ACAEB0"/>
          </a:solidFill>
          <a:ln xmlns:a="http://schemas.openxmlformats.org/drawingml/2006/main" w="0">
            <a:noFill/>
            <a:prstDash val="solid"/>
          </a:ln>
        </p:spPr>
      </p:sp>
      <p:sp>
        <p:nvSpPr>
          <p:cNvPr id="934" name="layout-candidate-gray-87-6">
            <a:extLst xmlns:a="http://schemas.openxmlformats.org/drawingml/2006/main">
              <a:ext uri="{FF2B5EF4-FFF2-40B4-BE49-F238E27FC236}">
                <a16:creationId xmlns:a16="http://schemas.microsoft.com/office/drawing/2014/main" id="{8EDCA7CE-AE76-483D-AEC5-B79BADF8B19C}"/>
              </a:ext>
            </a:extLst>
          </p:cNvPr>
          <p:cNvSpPr>
            <a:spLocks xmlns:a="http://schemas.openxmlformats.org/drawingml/2006/main" noGrp="1"/>
          </p:cNvSpPr>
          <p:nvPr/>
        </p:nvSpPr>
        <p:spPr>
          <a:xfrm xmlns:a="http://schemas.openxmlformats.org/drawingml/2006/main" rot="0">
            <a:off x="141922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ACAEB0"/>
          </a:solidFill>
          <a:ln xmlns:a="http://schemas.openxmlformats.org/drawingml/2006/main" w="0">
            <a:noFill/>
            <a:prstDash val="solid"/>
          </a:ln>
        </p:spPr>
      </p:sp>
      <p:sp>
        <p:nvSpPr>
          <p:cNvPr id="935" name="layout-candidate-gray-87-7">
            <a:extLst xmlns:a="http://schemas.openxmlformats.org/drawingml/2006/main">
              <a:ext uri="{FF2B5EF4-FFF2-40B4-BE49-F238E27FC236}">
                <a16:creationId xmlns:a16="http://schemas.microsoft.com/office/drawing/2014/main" id="{2383C057-3BCC-4F3D-8AE0-7C1994B9B06D}"/>
              </a:ext>
            </a:extLst>
          </p:cNvPr>
          <p:cNvSpPr>
            <a:spLocks xmlns:a="http://schemas.openxmlformats.org/drawingml/2006/main" noGrp="1"/>
          </p:cNvSpPr>
          <p:nvPr/>
        </p:nvSpPr>
        <p:spPr>
          <a:xfrm xmlns:a="http://schemas.openxmlformats.org/drawingml/2006/main" rot="0">
            <a:off x="1381125" y="543877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ACAEB0"/>
          </a:solidFill>
          <a:ln xmlns:a="http://schemas.openxmlformats.org/drawingml/2006/main" w="0">
            <a:noFill/>
            <a:prstDash val="solid"/>
          </a:ln>
        </p:spPr>
      </p:sp>
      <p:sp>
        <p:nvSpPr>
          <p:cNvPr id="936" name="layout-candidate-gray-87-8">
            <a:extLst xmlns:a="http://schemas.openxmlformats.org/drawingml/2006/main">
              <a:ext uri="{FF2B5EF4-FFF2-40B4-BE49-F238E27FC236}">
                <a16:creationId xmlns:a16="http://schemas.microsoft.com/office/drawing/2014/main" id="{78BD0DBE-A3E6-45AF-B3EE-3CA0AEDA5E5D}"/>
              </a:ext>
            </a:extLst>
          </p:cNvPr>
          <p:cNvSpPr>
            <a:spLocks xmlns:a="http://schemas.openxmlformats.org/drawingml/2006/main" noGrp="1"/>
          </p:cNvSpPr>
          <p:nvPr/>
        </p:nvSpPr>
        <p:spPr>
          <a:xfrm xmlns:a="http://schemas.openxmlformats.org/drawingml/2006/main" rot="0">
            <a:off x="12954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ACAEB0"/>
          </a:solidFill>
          <a:ln xmlns:a="http://schemas.openxmlformats.org/drawingml/2006/main" w="0">
            <a:noFill/>
            <a:prstDash val="solid"/>
          </a:ln>
        </p:spPr>
      </p:sp>
      <p:sp>
        <p:nvSpPr>
          <p:cNvPr id="937" name="layout-candidate-gray-87-9">
            <a:extLst xmlns:a="http://schemas.openxmlformats.org/drawingml/2006/main">
              <a:ext uri="{FF2B5EF4-FFF2-40B4-BE49-F238E27FC236}">
                <a16:creationId xmlns:a16="http://schemas.microsoft.com/office/drawing/2014/main" id="{9F00D8E0-B657-4BED-A844-E48428C48DA5}"/>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ACAEB0"/>
          </a:solidFill>
          <a:ln xmlns:a="http://schemas.openxmlformats.org/drawingml/2006/main" w="0">
            <a:noFill/>
            <a:prstDash val="solid"/>
          </a:ln>
        </p:spPr>
      </p:sp>
      <p:sp>
        <p:nvSpPr>
          <p:cNvPr id="938" name="layout-candidate-gray-89-0">
            <a:extLst xmlns:a="http://schemas.openxmlformats.org/drawingml/2006/main">
              <a:ext uri="{FF2B5EF4-FFF2-40B4-BE49-F238E27FC236}">
                <a16:creationId xmlns:a16="http://schemas.microsoft.com/office/drawing/2014/main" id="{F7B292CF-1B58-4113-9A04-A6D3A698316A}"/>
              </a:ext>
            </a:extLst>
          </p:cNvPr>
          <p:cNvSpPr>
            <a:spLocks xmlns:a="http://schemas.openxmlformats.org/drawingml/2006/main" noGrp="1"/>
          </p:cNvSpPr>
          <p:nvPr/>
        </p:nvSpPr>
        <p:spPr>
          <a:xfrm xmlns:a="http://schemas.openxmlformats.org/drawingml/2006/main" rot="0">
            <a:off x="1133475" y="5000625"/>
            <a:ext cx="485775" cy="400050"/>
          </a:xfrm>
          <a:custGeom xmlns:a="http://schemas.openxmlformats.org/drawingml/2006/main">
            <a:pathLst>
              <a:path w="485775" h="4000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85775" y="4763"/>
                </a:lnTo>
                <a:lnTo>
                  <a:pt x="485775" y="14288"/>
                </a:lnTo>
                <a:lnTo>
                  <a:pt x="485775" y="23813"/>
                </a:lnTo>
                <a:lnTo>
                  <a:pt x="485775" y="33338"/>
                </a:lnTo>
                <a:lnTo>
                  <a:pt x="485775" y="42863"/>
                </a:lnTo>
                <a:lnTo>
                  <a:pt x="485775" y="52388"/>
                </a:lnTo>
                <a:lnTo>
                  <a:pt x="485775" y="61913"/>
                </a:lnTo>
                <a:lnTo>
                  <a:pt x="485775" y="71438"/>
                </a:lnTo>
                <a:lnTo>
                  <a:pt x="485775" y="80963"/>
                </a:lnTo>
                <a:lnTo>
                  <a:pt x="485775" y="90488"/>
                </a:lnTo>
                <a:lnTo>
                  <a:pt x="485775" y="100013"/>
                </a:lnTo>
                <a:lnTo>
                  <a:pt x="485775" y="109538"/>
                </a:lnTo>
                <a:lnTo>
                  <a:pt x="485775" y="119063"/>
                </a:lnTo>
                <a:lnTo>
                  <a:pt x="485775" y="128588"/>
                </a:lnTo>
                <a:lnTo>
                  <a:pt x="485775" y="138113"/>
                </a:lnTo>
                <a:lnTo>
                  <a:pt x="485775" y="147638"/>
                </a:lnTo>
                <a:lnTo>
                  <a:pt x="485775" y="157163"/>
                </a:lnTo>
                <a:lnTo>
                  <a:pt x="485775" y="166688"/>
                </a:lnTo>
                <a:lnTo>
                  <a:pt x="485775" y="176213"/>
                </a:lnTo>
                <a:lnTo>
                  <a:pt x="485775" y="185738"/>
                </a:lnTo>
                <a:lnTo>
                  <a:pt x="485775" y="195263"/>
                </a:lnTo>
                <a:lnTo>
                  <a:pt x="485775" y="204788"/>
                </a:lnTo>
                <a:lnTo>
                  <a:pt x="485775" y="214313"/>
                </a:lnTo>
                <a:lnTo>
                  <a:pt x="485775" y="223838"/>
                </a:lnTo>
                <a:lnTo>
                  <a:pt x="485775" y="233363"/>
                </a:lnTo>
                <a:lnTo>
                  <a:pt x="485775" y="242888"/>
                </a:lnTo>
                <a:lnTo>
                  <a:pt x="485775" y="252413"/>
                </a:lnTo>
                <a:lnTo>
                  <a:pt x="485775" y="261938"/>
                </a:lnTo>
                <a:lnTo>
                  <a:pt x="485775" y="271463"/>
                </a:lnTo>
                <a:lnTo>
                  <a:pt x="485775" y="280988"/>
                </a:lnTo>
                <a:lnTo>
                  <a:pt x="485775" y="290513"/>
                </a:lnTo>
                <a:lnTo>
                  <a:pt x="485775" y="300038"/>
                </a:lnTo>
                <a:lnTo>
                  <a:pt x="485775" y="309563"/>
                </a:lnTo>
                <a:lnTo>
                  <a:pt x="485775" y="319088"/>
                </a:lnTo>
                <a:lnTo>
                  <a:pt x="485775" y="328613"/>
                </a:lnTo>
                <a:lnTo>
                  <a:pt x="485775" y="338138"/>
                </a:lnTo>
                <a:lnTo>
                  <a:pt x="485775" y="347663"/>
                </a:lnTo>
                <a:lnTo>
                  <a:pt x="485775" y="357188"/>
                </a:lnTo>
                <a:lnTo>
                  <a:pt x="485775" y="366713"/>
                </a:lnTo>
                <a:lnTo>
                  <a:pt x="485775" y="376238"/>
                </a:lnTo>
                <a:lnTo>
                  <a:pt x="485775" y="385763"/>
                </a:lnTo>
                <a:lnTo>
                  <a:pt x="481013" y="390525"/>
                </a:lnTo>
                <a:lnTo>
                  <a:pt x="476250" y="395288"/>
                </a:lnTo>
                <a:lnTo>
                  <a:pt x="471488" y="400050"/>
                </a:lnTo>
                <a:lnTo>
                  <a:pt x="461963" y="400050"/>
                </a:lnTo>
                <a:lnTo>
                  <a:pt x="452438" y="400050"/>
                </a:lnTo>
                <a:lnTo>
                  <a:pt x="442913" y="400050"/>
                </a:lnTo>
                <a:lnTo>
                  <a:pt x="433388" y="400050"/>
                </a:lnTo>
                <a:lnTo>
                  <a:pt x="423863" y="400050"/>
                </a:lnTo>
                <a:lnTo>
                  <a:pt x="414338" y="400050"/>
                </a:lnTo>
                <a:lnTo>
                  <a:pt x="404813" y="400050"/>
                </a:lnTo>
                <a:lnTo>
                  <a:pt x="395288" y="400050"/>
                </a:lnTo>
                <a:lnTo>
                  <a:pt x="385763" y="400050"/>
                </a:lnTo>
                <a:lnTo>
                  <a:pt x="376238" y="400050"/>
                </a:lnTo>
                <a:lnTo>
                  <a:pt x="366713" y="400050"/>
                </a:lnTo>
                <a:lnTo>
                  <a:pt x="357188" y="400050"/>
                </a:lnTo>
                <a:lnTo>
                  <a:pt x="347663" y="400050"/>
                </a:lnTo>
                <a:lnTo>
                  <a:pt x="338138" y="400050"/>
                </a:lnTo>
                <a:lnTo>
                  <a:pt x="328613" y="400050"/>
                </a:lnTo>
                <a:lnTo>
                  <a:pt x="319088" y="400050"/>
                </a:lnTo>
                <a:lnTo>
                  <a:pt x="309563" y="400050"/>
                </a:lnTo>
                <a:lnTo>
                  <a:pt x="300038" y="400050"/>
                </a:lnTo>
                <a:lnTo>
                  <a:pt x="290513" y="400050"/>
                </a:lnTo>
                <a:lnTo>
                  <a:pt x="285750" y="395288"/>
                </a:lnTo>
                <a:lnTo>
                  <a:pt x="280988" y="390525"/>
                </a:lnTo>
                <a:lnTo>
                  <a:pt x="276225" y="385763"/>
                </a:lnTo>
                <a:lnTo>
                  <a:pt x="276225" y="376238"/>
                </a:lnTo>
                <a:lnTo>
                  <a:pt x="276225" y="366713"/>
                </a:lnTo>
                <a:lnTo>
                  <a:pt x="276225" y="357188"/>
                </a:lnTo>
                <a:lnTo>
                  <a:pt x="276225" y="347663"/>
                </a:lnTo>
                <a:lnTo>
                  <a:pt x="276225" y="338138"/>
                </a:lnTo>
                <a:lnTo>
                  <a:pt x="276225" y="328613"/>
                </a:lnTo>
                <a:lnTo>
                  <a:pt x="276225" y="319088"/>
                </a:lnTo>
                <a:lnTo>
                  <a:pt x="276225" y="309563"/>
                </a:lnTo>
                <a:lnTo>
                  <a:pt x="276225" y="300038"/>
                </a:lnTo>
                <a:lnTo>
                  <a:pt x="276225" y="290513"/>
                </a:lnTo>
                <a:lnTo>
                  <a:pt x="276225" y="280988"/>
                </a:lnTo>
                <a:lnTo>
                  <a:pt x="276225" y="271463"/>
                </a:lnTo>
                <a:lnTo>
                  <a:pt x="276225" y="261938"/>
                </a:lnTo>
                <a:lnTo>
                  <a:pt x="276225" y="252413"/>
                </a:lnTo>
                <a:lnTo>
                  <a:pt x="276225" y="242888"/>
                </a:lnTo>
                <a:lnTo>
                  <a:pt x="276225" y="233363"/>
                </a:lnTo>
                <a:lnTo>
                  <a:pt x="276225" y="223838"/>
                </a:lnTo>
                <a:lnTo>
                  <a:pt x="276225" y="214313"/>
                </a:lnTo>
                <a:lnTo>
                  <a:pt x="271463" y="209550"/>
                </a:lnTo>
                <a:lnTo>
                  <a:pt x="261938" y="209550"/>
                </a:lnTo>
                <a:lnTo>
                  <a:pt x="252413" y="209550"/>
                </a:lnTo>
                <a:lnTo>
                  <a:pt x="242888" y="209550"/>
                </a:lnTo>
                <a:lnTo>
                  <a:pt x="233363" y="209550"/>
                </a:lnTo>
                <a:lnTo>
                  <a:pt x="223838" y="209550"/>
                </a:lnTo>
                <a:lnTo>
                  <a:pt x="214313" y="209550"/>
                </a:lnTo>
                <a:lnTo>
                  <a:pt x="204788" y="209550"/>
                </a:lnTo>
                <a:lnTo>
                  <a:pt x="195263" y="209550"/>
                </a:lnTo>
                <a:lnTo>
                  <a:pt x="185738" y="209550"/>
                </a:lnTo>
                <a:lnTo>
                  <a:pt x="176213" y="209550"/>
                </a:lnTo>
                <a:lnTo>
                  <a:pt x="166688" y="209550"/>
                </a:lnTo>
                <a:lnTo>
                  <a:pt x="157163" y="209550"/>
                </a:lnTo>
                <a:lnTo>
                  <a:pt x="147638" y="209550"/>
                </a:lnTo>
                <a:lnTo>
                  <a:pt x="138113" y="209550"/>
                </a:lnTo>
                <a:lnTo>
                  <a:pt x="128588" y="209550"/>
                </a:lnTo>
                <a:lnTo>
                  <a:pt x="119063" y="209550"/>
                </a:lnTo>
                <a:lnTo>
                  <a:pt x="109538" y="209550"/>
                </a:lnTo>
                <a:lnTo>
                  <a:pt x="100013" y="209550"/>
                </a:lnTo>
                <a:lnTo>
                  <a:pt x="90488" y="209550"/>
                </a:lnTo>
                <a:lnTo>
                  <a:pt x="80963" y="209550"/>
                </a:lnTo>
                <a:lnTo>
                  <a:pt x="71438" y="209550"/>
                </a:lnTo>
                <a:lnTo>
                  <a:pt x="61913" y="209550"/>
                </a:lnTo>
                <a:lnTo>
                  <a:pt x="52388" y="209550"/>
                </a:lnTo>
                <a:lnTo>
                  <a:pt x="42863" y="209550"/>
                </a:lnTo>
                <a:lnTo>
                  <a:pt x="33338" y="209550"/>
                </a:lnTo>
                <a:lnTo>
                  <a:pt x="23813" y="209550"/>
                </a:lnTo>
                <a:lnTo>
                  <a:pt x="14288" y="209550"/>
                </a:lnTo>
                <a:lnTo>
                  <a:pt x="9525" y="204788"/>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23813" y="19050"/>
                </a:moveTo>
                <a:lnTo>
                  <a:pt x="19050" y="23813"/>
                </a:lnTo>
                <a:lnTo>
                  <a:pt x="19050" y="33338"/>
                </a:lnTo>
                <a:lnTo>
                  <a:pt x="19050" y="42863"/>
                </a:lnTo>
                <a:lnTo>
                  <a:pt x="19050" y="52388"/>
                </a:lnTo>
                <a:lnTo>
                  <a:pt x="23813" y="57150"/>
                </a:lnTo>
                <a:lnTo>
                  <a:pt x="33338" y="57150"/>
                </a:lnTo>
                <a:lnTo>
                  <a:pt x="42863" y="57150"/>
                </a:lnTo>
                <a:lnTo>
                  <a:pt x="52388" y="57150"/>
                </a:lnTo>
                <a:lnTo>
                  <a:pt x="61913" y="57150"/>
                </a:lnTo>
                <a:lnTo>
                  <a:pt x="71438" y="57150"/>
                </a:lnTo>
                <a:lnTo>
                  <a:pt x="80963" y="57150"/>
                </a:lnTo>
                <a:lnTo>
                  <a:pt x="90488" y="57150"/>
                </a:lnTo>
                <a:lnTo>
                  <a:pt x="100013" y="57150"/>
                </a:lnTo>
                <a:lnTo>
                  <a:pt x="109538" y="57150"/>
                </a:lnTo>
                <a:lnTo>
                  <a:pt x="119063" y="57150"/>
                </a:lnTo>
                <a:lnTo>
                  <a:pt x="128588" y="57150"/>
                </a:lnTo>
                <a:lnTo>
                  <a:pt x="138113" y="57150"/>
                </a:lnTo>
                <a:lnTo>
                  <a:pt x="147638" y="57150"/>
                </a:lnTo>
                <a:lnTo>
                  <a:pt x="157163" y="57150"/>
                </a:lnTo>
                <a:lnTo>
                  <a:pt x="166688" y="57150"/>
                </a:lnTo>
                <a:lnTo>
                  <a:pt x="176213" y="57150"/>
                </a:lnTo>
                <a:lnTo>
                  <a:pt x="185738" y="57150"/>
                </a:lnTo>
                <a:lnTo>
                  <a:pt x="195263" y="57150"/>
                </a:lnTo>
                <a:lnTo>
                  <a:pt x="204788" y="57150"/>
                </a:lnTo>
                <a:lnTo>
                  <a:pt x="214313" y="57150"/>
                </a:lnTo>
                <a:lnTo>
                  <a:pt x="223838" y="57150"/>
                </a:lnTo>
                <a:lnTo>
                  <a:pt x="233363" y="57150"/>
                </a:lnTo>
                <a:lnTo>
                  <a:pt x="242888" y="57150"/>
                </a:lnTo>
                <a:lnTo>
                  <a:pt x="252413" y="57150"/>
                </a:lnTo>
                <a:lnTo>
                  <a:pt x="261938" y="57150"/>
                </a:lnTo>
                <a:lnTo>
                  <a:pt x="271463" y="57150"/>
                </a:lnTo>
                <a:lnTo>
                  <a:pt x="280988" y="57150"/>
                </a:lnTo>
                <a:lnTo>
                  <a:pt x="290513" y="57150"/>
                </a:lnTo>
                <a:lnTo>
                  <a:pt x="300038" y="57150"/>
                </a:lnTo>
                <a:lnTo>
                  <a:pt x="309563" y="57150"/>
                </a:lnTo>
                <a:lnTo>
                  <a:pt x="319088" y="57150"/>
                </a:lnTo>
                <a:lnTo>
                  <a:pt x="328613" y="57150"/>
                </a:lnTo>
                <a:lnTo>
                  <a:pt x="338138" y="57150"/>
                </a:lnTo>
                <a:lnTo>
                  <a:pt x="347663" y="57150"/>
                </a:lnTo>
                <a:lnTo>
                  <a:pt x="357188" y="57150"/>
                </a:lnTo>
                <a:lnTo>
                  <a:pt x="366713" y="57150"/>
                </a:lnTo>
                <a:lnTo>
                  <a:pt x="376238" y="57150"/>
                </a:lnTo>
                <a:lnTo>
                  <a:pt x="385763" y="57150"/>
                </a:lnTo>
                <a:lnTo>
                  <a:pt x="395288" y="57150"/>
                </a:lnTo>
                <a:lnTo>
                  <a:pt x="404813" y="57150"/>
                </a:lnTo>
                <a:lnTo>
                  <a:pt x="414338" y="57150"/>
                </a:lnTo>
                <a:lnTo>
                  <a:pt x="423863" y="57150"/>
                </a:lnTo>
                <a:lnTo>
                  <a:pt x="433388" y="57150"/>
                </a:lnTo>
                <a:lnTo>
                  <a:pt x="442913" y="57150"/>
                </a:lnTo>
                <a:lnTo>
                  <a:pt x="452438" y="57150"/>
                </a:lnTo>
                <a:lnTo>
                  <a:pt x="461963" y="57150"/>
                </a:lnTo>
                <a:lnTo>
                  <a:pt x="466725" y="52388"/>
                </a:lnTo>
                <a:lnTo>
                  <a:pt x="466725" y="42863"/>
                </a:lnTo>
                <a:lnTo>
                  <a:pt x="466725" y="33338"/>
                </a:lnTo>
                <a:lnTo>
                  <a:pt x="466725" y="23813"/>
                </a:lnTo>
                <a:lnTo>
                  <a:pt x="461963" y="19050"/>
                </a:lnTo>
                <a:lnTo>
                  <a:pt x="452438" y="19050"/>
                </a:lnTo>
                <a:lnTo>
                  <a:pt x="442913" y="19050"/>
                </a:lnTo>
                <a:lnTo>
                  <a:pt x="433388" y="19050"/>
                </a:lnTo>
                <a:lnTo>
                  <a:pt x="423863" y="19050"/>
                </a:lnTo>
                <a:lnTo>
                  <a:pt x="414338" y="19050"/>
                </a:lnTo>
                <a:lnTo>
                  <a:pt x="404813" y="19050"/>
                </a:lnTo>
                <a:lnTo>
                  <a:pt x="395288" y="19050"/>
                </a:lnTo>
                <a:lnTo>
                  <a:pt x="385763" y="19050"/>
                </a:lnTo>
                <a:lnTo>
                  <a:pt x="376238" y="19050"/>
                </a:lnTo>
                <a:lnTo>
                  <a:pt x="366713" y="19050"/>
                </a:lnTo>
                <a:lnTo>
                  <a:pt x="357188" y="19050"/>
                </a:lnTo>
                <a:lnTo>
                  <a:pt x="347663" y="19050"/>
                </a:lnTo>
                <a:lnTo>
                  <a:pt x="338138" y="19050"/>
                </a:lnTo>
                <a:lnTo>
                  <a:pt x="328613" y="19050"/>
                </a:lnTo>
                <a:lnTo>
                  <a:pt x="319088" y="19050"/>
                </a:lnTo>
                <a:lnTo>
                  <a:pt x="309563" y="19050"/>
                </a:lnTo>
                <a:lnTo>
                  <a:pt x="300038" y="19050"/>
                </a:lnTo>
                <a:lnTo>
                  <a:pt x="290513" y="19050"/>
                </a:lnTo>
                <a:lnTo>
                  <a:pt x="280988" y="19050"/>
                </a:lnTo>
                <a:lnTo>
                  <a:pt x="271463" y="19050"/>
                </a:lnTo>
                <a:lnTo>
                  <a:pt x="261938" y="19050"/>
                </a:lnTo>
                <a:lnTo>
                  <a:pt x="252413" y="19050"/>
                </a:lnTo>
                <a:lnTo>
                  <a:pt x="242888" y="19050"/>
                </a:lnTo>
                <a:lnTo>
                  <a:pt x="233363" y="19050"/>
                </a:lnTo>
                <a:lnTo>
                  <a:pt x="223838" y="19050"/>
                </a:lnTo>
                <a:lnTo>
                  <a:pt x="214313" y="19050"/>
                </a:lnTo>
                <a:lnTo>
                  <a:pt x="204788" y="19050"/>
                </a:lnTo>
                <a:lnTo>
                  <a:pt x="195263" y="19050"/>
                </a:lnTo>
                <a:lnTo>
                  <a:pt x="185738" y="19050"/>
                </a:lnTo>
                <a:lnTo>
                  <a:pt x="176213" y="19050"/>
                </a:lnTo>
                <a:lnTo>
                  <a:pt x="166688" y="19050"/>
                </a:lnTo>
                <a:lnTo>
                  <a:pt x="157163" y="19050"/>
                </a:lnTo>
                <a:lnTo>
                  <a:pt x="147638" y="19050"/>
                </a:lnTo>
                <a:lnTo>
                  <a:pt x="138113" y="19050"/>
                </a:lnTo>
                <a:lnTo>
                  <a:pt x="128588" y="19050"/>
                </a:lnTo>
                <a:lnTo>
                  <a:pt x="119063" y="19050"/>
                </a:lnTo>
                <a:lnTo>
                  <a:pt x="109538" y="19050"/>
                </a:lnTo>
                <a:lnTo>
                  <a:pt x="100013" y="19050"/>
                </a:lnTo>
                <a:lnTo>
                  <a:pt x="90488" y="19050"/>
                </a:lnTo>
                <a:lnTo>
                  <a:pt x="80963" y="19050"/>
                </a:lnTo>
                <a:lnTo>
                  <a:pt x="71438" y="19050"/>
                </a:lnTo>
                <a:lnTo>
                  <a:pt x="61913" y="19050"/>
                </a:lnTo>
                <a:lnTo>
                  <a:pt x="52388" y="19050"/>
                </a:lnTo>
                <a:lnTo>
                  <a:pt x="42863" y="19050"/>
                </a:lnTo>
                <a:lnTo>
                  <a:pt x="33338" y="19050"/>
                </a:lnTo>
                <a:lnTo>
                  <a:pt x="23813" y="19050"/>
                </a:lnTo>
                <a:close/>
              </a:path>
            </a:pathLst>
          </a:custGeom>
          <a:solidFill xmlns:a="http://schemas.openxmlformats.org/drawingml/2006/main">
            <a:srgbClr val="B0B2B4"/>
          </a:solidFill>
          <a:ln xmlns:a="http://schemas.openxmlformats.org/drawingml/2006/main" w="0">
            <a:noFill/>
            <a:prstDash val="solid"/>
          </a:ln>
        </p:spPr>
      </p:sp>
      <p:sp>
        <p:nvSpPr>
          <p:cNvPr id="939" name="layout-candidate-gray-89-1">
            <a:extLst xmlns:a="http://schemas.openxmlformats.org/drawingml/2006/main">
              <a:ext uri="{FF2B5EF4-FFF2-40B4-BE49-F238E27FC236}">
                <a16:creationId xmlns:a16="http://schemas.microsoft.com/office/drawing/2014/main" id="{5092B9A2-D5DB-45CC-BA56-A7468D337829}"/>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B0B2B4"/>
          </a:solidFill>
          <a:ln xmlns:a="http://schemas.openxmlformats.org/drawingml/2006/main" w="0">
            <a:noFill/>
            <a:prstDash val="solid"/>
          </a:ln>
        </p:spPr>
      </p:sp>
      <p:sp>
        <p:nvSpPr>
          <p:cNvPr id="940" name="layout-candidate-gray-89-2">
            <a:extLst xmlns:a="http://schemas.openxmlformats.org/drawingml/2006/main">
              <a:ext uri="{FF2B5EF4-FFF2-40B4-BE49-F238E27FC236}">
                <a16:creationId xmlns:a16="http://schemas.microsoft.com/office/drawing/2014/main" id="{E0B41C57-2833-4891-830B-4B3FAA9CC63E}"/>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0B2B4"/>
          </a:solidFill>
          <a:ln xmlns:a="http://schemas.openxmlformats.org/drawingml/2006/main" w="0">
            <a:noFill/>
            <a:prstDash val="solid"/>
          </a:ln>
        </p:spPr>
      </p:sp>
      <p:sp>
        <p:nvSpPr>
          <p:cNvPr id="941" name="layout-candidate-gray-89-3">
            <a:extLst xmlns:a="http://schemas.openxmlformats.org/drawingml/2006/main">
              <a:ext uri="{FF2B5EF4-FFF2-40B4-BE49-F238E27FC236}">
                <a16:creationId xmlns:a16="http://schemas.microsoft.com/office/drawing/2014/main" id="{14B097C7-C3E9-4901-A219-630E9CAAFB87}"/>
              </a:ext>
            </a:extLst>
          </p:cNvPr>
          <p:cNvSpPr>
            <a:spLocks xmlns:a="http://schemas.openxmlformats.org/drawingml/2006/main" noGrp="1"/>
          </p:cNvSpPr>
          <p:nvPr/>
        </p:nvSpPr>
        <p:spPr>
          <a:xfrm xmlns:a="http://schemas.openxmlformats.org/drawingml/2006/main" rot="0">
            <a:off x="13144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0B2B4"/>
          </a:solidFill>
          <a:ln xmlns:a="http://schemas.openxmlformats.org/drawingml/2006/main" w="0">
            <a:noFill/>
            <a:prstDash val="solid"/>
          </a:ln>
        </p:spPr>
      </p:sp>
      <p:sp>
        <p:nvSpPr>
          <p:cNvPr id="942" name="layout-candidate-gray-89-4">
            <a:extLst xmlns:a="http://schemas.openxmlformats.org/drawingml/2006/main">
              <a:ext uri="{FF2B5EF4-FFF2-40B4-BE49-F238E27FC236}">
                <a16:creationId xmlns:a16="http://schemas.microsoft.com/office/drawing/2014/main" id="{53486632-2281-45FE-B645-18F4E1DB00AD}"/>
              </a:ext>
            </a:extLst>
          </p:cNvPr>
          <p:cNvSpPr>
            <a:spLocks xmlns:a="http://schemas.openxmlformats.org/drawingml/2006/main" noGrp="1"/>
          </p:cNvSpPr>
          <p:nvPr/>
        </p:nvSpPr>
        <p:spPr>
          <a:xfrm xmlns:a="http://schemas.openxmlformats.org/drawingml/2006/main" rot="0">
            <a:off x="136207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0B2B4"/>
          </a:solidFill>
          <a:ln xmlns:a="http://schemas.openxmlformats.org/drawingml/2006/main" w="0">
            <a:noFill/>
            <a:prstDash val="solid"/>
          </a:ln>
        </p:spPr>
      </p:sp>
      <p:sp>
        <p:nvSpPr>
          <p:cNvPr id="943" name="layout-candidate-gray-89-5">
            <a:extLst xmlns:a="http://schemas.openxmlformats.org/drawingml/2006/main">
              <a:ext uri="{FF2B5EF4-FFF2-40B4-BE49-F238E27FC236}">
                <a16:creationId xmlns:a16="http://schemas.microsoft.com/office/drawing/2014/main" id="{8F301791-6686-4BA0-96F9-36D7796D6406}"/>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0B2B4"/>
          </a:solidFill>
          <a:ln xmlns:a="http://schemas.openxmlformats.org/drawingml/2006/main" w="0">
            <a:noFill/>
            <a:prstDash val="solid"/>
          </a:ln>
        </p:spPr>
      </p:sp>
      <p:sp>
        <p:nvSpPr>
          <p:cNvPr id="944" name="layout-candidate-gray-89-6">
            <a:extLst xmlns:a="http://schemas.openxmlformats.org/drawingml/2006/main">
              <a:ext uri="{FF2B5EF4-FFF2-40B4-BE49-F238E27FC236}">
                <a16:creationId xmlns:a16="http://schemas.microsoft.com/office/drawing/2014/main" id="{B4146E83-7E56-4DE3-9729-9A02D856E1CB}"/>
              </a:ext>
            </a:extLst>
          </p:cNvPr>
          <p:cNvSpPr>
            <a:spLocks xmlns:a="http://schemas.openxmlformats.org/drawingml/2006/main" noGrp="1"/>
          </p:cNvSpPr>
          <p:nvPr/>
        </p:nvSpPr>
        <p:spPr>
          <a:xfrm xmlns:a="http://schemas.openxmlformats.org/drawingml/2006/main" rot="0">
            <a:off x="141922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0B2B4"/>
          </a:solidFill>
          <a:ln xmlns:a="http://schemas.openxmlformats.org/drawingml/2006/main" w="0">
            <a:noFill/>
            <a:prstDash val="solid"/>
          </a:ln>
        </p:spPr>
      </p:sp>
      <p:sp>
        <p:nvSpPr>
          <p:cNvPr id="945" name="layout-candidate-gray-89-7">
            <a:extLst xmlns:a="http://schemas.openxmlformats.org/drawingml/2006/main">
              <a:ext uri="{FF2B5EF4-FFF2-40B4-BE49-F238E27FC236}">
                <a16:creationId xmlns:a16="http://schemas.microsoft.com/office/drawing/2014/main" id="{94AC6781-C871-4825-BF5C-674E53628E5E}"/>
              </a:ext>
            </a:extLst>
          </p:cNvPr>
          <p:cNvSpPr>
            <a:spLocks xmlns:a="http://schemas.openxmlformats.org/drawingml/2006/main" noGrp="1"/>
          </p:cNvSpPr>
          <p:nvPr/>
        </p:nvSpPr>
        <p:spPr>
          <a:xfrm xmlns:a="http://schemas.openxmlformats.org/drawingml/2006/main" rot="0">
            <a:off x="1381125" y="543877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0B2B4"/>
          </a:solidFill>
          <a:ln xmlns:a="http://schemas.openxmlformats.org/drawingml/2006/main" w="0">
            <a:noFill/>
            <a:prstDash val="solid"/>
          </a:ln>
        </p:spPr>
      </p:sp>
      <p:sp>
        <p:nvSpPr>
          <p:cNvPr id="946" name="layout-candidate-gray-89-8">
            <a:extLst xmlns:a="http://schemas.openxmlformats.org/drawingml/2006/main">
              <a:ext uri="{FF2B5EF4-FFF2-40B4-BE49-F238E27FC236}">
                <a16:creationId xmlns:a16="http://schemas.microsoft.com/office/drawing/2014/main" id="{D76F89DC-0742-4DA6-9FB1-FF899059F21F}"/>
              </a:ext>
            </a:extLst>
          </p:cNvPr>
          <p:cNvSpPr>
            <a:spLocks xmlns:a="http://schemas.openxmlformats.org/drawingml/2006/main" noGrp="1"/>
          </p:cNvSpPr>
          <p:nvPr/>
        </p:nvSpPr>
        <p:spPr>
          <a:xfrm xmlns:a="http://schemas.openxmlformats.org/drawingml/2006/main" rot="0">
            <a:off x="12954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0B2B4"/>
          </a:solidFill>
          <a:ln xmlns:a="http://schemas.openxmlformats.org/drawingml/2006/main" w="0">
            <a:noFill/>
            <a:prstDash val="solid"/>
          </a:ln>
        </p:spPr>
      </p:sp>
      <p:sp>
        <p:nvSpPr>
          <p:cNvPr id="947" name="layout-candidate-gray-89-9">
            <a:extLst xmlns:a="http://schemas.openxmlformats.org/drawingml/2006/main">
              <a:ext uri="{FF2B5EF4-FFF2-40B4-BE49-F238E27FC236}">
                <a16:creationId xmlns:a16="http://schemas.microsoft.com/office/drawing/2014/main" id="{DE03C04C-F49B-4766-A7BD-28AB1DB8F789}"/>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0B2B4"/>
          </a:solidFill>
          <a:ln xmlns:a="http://schemas.openxmlformats.org/drawingml/2006/main" w="0">
            <a:noFill/>
            <a:prstDash val="solid"/>
          </a:ln>
        </p:spPr>
      </p:sp>
      <p:sp>
        <p:nvSpPr>
          <p:cNvPr id="948" name="layout-candidate-gray-90-0">
            <a:extLst xmlns:a="http://schemas.openxmlformats.org/drawingml/2006/main">
              <a:ext uri="{FF2B5EF4-FFF2-40B4-BE49-F238E27FC236}">
                <a16:creationId xmlns:a16="http://schemas.microsoft.com/office/drawing/2014/main" id="{543B4ED3-E37E-4D3C-8B83-EFD65607B335}"/>
              </a:ext>
            </a:extLst>
          </p:cNvPr>
          <p:cNvSpPr>
            <a:spLocks xmlns:a="http://schemas.openxmlformats.org/drawingml/2006/main" noGrp="1"/>
          </p:cNvSpPr>
          <p:nvPr/>
        </p:nvSpPr>
        <p:spPr>
          <a:xfrm xmlns:a="http://schemas.openxmlformats.org/drawingml/2006/main" rot="0">
            <a:off x="1133475" y="5000625"/>
            <a:ext cx="485775" cy="400050"/>
          </a:xfrm>
          <a:custGeom xmlns:a="http://schemas.openxmlformats.org/drawingml/2006/main">
            <a:pathLst>
              <a:path w="485775" h="4000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85775" y="4763"/>
                </a:lnTo>
                <a:lnTo>
                  <a:pt x="485775" y="14288"/>
                </a:lnTo>
                <a:lnTo>
                  <a:pt x="485775" y="23813"/>
                </a:lnTo>
                <a:lnTo>
                  <a:pt x="485775" y="33338"/>
                </a:lnTo>
                <a:lnTo>
                  <a:pt x="485775" y="42863"/>
                </a:lnTo>
                <a:lnTo>
                  <a:pt x="485775" y="52388"/>
                </a:lnTo>
                <a:lnTo>
                  <a:pt x="485775" y="61913"/>
                </a:lnTo>
                <a:lnTo>
                  <a:pt x="485775" y="71438"/>
                </a:lnTo>
                <a:lnTo>
                  <a:pt x="485775" y="80963"/>
                </a:lnTo>
                <a:lnTo>
                  <a:pt x="485775" y="90488"/>
                </a:lnTo>
                <a:lnTo>
                  <a:pt x="485775" y="100013"/>
                </a:lnTo>
                <a:lnTo>
                  <a:pt x="485775" y="109538"/>
                </a:lnTo>
                <a:lnTo>
                  <a:pt x="485775" y="119063"/>
                </a:lnTo>
                <a:lnTo>
                  <a:pt x="485775" y="128588"/>
                </a:lnTo>
                <a:lnTo>
                  <a:pt x="485775" y="138113"/>
                </a:lnTo>
                <a:lnTo>
                  <a:pt x="485775" y="147638"/>
                </a:lnTo>
                <a:lnTo>
                  <a:pt x="485775" y="157163"/>
                </a:lnTo>
                <a:lnTo>
                  <a:pt x="485775" y="166688"/>
                </a:lnTo>
                <a:lnTo>
                  <a:pt x="485775" y="176213"/>
                </a:lnTo>
                <a:lnTo>
                  <a:pt x="485775" y="185738"/>
                </a:lnTo>
                <a:lnTo>
                  <a:pt x="485775" y="195263"/>
                </a:lnTo>
                <a:lnTo>
                  <a:pt x="485775" y="204788"/>
                </a:lnTo>
                <a:lnTo>
                  <a:pt x="485775" y="214313"/>
                </a:lnTo>
                <a:lnTo>
                  <a:pt x="485775" y="223838"/>
                </a:lnTo>
                <a:lnTo>
                  <a:pt x="485775" y="233363"/>
                </a:lnTo>
                <a:lnTo>
                  <a:pt x="485775" y="242888"/>
                </a:lnTo>
                <a:lnTo>
                  <a:pt x="485775" y="252413"/>
                </a:lnTo>
                <a:lnTo>
                  <a:pt x="485775" y="261938"/>
                </a:lnTo>
                <a:lnTo>
                  <a:pt x="485775" y="271463"/>
                </a:lnTo>
                <a:lnTo>
                  <a:pt x="485775" y="280988"/>
                </a:lnTo>
                <a:lnTo>
                  <a:pt x="485775" y="290513"/>
                </a:lnTo>
                <a:lnTo>
                  <a:pt x="485775" y="300038"/>
                </a:lnTo>
                <a:lnTo>
                  <a:pt x="485775" y="309563"/>
                </a:lnTo>
                <a:lnTo>
                  <a:pt x="485775" y="319088"/>
                </a:lnTo>
                <a:lnTo>
                  <a:pt x="485775" y="328613"/>
                </a:lnTo>
                <a:lnTo>
                  <a:pt x="485775" y="338138"/>
                </a:lnTo>
                <a:lnTo>
                  <a:pt x="485775" y="347663"/>
                </a:lnTo>
                <a:lnTo>
                  <a:pt x="485775" y="357188"/>
                </a:lnTo>
                <a:lnTo>
                  <a:pt x="485775" y="366713"/>
                </a:lnTo>
                <a:lnTo>
                  <a:pt x="485775" y="376238"/>
                </a:lnTo>
                <a:lnTo>
                  <a:pt x="485775" y="385763"/>
                </a:lnTo>
                <a:lnTo>
                  <a:pt x="481013" y="390525"/>
                </a:lnTo>
                <a:lnTo>
                  <a:pt x="476250" y="395288"/>
                </a:lnTo>
                <a:lnTo>
                  <a:pt x="471488" y="400050"/>
                </a:lnTo>
                <a:lnTo>
                  <a:pt x="461963" y="400050"/>
                </a:lnTo>
                <a:lnTo>
                  <a:pt x="452438" y="400050"/>
                </a:lnTo>
                <a:lnTo>
                  <a:pt x="442913" y="400050"/>
                </a:lnTo>
                <a:lnTo>
                  <a:pt x="433388" y="400050"/>
                </a:lnTo>
                <a:lnTo>
                  <a:pt x="423863" y="400050"/>
                </a:lnTo>
                <a:lnTo>
                  <a:pt x="414338" y="400050"/>
                </a:lnTo>
                <a:lnTo>
                  <a:pt x="404813" y="400050"/>
                </a:lnTo>
                <a:lnTo>
                  <a:pt x="395288" y="400050"/>
                </a:lnTo>
                <a:lnTo>
                  <a:pt x="385763" y="400050"/>
                </a:lnTo>
                <a:lnTo>
                  <a:pt x="376238" y="400050"/>
                </a:lnTo>
                <a:lnTo>
                  <a:pt x="366713" y="400050"/>
                </a:lnTo>
                <a:lnTo>
                  <a:pt x="357188" y="400050"/>
                </a:lnTo>
                <a:lnTo>
                  <a:pt x="347663" y="400050"/>
                </a:lnTo>
                <a:lnTo>
                  <a:pt x="338138" y="400050"/>
                </a:lnTo>
                <a:lnTo>
                  <a:pt x="328613" y="400050"/>
                </a:lnTo>
                <a:lnTo>
                  <a:pt x="319088" y="400050"/>
                </a:lnTo>
                <a:lnTo>
                  <a:pt x="309563" y="400050"/>
                </a:lnTo>
                <a:lnTo>
                  <a:pt x="300038" y="400050"/>
                </a:lnTo>
                <a:lnTo>
                  <a:pt x="290513" y="400050"/>
                </a:lnTo>
                <a:lnTo>
                  <a:pt x="285750" y="395288"/>
                </a:lnTo>
                <a:lnTo>
                  <a:pt x="280988" y="390525"/>
                </a:lnTo>
                <a:lnTo>
                  <a:pt x="276225" y="385763"/>
                </a:lnTo>
                <a:lnTo>
                  <a:pt x="276225" y="376238"/>
                </a:lnTo>
                <a:lnTo>
                  <a:pt x="276225" y="366713"/>
                </a:lnTo>
                <a:lnTo>
                  <a:pt x="276225" y="357188"/>
                </a:lnTo>
                <a:lnTo>
                  <a:pt x="276225" y="347663"/>
                </a:lnTo>
                <a:lnTo>
                  <a:pt x="276225" y="338138"/>
                </a:lnTo>
                <a:lnTo>
                  <a:pt x="276225" y="328613"/>
                </a:lnTo>
                <a:lnTo>
                  <a:pt x="276225" y="319088"/>
                </a:lnTo>
                <a:lnTo>
                  <a:pt x="276225" y="309563"/>
                </a:lnTo>
                <a:lnTo>
                  <a:pt x="276225" y="300038"/>
                </a:lnTo>
                <a:lnTo>
                  <a:pt x="276225" y="290513"/>
                </a:lnTo>
                <a:lnTo>
                  <a:pt x="276225" y="280988"/>
                </a:lnTo>
                <a:lnTo>
                  <a:pt x="276225" y="271463"/>
                </a:lnTo>
                <a:lnTo>
                  <a:pt x="276225" y="261938"/>
                </a:lnTo>
                <a:lnTo>
                  <a:pt x="276225" y="252413"/>
                </a:lnTo>
                <a:lnTo>
                  <a:pt x="276225" y="242888"/>
                </a:lnTo>
                <a:lnTo>
                  <a:pt x="276225" y="233363"/>
                </a:lnTo>
                <a:lnTo>
                  <a:pt x="276225" y="223838"/>
                </a:lnTo>
                <a:lnTo>
                  <a:pt x="276225" y="214313"/>
                </a:lnTo>
                <a:lnTo>
                  <a:pt x="271463" y="209550"/>
                </a:lnTo>
                <a:lnTo>
                  <a:pt x="261938" y="209550"/>
                </a:lnTo>
                <a:lnTo>
                  <a:pt x="252413" y="209550"/>
                </a:lnTo>
                <a:lnTo>
                  <a:pt x="242888" y="209550"/>
                </a:lnTo>
                <a:lnTo>
                  <a:pt x="233363" y="209550"/>
                </a:lnTo>
                <a:lnTo>
                  <a:pt x="223838" y="209550"/>
                </a:lnTo>
                <a:lnTo>
                  <a:pt x="214313" y="209550"/>
                </a:lnTo>
                <a:lnTo>
                  <a:pt x="204788" y="209550"/>
                </a:lnTo>
                <a:lnTo>
                  <a:pt x="195263" y="209550"/>
                </a:lnTo>
                <a:lnTo>
                  <a:pt x="185738" y="209550"/>
                </a:lnTo>
                <a:lnTo>
                  <a:pt x="176213" y="209550"/>
                </a:lnTo>
                <a:lnTo>
                  <a:pt x="166688" y="209550"/>
                </a:lnTo>
                <a:lnTo>
                  <a:pt x="157163" y="209550"/>
                </a:lnTo>
                <a:lnTo>
                  <a:pt x="147638" y="209550"/>
                </a:lnTo>
                <a:lnTo>
                  <a:pt x="138113" y="209550"/>
                </a:lnTo>
                <a:lnTo>
                  <a:pt x="128588" y="209550"/>
                </a:lnTo>
                <a:lnTo>
                  <a:pt x="119063" y="209550"/>
                </a:lnTo>
                <a:lnTo>
                  <a:pt x="109538" y="209550"/>
                </a:lnTo>
                <a:lnTo>
                  <a:pt x="100013" y="209550"/>
                </a:lnTo>
                <a:lnTo>
                  <a:pt x="90488" y="209550"/>
                </a:lnTo>
                <a:lnTo>
                  <a:pt x="80963" y="209550"/>
                </a:lnTo>
                <a:lnTo>
                  <a:pt x="71438" y="209550"/>
                </a:lnTo>
                <a:lnTo>
                  <a:pt x="61913" y="209550"/>
                </a:lnTo>
                <a:lnTo>
                  <a:pt x="52388" y="209550"/>
                </a:lnTo>
                <a:lnTo>
                  <a:pt x="42863" y="209550"/>
                </a:lnTo>
                <a:lnTo>
                  <a:pt x="33338" y="209550"/>
                </a:lnTo>
                <a:lnTo>
                  <a:pt x="23813" y="209550"/>
                </a:lnTo>
                <a:lnTo>
                  <a:pt x="14288" y="209550"/>
                </a:lnTo>
                <a:lnTo>
                  <a:pt x="9525" y="204788"/>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23813" y="19050"/>
                </a:moveTo>
                <a:lnTo>
                  <a:pt x="19050" y="23813"/>
                </a:lnTo>
                <a:lnTo>
                  <a:pt x="19050" y="33338"/>
                </a:lnTo>
                <a:lnTo>
                  <a:pt x="19050" y="42863"/>
                </a:lnTo>
                <a:lnTo>
                  <a:pt x="19050" y="52388"/>
                </a:lnTo>
                <a:lnTo>
                  <a:pt x="19050" y="61913"/>
                </a:lnTo>
                <a:lnTo>
                  <a:pt x="19050" y="71438"/>
                </a:lnTo>
                <a:lnTo>
                  <a:pt x="23813" y="76200"/>
                </a:lnTo>
                <a:lnTo>
                  <a:pt x="33338" y="76200"/>
                </a:lnTo>
                <a:lnTo>
                  <a:pt x="42863" y="76200"/>
                </a:lnTo>
                <a:lnTo>
                  <a:pt x="52388" y="76200"/>
                </a:lnTo>
                <a:lnTo>
                  <a:pt x="61913" y="76200"/>
                </a:lnTo>
                <a:lnTo>
                  <a:pt x="71438" y="76200"/>
                </a:lnTo>
                <a:lnTo>
                  <a:pt x="80963" y="76200"/>
                </a:lnTo>
                <a:lnTo>
                  <a:pt x="90488" y="76200"/>
                </a:lnTo>
                <a:lnTo>
                  <a:pt x="100013" y="76200"/>
                </a:lnTo>
                <a:lnTo>
                  <a:pt x="109538" y="76200"/>
                </a:lnTo>
                <a:lnTo>
                  <a:pt x="119063" y="76200"/>
                </a:lnTo>
                <a:lnTo>
                  <a:pt x="128588" y="76200"/>
                </a:lnTo>
                <a:lnTo>
                  <a:pt x="138113" y="76200"/>
                </a:lnTo>
                <a:lnTo>
                  <a:pt x="147638" y="76200"/>
                </a:lnTo>
                <a:lnTo>
                  <a:pt x="157163" y="76200"/>
                </a:lnTo>
                <a:lnTo>
                  <a:pt x="166688" y="76200"/>
                </a:lnTo>
                <a:lnTo>
                  <a:pt x="176213" y="76200"/>
                </a:lnTo>
                <a:lnTo>
                  <a:pt x="185738" y="76200"/>
                </a:lnTo>
                <a:lnTo>
                  <a:pt x="195263" y="76200"/>
                </a:lnTo>
                <a:lnTo>
                  <a:pt x="204788" y="76200"/>
                </a:lnTo>
                <a:lnTo>
                  <a:pt x="214313" y="76200"/>
                </a:lnTo>
                <a:lnTo>
                  <a:pt x="223838" y="76200"/>
                </a:lnTo>
                <a:lnTo>
                  <a:pt x="233363" y="76200"/>
                </a:lnTo>
                <a:lnTo>
                  <a:pt x="242888" y="76200"/>
                </a:lnTo>
                <a:lnTo>
                  <a:pt x="252413" y="76200"/>
                </a:lnTo>
                <a:lnTo>
                  <a:pt x="261938" y="76200"/>
                </a:lnTo>
                <a:lnTo>
                  <a:pt x="271463" y="76200"/>
                </a:lnTo>
                <a:lnTo>
                  <a:pt x="280988" y="76200"/>
                </a:lnTo>
                <a:lnTo>
                  <a:pt x="290513" y="76200"/>
                </a:lnTo>
                <a:lnTo>
                  <a:pt x="300038" y="76200"/>
                </a:lnTo>
                <a:lnTo>
                  <a:pt x="309563" y="76200"/>
                </a:lnTo>
                <a:lnTo>
                  <a:pt x="319088" y="76200"/>
                </a:lnTo>
                <a:lnTo>
                  <a:pt x="328613" y="76200"/>
                </a:lnTo>
                <a:lnTo>
                  <a:pt x="338138" y="76200"/>
                </a:lnTo>
                <a:lnTo>
                  <a:pt x="347663" y="76200"/>
                </a:lnTo>
                <a:lnTo>
                  <a:pt x="357188" y="76200"/>
                </a:lnTo>
                <a:lnTo>
                  <a:pt x="366713" y="76200"/>
                </a:lnTo>
                <a:lnTo>
                  <a:pt x="376238" y="76200"/>
                </a:lnTo>
                <a:lnTo>
                  <a:pt x="385763" y="76200"/>
                </a:lnTo>
                <a:lnTo>
                  <a:pt x="395288" y="76200"/>
                </a:lnTo>
                <a:lnTo>
                  <a:pt x="404813" y="76200"/>
                </a:lnTo>
                <a:lnTo>
                  <a:pt x="414338" y="76200"/>
                </a:lnTo>
                <a:lnTo>
                  <a:pt x="423863" y="76200"/>
                </a:lnTo>
                <a:lnTo>
                  <a:pt x="433388" y="76200"/>
                </a:lnTo>
                <a:lnTo>
                  <a:pt x="442913" y="76200"/>
                </a:lnTo>
                <a:lnTo>
                  <a:pt x="452438" y="76200"/>
                </a:lnTo>
                <a:lnTo>
                  <a:pt x="461963" y="76200"/>
                </a:lnTo>
                <a:lnTo>
                  <a:pt x="466725" y="71438"/>
                </a:lnTo>
                <a:lnTo>
                  <a:pt x="466725" y="61913"/>
                </a:lnTo>
                <a:lnTo>
                  <a:pt x="466725" y="52388"/>
                </a:lnTo>
                <a:lnTo>
                  <a:pt x="466725" y="42863"/>
                </a:lnTo>
                <a:lnTo>
                  <a:pt x="466725" y="33338"/>
                </a:lnTo>
                <a:lnTo>
                  <a:pt x="466725" y="23813"/>
                </a:lnTo>
                <a:lnTo>
                  <a:pt x="461963" y="19050"/>
                </a:lnTo>
                <a:lnTo>
                  <a:pt x="452438" y="19050"/>
                </a:lnTo>
                <a:lnTo>
                  <a:pt x="442913" y="19050"/>
                </a:lnTo>
                <a:lnTo>
                  <a:pt x="433388" y="19050"/>
                </a:lnTo>
                <a:lnTo>
                  <a:pt x="423863" y="19050"/>
                </a:lnTo>
                <a:lnTo>
                  <a:pt x="414338" y="19050"/>
                </a:lnTo>
                <a:lnTo>
                  <a:pt x="404813" y="19050"/>
                </a:lnTo>
                <a:lnTo>
                  <a:pt x="395288" y="19050"/>
                </a:lnTo>
                <a:lnTo>
                  <a:pt x="385763" y="19050"/>
                </a:lnTo>
                <a:lnTo>
                  <a:pt x="376238" y="19050"/>
                </a:lnTo>
                <a:lnTo>
                  <a:pt x="366713" y="19050"/>
                </a:lnTo>
                <a:lnTo>
                  <a:pt x="357188" y="19050"/>
                </a:lnTo>
                <a:lnTo>
                  <a:pt x="347663" y="19050"/>
                </a:lnTo>
                <a:lnTo>
                  <a:pt x="338138" y="19050"/>
                </a:lnTo>
                <a:lnTo>
                  <a:pt x="328613" y="19050"/>
                </a:lnTo>
                <a:lnTo>
                  <a:pt x="319088" y="19050"/>
                </a:lnTo>
                <a:lnTo>
                  <a:pt x="309563" y="19050"/>
                </a:lnTo>
                <a:lnTo>
                  <a:pt x="300038" y="19050"/>
                </a:lnTo>
                <a:lnTo>
                  <a:pt x="290513" y="19050"/>
                </a:lnTo>
                <a:lnTo>
                  <a:pt x="280988" y="19050"/>
                </a:lnTo>
                <a:lnTo>
                  <a:pt x="271463" y="19050"/>
                </a:lnTo>
                <a:lnTo>
                  <a:pt x="261938" y="19050"/>
                </a:lnTo>
                <a:lnTo>
                  <a:pt x="252413" y="19050"/>
                </a:lnTo>
                <a:lnTo>
                  <a:pt x="242888" y="19050"/>
                </a:lnTo>
                <a:lnTo>
                  <a:pt x="233363" y="19050"/>
                </a:lnTo>
                <a:lnTo>
                  <a:pt x="223838" y="19050"/>
                </a:lnTo>
                <a:lnTo>
                  <a:pt x="214313" y="19050"/>
                </a:lnTo>
                <a:lnTo>
                  <a:pt x="204788" y="19050"/>
                </a:lnTo>
                <a:lnTo>
                  <a:pt x="195263" y="19050"/>
                </a:lnTo>
                <a:lnTo>
                  <a:pt x="185738" y="19050"/>
                </a:lnTo>
                <a:lnTo>
                  <a:pt x="176213" y="19050"/>
                </a:lnTo>
                <a:lnTo>
                  <a:pt x="166688" y="19050"/>
                </a:lnTo>
                <a:lnTo>
                  <a:pt x="157163" y="19050"/>
                </a:lnTo>
                <a:lnTo>
                  <a:pt x="147638" y="19050"/>
                </a:lnTo>
                <a:lnTo>
                  <a:pt x="138113" y="19050"/>
                </a:lnTo>
                <a:lnTo>
                  <a:pt x="128588" y="19050"/>
                </a:lnTo>
                <a:lnTo>
                  <a:pt x="119063" y="19050"/>
                </a:lnTo>
                <a:lnTo>
                  <a:pt x="109538" y="19050"/>
                </a:lnTo>
                <a:lnTo>
                  <a:pt x="100013" y="19050"/>
                </a:lnTo>
                <a:lnTo>
                  <a:pt x="90488" y="19050"/>
                </a:lnTo>
                <a:lnTo>
                  <a:pt x="80963" y="19050"/>
                </a:lnTo>
                <a:lnTo>
                  <a:pt x="71438" y="19050"/>
                </a:lnTo>
                <a:lnTo>
                  <a:pt x="61913" y="19050"/>
                </a:lnTo>
                <a:lnTo>
                  <a:pt x="52388" y="19050"/>
                </a:lnTo>
                <a:lnTo>
                  <a:pt x="42863" y="19050"/>
                </a:lnTo>
                <a:lnTo>
                  <a:pt x="33338" y="19050"/>
                </a:lnTo>
                <a:lnTo>
                  <a:pt x="23813" y="19050"/>
                </a:lnTo>
                <a:close/>
              </a:path>
            </a:pathLst>
          </a:custGeom>
          <a:solidFill xmlns:a="http://schemas.openxmlformats.org/drawingml/2006/main">
            <a:srgbClr val="B2B4B7"/>
          </a:solidFill>
          <a:ln xmlns:a="http://schemas.openxmlformats.org/drawingml/2006/main" w="0">
            <a:noFill/>
            <a:prstDash val="solid"/>
          </a:ln>
        </p:spPr>
      </p:sp>
      <p:sp>
        <p:nvSpPr>
          <p:cNvPr id="949" name="layout-candidate-gray-90-1">
            <a:extLst xmlns:a="http://schemas.openxmlformats.org/drawingml/2006/main">
              <a:ext uri="{FF2B5EF4-FFF2-40B4-BE49-F238E27FC236}">
                <a16:creationId xmlns:a16="http://schemas.microsoft.com/office/drawing/2014/main" id="{126BB888-11F9-405C-91C5-D45E3D83B4E3}"/>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B2B4B7"/>
          </a:solidFill>
          <a:ln xmlns:a="http://schemas.openxmlformats.org/drawingml/2006/main" w="0">
            <a:noFill/>
            <a:prstDash val="solid"/>
          </a:ln>
        </p:spPr>
      </p:sp>
      <p:sp>
        <p:nvSpPr>
          <p:cNvPr id="950" name="layout-candidate-gray-90-2">
            <a:extLst xmlns:a="http://schemas.openxmlformats.org/drawingml/2006/main">
              <a:ext uri="{FF2B5EF4-FFF2-40B4-BE49-F238E27FC236}">
                <a16:creationId xmlns:a16="http://schemas.microsoft.com/office/drawing/2014/main" id="{FE6708A7-35B7-4039-870B-CC7688EEE8C7}"/>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2B4B7"/>
          </a:solidFill>
          <a:ln xmlns:a="http://schemas.openxmlformats.org/drawingml/2006/main" w="0">
            <a:noFill/>
            <a:prstDash val="solid"/>
          </a:ln>
        </p:spPr>
      </p:sp>
      <p:sp>
        <p:nvSpPr>
          <p:cNvPr id="951" name="layout-candidate-gray-90-3">
            <a:extLst xmlns:a="http://schemas.openxmlformats.org/drawingml/2006/main">
              <a:ext uri="{FF2B5EF4-FFF2-40B4-BE49-F238E27FC236}">
                <a16:creationId xmlns:a16="http://schemas.microsoft.com/office/drawing/2014/main" id="{0BF4533D-F69E-492F-A704-A47EEAEE70BF}"/>
              </a:ext>
            </a:extLst>
          </p:cNvPr>
          <p:cNvSpPr>
            <a:spLocks xmlns:a="http://schemas.openxmlformats.org/drawingml/2006/main" noGrp="1"/>
          </p:cNvSpPr>
          <p:nvPr/>
        </p:nvSpPr>
        <p:spPr>
          <a:xfrm xmlns:a="http://schemas.openxmlformats.org/drawingml/2006/main" rot="0">
            <a:off x="13144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2B4B7"/>
          </a:solidFill>
          <a:ln xmlns:a="http://schemas.openxmlformats.org/drawingml/2006/main" w="0">
            <a:noFill/>
            <a:prstDash val="solid"/>
          </a:ln>
        </p:spPr>
      </p:sp>
      <p:sp>
        <p:nvSpPr>
          <p:cNvPr id="952" name="layout-candidate-gray-90-4">
            <a:extLst xmlns:a="http://schemas.openxmlformats.org/drawingml/2006/main">
              <a:ext uri="{FF2B5EF4-FFF2-40B4-BE49-F238E27FC236}">
                <a16:creationId xmlns:a16="http://schemas.microsoft.com/office/drawing/2014/main" id="{431CC0EF-B7BE-432E-969D-7ACE6A9B18B5}"/>
              </a:ext>
            </a:extLst>
          </p:cNvPr>
          <p:cNvSpPr>
            <a:spLocks xmlns:a="http://schemas.openxmlformats.org/drawingml/2006/main" noGrp="1"/>
          </p:cNvSpPr>
          <p:nvPr/>
        </p:nvSpPr>
        <p:spPr>
          <a:xfrm xmlns:a="http://schemas.openxmlformats.org/drawingml/2006/main" rot="0">
            <a:off x="136207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2B4B7"/>
          </a:solidFill>
          <a:ln xmlns:a="http://schemas.openxmlformats.org/drawingml/2006/main" w="0">
            <a:noFill/>
            <a:prstDash val="solid"/>
          </a:ln>
        </p:spPr>
      </p:sp>
      <p:sp>
        <p:nvSpPr>
          <p:cNvPr id="953" name="layout-candidate-gray-90-5">
            <a:extLst xmlns:a="http://schemas.openxmlformats.org/drawingml/2006/main">
              <a:ext uri="{FF2B5EF4-FFF2-40B4-BE49-F238E27FC236}">
                <a16:creationId xmlns:a16="http://schemas.microsoft.com/office/drawing/2014/main" id="{A4B05331-85D2-47D4-B65F-4C2245EB251D}"/>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2B4B7"/>
          </a:solidFill>
          <a:ln xmlns:a="http://schemas.openxmlformats.org/drawingml/2006/main" w="0">
            <a:noFill/>
            <a:prstDash val="solid"/>
          </a:ln>
        </p:spPr>
      </p:sp>
      <p:sp>
        <p:nvSpPr>
          <p:cNvPr id="954" name="layout-candidate-gray-90-6">
            <a:extLst xmlns:a="http://schemas.openxmlformats.org/drawingml/2006/main">
              <a:ext uri="{FF2B5EF4-FFF2-40B4-BE49-F238E27FC236}">
                <a16:creationId xmlns:a16="http://schemas.microsoft.com/office/drawing/2014/main" id="{83D53119-27D8-431E-B8B4-4081C707D133}"/>
              </a:ext>
            </a:extLst>
          </p:cNvPr>
          <p:cNvSpPr>
            <a:spLocks xmlns:a="http://schemas.openxmlformats.org/drawingml/2006/main" noGrp="1"/>
          </p:cNvSpPr>
          <p:nvPr/>
        </p:nvSpPr>
        <p:spPr>
          <a:xfrm xmlns:a="http://schemas.openxmlformats.org/drawingml/2006/main" rot="0">
            <a:off x="141922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2B4B7"/>
          </a:solidFill>
          <a:ln xmlns:a="http://schemas.openxmlformats.org/drawingml/2006/main" w="0">
            <a:noFill/>
            <a:prstDash val="solid"/>
          </a:ln>
        </p:spPr>
      </p:sp>
      <p:sp>
        <p:nvSpPr>
          <p:cNvPr id="955" name="layout-candidate-gray-90-7">
            <a:extLst xmlns:a="http://schemas.openxmlformats.org/drawingml/2006/main">
              <a:ext uri="{FF2B5EF4-FFF2-40B4-BE49-F238E27FC236}">
                <a16:creationId xmlns:a16="http://schemas.microsoft.com/office/drawing/2014/main" id="{19C5B755-9050-4868-82F9-951B97BDFECB}"/>
              </a:ext>
            </a:extLst>
          </p:cNvPr>
          <p:cNvSpPr>
            <a:spLocks xmlns:a="http://schemas.openxmlformats.org/drawingml/2006/main" noGrp="1"/>
          </p:cNvSpPr>
          <p:nvPr/>
        </p:nvSpPr>
        <p:spPr>
          <a:xfrm xmlns:a="http://schemas.openxmlformats.org/drawingml/2006/main" rot="0">
            <a:off x="1381125" y="543877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2B4B7"/>
          </a:solidFill>
          <a:ln xmlns:a="http://schemas.openxmlformats.org/drawingml/2006/main" w="0">
            <a:noFill/>
            <a:prstDash val="solid"/>
          </a:ln>
        </p:spPr>
      </p:sp>
      <p:sp>
        <p:nvSpPr>
          <p:cNvPr id="956" name="layout-candidate-gray-90-8">
            <a:extLst xmlns:a="http://schemas.openxmlformats.org/drawingml/2006/main">
              <a:ext uri="{FF2B5EF4-FFF2-40B4-BE49-F238E27FC236}">
                <a16:creationId xmlns:a16="http://schemas.microsoft.com/office/drawing/2014/main" id="{BD4E77D3-BD3E-40AC-BD80-48EEF3308D6C}"/>
              </a:ext>
            </a:extLst>
          </p:cNvPr>
          <p:cNvSpPr>
            <a:spLocks xmlns:a="http://schemas.openxmlformats.org/drawingml/2006/main" noGrp="1"/>
          </p:cNvSpPr>
          <p:nvPr/>
        </p:nvSpPr>
        <p:spPr>
          <a:xfrm xmlns:a="http://schemas.openxmlformats.org/drawingml/2006/main" rot="0">
            <a:off x="12954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2B4B7"/>
          </a:solidFill>
          <a:ln xmlns:a="http://schemas.openxmlformats.org/drawingml/2006/main" w="0">
            <a:noFill/>
            <a:prstDash val="solid"/>
          </a:ln>
        </p:spPr>
      </p:sp>
      <p:sp>
        <p:nvSpPr>
          <p:cNvPr id="957" name="layout-candidate-gray-90-9">
            <a:extLst xmlns:a="http://schemas.openxmlformats.org/drawingml/2006/main">
              <a:ext uri="{FF2B5EF4-FFF2-40B4-BE49-F238E27FC236}">
                <a16:creationId xmlns:a16="http://schemas.microsoft.com/office/drawing/2014/main" id="{5D84275F-AC93-4EA4-8E80-F8A4D98F25C9}"/>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2B4B7"/>
          </a:solidFill>
          <a:ln xmlns:a="http://schemas.openxmlformats.org/drawingml/2006/main" w="0">
            <a:noFill/>
            <a:prstDash val="solid"/>
          </a:ln>
        </p:spPr>
      </p:sp>
      <p:sp>
        <p:nvSpPr>
          <p:cNvPr id="958" name="layout-candidate-gray-91-0">
            <a:extLst xmlns:a="http://schemas.openxmlformats.org/drawingml/2006/main">
              <a:ext uri="{FF2B5EF4-FFF2-40B4-BE49-F238E27FC236}">
                <a16:creationId xmlns:a16="http://schemas.microsoft.com/office/drawing/2014/main" id="{A3017230-0E65-483B-8DC9-EAA108760AD3}"/>
              </a:ext>
            </a:extLst>
          </p:cNvPr>
          <p:cNvSpPr>
            <a:spLocks xmlns:a="http://schemas.openxmlformats.org/drawingml/2006/main" noGrp="1"/>
          </p:cNvSpPr>
          <p:nvPr/>
        </p:nvSpPr>
        <p:spPr>
          <a:xfrm xmlns:a="http://schemas.openxmlformats.org/drawingml/2006/main" rot="0">
            <a:off x="1133475" y="5000625"/>
            <a:ext cx="485775" cy="400050"/>
          </a:xfrm>
          <a:custGeom xmlns:a="http://schemas.openxmlformats.org/drawingml/2006/main">
            <a:pathLst>
              <a:path w="485775" h="4000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85775" y="4763"/>
                </a:lnTo>
                <a:lnTo>
                  <a:pt x="485775" y="14288"/>
                </a:lnTo>
                <a:lnTo>
                  <a:pt x="485775" y="23813"/>
                </a:lnTo>
                <a:lnTo>
                  <a:pt x="485775" y="33338"/>
                </a:lnTo>
                <a:lnTo>
                  <a:pt x="485775" y="42863"/>
                </a:lnTo>
                <a:lnTo>
                  <a:pt x="485775" y="52388"/>
                </a:lnTo>
                <a:lnTo>
                  <a:pt x="485775" y="61913"/>
                </a:lnTo>
                <a:lnTo>
                  <a:pt x="485775" y="71438"/>
                </a:lnTo>
                <a:lnTo>
                  <a:pt x="485775" y="80963"/>
                </a:lnTo>
                <a:lnTo>
                  <a:pt x="485775" y="90488"/>
                </a:lnTo>
                <a:lnTo>
                  <a:pt x="485775" y="100013"/>
                </a:lnTo>
                <a:lnTo>
                  <a:pt x="485775" y="109538"/>
                </a:lnTo>
                <a:lnTo>
                  <a:pt x="485775" y="119063"/>
                </a:lnTo>
                <a:lnTo>
                  <a:pt x="485775" y="128588"/>
                </a:lnTo>
                <a:lnTo>
                  <a:pt x="485775" y="138113"/>
                </a:lnTo>
                <a:lnTo>
                  <a:pt x="485775" y="147638"/>
                </a:lnTo>
                <a:lnTo>
                  <a:pt x="485775" y="157163"/>
                </a:lnTo>
                <a:lnTo>
                  <a:pt x="485775" y="166688"/>
                </a:lnTo>
                <a:lnTo>
                  <a:pt x="485775" y="176213"/>
                </a:lnTo>
                <a:lnTo>
                  <a:pt x="485775" y="185738"/>
                </a:lnTo>
                <a:lnTo>
                  <a:pt x="485775" y="195263"/>
                </a:lnTo>
                <a:lnTo>
                  <a:pt x="485775" y="204788"/>
                </a:lnTo>
                <a:lnTo>
                  <a:pt x="485775" y="214313"/>
                </a:lnTo>
                <a:lnTo>
                  <a:pt x="485775" y="223838"/>
                </a:lnTo>
                <a:lnTo>
                  <a:pt x="485775" y="233363"/>
                </a:lnTo>
                <a:lnTo>
                  <a:pt x="485775" y="242888"/>
                </a:lnTo>
                <a:lnTo>
                  <a:pt x="485775" y="252413"/>
                </a:lnTo>
                <a:lnTo>
                  <a:pt x="485775" y="261938"/>
                </a:lnTo>
                <a:lnTo>
                  <a:pt x="485775" y="271463"/>
                </a:lnTo>
                <a:lnTo>
                  <a:pt x="485775" y="280988"/>
                </a:lnTo>
                <a:lnTo>
                  <a:pt x="485775" y="290513"/>
                </a:lnTo>
                <a:lnTo>
                  <a:pt x="485775" y="300038"/>
                </a:lnTo>
                <a:lnTo>
                  <a:pt x="485775" y="309563"/>
                </a:lnTo>
                <a:lnTo>
                  <a:pt x="485775" y="319088"/>
                </a:lnTo>
                <a:lnTo>
                  <a:pt x="485775" y="328613"/>
                </a:lnTo>
                <a:lnTo>
                  <a:pt x="485775" y="338138"/>
                </a:lnTo>
                <a:lnTo>
                  <a:pt x="485775" y="347663"/>
                </a:lnTo>
                <a:lnTo>
                  <a:pt x="485775" y="357188"/>
                </a:lnTo>
                <a:lnTo>
                  <a:pt x="485775" y="366713"/>
                </a:lnTo>
                <a:lnTo>
                  <a:pt x="485775" y="376238"/>
                </a:lnTo>
                <a:lnTo>
                  <a:pt x="485775" y="385763"/>
                </a:lnTo>
                <a:lnTo>
                  <a:pt x="481013" y="390525"/>
                </a:lnTo>
                <a:lnTo>
                  <a:pt x="476250" y="395288"/>
                </a:lnTo>
                <a:lnTo>
                  <a:pt x="471488" y="400050"/>
                </a:lnTo>
                <a:lnTo>
                  <a:pt x="461963" y="400050"/>
                </a:lnTo>
                <a:lnTo>
                  <a:pt x="452438" y="400050"/>
                </a:lnTo>
                <a:lnTo>
                  <a:pt x="442913" y="400050"/>
                </a:lnTo>
                <a:lnTo>
                  <a:pt x="433388" y="400050"/>
                </a:lnTo>
                <a:lnTo>
                  <a:pt x="423863" y="400050"/>
                </a:lnTo>
                <a:lnTo>
                  <a:pt x="414338" y="400050"/>
                </a:lnTo>
                <a:lnTo>
                  <a:pt x="404813" y="400050"/>
                </a:lnTo>
                <a:lnTo>
                  <a:pt x="395288" y="400050"/>
                </a:lnTo>
                <a:lnTo>
                  <a:pt x="385763" y="400050"/>
                </a:lnTo>
                <a:lnTo>
                  <a:pt x="376238" y="400050"/>
                </a:lnTo>
                <a:lnTo>
                  <a:pt x="366713" y="400050"/>
                </a:lnTo>
                <a:lnTo>
                  <a:pt x="357188" y="400050"/>
                </a:lnTo>
                <a:lnTo>
                  <a:pt x="347663" y="400050"/>
                </a:lnTo>
                <a:lnTo>
                  <a:pt x="338138" y="400050"/>
                </a:lnTo>
                <a:lnTo>
                  <a:pt x="328613" y="400050"/>
                </a:lnTo>
                <a:lnTo>
                  <a:pt x="319088" y="400050"/>
                </a:lnTo>
                <a:lnTo>
                  <a:pt x="309563" y="400050"/>
                </a:lnTo>
                <a:lnTo>
                  <a:pt x="300038" y="400050"/>
                </a:lnTo>
                <a:lnTo>
                  <a:pt x="290513" y="400050"/>
                </a:lnTo>
                <a:lnTo>
                  <a:pt x="285750" y="395288"/>
                </a:lnTo>
                <a:lnTo>
                  <a:pt x="280988" y="390525"/>
                </a:lnTo>
                <a:lnTo>
                  <a:pt x="276225" y="385763"/>
                </a:lnTo>
                <a:lnTo>
                  <a:pt x="276225" y="376238"/>
                </a:lnTo>
                <a:lnTo>
                  <a:pt x="276225" y="366713"/>
                </a:lnTo>
                <a:lnTo>
                  <a:pt x="276225" y="357188"/>
                </a:lnTo>
                <a:lnTo>
                  <a:pt x="276225" y="347663"/>
                </a:lnTo>
                <a:lnTo>
                  <a:pt x="276225" y="338138"/>
                </a:lnTo>
                <a:lnTo>
                  <a:pt x="276225" y="328613"/>
                </a:lnTo>
                <a:lnTo>
                  <a:pt x="276225" y="319088"/>
                </a:lnTo>
                <a:lnTo>
                  <a:pt x="276225" y="309563"/>
                </a:lnTo>
                <a:lnTo>
                  <a:pt x="276225" y="300038"/>
                </a:lnTo>
                <a:lnTo>
                  <a:pt x="276225" y="290513"/>
                </a:lnTo>
                <a:lnTo>
                  <a:pt x="276225" y="280988"/>
                </a:lnTo>
                <a:lnTo>
                  <a:pt x="276225" y="271463"/>
                </a:lnTo>
                <a:lnTo>
                  <a:pt x="276225" y="261938"/>
                </a:lnTo>
                <a:lnTo>
                  <a:pt x="276225" y="252413"/>
                </a:lnTo>
                <a:lnTo>
                  <a:pt x="276225" y="242888"/>
                </a:lnTo>
                <a:lnTo>
                  <a:pt x="276225" y="233363"/>
                </a:lnTo>
                <a:lnTo>
                  <a:pt x="276225" y="223838"/>
                </a:lnTo>
                <a:lnTo>
                  <a:pt x="276225" y="214313"/>
                </a:lnTo>
                <a:lnTo>
                  <a:pt x="271463" y="209550"/>
                </a:lnTo>
                <a:lnTo>
                  <a:pt x="261938" y="209550"/>
                </a:lnTo>
                <a:lnTo>
                  <a:pt x="252413" y="209550"/>
                </a:lnTo>
                <a:lnTo>
                  <a:pt x="242888" y="209550"/>
                </a:lnTo>
                <a:lnTo>
                  <a:pt x="233363" y="209550"/>
                </a:lnTo>
                <a:lnTo>
                  <a:pt x="223838" y="209550"/>
                </a:lnTo>
                <a:lnTo>
                  <a:pt x="214313" y="209550"/>
                </a:lnTo>
                <a:lnTo>
                  <a:pt x="204788" y="209550"/>
                </a:lnTo>
                <a:lnTo>
                  <a:pt x="195263" y="209550"/>
                </a:lnTo>
                <a:lnTo>
                  <a:pt x="185738" y="209550"/>
                </a:lnTo>
                <a:lnTo>
                  <a:pt x="176213" y="209550"/>
                </a:lnTo>
                <a:lnTo>
                  <a:pt x="166688" y="209550"/>
                </a:lnTo>
                <a:lnTo>
                  <a:pt x="157163" y="209550"/>
                </a:lnTo>
                <a:lnTo>
                  <a:pt x="147638" y="209550"/>
                </a:lnTo>
                <a:lnTo>
                  <a:pt x="138113" y="209550"/>
                </a:lnTo>
                <a:lnTo>
                  <a:pt x="128588" y="209550"/>
                </a:lnTo>
                <a:lnTo>
                  <a:pt x="119063" y="209550"/>
                </a:lnTo>
                <a:lnTo>
                  <a:pt x="109538" y="209550"/>
                </a:lnTo>
                <a:lnTo>
                  <a:pt x="100013" y="209550"/>
                </a:lnTo>
                <a:lnTo>
                  <a:pt x="90488" y="209550"/>
                </a:lnTo>
                <a:lnTo>
                  <a:pt x="80963" y="209550"/>
                </a:lnTo>
                <a:lnTo>
                  <a:pt x="71438" y="209550"/>
                </a:lnTo>
                <a:lnTo>
                  <a:pt x="61913" y="209550"/>
                </a:lnTo>
                <a:lnTo>
                  <a:pt x="52388" y="209550"/>
                </a:lnTo>
                <a:lnTo>
                  <a:pt x="42863" y="209550"/>
                </a:lnTo>
                <a:lnTo>
                  <a:pt x="33338" y="209550"/>
                </a:lnTo>
                <a:lnTo>
                  <a:pt x="23813" y="209550"/>
                </a:lnTo>
                <a:lnTo>
                  <a:pt x="14288" y="209550"/>
                </a:lnTo>
                <a:lnTo>
                  <a:pt x="9525" y="204788"/>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23813" y="19050"/>
                </a:moveTo>
                <a:lnTo>
                  <a:pt x="19050" y="23813"/>
                </a:lnTo>
                <a:lnTo>
                  <a:pt x="19050" y="33338"/>
                </a:lnTo>
                <a:lnTo>
                  <a:pt x="19050" y="42863"/>
                </a:lnTo>
                <a:lnTo>
                  <a:pt x="19050" y="52388"/>
                </a:lnTo>
                <a:lnTo>
                  <a:pt x="19050" y="61913"/>
                </a:lnTo>
                <a:lnTo>
                  <a:pt x="19050" y="71438"/>
                </a:lnTo>
                <a:lnTo>
                  <a:pt x="19050" y="80963"/>
                </a:lnTo>
                <a:lnTo>
                  <a:pt x="23813" y="85725"/>
                </a:lnTo>
                <a:lnTo>
                  <a:pt x="33338" y="85725"/>
                </a:lnTo>
                <a:lnTo>
                  <a:pt x="42863" y="85725"/>
                </a:lnTo>
                <a:lnTo>
                  <a:pt x="52388" y="85725"/>
                </a:lnTo>
                <a:lnTo>
                  <a:pt x="61913" y="85725"/>
                </a:lnTo>
                <a:lnTo>
                  <a:pt x="71438" y="85725"/>
                </a:lnTo>
                <a:lnTo>
                  <a:pt x="80963" y="85725"/>
                </a:lnTo>
                <a:lnTo>
                  <a:pt x="90488" y="85725"/>
                </a:lnTo>
                <a:lnTo>
                  <a:pt x="100013" y="85725"/>
                </a:lnTo>
                <a:lnTo>
                  <a:pt x="109538" y="85725"/>
                </a:lnTo>
                <a:lnTo>
                  <a:pt x="119063" y="85725"/>
                </a:lnTo>
                <a:lnTo>
                  <a:pt x="128588" y="85725"/>
                </a:lnTo>
                <a:lnTo>
                  <a:pt x="138113" y="85725"/>
                </a:lnTo>
                <a:lnTo>
                  <a:pt x="147638" y="85725"/>
                </a:lnTo>
                <a:lnTo>
                  <a:pt x="157163" y="85725"/>
                </a:lnTo>
                <a:lnTo>
                  <a:pt x="166688" y="85725"/>
                </a:lnTo>
                <a:lnTo>
                  <a:pt x="176213" y="85725"/>
                </a:lnTo>
                <a:lnTo>
                  <a:pt x="185738" y="85725"/>
                </a:lnTo>
                <a:lnTo>
                  <a:pt x="195263" y="85725"/>
                </a:lnTo>
                <a:lnTo>
                  <a:pt x="204788" y="85725"/>
                </a:lnTo>
                <a:lnTo>
                  <a:pt x="214313" y="85725"/>
                </a:lnTo>
                <a:lnTo>
                  <a:pt x="223838" y="85725"/>
                </a:lnTo>
                <a:lnTo>
                  <a:pt x="233363" y="85725"/>
                </a:lnTo>
                <a:lnTo>
                  <a:pt x="242888" y="85725"/>
                </a:lnTo>
                <a:lnTo>
                  <a:pt x="252413" y="85725"/>
                </a:lnTo>
                <a:lnTo>
                  <a:pt x="261938" y="85725"/>
                </a:lnTo>
                <a:lnTo>
                  <a:pt x="271463" y="85725"/>
                </a:lnTo>
                <a:lnTo>
                  <a:pt x="280988" y="85725"/>
                </a:lnTo>
                <a:lnTo>
                  <a:pt x="290513" y="85725"/>
                </a:lnTo>
                <a:lnTo>
                  <a:pt x="300038" y="85725"/>
                </a:lnTo>
                <a:lnTo>
                  <a:pt x="309563" y="85725"/>
                </a:lnTo>
                <a:lnTo>
                  <a:pt x="319088" y="85725"/>
                </a:lnTo>
                <a:lnTo>
                  <a:pt x="328613" y="85725"/>
                </a:lnTo>
                <a:lnTo>
                  <a:pt x="338138" y="85725"/>
                </a:lnTo>
                <a:lnTo>
                  <a:pt x="347663" y="85725"/>
                </a:lnTo>
                <a:lnTo>
                  <a:pt x="357188" y="85725"/>
                </a:lnTo>
                <a:lnTo>
                  <a:pt x="366713" y="85725"/>
                </a:lnTo>
                <a:lnTo>
                  <a:pt x="376238" y="85725"/>
                </a:lnTo>
                <a:lnTo>
                  <a:pt x="385763" y="85725"/>
                </a:lnTo>
                <a:lnTo>
                  <a:pt x="395288" y="85725"/>
                </a:lnTo>
                <a:lnTo>
                  <a:pt x="404813" y="85725"/>
                </a:lnTo>
                <a:lnTo>
                  <a:pt x="414338" y="85725"/>
                </a:lnTo>
                <a:lnTo>
                  <a:pt x="423863" y="85725"/>
                </a:lnTo>
                <a:lnTo>
                  <a:pt x="433388" y="85725"/>
                </a:lnTo>
                <a:lnTo>
                  <a:pt x="442913" y="85725"/>
                </a:lnTo>
                <a:lnTo>
                  <a:pt x="452438" y="85725"/>
                </a:lnTo>
                <a:lnTo>
                  <a:pt x="461963" y="85725"/>
                </a:lnTo>
                <a:lnTo>
                  <a:pt x="466725" y="80963"/>
                </a:lnTo>
                <a:lnTo>
                  <a:pt x="466725" y="71438"/>
                </a:lnTo>
                <a:lnTo>
                  <a:pt x="466725" y="61913"/>
                </a:lnTo>
                <a:lnTo>
                  <a:pt x="466725" y="52388"/>
                </a:lnTo>
                <a:lnTo>
                  <a:pt x="466725" y="42863"/>
                </a:lnTo>
                <a:lnTo>
                  <a:pt x="466725" y="33338"/>
                </a:lnTo>
                <a:lnTo>
                  <a:pt x="466725" y="23813"/>
                </a:lnTo>
                <a:lnTo>
                  <a:pt x="461963" y="19050"/>
                </a:lnTo>
                <a:lnTo>
                  <a:pt x="452438" y="19050"/>
                </a:lnTo>
                <a:lnTo>
                  <a:pt x="442913" y="19050"/>
                </a:lnTo>
                <a:lnTo>
                  <a:pt x="433388" y="19050"/>
                </a:lnTo>
                <a:lnTo>
                  <a:pt x="423863" y="19050"/>
                </a:lnTo>
                <a:lnTo>
                  <a:pt x="414338" y="19050"/>
                </a:lnTo>
                <a:lnTo>
                  <a:pt x="404813" y="19050"/>
                </a:lnTo>
                <a:lnTo>
                  <a:pt x="395288" y="19050"/>
                </a:lnTo>
                <a:lnTo>
                  <a:pt x="385763" y="19050"/>
                </a:lnTo>
                <a:lnTo>
                  <a:pt x="376238" y="19050"/>
                </a:lnTo>
                <a:lnTo>
                  <a:pt x="366713" y="19050"/>
                </a:lnTo>
                <a:lnTo>
                  <a:pt x="357188" y="19050"/>
                </a:lnTo>
                <a:lnTo>
                  <a:pt x="347663" y="19050"/>
                </a:lnTo>
                <a:lnTo>
                  <a:pt x="338138" y="19050"/>
                </a:lnTo>
                <a:lnTo>
                  <a:pt x="328613" y="19050"/>
                </a:lnTo>
                <a:lnTo>
                  <a:pt x="319088" y="19050"/>
                </a:lnTo>
                <a:lnTo>
                  <a:pt x="309563" y="19050"/>
                </a:lnTo>
                <a:lnTo>
                  <a:pt x="300038" y="19050"/>
                </a:lnTo>
                <a:lnTo>
                  <a:pt x="290513" y="19050"/>
                </a:lnTo>
                <a:lnTo>
                  <a:pt x="280988" y="19050"/>
                </a:lnTo>
                <a:lnTo>
                  <a:pt x="271463" y="19050"/>
                </a:lnTo>
                <a:lnTo>
                  <a:pt x="261938" y="19050"/>
                </a:lnTo>
                <a:lnTo>
                  <a:pt x="252413" y="19050"/>
                </a:lnTo>
                <a:lnTo>
                  <a:pt x="242888" y="19050"/>
                </a:lnTo>
                <a:lnTo>
                  <a:pt x="233363" y="19050"/>
                </a:lnTo>
                <a:lnTo>
                  <a:pt x="223838" y="19050"/>
                </a:lnTo>
                <a:lnTo>
                  <a:pt x="214313" y="19050"/>
                </a:lnTo>
                <a:lnTo>
                  <a:pt x="204788" y="19050"/>
                </a:lnTo>
                <a:lnTo>
                  <a:pt x="195263" y="19050"/>
                </a:lnTo>
                <a:lnTo>
                  <a:pt x="185738" y="19050"/>
                </a:lnTo>
                <a:lnTo>
                  <a:pt x="176213" y="19050"/>
                </a:lnTo>
                <a:lnTo>
                  <a:pt x="166688" y="19050"/>
                </a:lnTo>
                <a:lnTo>
                  <a:pt x="157163" y="19050"/>
                </a:lnTo>
                <a:lnTo>
                  <a:pt x="147638" y="19050"/>
                </a:lnTo>
                <a:lnTo>
                  <a:pt x="138113" y="19050"/>
                </a:lnTo>
                <a:lnTo>
                  <a:pt x="128588" y="19050"/>
                </a:lnTo>
                <a:lnTo>
                  <a:pt x="119063" y="19050"/>
                </a:lnTo>
                <a:lnTo>
                  <a:pt x="109538" y="19050"/>
                </a:lnTo>
                <a:lnTo>
                  <a:pt x="100013" y="19050"/>
                </a:lnTo>
                <a:lnTo>
                  <a:pt x="90488" y="19050"/>
                </a:lnTo>
                <a:lnTo>
                  <a:pt x="80963" y="19050"/>
                </a:lnTo>
                <a:lnTo>
                  <a:pt x="71438" y="19050"/>
                </a:lnTo>
                <a:lnTo>
                  <a:pt x="61913" y="19050"/>
                </a:lnTo>
                <a:lnTo>
                  <a:pt x="52388" y="19050"/>
                </a:lnTo>
                <a:lnTo>
                  <a:pt x="42863" y="19050"/>
                </a:lnTo>
                <a:lnTo>
                  <a:pt x="33338" y="19050"/>
                </a:lnTo>
                <a:lnTo>
                  <a:pt x="23813" y="19050"/>
                </a:lnTo>
                <a:close/>
              </a:path>
            </a:pathLst>
          </a:custGeom>
          <a:solidFill xmlns:a="http://schemas.openxmlformats.org/drawingml/2006/main">
            <a:srgbClr val="B4B6B9"/>
          </a:solidFill>
          <a:ln xmlns:a="http://schemas.openxmlformats.org/drawingml/2006/main" w="0">
            <a:noFill/>
            <a:prstDash val="solid"/>
          </a:ln>
        </p:spPr>
      </p:sp>
      <p:sp>
        <p:nvSpPr>
          <p:cNvPr id="959" name="layout-candidate-gray-91-1">
            <a:extLst xmlns:a="http://schemas.openxmlformats.org/drawingml/2006/main">
              <a:ext uri="{FF2B5EF4-FFF2-40B4-BE49-F238E27FC236}">
                <a16:creationId xmlns:a16="http://schemas.microsoft.com/office/drawing/2014/main" id="{069D85B7-C1F4-4717-A896-E207113C8523}"/>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B4B6B9"/>
          </a:solidFill>
          <a:ln xmlns:a="http://schemas.openxmlformats.org/drawingml/2006/main" w="0">
            <a:noFill/>
            <a:prstDash val="solid"/>
          </a:ln>
        </p:spPr>
      </p:sp>
      <p:sp>
        <p:nvSpPr>
          <p:cNvPr id="960" name="layout-candidate-gray-91-2">
            <a:extLst xmlns:a="http://schemas.openxmlformats.org/drawingml/2006/main">
              <a:ext uri="{FF2B5EF4-FFF2-40B4-BE49-F238E27FC236}">
                <a16:creationId xmlns:a16="http://schemas.microsoft.com/office/drawing/2014/main" id="{F6D120E3-F797-4959-B9A6-CF7B1CE5A4E4}"/>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4B6B9"/>
          </a:solidFill>
          <a:ln xmlns:a="http://schemas.openxmlformats.org/drawingml/2006/main" w="0">
            <a:noFill/>
            <a:prstDash val="solid"/>
          </a:ln>
        </p:spPr>
      </p:sp>
      <p:sp>
        <p:nvSpPr>
          <p:cNvPr id="961" name="layout-candidate-gray-91-3">
            <a:extLst xmlns:a="http://schemas.openxmlformats.org/drawingml/2006/main">
              <a:ext uri="{FF2B5EF4-FFF2-40B4-BE49-F238E27FC236}">
                <a16:creationId xmlns:a16="http://schemas.microsoft.com/office/drawing/2014/main" id="{9C31C6E2-47BD-4B4F-86AE-9B18571DD8E9}"/>
              </a:ext>
            </a:extLst>
          </p:cNvPr>
          <p:cNvSpPr>
            <a:spLocks xmlns:a="http://schemas.openxmlformats.org/drawingml/2006/main" noGrp="1"/>
          </p:cNvSpPr>
          <p:nvPr/>
        </p:nvSpPr>
        <p:spPr>
          <a:xfrm xmlns:a="http://schemas.openxmlformats.org/drawingml/2006/main" rot="0">
            <a:off x="13144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4B6B9"/>
          </a:solidFill>
          <a:ln xmlns:a="http://schemas.openxmlformats.org/drawingml/2006/main" w="0">
            <a:noFill/>
            <a:prstDash val="solid"/>
          </a:ln>
        </p:spPr>
      </p:sp>
      <p:sp>
        <p:nvSpPr>
          <p:cNvPr id="962" name="layout-candidate-gray-91-4">
            <a:extLst xmlns:a="http://schemas.openxmlformats.org/drawingml/2006/main">
              <a:ext uri="{FF2B5EF4-FFF2-40B4-BE49-F238E27FC236}">
                <a16:creationId xmlns:a16="http://schemas.microsoft.com/office/drawing/2014/main" id="{8CFD4388-4F6C-49C8-BB7C-99B11784E143}"/>
              </a:ext>
            </a:extLst>
          </p:cNvPr>
          <p:cNvSpPr>
            <a:spLocks xmlns:a="http://schemas.openxmlformats.org/drawingml/2006/main" noGrp="1"/>
          </p:cNvSpPr>
          <p:nvPr/>
        </p:nvSpPr>
        <p:spPr>
          <a:xfrm xmlns:a="http://schemas.openxmlformats.org/drawingml/2006/main" rot="0">
            <a:off x="136207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4B6B9"/>
          </a:solidFill>
          <a:ln xmlns:a="http://schemas.openxmlformats.org/drawingml/2006/main" w="0">
            <a:noFill/>
            <a:prstDash val="solid"/>
          </a:ln>
        </p:spPr>
      </p:sp>
      <p:sp>
        <p:nvSpPr>
          <p:cNvPr id="963" name="layout-candidate-gray-91-5">
            <a:extLst xmlns:a="http://schemas.openxmlformats.org/drawingml/2006/main">
              <a:ext uri="{FF2B5EF4-FFF2-40B4-BE49-F238E27FC236}">
                <a16:creationId xmlns:a16="http://schemas.microsoft.com/office/drawing/2014/main" id="{99E71D9A-6FF3-439C-9EE4-74C8BD59B7DA}"/>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4B6B9"/>
          </a:solidFill>
          <a:ln xmlns:a="http://schemas.openxmlformats.org/drawingml/2006/main" w="0">
            <a:noFill/>
            <a:prstDash val="solid"/>
          </a:ln>
        </p:spPr>
      </p:sp>
      <p:sp>
        <p:nvSpPr>
          <p:cNvPr id="964" name="layout-candidate-gray-91-6">
            <a:extLst xmlns:a="http://schemas.openxmlformats.org/drawingml/2006/main">
              <a:ext uri="{FF2B5EF4-FFF2-40B4-BE49-F238E27FC236}">
                <a16:creationId xmlns:a16="http://schemas.microsoft.com/office/drawing/2014/main" id="{E492C42F-5725-4642-8687-A535E0C8A231}"/>
              </a:ext>
            </a:extLst>
          </p:cNvPr>
          <p:cNvSpPr>
            <a:spLocks xmlns:a="http://schemas.openxmlformats.org/drawingml/2006/main" noGrp="1"/>
          </p:cNvSpPr>
          <p:nvPr/>
        </p:nvSpPr>
        <p:spPr>
          <a:xfrm xmlns:a="http://schemas.openxmlformats.org/drawingml/2006/main" rot="0">
            <a:off x="141922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4B6B9"/>
          </a:solidFill>
          <a:ln xmlns:a="http://schemas.openxmlformats.org/drawingml/2006/main" w="0">
            <a:noFill/>
            <a:prstDash val="solid"/>
          </a:ln>
        </p:spPr>
      </p:sp>
      <p:sp>
        <p:nvSpPr>
          <p:cNvPr id="965" name="layout-candidate-gray-91-7">
            <a:extLst xmlns:a="http://schemas.openxmlformats.org/drawingml/2006/main">
              <a:ext uri="{FF2B5EF4-FFF2-40B4-BE49-F238E27FC236}">
                <a16:creationId xmlns:a16="http://schemas.microsoft.com/office/drawing/2014/main" id="{AC80293C-4796-4101-93BF-6363B6669FA0}"/>
              </a:ext>
            </a:extLst>
          </p:cNvPr>
          <p:cNvSpPr>
            <a:spLocks xmlns:a="http://schemas.openxmlformats.org/drawingml/2006/main" noGrp="1"/>
          </p:cNvSpPr>
          <p:nvPr/>
        </p:nvSpPr>
        <p:spPr>
          <a:xfrm xmlns:a="http://schemas.openxmlformats.org/drawingml/2006/main" rot="0">
            <a:off x="1381125" y="543877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4B6B9"/>
          </a:solidFill>
          <a:ln xmlns:a="http://schemas.openxmlformats.org/drawingml/2006/main" w="0">
            <a:noFill/>
            <a:prstDash val="solid"/>
          </a:ln>
        </p:spPr>
      </p:sp>
      <p:sp>
        <p:nvSpPr>
          <p:cNvPr id="966" name="layout-candidate-gray-91-8">
            <a:extLst xmlns:a="http://schemas.openxmlformats.org/drawingml/2006/main">
              <a:ext uri="{FF2B5EF4-FFF2-40B4-BE49-F238E27FC236}">
                <a16:creationId xmlns:a16="http://schemas.microsoft.com/office/drawing/2014/main" id="{7674D80B-C104-4CB5-AA19-1144C9C13A90}"/>
              </a:ext>
            </a:extLst>
          </p:cNvPr>
          <p:cNvSpPr>
            <a:spLocks xmlns:a="http://schemas.openxmlformats.org/drawingml/2006/main" noGrp="1"/>
          </p:cNvSpPr>
          <p:nvPr/>
        </p:nvSpPr>
        <p:spPr>
          <a:xfrm xmlns:a="http://schemas.openxmlformats.org/drawingml/2006/main" rot="0">
            <a:off x="12954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4B6B9"/>
          </a:solidFill>
          <a:ln xmlns:a="http://schemas.openxmlformats.org/drawingml/2006/main" w="0">
            <a:noFill/>
            <a:prstDash val="solid"/>
          </a:ln>
        </p:spPr>
      </p:sp>
      <p:sp>
        <p:nvSpPr>
          <p:cNvPr id="967" name="layout-candidate-gray-91-9">
            <a:extLst xmlns:a="http://schemas.openxmlformats.org/drawingml/2006/main">
              <a:ext uri="{FF2B5EF4-FFF2-40B4-BE49-F238E27FC236}">
                <a16:creationId xmlns:a16="http://schemas.microsoft.com/office/drawing/2014/main" id="{515DEC38-DF93-4F42-AD79-425FE0AE885F}"/>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4B6B9"/>
          </a:solidFill>
          <a:ln xmlns:a="http://schemas.openxmlformats.org/drawingml/2006/main" w="0">
            <a:noFill/>
            <a:prstDash val="solid"/>
          </a:ln>
        </p:spPr>
      </p:sp>
      <p:sp>
        <p:nvSpPr>
          <p:cNvPr id="968" name="layout-candidate-gray-92-0">
            <a:extLst xmlns:a="http://schemas.openxmlformats.org/drawingml/2006/main">
              <a:ext uri="{FF2B5EF4-FFF2-40B4-BE49-F238E27FC236}">
                <a16:creationId xmlns:a16="http://schemas.microsoft.com/office/drawing/2014/main" id="{D5A0F29A-EB36-42F5-84C0-9E1558C2EA7B}"/>
              </a:ext>
            </a:extLst>
          </p:cNvPr>
          <p:cNvSpPr>
            <a:spLocks xmlns:a="http://schemas.openxmlformats.org/drawingml/2006/main" noGrp="1"/>
          </p:cNvSpPr>
          <p:nvPr/>
        </p:nvSpPr>
        <p:spPr>
          <a:xfrm xmlns:a="http://schemas.openxmlformats.org/drawingml/2006/main" rot="0">
            <a:off x="1133475" y="5000625"/>
            <a:ext cx="485775" cy="400050"/>
          </a:xfrm>
          <a:custGeom xmlns:a="http://schemas.openxmlformats.org/drawingml/2006/main">
            <a:pathLst>
              <a:path w="485775" h="4000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85775" y="4763"/>
                </a:lnTo>
                <a:lnTo>
                  <a:pt x="485775" y="14288"/>
                </a:lnTo>
                <a:lnTo>
                  <a:pt x="485775" y="23813"/>
                </a:lnTo>
                <a:lnTo>
                  <a:pt x="485775" y="33338"/>
                </a:lnTo>
                <a:lnTo>
                  <a:pt x="485775" y="42863"/>
                </a:lnTo>
                <a:lnTo>
                  <a:pt x="485775" y="52388"/>
                </a:lnTo>
                <a:lnTo>
                  <a:pt x="485775" y="61913"/>
                </a:lnTo>
                <a:lnTo>
                  <a:pt x="485775" y="71438"/>
                </a:lnTo>
                <a:lnTo>
                  <a:pt x="485775" y="80963"/>
                </a:lnTo>
                <a:lnTo>
                  <a:pt x="485775" y="90488"/>
                </a:lnTo>
                <a:lnTo>
                  <a:pt x="485775" y="100013"/>
                </a:lnTo>
                <a:lnTo>
                  <a:pt x="485775" y="109538"/>
                </a:lnTo>
                <a:lnTo>
                  <a:pt x="485775" y="119063"/>
                </a:lnTo>
                <a:lnTo>
                  <a:pt x="485775" y="128588"/>
                </a:lnTo>
                <a:lnTo>
                  <a:pt x="485775" y="138113"/>
                </a:lnTo>
                <a:lnTo>
                  <a:pt x="485775" y="147638"/>
                </a:lnTo>
                <a:lnTo>
                  <a:pt x="485775" y="157163"/>
                </a:lnTo>
                <a:lnTo>
                  <a:pt x="485775" y="166688"/>
                </a:lnTo>
                <a:lnTo>
                  <a:pt x="485775" y="176213"/>
                </a:lnTo>
                <a:lnTo>
                  <a:pt x="485775" y="185738"/>
                </a:lnTo>
                <a:lnTo>
                  <a:pt x="485775" y="195263"/>
                </a:lnTo>
                <a:lnTo>
                  <a:pt x="485775" y="204788"/>
                </a:lnTo>
                <a:lnTo>
                  <a:pt x="485775" y="214313"/>
                </a:lnTo>
                <a:lnTo>
                  <a:pt x="485775" y="223838"/>
                </a:lnTo>
                <a:lnTo>
                  <a:pt x="485775" y="233363"/>
                </a:lnTo>
                <a:lnTo>
                  <a:pt x="485775" y="242888"/>
                </a:lnTo>
                <a:lnTo>
                  <a:pt x="485775" y="252413"/>
                </a:lnTo>
                <a:lnTo>
                  <a:pt x="485775" y="261938"/>
                </a:lnTo>
                <a:lnTo>
                  <a:pt x="485775" y="271463"/>
                </a:lnTo>
                <a:lnTo>
                  <a:pt x="485775" y="280988"/>
                </a:lnTo>
                <a:lnTo>
                  <a:pt x="485775" y="290513"/>
                </a:lnTo>
                <a:lnTo>
                  <a:pt x="485775" y="300038"/>
                </a:lnTo>
                <a:lnTo>
                  <a:pt x="485775" y="309563"/>
                </a:lnTo>
                <a:lnTo>
                  <a:pt x="485775" y="319088"/>
                </a:lnTo>
                <a:lnTo>
                  <a:pt x="485775" y="328613"/>
                </a:lnTo>
                <a:lnTo>
                  <a:pt x="485775" y="338138"/>
                </a:lnTo>
                <a:lnTo>
                  <a:pt x="485775" y="347663"/>
                </a:lnTo>
                <a:lnTo>
                  <a:pt x="485775" y="357188"/>
                </a:lnTo>
                <a:lnTo>
                  <a:pt x="485775" y="366713"/>
                </a:lnTo>
                <a:lnTo>
                  <a:pt x="485775" y="376238"/>
                </a:lnTo>
                <a:lnTo>
                  <a:pt x="485775" y="385763"/>
                </a:lnTo>
                <a:lnTo>
                  <a:pt x="481013" y="390525"/>
                </a:lnTo>
                <a:lnTo>
                  <a:pt x="476250" y="395288"/>
                </a:lnTo>
                <a:lnTo>
                  <a:pt x="471488" y="400050"/>
                </a:lnTo>
                <a:lnTo>
                  <a:pt x="461963" y="400050"/>
                </a:lnTo>
                <a:lnTo>
                  <a:pt x="452438" y="400050"/>
                </a:lnTo>
                <a:lnTo>
                  <a:pt x="442913" y="400050"/>
                </a:lnTo>
                <a:lnTo>
                  <a:pt x="433388" y="400050"/>
                </a:lnTo>
                <a:lnTo>
                  <a:pt x="423863" y="400050"/>
                </a:lnTo>
                <a:lnTo>
                  <a:pt x="414338" y="400050"/>
                </a:lnTo>
                <a:lnTo>
                  <a:pt x="404813" y="400050"/>
                </a:lnTo>
                <a:lnTo>
                  <a:pt x="395288" y="400050"/>
                </a:lnTo>
                <a:lnTo>
                  <a:pt x="385763" y="400050"/>
                </a:lnTo>
                <a:lnTo>
                  <a:pt x="376238" y="400050"/>
                </a:lnTo>
                <a:lnTo>
                  <a:pt x="366713" y="400050"/>
                </a:lnTo>
                <a:lnTo>
                  <a:pt x="357188" y="400050"/>
                </a:lnTo>
                <a:lnTo>
                  <a:pt x="347663" y="400050"/>
                </a:lnTo>
                <a:lnTo>
                  <a:pt x="338138" y="400050"/>
                </a:lnTo>
                <a:lnTo>
                  <a:pt x="328613" y="400050"/>
                </a:lnTo>
                <a:lnTo>
                  <a:pt x="319088" y="400050"/>
                </a:lnTo>
                <a:lnTo>
                  <a:pt x="309563" y="400050"/>
                </a:lnTo>
                <a:lnTo>
                  <a:pt x="300038" y="400050"/>
                </a:lnTo>
                <a:lnTo>
                  <a:pt x="290513" y="400050"/>
                </a:lnTo>
                <a:lnTo>
                  <a:pt x="285750" y="395288"/>
                </a:lnTo>
                <a:lnTo>
                  <a:pt x="280988" y="390525"/>
                </a:lnTo>
                <a:lnTo>
                  <a:pt x="276225" y="385763"/>
                </a:lnTo>
                <a:lnTo>
                  <a:pt x="276225" y="376238"/>
                </a:lnTo>
                <a:lnTo>
                  <a:pt x="276225" y="366713"/>
                </a:lnTo>
                <a:lnTo>
                  <a:pt x="276225" y="357188"/>
                </a:lnTo>
                <a:lnTo>
                  <a:pt x="276225" y="347663"/>
                </a:lnTo>
                <a:lnTo>
                  <a:pt x="276225" y="338138"/>
                </a:lnTo>
                <a:lnTo>
                  <a:pt x="276225" y="328613"/>
                </a:lnTo>
                <a:lnTo>
                  <a:pt x="276225" y="319088"/>
                </a:lnTo>
                <a:lnTo>
                  <a:pt x="276225" y="309563"/>
                </a:lnTo>
                <a:lnTo>
                  <a:pt x="276225" y="300038"/>
                </a:lnTo>
                <a:lnTo>
                  <a:pt x="276225" y="290513"/>
                </a:lnTo>
                <a:lnTo>
                  <a:pt x="276225" y="280988"/>
                </a:lnTo>
                <a:lnTo>
                  <a:pt x="276225" y="271463"/>
                </a:lnTo>
                <a:lnTo>
                  <a:pt x="276225" y="261938"/>
                </a:lnTo>
                <a:lnTo>
                  <a:pt x="276225" y="252413"/>
                </a:lnTo>
                <a:lnTo>
                  <a:pt x="276225" y="242888"/>
                </a:lnTo>
                <a:lnTo>
                  <a:pt x="276225" y="233363"/>
                </a:lnTo>
                <a:lnTo>
                  <a:pt x="276225" y="223838"/>
                </a:lnTo>
                <a:lnTo>
                  <a:pt x="276225" y="214313"/>
                </a:lnTo>
                <a:lnTo>
                  <a:pt x="271463" y="209550"/>
                </a:lnTo>
                <a:lnTo>
                  <a:pt x="261938" y="209550"/>
                </a:lnTo>
                <a:lnTo>
                  <a:pt x="252413" y="209550"/>
                </a:lnTo>
                <a:lnTo>
                  <a:pt x="242888" y="209550"/>
                </a:lnTo>
                <a:lnTo>
                  <a:pt x="233363" y="209550"/>
                </a:lnTo>
                <a:lnTo>
                  <a:pt x="223838" y="209550"/>
                </a:lnTo>
                <a:lnTo>
                  <a:pt x="214313" y="209550"/>
                </a:lnTo>
                <a:lnTo>
                  <a:pt x="204788" y="209550"/>
                </a:lnTo>
                <a:lnTo>
                  <a:pt x="195263" y="209550"/>
                </a:lnTo>
                <a:lnTo>
                  <a:pt x="185738" y="209550"/>
                </a:lnTo>
                <a:lnTo>
                  <a:pt x="176213" y="209550"/>
                </a:lnTo>
                <a:lnTo>
                  <a:pt x="166688" y="209550"/>
                </a:lnTo>
                <a:lnTo>
                  <a:pt x="157163" y="209550"/>
                </a:lnTo>
                <a:lnTo>
                  <a:pt x="147638" y="209550"/>
                </a:lnTo>
                <a:lnTo>
                  <a:pt x="138113" y="209550"/>
                </a:lnTo>
                <a:lnTo>
                  <a:pt x="128588" y="209550"/>
                </a:lnTo>
                <a:lnTo>
                  <a:pt x="119063" y="209550"/>
                </a:lnTo>
                <a:lnTo>
                  <a:pt x="109538" y="209550"/>
                </a:lnTo>
                <a:lnTo>
                  <a:pt x="100013" y="209550"/>
                </a:lnTo>
                <a:lnTo>
                  <a:pt x="90488" y="209550"/>
                </a:lnTo>
                <a:lnTo>
                  <a:pt x="80963" y="209550"/>
                </a:lnTo>
                <a:lnTo>
                  <a:pt x="71438" y="209550"/>
                </a:lnTo>
                <a:lnTo>
                  <a:pt x="61913" y="209550"/>
                </a:lnTo>
                <a:lnTo>
                  <a:pt x="52388" y="209550"/>
                </a:lnTo>
                <a:lnTo>
                  <a:pt x="42863" y="209550"/>
                </a:lnTo>
                <a:lnTo>
                  <a:pt x="33338" y="209550"/>
                </a:lnTo>
                <a:lnTo>
                  <a:pt x="23813" y="209550"/>
                </a:lnTo>
                <a:lnTo>
                  <a:pt x="14288" y="209550"/>
                </a:lnTo>
                <a:lnTo>
                  <a:pt x="9525" y="204788"/>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23813" y="19050"/>
                </a:moveTo>
                <a:lnTo>
                  <a:pt x="19050" y="23813"/>
                </a:lnTo>
                <a:lnTo>
                  <a:pt x="19050" y="33338"/>
                </a:lnTo>
                <a:lnTo>
                  <a:pt x="19050" y="42863"/>
                </a:lnTo>
                <a:lnTo>
                  <a:pt x="19050" y="52388"/>
                </a:lnTo>
                <a:lnTo>
                  <a:pt x="19050" y="61913"/>
                </a:lnTo>
                <a:lnTo>
                  <a:pt x="19050" y="71438"/>
                </a:lnTo>
                <a:lnTo>
                  <a:pt x="19050" y="80963"/>
                </a:lnTo>
                <a:lnTo>
                  <a:pt x="19050" y="90488"/>
                </a:lnTo>
                <a:lnTo>
                  <a:pt x="23813" y="95250"/>
                </a:lnTo>
                <a:lnTo>
                  <a:pt x="33338" y="95250"/>
                </a:lnTo>
                <a:lnTo>
                  <a:pt x="42863" y="95250"/>
                </a:lnTo>
                <a:lnTo>
                  <a:pt x="52388" y="95250"/>
                </a:lnTo>
                <a:lnTo>
                  <a:pt x="61913" y="95250"/>
                </a:lnTo>
                <a:lnTo>
                  <a:pt x="71438" y="95250"/>
                </a:lnTo>
                <a:lnTo>
                  <a:pt x="80963" y="95250"/>
                </a:lnTo>
                <a:lnTo>
                  <a:pt x="90488" y="95250"/>
                </a:lnTo>
                <a:lnTo>
                  <a:pt x="100013" y="95250"/>
                </a:lnTo>
                <a:lnTo>
                  <a:pt x="109538" y="95250"/>
                </a:lnTo>
                <a:lnTo>
                  <a:pt x="119063" y="95250"/>
                </a:lnTo>
                <a:lnTo>
                  <a:pt x="128588" y="95250"/>
                </a:lnTo>
                <a:lnTo>
                  <a:pt x="138113" y="95250"/>
                </a:lnTo>
                <a:lnTo>
                  <a:pt x="147638" y="95250"/>
                </a:lnTo>
                <a:lnTo>
                  <a:pt x="157163" y="95250"/>
                </a:lnTo>
                <a:lnTo>
                  <a:pt x="166688" y="95250"/>
                </a:lnTo>
                <a:lnTo>
                  <a:pt x="176213" y="95250"/>
                </a:lnTo>
                <a:lnTo>
                  <a:pt x="185738" y="95250"/>
                </a:lnTo>
                <a:lnTo>
                  <a:pt x="195263" y="95250"/>
                </a:lnTo>
                <a:lnTo>
                  <a:pt x="204788" y="95250"/>
                </a:lnTo>
                <a:lnTo>
                  <a:pt x="214313" y="95250"/>
                </a:lnTo>
                <a:lnTo>
                  <a:pt x="223838" y="95250"/>
                </a:lnTo>
                <a:lnTo>
                  <a:pt x="233363" y="95250"/>
                </a:lnTo>
                <a:lnTo>
                  <a:pt x="242888" y="95250"/>
                </a:lnTo>
                <a:lnTo>
                  <a:pt x="252413" y="95250"/>
                </a:lnTo>
                <a:lnTo>
                  <a:pt x="261938" y="95250"/>
                </a:lnTo>
                <a:lnTo>
                  <a:pt x="271463" y="95250"/>
                </a:lnTo>
                <a:lnTo>
                  <a:pt x="280988" y="95250"/>
                </a:lnTo>
                <a:lnTo>
                  <a:pt x="290513" y="95250"/>
                </a:lnTo>
                <a:lnTo>
                  <a:pt x="300038" y="95250"/>
                </a:lnTo>
                <a:lnTo>
                  <a:pt x="309563" y="95250"/>
                </a:lnTo>
                <a:lnTo>
                  <a:pt x="319088" y="95250"/>
                </a:lnTo>
                <a:lnTo>
                  <a:pt x="328613" y="95250"/>
                </a:lnTo>
                <a:lnTo>
                  <a:pt x="338138" y="95250"/>
                </a:lnTo>
                <a:lnTo>
                  <a:pt x="347663" y="95250"/>
                </a:lnTo>
                <a:lnTo>
                  <a:pt x="357188" y="95250"/>
                </a:lnTo>
                <a:lnTo>
                  <a:pt x="366713" y="95250"/>
                </a:lnTo>
                <a:lnTo>
                  <a:pt x="376238" y="95250"/>
                </a:lnTo>
                <a:lnTo>
                  <a:pt x="385763" y="95250"/>
                </a:lnTo>
                <a:lnTo>
                  <a:pt x="395288" y="95250"/>
                </a:lnTo>
                <a:lnTo>
                  <a:pt x="404813" y="95250"/>
                </a:lnTo>
                <a:lnTo>
                  <a:pt x="414338" y="95250"/>
                </a:lnTo>
                <a:lnTo>
                  <a:pt x="423863" y="95250"/>
                </a:lnTo>
                <a:lnTo>
                  <a:pt x="433388" y="95250"/>
                </a:lnTo>
                <a:lnTo>
                  <a:pt x="442913" y="95250"/>
                </a:lnTo>
                <a:lnTo>
                  <a:pt x="452438" y="95250"/>
                </a:lnTo>
                <a:lnTo>
                  <a:pt x="461963" y="95250"/>
                </a:lnTo>
                <a:lnTo>
                  <a:pt x="466725" y="90488"/>
                </a:lnTo>
                <a:lnTo>
                  <a:pt x="466725" y="80963"/>
                </a:lnTo>
                <a:lnTo>
                  <a:pt x="466725" y="71438"/>
                </a:lnTo>
                <a:lnTo>
                  <a:pt x="466725" y="61913"/>
                </a:lnTo>
                <a:lnTo>
                  <a:pt x="466725" y="52388"/>
                </a:lnTo>
                <a:lnTo>
                  <a:pt x="466725" y="42863"/>
                </a:lnTo>
                <a:lnTo>
                  <a:pt x="466725" y="33338"/>
                </a:lnTo>
                <a:lnTo>
                  <a:pt x="466725" y="23813"/>
                </a:lnTo>
                <a:lnTo>
                  <a:pt x="461963" y="19050"/>
                </a:lnTo>
                <a:lnTo>
                  <a:pt x="452438" y="19050"/>
                </a:lnTo>
                <a:lnTo>
                  <a:pt x="442913" y="19050"/>
                </a:lnTo>
                <a:lnTo>
                  <a:pt x="433388" y="19050"/>
                </a:lnTo>
                <a:lnTo>
                  <a:pt x="423863" y="19050"/>
                </a:lnTo>
                <a:lnTo>
                  <a:pt x="414338" y="19050"/>
                </a:lnTo>
                <a:lnTo>
                  <a:pt x="404813" y="19050"/>
                </a:lnTo>
                <a:lnTo>
                  <a:pt x="395288" y="19050"/>
                </a:lnTo>
                <a:lnTo>
                  <a:pt x="385763" y="19050"/>
                </a:lnTo>
                <a:lnTo>
                  <a:pt x="376238" y="19050"/>
                </a:lnTo>
                <a:lnTo>
                  <a:pt x="366713" y="19050"/>
                </a:lnTo>
                <a:lnTo>
                  <a:pt x="357188" y="19050"/>
                </a:lnTo>
                <a:lnTo>
                  <a:pt x="347663" y="19050"/>
                </a:lnTo>
                <a:lnTo>
                  <a:pt x="338138" y="19050"/>
                </a:lnTo>
                <a:lnTo>
                  <a:pt x="328613" y="19050"/>
                </a:lnTo>
                <a:lnTo>
                  <a:pt x="319088" y="19050"/>
                </a:lnTo>
                <a:lnTo>
                  <a:pt x="309563" y="19050"/>
                </a:lnTo>
                <a:lnTo>
                  <a:pt x="300038" y="19050"/>
                </a:lnTo>
                <a:lnTo>
                  <a:pt x="290513" y="19050"/>
                </a:lnTo>
                <a:lnTo>
                  <a:pt x="280988" y="19050"/>
                </a:lnTo>
                <a:lnTo>
                  <a:pt x="271463" y="19050"/>
                </a:lnTo>
                <a:lnTo>
                  <a:pt x="261938" y="19050"/>
                </a:lnTo>
                <a:lnTo>
                  <a:pt x="252413" y="19050"/>
                </a:lnTo>
                <a:lnTo>
                  <a:pt x="242888" y="19050"/>
                </a:lnTo>
                <a:lnTo>
                  <a:pt x="233363" y="19050"/>
                </a:lnTo>
                <a:lnTo>
                  <a:pt x="223838" y="19050"/>
                </a:lnTo>
                <a:lnTo>
                  <a:pt x="214313" y="19050"/>
                </a:lnTo>
                <a:lnTo>
                  <a:pt x="204788" y="19050"/>
                </a:lnTo>
                <a:lnTo>
                  <a:pt x="195263" y="19050"/>
                </a:lnTo>
                <a:lnTo>
                  <a:pt x="185738" y="19050"/>
                </a:lnTo>
                <a:lnTo>
                  <a:pt x="176213" y="19050"/>
                </a:lnTo>
                <a:lnTo>
                  <a:pt x="166688" y="19050"/>
                </a:lnTo>
                <a:lnTo>
                  <a:pt x="157163" y="19050"/>
                </a:lnTo>
                <a:lnTo>
                  <a:pt x="147638" y="19050"/>
                </a:lnTo>
                <a:lnTo>
                  <a:pt x="138113" y="19050"/>
                </a:lnTo>
                <a:lnTo>
                  <a:pt x="128588" y="19050"/>
                </a:lnTo>
                <a:lnTo>
                  <a:pt x="119063" y="19050"/>
                </a:lnTo>
                <a:lnTo>
                  <a:pt x="109538" y="19050"/>
                </a:lnTo>
                <a:lnTo>
                  <a:pt x="100013" y="19050"/>
                </a:lnTo>
                <a:lnTo>
                  <a:pt x="90488" y="19050"/>
                </a:lnTo>
                <a:lnTo>
                  <a:pt x="80963" y="19050"/>
                </a:lnTo>
                <a:lnTo>
                  <a:pt x="71438" y="19050"/>
                </a:lnTo>
                <a:lnTo>
                  <a:pt x="61913" y="19050"/>
                </a:lnTo>
                <a:lnTo>
                  <a:pt x="52388" y="19050"/>
                </a:lnTo>
                <a:lnTo>
                  <a:pt x="42863" y="19050"/>
                </a:lnTo>
                <a:lnTo>
                  <a:pt x="33338" y="19050"/>
                </a:lnTo>
                <a:lnTo>
                  <a:pt x="23813" y="19050"/>
                </a:lnTo>
                <a:close/>
              </a:path>
            </a:pathLst>
          </a:custGeom>
          <a:solidFill xmlns:a="http://schemas.openxmlformats.org/drawingml/2006/main">
            <a:srgbClr val="B6B8BA"/>
          </a:solidFill>
          <a:ln xmlns:a="http://schemas.openxmlformats.org/drawingml/2006/main" w="0">
            <a:noFill/>
            <a:prstDash val="solid"/>
          </a:ln>
        </p:spPr>
      </p:sp>
      <p:sp>
        <p:nvSpPr>
          <p:cNvPr id="969" name="layout-candidate-gray-92-1">
            <a:extLst xmlns:a="http://schemas.openxmlformats.org/drawingml/2006/main">
              <a:ext uri="{FF2B5EF4-FFF2-40B4-BE49-F238E27FC236}">
                <a16:creationId xmlns:a16="http://schemas.microsoft.com/office/drawing/2014/main" id="{9B2BC6FD-E1E8-41C2-B896-CAEF27E9B579}"/>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B6B8BA"/>
          </a:solidFill>
          <a:ln xmlns:a="http://schemas.openxmlformats.org/drawingml/2006/main" w="0">
            <a:noFill/>
            <a:prstDash val="solid"/>
          </a:ln>
        </p:spPr>
      </p:sp>
      <p:sp>
        <p:nvSpPr>
          <p:cNvPr id="970" name="layout-candidate-gray-92-2">
            <a:extLst xmlns:a="http://schemas.openxmlformats.org/drawingml/2006/main">
              <a:ext uri="{FF2B5EF4-FFF2-40B4-BE49-F238E27FC236}">
                <a16:creationId xmlns:a16="http://schemas.microsoft.com/office/drawing/2014/main" id="{2689F7F5-6406-4104-9300-140C2F7395E3}"/>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6B8BA"/>
          </a:solidFill>
          <a:ln xmlns:a="http://schemas.openxmlformats.org/drawingml/2006/main" w="0">
            <a:noFill/>
            <a:prstDash val="solid"/>
          </a:ln>
        </p:spPr>
      </p:sp>
      <p:sp>
        <p:nvSpPr>
          <p:cNvPr id="971" name="layout-candidate-gray-92-3">
            <a:extLst xmlns:a="http://schemas.openxmlformats.org/drawingml/2006/main">
              <a:ext uri="{FF2B5EF4-FFF2-40B4-BE49-F238E27FC236}">
                <a16:creationId xmlns:a16="http://schemas.microsoft.com/office/drawing/2014/main" id="{D29C8856-4EAA-411C-A99C-946870E32AF5}"/>
              </a:ext>
            </a:extLst>
          </p:cNvPr>
          <p:cNvSpPr>
            <a:spLocks xmlns:a="http://schemas.openxmlformats.org/drawingml/2006/main" noGrp="1"/>
          </p:cNvSpPr>
          <p:nvPr/>
        </p:nvSpPr>
        <p:spPr>
          <a:xfrm xmlns:a="http://schemas.openxmlformats.org/drawingml/2006/main" rot="0">
            <a:off x="13144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6B8BA"/>
          </a:solidFill>
          <a:ln xmlns:a="http://schemas.openxmlformats.org/drawingml/2006/main" w="0">
            <a:noFill/>
            <a:prstDash val="solid"/>
          </a:ln>
        </p:spPr>
      </p:sp>
      <p:sp>
        <p:nvSpPr>
          <p:cNvPr id="972" name="layout-candidate-gray-92-4">
            <a:extLst xmlns:a="http://schemas.openxmlformats.org/drawingml/2006/main">
              <a:ext uri="{FF2B5EF4-FFF2-40B4-BE49-F238E27FC236}">
                <a16:creationId xmlns:a16="http://schemas.microsoft.com/office/drawing/2014/main" id="{88463FD8-644B-4BDF-A8D3-AE75207DBC32}"/>
              </a:ext>
            </a:extLst>
          </p:cNvPr>
          <p:cNvSpPr>
            <a:spLocks xmlns:a="http://schemas.openxmlformats.org/drawingml/2006/main" noGrp="1"/>
          </p:cNvSpPr>
          <p:nvPr/>
        </p:nvSpPr>
        <p:spPr>
          <a:xfrm xmlns:a="http://schemas.openxmlformats.org/drawingml/2006/main" rot="0">
            <a:off x="136207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6B8BA"/>
          </a:solidFill>
          <a:ln xmlns:a="http://schemas.openxmlformats.org/drawingml/2006/main" w="0">
            <a:noFill/>
            <a:prstDash val="solid"/>
          </a:ln>
        </p:spPr>
      </p:sp>
      <p:sp>
        <p:nvSpPr>
          <p:cNvPr id="973" name="layout-candidate-gray-92-5">
            <a:extLst xmlns:a="http://schemas.openxmlformats.org/drawingml/2006/main">
              <a:ext uri="{FF2B5EF4-FFF2-40B4-BE49-F238E27FC236}">
                <a16:creationId xmlns:a16="http://schemas.microsoft.com/office/drawing/2014/main" id="{615218F3-6521-4AD5-ABE7-3E8ECA2B78DA}"/>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6B8BA"/>
          </a:solidFill>
          <a:ln xmlns:a="http://schemas.openxmlformats.org/drawingml/2006/main" w="0">
            <a:noFill/>
            <a:prstDash val="solid"/>
          </a:ln>
        </p:spPr>
      </p:sp>
      <p:sp>
        <p:nvSpPr>
          <p:cNvPr id="974" name="layout-candidate-gray-92-6">
            <a:extLst xmlns:a="http://schemas.openxmlformats.org/drawingml/2006/main">
              <a:ext uri="{FF2B5EF4-FFF2-40B4-BE49-F238E27FC236}">
                <a16:creationId xmlns:a16="http://schemas.microsoft.com/office/drawing/2014/main" id="{4FB8DF88-4855-4E48-992C-92016977508F}"/>
              </a:ext>
            </a:extLst>
          </p:cNvPr>
          <p:cNvSpPr>
            <a:spLocks xmlns:a="http://schemas.openxmlformats.org/drawingml/2006/main" noGrp="1"/>
          </p:cNvSpPr>
          <p:nvPr/>
        </p:nvSpPr>
        <p:spPr>
          <a:xfrm xmlns:a="http://schemas.openxmlformats.org/drawingml/2006/main" rot="0">
            <a:off x="141922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6B8BA"/>
          </a:solidFill>
          <a:ln xmlns:a="http://schemas.openxmlformats.org/drawingml/2006/main" w="0">
            <a:noFill/>
            <a:prstDash val="solid"/>
          </a:ln>
        </p:spPr>
      </p:sp>
      <p:sp>
        <p:nvSpPr>
          <p:cNvPr id="975" name="layout-candidate-gray-92-7">
            <a:extLst xmlns:a="http://schemas.openxmlformats.org/drawingml/2006/main">
              <a:ext uri="{FF2B5EF4-FFF2-40B4-BE49-F238E27FC236}">
                <a16:creationId xmlns:a16="http://schemas.microsoft.com/office/drawing/2014/main" id="{B0F3A56A-53FD-4EC0-A2E5-DFDA9A5037C1}"/>
              </a:ext>
            </a:extLst>
          </p:cNvPr>
          <p:cNvSpPr>
            <a:spLocks xmlns:a="http://schemas.openxmlformats.org/drawingml/2006/main" noGrp="1"/>
          </p:cNvSpPr>
          <p:nvPr/>
        </p:nvSpPr>
        <p:spPr>
          <a:xfrm xmlns:a="http://schemas.openxmlformats.org/drawingml/2006/main" rot="0">
            <a:off x="12954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6B8BA"/>
          </a:solidFill>
          <a:ln xmlns:a="http://schemas.openxmlformats.org/drawingml/2006/main" w="0">
            <a:noFill/>
            <a:prstDash val="solid"/>
          </a:ln>
        </p:spPr>
      </p:sp>
      <p:sp>
        <p:nvSpPr>
          <p:cNvPr id="976" name="layout-candidate-gray-92-8">
            <a:extLst xmlns:a="http://schemas.openxmlformats.org/drawingml/2006/main">
              <a:ext uri="{FF2B5EF4-FFF2-40B4-BE49-F238E27FC236}">
                <a16:creationId xmlns:a16="http://schemas.microsoft.com/office/drawing/2014/main" id="{35CE305D-D250-46E8-A08E-BBC7AE63A14C}"/>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6B8BA"/>
          </a:solidFill>
          <a:ln xmlns:a="http://schemas.openxmlformats.org/drawingml/2006/main" w="0">
            <a:noFill/>
            <a:prstDash val="solid"/>
          </a:ln>
        </p:spPr>
      </p:sp>
      <p:sp>
        <p:nvSpPr>
          <p:cNvPr id="977" name="layout-candidate-gray-93-0">
            <a:extLst xmlns:a="http://schemas.openxmlformats.org/drawingml/2006/main">
              <a:ext uri="{FF2B5EF4-FFF2-40B4-BE49-F238E27FC236}">
                <a16:creationId xmlns:a16="http://schemas.microsoft.com/office/drawing/2014/main" id="{A04A33A2-F54A-4AC1-A5B0-8F26D271F437}"/>
              </a:ext>
            </a:extLst>
          </p:cNvPr>
          <p:cNvSpPr>
            <a:spLocks xmlns:a="http://schemas.openxmlformats.org/drawingml/2006/main" noGrp="1"/>
          </p:cNvSpPr>
          <p:nvPr/>
        </p:nvSpPr>
        <p:spPr>
          <a:xfrm xmlns:a="http://schemas.openxmlformats.org/drawingml/2006/main" rot="0">
            <a:off x="1133475" y="5000625"/>
            <a:ext cx="485775" cy="400050"/>
          </a:xfrm>
          <a:custGeom xmlns:a="http://schemas.openxmlformats.org/drawingml/2006/main">
            <a:pathLst>
              <a:path w="485775" h="4000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85775" y="4763"/>
                </a:lnTo>
                <a:lnTo>
                  <a:pt x="485775" y="14288"/>
                </a:lnTo>
                <a:lnTo>
                  <a:pt x="485775" y="23813"/>
                </a:lnTo>
                <a:lnTo>
                  <a:pt x="485775" y="33338"/>
                </a:lnTo>
                <a:lnTo>
                  <a:pt x="485775" y="42863"/>
                </a:lnTo>
                <a:lnTo>
                  <a:pt x="485775" y="52388"/>
                </a:lnTo>
                <a:lnTo>
                  <a:pt x="485775" y="61913"/>
                </a:lnTo>
                <a:lnTo>
                  <a:pt x="485775" y="71438"/>
                </a:lnTo>
                <a:lnTo>
                  <a:pt x="485775" y="80963"/>
                </a:lnTo>
                <a:lnTo>
                  <a:pt x="485775" y="90488"/>
                </a:lnTo>
                <a:lnTo>
                  <a:pt x="485775" y="100013"/>
                </a:lnTo>
                <a:lnTo>
                  <a:pt x="485775" y="109538"/>
                </a:lnTo>
                <a:lnTo>
                  <a:pt x="485775" y="119063"/>
                </a:lnTo>
                <a:lnTo>
                  <a:pt x="485775" y="128588"/>
                </a:lnTo>
                <a:lnTo>
                  <a:pt x="485775" y="138113"/>
                </a:lnTo>
                <a:lnTo>
                  <a:pt x="485775" y="147638"/>
                </a:lnTo>
                <a:lnTo>
                  <a:pt x="485775" y="157163"/>
                </a:lnTo>
                <a:lnTo>
                  <a:pt x="485775" y="166688"/>
                </a:lnTo>
                <a:lnTo>
                  <a:pt x="485775" y="176213"/>
                </a:lnTo>
                <a:lnTo>
                  <a:pt x="485775" y="185738"/>
                </a:lnTo>
                <a:lnTo>
                  <a:pt x="485775" y="195263"/>
                </a:lnTo>
                <a:lnTo>
                  <a:pt x="485775" y="204788"/>
                </a:lnTo>
                <a:lnTo>
                  <a:pt x="485775" y="214313"/>
                </a:lnTo>
                <a:lnTo>
                  <a:pt x="485775" y="223838"/>
                </a:lnTo>
                <a:lnTo>
                  <a:pt x="485775" y="233363"/>
                </a:lnTo>
                <a:lnTo>
                  <a:pt x="485775" y="242888"/>
                </a:lnTo>
                <a:lnTo>
                  <a:pt x="485775" y="252413"/>
                </a:lnTo>
                <a:lnTo>
                  <a:pt x="485775" y="261938"/>
                </a:lnTo>
                <a:lnTo>
                  <a:pt x="485775" y="271463"/>
                </a:lnTo>
                <a:lnTo>
                  <a:pt x="485775" y="280988"/>
                </a:lnTo>
                <a:lnTo>
                  <a:pt x="485775" y="290513"/>
                </a:lnTo>
                <a:lnTo>
                  <a:pt x="485775" y="300038"/>
                </a:lnTo>
                <a:lnTo>
                  <a:pt x="485775" y="309563"/>
                </a:lnTo>
                <a:lnTo>
                  <a:pt x="485775" y="319088"/>
                </a:lnTo>
                <a:lnTo>
                  <a:pt x="485775" y="328613"/>
                </a:lnTo>
                <a:lnTo>
                  <a:pt x="485775" y="338138"/>
                </a:lnTo>
                <a:lnTo>
                  <a:pt x="485775" y="347663"/>
                </a:lnTo>
                <a:lnTo>
                  <a:pt x="485775" y="357188"/>
                </a:lnTo>
                <a:lnTo>
                  <a:pt x="485775" y="366713"/>
                </a:lnTo>
                <a:lnTo>
                  <a:pt x="485775" y="376238"/>
                </a:lnTo>
                <a:lnTo>
                  <a:pt x="485775" y="385763"/>
                </a:lnTo>
                <a:lnTo>
                  <a:pt x="481013" y="390525"/>
                </a:lnTo>
                <a:lnTo>
                  <a:pt x="476250" y="395288"/>
                </a:lnTo>
                <a:lnTo>
                  <a:pt x="471488" y="400050"/>
                </a:lnTo>
                <a:lnTo>
                  <a:pt x="461963" y="400050"/>
                </a:lnTo>
                <a:lnTo>
                  <a:pt x="452438" y="400050"/>
                </a:lnTo>
                <a:lnTo>
                  <a:pt x="442913" y="400050"/>
                </a:lnTo>
                <a:lnTo>
                  <a:pt x="433388" y="400050"/>
                </a:lnTo>
                <a:lnTo>
                  <a:pt x="423863" y="400050"/>
                </a:lnTo>
                <a:lnTo>
                  <a:pt x="414338" y="400050"/>
                </a:lnTo>
                <a:lnTo>
                  <a:pt x="404813" y="400050"/>
                </a:lnTo>
                <a:lnTo>
                  <a:pt x="395288" y="400050"/>
                </a:lnTo>
                <a:lnTo>
                  <a:pt x="385763" y="400050"/>
                </a:lnTo>
                <a:lnTo>
                  <a:pt x="376238" y="400050"/>
                </a:lnTo>
                <a:lnTo>
                  <a:pt x="366713" y="400050"/>
                </a:lnTo>
                <a:lnTo>
                  <a:pt x="357188" y="400050"/>
                </a:lnTo>
                <a:lnTo>
                  <a:pt x="347663" y="400050"/>
                </a:lnTo>
                <a:lnTo>
                  <a:pt x="338138" y="400050"/>
                </a:lnTo>
                <a:lnTo>
                  <a:pt x="328613" y="400050"/>
                </a:lnTo>
                <a:lnTo>
                  <a:pt x="319088" y="400050"/>
                </a:lnTo>
                <a:lnTo>
                  <a:pt x="309563" y="400050"/>
                </a:lnTo>
                <a:lnTo>
                  <a:pt x="300038" y="400050"/>
                </a:lnTo>
                <a:lnTo>
                  <a:pt x="290513" y="400050"/>
                </a:lnTo>
                <a:lnTo>
                  <a:pt x="285750" y="395288"/>
                </a:lnTo>
                <a:lnTo>
                  <a:pt x="280988" y="390525"/>
                </a:lnTo>
                <a:lnTo>
                  <a:pt x="276225" y="385763"/>
                </a:lnTo>
                <a:lnTo>
                  <a:pt x="276225" y="376238"/>
                </a:lnTo>
                <a:lnTo>
                  <a:pt x="276225" y="366713"/>
                </a:lnTo>
                <a:lnTo>
                  <a:pt x="276225" y="357188"/>
                </a:lnTo>
                <a:lnTo>
                  <a:pt x="276225" y="347663"/>
                </a:lnTo>
                <a:lnTo>
                  <a:pt x="276225" y="338138"/>
                </a:lnTo>
                <a:lnTo>
                  <a:pt x="276225" y="328613"/>
                </a:lnTo>
                <a:lnTo>
                  <a:pt x="276225" y="319088"/>
                </a:lnTo>
                <a:lnTo>
                  <a:pt x="276225" y="309563"/>
                </a:lnTo>
                <a:lnTo>
                  <a:pt x="276225" y="300038"/>
                </a:lnTo>
                <a:lnTo>
                  <a:pt x="276225" y="290513"/>
                </a:lnTo>
                <a:lnTo>
                  <a:pt x="276225" y="280988"/>
                </a:lnTo>
                <a:lnTo>
                  <a:pt x="276225" y="271463"/>
                </a:lnTo>
                <a:lnTo>
                  <a:pt x="276225" y="261938"/>
                </a:lnTo>
                <a:lnTo>
                  <a:pt x="276225" y="252413"/>
                </a:lnTo>
                <a:lnTo>
                  <a:pt x="276225" y="242888"/>
                </a:lnTo>
                <a:lnTo>
                  <a:pt x="276225" y="233363"/>
                </a:lnTo>
                <a:lnTo>
                  <a:pt x="276225" y="223838"/>
                </a:lnTo>
                <a:lnTo>
                  <a:pt x="276225" y="214313"/>
                </a:lnTo>
                <a:lnTo>
                  <a:pt x="271463" y="209550"/>
                </a:lnTo>
                <a:lnTo>
                  <a:pt x="261938" y="209550"/>
                </a:lnTo>
                <a:lnTo>
                  <a:pt x="252413" y="209550"/>
                </a:lnTo>
                <a:lnTo>
                  <a:pt x="242888" y="209550"/>
                </a:lnTo>
                <a:lnTo>
                  <a:pt x="233363" y="209550"/>
                </a:lnTo>
                <a:lnTo>
                  <a:pt x="223838" y="209550"/>
                </a:lnTo>
                <a:lnTo>
                  <a:pt x="214313" y="209550"/>
                </a:lnTo>
                <a:lnTo>
                  <a:pt x="204788" y="209550"/>
                </a:lnTo>
                <a:lnTo>
                  <a:pt x="195263" y="209550"/>
                </a:lnTo>
                <a:lnTo>
                  <a:pt x="185738" y="209550"/>
                </a:lnTo>
                <a:lnTo>
                  <a:pt x="176213" y="209550"/>
                </a:lnTo>
                <a:lnTo>
                  <a:pt x="166688" y="209550"/>
                </a:lnTo>
                <a:lnTo>
                  <a:pt x="157163" y="209550"/>
                </a:lnTo>
                <a:lnTo>
                  <a:pt x="147638" y="209550"/>
                </a:lnTo>
                <a:lnTo>
                  <a:pt x="138113" y="209550"/>
                </a:lnTo>
                <a:lnTo>
                  <a:pt x="128588" y="209550"/>
                </a:lnTo>
                <a:lnTo>
                  <a:pt x="119063" y="209550"/>
                </a:lnTo>
                <a:lnTo>
                  <a:pt x="109538" y="209550"/>
                </a:lnTo>
                <a:lnTo>
                  <a:pt x="100013" y="209550"/>
                </a:lnTo>
                <a:lnTo>
                  <a:pt x="90488" y="209550"/>
                </a:lnTo>
                <a:lnTo>
                  <a:pt x="80963" y="209550"/>
                </a:lnTo>
                <a:lnTo>
                  <a:pt x="71438" y="209550"/>
                </a:lnTo>
                <a:lnTo>
                  <a:pt x="61913" y="209550"/>
                </a:lnTo>
                <a:lnTo>
                  <a:pt x="52388" y="209550"/>
                </a:lnTo>
                <a:lnTo>
                  <a:pt x="42863" y="209550"/>
                </a:lnTo>
                <a:lnTo>
                  <a:pt x="33338" y="209550"/>
                </a:lnTo>
                <a:lnTo>
                  <a:pt x="23813" y="209550"/>
                </a:lnTo>
                <a:lnTo>
                  <a:pt x="14288" y="209550"/>
                </a:lnTo>
                <a:lnTo>
                  <a:pt x="9525" y="204788"/>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23813" y="19050"/>
                </a:moveTo>
                <a:lnTo>
                  <a:pt x="19050" y="23813"/>
                </a:lnTo>
                <a:lnTo>
                  <a:pt x="19050" y="33338"/>
                </a:lnTo>
                <a:lnTo>
                  <a:pt x="19050" y="42863"/>
                </a:lnTo>
                <a:lnTo>
                  <a:pt x="19050" y="52388"/>
                </a:lnTo>
                <a:lnTo>
                  <a:pt x="19050" y="61913"/>
                </a:lnTo>
                <a:lnTo>
                  <a:pt x="19050" y="71438"/>
                </a:lnTo>
                <a:lnTo>
                  <a:pt x="19050" y="80963"/>
                </a:lnTo>
                <a:lnTo>
                  <a:pt x="19050" y="90488"/>
                </a:lnTo>
                <a:lnTo>
                  <a:pt x="19050" y="100013"/>
                </a:lnTo>
                <a:lnTo>
                  <a:pt x="23813" y="104775"/>
                </a:lnTo>
                <a:lnTo>
                  <a:pt x="33338" y="104775"/>
                </a:lnTo>
                <a:lnTo>
                  <a:pt x="42863" y="104775"/>
                </a:lnTo>
                <a:lnTo>
                  <a:pt x="52388" y="104775"/>
                </a:lnTo>
                <a:lnTo>
                  <a:pt x="61913" y="104775"/>
                </a:lnTo>
                <a:lnTo>
                  <a:pt x="71438" y="104775"/>
                </a:lnTo>
                <a:lnTo>
                  <a:pt x="80963" y="104775"/>
                </a:lnTo>
                <a:lnTo>
                  <a:pt x="90488" y="104775"/>
                </a:lnTo>
                <a:lnTo>
                  <a:pt x="100013" y="104775"/>
                </a:lnTo>
                <a:lnTo>
                  <a:pt x="109538" y="104775"/>
                </a:lnTo>
                <a:lnTo>
                  <a:pt x="119063" y="104775"/>
                </a:lnTo>
                <a:lnTo>
                  <a:pt x="128588" y="104775"/>
                </a:lnTo>
                <a:lnTo>
                  <a:pt x="138113" y="104775"/>
                </a:lnTo>
                <a:lnTo>
                  <a:pt x="147638" y="104775"/>
                </a:lnTo>
                <a:lnTo>
                  <a:pt x="157163" y="104775"/>
                </a:lnTo>
                <a:lnTo>
                  <a:pt x="166688" y="104775"/>
                </a:lnTo>
                <a:lnTo>
                  <a:pt x="176213" y="104775"/>
                </a:lnTo>
                <a:lnTo>
                  <a:pt x="185738" y="104775"/>
                </a:lnTo>
                <a:lnTo>
                  <a:pt x="195263" y="104775"/>
                </a:lnTo>
                <a:lnTo>
                  <a:pt x="204788" y="104775"/>
                </a:lnTo>
                <a:lnTo>
                  <a:pt x="214313" y="104775"/>
                </a:lnTo>
                <a:lnTo>
                  <a:pt x="223838" y="104775"/>
                </a:lnTo>
                <a:lnTo>
                  <a:pt x="233363" y="104775"/>
                </a:lnTo>
                <a:lnTo>
                  <a:pt x="242888" y="104775"/>
                </a:lnTo>
                <a:lnTo>
                  <a:pt x="252413" y="104775"/>
                </a:lnTo>
                <a:lnTo>
                  <a:pt x="261938" y="104775"/>
                </a:lnTo>
                <a:lnTo>
                  <a:pt x="271463" y="104775"/>
                </a:lnTo>
                <a:lnTo>
                  <a:pt x="280988" y="104775"/>
                </a:lnTo>
                <a:lnTo>
                  <a:pt x="290513" y="104775"/>
                </a:lnTo>
                <a:lnTo>
                  <a:pt x="300038" y="104775"/>
                </a:lnTo>
                <a:lnTo>
                  <a:pt x="309563" y="104775"/>
                </a:lnTo>
                <a:lnTo>
                  <a:pt x="319088" y="104775"/>
                </a:lnTo>
                <a:lnTo>
                  <a:pt x="328613" y="104775"/>
                </a:lnTo>
                <a:lnTo>
                  <a:pt x="338138" y="104775"/>
                </a:lnTo>
                <a:lnTo>
                  <a:pt x="347663" y="104775"/>
                </a:lnTo>
                <a:lnTo>
                  <a:pt x="357188" y="104775"/>
                </a:lnTo>
                <a:lnTo>
                  <a:pt x="366713" y="104775"/>
                </a:lnTo>
                <a:lnTo>
                  <a:pt x="376238" y="104775"/>
                </a:lnTo>
                <a:lnTo>
                  <a:pt x="385763" y="104775"/>
                </a:lnTo>
                <a:lnTo>
                  <a:pt x="395288" y="104775"/>
                </a:lnTo>
                <a:lnTo>
                  <a:pt x="404813" y="104775"/>
                </a:lnTo>
                <a:lnTo>
                  <a:pt x="414338" y="104775"/>
                </a:lnTo>
                <a:lnTo>
                  <a:pt x="423863" y="104775"/>
                </a:lnTo>
                <a:lnTo>
                  <a:pt x="433388" y="104775"/>
                </a:lnTo>
                <a:lnTo>
                  <a:pt x="442913" y="104775"/>
                </a:lnTo>
                <a:lnTo>
                  <a:pt x="452438" y="104775"/>
                </a:lnTo>
                <a:lnTo>
                  <a:pt x="461963" y="104775"/>
                </a:lnTo>
                <a:lnTo>
                  <a:pt x="466725" y="100013"/>
                </a:lnTo>
                <a:lnTo>
                  <a:pt x="466725" y="90488"/>
                </a:lnTo>
                <a:lnTo>
                  <a:pt x="466725" y="80963"/>
                </a:lnTo>
                <a:lnTo>
                  <a:pt x="466725" y="71438"/>
                </a:lnTo>
                <a:lnTo>
                  <a:pt x="466725" y="61913"/>
                </a:lnTo>
                <a:lnTo>
                  <a:pt x="466725" y="52388"/>
                </a:lnTo>
                <a:lnTo>
                  <a:pt x="466725" y="42863"/>
                </a:lnTo>
                <a:lnTo>
                  <a:pt x="466725" y="33338"/>
                </a:lnTo>
                <a:lnTo>
                  <a:pt x="466725" y="23813"/>
                </a:lnTo>
                <a:lnTo>
                  <a:pt x="461963" y="19050"/>
                </a:lnTo>
                <a:lnTo>
                  <a:pt x="452438" y="19050"/>
                </a:lnTo>
                <a:lnTo>
                  <a:pt x="442913" y="19050"/>
                </a:lnTo>
                <a:lnTo>
                  <a:pt x="433388" y="19050"/>
                </a:lnTo>
                <a:lnTo>
                  <a:pt x="423863" y="19050"/>
                </a:lnTo>
                <a:lnTo>
                  <a:pt x="414338" y="19050"/>
                </a:lnTo>
                <a:lnTo>
                  <a:pt x="404813" y="19050"/>
                </a:lnTo>
                <a:lnTo>
                  <a:pt x="395288" y="19050"/>
                </a:lnTo>
                <a:lnTo>
                  <a:pt x="385763" y="19050"/>
                </a:lnTo>
                <a:lnTo>
                  <a:pt x="376238" y="19050"/>
                </a:lnTo>
                <a:lnTo>
                  <a:pt x="366713" y="19050"/>
                </a:lnTo>
                <a:lnTo>
                  <a:pt x="357188" y="19050"/>
                </a:lnTo>
                <a:lnTo>
                  <a:pt x="347663" y="19050"/>
                </a:lnTo>
                <a:lnTo>
                  <a:pt x="338138" y="19050"/>
                </a:lnTo>
                <a:lnTo>
                  <a:pt x="328613" y="19050"/>
                </a:lnTo>
                <a:lnTo>
                  <a:pt x="319088" y="19050"/>
                </a:lnTo>
                <a:lnTo>
                  <a:pt x="309563" y="19050"/>
                </a:lnTo>
                <a:lnTo>
                  <a:pt x="300038" y="19050"/>
                </a:lnTo>
                <a:lnTo>
                  <a:pt x="290513" y="19050"/>
                </a:lnTo>
                <a:lnTo>
                  <a:pt x="280988" y="19050"/>
                </a:lnTo>
                <a:lnTo>
                  <a:pt x="271463" y="19050"/>
                </a:lnTo>
                <a:lnTo>
                  <a:pt x="261938" y="19050"/>
                </a:lnTo>
                <a:lnTo>
                  <a:pt x="252413" y="19050"/>
                </a:lnTo>
                <a:lnTo>
                  <a:pt x="242888" y="19050"/>
                </a:lnTo>
                <a:lnTo>
                  <a:pt x="233363" y="19050"/>
                </a:lnTo>
                <a:lnTo>
                  <a:pt x="223838" y="19050"/>
                </a:lnTo>
                <a:lnTo>
                  <a:pt x="214313" y="19050"/>
                </a:lnTo>
                <a:lnTo>
                  <a:pt x="204788" y="19050"/>
                </a:lnTo>
                <a:lnTo>
                  <a:pt x="195263" y="19050"/>
                </a:lnTo>
                <a:lnTo>
                  <a:pt x="185738" y="19050"/>
                </a:lnTo>
                <a:lnTo>
                  <a:pt x="176213" y="19050"/>
                </a:lnTo>
                <a:lnTo>
                  <a:pt x="166688" y="19050"/>
                </a:lnTo>
                <a:lnTo>
                  <a:pt x="157163" y="19050"/>
                </a:lnTo>
                <a:lnTo>
                  <a:pt x="147638" y="19050"/>
                </a:lnTo>
                <a:lnTo>
                  <a:pt x="138113" y="19050"/>
                </a:lnTo>
                <a:lnTo>
                  <a:pt x="128588" y="19050"/>
                </a:lnTo>
                <a:lnTo>
                  <a:pt x="119063" y="19050"/>
                </a:lnTo>
                <a:lnTo>
                  <a:pt x="109538" y="19050"/>
                </a:lnTo>
                <a:lnTo>
                  <a:pt x="100013" y="19050"/>
                </a:lnTo>
                <a:lnTo>
                  <a:pt x="90488" y="19050"/>
                </a:lnTo>
                <a:lnTo>
                  <a:pt x="80963" y="19050"/>
                </a:lnTo>
                <a:lnTo>
                  <a:pt x="71438" y="19050"/>
                </a:lnTo>
                <a:lnTo>
                  <a:pt x="61913" y="19050"/>
                </a:lnTo>
                <a:lnTo>
                  <a:pt x="52388" y="19050"/>
                </a:lnTo>
                <a:lnTo>
                  <a:pt x="42863" y="19050"/>
                </a:lnTo>
                <a:lnTo>
                  <a:pt x="33338" y="19050"/>
                </a:lnTo>
                <a:lnTo>
                  <a:pt x="23813" y="19050"/>
                </a:lnTo>
                <a:close/>
              </a:path>
            </a:pathLst>
          </a:custGeom>
          <a:solidFill xmlns:a="http://schemas.openxmlformats.org/drawingml/2006/main">
            <a:srgbClr val="B8BABC"/>
          </a:solidFill>
          <a:ln xmlns:a="http://schemas.openxmlformats.org/drawingml/2006/main" w="0">
            <a:noFill/>
            <a:prstDash val="solid"/>
          </a:ln>
        </p:spPr>
      </p:sp>
      <p:sp>
        <p:nvSpPr>
          <p:cNvPr id="978" name="layout-candidate-gray-93-1">
            <a:extLst xmlns:a="http://schemas.openxmlformats.org/drawingml/2006/main">
              <a:ext uri="{FF2B5EF4-FFF2-40B4-BE49-F238E27FC236}">
                <a16:creationId xmlns:a16="http://schemas.microsoft.com/office/drawing/2014/main" id="{17504752-55FC-4FE0-8A2A-CCA9FE6BE467}"/>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B8BABC"/>
          </a:solidFill>
          <a:ln xmlns:a="http://schemas.openxmlformats.org/drawingml/2006/main" w="0">
            <a:noFill/>
            <a:prstDash val="solid"/>
          </a:ln>
        </p:spPr>
      </p:sp>
      <p:sp>
        <p:nvSpPr>
          <p:cNvPr id="979" name="layout-candidate-gray-93-2">
            <a:extLst xmlns:a="http://schemas.openxmlformats.org/drawingml/2006/main">
              <a:ext uri="{FF2B5EF4-FFF2-40B4-BE49-F238E27FC236}">
                <a16:creationId xmlns:a16="http://schemas.microsoft.com/office/drawing/2014/main" id="{530B4B9E-7823-44C5-B58F-21CD2A275E73}"/>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8BABC"/>
          </a:solidFill>
          <a:ln xmlns:a="http://schemas.openxmlformats.org/drawingml/2006/main" w="0">
            <a:noFill/>
            <a:prstDash val="solid"/>
          </a:ln>
        </p:spPr>
      </p:sp>
      <p:sp>
        <p:nvSpPr>
          <p:cNvPr id="980" name="layout-candidate-gray-93-3">
            <a:extLst xmlns:a="http://schemas.openxmlformats.org/drawingml/2006/main">
              <a:ext uri="{FF2B5EF4-FFF2-40B4-BE49-F238E27FC236}">
                <a16:creationId xmlns:a16="http://schemas.microsoft.com/office/drawing/2014/main" id="{9EEF0CF2-C83F-47B3-8A19-83C9F5200A10}"/>
              </a:ext>
            </a:extLst>
          </p:cNvPr>
          <p:cNvSpPr>
            <a:spLocks xmlns:a="http://schemas.openxmlformats.org/drawingml/2006/main" noGrp="1"/>
          </p:cNvSpPr>
          <p:nvPr/>
        </p:nvSpPr>
        <p:spPr>
          <a:xfrm xmlns:a="http://schemas.openxmlformats.org/drawingml/2006/main" rot="0">
            <a:off x="13144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8BABC"/>
          </a:solidFill>
          <a:ln xmlns:a="http://schemas.openxmlformats.org/drawingml/2006/main" w="0">
            <a:noFill/>
            <a:prstDash val="solid"/>
          </a:ln>
        </p:spPr>
      </p:sp>
      <p:sp>
        <p:nvSpPr>
          <p:cNvPr id="981" name="layout-candidate-gray-93-4">
            <a:extLst xmlns:a="http://schemas.openxmlformats.org/drawingml/2006/main">
              <a:ext uri="{FF2B5EF4-FFF2-40B4-BE49-F238E27FC236}">
                <a16:creationId xmlns:a16="http://schemas.microsoft.com/office/drawing/2014/main" id="{E45B8490-DC98-4BB8-BC33-A2D03B885A9E}"/>
              </a:ext>
            </a:extLst>
          </p:cNvPr>
          <p:cNvSpPr>
            <a:spLocks xmlns:a="http://schemas.openxmlformats.org/drawingml/2006/main" noGrp="1"/>
          </p:cNvSpPr>
          <p:nvPr/>
        </p:nvSpPr>
        <p:spPr>
          <a:xfrm xmlns:a="http://schemas.openxmlformats.org/drawingml/2006/main" rot="0">
            <a:off x="136207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8BABC"/>
          </a:solidFill>
          <a:ln xmlns:a="http://schemas.openxmlformats.org/drawingml/2006/main" w="0">
            <a:noFill/>
            <a:prstDash val="solid"/>
          </a:ln>
        </p:spPr>
      </p:sp>
      <p:sp>
        <p:nvSpPr>
          <p:cNvPr id="982" name="layout-candidate-gray-93-5">
            <a:extLst xmlns:a="http://schemas.openxmlformats.org/drawingml/2006/main">
              <a:ext uri="{FF2B5EF4-FFF2-40B4-BE49-F238E27FC236}">
                <a16:creationId xmlns:a16="http://schemas.microsoft.com/office/drawing/2014/main" id="{060E7918-6416-4F10-AA32-49961979DFF5}"/>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8BABC"/>
          </a:solidFill>
          <a:ln xmlns:a="http://schemas.openxmlformats.org/drawingml/2006/main" w="0">
            <a:noFill/>
            <a:prstDash val="solid"/>
          </a:ln>
        </p:spPr>
      </p:sp>
      <p:sp>
        <p:nvSpPr>
          <p:cNvPr id="983" name="layout-candidate-gray-93-6">
            <a:extLst xmlns:a="http://schemas.openxmlformats.org/drawingml/2006/main">
              <a:ext uri="{FF2B5EF4-FFF2-40B4-BE49-F238E27FC236}">
                <a16:creationId xmlns:a16="http://schemas.microsoft.com/office/drawing/2014/main" id="{B67D0A46-1892-46A8-8258-D0822785D1E4}"/>
              </a:ext>
            </a:extLst>
          </p:cNvPr>
          <p:cNvSpPr>
            <a:spLocks xmlns:a="http://schemas.openxmlformats.org/drawingml/2006/main" noGrp="1"/>
          </p:cNvSpPr>
          <p:nvPr/>
        </p:nvSpPr>
        <p:spPr>
          <a:xfrm xmlns:a="http://schemas.openxmlformats.org/drawingml/2006/main" rot="0">
            <a:off x="141922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8BABC"/>
          </a:solidFill>
          <a:ln xmlns:a="http://schemas.openxmlformats.org/drawingml/2006/main" w="0">
            <a:noFill/>
            <a:prstDash val="solid"/>
          </a:ln>
        </p:spPr>
      </p:sp>
      <p:sp>
        <p:nvSpPr>
          <p:cNvPr id="984" name="layout-candidate-gray-93-7">
            <a:extLst xmlns:a="http://schemas.openxmlformats.org/drawingml/2006/main">
              <a:ext uri="{FF2B5EF4-FFF2-40B4-BE49-F238E27FC236}">
                <a16:creationId xmlns:a16="http://schemas.microsoft.com/office/drawing/2014/main" id="{1852FF78-76F1-4439-BFAD-D9B492E512A2}"/>
              </a:ext>
            </a:extLst>
          </p:cNvPr>
          <p:cNvSpPr>
            <a:spLocks xmlns:a="http://schemas.openxmlformats.org/drawingml/2006/main" noGrp="1"/>
          </p:cNvSpPr>
          <p:nvPr/>
        </p:nvSpPr>
        <p:spPr>
          <a:xfrm xmlns:a="http://schemas.openxmlformats.org/drawingml/2006/main" rot="0">
            <a:off x="12954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8BABC"/>
          </a:solidFill>
          <a:ln xmlns:a="http://schemas.openxmlformats.org/drawingml/2006/main" w="0">
            <a:noFill/>
            <a:prstDash val="solid"/>
          </a:ln>
        </p:spPr>
      </p:sp>
      <p:sp>
        <p:nvSpPr>
          <p:cNvPr id="985" name="layout-candidate-gray-93-8">
            <a:extLst xmlns:a="http://schemas.openxmlformats.org/drawingml/2006/main">
              <a:ext uri="{FF2B5EF4-FFF2-40B4-BE49-F238E27FC236}">
                <a16:creationId xmlns:a16="http://schemas.microsoft.com/office/drawing/2014/main" id="{1E3471BB-0303-4874-A83E-66346C0E51F9}"/>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8BABC"/>
          </a:solidFill>
          <a:ln xmlns:a="http://schemas.openxmlformats.org/drawingml/2006/main" w="0">
            <a:noFill/>
            <a:prstDash val="solid"/>
          </a:ln>
        </p:spPr>
      </p:sp>
      <p:sp>
        <p:nvSpPr>
          <p:cNvPr id="986" name="layout-candidate-gray-94-0">
            <a:extLst xmlns:a="http://schemas.openxmlformats.org/drawingml/2006/main">
              <a:ext uri="{FF2B5EF4-FFF2-40B4-BE49-F238E27FC236}">
                <a16:creationId xmlns:a16="http://schemas.microsoft.com/office/drawing/2014/main" id="{EB93AB86-4B5C-4EA8-984D-A6048F0FCFF2}"/>
              </a:ext>
            </a:extLst>
          </p:cNvPr>
          <p:cNvSpPr>
            <a:spLocks xmlns:a="http://schemas.openxmlformats.org/drawingml/2006/main" noGrp="1"/>
          </p:cNvSpPr>
          <p:nvPr/>
        </p:nvSpPr>
        <p:spPr>
          <a:xfrm xmlns:a="http://schemas.openxmlformats.org/drawingml/2006/main" rot="0">
            <a:off x="1133475" y="5000625"/>
            <a:ext cx="485775" cy="400050"/>
          </a:xfrm>
          <a:custGeom xmlns:a="http://schemas.openxmlformats.org/drawingml/2006/main">
            <a:pathLst>
              <a:path w="485775" h="4000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85775" y="4763"/>
                </a:lnTo>
                <a:lnTo>
                  <a:pt x="485775" y="14288"/>
                </a:lnTo>
                <a:lnTo>
                  <a:pt x="485775" y="23813"/>
                </a:lnTo>
                <a:lnTo>
                  <a:pt x="485775" y="33338"/>
                </a:lnTo>
                <a:lnTo>
                  <a:pt x="485775" y="42863"/>
                </a:lnTo>
                <a:lnTo>
                  <a:pt x="485775" y="52388"/>
                </a:lnTo>
                <a:lnTo>
                  <a:pt x="485775" y="61913"/>
                </a:lnTo>
                <a:lnTo>
                  <a:pt x="485775" y="71438"/>
                </a:lnTo>
                <a:lnTo>
                  <a:pt x="485775" y="80963"/>
                </a:lnTo>
                <a:lnTo>
                  <a:pt x="485775" y="90488"/>
                </a:lnTo>
                <a:lnTo>
                  <a:pt x="485775" y="100013"/>
                </a:lnTo>
                <a:lnTo>
                  <a:pt x="485775" y="109538"/>
                </a:lnTo>
                <a:lnTo>
                  <a:pt x="485775" y="119063"/>
                </a:lnTo>
                <a:lnTo>
                  <a:pt x="485775" y="128588"/>
                </a:lnTo>
                <a:lnTo>
                  <a:pt x="485775" y="138113"/>
                </a:lnTo>
                <a:lnTo>
                  <a:pt x="485775" y="147638"/>
                </a:lnTo>
                <a:lnTo>
                  <a:pt x="485775" y="157163"/>
                </a:lnTo>
                <a:lnTo>
                  <a:pt x="485775" y="166688"/>
                </a:lnTo>
                <a:lnTo>
                  <a:pt x="485775" y="176213"/>
                </a:lnTo>
                <a:lnTo>
                  <a:pt x="485775" y="185738"/>
                </a:lnTo>
                <a:lnTo>
                  <a:pt x="485775" y="195263"/>
                </a:lnTo>
                <a:lnTo>
                  <a:pt x="485775" y="204788"/>
                </a:lnTo>
                <a:lnTo>
                  <a:pt x="485775" y="214313"/>
                </a:lnTo>
                <a:lnTo>
                  <a:pt x="485775" y="223838"/>
                </a:lnTo>
                <a:lnTo>
                  <a:pt x="485775" y="233363"/>
                </a:lnTo>
                <a:lnTo>
                  <a:pt x="485775" y="242888"/>
                </a:lnTo>
                <a:lnTo>
                  <a:pt x="485775" y="252413"/>
                </a:lnTo>
                <a:lnTo>
                  <a:pt x="485775" y="261938"/>
                </a:lnTo>
                <a:lnTo>
                  <a:pt x="485775" y="271463"/>
                </a:lnTo>
                <a:lnTo>
                  <a:pt x="485775" y="280988"/>
                </a:lnTo>
                <a:lnTo>
                  <a:pt x="485775" y="290513"/>
                </a:lnTo>
                <a:lnTo>
                  <a:pt x="485775" y="300038"/>
                </a:lnTo>
                <a:lnTo>
                  <a:pt x="485775" y="309563"/>
                </a:lnTo>
                <a:lnTo>
                  <a:pt x="485775" y="319088"/>
                </a:lnTo>
                <a:lnTo>
                  <a:pt x="485775" y="328613"/>
                </a:lnTo>
                <a:lnTo>
                  <a:pt x="485775" y="338138"/>
                </a:lnTo>
                <a:lnTo>
                  <a:pt x="485775" y="347663"/>
                </a:lnTo>
                <a:lnTo>
                  <a:pt x="485775" y="357188"/>
                </a:lnTo>
                <a:lnTo>
                  <a:pt x="485775" y="366713"/>
                </a:lnTo>
                <a:lnTo>
                  <a:pt x="485775" y="376238"/>
                </a:lnTo>
                <a:lnTo>
                  <a:pt x="485775" y="385763"/>
                </a:lnTo>
                <a:lnTo>
                  <a:pt x="481013" y="390525"/>
                </a:lnTo>
                <a:lnTo>
                  <a:pt x="476250" y="395288"/>
                </a:lnTo>
                <a:lnTo>
                  <a:pt x="471488" y="400050"/>
                </a:lnTo>
                <a:lnTo>
                  <a:pt x="461963" y="400050"/>
                </a:lnTo>
                <a:lnTo>
                  <a:pt x="452438" y="400050"/>
                </a:lnTo>
                <a:lnTo>
                  <a:pt x="442913" y="400050"/>
                </a:lnTo>
                <a:lnTo>
                  <a:pt x="433388" y="400050"/>
                </a:lnTo>
                <a:lnTo>
                  <a:pt x="423863" y="400050"/>
                </a:lnTo>
                <a:lnTo>
                  <a:pt x="414338" y="400050"/>
                </a:lnTo>
                <a:lnTo>
                  <a:pt x="404813" y="400050"/>
                </a:lnTo>
                <a:lnTo>
                  <a:pt x="395288" y="400050"/>
                </a:lnTo>
                <a:lnTo>
                  <a:pt x="385763" y="400050"/>
                </a:lnTo>
                <a:lnTo>
                  <a:pt x="376238" y="400050"/>
                </a:lnTo>
                <a:lnTo>
                  <a:pt x="366713" y="400050"/>
                </a:lnTo>
                <a:lnTo>
                  <a:pt x="357188" y="400050"/>
                </a:lnTo>
                <a:lnTo>
                  <a:pt x="347663" y="400050"/>
                </a:lnTo>
                <a:lnTo>
                  <a:pt x="338138" y="400050"/>
                </a:lnTo>
                <a:lnTo>
                  <a:pt x="328613" y="400050"/>
                </a:lnTo>
                <a:lnTo>
                  <a:pt x="319088" y="400050"/>
                </a:lnTo>
                <a:lnTo>
                  <a:pt x="309563" y="400050"/>
                </a:lnTo>
                <a:lnTo>
                  <a:pt x="300038" y="400050"/>
                </a:lnTo>
                <a:lnTo>
                  <a:pt x="290513" y="400050"/>
                </a:lnTo>
                <a:lnTo>
                  <a:pt x="285750" y="395288"/>
                </a:lnTo>
                <a:lnTo>
                  <a:pt x="280988" y="390525"/>
                </a:lnTo>
                <a:lnTo>
                  <a:pt x="276225" y="385763"/>
                </a:lnTo>
                <a:lnTo>
                  <a:pt x="276225" y="376238"/>
                </a:lnTo>
                <a:lnTo>
                  <a:pt x="276225" y="366713"/>
                </a:lnTo>
                <a:lnTo>
                  <a:pt x="276225" y="357188"/>
                </a:lnTo>
                <a:lnTo>
                  <a:pt x="276225" y="347663"/>
                </a:lnTo>
                <a:lnTo>
                  <a:pt x="276225" y="338138"/>
                </a:lnTo>
                <a:lnTo>
                  <a:pt x="276225" y="328613"/>
                </a:lnTo>
                <a:lnTo>
                  <a:pt x="276225" y="319088"/>
                </a:lnTo>
                <a:lnTo>
                  <a:pt x="276225" y="309563"/>
                </a:lnTo>
                <a:lnTo>
                  <a:pt x="276225" y="300038"/>
                </a:lnTo>
                <a:lnTo>
                  <a:pt x="276225" y="290513"/>
                </a:lnTo>
                <a:lnTo>
                  <a:pt x="276225" y="280988"/>
                </a:lnTo>
                <a:lnTo>
                  <a:pt x="276225" y="271463"/>
                </a:lnTo>
                <a:lnTo>
                  <a:pt x="276225" y="261938"/>
                </a:lnTo>
                <a:lnTo>
                  <a:pt x="276225" y="252413"/>
                </a:lnTo>
                <a:lnTo>
                  <a:pt x="276225" y="242888"/>
                </a:lnTo>
                <a:lnTo>
                  <a:pt x="276225" y="233363"/>
                </a:lnTo>
                <a:lnTo>
                  <a:pt x="276225" y="223838"/>
                </a:lnTo>
                <a:lnTo>
                  <a:pt x="276225" y="214313"/>
                </a:lnTo>
                <a:lnTo>
                  <a:pt x="271463" y="209550"/>
                </a:lnTo>
                <a:lnTo>
                  <a:pt x="261938" y="209550"/>
                </a:lnTo>
                <a:lnTo>
                  <a:pt x="252413" y="209550"/>
                </a:lnTo>
                <a:lnTo>
                  <a:pt x="242888" y="209550"/>
                </a:lnTo>
                <a:lnTo>
                  <a:pt x="233363" y="209550"/>
                </a:lnTo>
                <a:lnTo>
                  <a:pt x="223838" y="209550"/>
                </a:lnTo>
                <a:lnTo>
                  <a:pt x="214313" y="209550"/>
                </a:lnTo>
                <a:lnTo>
                  <a:pt x="204788" y="209550"/>
                </a:lnTo>
                <a:lnTo>
                  <a:pt x="195263" y="209550"/>
                </a:lnTo>
                <a:lnTo>
                  <a:pt x="185738" y="209550"/>
                </a:lnTo>
                <a:lnTo>
                  <a:pt x="176213" y="209550"/>
                </a:lnTo>
                <a:lnTo>
                  <a:pt x="166688" y="209550"/>
                </a:lnTo>
                <a:lnTo>
                  <a:pt x="157163" y="209550"/>
                </a:lnTo>
                <a:lnTo>
                  <a:pt x="147638" y="209550"/>
                </a:lnTo>
                <a:lnTo>
                  <a:pt x="138113" y="209550"/>
                </a:lnTo>
                <a:lnTo>
                  <a:pt x="128588" y="209550"/>
                </a:lnTo>
                <a:lnTo>
                  <a:pt x="119063" y="209550"/>
                </a:lnTo>
                <a:lnTo>
                  <a:pt x="109538" y="209550"/>
                </a:lnTo>
                <a:lnTo>
                  <a:pt x="100013" y="209550"/>
                </a:lnTo>
                <a:lnTo>
                  <a:pt x="90488" y="209550"/>
                </a:lnTo>
                <a:lnTo>
                  <a:pt x="80963" y="209550"/>
                </a:lnTo>
                <a:lnTo>
                  <a:pt x="71438" y="209550"/>
                </a:lnTo>
                <a:lnTo>
                  <a:pt x="61913" y="209550"/>
                </a:lnTo>
                <a:lnTo>
                  <a:pt x="52388" y="209550"/>
                </a:lnTo>
                <a:lnTo>
                  <a:pt x="42863" y="209550"/>
                </a:lnTo>
                <a:lnTo>
                  <a:pt x="33338" y="209550"/>
                </a:lnTo>
                <a:lnTo>
                  <a:pt x="23813" y="209550"/>
                </a:lnTo>
                <a:lnTo>
                  <a:pt x="14288" y="209550"/>
                </a:lnTo>
                <a:lnTo>
                  <a:pt x="9525" y="204788"/>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23813" y="19050"/>
                </a:moveTo>
                <a:lnTo>
                  <a:pt x="19050" y="23813"/>
                </a:lnTo>
                <a:lnTo>
                  <a:pt x="19050" y="33338"/>
                </a:lnTo>
                <a:lnTo>
                  <a:pt x="19050" y="42863"/>
                </a:lnTo>
                <a:lnTo>
                  <a:pt x="19050" y="52388"/>
                </a:lnTo>
                <a:lnTo>
                  <a:pt x="19050" y="61913"/>
                </a:lnTo>
                <a:lnTo>
                  <a:pt x="19050" y="71438"/>
                </a:lnTo>
                <a:lnTo>
                  <a:pt x="19050" y="80963"/>
                </a:lnTo>
                <a:lnTo>
                  <a:pt x="19050" y="90488"/>
                </a:lnTo>
                <a:lnTo>
                  <a:pt x="19050" y="100013"/>
                </a:lnTo>
                <a:lnTo>
                  <a:pt x="19050" y="109538"/>
                </a:lnTo>
                <a:lnTo>
                  <a:pt x="23813" y="114300"/>
                </a:lnTo>
                <a:lnTo>
                  <a:pt x="33338" y="114300"/>
                </a:lnTo>
                <a:lnTo>
                  <a:pt x="42863" y="114300"/>
                </a:lnTo>
                <a:lnTo>
                  <a:pt x="52388" y="114300"/>
                </a:lnTo>
                <a:lnTo>
                  <a:pt x="61913" y="114300"/>
                </a:lnTo>
                <a:lnTo>
                  <a:pt x="71438" y="114300"/>
                </a:lnTo>
                <a:lnTo>
                  <a:pt x="80963" y="114300"/>
                </a:lnTo>
                <a:lnTo>
                  <a:pt x="90488" y="114300"/>
                </a:lnTo>
                <a:lnTo>
                  <a:pt x="100013" y="114300"/>
                </a:lnTo>
                <a:lnTo>
                  <a:pt x="109538" y="114300"/>
                </a:lnTo>
                <a:lnTo>
                  <a:pt x="119063" y="114300"/>
                </a:lnTo>
                <a:lnTo>
                  <a:pt x="128588" y="114300"/>
                </a:lnTo>
                <a:lnTo>
                  <a:pt x="138113" y="114300"/>
                </a:lnTo>
                <a:lnTo>
                  <a:pt x="147638" y="114300"/>
                </a:lnTo>
                <a:lnTo>
                  <a:pt x="157163" y="114300"/>
                </a:lnTo>
                <a:lnTo>
                  <a:pt x="166688" y="114300"/>
                </a:lnTo>
                <a:lnTo>
                  <a:pt x="176213" y="114300"/>
                </a:lnTo>
                <a:lnTo>
                  <a:pt x="185738" y="114300"/>
                </a:lnTo>
                <a:lnTo>
                  <a:pt x="195263" y="114300"/>
                </a:lnTo>
                <a:lnTo>
                  <a:pt x="204788" y="114300"/>
                </a:lnTo>
                <a:lnTo>
                  <a:pt x="214313" y="114300"/>
                </a:lnTo>
                <a:lnTo>
                  <a:pt x="223838" y="114300"/>
                </a:lnTo>
                <a:lnTo>
                  <a:pt x="233363" y="114300"/>
                </a:lnTo>
                <a:lnTo>
                  <a:pt x="242888" y="114300"/>
                </a:lnTo>
                <a:lnTo>
                  <a:pt x="252413" y="114300"/>
                </a:lnTo>
                <a:lnTo>
                  <a:pt x="261938" y="114300"/>
                </a:lnTo>
                <a:lnTo>
                  <a:pt x="271463" y="114300"/>
                </a:lnTo>
                <a:lnTo>
                  <a:pt x="280988" y="114300"/>
                </a:lnTo>
                <a:lnTo>
                  <a:pt x="290513" y="114300"/>
                </a:lnTo>
                <a:lnTo>
                  <a:pt x="300038" y="114300"/>
                </a:lnTo>
                <a:lnTo>
                  <a:pt x="309563" y="114300"/>
                </a:lnTo>
                <a:lnTo>
                  <a:pt x="319088" y="114300"/>
                </a:lnTo>
                <a:lnTo>
                  <a:pt x="328613" y="114300"/>
                </a:lnTo>
                <a:lnTo>
                  <a:pt x="338138" y="114300"/>
                </a:lnTo>
                <a:lnTo>
                  <a:pt x="347663" y="114300"/>
                </a:lnTo>
                <a:lnTo>
                  <a:pt x="357188" y="114300"/>
                </a:lnTo>
                <a:lnTo>
                  <a:pt x="366713" y="114300"/>
                </a:lnTo>
                <a:lnTo>
                  <a:pt x="376238" y="114300"/>
                </a:lnTo>
                <a:lnTo>
                  <a:pt x="385763" y="114300"/>
                </a:lnTo>
                <a:lnTo>
                  <a:pt x="395288" y="114300"/>
                </a:lnTo>
                <a:lnTo>
                  <a:pt x="404813" y="114300"/>
                </a:lnTo>
                <a:lnTo>
                  <a:pt x="414338" y="114300"/>
                </a:lnTo>
                <a:lnTo>
                  <a:pt x="423863" y="114300"/>
                </a:lnTo>
                <a:lnTo>
                  <a:pt x="433388" y="114300"/>
                </a:lnTo>
                <a:lnTo>
                  <a:pt x="442913" y="114300"/>
                </a:lnTo>
                <a:lnTo>
                  <a:pt x="452438" y="114300"/>
                </a:lnTo>
                <a:lnTo>
                  <a:pt x="461963" y="114300"/>
                </a:lnTo>
                <a:lnTo>
                  <a:pt x="466725" y="109538"/>
                </a:lnTo>
                <a:lnTo>
                  <a:pt x="466725" y="100013"/>
                </a:lnTo>
                <a:lnTo>
                  <a:pt x="466725" y="90488"/>
                </a:lnTo>
                <a:lnTo>
                  <a:pt x="466725" y="80963"/>
                </a:lnTo>
                <a:lnTo>
                  <a:pt x="466725" y="71438"/>
                </a:lnTo>
                <a:lnTo>
                  <a:pt x="466725" y="61913"/>
                </a:lnTo>
                <a:lnTo>
                  <a:pt x="466725" y="52388"/>
                </a:lnTo>
                <a:lnTo>
                  <a:pt x="466725" y="42863"/>
                </a:lnTo>
                <a:lnTo>
                  <a:pt x="466725" y="33338"/>
                </a:lnTo>
                <a:lnTo>
                  <a:pt x="466725" y="23813"/>
                </a:lnTo>
                <a:lnTo>
                  <a:pt x="461963" y="19050"/>
                </a:lnTo>
                <a:lnTo>
                  <a:pt x="452438" y="19050"/>
                </a:lnTo>
                <a:lnTo>
                  <a:pt x="442913" y="19050"/>
                </a:lnTo>
                <a:lnTo>
                  <a:pt x="433388" y="19050"/>
                </a:lnTo>
                <a:lnTo>
                  <a:pt x="423863" y="19050"/>
                </a:lnTo>
                <a:lnTo>
                  <a:pt x="414338" y="19050"/>
                </a:lnTo>
                <a:lnTo>
                  <a:pt x="404813" y="19050"/>
                </a:lnTo>
                <a:lnTo>
                  <a:pt x="395288" y="19050"/>
                </a:lnTo>
                <a:lnTo>
                  <a:pt x="385763" y="19050"/>
                </a:lnTo>
                <a:lnTo>
                  <a:pt x="376238" y="19050"/>
                </a:lnTo>
                <a:lnTo>
                  <a:pt x="366713" y="19050"/>
                </a:lnTo>
                <a:lnTo>
                  <a:pt x="357188" y="19050"/>
                </a:lnTo>
                <a:lnTo>
                  <a:pt x="347663" y="19050"/>
                </a:lnTo>
                <a:lnTo>
                  <a:pt x="338138" y="19050"/>
                </a:lnTo>
                <a:lnTo>
                  <a:pt x="328613" y="19050"/>
                </a:lnTo>
                <a:lnTo>
                  <a:pt x="319088" y="19050"/>
                </a:lnTo>
                <a:lnTo>
                  <a:pt x="309563" y="19050"/>
                </a:lnTo>
                <a:lnTo>
                  <a:pt x="300038" y="19050"/>
                </a:lnTo>
                <a:lnTo>
                  <a:pt x="290513" y="19050"/>
                </a:lnTo>
                <a:lnTo>
                  <a:pt x="280988" y="19050"/>
                </a:lnTo>
                <a:lnTo>
                  <a:pt x="271463" y="19050"/>
                </a:lnTo>
                <a:lnTo>
                  <a:pt x="261938" y="19050"/>
                </a:lnTo>
                <a:lnTo>
                  <a:pt x="252413" y="19050"/>
                </a:lnTo>
                <a:lnTo>
                  <a:pt x="242888" y="19050"/>
                </a:lnTo>
                <a:lnTo>
                  <a:pt x="233363" y="19050"/>
                </a:lnTo>
                <a:lnTo>
                  <a:pt x="223838" y="19050"/>
                </a:lnTo>
                <a:lnTo>
                  <a:pt x="214313" y="19050"/>
                </a:lnTo>
                <a:lnTo>
                  <a:pt x="204788" y="19050"/>
                </a:lnTo>
                <a:lnTo>
                  <a:pt x="195263" y="19050"/>
                </a:lnTo>
                <a:lnTo>
                  <a:pt x="185738" y="19050"/>
                </a:lnTo>
                <a:lnTo>
                  <a:pt x="176213" y="19050"/>
                </a:lnTo>
                <a:lnTo>
                  <a:pt x="166688" y="19050"/>
                </a:lnTo>
                <a:lnTo>
                  <a:pt x="157163" y="19050"/>
                </a:lnTo>
                <a:lnTo>
                  <a:pt x="147638" y="19050"/>
                </a:lnTo>
                <a:lnTo>
                  <a:pt x="138113" y="19050"/>
                </a:lnTo>
                <a:lnTo>
                  <a:pt x="128588" y="19050"/>
                </a:lnTo>
                <a:lnTo>
                  <a:pt x="119063" y="19050"/>
                </a:lnTo>
                <a:lnTo>
                  <a:pt x="109538" y="19050"/>
                </a:lnTo>
                <a:lnTo>
                  <a:pt x="100013" y="19050"/>
                </a:lnTo>
                <a:lnTo>
                  <a:pt x="90488" y="19050"/>
                </a:lnTo>
                <a:lnTo>
                  <a:pt x="80963" y="19050"/>
                </a:lnTo>
                <a:lnTo>
                  <a:pt x="71438" y="19050"/>
                </a:lnTo>
                <a:lnTo>
                  <a:pt x="61913" y="19050"/>
                </a:lnTo>
                <a:lnTo>
                  <a:pt x="52388" y="19050"/>
                </a:lnTo>
                <a:lnTo>
                  <a:pt x="42863" y="19050"/>
                </a:lnTo>
                <a:lnTo>
                  <a:pt x="33338" y="19050"/>
                </a:lnTo>
                <a:lnTo>
                  <a:pt x="23813" y="19050"/>
                </a:lnTo>
                <a:close/>
              </a:path>
            </a:pathLst>
          </a:custGeom>
          <a:solidFill xmlns:a="http://schemas.openxmlformats.org/drawingml/2006/main">
            <a:srgbClr val="BBBDBF"/>
          </a:solidFill>
          <a:ln xmlns:a="http://schemas.openxmlformats.org/drawingml/2006/main" w="0">
            <a:noFill/>
            <a:prstDash val="solid"/>
          </a:ln>
        </p:spPr>
      </p:sp>
      <p:sp>
        <p:nvSpPr>
          <p:cNvPr id="987" name="layout-candidate-gray-94-1">
            <a:extLst xmlns:a="http://schemas.openxmlformats.org/drawingml/2006/main">
              <a:ext uri="{FF2B5EF4-FFF2-40B4-BE49-F238E27FC236}">
                <a16:creationId xmlns:a16="http://schemas.microsoft.com/office/drawing/2014/main" id="{7CCD494B-D330-4B36-9FE4-7972FB19EBC1}"/>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BBBDBF"/>
          </a:solidFill>
          <a:ln xmlns:a="http://schemas.openxmlformats.org/drawingml/2006/main" w="0">
            <a:noFill/>
            <a:prstDash val="solid"/>
          </a:ln>
        </p:spPr>
      </p:sp>
      <p:sp>
        <p:nvSpPr>
          <p:cNvPr id="988" name="layout-candidate-gray-94-2">
            <a:extLst xmlns:a="http://schemas.openxmlformats.org/drawingml/2006/main">
              <a:ext uri="{FF2B5EF4-FFF2-40B4-BE49-F238E27FC236}">
                <a16:creationId xmlns:a16="http://schemas.microsoft.com/office/drawing/2014/main" id="{734EECE4-1698-4AF4-A4A2-1ABEF33747BF}"/>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BBDBF"/>
          </a:solidFill>
          <a:ln xmlns:a="http://schemas.openxmlformats.org/drawingml/2006/main" w="0">
            <a:noFill/>
            <a:prstDash val="solid"/>
          </a:ln>
        </p:spPr>
      </p:sp>
      <p:sp>
        <p:nvSpPr>
          <p:cNvPr id="989" name="layout-candidate-gray-94-3">
            <a:extLst xmlns:a="http://schemas.openxmlformats.org/drawingml/2006/main">
              <a:ext uri="{FF2B5EF4-FFF2-40B4-BE49-F238E27FC236}">
                <a16:creationId xmlns:a16="http://schemas.microsoft.com/office/drawing/2014/main" id="{830FE2CA-F7F5-4C1F-B4A6-CE56C933F2C6}"/>
              </a:ext>
            </a:extLst>
          </p:cNvPr>
          <p:cNvSpPr>
            <a:spLocks xmlns:a="http://schemas.openxmlformats.org/drawingml/2006/main" noGrp="1"/>
          </p:cNvSpPr>
          <p:nvPr/>
        </p:nvSpPr>
        <p:spPr>
          <a:xfrm xmlns:a="http://schemas.openxmlformats.org/drawingml/2006/main" rot="0">
            <a:off x="13144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BBDBF"/>
          </a:solidFill>
          <a:ln xmlns:a="http://schemas.openxmlformats.org/drawingml/2006/main" w="0">
            <a:noFill/>
            <a:prstDash val="solid"/>
          </a:ln>
        </p:spPr>
      </p:sp>
      <p:sp>
        <p:nvSpPr>
          <p:cNvPr id="990" name="layout-candidate-gray-94-4">
            <a:extLst xmlns:a="http://schemas.openxmlformats.org/drawingml/2006/main">
              <a:ext uri="{FF2B5EF4-FFF2-40B4-BE49-F238E27FC236}">
                <a16:creationId xmlns:a16="http://schemas.microsoft.com/office/drawing/2014/main" id="{8149043B-EF8A-4E61-BA0E-265EC1B78FF3}"/>
              </a:ext>
            </a:extLst>
          </p:cNvPr>
          <p:cNvSpPr>
            <a:spLocks xmlns:a="http://schemas.openxmlformats.org/drawingml/2006/main" noGrp="1"/>
          </p:cNvSpPr>
          <p:nvPr/>
        </p:nvSpPr>
        <p:spPr>
          <a:xfrm xmlns:a="http://schemas.openxmlformats.org/drawingml/2006/main" rot="0">
            <a:off x="136207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BBDBF"/>
          </a:solidFill>
          <a:ln xmlns:a="http://schemas.openxmlformats.org/drawingml/2006/main" w="0">
            <a:noFill/>
            <a:prstDash val="solid"/>
          </a:ln>
        </p:spPr>
      </p:sp>
      <p:sp>
        <p:nvSpPr>
          <p:cNvPr id="991" name="layout-candidate-gray-94-5">
            <a:extLst xmlns:a="http://schemas.openxmlformats.org/drawingml/2006/main">
              <a:ext uri="{FF2B5EF4-FFF2-40B4-BE49-F238E27FC236}">
                <a16:creationId xmlns:a16="http://schemas.microsoft.com/office/drawing/2014/main" id="{FDCEEA8B-3603-43F4-B99F-D0DF980CFFF5}"/>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BBDBF"/>
          </a:solidFill>
          <a:ln xmlns:a="http://schemas.openxmlformats.org/drawingml/2006/main" w="0">
            <a:noFill/>
            <a:prstDash val="solid"/>
          </a:ln>
        </p:spPr>
      </p:sp>
      <p:sp>
        <p:nvSpPr>
          <p:cNvPr id="992" name="layout-candidate-gray-94-6">
            <a:extLst xmlns:a="http://schemas.openxmlformats.org/drawingml/2006/main">
              <a:ext uri="{FF2B5EF4-FFF2-40B4-BE49-F238E27FC236}">
                <a16:creationId xmlns:a16="http://schemas.microsoft.com/office/drawing/2014/main" id="{06CEDB73-BE66-46E7-A968-F5AB2AF4AE59}"/>
              </a:ext>
            </a:extLst>
          </p:cNvPr>
          <p:cNvSpPr>
            <a:spLocks xmlns:a="http://schemas.openxmlformats.org/drawingml/2006/main" noGrp="1"/>
          </p:cNvSpPr>
          <p:nvPr/>
        </p:nvSpPr>
        <p:spPr>
          <a:xfrm xmlns:a="http://schemas.openxmlformats.org/drawingml/2006/main" rot="0">
            <a:off x="141922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BBDBF"/>
          </a:solidFill>
          <a:ln xmlns:a="http://schemas.openxmlformats.org/drawingml/2006/main" w="0">
            <a:noFill/>
            <a:prstDash val="solid"/>
          </a:ln>
        </p:spPr>
      </p:sp>
      <p:sp>
        <p:nvSpPr>
          <p:cNvPr id="993" name="layout-candidate-gray-94-7">
            <a:extLst xmlns:a="http://schemas.openxmlformats.org/drawingml/2006/main">
              <a:ext uri="{FF2B5EF4-FFF2-40B4-BE49-F238E27FC236}">
                <a16:creationId xmlns:a16="http://schemas.microsoft.com/office/drawing/2014/main" id="{8EFC21EF-3AE8-4AFE-8C14-3326DEEBA27D}"/>
              </a:ext>
            </a:extLst>
          </p:cNvPr>
          <p:cNvSpPr>
            <a:spLocks xmlns:a="http://schemas.openxmlformats.org/drawingml/2006/main" noGrp="1"/>
          </p:cNvSpPr>
          <p:nvPr/>
        </p:nvSpPr>
        <p:spPr>
          <a:xfrm xmlns:a="http://schemas.openxmlformats.org/drawingml/2006/main" rot="0">
            <a:off x="12954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BBDBF"/>
          </a:solidFill>
          <a:ln xmlns:a="http://schemas.openxmlformats.org/drawingml/2006/main" w="0">
            <a:noFill/>
            <a:prstDash val="solid"/>
          </a:ln>
        </p:spPr>
      </p:sp>
      <p:sp>
        <p:nvSpPr>
          <p:cNvPr id="994" name="layout-candidate-gray-94-8">
            <a:extLst xmlns:a="http://schemas.openxmlformats.org/drawingml/2006/main">
              <a:ext uri="{FF2B5EF4-FFF2-40B4-BE49-F238E27FC236}">
                <a16:creationId xmlns:a16="http://schemas.microsoft.com/office/drawing/2014/main" id="{07301D5D-D2FC-4576-873C-2C001B9830D7}"/>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BBDBF"/>
          </a:solidFill>
          <a:ln xmlns:a="http://schemas.openxmlformats.org/drawingml/2006/main" w="0">
            <a:noFill/>
            <a:prstDash val="solid"/>
          </a:ln>
        </p:spPr>
      </p:sp>
      <p:sp>
        <p:nvSpPr>
          <p:cNvPr id="995" name="layout-candidate-gray-95-0">
            <a:extLst xmlns:a="http://schemas.openxmlformats.org/drawingml/2006/main">
              <a:ext uri="{FF2B5EF4-FFF2-40B4-BE49-F238E27FC236}">
                <a16:creationId xmlns:a16="http://schemas.microsoft.com/office/drawing/2014/main" id="{EA678457-3632-46DE-A19A-8BBF380D0ED6}"/>
              </a:ext>
            </a:extLst>
          </p:cNvPr>
          <p:cNvSpPr>
            <a:spLocks xmlns:a="http://schemas.openxmlformats.org/drawingml/2006/main" noGrp="1"/>
          </p:cNvSpPr>
          <p:nvPr/>
        </p:nvSpPr>
        <p:spPr>
          <a:xfrm xmlns:a="http://schemas.openxmlformats.org/drawingml/2006/main" rot="0">
            <a:off x="1133475" y="5000625"/>
            <a:ext cx="485775" cy="400050"/>
          </a:xfrm>
          <a:custGeom xmlns:a="http://schemas.openxmlformats.org/drawingml/2006/main">
            <a:pathLst>
              <a:path w="485775" h="4000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85775" y="4763"/>
                </a:lnTo>
                <a:lnTo>
                  <a:pt x="485775" y="14288"/>
                </a:lnTo>
                <a:lnTo>
                  <a:pt x="485775" y="23813"/>
                </a:lnTo>
                <a:lnTo>
                  <a:pt x="485775" y="33338"/>
                </a:lnTo>
                <a:lnTo>
                  <a:pt x="485775" y="42863"/>
                </a:lnTo>
                <a:lnTo>
                  <a:pt x="485775" y="52388"/>
                </a:lnTo>
                <a:lnTo>
                  <a:pt x="485775" y="61913"/>
                </a:lnTo>
                <a:lnTo>
                  <a:pt x="485775" y="71438"/>
                </a:lnTo>
                <a:lnTo>
                  <a:pt x="485775" y="80963"/>
                </a:lnTo>
                <a:lnTo>
                  <a:pt x="485775" y="90488"/>
                </a:lnTo>
                <a:lnTo>
                  <a:pt x="485775" y="100013"/>
                </a:lnTo>
                <a:lnTo>
                  <a:pt x="485775" y="109538"/>
                </a:lnTo>
                <a:lnTo>
                  <a:pt x="485775" y="119063"/>
                </a:lnTo>
                <a:lnTo>
                  <a:pt x="485775" y="128588"/>
                </a:lnTo>
                <a:lnTo>
                  <a:pt x="485775" y="138113"/>
                </a:lnTo>
                <a:lnTo>
                  <a:pt x="485775" y="147638"/>
                </a:lnTo>
                <a:lnTo>
                  <a:pt x="485775" y="157163"/>
                </a:lnTo>
                <a:lnTo>
                  <a:pt x="485775" y="166688"/>
                </a:lnTo>
                <a:lnTo>
                  <a:pt x="485775" y="176213"/>
                </a:lnTo>
                <a:lnTo>
                  <a:pt x="485775" y="185738"/>
                </a:lnTo>
                <a:lnTo>
                  <a:pt x="485775" y="195263"/>
                </a:lnTo>
                <a:lnTo>
                  <a:pt x="485775" y="204788"/>
                </a:lnTo>
                <a:lnTo>
                  <a:pt x="485775" y="214313"/>
                </a:lnTo>
                <a:lnTo>
                  <a:pt x="485775" y="223838"/>
                </a:lnTo>
                <a:lnTo>
                  <a:pt x="485775" y="233363"/>
                </a:lnTo>
                <a:lnTo>
                  <a:pt x="485775" y="242888"/>
                </a:lnTo>
                <a:lnTo>
                  <a:pt x="485775" y="252413"/>
                </a:lnTo>
                <a:lnTo>
                  <a:pt x="485775" y="261938"/>
                </a:lnTo>
                <a:lnTo>
                  <a:pt x="485775" y="271463"/>
                </a:lnTo>
                <a:lnTo>
                  <a:pt x="485775" y="280988"/>
                </a:lnTo>
                <a:lnTo>
                  <a:pt x="485775" y="290513"/>
                </a:lnTo>
                <a:lnTo>
                  <a:pt x="485775" y="300038"/>
                </a:lnTo>
                <a:lnTo>
                  <a:pt x="485775" y="309563"/>
                </a:lnTo>
                <a:lnTo>
                  <a:pt x="485775" y="319088"/>
                </a:lnTo>
                <a:lnTo>
                  <a:pt x="485775" y="328613"/>
                </a:lnTo>
                <a:lnTo>
                  <a:pt x="485775" y="338138"/>
                </a:lnTo>
                <a:lnTo>
                  <a:pt x="485775" y="347663"/>
                </a:lnTo>
                <a:lnTo>
                  <a:pt x="485775" y="357188"/>
                </a:lnTo>
                <a:lnTo>
                  <a:pt x="485775" y="366713"/>
                </a:lnTo>
                <a:lnTo>
                  <a:pt x="485775" y="376238"/>
                </a:lnTo>
                <a:lnTo>
                  <a:pt x="485775" y="385763"/>
                </a:lnTo>
                <a:lnTo>
                  <a:pt x="481013" y="390525"/>
                </a:lnTo>
                <a:lnTo>
                  <a:pt x="476250" y="395288"/>
                </a:lnTo>
                <a:lnTo>
                  <a:pt x="471488" y="400050"/>
                </a:lnTo>
                <a:lnTo>
                  <a:pt x="461963" y="400050"/>
                </a:lnTo>
                <a:lnTo>
                  <a:pt x="452438" y="400050"/>
                </a:lnTo>
                <a:lnTo>
                  <a:pt x="442913" y="400050"/>
                </a:lnTo>
                <a:lnTo>
                  <a:pt x="433388" y="400050"/>
                </a:lnTo>
                <a:lnTo>
                  <a:pt x="423863" y="400050"/>
                </a:lnTo>
                <a:lnTo>
                  <a:pt x="414338" y="400050"/>
                </a:lnTo>
                <a:lnTo>
                  <a:pt x="404813" y="400050"/>
                </a:lnTo>
                <a:lnTo>
                  <a:pt x="395288" y="400050"/>
                </a:lnTo>
                <a:lnTo>
                  <a:pt x="385763" y="400050"/>
                </a:lnTo>
                <a:lnTo>
                  <a:pt x="376238" y="400050"/>
                </a:lnTo>
                <a:lnTo>
                  <a:pt x="366713" y="400050"/>
                </a:lnTo>
                <a:lnTo>
                  <a:pt x="357188" y="400050"/>
                </a:lnTo>
                <a:lnTo>
                  <a:pt x="347663" y="400050"/>
                </a:lnTo>
                <a:lnTo>
                  <a:pt x="338138" y="400050"/>
                </a:lnTo>
                <a:lnTo>
                  <a:pt x="328613" y="400050"/>
                </a:lnTo>
                <a:lnTo>
                  <a:pt x="319088" y="400050"/>
                </a:lnTo>
                <a:lnTo>
                  <a:pt x="309563" y="400050"/>
                </a:lnTo>
                <a:lnTo>
                  <a:pt x="300038" y="400050"/>
                </a:lnTo>
                <a:lnTo>
                  <a:pt x="290513" y="400050"/>
                </a:lnTo>
                <a:lnTo>
                  <a:pt x="285750" y="395288"/>
                </a:lnTo>
                <a:lnTo>
                  <a:pt x="280988" y="390525"/>
                </a:lnTo>
                <a:lnTo>
                  <a:pt x="276225" y="385763"/>
                </a:lnTo>
                <a:lnTo>
                  <a:pt x="276225" y="376238"/>
                </a:lnTo>
                <a:lnTo>
                  <a:pt x="276225" y="366713"/>
                </a:lnTo>
                <a:lnTo>
                  <a:pt x="276225" y="357188"/>
                </a:lnTo>
                <a:lnTo>
                  <a:pt x="276225" y="347663"/>
                </a:lnTo>
                <a:lnTo>
                  <a:pt x="276225" y="338138"/>
                </a:lnTo>
                <a:lnTo>
                  <a:pt x="276225" y="328613"/>
                </a:lnTo>
                <a:lnTo>
                  <a:pt x="276225" y="319088"/>
                </a:lnTo>
                <a:lnTo>
                  <a:pt x="276225" y="309563"/>
                </a:lnTo>
                <a:lnTo>
                  <a:pt x="276225" y="300038"/>
                </a:lnTo>
                <a:lnTo>
                  <a:pt x="276225" y="290513"/>
                </a:lnTo>
                <a:lnTo>
                  <a:pt x="276225" y="280988"/>
                </a:lnTo>
                <a:lnTo>
                  <a:pt x="276225" y="271463"/>
                </a:lnTo>
                <a:lnTo>
                  <a:pt x="276225" y="261938"/>
                </a:lnTo>
                <a:lnTo>
                  <a:pt x="276225" y="252413"/>
                </a:lnTo>
                <a:lnTo>
                  <a:pt x="276225" y="242888"/>
                </a:lnTo>
                <a:lnTo>
                  <a:pt x="276225" y="233363"/>
                </a:lnTo>
                <a:lnTo>
                  <a:pt x="276225" y="223838"/>
                </a:lnTo>
                <a:lnTo>
                  <a:pt x="276225" y="214313"/>
                </a:lnTo>
                <a:lnTo>
                  <a:pt x="271463" y="209550"/>
                </a:lnTo>
                <a:lnTo>
                  <a:pt x="261938" y="209550"/>
                </a:lnTo>
                <a:lnTo>
                  <a:pt x="252413" y="209550"/>
                </a:lnTo>
                <a:lnTo>
                  <a:pt x="242888" y="209550"/>
                </a:lnTo>
                <a:lnTo>
                  <a:pt x="233363" y="209550"/>
                </a:lnTo>
                <a:lnTo>
                  <a:pt x="223838" y="209550"/>
                </a:lnTo>
                <a:lnTo>
                  <a:pt x="214313" y="209550"/>
                </a:lnTo>
                <a:lnTo>
                  <a:pt x="204788" y="209550"/>
                </a:lnTo>
                <a:lnTo>
                  <a:pt x="195263" y="209550"/>
                </a:lnTo>
                <a:lnTo>
                  <a:pt x="185738" y="209550"/>
                </a:lnTo>
                <a:lnTo>
                  <a:pt x="176213" y="209550"/>
                </a:lnTo>
                <a:lnTo>
                  <a:pt x="166688" y="209550"/>
                </a:lnTo>
                <a:lnTo>
                  <a:pt x="157163" y="209550"/>
                </a:lnTo>
                <a:lnTo>
                  <a:pt x="147638" y="209550"/>
                </a:lnTo>
                <a:lnTo>
                  <a:pt x="138113" y="209550"/>
                </a:lnTo>
                <a:lnTo>
                  <a:pt x="128588" y="209550"/>
                </a:lnTo>
                <a:lnTo>
                  <a:pt x="119063" y="209550"/>
                </a:lnTo>
                <a:lnTo>
                  <a:pt x="109538" y="209550"/>
                </a:lnTo>
                <a:lnTo>
                  <a:pt x="100013" y="209550"/>
                </a:lnTo>
                <a:lnTo>
                  <a:pt x="90488" y="209550"/>
                </a:lnTo>
                <a:lnTo>
                  <a:pt x="80963" y="209550"/>
                </a:lnTo>
                <a:lnTo>
                  <a:pt x="71438" y="209550"/>
                </a:lnTo>
                <a:lnTo>
                  <a:pt x="61913" y="209550"/>
                </a:lnTo>
                <a:lnTo>
                  <a:pt x="52388" y="209550"/>
                </a:lnTo>
                <a:lnTo>
                  <a:pt x="42863" y="209550"/>
                </a:lnTo>
                <a:lnTo>
                  <a:pt x="33338" y="209550"/>
                </a:lnTo>
                <a:lnTo>
                  <a:pt x="23813" y="209550"/>
                </a:lnTo>
                <a:lnTo>
                  <a:pt x="14288" y="209550"/>
                </a:lnTo>
                <a:lnTo>
                  <a:pt x="9525" y="204788"/>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23813" y="19050"/>
                </a:moveTo>
                <a:lnTo>
                  <a:pt x="19050" y="23813"/>
                </a:lnTo>
                <a:lnTo>
                  <a:pt x="19050" y="33338"/>
                </a:lnTo>
                <a:lnTo>
                  <a:pt x="19050" y="42863"/>
                </a:lnTo>
                <a:lnTo>
                  <a:pt x="19050" y="52388"/>
                </a:lnTo>
                <a:lnTo>
                  <a:pt x="19050" y="61913"/>
                </a:lnTo>
                <a:lnTo>
                  <a:pt x="19050" y="71438"/>
                </a:lnTo>
                <a:lnTo>
                  <a:pt x="19050" y="80963"/>
                </a:lnTo>
                <a:lnTo>
                  <a:pt x="19050" y="90488"/>
                </a:lnTo>
                <a:lnTo>
                  <a:pt x="19050" y="100013"/>
                </a:lnTo>
                <a:lnTo>
                  <a:pt x="19050" y="109538"/>
                </a:lnTo>
                <a:lnTo>
                  <a:pt x="19050" y="119063"/>
                </a:lnTo>
                <a:lnTo>
                  <a:pt x="23813" y="123825"/>
                </a:lnTo>
                <a:lnTo>
                  <a:pt x="33338" y="123825"/>
                </a:lnTo>
                <a:lnTo>
                  <a:pt x="42863" y="123825"/>
                </a:lnTo>
                <a:lnTo>
                  <a:pt x="52388" y="123825"/>
                </a:lnTo>
                <a:lnTo>
                  <a:pt x="61913" y="123825"/>
                </a:lnTo>
                <a:lnTo>
                  <a:pt x="71438" y="123825"/>
                </a:lnTo>
                <a:lnTo>
                  <a:pt x="80963" y="123825"/>
                </a:lnTo>
                <a:lnTo>
                  <a:pt x="90488" y="123825"/>
                </a:lnTo>
                <a:lnTo>
                  <a:pt x="100013" y="123825"/>
                </a:lnTo>
                <a:lnTo>
                  <a:pt x="109538" y="123825"/>
                </a:lnTo>
                <a:lnTo>
                  <a:pt x="119063" y="123825"/>
                </a:lnTo>
                <a:lnTo>
                  <a:pt x="128588" y="123825"/>
                </a:lnTo>
                <a:lnTo>
                  <a:pt x="138113" y="123825"/>
                </a:lnTo>
                <a:lnTo>
                  <a:pt x="147638" y="123825"/>
                </a:lnTo>
                <a:lnTo>
                  <a:pt x="157163" y="123825"/>
                </a:lnTo>
                <a:lnTo>
                  <a:pt x="166688" y="123825"/>
                </a:lnTo>
                <a:lnTo>
                  <a:pt x="176213" y="123825"/>
                </a:lnTo>
                <a:lnTo>
                  <a:pt x="185738" y="123825"/>
                </a:lnTo>
                <a:lnTo>
                  <a:pt x="195263" y="123825"/>
                </a:lnTo>
                <a:lnTo>
                  <a:pt x="204788" y="123825"/>
                </a:lnTo>
                <a:lnTo>
                  <a:pt x="214313" y="123825"/>
                </a:lnTo>
                <a:lnTo>
                  <a:pt x="223838" y="123825"/>
                </a:lnTo>
                <a:lnTo>
                  <a:pt x="233363" y="123825"/>
                </a:lnTo>
                <a:lnTo>
                  <a:pt x="242888" y="123825"/>
                </a:lnTo>
                <a:lnTo>
                  <a:pt x="252413" y="123825"/>
                </a:lnTo>
                <a:lnTo>
                  <a:pt x="261938" y="123825"/>
                </a:lnTo>
                <a:lnTo>
                  <a:pt x="271463" y="123825"/>
                </a:lnTo>
                <a:lnTo>
                  <a:pt x="280988" y="123825"/>
                </a:lnTo>
                <a:lnTo>
                  <a:pt x="290513" y="123825"/>
                </a:lnTo>
                <a:lnTo>
                  <a:pt x="300038" y="123825"/>
                </a:lnTo>
                <a:lnTo>
                  <a:pt x="309563" y="123825"/>
                </a:lnTo>
                <a:lnTo>
                  <a:pt x="319088" y="123825"/>
                </a:lnTo>
                <a:lnTo>
                  <a:pt x="328613" y="123825"/>
                </a:lnTo>
                <a:lnTo>
                  <a:pt x="338138" y="123825"/>
                </a:lnTo>
                <a:lnTo>
                  <a:pt x="347663" y="123825"/>
                </a:lnTo>
                <a:lnTo>
                  <a:pt x="357188" y="123825"/>
                </a:lnTo>
                <a:lnTo>
                  <a:pt x="366713" y="123825"/>
                </a:lnTo>
                <a:lnTo>
                  <a:pt x="376238" y="123825"/>
                </a:lnTo>
                <a:lnTo>
                  <a:pt x="385763" y="123825"/>
                </a:lnTo>
                <a:lnTo>
                  <a:pt x="395288" y="123825"/>
                </a:lnTo>
                <a:lnTo>
                  <a:pt x="404813" y="123825"/>
                </a:lnTo>
                <a:lnTo>
                  <a:pt x="414338" y="123825"/>
                </a:lnTo>
                <a:lnTo>
                  <a:pt x="423863" y="123825"/>
                </a:lnTo>
                <a:lnTo>
                  <a:pt x="433388" y="123825"/>
                </a:lnTo>
                <a:lnTo>
                  <a:pt x="442913" y="123825"/>
                </a:lnTo>
                <a:lnTo>
                  <a:pt x="452438" y="123825"/>
                </a:lnTo>
                <a:lnTo>
                  <a:pt x="461963" y="123825"/>
                </a:lnTo>
                <a:lnTo>
                  <a:pt x="466725" y="119063"/>
                </a:lnTo>
                <a:lnTo>
                  <a:pt x="466725" y="109538"/>
                </a:lnTo>
                <a:lnTo>
                  <a:pt x="466725" y="100013"/>
                </a:lnTo>
                <a:lnTo>
                  <a:pt x="466725" y="90488"/>
                </a:lnTo>
                <a:lnTo>
                  <a:pt x="466725" y="80963"/>
                </a:lnTo>
                <a:lnTo>
                  <a:pt x="466725" y="71438"/>
                </a:lnTo>
                <a:lnTo>
                  <a:pt x="466725" y="61913"/>
                </a:lnTo>
                <a:lnTo>
                  <a:pt x="466725" y="52388"/>
                </a:lnTo>
                <a:lnTo>
                  <a:pt x="466725" y="42863"/>
                </a:lnTo>
                <a:lnTo>
                  <a:pt x="466725" y="33338"/>
                </a:lnTo>
                <a:lnTo>
                  <a:pt x="466725" y="23813"/>
                </a:lnTo>
                <a:lnTo>
                  <a:pt x="461963" y="19050"/>
                </a:lnTo>
                <a:lnTo>
                  <a:pt x="452438" y="19050"/>
                </a:lnTo>
                <a:lnTo>
                  <a:pt x="442913" y="19050"/>
                </a:lnTo>
                <a:lnTo>
                  <a:pt x="433388" y="19050"/>
                </a:lnTo>
                <a:lnTo>
                  <a:pt x="423863" y="19050"/>
                </a:lnTo>
                <a:lnTo>
                  <a:pt x="414338" y="19050"/>
                </a:lnTo>
                <a:lnTo>
                  <a:pt x="404813" y="19050"/>
                </a:lnTo>
                <a:lnTo>
                  <a:pt x="395288" y="19050"/>
                </a:lnTo>
                <a:lnTo>
                  <a:pt x="385763" y="19050"/>
                </a:lnTo>
                <a:lnTo>
                  <a:pt x="376238" y="19050"/>
                </a:lnTo>
                <a:lnTo>
                  <a:pt x="366713" y="19050"/>
                </a:lnTo>
                <a:lnTo>
                  <a:pt x="357188" y="19050"/>
                </a:lnTo>
                <a:lnTo>
                  <a:pt x="347663" y="19050"/>
                </a:lnTo>
                <a:lnTo>
                  <a:pt x="338138" y="19050"/>
                </a:lnTo>
                <a:lnTo>
                  <a:pt x="328613" y="19050"/>
                </a:lnTo>
                <a:lnTo>
                  <a:pt x="319088" y="19050"/>
                </a:lnTo>
                <a:lnTo>
                  <a:pt x="309563" y="19050"/>
                </a:lnTo>
                <a:lnTo>
                  <a:pt x="300038" y="19050"/>
                </a:lnTo>
                <a:lnTo>
                  <a:pt x="290513" y="19050"/>
                </a:lnTo>
                <a:lnTo>
                  <a:pt x="280988" y="19050"/>
                </a:lnTo>
                <a:lnTo>
                  <a:pt x="271463" y="19050"/>
                </a:lnTo>
                <a:lnTo>
                  <a:pt x="261938" y="19050"/>
                </a:lnTo>
                <a:lnTo>
                  <a:pt x="252413" y="19050"/>
                </a:lnTo>
                <a:lnTo>
                  <a:pt x="242888" y="19050"/>
                </a:lnTo>
                <a:lnTo>
                  <a:pt x="233363" y="19050"/>
                </a:lnTo>
                <a:lnTo>
                  <a:pt x="223838" y="19050"/>
                </a:lnTo>
                <a:lnTo>
                  <a:pt x="214313" y="19050"/>
                </a:lnTo>
                <a:lnTo>
                  <a:pt x="204788" y="19050"/>
                </a:lnTo>
                <a:lnTo>
                  <a:pt x="195263" y="19050"/>
                </a:lnTo>
                <a:lnTo>
                  <a:pt x="185738" y="19050"/>
                </a:lnTo>
                <a:lnTo>
                  <a:pt x="176213" y="19050"/>
                </a:lnTo>
                <a:lnTo>
                  <a:pt x="166688" y="19050"/>
                </a:lnTo>
                <a:lnTo>
                  <a:pt x="157163" y="19050"/>
                </a:lnTo>
                <a:lnTo>
                  <a:pt x="147638" y="19050"/>
                </a:lnTo>
                <a:lnTo>
                  <a:pt x="138113" y="19050"/>
                </a:lnTo>
                <a:lnTo>
                  <a:pt x="128588" y="19050"/>
                </a:lnTo>
                <a:lnTo>
                  <a:pt x="119063" y="19050"/>
                </a:lnTo>
                <a:lnTo>
                  <a:pt x="109538" y="19050"/>
                </a:lnTo>
                <a:lnTo>
                  <a:pt x="100013" y="19050"/>
                </a:lnTo>
                <a:lnTo>
                  <a:pt x="90488" y="19050"/>
                </a:lnTo>
                <a:lnTo>
                  <a:pt x="80963" y="19050"/>
                </a:lnTo>
                <a:lnTo>
                  <a:pt x="71438" y="19050"/>
                </a:lnTo>
                <a:lnTo>
                  <a:pt x="61913" y="19050"/>
                </a:lnTo>
                <a:lnTo>
                  <a:pt x="52388" y="19050"/>
                </a:lnTo>
                <a:lnTo>
                  <a:pt x="42863" y="19050"/>
                </a:lnTo>
                <a:lnTo>
                  <a:pt x="33338" y="19050"/>
                </a:lnTo>
                <a:lnTo>
                  <a:pt x="23813" y="19050"/>
                </a:lnTo>
                <a:close/>
              </a:path>
            </a:pathLst>
          </a:custGeom>
          <a:solidFill xmlns:a="http://schemas.openxmlformats.org/drawingml/2006/main">
            <a:srgbClr val="BCBEC0"/>
          </a:solidFill>
          <a:ln xmlns:a="http://schemas.openxmlformats.org/drawingml/2006/main" w="0">
            <a:noFill/>
            <a:prstDash val="solid"/>
          </a:ln>
        </p:spPr>
      </p:sp>
      <p:sp>
        <p:nvSpPr>
          <p:cNvPr id="996" name="layout-candidate-gray-95-1">
            <a:extLst xmlns:a="http://schemas.openxmlformats.org/drawingml/2006/main">
              <a:ext uri="{FF2B5EF4-FFF2-40B4-BE49-F238E27FC236}">
                <a16:creationId xmlns:a16="http://schemas.microsoft.com/office/drawing/2014/main" id="{C9684B35-0E46-4D42-9E36-2864B7B0D12E}"/>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BCBEC0"/>
          </a:solidFill>
          <a:ln xmlns:a="http://schemas.openxmlformats.org/drawingml/2006/main" w="0">
            <a:noFill/>
            <a:prstDash val="solid"/>
          </a:ln>
        </p:spPr>
      </p:sp>
      <p:sp>
        <p:nvSpPr>
          <p:cNvPr id="997" name="layout-candidate-gray-95-2">
            <a:extLst xmlns:a="http://schemas.openxmlformats.org/drawingml/2006/main">
              <a:ext uri="{FF2B5EF4-FFF2-40B4-BE49-F238E27FC236}">
                <a16:creationId xmlns:a16="http://schemas.microsoft.com/office/drawing/2014/main" id="{73223BB5-1962-4BA6-982A-A04D5FDF6203}"/>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CBEC0"/>
          </a:solidFill>
          <a:ln xmlns:a="http://schemas.openxmlformats.org/drawingml/2006/main" w="0">
            <a:noFill/>
            <a:prstDash val="solid"/>
          </a:ln>
        </p:spPr>
      </p:sp>
      <p:sp>
        <p:nvSpPr>
          <p:cNvPr id="998" name="layout-candidate-gray-95-3">
            <a:extLst xmlns:a="http://schemas.openxmlformats.org/drawingml/2006/main">
              <a:ext uri="{FF2B5EF4-FFF2-40B4-BE49-F238E27FC236}">
                <a16:creationId xmlns:a16="http://schemas.microsoft.com/office/drawing/2014/main" id="{2BD0DF46-4815-4AE6-B515-374BD5D6E7FF}"/>
              </a:ext>
            </a:extLst>
          </p:cNvPr>
          <p:cNvSpPr>
            <a:spLocks xmlns:a="http://schemas.openxmlformats.org/drawingml/2006/main" noGrp="1"/>
          </p:cNvSpPr>
          <p:nvPr/>
        </p:nvSpPr>
        <p:spPr>
          <a:xfrm xmlns:a="http://schemas.openxmlformats.org/drawingml/2006/main" rot="0">
            <a:off x="136207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CBEC0"/>
          </a:solidFill>
          <a:ln xmlns:a="http://schemas.openxmlformats.org/drawingml/2006/main" w="0">
            <a:noFill/>
            <a:prstDash val="solid"/>
          </a:ln>
        </p:spPr>
      </p:sp>
      <p:sp>
        <p:nvSpPr>
          <p:cNvPr id="999" name="layout-candidate-gray-95-4">
            <a:extLst xmlns:a="http://schemas.openxmlformats.org/drawingml/2006/main">
              <a:ext uri="{FF2B5EF4-FFF2-40B4-BE49-F238E27FC236}">
                <a16:creationId xmlns:a16="http://schemas.microsoft.com/office/drawing/2014/main" id="{FD301268-77AB-44D5-97D8-0DBD2059F047}"/>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CBEC0"/>
          </a:solidFill>
          <a:ln xmlns:a="http://schemas.openxmlformats.org/drawingml/2006/main" w="0">
            <a:noFill/>
            <a:prstDash val="solid"/>
          </a:ln>
        </p:spPr>
      </p:sp>
      <p:sp>
        <p:nvSpPr>
          <p:cNvPr id="1000" name="layout-candidate-gray-95-5">
            <a:extLst xmlns:a="http://schemas.openxmlformats.org/drawingml/2006/main">
              <a:ext uri="{FF2B5EF4-FFF2-40B4-BE49-F238E27FC236}">
                <a16:creationId xmlns:a16="http://schemas.microsoft.com/office/drawing/2014/main" id="{99FE1772-4E1F-4CB4-8CAD-ABA6A5EC4400}"/>
              </a:ext>
            </a:extLst>
          </p:cNvPr>
          <p:cNvSpPr>
            <a:spLocks xmlns:a="http://schemas.openxmlformats.org/drawingml/2006/main" noGrp="1"/>
          </p:cNvSpPr>
          <p:nvPr/>
        </p:nvSpPr>
        <p:spPr>
          <a:xfrm xmlns:a="http://schemas.openxmlformats.org/drawingml/2006/main" rot="0">
            <a:off x="141922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CBEC0"/>
          </a:solidFill>
          <a:ln xmlns:a="http://schemas.openxmlformats.org/drawingml/2006/main" w="0">
            <a:noFill/>
            <a:prstDash val="solid"/>
          </a:ln>
        </p:spPr>
      </p:sp>
      <p:sp>
        <p:nvSpPr>
          <p:cNvPr id="1001" name="layout-candidate-gray-95-6">
            <a:extLst xmlns:a="http://schemas.openxmlformats.org/drawingml/2006/main">
              <a:ext uri="{FF2B5EF4-FFF2-40B4-BE49-F238E27FC236}">
                <a16:creationId xmlns:a16="http://schemas.microsoft.com/office/drawing/2014/main" id="{6AAEFC36-D76F-4858-B2BB-81253585087B}"/>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BCBEC0"/>
          </a:solidFill>
          <a:ln xmlns:a="http://schemas.openxmlformats.org/drawingml/2006/main" w="0">
            <a:noFill/>
            <a:prstDash val="solid"/>
          </a:ln>
        </p:spPr>
      </p:sp>
      <p:sp>
        <p:nvSpPr>
          <p:cNvPr id="1002" name="layout-candidate-gray-97-0">
            <a:extLst xmlns:a="http://schemas.openxmlformats.org/drawingml/2006/main">
              <a:ext uri="{FF2B5EF4-FFF2-40B4-BE49-F238E27FC236}">
                <a16:creationId xmlns:a16="http://schemas.microsoft.com/office/drawing/2014/main" id="{2B9D3F53-9039-4EF3-8A82-BE4B6DE80B38}"/>
              </a:ext>
            </a:extLst>
          </p:cNvPr>
          <p:cNvSpPr>
            <a:spLocks xmlns:a="http://schemas.openxmlformats.org/drawingml/2006/main" noGrp="1"/>
          </p:cNvSpPr>
          <p:nvPr/>
        </p:nvSpPr>
        <p:spPr>
          <a:xfrm xmlns:a="http://schemas.openxmlformats.org/drawingml/2006/main" rot="0">
            <a:off x="1133475" y="5000625"/>
            <a:ext cx="485775" cy="400050"/>
          </a:xfrm>
          <a:custGeom xmlns:a="http://schemas.openxmlformats.org/drawingml/2006/main">
            <a:pathLst>
              <a:path w="485775" h="4000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85775" y="4763"/>
                </a:lnTo>
                <a:lnTo>
                  <a:pt x="485775" y="14288"/>
                </a:lnTo>
                <a:lnTo>
                  <a:pt x="485775" y="23813"/>
                </a:lnTo>
                <a:lnTo>
                  <a:pt x="485775" y="33338"/>
                </a:lnTo>
                <a:lnTo>
                  <a:pt x="485775" y="42863"/>
                </a:lnTo>
                <a:lnTo>
                  <a:pt x="485775" y="52388"/>
                </a:lnTo>
                <a:lnTo>
                  <a:pt x="485775" y="61913"/>
                </a:lnTo>
                <a:lnTo>
                  <a:pt x="485775" y="71438"/>
                </a:lnTo>
                <a:lnTo>
                  <a:pt x="485775" y="80963"/>
                </a:lnTo>
                <a:lnTo>
                  <a:pt x="485775" y="90488"/>
                </a:lnTo>
                <a:lnTo>
                  <a:pt x="485775" y="100013"/>
                </a:lnTo>
                <a:lnTo>
                  <a:pt x="485775" y="109538"/>
                </a:lnTo>
                <a:lnTo>
                  <a:pt x="485775" y="119063"/>
                </a:lnTo>
                <a:lnTo>
                  <a:pt x="485775" y="128588"/>
                </a:lnTo>
                <a:lnTo>
                  <a:pt x="485775" y="138113"/>
                </a:lnTo>
                <a:lnTo>
                  <a:pt x="485775" y="147638"/>
                </a:lnTo>
                <a:lnTo>
                  <a:pt x="485775" y="157163"/>
                </a:lnTo>
                <a:lnTo>
                  <a:pt x="485775" y="166688"/>
                </a:lnTo>
                <a:lnTo>
                  <a:pt x="485775" y="176213"/>
                </a:lnTo>
                <a:lnTo>
                  <a:pt x="485775" y="185738"/>
                </a:lnTo>
                <a:lnTo>
                  <a:pt x="485775" y="195263"/>
                </a:lnTo>
                <a:lnTo>
                  <a:pt x="485775" y="204788"/>
                </a:lnTo>
                <a:lnTo>
                  <a:pt x="485775" y="214313"/>
                </a:lnTo>
                <a:lnTo>
                  <a:pt x="485775" y="223838"/>
                </a:lnTo>
                <a:lnTo>
                  <a:pt x="485775" y="233363"/>
                </a:lnTo>
                <a:lnTo>
                  <a:pt x="485775" y="242888"/>
                </a:lnTo>
                <a:lnTo>
                  <a:pt x="485775" y="252413"/>
                </a:lnTo>
                <a:lnTo>
                  <a:pt x="485775" y="261938"/>
                </a:lnTo>
                <a:lnTo>
                  <a:pt x="485775" y="271463"/>
                </a:lnTo>
                <a:lnTo>
                  <a:pt x="485775" y="280988"/>
                </a:lnTo>
                <a:lnTo>
                  <a:pt x="485775" y="290513"/>
                </a:lnTo>
                <a:lnTo>
                  <a:pt x="485775" y="300038"/>
                </a:lnTo>
                <a:lnTo>
                  <a:pt x="485775" y="309563"/>
                </a:lnTo>
                <a:lnTo>
                  <a:pt x="485775" y="319088"/>
                </a:lnTo>
                <a:lnTo>
                  <a:pt x="485775" y="328613"/>
                </a:lnTo>
                <a:lnTo>
                  <a:pt x="485775" y="338138"/>
                </a:lnTo>
                <a:lnTo>
                  <a:pt x="485775" y="347663"/>
                </a:lnTo>
                <a:lnTo>
                  <a:pt x="485775" y="357188"/>
                </a:lnTo>
                <a:lnTo>
                  <a:pt x="485775" y="366713"/>
                </a:lnTo>
                <a:lnTo>
                  <a:pt x="485775" y="376238"/>
                </a:lnTo>
                <a:lnTo>
                  <a:pt x="485775" y="385763"/>
                </a:lnTo>
                <a:lnTo>
                  <a:pt x="481013" y="390525"/>
                </a:lnTo>
                <a:lnTo>
                  <a:pt x="476250" y="395288"/>
                </a:lnTo>
                <a:lnTo>
                  <a:pt x="471488" y="400050"/>
                </a:lnTo>
                <a:lnTo>
                  <a:pt x="461963" y="400050"/>
                </a:lnTo>
                <a:lnTo>
                  <a:pt x="452438" y="400050"/>
                </a:lnTo>
                <a:lnTo>
                  <a:pt x="442913" y="400050"/>
                </a:lnTo>
                <a:lnTo>
                  <a:pt x="433388" y="400050"/>
                </a:lnTo>
                <a:lnTo>
                  <a:pt x="423863" y="400050"/>
                </a:lnTo>
                <a:lnTo>
                  <a:pt x="414338" y="400050"/>
                </a:lnTo>
                <a:lnTo>
                  <a:pt x="404813" y="400050"/>
                </a:lnTo>
                <a:lnTo>
                  <a:pt x="395288" y="400050"/>
                </a:lnTo>
                <a:lnTo>
                  <a:pt x="385763" y="400050"/>
                </a:lnTo>
                <a:lnTo>
                  <a:pt x="376238" y="400050"/>
                </a:lnTo>
                <a:lnTo>
                  <a:pt x="366713" y="400050"/>
                </a:lnTo>
                <a:lnTo>
                  <a:pt x="357188" y="400050"/>
                </a:lnTo>
                <a:lnTo>
                  <a:pt x="347663" y="400050"/>
                </a:lnTo>
                <a:lnTo>
                  <a:pt x="338138" y="400050"/>
                </a:lnTo>
                <a:lnTo>
                  <a:pt x="328613" y="400050"/>
                </a:lnTo>
                <a:lnTo>
                  <a:pt x="319088" y="400050"/>
                </a:lnTo>
                <a:lnTo>
                  <a:pt x="309563" y="400050"/>
                </a:lnTo>
                <a:lnTo>
                  <a:pt x="300038" y="400050"/>
                </a:lnTo>
                <a:lnTo>
                  <a:pt x="290513" y="400050"/>
                </a:lnTo>
                <a:lnTo>
                  <a:pt x="285750" y="395288"/>
                </a:lnTo>
                <a:lnTo>
                  <a:pt x="280988" y="390525"/>
                </a:lnTo>
                <a:lnTo>
                  <a:pt x="276225" y="385763"/>
                </a:lnTo>
                <a:lnTo>
                  <a:pt x="276225" y="376238"/>
                </a:lnTo>
                <a:lnTo>
                  <a:pt x="276225" y="366713"/>
                </a:lnTo>
                <a:lnTo>
                  <a:pt x="276225" y="357188"/>
                </a:lnTo>
                <a:lnTo>
                  <a:pt x="276225" y="347663"/>
                </a:lnTo>
                <a:lnTo>
                  <a:pt x="276225" y="338138"/>
                </a:lnTo>
                <a:lnTo>
                  <a:pt x="276225" y="328613"/>
                </a:lnTo>
                <a:lnTo>
                  <a:pt x="276225" y="319088"/>
                </a:lnTo>
                <a:lnTo>
                  <a:pt x="276225" y="309563"/>
                </a:lnTo>
                <a:lnTo>
                  <a:pt x="276225" y="300038"/>
                </a:lnTo>
                <a:lnTo>
                  <a:pt x="276225" y="290513"/>
                </a:lnTo>
                <a:lnTo>
                  <a:pt x="276225" y="280988"/>
                </a:lnTo>
                <a:lnTo>
                  <a:pt x="276225" y="271463"/>
                </a:lnTo>
                <a:lnTo>
                  <a:pt x="276225" y="261938"/>
                </a:lnTo>
                <a:lnTo>
                  <a:pt x="276225" y="252413"/>
                </a:lnTo>
                <a:lnTo>
                  <a:pt x="276225" y="242888"/>
                </a:lnTo>
                <a:lnTo>
                  <a:pt x="276225" y="233363"/>
                </a:lnTo>
                <a:lnTo>
                  <a:pt x="276225" y="223838"/>
                </a:lnTo>
                <a:lnTo>
                  <a:pt x="276225" y="214313"/>
                </a:lnTo>
                <a:lnTo>
                  <a:pt x="271463" y="209550"/>
                </a:lnTo>
                <a:lnTo>
                  <a:pt x="261938" y="209550"/>
                </a:lnTo>
                <a:lnTo>
                  <a:pt x="252413" y="209550"/>
                </a:lnTo>
                <a:lnTo>
                  <a:pt x="242888" y="209550"/>
                </a:lnTo>
                <a:lnTo>
                  <a:pt x="233363" y="209550"/>
                </a:lnTo>
                <a:lnTo>
                  <a:pt x="223838" y="209550"/>
                </a:lnTo>
                <a:lnTo>
                  <a:pt x="214313" y="209550"/>
                </a:lnTo>
                <a:lnTo>
                  <a:pt x="204788" y="209550"/>
                </a:lnTo>
                <a:lnTo>
                  <a:pt x="195263" y="209550"/>
                </a:lnTo>
                <a:lnTo>
                  <a:pt x="185738" y="209550"/>
                </a:lnTo>
                <a:lnTo>
                  <a:pt x="176213" y="209550"/>
                </a:lnTo>
                <a:lnTo>
                  <a:pt x="166688" y="209550"/>
                </a:lnTo>
                <a:lnTo>
                  <a:pt x="157163" y="209550"/>
                </a:lnTo>
                <a:lnTo>
                  <a:pt x="147638" y="209550"/>
                </a:lnTo>
                <a:lnTo>
                  <a:pt x="138113" y="209550"/>
                </a:lnTo>
                <a:lnTo>
                  <a:pt x="128588" y="209550"/>
                </a:lnTo>
                <a:lnTo>
                  <a:pt x="119063" y="209550"/>
                </a:lnTo>
                <a:lnTo>
                  <a:pt x="109538" y="209550"/>
                </a:lnTo>
                <a:lnTo>
                  <a:pt x="100013" y="209550"/>
                </a:lnTo>
                <a:lnTo>
                  <a:pt x="90488" y="209550"/>
                </a:lnTo>
                <a:lnTo>
                  <a:pt x="80963" y="209550"/>
                </a:lnTo>
                <a:lnTo>
                  <a:pt x="71438" y="209550"/>
                </a:lnTo>
                <a:lnTo>
                  <a:pt x="61913" y="209550"/>
                </a:lnTo>
                <a:lnTo>
                  <a:pt x="52388" y="209550"/>
                </a:lnTo>
                <a:lnTo>
                  <a:pt x="42863" y="209550"/>
                </a:lnTo>
                <a:lnTo>
                  <a:pt x="33338" y="209550"/>
                </a:lnTo>
                <a:lnTo>
                  <a:pt x="23813" y="209550"/>
                </a:lnTo>
                <a:lnTo>
                  <a:pt x="14288" y="209550"/>
                </a:lnTo>
                <a:lnTo>
                  <a:pt x="9525" y="204788"/>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23813" y="19050"/>
                </a:moveTo>
                <a:lnTo>
                  <a:pt x="19050" y="23813"/>
                </a:lnTo>
                <a:lnTo>
                  <a:pt x="19050" y="33338"/>
                </a:lnTo>
                <a:lnTo>
                  <a:pt x="19050" y="42863"/>
                </a:lnTo>
                <a:lnTo>
                  <a:pt x="19050" y="52388"/>
                </a:lnTo>
                <a:lnTo>
                  <a:pt x="19050" y="61913"/>
                </a:lnTo>
                <a:lnTo>
                  <a:pt x="19050" y="71438"/>
                </a:lnTo>
                <a:lnTo>
                  <a:pt x="19050" y="80963"/>
                </a:lnTo>
                <a:lnTo>
                  <a:pt x="19050" y="90488"/>
                </a:lnTo>
                <a:lnTo>
                  <a:pt x="19050" y="100013"/>
                </a:lnTo>
                <a:lnTo>
                  <a:pt x="19050" y="109538"/>
                </a:lnTo>
                <a:lnTo>
                  <a:pt x="19050" y="119063"/>
                </a:lnTo>
                <a:lnTo>
                  <a:pt x="19050" y="128588"/>
                </a:lnTo>
                <a:lnTo>
                  <a:pt x="19050" y="138113"/>
                </a:lnTo>
                <a:lnTo>
                  <a:pt x="23813" y="142875"/>
                </a:lnTo>
                <a:lnTo>
                  <a:pt x="33338" y="142875"/>
                </a:lnTo>
                <a:lnTo>
                  <a:pt x="42863" y="142875"/>
                </a:lnTo>
                <a:lnTo>
                  <a:pt x="52388" y="142875"/>
                </a:lnTo>
                <a:lnTo>
                  <a:pt x="61913" y="142875"/>
                </a:lnTo>
                <a:lnTo>
                  <a:pt x="71438" y="142875"/>
                </a:lnTo>
                <a:lnTo>
                  <a:pt x="80963" y="142875"/>
                </a:lnTo>
                <a:lnTo>
                  <a:pt x="90488" y="142875"/>
                </a:lnTo>
                <a:lnTo>
                  <a:pt x="100013" y="142875"/>
                </a:lnTo>
                <a:lnTo>
                  <a:pt x="109538" y="142875"/>
                </a:lnTo>
                <a:lnTo>
                  <a:pt x="119063" y="142875"/>
                </a:lnTo>
                <a:lnTo>
                  <a:pt x="128588" y="142875"/>
                </a:lnTo>
                <a:lnTo>
                  <a:pt x="138113" y="142875"/>
                </a:lnTo>
                <a:lnTo>
                  <a:pt x="147638" y="142875"/>
                </a:lnTo>
                <a:lnTo>
                  <a:pt x="157163" y="142875"/>
                </a:lnTo>
                <a:lnTo>
                  <a:pt x="166688" y="142875"/>
                </a:lnTo>
                <a:lnTo>
                  <a:pt x="176213" y="142875"/>
                </a:lnTo>
                <a:lnTo>
                  <a:pt x="185738" y="142875"/>
                </a:lnTo>
                <a:lnTo>
                  <a:pt x="195263" y="142875"/>
                </a:lnTo>
                <a:lnTo>
                  <a:pt x="204788" y="142875"/>
                </a:lnTo>
                <a:lnTo>
                  <a:pt x="214313" y="142875"/>
                </a:lnTo>
                <a:lnTo>
                  <a:pt x="223838" y="142875"/>
                </a:lnTo>
                <a:lnTo>
                  <a:pt x="233363" y="142875"/>
                </a:lnTo>
                <a:lnTo>
                  <a:pt x="242888" y="142875"/>
                </a:lnTo>
                <a:lnTo>
                  <a:pt x="252413" y="142875"/>
                </a:lnTo>
                <a:lnTo>
                  <a:pt x="261938" y="142875"/>
                </a:lnTo>
                <a:lnTo>
                  <a:pt x="271463" y="142875"/>
                </a:lnTo>
                <a:lnTo>
                  <a:pt x="280988" y="142875"/>
                </a:lnTo>
                <a:lnTo>
                  <a:pt x="290513" y="142875"/>
                </a:lnTo>
                <a:lnTo>
                  <a:pt x="300038" y="142875"/>
                </a:lnTo>
                <a:lnTo>
                  <a:pt x="309563" y="142875"/>
                </a:lnTo>
                <a:lnTo>
                  <a:pt x="319088" y="142875"/>
                </a:lnTo>
                <a:lnTo>
                  <a:pt x="328613" y="142875"/>
                </a:lnTo>
                <a:lnTo>
                  <a:pt x="338138" y="142875"/>
                </a:lnTo>
                <a:lnTo>
                  <a:pt x="347663" y="142875"/>
                </a:lnTo>
                <a:lnTo>
                  <a:pt x="357188" y="142875"/>
                </a:lnTo>
                <a:lnTo>
                  <a:pt x="366713" y="142875"/>
                </a:lnTo>
                <a:lnTo>
                  <a:pt x="376238" y="142875"/>
                </a:lnTo>
                <a:lnTo>
                  <a:pt x="385763" y="142875"/>
                </a:lnTo>
                <a:lnTo>
                  <a:pt x="395288" y="142875"/>
                </a:lnTo>
                <a:lnTo>
                  <a:pt x="404813" y="142875"/>
                </a:lnTo>
                <a:lnTo>
                  <a:pt x="414338" y="142875"/>
                </a:lnTo>
                <a:lnTo>
                  <a:pt x="423863" y="142875"/>
                </a:lnTo>
                <a:lnTo>
                  <a:pt x="433388" y="142875"/>
                </a:lnTo>
                <a:lnTo>
                  <a:pt x="442913" y="142875"/>
                </a:lnTo>
                <a:lnTo>
                  <a:pt x="452438" y="142875"/>
                </a:lnTo>
                <a:lnTo>
                  <a:pt x="461963" y="142875"/>
                </a:lnTo>
                <a:lnTo>
                  <a:pt x="466725" y="138113"/>
                </a:lnTo>
                <a:lnTo>
                  <a:pt x="466725" y="128588"/>
                </a:lnTo>
                <a:lnTo>
                  <a:pt x="466725" y="119063"/>
                </a:lnTo>
                <a:lnTo>
                  <a:pt x="466725" y="109538"/>
                </a:lnTo>
                <a:lnTo>
                  <a:pt x="466725" y="100013"/>
                </a:lnTo>
                <a:lnTo>
                  <a:pt x="466725" y="90488"/>
                </a:lnTo>
                <a:lnTo>
                  <a:pt x="466725" y="80963"/>
                </a:lnTo>
                <a:lnTo>
                  <a:pt x="466725" y="71438"/>
                </a:lnTo>
                <a:lnTo>
                  <a:pt x="466725" y="61913"/>
                </a:lnTo>
                <a:lnTo>
                  <a:pt x="466725" y="52388"/>
                </a:lnTo>
                <a:lnTo>
                  <a:pt x="466725" y="42863"/>
                </a:lnTo>
                <a:lnTo>
                  <a:pt x="466725" y="33338"/>
                </a:lnTo>
                <a:lnTo>
                  <a:pt x="466725" y="23813"/>
                </a:lnTo>
                <a:lnTo>
                  <a:pt x="461963" y="19050"/>
                </a:lnTo>
                <a:lnTo>
                  <a:pt x="452438" y="19050"/>
                </a:lnTo>
                <a:lnTo>
                  <a:pt x="442913" y="19050"/>
                </a:lnTo>
                <a:lnTo>
                  <a:pt x="433388" y="19050"/>
                </a:lnTo>
                <a:lnTo>
                  <a:pt x="423863" y="19050"/>
                </a:lnTo>
                <a:lnTo>
                  <a:pt x="414338" y="19050"/>
                </a:lnTo>
                <a:lnTo>
                  <a:pt x="404813" y="19050"/>
                </a:lnTo>
                <a:lnTo>
                  <a:pt x="395288" y="19050"/>
                </a:lnTo>
                <a:lnTo>
                  <a:pt x="385763" y="19050"/>
                </a:lnTo>
                <a:lnTo>
                  <a:pt x="376238" y="19050"/>
                </a:lnTo>
                <a:lnTo>
                  <a:pt x="366713" y="19050"/>
                </a:lnTo>
                <a:lnTo>
                  <a:pt x="357188" y="19050"/>
                </a:lnTo>
                <a:lnTo>
                  <a:pt x="347663" y="19050"/>
                </a:lnTo>
                <a:lnTo>
                  <a:pt x="338138" y="19050"/>
                </a:lnTo>
                <a:lnTo>
                  <a:pt x="328613" y="19050"/>
                </a:lnTo>
                <a:lnTo>
                  <a:pt x="319088" y="19050"/>
                </a:lnTo>
                <a:lnTo>
                  <a:pt x="309563" y="19050"/>
                </a:lnTo>
                <a:lnTo>
                  <a:pt x="300038" y="19050"/>
                </a:lnTo>
                <a:lnTo>
                  <a:pt x="290513" y="19050"/>
                </a:lnTo>
                <a:lnTo>
                  <a:pt x="280988" y="19050"/>
                </a:lnTo>
                <a:lnTo>
                  <a:pt x="271463" y="19050"/>
                </a:lnTo>
                <a:lnTo>
                  <a:pt x="261938" y="19050"/>
                </a:lnTo>
                <a:lnTo>
                  <a:pt x="252413" y="19050"/>
                </a:lnTo>
                <a:lnTo>
                  <a:pt x="242888" y="19050"/>
                </a:lnTo>
                <a:lnTo>
                  <a:pt x="233363" y="19050"/>
                </a:lnTo>
                <a:lnTo>
                  <a:pt x="223838" y="19050"/>
                </a:lnTo>
                <a:lnTo>
                  <a:pt x="214313" y="19050"/>
                </a:lnTo>
                <a:lnTo>
                  <a:pt x="204788" y="19050"/>
                </a:lnTo>
                <a:lnTo>
                  <a:pt x="195263" y="19050"/>
                </a:lnTo>
                <a:lnTo>
                  <a:pt x="185738" y="19050"/>
                </a:lnTo>
                <a:lnTo>
                  <a:pt x="176213" y="19050"/>
                </a:lnTo>
                <a:lnTo>
                  <a:pt x="166688" y="19050"/>
                </a:lnTo>
                <a:lnTo>
                  <a:pt x="157163" y="19050"/>
                </a:lnTo>
                <a:lnTo>
                  <a:pt x="147638" y="19050"/>
                </a:lnTo>
                <a:lnTo>
                  <a:pt x="138113" y="19050"/>
                </a:lnTo>
                <a:lnTo>
                  <a:pt x="128588" y="19050"/>
                </a:lnTo>
                <a:lnTo>
                  <a:pt x="119063" y="19050"/>
                </a:lnTo>
                <a:lnTo>
                  <a:pt x="109538" y="19050"/>
                </a:lnTo>
                <a:lnTo>
                  <a:pt x="100013" y="19050"/>
                </a:lnTo>
                <a:lnTo>
                  <a:pt x="90488" y="19050"/>
                </a:lnTo>
                <a:lnTo>
                  <a:pt x="80963" y="19050"/>
                </a:lnTo>
                <a:lnTo>
                  <a:pt x="71438" y="19050"/>
                </a:lnTo>
                <a:lnTo>
                  <a:pt x="61913" y="19050"/>
                </a:lnTo>
                <a:lnTo>
                  <a:pt x="52388" y="19050"/>
                </a:lnTo>
                <a:lnTo>
                  <a:pt x="42863" y="19050"/>
                </a:lnTo>
                <a:lnTo>
                  <a:pt x="33338" y="19050"/>
                </a:lnTo>
                <a:lnTo>
                  <a:pt x="23813" y="19050"/>
                </a:lnTo>
                <a:close/>
              </a:path>
            </a:pathLst>
          </a:custGeom>
          <a:solidFill xmlns:a="http://schemas.openxmlformats.org/drawingml/2006/main">
            <a:srgbClr val="C0C2C4"/>
          </a:solidFill>
          <a:ln xmlns:a="http://schemas.openxmlformats.org/drawingml/2006/main" w="0">
            <a:noFill/>
            <a:prstDash val="solid"/>
          </a:ln>
        </p:spPr>
      </p:sp>
      <p:sp>
        <p:nvSpPr>
          <p:cNvPr id="1003" name="layout-candidate-gray-97-1">
            <a:extLst xmlns:a="http://schemas.openxmlformats.org/drawingml/2006/main">
              <a:ext uri="{FF2B5EF4-FFF2-40B4-BE49-F238E27FC236}">
                <a16:creationId xmlns:a16="http://schemas.microsoft.com/office/drawing/2014/main" id="{5DB25721-2054-48B5-88CF-D2BAA222EF76}"/>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C0C2C4"/>
          </a:solidFill>
          <a:ln xmlns:a="http://schemas.openxmlformats.org/drawingml/2006/main" w="0">
            <a:noFill/>
            <a:prstDash val="solid"/>
          </a:ln>
        </p:spPr>
      </p:sp>
      <p:sp>
        <p:nvSpPr>
          <p:cNvPr id="1004" name="layout-candidate-gray-97-2">
            <a:extLst xmlns:a="http://schemas.openxmlformats.org/drawingml/2006/main">
              <a:ext uri="{FF2B5EF4-FFF2-40B4-BE49-F238E27FC236}">
                <a16:creationId xmlns:a16="http://schemas.microsoft.com/office/drawing/2014/main" id="{5F44BAEC-3C6B-4041-8535-9B3761391D39}"/>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0C2C4"/>
          </a:solidFill>
          <a:ln xmlns:a="http://schemas.openxmlformats.org/drawingml/2006/main" w="0">
            <a:noFill/>
            <a:prstDash val="solid"/>
          </a:ln>
        </p:spPr>
      </p:sp>
      <p:sp>
        <p:nvSpPr>
          <p:cNvPr id="1005" name="layout-candidate-gray-97-3">
            <a:extLst xmlns:a="http://schemas.openxmlformats.org/drawingml/2006/main">
              <a:ext uri="{FF2B5EF4-FFF2-40B4-BE49-F238E27FC236}">
                <a16:creationId xmlns:a16="http://schemas.microsoft.com/office/drawing/2014/main" id="{F56B5393-3A3E-48ED-9FF6-C2AD732FD629}"/>
              </a:ext>
            </a:extLst>
          </p:cNvPr>
          <p:cNvSpPr>
            <a:spLocks xmlns:a="http://schemas.openxmlformats.org/drawingml/2006/main" noGrp="1"/>
          </p:cNvSpPr>
          <p:nvPr/>
        </p:nvSpPr>
        <p:spPr>
          <a:xfrm xmlns:a="http://schemas.openxmlformats.org/drawingml/2006/main" rot="0">
            <a:off x="136207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0C2C4"/>
          </a:solidFill>
          <a:ln xmlns:a="http://schemas.openxmlformats.org/drawingml/2006/main" w="0">
            <a:noFill/>
            <a:prstDash val="solid"/>
          </a:ln>
        </p:spPr>
      </p:sp>
      <p:sp>
        <p:nvSpPr>
          <p:cNvPr id="1006" name="layout-candidate-gray-97-4">
            <a:extLst xmlns:a="http://schemas.openxmlformats.org/drawingml/2006/main">
              <a:ext uri="{FF2B5EF4-FFF2-40B4-BE49-F238E27FC236}">
                <a16:creationId xmlns:a16="http://schemas.microsoft.com/office/drawing/2014/main" id="{933FE3DB-23E4-403E-A309-D1D190761840}"/>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0C2C4"/>
          </a:solidFill>
          <a:ln xmlns:a="http://schemas.openxmlformats.org/drawingml/2006/main" w="0">
            <a:noFill/>
            <a:prstDash val="solid"/>
          </a:ln>
        </p:spPr>
      </p:sp>
      <p:sp>
        <p:nvSpPr>
          <p:cNvPr id="1007" name="layout-candidate-gray-97-5">
            <a:extLst xmlns:a="http://schemas.openxmlformats.org/drawingml/2006/main">
              <a:ext uri="{FF2B5EF4-FFF2-40B4-BE49-F238E27FC236}">
                <a16:creationId xmlns:a16="http://schemas.microsoft.com/office/drawing/2014/main" id="{DEC2D9C1-BAFE-49B4-8427-D5718DD9ABD9}"/>
              </a:ext>
            </a:extLst>
          </p:cNvPr>
          <p:cNvSpPr>
            <a:spLocks xmlns:a="http://schemas.openxmlformats.org/drawingml/2006/main" noGrp="1"/>
          </p:cNvSpPr>
          <p:nvPr/>
        </p:nvSpPr>
        <p:spPr>
          <a:xfrm xmlns:a="http://schemas.openxmlformats.org/drawingml/2006/main" rot="0">
            <a:off x="141922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0C2C4"/>
          </a:solidFill>
          <a:ln xmlns:a="http://schemas.openxmlformats.org/drawingml/2006/main" w="0">
            <a:noFill/>
            <a:prstDash val="solid"/>
          </a:ln>
        </p:spPr>
      </p:sp>
      <p:sp>
        <p:nvSpPr>
          <p:cNvPr id="1008" name="layout-candidate-gray-97-6">
            <a:extLst xmlns:a="http://schemas.openxmlformats.org/drawingml/2006/main">
              <a:ext uri="{FF2B5EF4-FFF2-40B4-BE49-F238E27FC236}">
                <a16:creationId xmlns:a16="http://schemas.microsoft.com/office/drawing/2014/main" id="{A9290693-28AD-4ACF-AB78-A233CA432CBA}"/>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0C2C4"/>
          </a:solidFill>
          <a:ln xmlns:a="http://schemas.openxmlformats.org/drawingml/2006/main" w="0">
            <a:noFill/>
            <a:prstDash val="solid"/>
          </a:ln>
        </p:spPr>
      </p:sp>
      <p:sp>
        <p:nvSpPr>
          <p:cNvPr id="1009" name="layout-candidate-gray-98-0">
            <a:extLst xmlns:a="http://schemas.openxmlformats.org/drawingml/2006/main">
              <a:ext uri="{FF2B5EF4-FFF2-40B4-BE49-F238E27FC236}">
                <a16:creationId xmlns:a16="http://schemas.microsoft.com/office/drawing/2014/main" id="{3543CD15-C837-40C4-BA05-7E316B39E774}"/>
              </a:ext>
            </a:extLst>
          </p:cNvPr>
          <p:cNvSpPr>
            <a:spLocks xmlns:a="http://schemas.openxmlformats.org/drawingml/2006/main" noGrp="1"/>
          </p:cNvSpPr>
          <p:nvPr/>
        </p:nvSpPr>
        <p:spPr>
          <a:xfrm xmlns:a="http://schemas.openxmlformats.org/drawingml/2006/main" rot="0">
            <a:off x="1133475" y="5000625"/>
            <a:ext cx="485775" cy="400050"/>
          </a:xfrm>
          <a:custGeom xmlns:a="http://schemas.openxmlformats.org/drawingml/2006/main">
            <a:pathLst>
              <a:path w="485775" h="4000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85775" y="4763"/>
                </a:lnTo>
                <a:lnTo>
                  <a:pt x="485775" y="14288"/>
                </a:lnTo>
                <a:lnTo>
                  <a:pt x="485775" y="23813"/>
                </a:lnTo>
                <a:lnTo>
                  <a:pt x="485775" y="33338"/>
                </a:lnTo>
                <a:lnTo>
                  <a:pt x="485775" y="42863"/>
                </a:lnTo>
                <a:lnTo>
                  <a:pt x="485775" y="52388"/>
                </a:lnTo>
                <a:lnTo>
                  <a:pt x="485775" y="61913"/>
                </a:lnTo>
                <a:lnTo>
                  <a:pt x="485775" y="71438"/>
                </a:lnTo>
                <a:lnTo>
                  <a:pt x="485775" y="80963"/>
                </a:lnTo>
                <a:lnTo>
                  <a:pt x="485775" y="90488"/>
                </a:lnTo>
                <a:lnTo>
                  <a:pt x="485775" y="100013"/>
                </a:lnTo>
                <a:lnTo>
                  <a:pt x="485775" y="109538"/>
                </a:lnTo>
                <a:lnTo>
                  <a:pt x="485775" y="119063"/>
                </a:lnTo>
                <a:lnTo>
                  <a:pt x="485775" y="128588"/>
                </a:lnTo>
                <a:lnTo>
                  <a:pt x="485775" y="138113"/>
                </a:lnTo>
                <a:lnTo>
                  <a:pt x="485775" y="147638"/>
                </a:lnTo>
                <a:lnTo>
                  <a:pt x="485775" y="157163"/>
                </a:lnTo>
                <a:lnTo>
                  <a:pt x="485775" y="166688"/>
                </a:lnTo>
                <a:lnTo>
                  <a:pt x="485775" y="176213"/>
                </a:lnTo>
                <a:lnTo>
                  <a:pt x="485775" y="185738"/>
                </a:lnTo>
                <a:lnTo>
                  <a:pt x="485775" y="195263"/>
                </a:lnTo>
                <a:lnTo>
                  <a:pt x="485775" y="204788"/>
                </a:lnTo>
                <a:lnTo>
                  <a:pt x="485775" y="214313"/>
                </a:lnTo>
                <a:lnTo>
                  <a:pt x="485775" y="223838"/>
                </a:lnTo>
                <a:lnTo>
                  <a:pt x="485775" y="233363"/>
                </a:lnTo>
                <a:lnTo>
                  <a:pt x="485775" y="242888"/>
                </a:lnTo>
                <a:lnTo>
                  <a:pt x="485775" y="252413"/>
                </a:lnTo>
                <a:lnTo>
                  <a:pt x="485775" y="261938"/>
                </a:lnTo>
                <a:lnTo>
                  <a:pt x="485775" y="271463"/>
                </a:lnTo>
                <a:lnTo>
                  <a:pt x="485775" y="280988"/>
                </a:lnTo>
                <a:lnTo>
                  <a:pt x="485775" y="290513"/>
                </a:lnTo>
                <a:lnTo>
                  <a:pt x="485775" y="300038"/>
                </a:lnTo>
                <a:lnTo>
                  <a:pt x="485775" y="309563"/>
                </a:lnTo>
                <a:lnTo>
                  <a:pt x="485775" y="319088"/>
                </a:lnTo>
                <a:lnTo>
                  <a:pt x="485775" y="328613"/>
                </a:lnTo>
                <a:lnTo>
                  <a:pt x="485775" y="338138"/>
                </a:lnTo>
                <a:lnTo>
                  <a:pt x="485775" y="347663"/>
                </a:lnTo>
                <a:lnTo>
                  <a:pt x="485775" y="357188"/>
                </a:lnTo>
                <a:lnTo>
                  <a:pt x="485775" y="366713"/>
                </a:lnTo>
                <a:lnTo>
                  <a:pt x="485775" y="376238"/>
                </a:lnTo>
                <a:lnTo>
                  <a:pt x="485775" y="385763"/>
                </a:lnTo>
                <a:lnTo>
                  <a:pt x="481013" y="390525"/>
                </a:lnTo>
                <a:lnTo>
                  <a:pt x="476250" y="395288"/>
                </a:lnTo>
                <a:lnTo>
                  <a:pt x="471488" y="400050"/>
                </a:lnTo>
                <a:lnTo>
                  <a:pt x="461963" y="400050"/>
                </a:lnTo>
                <a:lnTo>
                  <a:pt x="452438" y="400050"/>
                </a:lnTo>
                <a:lnTo>
                  <a:pt x="442913" y="400050"/>
                </a:lnTo>
                <a:lnTo>
                  <a:pt x="433388" y="400050"/>
                </a:lnTo>
                <a:lnTo>
                  <a:pt x="423863" y="400050"/>
                </a:lnTo>
                <a:lnTo>
                  <a:pt x="414338" y="400050"/>
                </a:lnTo>
                <a:lnTo>
                  <a:pt x="404813" y="400050"/>
                </a:lnTo>
                <a:lnTo>
                  <a:pt x="395288" y="400050"/>
                </a:lnTo>
                <a:lnTo>
                  <a:pt x="385763" y="400050"/>
                </a:lnTo>
                <a:lnTo>
                  <a:pt x="376238" y="400050"/>
                </a:lnTo>
                <a:lnTo>
                  <a:pt x="366713" y="400050"/>
                </a:lnTo>
                <a:lnTo>
                  <a:pt x="357188" y="400050"/>
                </a:lnTo>
                <a:lnTo>
                  <a:pt x="347663" y="400050"/>
                </a:lnTo>
                <a:lnTo>
                  <a:pt x="338138" y="400050"/>
                </a:lnTo>
                <a:lnTo>
                  <a:pt x="328613" y="400050"/>
                </a:lnTo>
                <a:lnTo>
                  <a:pt x="319088" y="400050"/>
                </a:lnTo>
                <a:lnTo>
                  <a:pt x="309563" y="400050"/>
                </a:lnTo>
                <a:lnTo>
                  <a:pt x="300038" y="400050"/>
                </a:lnTo>
                <a:lnTo>
                  <a:pt x="290513" y="400050"/>
                </a:lnTo>
                <a:lnTo>
                  <a:pt x="285750" y="395288"/>
                </a:lnTo>
                <a:lnTo>
                  <a:pt x="280988" y="390525"/>
                </a:lnTo>
                <a:lnTo>
                  <a:pt x="276225" y="385763"/>
                </a:lnTo>
                <a:lnTo>
                  <a:pt x="276225" y="376238"/>
                </a:lnTo>
                <a:lnTo>
                  <a:pt x="276225" y="366713"/>
                </a:lnTo>
                <a:lnTo>
                  <a:pt x="276225" y="357188"/>
                </a:lnTo>
                <a:lnTo>
                  <a:pt x="276225" y="347663"/>
                </a:lnTo>
                <a:lnTo>
                  <a:pt x="276225" y="338138"/>
                </a:lnTo>
                <a:lnTo>
                  <a:pt x="276225" y="328613"/>
                </a:lnTo>
                <a:lnTo>
                  <a:pt x="276225" y="319088"/>
                </a:lnTo>
                <a:lnTo>
                  <a:pt x="276225" y="309563"/>
                </a:lnTo>
                <a:lnTo>
                  <a:pt x="276225" y="300038"/>
                </a:lnTo>
                <a:lnTo>
                  <a:pt x="276225" y="290513"/>
                </a:lnTo>
                <a:lnTo>
                  <a:pt x="276225" y="280988"/>
                </a:lnTo>
                <a:lnTo>
                  <a:pt x="276225" y="271463"/>
                </a:lnTo>
                <a:lnTo>
                  <a:pt x="276225" y="261938"/>
                </a:lnTo>
                <a:lnTo>
                  <a:pt x="276225" y="252413"/>
                </a:lnTo>
                <a:lnTo>
                  <a:pt x="276225" y="242888"/>
                </a:lnTo>
                <a:lnTo>
                  <a:pt x="276225" y="233363"/>
                </a:lnTo>
                <a:lnTo>
                  <a:pt x="276225" y="223838"/>
                </a:lnTo>
                <a:lnTo>
                  <a:pt x="276225" y="214313"/>
                </a:lnTo>
                <a:lnTo>
                  <a:pt x="271463" y="209550"/>
                </a:lnTo>
                <a:lnTo>
                  <a:pt x="261938" y="209550"/>
                </a:lnTo>
                <a:lnTo>
                  <a:pt x="252413" y="209550"/>
                </a:lnTo>
                <a:lnTo>
                  <a:pt x="242888" y="209550"/>
                </a:lnTo>
                <a:lnTo>
                  <a:pt x="233363" y="209550"/>
                </a:lnTo>
                <a:lnTo>
                  <a:pt x="223838" y="209550"/>
                </a:lnTo>
                <a:lnTo>
                  <a:pt x="214313" y="209550"/>
                </a:lnTo>
                <a:lnTo>
                  <a:pt x="204788" y="209550"/>
                </a:lnTo>
                <a:lnTo>
                  <a:pt x="195263" y="209550"/>
                </a:lnTo>
                <a:lnTo>
                  <a:pt x="185738" y="209550"/>
                </a:lnTo>
                <a:lnTo>
                  <a:pt x="176213" y="209550"/>
                </a:lnTo>
                <a:lnTo>
                  <a:pt x="166688" y="209550"/>
                </a:lnTo>
                <a:lnTo>
                  <a:pt x="157163" y="209550"/>
                </a:lnTo>
                <a:lnTo>
                  <a:pt x="147638" y="209550"/>
                </a:lnTo>
                <a:lnTo>
                  <a:pt x="138113" y="209550"/>
                </a:lnTo>
                <a:lnTo>
                  <a:pt x="128588" y="209550"/>
                </a:lnTo>
                <a:lnTo>
                  <a:pt x="119063" y="209550"/>
                </a:lnTo>
                <a:lnTo>
                  <a:pt x="109538" y="209550"/>
                </a:lnTo>
                <a:lnTo>
                  <a:pt x="100013" y="209550"/>
                </a:lnTo>
                <a:lnTo>
                  <a:pt x="90488" y="209550"/>
                </a:lnTo>
                <a:lnTo>
                  <a:pt x="80963" y="209550"/>
                </a:lnTo>
                <a:lnTo>
                  <a:pt x="71438" y="209550"/>
                </a:lnTo>
                <a:lnTo>
                  <a:pt x="61913" y="209550"/>
                </a:lnTo>
                <a:lnTo>
                  <a:pt x="52388" y="209550"/>
                </a:lnTo>
                <a:lnTo>
                  <a:pt x="42863" y="209550"/>
                </a:lnTo>
                <a:lnTo>
                  <a:pt x="33338" y="209550"/>
                </a:lnTo>
                <a:lnTo>
                  <a:pt x="23813" y="209550"/>
                </a:lnTo>
                <a:lnTo>
                  <a:pt x="14288" y="209550"/>
                </a:lnTo>
                <a:lnTo>
                  <a:pt x="9525" y="204788"/>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23813" y="19050"/>
                </a:moveTo>
                <a:lnTo>
                  <a:pt x="19050" y="23813"/>
                </a:lnTo>
                <a:lnTo>
                  <a:pt x="19050" y="33338"/>
                </a:lnTo>
                <a:lnTo>
                  <a:pt x="19050" y="42863"/>
                </a:lnTo>
                <a:lnTo>
                  <a:pt x="19050" y="52388"/>
                </a:lnTo>
                <a:lnTo>
                  <a:pt x="19050" y="61913"/>
                </a:lnTo>
                <a:lnTo>
                  <a:pt x="19050" y="71438"/>
                </a:lnTo>
                <a:lnTo>
                  <a:pt x="19050" y="80963"/>
                </a:lnTo>
                <a:lnTo>
                  <a:pt x="19050" y="90488"/>
                </a:lnTo>
                <a:lnTo>
                  <a:pt x="19050" y="100013"/>
                </a:lnTo>
                <a:lnTo>
                  <a:pt x="19050" y="109538"/>
                </a:lnTo>
                <a:lnTo>
                  <a:pt x="19050" y="119063"/>
                </a:lnTo>
                <a:lnTo>
                  <a:pt x="19050" y="128588"/>
                </a:lnTo>
                <a:lnTo>
                  <a:pt x="19050" y="138113"/>
                </a:lnTo>
                <a:lnTo>
                  <a:pt x="19050" y="147638"/>
                </a:lnTo>
                <a:lnTo>
                  <a:pt x="23813" y="152400"/>
                </a:lnTo>
                <a:lnTo>
                  <a:pt x="33338" y="152400"/>
                </a:lnTo>
                <a:lnTo>
                  <a:pt x="42863" y="152400"/>
                </a:lnTo>
                <a:lnTo>
                  <a:pt x="52388" y="152400"/>
                </a:lnTo>
                <a:lnTo>
                  <a:pt x="61913" y="152400"/>
                </a:lnTo>
                <a:lnTo>
                  <a:pt x="71438" y="152400"/>
                </a:lnTo>
                <a:lnTo>
                  <a:pt x="80963" y="152400"/>
                </a:lnTo>
                <a:lnTo>
                  <a:pt x="90488" y="152400"/>
                </a:lnTo>
                <a:lnTo>
                  <a:pt x="100013" y="152400"/>
                </a:lnTo>
                <a:lnTo>
                  <a:pt x="109538" y="152400"/>
                </a:lnTo>
                <a:lnTo>
                  <a:pt x="119063" y="152400"/>
                </a:lnTo>
                <a:lnTo>
                  <a:pt x="128588" y="152400"/>
                </a:lnTo>
                <a:lnTo>
                  <a:pt x="138113" y="152400"/>
                </a:lnTo>
                <a:lnTo>
                  <a:pt x="147638" y="152400"/>
                </a:lnTo>
                <a:lnTo>
                  <a:pt x="157163" y="152400"/>
                </a:lnTo>
                <a:lnTo>
                  <a:pt x="166688" y="152400"/>
                </a:lnTo>
                <a:lnTo>
                  <a:pt x="176213" y="152400"/>
                </a:lnTo>
                <a:lnTo>
                  <a:pt x="185738" y="152400"/>
                </a:lnTo>
                <a:lnTo>
                  <a:pt x="195263" y="152400"/>
                </a:lnTo>
                <a:lnTo>
                  <a:pt x="204788" y="152400"/>
                </a:lnTo>
                <a:lnTo>
                  <a:pt x="214313" y="152400"/>
                </a:lnTo>
                <a:lnTo>
                  <a:pt x="223838" y="152400"/>
                </a:lnTo>
                <a:lnTo>
                  <a:pt x="233363" y="152400"/>
                </a:lnTo>
                <a:lnTo>
                  <a:pt x="242888" y="152400"/>
                </a:lnTo>
                <a:lnTo>
                  <a:pt x="252413" y="152400"/>
                </a:lnTo>
                <a:lnTo>
                  <a:pt x="261938" y="152400"/>
                </a:lnTo>
                <a:lnTo>
                  <a:pt x="271463" y="152400"/>
                </a:lnTo>
                <a:lnTo>
                  <a:pt x="280988" y="152400"/>
                </a:lnTo>
                <a:lnTo>
                  <a:pt x="290513" y="152400"/>
                </a:lnTo>
                <a:lnTo>
                  <a:pt x="300038" y="152400"/>
                </a:lnTo>
                <a:lnTo>
                  <a:pt x="309563" y="152400"/>
                </a:lnTo>
                <a:lnTo>
                  <a:pt x="319088" y="152400"/>
                </a:lnTo>
                <a:lnTo>
                  <a:pt x="328613" y="152400"/>
                </a:lnTo>
                <a:lnTo>
                  <a:pt x="338138" y="152400"/>
                </a:lnTo>
                <a:lnTo>
                  <a:pt x="347663" y="152400"/>
                </a:lnTo>
                <a:lnTo>
                  <a:pt x="357188" y="152400"/>
                </a:lnTo>
                <a:lnTo>
                  <a:pt x="366713" y="152400"/>
                </a:lnTo>
                <a:lnTo>
                  <a:pt x="376238" y="152400"/>
                </a:lnTo>
                <a:lnTo>
                  <a:pt x="385763" y="152400"/>
                </a:lnTo>
                <a:lnTo>
                  <a:pt x="395288" y="152400"/>
                </a:lnTo>
                <a:lnTo>
                  <a:pt x="404813" y="152400"/>
                </a:lnTo>
                <a:lnTo>
                  <a:pt x="414338" y="152400"/>
                </a:lnTo>
                <a:lnTo>
                  <a:pt x="423863" y="152400"/>
                </a:lnTo>
                <a:lnTo>
                  <a:pt x="433388" y="152400"/>
                </a:lnTo>
                <a:lnTo>
                  <a:pt x="442913" y="152400"/>
                </a:lnTo>
                <a:lnTo>
                  <a:pt x="452438" y="152400"/>
                </a:lnTo>
                <a:lnTo>
                  <a:pt x="461963" y="152400"/>
                </a:lnTo>
                <a:lnTo>
                  <a:pt x="466725" y="147638"/>
                </a:lnTo>
                <a:lnTo>
                  <a:pt x="466725" y="138113"/>
                </a:lnTo>
                <a:lnTo>
                  <a:pt x="466725" y="128588"/>
                </a:lnTo>
                <a:lnTo>
                  <a:pt x="466725" y="119063"/>
                </a:lnTo>
                <a:lnTo>
                  <a:pt x="466725" y="109538"/>
                </a:lnTo>
                <a:lnTo>
                  <a:pt x="466725" y="100013"/>
                </a:lnTo>
                <a:lnTo>
                  <a:pt x="466725" y="90488"/>
                </a:lnTo>
                <a:lnTo>
                  <a:pt x="466725" y="80963"/>
                </a:lnTo>
                <a:lnTo>
                  <a:pt x="466725" y="71438"/>
                </a:lnTo>
                <a:lnTo>
                  <a:pt x="466725" y="61913"/>
                </a:lnTo>
                <a:lnTo>
                  <a:pt x="466725" y="52388"/>
                </a:lnTo>
                <a:lnTo>
                  <a:pt x="466725" y="42863"/>
                </a:lnTo>
                <a:lnTo>
                  <a:pt x="466725" y="33338"/>
                </a:lnTo>
                <a:lnTo>
                  <a:pt x="466725" y="23813"/>
                </a:lnTo>
                <a:lnTo>
                  <a:pt x="461963" y="19050"/>
                </a:lnTo>
                <a:lnTo>
                  <a:pt x="452438" y="19050"/>
                </a:lnTo>
                <a:lnTo>
                  <a:pt x="442913" y="19050"/>
                </a:lnTo>
                <a:lnTo>
                  <a:pt x="433388" y="19050"/>
                </a:lnTo>
                <a:lnTo>
                  <a:pt x="423863" y="19050"/>
                </a:lnTo>
                <a:lnTo>
                  <a:pt x="414338" y="19050"/>
                </a:lnTo>
                <a:lnTo>
                  <a:pt x="404813" y="19050"/>
                </a:lnTo>
                <a:lnTo>
                  <a:pt x="395288" y="19050"/>
                </a:lnTo>
                <a:lnTo>
                  <a:pt x="385763" y="19050"/>
                </a:lnTo>
                <a:lnTo>
                  <a:pt x="376238" y="19050"/>
                </a:lnTo>
                <a:lnTo>
                  <a:pt x="366713" y="19050"/>
                </a:lnTo>
                <a:lnTo>
                  <a:pt x="357188" y="19050"/>
                </a:lnTo>
                <a:lnTo>
                  <a:pt x="347663" y="19050"/>
                </a:lnTo>
                <a:lnTo>
                  <a:pt x="338138" y="19050"/>
                </a:lnTo>
                <a:lnTo>
                  <a:pt x="328613" y="19050"/>
                </a:lnTo>
                <a:lnTo>
                  <a:pt x="319088" y="19050"/>
                </a:lnTo>
                <a:lnTo>
                  <a:pt x="309563" y="19050"/>
                </a:lnTo>
                <a:lnTo>
                  <a:pt x="300038" y="19050"/>
                </a:lnTo>
                <a:lnTo>
                  <a:pt x="290513" y="19050"/>
                </a:lnTo>
                <a:lnTo>
                  <a:pt x="280988" y="19050"/>
                </a:lnTo>
                <a:lnTo>
                  <a:pt x="271463" y="19050"/>
                </a:lnTo>
                <a:lnTo>
                  <a:pt x="261938" y="19050"/>
                </a:lnTo>
                <a:lnTo>
                  <a:pt x="252413" y="19050"/>
                </a:lnTo>
                <a:lnTo>
                  <a:pt x="242888" y="19050"/>
                </a:lnTo>
                <a:lnTo>
                  <a:pt x="233363" y="19050"/>
                </a:lnTo>
                <a:lnTo>
                  <a:pt x="223838" y="19050"/>
                </a:lnTo>
                <a:lnTo>
                  <a:pt x="214313" y="19050"/>
                </a:lnTo>
                <a:lnTo>
                  <a:pt x="204788" y="19050"/>
                </a:lnTo>
                <a:lnTo>
                  <a:pt x="195263" y="19050"/>
                </a:lnTo>
                <a:lnTo>
                  <a:pt x="185738" y="19050"/>
                </a:lnTo>
                <a:lnTo>
                  <a:pt x="176213" y="19050"/>
                </a:lnTo>
                <a:lnTo>
                  <a:pt x="166688" y="19050"/>
                </a:lnTo>
                <a:lnTo>
                  <a:pt x="157163" y="19050"/>
                </a:lnTo>
                <a:lnTo>
                  <a:pt x="147638" y="19050"/>
                </a:lnTo>
                <a:lnTo>
                  <a:pt x="138113" y="19050"/>
                </a:lnTo>
                <a:lnTo>
                  <a:pt x="128588" y="19050"/>
                </a:lnTo>
                <a:lnTo>
                  <a:pt x="119063" y="19050"/>
                </a:lnTo>
                <a:lnTo>
                  <a:pt x="109538" y="19050"/>
                </a:lnTo>
                <a:lnTo>
                  <a:pt x="100013" y="19050"/>
                </a:lnTo>
                <a:lnTo>
                  <a:pt x="90488" y="19050"/>
                </a:lnTo>
                <a:lnTo>
                  <a:pt x="80963" y="19050"/>
                </a:lnTo>
                <a:lnTo>
                  <a:pt x="71438" y="19050"/>
                </a:lnTo>
                <a:lnTo>
                  <a:pt x="61913" y="19050"/>
                </a:lnTo>
                <a:lnTo>
                  <a:pt x="52388" y="19050"/>
                </a:lnTo>
                <a:lnTo>
                  <a:pt x="42863" y="19050"/>
                </a:lnTo>
                <a:lnTo>
                  <a:pt x="33338" y="19050"/>
                </a:lnTo>
                <a:lnTo>
                  <a:pt x="23813" y="19050"/>
                </a:lnTo>
                <a:close/>
              </a:path>
            </a:pathLst>
          </a:custGeom>
          <a:solidFill xmlns:a="http://schemas.openxmlformats.org/drawingml/2006/main">
            <a:srgbClr val="C2C4C6"/>
          </a:solidFill>
          <a:ln xmlns:a="http://schemas.openxmlformats.org/drawingml/2006/main" w="0">
            <a:noFill/>
            <a:prstDash val="solid"/>
          </a:ln>
        </p:spPr>
      </p:sp>
      <p:sp>
        <p:nvSpPr>
          <p:cNvPr id="1010" name="layout-candidate-gray-98-1">
            <a:extLst xmlns:a="http://schemas.openxmlformats.org/drawingml/2006/main">
              <a:ext uri="{FF2B5EF4-FFF2-40B4-BE49-F238E27FC236}">
                <a16:creationId xmlns:a16="http://schemas.microsoft.com/office/drawing/2014/main" id="{C1CE821F-D587-4494-926A-D0820E0D92BB}"/>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C2C4C6"/>
          </a:solidFill>
          <a:ln xmlns:a="http://schemas.openxmlformats.org/drawingml/2006/main" w="0">
            <a:noFill/>
            <a:prstDash val="solid"/>
          </a:ln>
        </p:spPr>
      </p:sp>
      <p:sp>
        <p:nvSpPr>
          <p:cNvPr id="1011" name="layout-candidate-gray-98-2">
            <a:extLst xmlns:a="http://schemas.openxmlformats.org/drawingml/2006/main">
              <a:ext uri="{FF2B5EF4-FFF2-40B4-BE49-F238E27FC236}">
                <a16:creationId xmlns:a16="http://schemas.microsoft.com/office/drawing/2014/main" id="{4D383CA4-D117-4725-B534-A01EC418B594}"/>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2C4C6"/>
          </a:solidFill>
          <a:ln xmlns:a="http://schemas.openxmlformats.org/drawingml/2006/main" w="0">
            <a:noFill/>
            <a:prstDash val="solid"/>
          </a:ln>
        </p:spPr>
      </p:sp>
      <p:sp>
        <p:nvSpPr>
          <p:cNvPr id="1012" name="layout-candidate-gray-98-3">
            <a:extLst xmlns:a="http://schemas.openxmlformats.org/drawingml/2006/main">
              <a:ext uri="{FF2B5EF4-FFF2-40B4-BE49-F238E27FC236}">
                <a16:creationId xmlns:a16="http://schemas.microsoft.com/office/drawing/2014/main" id="{A2EA11FB-2534-41C7-B6FA-81F58E0CBEA2}"/>
              </a:ext>
            </a:extLst>
          </p:cNvPr>
          <p:cNvSpPr>
            <a:spLocks xmlns:a="http://schemas.openxmlformats.org/drawingml/2006/main" noGrp="1"/>
          </p:cNvSpPr>
          <p:nvPr/>
        </p:nvSpPr>
        <p:spPr>
          <a:xfrm xmlns:a="http://schemas.openxmlformats.org/drawingml/2006/main" rot="0">
            <a:off x="136207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2C4C6"/>
          </a:solidFill>
          <a:ln xmlns:a="http://schemas.openxmlformats.org/drawingml/2006/main" w="0">
            <a:noFill/>
            <a:prstDash val="solid"/>
          </a:ln>
        </p:spPr>
      </p:sp>
      <p:sp>
        <p:nvSpPr>
          <p:cNvPr id="1013" name="layout-candidate-gray-98-4">
            <a:extLst xmlns:a="http://schemas.openxmlformats.org/drawingml/2006/main">
              <a:ext uri="{FF2B5EF4-FFF2-40B4-BE49-F238E27FC236}">
                <a16:creationId xmlns:a16="http://schemas.microsoft.com/office/drawing/2014/main" id="{3A310076-0B84-499E-9606-13BA22117024}"/>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2C4C6"/>
          </a:solidFill>
          <a:ln xmlns:a="http://schemas.openxmlformats.org/drawingml/2006/main" w="0">
            <a:noFill/>
            <a:prstDash val="solid"/>
          </a:ln>
        </p:spPr>
      </p:sp>
      <p:sp>
        <p:nvSpPr>
          <p:cNvPr id="1014" name="layout-candidate-gray-98-5">
            <a:extLst xmlns:a="http://schemas.openxmlformats.org/drawingml/2006/main">
              <a:ext uri="{FF2B5EF4-FFF2-40B4-BE49-F238E27FC236}">
                <a16:creationId xmlns:a16="http://schemas.microsoft.com/office/drawing/2014/main" id="{0562E25B-A08A-47F6-AB33-5663CBC75971}"/>
              </a:ext>
            </a:extLst>
          </p:cNvPr>
          <p:cNvSpPr>
            <a:spLocks xmlns:a="http://schemas.openxmlformats.org/drawingml/2006/main" noGrp="1"/>
          </p:cNvSpPr>
          <p:nvPr/>
        </p:nvSpPr>
        <p:spPr>
          <a:xfrm xmlns:a="http://schemas.openxmlformats.org/drawingml/2006/main" rot="0">
            <a:off x="141922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2C4C6"/>
          </a:solidFill>
          <a:ln xmlns:a="http://schemas.openxmlformats.org/drawingml/2006/main" w="0">
            <a:noFill/>
            <a:prstDash val="solid"/>
          </a:ln>
        </p:spPr>
      </p:sp>
      <p:sp>
        <p:nvSpPr>
          <p:cNvPr id="1015" name="layout-candidate-gray-98-6">
            <a:extLst xmlns:a="http://schemas.openxmlformats.org/drawingml/2006/main">
              <a:ext uri="{FF2B5EF4-FFF2-40B4-BE49-F238E27FC236}">
                <a16:creationId xmlns:a16="http://schemas.microsoft.com/office/drawing/2014/main" id="{BEFEBC96-025B-4435-9659-98F675F81116}"/>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2C4C6"/>
          </a:solidFill>
          <a:ln xmlns:a="http://schemas.openxmlformats.org/drawingml/2006/main" w="0">
            <a:noFill/>
            <a:prstDash val="solid"/>
          </a:ln>
        </p:spPr>
      </p:sp>
      <p:sp>
        <p:nvSpPr>
          <p:cNvPr id="1016" name="layout-candidate-gray-99-0">
            <a:extLst xmlns:a="http://schemas.openxmlformats.org/drawingml/2006/main">
              <a:ext uri="{FF2B5EF4-FFF2-40B4-BE49-F238E27FC236}">
                <a16:creationId xmlns:a16="http://schemas.microsoft.com/office/drawing/2014/main" id="{3F77C2C0-9C4F-424C-8C83-E8DE8EC9DDCD}"/>
              </a:ext>
            </a:extLst>
          </p:cNvPr>
          <p:cNvSpPr>
            <a:spLocks xmlns:a="http://schemas.openxmlformats.org/drawingml/2006/main" noGrp="1"/>
          </p:cNvSpPr>
          <p:nvPr/>
        </p:nvSpPr>
        <p:spPr>
          <a:xfrm xmlns:a="http://schemas.openxmlformats.org/drawingml/2006/main" rot="0">
            <a:off x="1133475" y="5000625"/>
            <a:ext cx="485775" cy="400050"/>
          </a:xfrm>
          <a:custGeom xmlns:a="http://schemas.openxmlformats.org/drawingml/2006/main">
            <a:pathLst>
              <a:path w="485775" h="4000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85775" y="4763"/>
                </a:lnTo>
                <a:lnTo>
                  <a:pt x="485775" y="14288"/>
                </a:lnTo>
                <a:lnTo>
                  <a:pt x="485775" y="23813"/>
                </a:lnTo>
                <a:lnTo>
                  <a:pt x="485775" y="33338"/>
                </a:lnTo>
                <a:lnTo>
                  <a:pt x="485775" y="42863"/>
                </a:lnTo>
                <a:lnTo>
                  <a:pt x="485775" y="52388"/>
                </a:lnTo>
                <a:lnTo>
                  <a:pt x="485775" y="61913"/>
                </a:lnTo>
                <a:lnTo>
                  <a:pt x="485775" y="71438"/>
                </a:lnTo>
                <a:lnTo>
                  <a:pt x="485775" y="80963"/>
                </a:lnTo>
                <a:lnTo>
                  <a:pt x="485775" y="90488"/>
                </a:lnTo>
                <a:lnTo>
                  <a:pt x="485775" y="100013"/>
                </a:lnTo>
                <a:lnTo>
                  <a:pt x="485775" y="109538"/>
                </a:lnTo>
                <a:lnTo>
                  <a:pt x="485775" y="119063"/>
                </a:lnTo>
                <a:lnTo>
                  <a:pt x="485775" y="128588"/>
                </a:lnTo>
                <a:lnTo>
                  <a:pt x="485775" y="138113"/>
                </a:lnTo>
                <a:lnTo>
                  <a:pt x="485775" y="147638"/>
                </a:lnTo>
                <a:lnTo>
                  <a:pt x="485775" y="157163"/>
                </a:lnTo>
                <a:lnTo>
                  <a:pt x="485775" y="166688"/>
                </a:lnTo>
                <a:lnTo>
                  <a:pt x="485775" y="176213"/>
                </a:lnTo>
                <a:lnTo>
                  <a:pt x="485775" y="185738"/>
                </a:lnTo>
                <a:lnTo>
                  <a:pt x="485775" y="195263"/>
                </a:lnTo>
                <a:lnTo>
                  <a:pt x="485775" y="204788"/>
                </a:lnTo>
                <a:lnTo>
                  <a:pt x="485775" y="214313"/>
                </a:lnTo>
                <a:lnTo>
                  <a:pt x="485775" y="223838"/>
                </a:lnTo>
                <a:lnTo>
                  <a:pt x="485775" y="233363"/>
                </a:lnTo>
                <a:lnTo>
                  <a:pt x="485775" y="242888"/>
                </a:lnTo>
                <a:lnTo>
                  <a:pt x="485775" y="252413"/>
                </a:lnTo>
                <a:lnTo>
                  <a:pt x="485775" y="261938"/>
                </a:lnTo>
                <a:lnTo>
                  <a:pt x="485775" y="271463"/>
                </a:lnTo>
                <a:lnTo>
                  <a:pt x="485775" y="280988"/>
                </a:lnTo>
                <a:lnTo>
                  <a:pt x="485775" y="290513"/>
                </a:lnTo>
                <a:lnTo>
                  <a:pt x="485775" y="300038"/>
                </a:lnTo>
                <a:lnTo>
                  <a:pt x="485775" y="309563"/>
                </a:lnTo>
                <a:lnTo>
                  <a:pt x="485775" y="319088"/>
                </a:lnTo>
                <a:lnTo>
                  <a:pt x="485775" y="328613"/>
                </a:lnTo>
                <a:lnTo>
                  <a:pt x="485775" y="338138"/>
                </a:lnTo>
                <a:lnTo>
                  <a:pt x="485775" y="347663"/>
                </a:lnTo>
                <a:lnTo>
                  <a:pt x="485775" y="357188"/>
                </a:lnTo>
                <a:lnTo>
                  <a:pt x="485775" y="366713"/>
                </a:lnTo>
                <a:lnTo>
                  <a:pt x="485775" y="376238"/>
                </a:lnTo>
                <a:lnTo>
                  <a:pt x="485775" y="385763"/>
                </a:lnTo>
                <a:lnTo>
                  <a:pt x="481013" y="390525"/>
                </a:lnTo>
                <a:lnTo>
                  <a:pt x="476250" y="395288"/>
                </a:lnTo>
                <a:lnTo>
                  <a:pt x="471488" y="400050"/>
                </a:lnTo>
                <a:lnTo>
                  <a:pt x="461963" y="400050"/>
                </a:lnTo>
                <a:lnTo>
                  <a:pt x="452438" y="400050"/>
                </a:lnTo>
                <a:lnTo>
                  <a:pt x="442913" y="400050"/>
                </a:lnTo>
                <a:lnTo>
                  <a:pt x="433388" y="400050"/>
                </a:lnTo>
                <a:lnTo>
                  <a:pt x="423863" y="400050"/>
                </a:lnTo>
                <a:lnTo>
                  <a:pt x="414338" y="400050"/>
                </a:lnTo>
                <a:lnTo>
                  <a:pt x="404813" y="400050"/>
                </a:lnTo>
                <a:lnTo>
                  <a:pt x="395288" y="400050"/>
                </a:lnTo>
                <a:lnTo>
                  <a:pt x="385763" y="400050"/>
                </a:lnTo>
                <a:lnTo>
                  <a:pt x="376238" y="400050"/>
                </a:lnTo>
                <a:lnTo>
                  <a:pt x="366713" y="400050"/>
                </a:lnTo>
                <a:lnTo>
                  <a:pt x="357188" y="400050"/>
                </a:lnTo>
                <a:lnTo>
                  <a:pt x="347663" y="400050"/>
                </a:lnTo>
                <a:lnTo>
                  <a:pt x="338138" y="400050"/>
                </a:lnTo>
                <a:lnTo>
                  <a:pt x="328613" y="400050"/>
                </a:lnTo>
                <a:lnTo>
                  <a:pt x="319088" y="400050"/>
                </a:lnTo>
                <a:lnTo>
                  <a:pt x="309563" y="400050"/>
                </a:lnTo>
                <a:lnTo>
                  <a:pt x="300038" y="400050"/>
                </a:lnTo>
                <a:lnTo>
                  <a:pt x="290513" y="400050"/>
                </a:lnTo>
                <a:lnTo>
                  <a:pt x="285750" y="395288"/>
                </a:lnTo>
                <a:lnTo>
                  <a:pt x="280988" y="390525"/>
                </a:lnTo>
                <a:lnTo>
                  <a:pt x="276225" y="385763"/>
                </a:lnTo>
                <a:lnTo>
                  <a:pt x="276225" y="376238"/>
                </a:lnTo>
                <a:lnTo>
                  <a:pt x="276225" y="366713"/>
                </a:lnTo>
                <a:lnTo>
                  <a:pt x="276225" y="357188"/>
                </a:lnTo>
                <a:lnTo>
                  <a:pt x="276225" y="347663"/>
                </a:lnTo>
                <a:lnTo>
                  <a:pt x="276225" y="338138"/>
                </a:lnTo>
                <a:lnTo>
                  <a:pt x="276225" y="328613"/>
                </a:lnTo>
                <a:lnTo>
                  <a:pt x="276225" y="319088"/>
                </a:lnTo>
                <a:lnTo>
                  <a:pt x="276225" y="309563"/>
                </a:lnTo>
                <a:lnTo>
                  <a:pt x="276225" y="300038"/>
                </a:lnTo>
                <a:lnTo>
                  <a:pt x="276225" y="290513"/>
                </a:lnTo>
                <a:lnTo>
                  <a:pt x="276225" y="280988"/>
                </a:lnTo>
                <a:lnTo>
                  <a:pt x="276225" y="271463"/>
                </a:lnTo>
                <a:lnTo>
                  <a:pt x="276225" y="261938"/>
                </a:lnTo>
                <a:lnTo>
                  <a:pt x="276225" y="252413"/>
                </a:lnTo>
                <a:lnTo>
                  <a:pt x="276225" y="242888"/>
                </a:lnTo>
                <a:lnTo>
                  <a:pt x="276225" y="233363"/>
                </a:lnTo>
                <a:lnTo>
                  <a:pt x="276225" y="223838"/>
                </a:lnTo>
                <a:lnTo>
                  <a:pt x="276225" y="214313"/>
                </a:lnTo>
                <a:lnTo>
                  <a:pt x="271463" y="209550"/>
                </a:lnTo>
                <a:lnTo>
                  <a:pt x="261938" y="209550"/>
                </a:lnTo>
                <a:lnTo>
                  <a:pt x="252413" y="209550"/>
                </a:lnTo>
                <a:lnTo>
                  <a:pt x="242888" y="209550"/>
                </a:lnTo>
                <a:lnTo>
                  <a:pt x="233363" y="209550"/>
                </a:lnTo>
                <a:lnTo>
                  <a:pt x="223838" y="209550"/>
                </a:lnTo>
                <a:lnTo>
                  <a:pt x="214313" y="209550"/>
                </a:lnTo>
                <a:lnTo>
                  <a:pt x="204788" y="209550"/>
                </a:lnTo>
                <a:lnTo>
                  <a:pt x="195263" y="209550"/>
                </a:lnTo>
                <a:lnTo>
                  <a:pt x="185738" y="209550"/>
                </a:lnTo>
                <a:lnTo>
                  <a:pt x="176213" y="209550"/>
                </a:lnTo>
                <a:lnTo>
                  <a:pt x="166688" y="209550"/>
                </a:lnTo>
                <a:lnTo>
                  <a:pt x="157163" y="209550"/>
                </a:lnTo>
                <a:lnTo>
                  <a:pt x="147638" y="209550"/>
                </a:lnTo>
                <a:lnTo>
                  <a:pt x="138113" y="209550"/>
                </a:lnTo>
                <a:lnTo>
                  <a:pt x="128588" y="209550"/>
                </a:lnTo>
                <a:lnTo>
                  <a:pt x="119063" y="209550"/>
                </a:lnTo>
                <a:lnTo>
                  <a:pt x="109538" y="209550"/>
                </a:lnTo>
                <a:lnTo>
                  <a:pt x="100013" y="209550"/>
                </a:lnTo>
                <a:lnTo>
                  <a:pt x="90488" y="209550"/>
                </a:lnTo>
                <a:lnTo>
                  <a:pt x="80963" y="209550"/>
                </a:lnTo>
                <a:lnTo>
                  <a:pt x="71438" y="209550"/>
                </a:lnTo>
                <a:lnTo>
                  <a:pt x="61913" y="209550"/>
                </a:lnTo>
                <a:lnTo>
                  <a:pt x="52388" y="209550"/>
                </a:lnTo>
                <a:lnTo>
                  <a:pt x="42863" y="209550"/>
                </a:lnTo>
                <a:lnTo>
                  <a:pt x="33338" y="209550"/>
                </a:lnTo>
                <a:lnTo>
                  <a:pt x="23813" y="209550"/>
                </a:lnTo>
                <a:lnTo>
                  <a:pt x="14288" y="209550"/>
                </a:lnTo>
                <a:lnTo>
                  <a:pt x="9525" y="204788"/>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23813" y="19050"/>
                </a:moveTo>
                <a:lnTo>
                  <a:pt x="19050" y="23813"/>
                </a:lnTo>
                <a:lnTo>
                  <a:pt x="19050" y="33338"/>
                </a:lnTo>
                <a:lnTo>
                  <a:pt x="19050" y="42863"/>
                </a:lnTo>
                <a:lnTo>
                  <a:pt x="19050" y="52388"/>
                </a:lnTo>
                <a:lnTo>
                  <a:pt x="19050" y="61913"/>
                </a:lnTo>
                <a:lnTo>
                  <a:pt x="19050" y="71438"/>
                </a:lnTo>
                <a:lnTo>
                  <a:pt x="19050" y="80963"/>
                </a:lnTo>
                <a:lnTo>
                  <a:pt x="19050" y="90488"/>
                </a:lnTo>
                <a:lnTo>
                  <a:pt x="19050" y="100013"/>
                </a:lnTo>
                <a:lnTo>
                  <a:pt x="19050" y="109538"/>
                </a:lnTo>
                <a:lnTo>
                  <a:pt x="19050" y="119063"/>
                </a:lnTo>
                <a:lnTo>
                  <a:pt x="19050" y="128588"/>
                </a:lnTo>
                <a:lnTo>
                  <a:pt x="19050" y="138113"/>
                </a:lnTo>
                <a:lnTo>
                  <a:pt x="19050" y="147638"/>
                </a:lnTo>
                <a:lnTo>
                  <a:pt x="19050" y="157163"/>
                </a:lnTo>
                <a:lnTo>
                  <a:pt x="19050" y="166688"/>
                </a:lnTo>
                <a:lnTo>
                  <a:pt x="23813" y="171450"/>
                </a:lnTo>
                <a:lnTo>
                  <a:pt x="33338" y="171450"/>
                </a:lnTo>
                <a:lnTo>
                  <a:pt x="42863" y="171450"/>
                </a:lnTo>
                <a:lnTo>
                  <a:pt x="52388" y="171450"/>
                </a:lnTo>
                <a:lnTo>
                  <a:pt x="61913" y="171450"/>
                </a:lnTo>
                <a:lnTo>
                  <a:pt x="71438" y="171450"/>
                </a:lnTo>
                <a:lnTo>
                  <a:pt x="80963" y="171450"/>
                </a:lnTo>
                <a:lnTo>
                  <a:pt x="90488" y="171450"/>
                </a:lnTo>
                <a:lnTo>
                  <a:pt x="100013" y="171450"/>
                </a:lnTo>
                <a:lnTo>
                  <a:pt x="109538" y="171450"/>
                </a:lnTo>
                <a:lnTo>
                  <a:pt x="119063" y="171450"/>
                </a:lnTo>
                <a:lnTo>
                  <a:pt x="128588" y="171450"/>
                </a:lnTo>
                <a:lnTo>
                  <a:pt x="138113" y="171450"/>
                </a:lnTo>
                <a:lnTo>
                  <a:pt x="147638" y="171450"/>
                </a:lnTo>
                <a:lnTo>
                  <a:pt x="157163" y="171450"/>
                </a:lnTo>
                <a:lnTo>
                  <a:pt x="166688" y="171450"/>
                </a:lnTo>
                <a:lnTo>
                  <a:pt x="176213" y="171450"/>
                </a:lnTo>
                <a:lnTo>
                  <a:pt x="185738" y="171450"/>
                </a:lnTo>
                <a:lnTo>
                  <a:pt x="195263" y="171450"/>
                </a:lnTo>
                <a:lnTo>
                  <a:pt x="204788" y="171450"/>
                </a:lnTo>
                <a:lnTo>
                  <a:pt x="214313" y="171450"/>
                </a:lnTo>
                <a:lnTo>
                  <a:pt x="223838" y="171450"/>
                </a:lnTo>
                <a:lnTo>
                  <a:pt x="233363" y="171450"/>
                </a:lnTo>
                <a:lnTo>
                  <a:pt x="242888" y="171450"/>
                </a:lnTo>
                <a:lnTo>
                  <a:pt x="252413" y="171450"/>
                </a:lnTo>
                <a:lnTo>
                  <a:pt x="261938" y="171450"/>
                </a:lnTo>
                <a:lnTo>
                  <a:pt x="271463" y="171450"/>
                </a:lnTo>
                <a:lnTo>
                  <a:pt x="280988" y="171450"/>
                </a:lnTo>
                <a:lnTo>
                  <a:pt x="290513" y="171450"/>
                </a:lnTo>
                <a:lnTo>
                  <a:pt x="300038" y="171450"/>
                </a:lnTo>
                <a:lnTo>
                  <a:pt x="309563" y="171450"/>
                </a:lnTo>
                <a:lnTo>
                  <a:pt x="319088" y="171450"/>
                </a:lnTo>
                <a:lnTo>
                  <a:pt x="328613" y="171450"/>
                </a:lnTo>
                <a:lnTo>
                  <a:pt x="338138" y="171450"/>
                </a:lnTo>
                <a:lnTo>
                  <a:pt x="347663" y="171450"/>
                </a:lnTo>
                <a:lnTo>
                  <a:pt x="357188" y="171450"/>
                </a:lnTo>
                <a:lnTo>
                  <a:pt x="366713" y="171450"/>
                </a:lnTo>
                <a:lnTo>
                  <a:pt x="376238" y="171450"/>
                </a:lnTo>
                <a:lnTo>
                  <a:pt x="385763" y="171450"/>
                </a:lnTo>
                <a:lnTo>
                  <a:pt x="395288" y="171450"/>
                </a:lnTo>
                <a:lnTo>
                  <a:pt x="404813" y="171450"/>
                </a:lnTo>
                <a:lnTo>
                  <a:pt x="414338" y="171450"/>
                </a:lnTo>
                <a:lnTo>
                  <a:pt x="423863" y="171450"/>
                </a:lnTo>
                <a:lnTo>
                  <a:pt x="433388" y="171450"/>
                </a:lnTo>
                <a:lnTo>
                  <a:pt x="442913" y="171450"/>
                </a:lnTo>
                <a:lnTo>
                  <a:pt x="452438" y="171450"/>
                </a:lnTo>
                <a:lnTo>
                  <a:pt x="461963" y="171450"/>
                </a:lnTo>
                <a:lnTo>
                  <a:pt x="466725" y="166688"/>
                </a:lnTo>
                <a:lnTo>
                  <a:pt x="466725" y="157163"/>
                </a:lnTo>
                <a:lnTo>
                  <a:pt x="466725" y="147638"/>
                </a:lnTo>
                <a:lnTo>
                  <a:pt x="466725" y="138113"/>
                </a:lnTo>
                <a:lnTo>
                  <a:pt x="466725" y="128588"/>
                </a:lnTo>
                <a:lnTo>
                  <a:pt x="466725" y="119063"/>
                </a:lnTo>
                <a:lnTo>
                  <a:pt x="466725" y="109538"/>
                </a:lnTo>
                <a:lnTo>
                  <a:pt x="466725" y="100013"/>
                </a:lnTo>
                <a:lnTo>
                  <a:pt x="466725" y="90488"/>
                </a:lnTo>
                <a:lnTo>
                  <a:pt x="466725" y="80963"/>
                </a:lnTo>
                <a:lnTo>
                  <a:pt x="466725" y="71438"/>
                </a:lnTo>
                <a:lnTo>
                  <a:pt x="466725" y="61913"/>
                </a:lnTo>
                <a:lnTo>
                  <a:pt x="466725" y="52388"/>
                </a:lnTo>
                <a:lnTo>
                  <a:pt x="466725" y="42863"/>
                </a:lnTo>
                <a:lnTo>
                  <a:pt x="466725" y="33338"/>
                </a:lnTo>
                <a:lnTo>
                  <a:pt x="466725" y="23813"/>
                </a:lnTo>
                <a:lnTo>
                  <a:pt x="461963" y="19050"/>
                </a:lnTo>
                <a:lnTo>
                  <a:pt x="452438" y="19050"/>
                </a:lnTo>
                <a:lnTo>
                  <a:pt x="442913" y="19050"/>
                </a:lnTo>
                <a:lnTo>
                  <a:pt x="433388" y="19050"/>
                </a:lnTo>
                <a:lnTo>
                  <a:pt x="423863" y="19050"/>
                </a:lnTo>
                <a:lnTo>
                  <a:pt x="414338" y="19050"/>
                </a:lnTo>
                <a:lnTo>
                  <a:pt x="404813" y="19050"/>
                </a:lnTo>
                <a:lnTo>
                  <a:pt x="395288" y="19050"/>
                </a:lnTo>
                <a:lnTo>
                  <a:pt x="385763" y="19050"/>
                </a:lnTo>
                <a:lnTo>
                  <a:pt x="376238" y="19050"/>
                </a:lnTo>
                <a:lnTo>
                  <a:pt x="366713" y="19050"/>
                </a:lnTo>
                <a:lnTo>
                  <a:pt x="357188" y="19050"/>
                </a:lnTo>
                <a:lnTo>
                  <a:pt x="347663" y="19050"/>
                </a:lnTo>
                <a:lnTo>
                  <a:pt x="338138" y="19050"/>
                </a:lnTo>
                <a:lnTo>
                  <a:pt x="328613" y="19050"/>
                </a:lnTo>
                <a:lnTo>
                  <a:pt x="319088" y="19050"/>
                </a:lnTo>
                <a:lnTo>
                  <a:pt x="309563" y="19050"/>
                </a:lnTo>
                <a:lnTo>
                  <a:pt x="300038" y="19050"/>
                </a:lnTo>
                <a:lnTo>
                  <a:pt x="290513" y="19050"/>
                </a:lnTo>
                <a:lnTo>
                  <a:pt x="280988" y="19050"/>
                </a:lnTo>
                <a:lnTo>
                  <a:pt x="271463" y="19050"/>
                </a:lnTo>
                <a:lnTo>
                  <a:pt x="261938" y="19050"/>
                </a:lnTo>
                <a:lnTo>
                  <a:pt x="252413" y="19050"/>
                </a:lnTo>
                <a:lnTo>
                  <a:pt x="242888" y="19050"/>
                </a:lnTo>
                <a:lnTo>
                  <a:pt x="233363" y="19050"/>
                </a:lnTo>
                <a:lnTo>
                  <a:pt x="223838" y="19050"/>
                </a:lnTo>
                <a:lnTo>
                  <a:pt x="214313" y="19050"/>
                </a:lnTo>
                <a:lnTo>
                  <a:pt x="204788" y="19050"/>
                </a:lnTo>
                <a:lnTo>
                  <a:pt x="195263" y="19050"/>
                </a:lnTo>
                <a:lnTo>
                  <a:pt x="185738" y="19050"/>
                </a:lnTo>
                <a:lnTo>
                  <a:pt x="176213" y="19050"/>
                </a:lnTo>
                <a:lnTo>
                  <a:pt x="166688" y="19050"/>
                </a:lnTo>
                <a:lnTo>
                  <a:pt x="157163" y="19050"/>
                </a:lnTo>
                <a:lnTo>
                  <a:pt x="147638" y="19050"/>
                </a:lnTo>
                <a:lnTo>
                  <a:pt x="138113" y="19050"/>
                </a:lnTo>
                <a:lnTo>
                  <a:pt x="128588" y="19050"/>
                </a:lnTo>
                <a:lnTo>
                  <a:pt x="119063" y="19050"/>
                </a:lnTo>
                <a:lnTo>
                  <a:pt x="109538" y="19050"/>
                </a:lnTo>
                <a:lnTo>
                  <a:pt x="100013" y="19050"/>
                </a:lnTo>
                <a:lnTo>
                  <a:pt x="90488" y="19050"/>
                </a:lnTo>
                <a:lnTo>
                  <a:pt x="80963" y="19050"/>
                </a:lnTo>
                <a:lnTo>
                  <a:pt x="71438" y="19050"/>
                </a:lnTo>
                <a:lnTo>
                  <a:pt x="61913" y="19050"/>
                </a:lnTo>
                <a:lnTo>
                  <a:pt x="52388" y="19050"/>
                </a:lnTo>
                <a:lnTo>
                  <a:pt x="42863" y="19050"/>
                </a:lnTo>
                <a:lnTo>
                  <a:pt x="33338" y="19050"/>
                </a:lnTo>
                <a:lnTo>
                  <a:pt x="23813" y="19050"/>
                </a:lnTo>
                <a:close/>
              </a:path>
            </a:pathLst>
          </a:custGeom>
          <a:solidFill xmlns:a="http://schemas.openxmlformats.org/drawingml/2006/main">
            <a:srgbClr val="C5C7C9"/>
          </a:solidFill>
          <a:ln xmlns:a="http://schemas.openxmlformats.org/drawingml/2006/main" w="0">
            <a:noFill/>
            <a:prstDash val="solid"/>
          </a:ln>
        </p:spPr>
      </p:sp>
      <p:sp>
        <p:nvSpPr>
          <p:cNvPr id="1017" name="layout-candidate-gray-99-1">
            <a:extLst xmlns:a="http://schemas.openxmlformats.org/drawingml/2006/main">
              <a:ext uri="{FF2B5EF4-FFF2-40B4-BE49-F238E27FC236}">
                <a16:creationId xmlns:a16="http://schemas.microsoft.com/office/drawing/2014/main" id="{08E61ACC-43BD-4D13-BE8C-46162D0C8A17}"/>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C5C7C9"/>
          </a:solidFill>
          <a:ln xmlns:a="http://schemas.openxmlformats.org/drawingml/2006/main" w="0">
            <a:noFill/>
            <a:prstDash val="solid"/>
          </a:ln>
        </p:spPr>
      </p:sp>
      <p:sp>
        <p:nvSpPr>
          <p:cNvPr id="1018" name="layout-candidate-gray-99-2">
            <a:extLst xmlns:a="http://schemas.openxmlformats.org/drawingml/2006/main">
              <a:ext uri="{FF2B5EF4-FFF2-40B4-BE49-F238E27FC236}">
                <a16:creationId xmlns:a16="http://schemas.microsoft.com/office/drawing/2014/main" id="{38B8E799-5406-4661-9C51-686255FB2DF5}"/>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5C7C9"/>
          </a:solidFill>
          <a:ln xmlns:a="http://schemas.openxmlformats.org/drawingml/2006/main" w="0">
            <a:noFill/>
            <a:prstDash val="solid"/>
          </a:ln>
        </p:spPr>
      </p:sp>
      <p:sp>
        <p:nvSpPr>
          <p:cNvPr id="1019" name="layout-candidate-gray-99-3">
            <a:extLst xmlns:a="http://schemas.openxmlformats.org/drawingml/2006/main">
              <a:ext uri="{FF2B5EF4-FFF2-40B4-BE49-F238E27FC236}">
                <a16:creationId xmlns:a16="http://schemas.microsoft.com/office/drawing/2014/main" id="{491A6531-0D8D-4997-A5E6-B5E311BAB0F3}"/>
              </a:ext>
            </a:extLst>
          </p:cNvPr>
          <p:cNvSpPr>
            <a:spLocks xmlns:a="http://schemas.openxmlformats.org/drawingml/2006/main" noGrp="1"/>
          </p:cNvSpPr>
          <p:nvPr/>
        </p:nvSpPr>
        <p:spPr>
          <a:xfrm xmlns:a="http://schemas.openxmlformats.org/drawingml/2006/main" rot="0">
            <a:off x="136207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5C7C9"/>
          </a:solidFill>
          <a:ln xmlns:a="http://schemas.openxmlformats.org/drawingml/2006/main" w="0">
            <a:noFill/>
            <a:prstDash val="solid"/>
          </a:ln>
        </p:spPr>
      </p:sp>
      <p:sp>
        <p:nvSpPr>
          <p:cNvPr id="1020" name="layout-candidate-gray-99-4">
            <a:extLst xmlns:a="http://schemas.openxmlformats.org/drawingml/2006/main">
              <a:ext uri="{FF2B5EF4-FFF2-40B4-BE49-F238E27FC236}">
                <a16:creationId xmlns:a16="http://schemas.microsoft.com/office/drawing/2014/main" id="{8A3CBB34-9599-4AAE-A5FC-08F4D8EB6911}"/>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5C7C9"/>
          </a:solidFill>
          <a:ln xmlns:a="http://schemas.openxmlformats.org/drawingml/2006/main" w="0">
            <a:noFill/>
            <a:prstDash val="solid"/>
          </a:ln>
        </p:spPr>
      </p:sp>
      <p:sp>
        <p:nvSpPr>
          <p:cNvPr id="1021" name="layout-candidate-gray-99-5">
            <a:extLst xmlns:a="http://schemas.openxmlformats.org/drawingml/2006/main">
              <a:ext uri="{FF2B5EF4-FFF2-40B4-BE49-F238E27FC236}">
                <a16:creationId xmlns:a16="http://schemas.microsoft.com/office/drawing/2014/main" id="{DF14E740-D88C-4428-A8D8-A0615483EED4}"/>
              </a:ext>
            </a:extLst>
          </p:cNvPr>
          <p:cNvSpPr>
            <a:spLocks xmlns:a="http://schemas.openxmlformats.org/drawingml/2006/main" noGrp="1"/>
          </p:cNvSpPr>
          <p:nvPr/>
        </p:nvSpPr>
        <p:spPr>
          <a:xfrm xmlns:a="http://schemas.openxmlformats.org/drawingml/2006/main" rot="0">
            <a:off x="141922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5C7C9"/>
          </a:solidFill>
          <a:ln xmlns:a="http://schemas.openxmlformats.org/drawingml/2006/main" w="0">
            <a:noFill/>
            <a:prstDash val="solid"/>
          </a:ln>
        </p:spPr>
      </p:sp>
      <p:sp>
        <p:nvSpPr>
          <p:cNvPr id="1022" name="layout-candidate-gray-99-6">
            <a:extLst xmlns:a="http://schemas.openxmlformats.org/drawingml/2006/main">
              <a:ext uri="{FF2B5EF4-FFF2-40B4-BE49-F238E27FC236}">
                <a16:creationId xmlns:a16="http://schemas.microsoft.com/office/drawing/2014/main" id="{EC7DB2F3-C29F-40EC-B472-C5188BDF8B8E}"/>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5C7C9"/>
          </a:solidFill>
          <a:ln xmlns:a="http://schemas.openxmlformats.org/drawingml/2006/main" w="0">
            <a:noFill/>
            <a:prstDash val="solid"/>
          </a:ln>
        </p:spPr>
      </p:sp>
      <p:sp>
        <p:nvSpPr>
          <p:cNvPr id="1023" name="layout-candidate-gray-100-0">
            <a:extLst xmlns:a="http://schemas.openxmlformats.org/drawingml/2006/main">
              <a:ext uri="{FF2B5EF4-FFF2-40B4-BE49-F238E27FC236}">
                <a16:creationId xmlns:a16="http://schemas.microsoft.com/office/drawing/2014/main" id="{F487A2BD-8E01-4398-B49C-5D183433E9D9}"/>
              </a:ext>
            </a:extLst>
          </p:cNvPr>
          <p:cNvSpPr>
            <a:spLocks xmlns:a="http://schemas.openxmlformats.org/drawingml/2006/main" noGrp="1"/>
          </p:cNvSpPr>
          <p:nvPr/>
        </p:nvSpPr>
        <p:spPr>
          <a:xfrm xmlns:a="http://schemas.openxmlformats.org/drawingml/2006/main" rot="0">
            <a:off x="1133475" y="5000625"/>
            <a:ext cx="485775" cy="400050"/>
          </a:xfrm>
          <a:custGeom xmlns:a="http://schemas.openxmlformats.org/drawingml/2006/main">
            <a:pathLst>
              <a:path w="485775" h="4000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85775" y="4763"/>
                </a:lnTo>
                <a:lnTo>
                  <a:pt x="485775" y="14288"/>
                </a:lnTo>
                <a:lnTo>
                  <a:pt x="485775" y="23813"/>
                </a:lnTo>
                <a:lnTo>
                  <a:pt x="485775" y="33338"/>
                </a:lnTo>
                <a:lnTo>
                  <a:pt x="485775" y="42863"/>
                </a:lnTo>
                <a:lnTo>
                  <a:pt x="485775" y="52388"/>
                </a:lnTo>
                <a:lnTo>
                  <a:pt x="485775" y="61913"/>
                </a:lnTo>
                <a:lnTo>
                  <a:pt x="485775" y="71438"/>
                </a:lnTo>
                <a:lnTo>
                  <a:pt x="485775" y="80963"/>
                </a:lnTo>
                <a:lnTo>
                  <a:pt x="485775" y="90488"/>
                </a:lnTo>
                <a:lnTo>
                  <a:pt x="485775" y="100013"/>
                </a:lnTo>
                <a:lnTo>
                  <a:pt x="485775" y="109538"/>
                </a:lnTo>
                <a:lnTo>
                  <a:pt x="485775" y="119063"/>
                </a:lnTo>
                <a:lnTo>
                  <a:pt x="485775" y="128588"/>
                </a:lnTo>
                <a:lnTo>
                  <a:pt x="485775" y="138113"/>
                </a:lnTo>
                <a:lnTo>
                  <a:pt x="485775" y="147638"/>
                </a:lnTo>
                <a:lnTo>
                  <a:pt x="485775" y="157163"/>
                </a:lnTo>
                <a:lnTo>
                  <a:pt x="485775" y="166688"/>
                </a:lnTo>
                <a:lnTo>
                  <a:pt x="485775" y="176213"/>
                </a:lnTo>
                <a:lnTo>
                  <a:pt x="485775" y="185738"/>
                </a:lnTo>
                <a:lnTo>
                  <a:pt x="485775" y="195263"/>
                </a:lnTo>
                <a:lnTo>
                  <a:pt x="485775" y="204788"/>
                </a:lnTo>
                <a:lnTo>
                  <a:pt x="485775" y="214313"/>
                </a:lnTo>
                <a:lnTo>
                  <a:pt x="485775" y="223838"/>
                </a:lnTo>
                <a:lnTo>
                  <a:pt x="485775" y="233363"/>
                </a:lnTo>
                <a:lnTo>
                  <a:pt x="485775" y="242888"/>
                </a:lnTo>
                <a:lnTo>
                  <a:pt x="485775" y="252413"/>
                </a:lnTo>
                <a:lnTo>
                  <a:pt x="485775" y="261938"/>
                </a:lnTo>
                <a:lnTo>
                  <a:pt x="485775" y="271463"/>
                </a:lnTo>
                <a:lnTo>
                  <a:pt x="485775" y="280988"/>
                </a:lnTo>
                <a:lnTo>
                  <a:pt x="485775" y="290513"/>
                </a:lnTo>
                <a:lnTo>
                  <a:pt x="485775" y="300038"/>
                </a:lnTo>
                <a:lnTo>
                  <a:pt x="485775" y="309563"/>
                </a:lnTo>
                <a:lnTo>
                  <a:pt x="485775" y="319088"/>
                </a:lnTo>
                <a:lnTo>
                  <a:pt x="485775" y="328613"/>
                </a:lnTo>
                <a:lnTo>
                  <a:pt x="485775" y="338138"/>
                </a:lnTo>
                <a:lnTo>
                  <a:pt x="485775" y="347663"/>
                </a:lnTo>
                <a:lnTo>
                  <a:pt x="485775" y="357188"/>
                </a:lnTo>
                <a:lnTo>
                  <a:pt x="485775" y="366713"/>
                </a:lnTo>
                <a:lnTo>
                  <a:pt x="485775" y="376238"/>
                </a:lnTo>
                <a:lnTo>
                  <a:pt x="485775" y="385763"/>
                </a:lnTo>
                <a:lnTo>
                  <a:pt x="481013" y="390525"/>
                </a:lnTo>
                <a:lnTo>
                  <a:pt x="476250" y="395288"/>
                </a:lnTo>
                <a:lnTo>
                  <a:pt x="471488" y="400050"/>
                </a:lnTo>
                <a:lnTo>
                  <a:pt x="461963" y="400050"/>
                </a:lnTo>
                <a:lnTo>
                  <a:pt x="452438" y="400050"/>
                </a:lnTo>
                <a:lnTo>
                  <a:pt x="442913" y="400050"/>
                </a:lnTo>
                <a:lnTo>
                  <a:pt x="433388" y="400050"/>
                </a:lnTo>
                <a:lnTo>
                  <a:pt x="423863" y="400050"/>
                </a:lnTo>
                <a:lnTo>
                  <a:pt x="414338" y="400050"/>
                </a:lnTo>
                <a:lnTo>
                  <a:pt x="404813" y="400050"/>
                </a:lnTo>
                <a:lnTo>
                  <a:pt x="395288" y="400050"/>
                </a:lnTo>
                <a:lnTo>
                  <a:pt x="385763" y="400050"/>
                </a:lnTo>
                <a:lnTo>
                  <a:pt x="376238" y="400050"/>
                </a:lnTo>
                <a:lnTo>
                  <a:pt x="366713" y="400050"/>
                </a:lnTo>
                <a:lnTo>
                  <a:pt x="357188" y="400050"/>
                </a:lnTo>
                <a:lnTo>
                  <a:pt x="347663" y="400050"/>
                </a:lnTo>
                <a:lnTo>
                  <a:pt x="338138" y="400050"/>
                </a:lnTo>
                <a:lnTo>
                  <a:pt x="328613" y="400050"/>
                </a:lnTo>
                <a:lnTo>
                  <a:pt x="319088" y="400050"/>
                </a:lnTo>
                <a:lnTo>
                  <a:pt x="309563" y="400050"/>
                </a:lnTo>
                <a:lnTo>
                  <a:pt x="300038" y="400050"/>
                </a:lnTo>
                <a:lnTo>
                  <a:pt x="290513" y="400050"/>
                </a:lnTo>
                <a:lnTo>
                  <a:pt x="285750" y="395288"/>
                </a:lnTo>
                <a:lnTo>
                  <a:pt x="280988" y="390525"/>
                </a:lnTo>
                <a:lnTo>
                  <a:pt x="276225" y="385763"/>
                </a:lnTo>
                <a:lnTo>
                  <a:pt x="276225" y="376238"/>
                </a:lnTo>
                <a:lnTo>
                  <a:pt x="276225" y="366713"/>
                </a:lnTo>
                <a:lnTo>
                  <a:pt x="276225" y="357188"/>
                </a:lnTo>
                <a:lnTo>
                  <a:pt x="276225" y="347663"/>
                </a:lnTo>
                <a:lnTo>
                  <a:pt x="276225" y="338138"/>
                </a:lnTo>
                <a:lnTo>
                  <a:pt x="276225" y="328613"/>
                </a:lnTo>
                <a:lnTo>
                  <a:pt x="276225" y="319088"/>
                </a:lnTo>
                <a:lnTo>
                  <a:pt x="276225" y="309563"/>
                </a:lnTo>
                <a:lnTo>
                  <a:pt x="276225" y="300038"/>
                </a:lnTo>
                <a:lnTo>
                  <a:pt x="276225" y="290513"/>
                </a:lnTo>
                <a:lnTo>
                  <a:pt x="276225" y="280988"/>
                </a:lnTo>
                <a:lnTo>
                  <a:pt x="276225" y="271463"/>
                </a:lnTo>
                <a:lnTo>
                  <a:pt x="276225" y="261938"/>
                </a:lnTo>
                <a:lnTo>
                  <a:pt x="276225" y="252413"/>
                </a:lnTo>
                <a:lnTo>
                  <a:pt x="276225" y="242888"/>
                </a:lnTo>
                <a:lnTo>
                  <a:pt x="276225" y="233363"/>
                </a:lnTo>
                <a:lnTo>
                  <a:pt x="276225" y="223838"/>
                </a:lnTo>
                <a:lnTo>
                  <a:pt x="276225" y="214313"/>
                </a:lnTo>
                <a:lnTo>
                  <a:pt x="271463" y="209550"/>
                </a:lnTo>
                <a:lnTo>
                  <a:pt x="261938" y="209550"/>
                </a:lnTo>
                <a:lnTo>
                  <a:pt x="252413" y="209550"/>
                </a:lnTo>
                <a:lnTo>
                  <a:pt x="242888" y="209550"/>
                </a:lnTo>
                <a:lnTo>
                  <a:pt x="233363" y="209550"/>
                </a:lnTo>
                <a:lnTo>
                  <a:pt x="223838" y="209550"/>
                </a:lnTo>
                <a:lnTo>
                  <a:pt x="214313" y="209550"/>
                </a:lnTo>
                <a:lnTo>
                  <a:pt x="204788" y="209550"/>
                </a:lnTo>
                <a:lnTo>
                  <a:pt x="195263" y="209550"/>
                </a:lnTo>
                <a:lnTo>
                  <a:pt x="185738" y="209550"/>
                </a:lnTo>
                <a:lnTo>
                  <a:pt x="176213" y="209550"/>
                </a:lnTo>
                <a:lnTo>
                  <a:pt x="166688" y="209550"/>
                </a:lnTo>
                <a:lnTo>
                  <a:pt x="157163" y="209550"/>
                </a:lnTo>
                <a:lnTo>
                  <a:pt x="147638" y="209550"/>
                </a:lnTo>
                <a:lnTo>
                  <a:pt x="138113" y="209550"/>
                </a:lnTo>
                <a:lnTo>
                  <a:pt x="128588" y="209550"/>
                </a:lnTo>
                <a:lnTo>
                  <a:pt x="119063" y="209550"/>
                </a:lnTo>
                <a:lnTo>
                  <a:pt x="109538" y="209550"/>
                </a:lnTo>
                <a:lnTo>
                  <a:pt x="100013" y="209550"/>
                </a:lnTo>
                <a:lnTo>
                  <a:pt x="90488" y="209550"/>
                </a:lnTo>
                <a:lnTo>
                  <a:pt x="80963" y="209550"/>
                </a:lnTo>
                <a:lnTo>
                  <a:pt x="71438" y="209550"/>
                </a:lnTo>
                <a:lnTo>
                  <a:pt x="61913" y="209550"/>
                </a:lnTo>
                <a:lnTo>
                  <a:pt x="52388" y="209550"/>
                </a:lnTo>
                <a:lnTo>
                  <a:pt x="42863" y="209550"/>
                </a:lnTo>
                <a:lnTo>
                  <a:pt x="33338" y="209550"/>
                </a:lnTo>
                <a:lnTo>
                  <a:pt x="23813" y="209550"/>
                </a:lnTo>
                <a:lnTo>
                  <a:pt x="14288" y="209550"/>
                </a:lnTo>
                <a:lnTo>
                  <a:pt x="9525" y="204788"/>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23813" y="19050"/>
                </a:moveTo>
                <a:lnTo>
                  <a:pt x="19050" y="23813"/>
                </a:lnTo>
                <a:lnTo>
                  <a:pt x="19050" y="33338"/>
                </a:lnTo>
                <a:lnTo>
                  <a:pt x="19050" y="42863"/>
                </a:lnTo>
                <a:lnTo>
                  <a:pt x="19050" y="52388"/>
                </a:lnTo>
                <a:lnTo>
                  <a:pt x="19050" y="61913"/>
                </a:lnTo>
                <a:lnTo>
                  <a:pt x="19050" y="71438"/>
                </a:lnTo>
                <a:lnTo>
                  <a:pt x="19050" y="80963"/>
                </a:lnTo>
                <a:lnTo>
                  <a:pt x="19050" y="90488"/>
                </a:lnTo>
                <a:lnTo>
                  <a:pt x="19050" y="100013"/>
                </a:lnTo>
                <a:lnTo>
                  <a:pt x="19050" y="109538"/>
                </a:lnTo>
                <a:lnTo>
                  <a:pt x="19050" y="119063"/>
                </a:lnTo>
                <a:lnTo>
                  <a:pt x="19050" y="128588"/>
                </a:lnTo>
                <a:lnTo>
                  <a:pt x="19050" y="138113"/>
                </a:lnTo>
                <a:lnTo>
                  <a:pt x="19050" y="147638"/>
                </a:lnTo>
                <a:lnTo>
                  <a:pt x="19050" y="157163"/>
                </a:lnTo>
                <a:lnTo>
                  <a:pt x="19050" y="166688"/>
                </a:lnTo>
                <a:lnTo>
                  <a:pt x="19050" y="176213"/>
                </a:lnTo>
                <a:lnTo>
                  <a:pt x="23813" y="180975"/>
                </a:lnTo>
                <a:lnTo>
                  <a:pt x="33338" y="180975"/>
                </a:lnTo>
                <a:lnTo>
                  <a:pt x="42863" y="180975"/>
                </a:lnTo>
                <a:lnTo>
                  <a:pt x="52388" y="180975"/>
                </a:lnTo>
                <a:lnTo>
                  <a:pt x="61913" y="180975"/>
                </a:lnTo>
                <a:lnTo>
                  <a:pt x="71438" y="180975"/>
                </a:lnTo>
                <a:lnTo>
                  <a:pt x="80963" y="180975"/>
                </a:lnTo>
                <a:lnTo>
                  <a:pt x="90488" y="180975"/>
                </a:lnTo>
                <a:lnTo>
                  <a:pt x="100013" y="180975"/>
                </a:lnTo>
                <a:lnTo>
                  <a:pt x="109538" y="180975"/>
                </a:lnTo>
                <a:lnTo>
                  <a:pt x="119063" y="180975"/>
                </a:lnTo>
                <a:lnTo>
                  <a:pt x="128588" y="180975"/>
                </a:lnTo>
                <a:lnTo>
                  <a:pt x="138113" y="180975"/>
                </a:lnTo>
                <a:lnTo>
                  <a:pt x="147638" y="180975"/>
                </a:lnTo>
                <a:lnTo>
                  <a:pt x="157163" y="180975"/>
                </a:lnTo>
                <a:lnTo>
                  <a:pt x="166688" y="180975"/>
                </a:lnTo>
                <a:lnTo>
                  <a:pt x="176213" y="180975"/>
                </a:lnTo>
                <a:lnTo>
                  <a:pt x="185738" y="180975"/>
                </a:lnTo>
                <a:lnTo>
                  <a:pt x="195263" y="180975"/>
                </a:lnTo>
                <a:lnTo>
                  <a:pt x="204788" y="180975"/>
                </a:lnTo>
                <a:lnTo>
                  <a:pt x="214313" y="180975"/>
                </a:lnTo>
                <a:lnTo>
                  <a:pt x="223838" y="180975"/>
                </a:lnTo>
                <a:lnTo>
                  <a:pt x="233363" y="180975"/>
                </a:lnTo>
                <a:lnTo>
                  <a:pt x="242888" y="180975"/>
                </a:lnTo>
                <a:lnTo>
                  <a:pt x="252413" y="180975"/>
                </a:lnTo>
                <a:lnTo>
                  <a:pt x="261938" y="180975"/>
                </a:lnTo>
                <a:lnTo>
                  <a:pt x="271463" y="180975"/>
                </a:lnTo>
                <a:lnTo>
                  <a:pt x="280988" y="180975"/>
                </a:lnTo>
                <a:lnTo>
                  <a:pt x="290513" y="180975"/>
                </a:lnTo>
                <a:lnTo>
                  <a:pt x="300038" y="180975"/>
                </a:lnTo>
                <a:lnTo>
                  <a:pt x="309563" y="180975"/>
                </a:lnTo>
                <a:lnTo>
                  <a:pt x="319088" y="180975"/>
                </a:lnTo>
                <a:lnTo>
                  <a:pt x="328613" y="180975"/>
                </a:lnTo>
                <a:lnTo>
                  <a:pt x="338138" y="180975"/>
                </a:lnTo>
                <a:lnTo>
                  <a:pt x="347663" y="180975"/>
                </a:lnTo>
                <a:lnTo>
                  <a:pt x="357188" y="180975"/>
                </a:lnTo>
                <a:lnTo>
                  <a:pt x="366713" y="180975"/>
                </a:lnTo>
                <a:lnTo>
                  <a:pt x="376238" y="180975"/>
                </a:lnTo>
                <a:lnTo>
                  <a:pt x="385763" y="180975"/>
                </a:lnTo>
                <a:lnTo>
                  <a:pt x="395288" y="180975"/>
                </a:lnTo>
                <a:lnTo>
                  <a:pt x="404813" y="180975"/>
                </a:lnTo>
                <a:lnTo>
                  <a:pt x="414338" y="180975"/>
                </a:lnTo>
                <a:lnTo>
                  <a:pt x="423863" y="180975"/>
                </a:lnTo>
                <a:lnTo>
                  <a:pt x="433388" y="180975"/>
                </a:lnTo>
                <a:lnTo>
                  <a:pt x="442913" y="180975"/>
                </a:lnTo>
                <a:lnTo>
                  <a:pt x="452438" y="180975"/>
                </a:lnTo>
                <a:lnTo>
                  <a:pt x="461963" y="180975"/>
                </a:lnTo>
                <a:lnTo>
                  <a:pt x="466725" y="176213"/>
                </a:lnTo>
                <a:lnTo>
                  <a:pt x="466725" y="166688"/>
                </a:lnTo>
                <a:lnTo>
                  <a:pt x="466725" y="157163"/>
                </a:lnTo>
                <a:lnTo>
                  <a:pt x="466725" y="147638"/>
                </a:lnTo>
                <a:lnTo>
                  <a:pt x="466725" y="138113"/>
                </a:lnTo>
                <a:lnTo>
                  <a:pt x="466725" y="128588"/>
                </a:lnTo>
                <a:lnTo>
                  <a:pt x="466725" y="119063"/>
                </a:lnTo>
                <a:lnTo>
                  <a:pt x="466725" y="109538"/>
                </a:lnTo>
                <a:lnTo>
                  <a:pt x="466725" y="100013"/>
                </a:lnTo>
                <a:lnTo>
                  <a:pt x="466725" y="90488"/>
                </a:lnTo>
                <a:lnTo>
                  <a:pt x="466725" y="80963"/>
                </a:lnTo>
                <a:lnTo>
                  <a:pt x="466725" y="71438"/>
                </a:lnTo>
                <a:lnTo>
                  <a:pt x="466725" y="61913"/>
                </a:lnTo>
                <a:lnTo>
                  <a:pt x="466725" y="52388"/>
                </a:lnTo>
                <a:lnTo>
                  <a:pt x="466725" y="42863"/>
                </a:lnTo>
                <a:lnTo>
                  <a:pt x="466725" y="33338"/>
                </a:lnTo>
                <a:lnTo>
                  <a:pt x="466725" y="23813"/>
                </a:lnTo>
                <a:lnTo>
                  <a:pt x="461963" y="19050"/>
                </a:lnTo>
                <a:lnTo>
                  <a:pt x="452438" y="19050"/>
                </a:lnTo>
                <a:lnTo>
                  <a:pt x="442913" y="19050"/>
                </a:lnTo>
                <a:lnTo>
                  <a:pt x="433388" y="19050"/>
                </a:lnTo>
                <a:lnTo>
                  <a:pt x="423863" y="19050"/>
                </a:lnTo>
                <a:lnTo>
                  <a:pt x="414338" y="19050"/>
                </a:lnTo>
                <a:lnTo>
                  <a:pt x="404813" y="19050"/>
                </a:lnTo>
                <a:lnTo>
                  <a:pt x="395288" y="19050"/>
                </a:lnTo>
                <a:lnTo>
                  <a:pt x="385763" y="19050"/>
                </a:lnTo>
                <a:lnTo>
                  <a:pt x="376238" y="19050"/>
                </a:lnTo>
                <a:lnTo>
                  <a:pt x="366713" y="19050"/>
                </a:lnTo>
                <a:lnTo>
                  <a:pt x="357188" y="19050"/>
                </a:lnTo>
                <a:lnTo>
                  <a:pt x="347663" y="19050"/>
                </a:lnTo>
                <a:lnTo>
                  <a:pt x="338138" y="19050"/>
                </a:lnTo>
                <a:lnTo>
                  <a:pt x="328613" y="19050"/>
                </a:lnTo>
                <a:lnTo>
                  <a:pt x="319088" y="19050"/>
                </a:lnTo>
                <a:lnTo>
                  <a:pt x="309563" y="19050"/>
                </a:lnTo>
                <a:lnTo>
                  <a:pt x="300038" y="19050"/>
                </a:lnTo>
                <a:lnTo>
                  <a:pt x="290513" y="19050"/>
                </a:lnTo>
                <a:lnTo>
                  <a:pt x="280988" y="19050"/>
                </a:lnTo>
                <a:lnTo>
                  <a:pt x="271463" y="19050"/>
                </a:lnTo>
                <a:lnTo>
                  <a:pt x="261938" y="19050"/>
                </a:lnTo>
                <a:lnTo>
                  <a:pt x="252413" y="19050"/>
                </a:lnTo>
                <a:lnTo>
                  <a:pt x="242888" y="19050"/>
                </a:lnTo>
                <a:lnTo>
                  <a:pt x="233363" y="19050"/>
                </a:lnTo>
                <a:lnTo>
                  <a:pt x="223838" y="19050"/>
                </a:lnTo>
                <a:lnTo>
                  <a:pt x="214313" y="19050"/>
                </a:lnTo>
                <a:lnTo>
                  <a:pt x="204788" y="19050"/>
                </a:lnTo>
                <a:lnTo>
                  <a:pt x="195263" y="19050"/>
                </a:lnTo>
                <a:lnTo>
                  <a:pt x="185738" y="19050"/>
                </a:lnTo>
                <a:lnTo>
                  <a:pt x="176213" y="19050"/>
                </a:lnTo>
                <a:lnTo>
                  <a:pt x="166688" y="19050"/>
                </a:lnTo>
                <a:lnTo>
                  <a:pt x="157163" y="19050"/>
                </a:lnTo>
                <a:lnTo>
                  <a:pt x="147638" y="19050"/>
                </a:lnTo>
                <a:lnTo>
                  <a:pt x="138113" y="19050"/>
                </a:lnTo>
                <a:lnTo>
                  <a:pt x="128588" y="19050"/>
                </a:lnTo>
                <a:lnTo>
                  <a:pt x="119063" y="19050"/>
                </a:lnTo>
                <a:lnTo>
                  <a:pt x="109538" y="19050"/>
                </a:lnTo>
                <a:lnTo>
                  <a:pt x="100013" y="19050"/>
                </a:lnTo>
                <a:lnTo>
                  <a:pt x="90488" y="19050"/>
                </a:lnTo>
                <a:lnTo>
                  <a:pt x="80963" y="19050"/>
                </a:lnTo>
                <a:lnTo>
                  <a:pt x="71438" y="19050"/>
                </a:lnTo>
                <a:lnTo>
                  <a:pt x="61913" y="19050"/>
                </a:lnTo>
                <a:lnTo>
                  <a:pt x="52388" y="19050"/>
                </a:lnTo>
                <a:lnTo>
                  <a:pt x="42863" y="19050"/>
                </a:lnTo>
                <a:lnTo>
                  <a:pt x="33338" y="19050"/>
                </a:lnTo>
                <a:lnTo>
                  <a:pt x="23813" y="19050"/>
                </a:lnTo>
                <a:close/>
              </a:path>
            </a:pathLst>
          </a:custGeom>
          <a:solidFill xmlns:a="http://schemas.openxmlformats.org/drawingml/2006/main">
            <a:srgbClr val="C6C8CA"/>
          </a:solidFill>
          <a:ln xmlns:a="http://schemas.openxmlformats.org/drawingml/2006/main" w="0">
            <a:noFill/>
            <a:prstDash val="solid"/>
          </a:ln>
        </p:spPr>
      </p:sp>
      <p:sp>
        <p:nvSpPr>
          <p:cNvPr id="1024" name="layout-candidate-gray-100-1">
            <a:extLst xmlns:a="http://schemas.openxmlformats.org/drawingml/2006/main">
              <a:ext uri="{FF2B5EF4-FFF2-40B4-BE49-F238E27FC236}">
                <a16:creationId xmlns:a16="http://schemas.microsoft.com/office/drawing/2014/main" id="{66DAA620-49FD-4F44-BF11-FAE3B6D436D5}"/>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C6C8CA"/>
          </a:solidFill>
          <a:ln xmlns:a="http://schemas.openxmlformats.org/drawingml/2006/main" w="0">
            <a:noFill/>
            <a:prstDash val="solid"/>
          </a:ln>
        </p:spPr>
      </p:sp>
      <p:sp>
        <p:nvSpPr>
          <p:cNvPr id="1025" name="layout-candidate-gray-100-2">
            <a:extLst xmlns:a="http://schemas.openxmlformats.org/drawingml/2006/main">
              <a:ext uri="{FF2B5EF4-FFF2-40B4-BE49-F238E27FC236}">
                <a16:creationId xmlns:a16="http://schemas.microsoft.com/office/drawing/2014/main" id="{B6A78477-9547-40A2-A323-FE44463A1D0F}"/>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6C8CA"/>
          </a:solidFill>
          <a:ln xmlns:a="http://schemas.openxmlformats.org/drawingml/2006/main" w="0">
            <a:noFill/>
            <a:prstDash val="solid"/>
          </a:ln>
        </p:spPr>
      </p:sp>
      <p:sp>
        <p:nvSpPr>
          <p:cNvPr id="1026" name="layout-candidate-gray-100-3">
            <a:extLst xmlns:a="http://schemas.openxmlformats.org/drawingml/2006/main">
              <a:ext uri="{FF2B5EF4-FFF2-40B4-BE49-F238E27FC236}">
                <a16:creationId xmlns:a16="http://schemas.microsoft.com/office/drawing/2014/main" id="{74650DB3-C87A-42B3-B50D-E8BDB9F43AFF}"/>
              </a:ext>
            </a:extLst>
          </p:cNvPr>
          <p:cNvSpPr>
            <a:spLocks xmlns:a="http://schemas.openxmlformats.org/drawingml/2006/main" noGrp="1"/>
          </p:cNvSpPr>
          <p:nvPr/>
        </p:nvSpPr>
        <p:spPr>
          <a:xfrm xmlns:a="http://schemas.openxmlformats.org/drawingml/2006/main" rot="0">
            <a:off x="136207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6C8CA"/>
          </a:solidFill>
          <a:ln xmlns:a="http://schemas.openxmlformats.org/drawingml/2006/main" w="0">
            <a:noFill/>
            <a:prstDash val="solid"/>
          </a:ln>
        </p:spPr>
      </p:sp>
      <p:sp>
        <p:nvSpPr>
          <p:cNvPr id="1027" name="layout-candidate-gray-100-4">
            <a:extLst xmlns:a="http://schemas.openxmlformats.org/drawingml/2006/main">
              <a:ext uri="{FF2B5EF4-FFF2-40B4-BE49-F238E27FC236}">
                <a16:creationId xmlns:a16="http://schemas.microsoft.com/office/drawing/2014/main" id="{313DB34B-7A68-45BF-B8E1-2B683EFB98D1}"/>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6C8CA"/>
          </a:solidFill>
          <a:ln xmlns:a="http://schemas.openxmlformats.org/drawingml/2006/main" w="0">
            <a:noFill/>
            <a:prstDash val="solid"/>
          </a:ln>
        </p:spPr>
      </p:sp>
      <p:sp>
        <p:nvSpPr>
          <p:cNvPr id="1028" name="layout-candidate-gray-100-5">
            <a:extLst xmlns:a="http://schemas.openxmlformats.org/drawingml/2006/main">
              <a:ext uri="{FF2B5EF4-FFF2-40B4-BE49-F238E27FC236}">
                <a16:creationId xmlns:a16="http://schemas.microsoft.com/office/drawing/2014/main" id="{4D70E0E6-CFE3-4A4A-8345-C2425D73BEA7}"/>
              </a:ext>
            </a:extLst>
          </p:cNvPr>
          <p:cNvSpPr>
            <a:spLocks xmlns:a="http://schemas.openxmlformats.org/drawingml/2006/main" noGrp="1"/>
          </p:cNvSpPr>
          <p:nvPr/>
        </p:nvSpPr>
        <p:spPr>
          <a:xfrm xmlns:a="http://schemas.openxmlformats.org/drawingml/2006/main" rot="0">
            <a:off x="141922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6C8CA"/>
          </a:solidFill>
          <a:ln xmlns:a="http://schemas.openxmlformats.org/drawingml/2006/main" w="0">
            <a:noFill/>
            <a:prstDash val="solid"/>
          </a:ln>
        </p:spPr>
      </p:sp>
      <p:sp>
        <p:nvSpPr>
          <p:cNvPr id="1029" name="layout-candidate-gray-100-6">
            <a:extLst xmlns:a="http://schemas.openxmlformats.org/drawingml/2006/main">
              <a:ext uri="{FF2B5EF4-FFF2-40B4-BE49-F238E27FC236}">
                <a16:creationId xmlns:a16="http://schemas.microsoft.com/office/drawing/2014/main" id="{5131CE91-01A8-4B17-97F7-1062FE012A0B}"/>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6C8CA"/>
          </a:solidFill>
          <a:ln xmlns:a="http://schemas.openxmlformats.org/drawingml/2006/main" w="0">
            <a:noFill/>
            <a:prstDash val="solid"/>
          </a:ln>
        </p:spPr>
      </p:sp>
      <p:sp>
        <p:nvSpPr>
          <p:cNvPr id="1030" name="layout-candidate-gray-101-0">
            <a:extLst xmlns:a="http://schemas.openxmlformats.org/drawingml/2006/main">
              <a:ext uri="{FF2B5EF4-FFF2-40B4-BE49-F238E27FC236}">
                <a16:creationId xmlns:a16="http://schemas.microsoft.com/office/drawing/2014/main" id="{E67BDFE8-A3A9-4B4A-8DF1-8CD26FB5E678}"/>
              </a:ext>
            </a:extLst>
          </p:cNvPr>
          <p:cNvSpPr>
            <a:spLocks xmlns:a="http://schemas.openxmlformats.org/drawingml/2006/main" noGrp="1"/>
          </p:cNvSpPr>
          <p:nvPr/>
        </p:nvSpPr>
        <p:spPr>
          <a:xfrm xmlns:a="http://schemas.openxmlformats.org/drawingml/2006/main" rot="0">
            <a:off x="1133475" y="5000625"/>
            <a:ext cx="485775" cy="400050"/>
          </a:xfrm>
          <a:custGeom xmlns:a="http://schemas.openxmlformats.org/drawingml/2006/main">
            <a:pathLst>
              <a:path w="485775" h="4000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85775" y="4763"/>
                </a:lnTo>
                <a:lnTo>
                  <a:pt x="485775" y="14288"/>
                </a:lnTo>
                <a:lnTo>
                  <a:pt x="485775" y="23813"/>
                </a:lnTo>
                <a:lnTo>
                  <a:pt x="485775" y="33338"/>
                </a:lnTo>
                <a:lnTo>
                  <a:pt x="485775" y="42863"/>
                </a:lnTo>
                <a:lnTo>
                  <a:pt x="485775" y="52388"/>
                </a:lnTo>
                <a:lnTo>
                  <a:pt x="485775" y="61913"/>
                </a:lnTo>
                <a:lnTo>
                  <a:pt x="485775" y="71438"/>
                </a:lnTo>
                <a:lnTo>
                  <a:pt x="485775" y="80963"/>
                </a:lnTo>
                <a:lnTo>
                  <a:pt x="485775" y="90488"/>
                </a:lnTo>
                <a:lnTo>
                  <a:pt x="485775" y="100013"/>
                </a:lnTo>
                <a:lnTo>
                  <a:pt x="485775" y="109538"/>
                </a:lnTo>
                <a:lnTo>
                  <a:pt x="485775" y="119063"/>
                </a:lnTo>
                <a:lnTo>
                  <a:pt x="485775" y="128588"/>
                </a:lnTo>
                <a:lnTo>
                  <a:pt x="485775" y="138113"/>
                </a:lnTo>
                <a:lnTo>
                  <a:pt x="485775" y="147638"/>
                </a:lnTo>
                <a:lnTo>
                  <a:pt x="485775" y="157163"/>
                </a:lnTo>
                <a:lnTo>
                  <a:pt x="485775" y="166688"/>
                </a:lnTo>
                <a:lnTo>
                  <a:pt x="485775" y="176213"/>
                </a:lnTo>
                <a:lnTo>
                  <a:pt x="485775" y="185738"/>
                </a:lnTo>
                <a:lnTo>
                  <a:pt x="485775" y="195263"/>
                </a:lnTo>
                <a:lnTo>
                  <a:pt x="485775" y="204788"/>
                </a:lnTo>
                <a:lnTo>
                  <a:pt x="485775" y="214313"/>
                </a:lnTo>
                <a:lnTo>
                  <a:pt x="485775" y="223838"/>
                </a:lnTo>
                <a:lnTo>
                  <a:pt x="485775" y="233363"/>
                </a:lnTo>
                <a:lnTo>
                  <a:pt x="485775" y="242888"/>
                </a:lnTo>
                <a:lnTo>
                  <a:pt x="485775" y="252413"/>
                </a:lnTo>
                <a:lnTo>
                  <a:pt x="485775" y="261938"/>
                </a:lnTo>
                <a:lnTo>
                  <a:pt x="485775" y="271463"/>
                </a:lnTo>
                <a:lnTo>
                  <a:pt x="485775" y="280988"/>
                </a:lnTo>
                <a:lnTo>
                  <a:pt x="485775" y="290513"/>
                </a:lnTo>
                <a:lnTo>
                  <a:pt x="485775" y="300038"/>
                </a:lnTo>
                <a:lnTo>
                  <a:pt x="485775" y="309563"/>
                </a:lnTo>
                <a:lnTo>
                  <a:pt x="485775" y="319088"/>
                </a:lnTo>
                <a:lnTo>
                  <a:pt x="485775" y="328613"/>
                </a:lnTo>
                <a:lnTo>
                  <a:pt x="485775" y="338138"/>
                </a:lnTo>
                <a:lnTo>
                  <a:pt x="485775" y="347663"/>
                </a:lnTo>
                <a:lnTo>
                  <a:pt x="485775" y="357188"/>
                </a:lnTo>
                <a:lnTo>
                  <a:pt x="485775" y="366713"/>
                </a:lnTo>
                <a:lnTo>
                  <a:pt x="485775" y="376238"/>
                </a:lnTo>
                <a:lnTo>
                  <a:pt x="485775" y="385763"/>
                </a:lnTo>
                <a:lnTo>
                  <a:pt x="481013" y="390525"/>
                </a:lnTo>
                <a:lnTo>
                  <a:pt x="476250" y="395288"/>
                </a:lnTo>
                <a:lnTo>
                  <a:pt x="471488" y="400050"/>
                </a:lnTo>
                <a:lnTo>
                  <a:pt x="461963" y="400050"/>
                </a:lnTo>
                <a:lnTo>
                  <a:pt x="452438" y="400050"/>
                </a:lnTo>
                <a:lnTo>
                  <a:pt x="442913" y="400050"/>
                </a:lnTo>
                <a:lnTo>
                  <a:pt x="433388" y="400050"/>
                </a:lnTo>
                <a:lnTo>
                  <a:pt x="423863" y="400050"/>
                </a:lnTo>
                <a:lnTo>
                  <a:pt x="414338" y="400050"/>
                </a:lnTo>
                <a:lnTo>
                  <a:pt x="404813" y="400050"/>
                </a:lnTo>
                <a:lnTo>
                  <a:pt x="395288" y="400050"/>
                </a:lnTo>
                <a:lnTo>
                  <a:pt x="385763" y="400050"/>
                </a:lnTo>
                <a:lnTo>
                  <a:pt x="376238" y="400050"/>
                </a:lnTo>
                <a:lnTo>
                  <a:pt x="366713" y="400050"/>
                </a:lnTo>
                <a:lnTo>
                  <a:pt x="357188" y="400050"/>
                </a:lnTo>
                <a:lnTo>
                  <a:pt x="347663" y="400050"/>
                </a:lnTo>
                <a:lnTo>
                  <a:pt x="338138" y="400050"/>
                </a:lnTo>
                <a:lnTo>
                  <a:pt x="328613" y="400050"/>
                </a:lnTo>
                <a:lnTo>
                  <a:pt x="319088" y="400050"/>
                </a:lnTo>
                <a:lnTo>
                  <a:pt x="309563" y="400050"/>
                </a:lnTo>
                <a:lnTo>
                  <a:pt x="300038" y="400050"/>
                </a:lnTo>
                <a:lnTo>
                  <a:pt x="290513" y="400050"/>
                </a:lnTo>
                <a:lnTo>
                  <a:pt x="285750" y="395288"/>
                </a:lnTo>
                <a:lnTo>
                  <a:pt x="280988" y="390525"/>
                </a:lnTo>
                <a:lnTo>
                  <a:pt x="276225" y="385763"/>
                </a:lnTo>
                <a:lnTo>
                  <a:pt x="276225" y="376238"/>
                </a:lnTo>
                <a:lnTo>
                  <a:pt x="276225" y="366713"/>
                </a:lnTo>
                <a:lnTo>
                  <a:pt x="276225" y="357188"/>
                </a:lnTo>
                <a:lnTo>
                  <a:pt x="276225" y="347663"/>
                </a:lnTo>
                <a:lnTo>
                  <a:pt x="276225" y="338138"/>
                </a:lnTo>
                <a:lnTo>
                  <a:pt x="276225" y="328613"/>
                </a:lnTo>
                <a:lnTo>
                  <a:pt x="276225" y="319088"/>
                </a:lnTo>
                <a:lnTo>
                  <a:pt x="276225" y="309563"/>
                </a:lnTo>
                <a:lnTo>
                  <a:pt x="276225" y="300038"/>
                </a:lnTo>
                <a:lnTo>
                  <a:pt x="276225" y="290513"/>
                </a:lnTo>
                <a:lnTo>
                  <a:pt x="276225" y="280988"/>
                </a:lnTo>
                <a:lnTo>
                  <a:pt x="276225" y="271463"/>
                </a:lnTo>
                <a:lnTo>
                  <a:pt x="276225" y="261938"/>
                </a:lnTo>
                <a:lnTo>
                  <a:pt x="276225" y="252413"/>
                </a:lnTo>
                <a:lnTo>
                  <a:pt x="276225" y="242888"/>
                </a:lnTo>
                <a:lnTo>
                  <a:pt x="276225" y="233363"/>
                </a:lnTo>
                <a:lnTo>
                  <a:pt x="276225" y="223838"/>
                </a:lnTo>
                <a:lnTo>
                  <a:pt x="276225" y="214313"/>
                </a:lnTo>
                <a:lnTo>
                  <a:pt x="271463" y="209550"/>
                </a:lnTo>
                <a:lnTo>
                  <a:pt x="261938" y="209550"/>
                </a:lnTo>
                <a:lnTo>
                  <a:pt x="252413" y="209550"/>
                </a:lnTo>
                <a:lnTo>
                  <a:pt x="242888" y="209550"/>
                </a:lnTo>
                <a:lnTo>
                  <a:pt x="233363" y="209550"/>
                </a:lnTo>
                <a:lnTo>
                  <a:pt x="223838" y="209550"/>
                </a:lnTo>
                <a:lnTo>
                  <a:pt x="214313" y="209550"/>
                </a:lnTo>
                <a:lnTo>
                  <a:pt x="204788" y="209550"/>
                </a:lnTo>
                <a:lnTo>
                  <a:pt x="195263" y="209550"/>
                </a:lnTo>
                <a:lnTo>
                  <a:pt x="185738" y="209550"/>
                </a:lnTo>
                <a:lnTo>
                  <a:pt x="176213" y="209550"/>
                </a:lnTo>
                <a:lnTo>
                  <a:pt x="166688" y="209550"/>
                </a:lnTo>
                <a:lnTo>
                  <a:pt x="157163" y="209550"/>
                </a:lnTo>
                <a:lnTo>
                  <a:pt x="147638" y="209550"/>
                </a:lnTo>
                <a:lnTo>
                  <a:pt x="138113" y="209550"/>
                </a:lnTo>
                <a:lnTo>
                  <a:pt x="128588" y="209550"/>
                </a:lnTo>
                <a:lnTo>
                  <a:pt x="119063" y="209550"/>
                </a:lnTo>
                <a:lnTo>
                  <a:pt x="109538" y="209550"/>
                </a:lnTo>
                <a:lnTo>
                  <a:pt x="100013" y="209550"/>
                </a:lnTo>
                <a:lnTo>
                  <a:pt x="90488" y="209550"/>
                </a:lnTo>
                <a:lnTo>
                  <a:pt x="80963" y="209550"/>
                </a:lnTo>
                <a:lnTo>
                  <a:pt x="71438" y="209550"/>
                </a:lnTo>
                <a:lnTo>
                  <a:pt x="61913" y="209550"/>
                </a:lnTo>
                <a:lnTo>
                  <a:pt x="52388" y="209550"/>
                </a:lnTo>
                <a:lnTo>
                  <a:pt x="42863" y="209550"/>
                </a:lnTo>
                <a:lnTo>
                  <a:pt x="33338" y="209550"/>
                </a:lnTo>
                <a:lnTo>
                  <a:pt x="23813" y="209550"/>
                </a:lnTo>
                <a:lnTo>
                  <a:pt x="14288" y="209550"/>
                </a:lnTo>
                <a:lnTo>
                  <a:pt x="9525" y="204788"/>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23813" y="9525"/>
                </a:moveTo>
                <a:lnTo>
                  <a:pt x="19050" y="14288"/>
                </a:lnTo>
                <a:lnTo>
                  <a:pt x="19050" y="23813"/>
                </a:lnTo>
                <a:lnTo>
                  <a:pt x="19050" y="33338"/>
                </a:lnTo>
                <a:lnTo>
                  <a:pt x="19050" y="42863"/>
                </a:lnTo>
                <a:lnTo>
                  <a:pt x="19050" y="52388"/>
                </a:lnTo>
                <a:lnTo>
                  <a:pt x="19050" y="61913"/>
                </a:lnTo>
                <a:lnTo>
                  <a:pt x="19050" y="71438"/>
                </a:lnTo>
                <a:lnTo>
                  <a:pt x="19050" y="80963"/>
                </a:lnTo>
                <a:lnTo>
                  <a:pt x="19050" y="90488"/>
                </a:lnTo>
                <a:lnTo>
                  <a:pt x="19050" y="100013"/>
                </a:lnTo>
                <a:lnTo>
                  <a:pt x="19050" y="109538"/>
                </a:lnTo>
                <a:lnTo>
                  <a:pt x="19050" y="119063"/>
                </a:lnTo>
                <a:lnTo>
                  <a:pt x="19050" y="128588"/>
                </a:lnTo>
                <a:lnTo>
                  <a:pt x="19050" y="138113"/>
                </a:lnTo>
                <a:lnTo>
                  <a:pt x="19050" y="147638"/>
                </a:lnTo>
                <a:lnTo>
                  <a:pt x="19050" y="157163"/>
                </a:lnTo>
                <a:lnTo>
                  <a:pt x="19050" y="166688"/>
                </a:lnTo>
                <a:lnTo>
                  <a:pt x="19050" y="176213"/>
                </a:lnTo>
                <a:lnTo>
                  <a:pt x="19050" y="185738"/>
                </a:lnTo>
                <a:lnTo>
                  <a:pt x="23813" y="190500"/>
                </a:lnTo>
                <a:lnTo>
                  <a:pt x="33338" y="190500"/>
                </a:lnTo>
                <a:lnTo>
                  <a:pt x="42863" y="190500"/>
                </a:lnTo>
                <a:lnTo>
                  <a:pt x="52388" y="190500"/>
                </a:lnTo>
                <a:lnTo>
                  <a:pt x="61913" y="190500"/>
                </a:lnTo>
                <a:lnTo>
                  <a:pt x="71438" y="190500"/>
                </a:lnTo>
                <a:lnTo>
                  <a:pt x="80963" y="190500"/>
                </a:lnTo>
                <a:lnTo>
                  <a:pt x="90488" y="190500"/>
                </a:lnTo>
                <a:lnTo>
                  <a:pt x="100013" y="190500"/>
                </a:lnTo>
                <a:lnTo>
                  <a:pt x="109538" y="190500"/>
                </a:lnTo>
                <a:lnTo>
                  <a:pt x="119063" y="190500"/>
                </a:lnTo>
                <a:lnTo>
                  <a:pt x="128588" y="190500"/>
                </a:lnTo>
                <a:lnTo>
                  <a:pt x="138113" y="190500"/>
                </a:lnTo>
                <a:lnTo>
                  <a:pt x="147638" y="190500"/>
                </a:lnTo>
                <a:lnTo>
                  <a:pt x="157163" y="190500"/>
                </a:lnTo>
                <a:lnTo>
                  <a:pt x="166688" y="190500"/>
                </a:lnTo>
                <a:lnTo>
                  <a:pt x="176213" y="190500"/>
                </a:lnTo>
                <a:lnTo>
                  <a:pt x="185738" y="190500"/>
                </a:lnTo>
                <a:lnTo>
                  <a:pt x="195263" y="190500"/>
                </a:lnTo>
                <a:lnTo>
                  <a:pt x="204788" y="190500"/>
                </a:lnTo>
                <a:lnTo>
                  <a:pt x="214313" y="190500"/>
                </a:lnTo>
                <a:lnTo>
                  <a:pt x="223838" y="190500"/>
                </a:lnTo>
                <a:lnTo>
                  <a:pt x="233363" y="190500"/>
                </a:lnTo>
                <a:lnTo>
                  <a:pt x="242888" y="190500"/>
                </a:lnTo>
                <a:lnTo>
                  <a:pt x="252413" y="190500"/>
                </a:lnTo>
                <a:lnTo>
                  <a:pt x="261938" y="190500"/>
                </a:lnTo>
                <a:lnTo>
                  <a:pt x="271463" y="190500"/>
                </a:lnTo>
                <a:lnTo>
                  <a:pt x="280988" y="190500"/>
                </a:lnTo>
                <a:lnTo>
                  <a:pt x="290513" y="190500"/>
                </a:lnTo>
                <a:lnTo>
                  <a:pt x="300038" y="190500"/>
                </a:lnTo>
                <a:lnTo>
                  <a:pt x="309563" y="190500"/>
                </a:lnTo>
                <a:lnTo>
                  <a:pt x="319088" y="190500"/>
                </a:lnTo>
                <a:lnTo>
                  <a:pt x="328613" y="190500"/>
                </a:lnTo>
                <a:lnTo>
                  <a:pt x="338138" y="190500"/>
                </a:lnTo>
                <a:lnTo>
                  <a:pt x="347663" y="190500"/>
                </a:lnTo>
                <a:lnTo>
                  <a:pt x="357188" y="190500"/>
                </a:lnTo>
                <a:lnTo>
                  <a:pt x="366713" y="190500"/>
                </a:lnTo>
                <a:lnTo>
                  <a:pt x="376238" y="190500"/>
                </a:lnTo>
                <a:lnTo>
                  <a:pt x="385763" y="190500"/>
                </a:lnTo>
                <a:lnTo>
                  <a:pt x="395288" y="190500"/>
                </a:lnTo>
                <a:lnTo>
                  <a:pt x="404813" y="190500"/>
                </a:lnTo>
                <a:lnTo>
                  <a:pt x="414338" y="190500"/>
                </a:lnTo>
                <a:lnTo>
                  <a:pt x="423863" y="190500"/>
                </a:lnTo>
                <a:lnTo>
                  <a:pt x="433388" y="190500"/>
                </a:lnTo>
                <a:lnTo>
                  <a:pt x="442913" y="190500"/>
                </a:lnTo>
                <a:lnTo>
                  <a:pt x="452438" y="190500"/>
                </a:lnTo>
                <a:lnTo>
                  <a:pt x="461963" y="190500"/>
                </a:lnTo>
                <a:lnTo>
                  <a:pt x="466725" y="185738"/>
                </a:lnTo>
                <a:lnTo>
                  <a:pt x="466725" y="176213"/>
                </a:lnTo>
                <a:lnTo>
                  <a:pt x="466725" y="166688"/>
                </a:lnTo>
                <a:lnTo>
                  <a:pt x="466725" y="157163"/>
                </a:lnTo>
                <a:lnTo>
                  <a:pt x="466725" y="147638"/>
                </a:lnTo>
                <a:lnTo>
                  <a:pt x="466725" y="138113"/>
                </a:lnTo>
                <a:lnTo>
                  <a:pt x="466725" y="128588"/>
                </a:lnTo>
                <a:lnTo>
                  <a:pt x="466725" y="119063"/>
                </a:lnTo>
                <a:lnTo>
                  <a:pt x="466725" y="109538"/>
                </a:lnTo>
                <a:lnTo>
                  <a:pt x="466725" y="100013"/>
                </a:lnTo>
                <a:lnTo>
                  <a:pt x="466725" y="90488"/>
                </a:lnTo>
                <a:lnTo>
                  <a:pt x="466725" y="80963"/>
                </a:lnTo>
                <a:lnTo>
                  <a:pt x="466725" y="71438"/>
                </a:lnTo>
                <a:lnTo>
                  <a:pt x="466725" y="61913"/>
                </a:lnTo>
                <a:lnTo>
                  <a:pt x="466725" y="52388"/>
                </a:lnTo>
                <a:lnTo>
                  <a:pt x="466725" y="42863"/>
                </a:lnTo>
                <a:lnTo>
                  <a:pt x="466725" y="33338"/>
                </a:lnTo>
                <a:lnTo>
                  <a:pt x="466725" y="23813"/>
                </a:lnTo>
                <a:lnTo>
                  <a:pt x="466725" y="14288"/>
                </a:lnTo>
                <a:lnTo>
                  <a:pt x="461963" y="9525"/>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close/>
              </a:path>
            </a:pathLst>
          </a:custGeom>
          <a:solidFill xmlns:a="http://schemas.openxmlformats.org/drawingml/2006/main">
            <a:srgbClr val="C9CACC"/>
          </a:solidFill>
          <a:ln xmlns:a="http://schemas.openxmlformats.org/drawingml/2006/main" w="0">
            <a:noFill/>
            <a:prstDash val="solid"/>
          </a:ln>
        </p:spPr>
      </p:sp>
      <p:sp>
        <p:nvSpPr>
          <p:cNvPr id="1031" name="layout-candidate-gray-101-1">
            <a:extLst xmlns:a="http://schemas.openxmlformats.org/drawingml/2006/main">
              <a:ext uri="{FF2B5EF4-FFF2-40B4-BE49-F238E27FC236}">
                <a16:creationId xmlns:a16="http://schemas.microsoft.com/office/drawing/2014/main" id="{E6DDC92B-9FDC-4328-9597-3EB590969237}"/>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C9CACC"/>
          </a:solidFill>
          <a:ln xmlns:a="http://schemas.openxmlformats.org/drawingml/2006/main" w="0">
            <a:noFill/>
            <a:prstDash val="solid"/>
          </a:ln>
        </p:spPr>
      </p:sp>
      <p:sp>
        <p:nvSpPr>
          <p:cNvPr id="1032" name="layout-candidate-gray-101-2">
            <a:extLst xmlns:a="http://schemas.openxmlformats.org/drawingml/2006/main">
              <a:ext uri="{FF2B5EF4-FFF2-40B4-BE49-F238E27FC236}">
                <a16:creationId xmlns:a16="http://schemas.microsoft.com/office/drawing/2014/main" id="{E50693A6-7C19-4AC1-A52B-3923F8493282}"/>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9CACC"/>
          </a:solidFill>
          <a:ln xmlns:a="http://schemas.openxmlformats.org/drawingml/2006/main" w="0">
            <a:noFill/>
            <a:prstDash val="solid"/>
          </a:ln>
        </p:spPr>
      </p:sp>
      <p:sp>
        <p:nvSpPr>
          <p:cNvPr id="1033" name="layout-candidate-gray-101-3">
            <a:extLst xmlns:a="http://schemas.openxmlformats.org/drawingml/2006/main">
              <a:ext uri="{FF2B5EF4-FFF2-40B4-BE49-F238E27FC236}">
                <a16:creationId xmlns:a16="http://schemas.microsoft.com/office/drawing/2014/main" id="{99E3EBF9-DAB4-49DD-A725-7FB03056676F}"/>
              </a:ext>
            </a:extLst>
          </p:cNvPr>
          <p:cNvSpPr>
            <a:spLocks xmlns:a="http://schemas.openxmlformats.org/drawingml/2006/main" noGrp="1"/>
          </p:cNvSpPr>
          <p:nvPr/>
        </p:nvSpPr>
        <p:spPr>
          <a:xfrm xmlns:a="http://schemas.openxmlformats.org/drawingml/2006/main" rot="0">
            <a:off x="136207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9CACC"/>
          </a:solidFill>
          <a:ln xmlns:a="http://schemas.openxmlformats.org/drawingml/2006/main" w="0">
            <a:noFill/>
            <a:prstDash val="solid"/>
          </a:ln>
        </p:spPr>
      </p:sp>
      <p:sp>
        <p:nvSpPr>
          <p:cNvPr id="1034" name="layout-candidate-gray-101-4">
            <a:extLst xmlns:a="http://schemas.openxmlformats.org/drawingml/2006/main">
              <a:ext uri="{FF2B5EF4-FFF2-40B4-BE49-F238E27FC236}">
                <a16:creationId xmlns:a16="http://schemas.microsoft.com/office/drawing/2014/main" id="{C768CAB5-8634-4878-BD2B-9BC8E38CDE44}"/>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9CACC"/>
          </a:solidFill>
          <a:ln xmlns:a="http://schemas.openxmlformats.org/drawingml/2006/main" w="0">
            <a:noFill/>
            <a:prstDash val="solid"/>
          </a:ln>
        </p:spPr>
      </p:sp>
      <p:sp>
        <p:nvSpPr>
          <p:cNvPr id="1035" name="layout-candidate-gray-101-5">
            <a:extLst xmlns:a="http://schemas.openxmlformats.org/drawingml/2006/main">
              <a:ext uri="{FF2B5EF4-FFF2-40B4-BE49-F238E27FC236}">
                <a16:creationId xmlns:a16="http://schemas.microsoft.com/office/drawing/2014/main" id="{CFDE7329-C7C9-43A5-8185-2F59C0AD47AA}"/>
              </a:ext>
            </a:extLst>
          </p:cNvPr>
          <p:cNvSpPr>
            <a:spLocks xmlns:a="http://schemas.openxmlformats.org/drawingml/2006/main" noGrp="1"/>
          </p:cNvSpPr>
          <p:nvPr/>
        </p:nvSpPr>
        <p:spPr>
          <a:xfrm xmlns:a="http://schemas.openxmlformats.org/drawingml/2006/main" rot="0">
            <a:off x="141922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9CACC"/>
          </a:solidFill>
          <a:ln xmlns:a="http://schemas.openxmlformats.org/drawingml/2006/main" w="0">
            <a:noFill/>
            <a:prstDash val="solid"/>
          </a:ln>
        </p:spPr>
      </p:sp>
      <p:sp>
        <p:nvSpPr>
          <p:cNvPr id="1036" name="layout-candidate-gray-101-6">
            <a:extLst xmlns:a="http://schemas.openxmlformats.org/drawingml/2006/main">
              <a:ext uri="{FF2B5EF4-FFF2-40B4-BE49-F238E27FC236}">
                <a16:creationId xmlns:a16="http://schemas.microsoft.com/office/drawing/2014/main" id="{4C52809C-6E7E-4F32-9B35-B46F14E0509E}"/>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9CACC"/>
          </a:solidFill>
          <a:ln xmlns:a="http://schemas.openxmlformats.org/drawingml/2006/main" w="0">
            <a:noFill/>
            <a:prstDash val="solid"/>
          </a:ln>
        </p:spPr>
      </p:sp>
      <p:sp>
        <p:nvSpPr>
          <p:cNvPr id="1037" name="layout-candidate-gray-102-0">
            <a:extLst xmlns:a="http://schemas.openxmlformats.org/drawingml/2006/main">
              <a:ext uri="{FF2B5EF4-FFF2-40B4-BE49-F238E27FC236}">
                <a16:creationId xmlns:a16="http://schemas.microsoft.com/office/drawing/2014/main" id="{FAE2FDF2-C9F1-4081-A8ED-8A4DA0D6742E}"/>
              </a:ext>
            </a:extLst>
          </p:cNvPr>
          <p:cNvSpPr>
            <a:spLocks xmlns:a="http://schemas.openxmlformats.org/drawingml/2006/main" noGrp="1"/>
          </p:cNvSpPr>
          <p:nvPr/>
        </p:nvSpPr>
        <p:spPr>
          <a:xfrm xmlns:a="http://schemas.openxmlformats.org/drawingml/2006/main" rot="0">
            <a:off x="1133475" y="5000625"/>
            <a:ext cx="485775" cy="400050"/>
          </a:xfrm>
          <a:custGeom xmlns:a="http://schemas.openxmlformats.org/drawingml/2006/main">
            <a:pathLst>
              <a:path w="485775" h="4000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85775" y="4763"/>
                </a:lnTo>
                <a:lnTo>
                  <a:pt x="485775" y="14288"/>
                </a:lnTo>
                <a:lnTo>
                  <a:pt x="485775" y="23813"/>
                </a:lnTo>
                <a:lnTo>
                  <a:pt x="485775" y="33338"/>
                </a:lnTo>
                <a:lnTo>
                  <a:pt x="485775" y="42863"/>
                </a:lnTo>
                <a:lnTo>
                  <a:pt x="485775" y="52388"/>
                </a:lnTo>
                <a:lnTo>
                  <a:pt x="485775" y="61913"/>
                </a:lnTo>
                <a:lnTo>
                  <a:pt x="485775" y="71438"/>
                </a:lnTo>
                <a:lnTo>
                  <a:pt x="485775" y="80963"/>
                </a:lnTo>
                <a:lnTo>
                  <a:pt x="485775" y="90488"/>
                </a:lnTo>
                <a:lnTo>
                  <a:pt x="485775" y="100013"/>
                </a:lnTo>
                <a:lnTo>
                  <a:pt x="485775" y="109538"/>
                </a:lnTo>
                <a:lnTo>
                  <a:pt x="485775" y="119063"/>
                </a:lnTo>
                <a:lnTo>
                  <a:pt x="485775" y="128588"/>
                </a:lnTo>
                <a:lnTo>
                  <a:pt x="485775" y="138113"/>
                </a:lnTo>
                <a:lnTo>
                  <a:pt x="485775" y="147638"/>
                </a:lnTo>
                <a:lnTo>
                  <a:pt x="485775" y="157163"/>
                </a:lnTo>
                <a:lnTo>
                  <a:pt x="485775" y="166688"/>
                </a:lnTo>
                <a:lnTo>
                  <a:pt x="485775" y="176213"/>
                </a:lnTo>
                <a:lnTo>
                  <a:pt x="485775" y="185738"/>
                </a:lnTo>
                <a:lnTo>
                  <a:pt x="485775" y="195263"/>
                </a:lnTo>
                <a:lnTo>
                  <a:pt x="485775" y="204788"/>
                </a:lnTo>
                <a:lnTo>
                  <a:pt x="485775" y="214313"/>
                </a:lnTo>
                <a:lnTo>
                  <a:pt x="485775" y="223838"/>
                </a:lnTo>
                <a:lnTo>
                  <a:pt x="485775" y="233363"/>
                </a:lnTo>
                <a:lnTo>
                  <a:pt x="485775" y="242888"/>
                </a:lnTo>
                <a:lnTo>
                  <a:pt x="485775" y="252413"/>
                </a:lnTo>
                <a:lnTo>
                  <a:pt x="485775" y="261938"/>
                </a:lnTo>
                <a:lnTo>
                  <a:pt x="485775" y="271463"/>
                </a:lnTo>
                <a:lnTo>
                  <a:pt x="485775" y="280988"/>
                </a:lnTo>
                <a:lnTo>
                  <a:pt x="485775" y="290513"/>
                </a:lnTo>
                <a:lnTo>
                  <a:pt x="485775" y="300038"/>
                </a:lnTo>
                <a:lnTo>
                  <a:pt x="485775" y="309563"/>
                </a:lnTo>
                <a:lnTo>
                  <a:pt x="485775" y="319088"/>
                </a:lnTo>
                <a:lnTo>
                  <a:pt x="485775" y="328613"/>
                </a:lnTo>
                <a:lnTo>
                  <a:pt x="485775" y="338138"/>
                </a:lnTo>
                <a:lnTo>
                  <a:pt x="485775" y="347663"/>
                </a:lnTo>
                <a:lnTo>
                  <a:pt x="485775" y="357188"/>
                </a:lnTo>
                <a:lnTo>
                  <a:pt x="485775" y="366713"/>
                </a:lnTo>
                <a:lnTo>
                  <a:pt x="485775" y="376238"/>
                </a:lnTo>
                <a:lnTo>
                  <a:pt x="485775" y="385763"/>
                </a:lnTo>
                <a:lnTo>
                  <a:pt x="481013" y="390525"/>
                </a:lnTo>
                <a:lnTo>
                  <a:pt x="476250" y="395288"/>
                </a:lnTo>
                <a:lnTo>
                  <a:pt x="471488" y="400050"/>
                </a:lnTo>
                <a:lnTo>
                  <a:pt x="461963" y="400050"/>
                </a:lnTo>
                <a:lnTo>
                  <a:pt x="452438" y="400050"/>
                </a:lnTo>
                <a:lnTo>
                  <a:pt x="442913" y="400050"/>
                </a:lnTo>
                <a:lnTo>
                  <a:pt x="433388" y="400050"/>
                </a:lnTo>
                <a:lnTo>
                  <a:pt x="423863" y="400050"/>
                </a:lnTo>
                <a:lnTo>
                  <a:pt x="414338" y="400050"/>
                </a:lnTo>
                <a:lnTo>
                  <a:pt x="404813" y="400050"/>
                </a:lnTo>
                <a:lnTo>
                  <a:pt x="395288" y="400050"/>
                </a:lnTo>
                <a:lnTo>
                  <a:pt x="385763" y="400050"/>
                </a:lnTo>
                <a:lnTo>
                  <a:pt x="376238" y="400050"/>
                </a:lnTo>
                <a:lnTo>
                  <a:pt x="366713" y="400050"/>
                </a:lnTo>
                <a:lnTo>
                  <a:pt x="357188" y="400050"/>
                </a:lnTo>
                <a:lnTo>
                  <a:pt x="347663" y="400050"/>
                </a:lnTo>
                <a:lnTo>
                  <a:pt x="338138" y="400050"/>
                </a:lnTo>
                <a:lnTo>
                  <a:pt x="328613" y="400050"/>
                </a:lnTo>
                <a:lnTo>
                  <a:pt x="319088" y="400050"/>
                </a:lnTo>
                <a:lnTo>
                  <a:pt x="309563" y="400050"/>
                </a:lnTo>
                <a:lnTo>
                  <a:pt x="300038" y="400050"/>
                </a:lnTo>
                <a:lnTo>
                  <a:pt x="290513" y="400050"/>
                </a:lnTo>
                <a:lnTo>
                  <a:pt x="285750" y="395288"/>
                </a:lnTo>
                <a:lnTo>
                  <a:pt x="280988" y="390525"/>
                </a:lnTo>
                <a:lnTo>
                  <a:pt x="276225" y="385763"/>
                </a:lnTo>
                <a:lnTo>
                  <a:pt x="276225" y="376238"/>
                </a:lnTo>
                <a:lnTo>
                  <a:pt x="276225" y="366713"/>
                </a:lnTo>
                <a:lnTo>
                  <a:pt x="276225" y="357188"/>
                </a:lnTo>
                <a:lnTo>
                  <a:pt x="276225" y="347663"/>
                </a:lnTo>
                <a:lnTo>
                  <a:pt x="276225" y="338138"/>
                </a:lnTo>
                <a:lnTo>
                  <a:pt x="276225" y="328613"/>
                </a:lnTo>
                <a:lnTo>
                  <a:pt x="276225" y="319088"/>
                </a:lnTo>
                <a:lnTo>
                  <a:pt x="276225" y="309563"/>
                </a:lnTo>
                <a:lnTo>
                  <a:pt x="276225" y="300038"/>
                </a:lnTo>
                <a:lnTo>
                  <a:pt x="276225" y="290513"/>
                </a:lnTo>
                <a:lnTo>
                  <a:pt x="276225" y="280988"/>
                </a:lnTo>
                <a:lnTo>
                  <a:pt x="276225" y="271463"/>
                </a:lnTo>
                <a:lnTo>
                  <a:pt x="276225" y="261938"/>
                </a:lnTo>
                <a:lnTo>
                  <a:pt x="276225" y="252413"/>
                </a:lnTo>
                <a:lnTo>
                  <a:pt x="276225" y="242888"/>
                </a:lnTo>
                <a:lnTo>
                  <a:pt x="276225" y="233363"/>
                </a:lnTo>
                <a:lnTo>
                  <a:pt x="276225" y="223838"/>
                </a:lnTo>
                <a:lnTo>
                  <a:pt x="276225" y="214313"/>
                </a:lnTo>
                <a:lnTo>
                  <a:pt x="271463" y="209550"/>
                </a:lnTo>
                <a:lnTo>
                  <a:pt x="261938" y="209550"/>
                </a:lnTo>
                <a:lnTo>
                  <a:pt x="252413" y="209550"/>
                </a:lnTo>
                <a:lnTo>
                  <a:pt x="242888" y="209550"/>
                </a:lnTo>
                <a:lnTo>
                  <a:pt x="233363" y="209550"/>
                </a:lnTo>
                <a:lnTo>
                  <a:pt x="223838" y="209550"/>
                </a:lnTo>
                <a:lnTo>
                  <a:pt x="214313" y="209550"/>
                </a:lnTo>
                <a:lnTo>
                  <a:pt x="204788" y="209550"/>
                </a:lnTo>
                <a:lnTo>
                  <a:pt x="195263" y="209550"/>
                </a:lnTo>
                <a:lnTo>
                  <a:pt x="185738" y="209550"/>
                </a:lnTo>
                <a:lnTo>
                  <a:pt x="176213" y="209550"/>
                </a:lnTo>
                <a:lnTo>
                  <a:pt x="166688" y="209550"/>
                </a:lnTo>
                <a:lnTo>
                  <a:pt x="157163" y="209550"/>
                </a:lnTo>
                <a:lnTo>
                  <a:pt x="147638" y="209550"/>
                </a:lnTo>
                <a:lnTo>
                  <a:pt x="138113" y="209550"/>
                </a:lnTo>
                <a:lnTo>
                  <a:pt x="128588" y="209550"/>
                </a:lnTo>
                <a:lnTo>
                  <a:pt x="119063" y="209550"/>
                </a:lnTo>
                <a:lnTo>
                  <a:pt x="109538" y="209550"/>
                </a:lnTo>
                <a:lnTo>
                  <a:pt x="100013" y="209550"/>
                </a:lnTo>
                <a:lnTo>
                  <a:pt x="90488" y="209550"/>
                </a:lnTo>
                <a:lnTo>
                  <a:pt x="80963" y="209550"/>
                </a:lnTo>
                <a:lnTo>
                  <a:pt x="71438" y="209550"/>
                </a:lnTo>
                <a:lnTo>
                  <a:pt x="61913" y="209550"/>
                </a:lnTo>
                <a:lnTo>
                  <a:pt x="52388" y="209550"/>
                </a:lnTo>
                <a:lnTo>
                  <a:pt x="42863" y="209550"/>
                </a:lnTo>
                <a:lnTo>
                  <a:pt x="33338" y="209550"/>
                </a:lnTo>
                <a:lnTo>
                  <a:pt x="23813" y="209550"/>
                </a:lnTo>
                <a:lnTo>
                  <a:pt x="14288" y="209550"/>
                </a:lnTo>
                <a:lnTo>
                  <a:pt x="9525" y="204788"/>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23813" y="9525"/>
                </a:moveTo>
                <a:lnTo>
                  <a:pt x="19050" y="14288"/>
                </a:lnTo>
                <a:lnTo>
                  <a:pt x="19050" y="23813"/>
                </a:lnTo>
                <a:lnTo>
                  <a:pt x="19050" y="33338"/>
                </a:lnTo>
                <a:lnTo>
                  <a:pt x="19050" y="42863"/>
                </a:lnTo>
                <a:lnTo>
                  <a:pt x="19050" y="52388"/>
                </a:lnTo>
                <a:lnTo>
                  <a:pt x="19050" y="61913"/>
                </a:lnTo>
                <a:lnTo>
                  <a:pt x="19050" y="71438"/>
                </a:lnTo>
                <a:lnTo>
                  <a:pt x="19050" y="80963"/>
                </a:lnTo>
                <a:lnTo>
                  <a:pt x="19050" y="90488"/>
                </a:lnTo>
                <a:lnTo>
                  <a:pt x="19050" y="100013"/>
                </a:lnTo>
                <a:lnTo>
                  <a:pt x="19050" y="109538"/>
                </a:lnTo>
                <a:lnTo>
                  <a:pt x="19050" y="119063"/>
                </a:lnTo>
                <a:lnTo>
                  <a:pt x="19050" y="128588"/>
                </a:lnTo>
                <a:lnTo>
                  <a:pt x="19050" y="138113"/>
                </a:lnTo>
                <a:lnTo>
                  <a:pt x="19050" y="147638"/>
                </a:lnTo>
                <a:lnTo>
                  <a:pt x="19050" y="157163"/>
                </a:lnTo>
                <a:lnTo>
                  <a:pt x="19050" y="166688"/>
                </a:lnTo>
                <a:lnTo>
                  <a:pt x="19050" y="176213"/>
                </a:lnTo>
                <a:lnTo>
                  <a:pt x="19050" y="185738"/>
                </a:lnTo>
                <a:lnTo>
                  <a:pt x="23813" y="190500"/>
                </a:lnTo>
                <a:lnTo>
                  <a:pt x="33338" y="190500"/>
                </a:lnTo>
                <a:lnTo>
                  <a:pt x="42863" y="190500"/>
                </a:lnTo>
                <a:lnTo>
                  <a:pt x="52388" y="190500"/>
                </a:lnTo>
                <a:lnTo>
                  <a:pt x="61913" y="190500"/>
                </a:lnTo>
                <a:lnTo>
                  <a:pt x="71438" y="190500"/>
                </a:lnTo>
                <a:lnTo>
                  <a:pt x="80963" y="190500"/>
                </a:lnTo>
                <a:lnTo>
                  <a:pt x="90488" y="190500"/>
                </a:lnTo>
                <a:lnTo>
                  <a:pt x="100013" y="190500"/>
                </a:lnTo>
                <a:lnTo>
                  <a:pt x="109538" y="190500"/>
                </a:lnTo>
                <a:lnTo>
                  <a:pt x="119063" y="190500"/>
                </a:lnTo>
                <a:lnTo>
                  <a:pt x="128588" y="190500"/>
                </a:lnTo>
                <a:lnTo>
                  <a:pt x="138113" y="190500"/>
                </a:lnTo>
                <a:lnTo>
                  <a:pt x="147638" y="190500"/>
                </a:lnTo>
                <a:lnTo>
                  <a:pt x="157163" y="190500"/>
                </a:lnTo>
                <a:lnTo>
                  <a:pt x="166688" y="190500"/>
                </a:lnTo>
                <a:lnTo>
                  <a:pt x="176213" y="190500"/>
                </a:lnTo>
                <a:lnTo>
                  <a:pt x="185738" y="190500"/>
                </a:lnTo>
                <a:lnTo>
                  <a:pt x="195263" y="190500"/>
                </a:lnTo>
                <a:lnTo>
                  <a:pt x="204788" y="190500"/>
                </a:lnTo>
                <a:lnTo>
                  <a:pt x="214313" y="190500"/>
                </a:lnTo>
                <a:lnTo>
                  <a:pt x="223838" y="190500"/>
                </a:lnTo>
                <a:lnTo>
                  <a:pt x="233363" y="190500"/>
                </a:lnTo>
                <a:lnTo>
                  <a:pt x="242888" y="190500"/>
                </a:lnTo>
                <a:lnTo>
                  <a:pt x="252413" y="190500"/>
                </a:lnTo>
                <a:lnTo>
                  <a:pt x="261938" y="190500"/>
                </a:lnTo>
                <a:lnTo>
                  <a:pt x="271463" y="190500"/>
                </a:lnTo>
                <a:lnTo>
                  <a:pt x="280988" y="190500"/>
                </a:lnTo>
                <a:lnTo>
                  <a:pt x="290513" y="190500"/>
                </a:lnTo>
                <a:lnTo>
                  <a:pt x="295275" y="195263"/>
                </a:lnTo>
                <a:lnTo>
                  <a:pt x="300038" y="200025"/>
                </a:lnTo>
                <a:lnTo>
                  <a:pt x="309563" y="200025"/>
                </a:lnTo>
                <a:lnTo>
                  <a:pt x="319088" y="200025"/>
                </a:lnTo>
                <a:lnTo>
                  <a:pt x="328613" y="200025"/>
                </a:lnTo>
                <a:lnTo>
                  <a:pt x="338138" y="200025"/>
                </a:lnTo>
                <a:lnTo>
                  <a:pt x="347663" y="200025"/>
                </a:lnTo>
                <a:lnTo>
                  <a:pt x="357188" y="200025"/>
                </a:lnTo>
                <a:lnTo>
                  <a:pt x="366713" y="200025"/>
                </a:lnTo>
                <a:lnTo>
                  <a:pt x="376238" y="200025"/>
                </a:lnTo>
                <a:lnTo>
                  <a:pt x="385763" y="200025"/>
                </a:lnTo>
                <a:lnTo>
                  <a:pt x="395288" y="200025"/>
                </a:lnTo>
                <a:lnTo>
                  <a:pt x="404813" y="200025"/>
                </a:lnTo>
                <a:lnTo>
                  <a:pt x="414338" y="200025"/>
                </a:lnTo>
                <a:lnTo>
                  <a:pt x="423863" y="200025"/>
                </a:lnTo>
                <a:lnTo>
                  <a:pt x="433388" y="200025"/>
                </a:lnTo>
                <a:lnTo>
                  <a:pt x="442913" y="200025"/>
                </a:lnTo>
                <a:lnTo>
                  <a:pt x="452438" y="200025"/>
                </a:lnTo>
                <a:lnTo>
                  <a:pt x="461963" y="200025"/>
                </a:lnTo>
                <a:lnTo>
                  <a:pt x="466725" y="195263"/>
                </a:lnTo>
                <a:lnTo>
                  <a:pt x="466725" y="185738"/>
                </a:lnTo>
                <a:lnTo>
                  <a:pt x="466725" y="176213"/>
                </a:lnTo>
                <a:lnTo>
                  <a:pt x="466725" y="166688"/>
                </a:lnTo>
                <a:lnTo>
                  <a:pt x="466725" y="157163"/>
                </a:lnTo>
                <a:lnTo>
                  <a:pt x="466725" y="147638"/>
                </a:lnTo>
                <a:lnTo>
                  <a:pt x="466725" y="138113"/>
                </a:lnTo>
                <a:lnTo>
                  <a:pt x="466725" y="128588"/>
                </a:lnTo>
                <a:lnTo>
                  <a:pt x="466725" y="119063"/>
                </a:lnTo>
                <a:lnTo>
                  <a:pt x="466725" y="109538"/>
                </a:lnTo>
                <a:lnTo>
                  <a:pt x="466725" y="100013"/>
                </a:lnTo>
                <a:lnTo>
                  <a:pt x="466725" y="90488"/>
                </a:lnTo>
                <a:lnTo>
                  <a:pt x="466725" y="80963"/>
                </a:lnTo>
                <a:lnTo>
                  <a:pt x="466725" y="71438"/>
                </a:lnTo>
                <a:lnTo>
                  <a:pt x="466725" y="61913"/>
                </a:lnTo>
                <a:lnTo>
                  <a:pt x="466725" y="52388"/>
                </a:lnTo>
                <a:lnTo>
                  <a:pt x="466725" y="42863"/>
                </a:lnTo>
                <a:lnTo>
                  <a:pt x="466725" y="33338"/>
                </a:lnTo>
                <a:lnTo>
                  <a:pt x="466725" y="23813"/>
                </a:lnTo>
                <a:lnTo>
                  <a:pt x="466725" y="14288"/>
                </a:lnTo>
                <a:lnTo>
                  <a:pt x="461963" y="9525"/>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close/>
              </a:path>
            </a:pathLst>
          </a:custGeom>
          <a:solidFill xmlns:a="http://schemas.openxmlformats.org/drawingml/2006/main">
            <a:srgbClr val="CBCDCF"/>
          </a:solidFill>
          <a:ln xmlns:a="http://schemas.openxmlformats.org/drawingml/2006/main" w="0">
            <a:noFill/>
            <a:prstDash val="solid"/>
          </a:ln>
        </p:spPr>
      </p:sp>
      <p:sp>
        <p:nvSpPr>
          <p:cNvPr id="1038" name="layout-candidate-gray-102-1">
            <a:extLst xmlns:a="http://schemas.openxmlformats.org/drawingml/2006/main">
              <a:ext uri="{FF2B5EF4-FFF2-40B4-BE49-F238E27FC236}">
                <a16:creationId xmlns:a16="http://schemas.microsoft.com/office/drawing/2014/main" id="{917A148A-523E-4E11-8456-47BEAEB11B4C}"/>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CBCDCF"/>
          </a:solidFill>
          <a:ln xmlns:a="http://schemas.openxmlformats.org/drawingml/2006/main" w="0">
            <a:noFill/>
            <a:prstDash val="solid"/>
          </a:ln>
        </p:spPr>
      </p:sp>
      <p:sp>
        <p:nvSpPr>
          <p:cNvPr id="1039" name="layout-candidate-gray-102-2">
            <a:extLst xmlns:a="http://schemas.openxmlformats.org/drawingml/2006/main">
              <a:ext uri="{FF2B5EF4-FFF2-40B4-BE49-F238E27FC236}">
                <a16:creationId xmlns:a16="http://schemas.microsoft.com/office/drawing/2014/main" id="{339045D5-E44D-4B4F-84AD-4CBB403200A8}"/>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BCDCF"/>
          </a:solidFill>
          <a:ln xmlns:a="http://schemas.openxmlformats.org/drawingml/2006/main" w="0">
            <a:noFill/>
            <a:prstDash val="solid"/>
          </a:ln>
        </p:spPr>
      </p:sp>
      <p:sp>
        <p:nvSpPr>
          <p:cNvPr id="1040" name="layout-candidate-gray-102-3">
            <a:extLst xmlns:a="http://schemas.openxmlformats.org/drawingml/2006/main">
              <a:ext uri="{FF2B5EF4-FFF2-40B4-BE49-F238E27FC236}">
                <a16:creationId xmlns:a16="http://schemas.microsoft.com/office/drawing/2014/main" id="{7E26769E-91A3-4772-80CE-9308B3D11AB7}"/>
              </a:ext>
            </a:extLst>
          </p:cNvPr>
          <p:cNvSpPr>
            <a:spLocks xmlns:a="http://schemas.openxmlformats.org/drawingml/2006/main" noGrp="1"/>
          </p:cNvSpPr>
          <p:nvPr/>
        </p:nvSpPr>
        <p:spPr>
          <a:xfrm xmlns:a="http://schemas.openxmlformats.org/drawingml/2006/main" rot="0">
            <a:off x="136207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BCDCF"/>
          </a:solidFill>
          <a:ln xmlns:a="http://schemas.openxmlformats.org/drawingml/2006/main" w="0">
            <a:noFill/>
            <a:prstDash val="solid"/>
          </a:ln>
        </p:spPr>
      </p:sp>
      <p:sp>
        <p:nvSpPr>
          <p:cNvPr id="1041" name="layout-candidate-gray-102-4">
            <a:extLst xmlns:a="http://schemas.openxmlformats.org/drawingml/2006/main">
              <a:ext uri="{FF2B5EF4-FFF2-40B4-BE49-F238E27FC236}">
                <a16:creationId xmlns:a16="http://schemas.microsoft.com/office/drawing/2014/main" id="{65502C79-96AB-443E-BF98-95A5C207A20E}"/>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BCDCF"/>
          </a:solidFill>
          <a:ln xmlns:a="http://schemas.openxmlformats.org/drawingml/2006/main" w="0">
            <a:noFill/>
            <a:prstDash val="solid"/>
          </a:ln>
        </p:spPr>
      </p:sp>
      <p:sp>
        <p:nvSpPr>
          <p:cNvPr id="1042" name="layout-candidate-gray-102-5">
            <a:extLst xmlns:a="http://schemas.openxmlformats.org/drawingml/2006/main">
              <a:ext uri="{FF2B5EF4-FFF2-40B4-BE49-F238E27FC236}">
                <a16:creationId xmlns:a16="http://schemas.microsoft.com/office/drawing/2014/main" id="{4DFE9775-A56D-4DDA-9CE0-7F0C45995719}"/>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BCDCF"/>
          </a:solidFill>
          <a:ln xmlns:a="http://schemas.openxmlformats.org/drawingml/2006/main" w="0">
            <a:noFill/>
            <a:prstDash val="solid"/>
          </a:ln>
        </p:spPr>
      </p:sp>
      <p:sp>
        <p:nvSpPr>
          <p:cNvPr id="1043" name="layout-candidate-gray-103-0">
            <a:extLst xmlns:a="http://schemas.openxmlformats.org/drawingml/2006/main">
              <a:ext uri="{FF2B5EF4-FFF2-40B4-BE49-F238E27FC236}">
                <a16:creationId xmlns:a16="http://schemas.microsoft.com/office/drawing/2014/main" id="{871DBA22-286A-464E-8BD3-D0FDE1213E9F}"/>
              </a:ext>
            </a:extLst>
          </p:cNvPr>
          <p:cNvSpPr>
            <a:spLocks xmlns:a="http://schemas.openxmlformats.org/drawingml/2006/main" noGrp="1"/>
          </p:cNvSpPr>
          <p:nvPr/>
        </p:nvSpPr>
        <p:spPr>
          <a:xfrm xmlns:a="http://schemas.openxmlformats.org/drawingml/2006/main" rot="0">
            <a:off x="1133475" y="5000625"/>
            <a:ext cx="485775" cy="400050"/>
          </a:xfrm>
          <a:custGeom xmlns:a="http://schemas.openxmlformats.org/drawingml/2006/main">
            <a:pathLst>
              <a:path w="485775" h="4000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85775" y="4763"/>
                </a:lnTo>
                <a:lnTo>
                  <a:pt x="485775" y="14288"/>
                </a:lnTo>
                <a:lnTo>
                  <a:pt x="485775" y="23813"/>
                </a:lnTo>
                <a:lnTo>
                  <a:pt x="485775" y="33338"/>
                </a:lnTo>
                <a:lnTo>
                  <a:pt x="485775" y="42863"/>
                </a:lnTo>
                <a:lnTo>
                  <a:pt x="485775" y="52388"/>
                </a:lnTo>
                <a:lnTo>
                  <a:pt x="485775" y="61913"/>
                </a:lnTo>
                <a:lnTo>
                  <a:pt x="485775" y="71438"/>
                </a:lnTo>
                <a:lnTo>
                  <a:pt x="485775" y="80963"/>
                </a:lnTo>
                <a:lnTo>
                  <a:pt x="485775" y="90488"/>
                </a:lnTo>
                <a:lnTo>
                  <a:pt x="485775" y="100013"/>
                </a:lnTo>
                <a:lnTo>
                  <a:pt x="485775" y="109538"/>
                </a:lnTo>
                <a:lnTo>
                  <a:pt x="485775" y="119063"/>
                </a:lnTo>
                <a:lnTo>
                  <a:pt x="485775" y="128588"/>
                </a:lnTo>
                <a:lnTo>
                  <a:pt x="485775" y="138113"/>
                </a:lnTo>
                <a:lnTo>
                  <a:pt x="485775" y="147638"/>
                </a:lnTo>
                <a:lnTo>
                  <a:pt x="485775" y="157163"/>
                </a:lnTo>
                <a:lnTo>
                  <a:pt x="485775" y="166688"/>
                </a:lnTo>
                <a:lnTo>
                  <a:pt x="485775" y="176213"/>
                </a:lnTo>
                <a:lnTo>
                  <a:pt x="485775" y="185738"/>
                </a:lnTo>
                <a:lnTo>
                  <a:pt x="485775" y="195263"/>
                </a:lnTo>
                <a:lnTo>
                  <a:pt x="485775" y="204788"/>
                </a:lnTo>
                <a:lnTo>
                  <a:pt x="485775" y="214313"/>
                </a:lnTo>
                <a:lnTo>
                  <a:pt x="485775" y="223838"/>
                </a:lnTo>
                <a:lnTo>
                  <a:pt x="485775" y="233363"/>
                </a:lnTo>
                <a:lnTo>
                  <a:pt x="485775" y="242888"/>
                </a:lnTo>
                <a:lnTo>
                  <a:pt x="485775" y="252413"/>
                </a:lnTo>
                <a:lnTo>
                  <a:pt x="485775" y="261938"/>
                </a:lnTo>
                <a:lnTo>
                  <a:pt x="485775" y="271463"/>
                </a:lnTo>
                <a:lnTo>
                  <a:pt x="485775" y="280988"/>
                </a:lnTo>
                <a:lnTo>
                  <a:pt x="485775" y="290513"/>
                </a:lnTo>
                <a:lnTo>
                  <a:pt x="485775" y="300038"/>
                </a:lnTo>
                <a:lnTo>
                  <a:pt x="485775" y="309563"/>
                </a:lnTo>
                <a:lnTo>
                  <a:pt x="485775" y="319088"/>
                </a:lnTo>
                <a:lnTo>
                  <a:pt x="485775" y="328613"/>
                </a:lnTo>
                <a:lnTo>
                  <a:pt x="485775" y="338138"/>
                </a:lnTo>
                <a:lnTo>
                  <a:pt x="485775" y="347663"/>
                </a:lnTo>
                <a:lnTo>
                  <a:pt x="485775" y="357188"/>
                </a:lnTo>
                <a:lnTo>
                  <a:pt x="485775" y="366713"/>
                </a:lnTo>
                <a:lnTo>
                  <a:pt x="485775" y="376238"/>
                </a:lnTo>
                <a:lnTo>
                  <a:pt x="485775" y="385763"/>
                </a:lnTo>
                <a:lnTo>
                  <a:pt x="481013" y="390525"/>
                </a:lnTo>
                <a:lnTo>
                  <a:pt x="476250" y="395288"/>
                </a:lnTo>
                <a:lnTo>
                  <a:pt x="471488" y="400050"/>
                </a:lnTo>
                <a:lnTo>
                  <a:pt x="461963" y="400050"/>
                </a:lnTo>
                <a:lnTo>
                  <a:pt x="452438" y="400050"/>
                </a:lnTo>
                <a:lnTo>
                  <a:pt x="442913" y="400050"/>
                </a:lnTo>
                <a:lnTo>
                  <a:pt x="433388" y="400050"/>
                </a:lnTo>
                <a:lnTo>
                  <a:pt x="423863" y="400050"/>
                </a:lnTo>
                <a:lnTo>
                  <a:pt x="414338" y="400050"/>
                </a:lnTo>
                <a:lnTo>
                  <a:pt x="404813" y="400050"/>
                </a:lnTo>
                <a:lnTo>
                  <a:pt x="395288" y="400050"/>
                </a:lnTo>
                <a:lnTo>
                  <a:pt x="385763" y="400050"/>
                </a:lnTo>
                <a:lnTo>
                  <a:pt x="376238" y="400050"/>
                </a:lnTo>
                <a:lnTo>
                  <a:pt x="366713" y="400050"/>
                </a:lnTo>
                <a:lnTo>
                  <a:pt x="357188" y="400050"/>
                </a:lnTo>
                <a:lnTo>
                  <a:pt x="347663" y="400050"/>
                </a:lnTo>
                <a:lnTo>
                  <a:pt x="338138" y="400050"/>
                </a:lnTo>
                <a:lnTo>
                  <a:pt x="328613" y="400050"/>
                </a:lnTo>
                <a:lnTo>
                  <a:pt x="319088" y="400050"/>
                </a:lnTo>
                <a:lnTo>
                  <a:pt x="309563" y="400050"/>
                </a:lnTo>
                <a:lnTo>
                  <a:pt x="300038" y="400050"/>
                </a:lnTo>
                <a:lnTo>
                  <a:pt x="290513" y="400050"/>
                </a:lnTo>
                <a:lnTo>
                  <a:pt x="285750" y="395288"/>
                </a:lnTo>
                <a:lnTo>
                  <a:pt x="280988" y="390525"/>
                </a:lnTo>
                <a:lnTo>
                  <a:pt x="276225" y="385763"/>
                </a:lnTo>
                <a:lnTo>
                  <a:pt x="276225" y="376238"/>
                </a:lnTo>
                <a:lnTo>
                  <a:pt x="276225" y="366713"/>
                </a:lnTo>
                <a:lnTo>
                  <a:pt x="276225" y="357188"/>
                </a:lnTo>
                <a:lnTo>
                  <a:pt x="276225" y="347663"/>
                </a:lnTo>
                <a:lnTo>
                  <a:pt x="276225" y="338138"/>
                </a:lnTo>
                <a:lnTo>
                  <a:pt x="276225" y="328613"/>
                </a:lnTo>
                <a:lnTo>
                  <a:pt x="276225" y="319088"/>
                </a:lnTo>
                <a:lnTo>
                  <a:pt x="276225" y="309563"/>
                </a:lnTo>
                <a:lnTo>
                  <a:pt x="276225" y="300038"/>
                </a:lnTo>
                <a:lnTo>
                  <a:pt x="276225" y="290513"/>
                </a:lnTo>
                <a:lnTo>
                  <a:pt x="276225" y="280988"/>
                </a:lnTo>
                <a:lnTo>
                  <a:pt x="276225" y="271463"/>
                </a:lnTo>
                <a:lnTo>
                  <a:pt x="276225" y="261938"/>
                </a:lnTo>
                <a:lnTo>
                  <a:pt x="276225" y="252413"/>
                </a:lnTo>
                <a:lnTo>
                  <a:pt x="276225" y="242888"/>
                </a:lnTo>
                <a:lnTo>
                  <a:pt x="276225" y="233363"/>
                </a:lnTo>
                <a:lnTo>
                  <a:pt x="276225" y="223838"/>
                </a:lnTo>
                <a:lnTo>
                  <a:pt x="276225" y="214313"/>
                </a:lnTo>
                <a:lnTo>
                  <a:pt x="271463" y="209550"/>
                </a:lnTo>
                <a:lnTo>
                  <a:pt x="261938" y="209550"/>
                </a:lnTo>
                <a:lnTo>
                  <a:pt x="252413" y="209550"/>
                </a:lnTo>
                <a:lnTo>
                  <a:pt x="242888" y="209550"/>
                </a:lnTo>
                <a:lnTo>
                  <a:pt x="233363" y="209550"/>
                </a:lnTo>
                <a:lnTo>
                  <a:pt x="223838" y="209550"/>
                </a:lnTo>
                <a:lnTo>
                  <a:pt x="214313" y="209550"/>
                </a:lnTo>
                <a:lnTo>
                  <a:pt x="204788" y="209550"/>
                </a:lnTo>
                <a:lnTo>
                  <a:pt x="195263" y="209550"/>
                </a:lnTo>
                <a:lnTo>
                  <a:pt x="185738" y="209550"/>
                </a:lnTo>
                <a:lnTo>
                  <a:pt x="176213" y="209550"/>
                </a:lnTo>
                <a:lnTo>
                  <a:pt x="166688" y="209550"/>
                </a:lnTo>
                <a:lnTo>
                  <a:pt x="157163" y="209550"/>
                </a:lnTo>
                <a:lnTo>
                  <a:pt x="147638" y="209550"/>
                </a:lnTo>
                <a:lnTo>
                  <a:pt x="138113" y="209550"/>
                </a:lnTo>
                <a:lnTo>
                  <a:pt x="128588" y="209550"/>
                </a:lnTo>
                <a:lnTo>
                  <a:pt x="119063" y="209550"/>
                </a:lnTo>
                <a:lnTo>
                  <a:pt x="109538" y="209550"/>
                </a:lnTo>
                <a:lnTo>
                  <a:pt x="100013" y="209550"/>
                </a:lnTo>
                <a:lnTo>
                  <a:pt x="90488" y="209550"/>
                </a:lnTo>
                <a:lnTo>
                  <a:pt x="80963" y="209550"/>
                </a:lnTo>
                <a:lnTo>
                  <a:pt x="71438" y="209550"/>
                </a:lnTo>
                <a:lnTo>
                  <a:pt x="61913" y="209550"/>
                </a:lnTo>
                <a:lnTo>
                  <a:pt x="52388" y="209550"/>
                </a:lnTo>
                <a:lnTo>
                  <a:pt x="42863" y="209550"/>
                </a:lnTo>
                <a:lnTo>
                  <a:pt x="33338" y="209550"/>
                </a:lnTo>
                <a:lnTo>
                  <a:pt x="23813" y="209550"/>
                </a:lnTo>
                <a:lnTo>
                  <a:pt x="14288" y="209550"/>
                </a:lnTo>
                <a:lnTo>
                  <a:pt x="9525" y="204788"/>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23813" y="9525"/>
                </a:moveTo>
                <a:lnTo>
                  <a:pt x="19050" y="14288"/>
                </a:lnTo>
                <a:lnTo>
                  <a:pt x="19050" y="23813"/>
                </a:lnTo>
                <a:lnTo>
                  <a:pt x="19050" y="33338"/>
                </a:lnTo>
                <a:lnTo>
                  <a:pt x="19050" y="42863"/>
                </a:lnTo>
                <a:lnTo>
                  <a:pt x="19050" y="52388"/>
                </a:lnTo>
                <a:lnTo>
                  <a:pt x="19050" y="61913"/>
                </a:lnTo>
                <a:lnTo>
                  <a:pt x="19050" y="71438"/>
                </a:lnTo>
                <a:lnTo>
                  <a:pt x="19050" y="80963"/>
                </a:lnTo>
                <a:lnTo>
                  <a:pt x="19050" y="90488"/>
                </a:lnTo>
                <a:lnTo>
                  <a:pt x="19050" y="100013"/>
                </a:lnTo>
                <a:lnTo>
                  <a:pt x="19050" y="109538"/>
                </a:lnTo>
                <a:lnTo>
                  <a:pt x="19050" y="119063"/>
                </a:lnTo>
                <a:lnTo>
                  <a:pt x="19050" y="128588"/>
                </a:lnTo>
                <a:lnTo>
                  <a:pt x="19050" y="138113"/>
                </a:lnTo>
                <a:lnTo>
                  <a:pt x="19050" y="147638"/>
                </a:lnTo>
                <a:lnTo>
                  <a:pt x="19050" y="157163"/>
                </a:lnTo>
                <a:lnTo>
                  <a:pt x="19050" y="166688"/>
                </a:lnTo>
                <a:lnTo>
                  <a:pt x="19050" y="176213"/>
                </a:lnTo>
                <a:lnTo>
                  <a:pt x="19050" y="185738"/>
                </a:lnTo>
                <a:lnTo>
                  <a:pt x="23813" y="190500"/>
                </a:lnTo>
                <a:lnTo>
                  <a:pt x="33338" y="190500"/>
                </a:lnTo>
                <a:lnTo>
                  <a:pt x="42863" y="190500"/>
                </a:lnTo>
                <a:lnTo>
                  <a:pt x="52388" y="190500"/>
                </a:lnTo>
                <a:lnTo>
                  <a:pt x="61913" y="190500"/>
                </a:lnTo>
                <a:lnTo>
                  <a:pt x="71438" y="190500"/>
                </a:lnTo>
                <a:lnTo>
                  <a:pt x="80963" y="190500"/>
                </a:lnTo>
                <a:lnTo>
                  <a:pt x="90488" y="190500"/>
                </a:lnTo>
                <a:lnTo>
                  <a:pt x="100013" y="190500"/>
                </a:lnTo>
                <a:lnTo>
                  <a:pt x="109538" y="190500"/>
                </a:lnTo>
                <a:lnTo>
                  <a:pt x="119063" y="190500"/>
                </a:lnTo>
                <a:lnTo>
                  <a:pt x="128588" y="190500"/>
                </a:lnTo>
                <a:lnTo>
                  <a:pt x="138113" y="190500"/>
                </a:lnTo>
                <a:lnTo>
                  <a:pt x="147638" y="190500"/>
                </a:lnTo>
                <a:lnTo>
                  <a:pt x="157163" y="190500"/>
                </a:lnTo>
                <a:lnTo>
                  <a:pt x="166688" y="190500"/>
                </a:lnTo>
                <a:lnTo>
                  <a:pt x="176213" y="190500"/>
                </a:lnTo>
                <a:lnTo>
                  <a:pt x="185738" y="190500"/>
                </a:lnTo>
                <a:lnTo>
                  <a:pt x="195263" y="190500"/>
                </a:lnTo>
                <a:lnTo>
                  <a:pt x="204788" y="190500"/>
                </a:lnTo>
                <a:lnTo>
                  <a:pt x="214313" y="190500"/>
                </a:lnTo>
                <a:lnTo>
                  <a:pt x="223838" y="190500"/>
                </a:lnTo>
                <a:lnTo>
                  <a:pt x="233363" y="190500"/>
                </a:lnTo>
                <a:lnTo>
                  <a:pt x="242888" y="190500"/>
                </a:lnTo>
                <a:lnTo>
                  <a:pt x="252413" y="190500"/>
                </a:lnTo>
                <a:lnTo>
                  <a:pt x="261938" y="190500"/>
                </a:lnTo>
                <a:lnTo>
                  <a:pt x="271463" y="190500"/>
                </a:lnTo>
                <a:lnTo>
                  <a:pt x="280988" y="190500"/>
                </a:lnTo>
                <a:lnTo>
                  <a:pt x="290513" y="190500"/>
                </a:lnTo>
                <a:lnTo>
                  <a:pt x="295275" y="195263"/>
                </a:lnTo>
                <a:lnTo>
                  <a:pt x="295275" y="204788"/>
                </a:lnTo>
                <a:lnTo>
                  <a:pt x="300038" y="209550"/>
                </a:lnTo>
                <a:lnTo>
                  <a:pt x="309563" y="209550"/>
                </a:lnTo>
                <a:lnTo>
                  <a:pt x="319088" y="209550"/>
                </a:lnTo>
                <a:lnTo>
                  <a:pt x="328613" y="209550"/>
                </a:lnTo>
                <a:lnTo>
                  <a:pt x="338138" y="209550"/>
                </a:lnTo>
                <a:lnTo>
                  <a:pt x="347663" y="209550"/>
                </a:lnTo>
                <a:lnTo>
                  <a:pt x="357188" y="209550"/>
                </a:lnTo>
                <a:lnTo>
                  <a:pt x="366713" y="209550"/>
                </a:lnTo>
                <a:lnTo>
                  <a:pt x="376238" y="209550"/>
                </a:lnTo>
                <a:lnTo>
                  <a:pt x="385763" y="209550"/>
                </a:lnTo>
                <a:lnTo>
                  <a:pt x="395288" y="209550"/>
                </a:lnTo>
                <a:lnTo>
                  <a:pt x="404813" y="209550"/>
                </a:lnTo>
                <a:lnTo>
                  <a:pt x="414338" y="209550"/>
                </a:lnTo>
                <a:lnTo>
                  <a:pt x="423863" y="209550"/>
                </a:lnTo>
                <a:lnTo>
                  <a:pt x="433388" y="209550"/>
                </a:lnTo>
                <a:lnTo>
                  <a:pt x="442913" y="209550"/>
                </a:lnTo>
                <a:lnTo>
                  <a:pt x="452438" y="209550"/>
                </a:lnTo>
                <a:lnTo>
                  <a:pt x="461963" y="209550"/>
                </a:lnTo>
                <a:lnTo>
                  <a:pt x="466725" y="204788"/>
                </a:lnTo>
                <a:lnTo>
                  <a:pt x="466725" y="195263"/>
                </a:lnTo>
                <a:lnTo>
                  <a:pt x="466725" y="185738"/>
                </a:lnTo>
                <a:lnTo>
                  <a:pt x="466725" y="176213"/>
                </a:lnTo>
                <a:lnTo>
                  <a:pt x="466725" y="166688"/>
                </a:lnTo>
                <a:lnTo>
                  <a:pt x="466725" y="157163"/>
                </a:lnTo>
                <a:lnTo>
                  <a:pt x="466725" y="147638"/>
                </a:lnTo>
                <a:lnTo>
                  <a:pt x="466725" y="138113"/>
                </a:lnTo>
                <a:lnTo>
                  <a:pt x="466725" y="128588"/>
                </a:lnTo>
                <a:lnTo>
                  <a:pt x="466725" y="119063"/>
                </a:lnTo>
                <a:lnTo>
                  <a:pt x="466725" y="109538"/>
                </a:lnTo>
                <a:lnTo>
                  <a:pt x="466725" y="100013"/>
                </a:lnTo>
                <a:lnTo>
                  <a:pt x="466725" y="90488"/>
                </a:lnTo>
                <a:lnTo>
                  <a:pt x="466725" y="80963"/>
                </a:lnTo>
                <a:lnTo>
                  <a:pt x="466725" y="71438"/>
                </a:lnTo>
                <a:lnTo>
                  <a:pt x="466725" y="61913"/>
                </a:lnTo>
                <a:lnTo>
                  <a:pt x="466725" y="52388"/>
                </a:lnTo>
                <a:lnTo>
                  <a:pt x="466725" y="42863"/>
                </a:lnTo>
                <a:lnTo>
                  <a:pt x="466725" y="33338"/>
                </a:lnTo>
                <a:lnTo>
                  <a:pt x="466725" y="23813"/>
                </a:lnTo>
                <a:lnTo>
                  <a:pt x="466725" y="14288"/>
                </a:lnTo>
                <a:lnTo>
                  <a:pt x="461963" y="9525"/>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close/>
              </a:path>
            </a:pathLst>
          </a:custGeom>
          <a:solidFill xmlns:a="http://schemas.openxmlformats.org/drawingml/2006/main">
            <a:srgbClr val="CDCFD1"/>
          </a:solidFill>
          <a:ln xmlns:a="http://schemas.openxmlformats.org/drawingml/2006/main" w="0">
            <a:noFill/>
            <a:prstDash val="solid"/>
          </a:ln>
        </p:spPr>
      </p:sp>
      <p:sp>
        <p:nvSpPr>
          <p:cNvPr id="1044" name="layout-candidate-gray-103-1">
            <a:extLst xmlns:a="http://schemas.openxmlformats.org/drawingml/2006/main">
              <a:ext uri="{FF2B5EF4-FFF2-40B4-BE49-F238E27FC236}">
                <a16:creationId xmlns:a16="http://schemas.microsoft.com/office/drawing/2014/main" id="{8146745F-93F2-4415-9FF5-0407DA0B3B9A}"/>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CDCFD1"/>
          </a:solidFill>
          <a:ln xmlns:a="http://schemas.openxmlformats.org/drawingml/2006/main" w="0">
            <a:noFill/>
            <a:prstDash val="solid"/>
          </a:ln>
        </p:spPr>
      </p:sp>
      <p:sp>
        <p:nvSpPr>
          <p:cNvPr id="1045" name="layout-candidate-gray-103-2">
            <a:extLst xmlns:a="http://schemas.openxmlformats.org/drawingml/2006/main">
              <a:ext uri="{FF2B5EF4-FFF2-40B4-BE49-F238E27FC236}">
                <a16:creationId xmlns:a16="http://schemas.microsoft.com/office/drawing/2014/main" id="{70607D28-13A2-4497-9B8A-077A1B9FC79E}"/>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DCFD1"/>
          </a:solidFill>
          <a:ln xmlns:a="http://schemas.openxmlformats.org/drawingml/2006/main" w="0">
            <a:noFill/>
            <a:prstDash val="solid"/>
          </a:ln>
        </p:spPr>
      </p:sp>
      <p:sp>
        <p:nvSpPr>
          <p:cNvPr id="1046" name="layout-candidate-gray-103-3">
            <a:extLst xmlns:a="http://schemas.openxmlformats.org/drawingml/2006/main">
              <a:ext uri="{FF2B5EF4-FFF2-40B4-BE49-F238E27FC236}">
                <a16:creationId xmlns:a16="http://schemas.microsoft.com/office/drawing/2014/main" id="{4C60D841-814A-44FF-9F05-0EE296118EBD}"/>
              </a:ext>
            </a:extLst>
          </p:cNvPr>
          <p:cNvSpPr>
            <a:spLocks xmlns:a="http://schemas.openxmlformats.org/drawingml/2006/main" noGrp="1"/>
          </p:cNvSpPr>
          <p:nvPr/>
        </p:nvSpPr>
        <p:spPr>
          <a:xfrm xmlns:a="http://schemas.openxmlformats.org/drawingml/2006/main" rot="0">
            <a:off x="136207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DCFD1"/>
          </a:solidFill>
          <a:ln xmlns:a="http://schemas.openxmlformats.org/drawingml/2006/main" w="0">
            <a:noFill/>
            <a:prstDash val="solid"/>
          </a:ln>
        </p:spPr>
      </p:sp>
      <p:sp>
        <p:nvSpPr>
          <p:cNvPr id="1047" name="layout-candidate-gray-103-4">
            <a:extLst xmlns:a="http://schemas.openxmlformats.org/drawingml/2006/main">
              <a:ext uri="{FF2B5EF4-FFF2-40B4-BE49-F238E27FC236}">
                <a16:creationId xmlns:a16="http://schemas.microsoft.com/office/drawing/2014/main" id="{BAACC12B-3CBA-45D2-9F0A-B7906AC6D418}"/>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DCFD1"/>
          </a:solidFill>
          <a:ln xmlns:a="http://schemas.openxmlformats.org/drawingml/2006/main" w="0">
            <a:noFill/>
            <a:prstDash val="solid"/>
          </a:ln>
        </p:spPr>
      </p:sp>
      <p:sp>
        <p:nvSpPr>
          <p:cNvPr id="1048" name="layout-candidate-gray-103-5">
            <a:extLst xmlns:a="http://schemas.openxmlformats.org/drawingml/2006/main">
              <a:ext uri="{FF2B5EF4-FFF2-40B4-BE49-F238E27FC236}">
                <a16:creationId xmlns:a16="http://schemas.microsoft.com/office/drawing/2014/main" id="{D52CDC8F-51C2-47A4-BD7F-7399F10202EB}"/>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DCFD1"/>
          </a:solidFill>
          <a:ln xmlns:a="http://schemas.openxmlformats.org/drawingml/2006/main" w="0">
            <a:noFill/>
            <a:prstDash val="solid"/>
          </a:ln>
        </p:spPr>
      </p:sp>
      <p:sp>
        <p:nvSpPr>
          <p:cNvPr id="1049" name="layout-candidate-gray-104-0">
            <a:extLst xmlns:a="http://schemas.openxmlformats.org/drawingml/2006/main">
              <a:ext uri="{FF2B5EF4-FFF2-40B4-BE49-F238E27FC236}">
                <a16:creationId xmlns:a16="http://schemas.microsoft.com/office/drawing/2014/main" id="{E6D7F76C-FB8B-4207-ACC2-DB899A6AF5AC}"/>
              </a:ext>
            </a:extLst>
          </p:cNvPr>
          <p:cNvSpPr>
            <a:spLocks xmlns:a="http://schemas.openxmlformats.org/drawingml/2006/main" noGrp="1"/>
          </p:cNvSpPr>
          <p:nvPr/>
        </p:nvSpPr>
        <p:spPr>
          <a:xfrm xmlns:a="http://schemas.openxmlformats.org/drawingml/2006/main" rot="0">
            <a:off x="1133475" y="5000625"/>
            <a:ext cx="485775" cy="400050"/>
          </a:xfrm>
          <a:custGeom xmlns:a="http://schemas.openxmlformats.org/drawingml/2006/main">
            <a:pathLst>
              <a:path w="485775" h="4000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85775" y="4763"/>
                </a:lnTo>
                <a:lnTo>
                  <a:pt x="485775" y="14288"/>
                </a:lnTo>
                <a:lnTo>
                  <a:pt x="485775" y="23813"/>
                </a:lnTo>
                <a:lnTo>
                  <a:pt x="485775" y="33338"/>
                </a:lnTo>
                <a:lnTo>
                  <a:pt x="485775" y="42863"/>
                </a:lnTo>
                <a:lnTo>
                  <a:pt x="485775" y="52388"/>
                </a:lnTo>
                <a:lnTo>
                  <a:pt x="485775" y="61913"/>
                </a:lnTo>
                <a:lnTo>
                  <a:pt x="485775" y="71438"/>
                </a:lnTo>
                <a:lnTo>
                  <a:pt x="485775" y="80963"/>
                </a:lnTo>
                <a:lnTo>
                  <a:pt x="485775" y="90488"/>
                </a:lnTo>
                <a:lnTo>
                  <a:pt x="485775" y="100013"/>
                </a:lnTo>
                <a:lnTo>
                  <a:pt x="485775" y="109538"/>
                </a:lnTo>
                <a:lnTo>
                  <a:pt x="485775" y="119063"/>
                </a:lnTo>
                <a:lnTo>
                  <a:pt x="485775" y="128588"/>
                </a:lnTo>
                <a:lnTo>
                  <a:pt x="485775" y="138113"/>
                </a:lnTo>
                <a:lnTo>
                  <a:pt x="485775" y="147638"/>
                </a:lnTo>
                <a:lnTo>
                  <a:pt x="485775" y="157163"/>
                </a:lnTo>
                <a:lnTo>
                  <a:pt x="485775" y="166688"/>
                </a:lnTo>
                <a:lnTo>
                  <a:pt x="485775" y="176213"/>
                </a:lnTo>
                <a:lnTo>
                  <a:pt x="485775" y="185738"/>
                </a:lnTo>
                <a:lnTo>
                  <a:pt x="485775" y="195263"/>
                </a:lnTo>
                <a:lnTo>
                  <a:pt x="485775" y="204788"/>
                </a:lnTo>
                <a:lnTo>
                  <a:pt x="485775" y="214313"/>
                </a:lnTo>
                <a:lnTo>
                  <a:pt x="485775" y="223838"/>
                </a:lnTo>
                <a:lnTo>
                  <a:pt x="485775" y="233363"/>
                </a:lnTo>
                <a:lnTo>
                  <a:pt x="485775" y="242888"/>
                </a:lnTo>
                <a:lnTo>
                  <a:pt x="485775" y="252413"/>
                </a:lnTo>
                <a:lnTo>
                  <a:pt x="485775" y="261938"/>
                </a:lnTo>
                <a:lnTo>
                  <a:pt x="485775" y="271463"/>
                </a:lnTo>
                <a:lnTo>
                  <a:pt x="485775" y="280988"/>
                </a:lnTo>
                <a:lnTo>
                  <a:pt x="485775" y="290513"/>
                </a:lnTo>
                <a:lnTo>
                  <a:pt x="485775" y="300038"/>
                </a:lnTo>
                <a:lnTo>
                  <a:pt x="485775" y="309563"/>
                </a:lnTo>
                <a:lnTo>
                  <a:pt x="485775" y="319088"/>
                </a:lnTo>
                <a:lnTo>
                  <a:pt x="485775" y="328613"/>
                </a:lnTo>
                <a:lnTo>
                  <a:pt x="485775" y="338138"/>
                </a:lnTo>
                <a:lnTo>
                  <a:pt x="485775" y="347663"/>
                </a:lnTo>
                <a:lnTo>
                  <a:pt x="485775" y="357188"/>
                </a:lnTo>
                <a:lnTo>
                  <a:pt x="485775" y="366713"/>
                </a:lnTo>
                <a:lnTo>
                  <a:pt x="485775" y="376238"/>
                </a:lnTo>
                <a:lnTo>
                  <a:pt x="485775" y="385763"/>
                </a:lnTo>
                <a:lnTo>
                  <a:pt x="481013" y="390525"/>
                </a:lnTo>
                <a:lnTo>
                  <a:pt x="476250" y="395288"/>
                </a:lnTo>
                <a:lnTo>
                  <a:pt x="471488" y="400050"/>
                </a:lnTo>
                <a:lnTo>
                  <a:pt x="461963" y="400050"/>
                </a:lnTo>
                <a:lnTo>
                  <a:pt x="452438" y="400050"/>
                </a:lnTo>
                <a:lnTo>
                  <a:pt x="442913" y="400050"/>
                </a:lnTo>
                <a:lnTo>
                  <a:pt x="433388" y="400050"/>
                </a:lnTo>
                <a:lnTo>
                  <a:pt x="423863" y="400050"/>
                </a:lnTo>
                <a:lnTo>
                  <a:pt x="414338" y="400050"/>
                </a:lnTo>
                <a:lnTo>
                  <a:pt x="404813" y="400050"/>
                </a:lnTo>
                <a:lnTo>
                  <a:pt x="395288" y="400050"/>
                </a:lnTo>
                <a:lnTo>
                  <a:pt x="385763" y="400050"/>
                </a:lnTo>
                <a:lnTo>
                  <a:pt x="376238" y="400050"/>
                </a:lnTo>
                <a:lnTo>
                  <a:pt x="366713" y="400050"/>
                </a:lnTo>
                <a:lnTo>
                  <a:pt x="357188" y="400050"/>
                </a:lnTo>
                <a:lnTo>
                  <a:pt x="347663" y="400050"/>
                </a:lnTo>
                <a:lnTo>
                  <a:pt x="338138" y="400050"/>
                </a:lnTo>
                <a:lnTo>
                  <a:pt x="328613" y="400050"/>
                </a:lnTo>
                <a:lnTo>
                  <a:pt x="319088" y="400050"/>
                </a:lnTo>
                <a:lnTo>
                  <a:pt x="309563" y="400050"/>
                </a:lnTo>
                <a:lnTo>
                  <a:pt x="300038" y="400050"/>
                </a:lnTo>
                <a:lnTo>
                  <a:pt x="290513" y="400050"/>
                </a:lnTo>
                <a:lnTo>
                  <a:pt x="285750" y="395288"/>
                </a:lnTo>
                <a:lnTo>
                  <a:pt x="280988" y="390525"/>
                </a:lnTo>
                <a:lnTo>
                  <a:pt x="276225" y="385763"/>
                </a:lnTo>
                <a:lnTo>
                  <a:pt x="276225" y="376238"/>
                </a:lnTo>
                <a:lnTo>
                  <a:pt x="276225" y="366713"/>
                </a:lnTo>
                <a:lnTo>
                  <a:pt x="276225" y="357188"/>
                </a:lnTo>
                <a:lnTo>
                  <a:pt x="276225" y="347663"/>
                </a:lnTo>
                <a:lnTo>
                  <a:pt x="276225" y="338138"/>
                </a:lnTo>
                <a:lnTo>
                  <a:pt x="276225" y="328613"/>
                </a:lnTo>
                <a:lnTo>
                  <a:pt x="276225" y="319088"/>
                </a:lnTo>
                <a:lnTo>
                  <a:pt x="276225" y="309563"/>
                </a:lnTo>
                <a:lnTo>
                  <a:pt x="276225" y="300038"/>
                </a:lnTo>
                <a:lnTo>
                  <a:pt x="276225" y="290513"/>
                </a:lnTo>
                <a:lnTo>
                  <a:pt x="276225" y="280988"/>
                </a:lnTo>
                <a:lnTo>
                  <a:pt x="276225" y="271463"/>
                </a:lnTo>
                <a:lnTo>
                  <a:pt x="276225" y="261938"/>
                </a:lnTo>
                <a:lnTo>
                  <a:pt x="276225" y="252413"/>
                </a:lnTo>
                <a:lnTo>
                  <a:pt x="276225" y="242888"/>
                </a:lnTo>
                <a:lnTo>
                  <a:pt x="276225" y="233363"/>
                </a:lnTo>
                <a:lnTo>
                  <a:pt x="276225" y="223838"/>
                </a:lnTo>
                <a:lnTo>
                  <a:pt x="276225" y="214313"/>
                </a:lnTo>
                <a:lnTo>
                  <a:pt x="271463" y="209550"/>
                </a:lnTo>
                <a:lnTo>
                  <a:pt x="261938" y="209550"/>
                </a:lnTo>
                <a:lnTo>
                  <a:pt x="252413" y="209550"/>
                </a:lnTo>
                <a:lnTo>
                  <a:pt x="242888" y="209550"/>
                </a:lnTo>
                <a:lnTo>
                  <a:pt x="233363" y="209550"/>
                </a:lnTo>
                <a:lnTo>
                  <a:pt x="223838" y="209550"/>
                </a:lnTo>
                <a:lnTo>
                  <a:pt x="214313" y="209550"/>
                </a:lnTo>
                <a:lnTo>
                  <a:pt x="204788" y="209550"/>
                </a:lnTo>
                <a:lnTo>
                  <a:pt x="195263" y="209550"/>
                </a:lnTo>
                <a:lnTo>
                  <a:pt x="185738" y="209550"/>
                </a:lnTo>
                <a:lnTo>
                  <a:pt x="176213" y="209550"/>
                </a:lnTo>
                <a:lnTo>
                  <a:pt x="166688" y="209550"/>
                </a:lnTo>
                <a:lnTo>
                  <a:pt x="157163" y="209550"/>
                </a:lnTo>
                <a:lnTo>
                  <a:pt x="147638" y="209550"/>
                </a:lnTo>
                <a:lnTo>
                  <a:pt x="138113" y="209550"/>
                </a:lnTo>
                <a:lnTo>
                  <a:pt x="128588" y="209550"/>
                </a:lnTo>
                <a:lnTo>
                  <a:pt x="119063" y="209550"/>
                </a:lnTo>
                <a:lnTo>
                  <a:pt x="109538" y="209550"/>
                </a:lnTo>
                <a:lnTo>
                  <a:pt x="100013" y="209550"/>
                </a:lnTo>
                <a:lnTo>
                  <a:pt x="90488" y="209550"/>
                </a:lnTo>
                <a:lnTo>
                  <a:pt x="80963" y="209550"/>
                </a:lnTo>
                <a:lnTo>
                  <a:pt x="71438" y="209550"/>
                </a:lnTo>
                <a:lnTo>
                  <a:pt x="61913" y="209550"/>
                </a:lnTo>
                <a:lnTo>
                  <a:pt x="52388" y="209550"/>
                </a:lnTo>
                <a:lnTo>
                  <a:pt x="42863" y="209550"/>
                </a:lnTo>
                <a:lnTo>
                  <a:pt x="33338" y="209550"/>
                </a:lnTo>
                <a:lnTo>
                  <a:pt x="23813" y="209550"/>
                </a:lnTo>
                <a:lnTo>
                  <a:pt x="14288" y="209550"/>
                </a:lnTo>
                <a:lnTo>
                  <a:pt x="9525" y="204788"/>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23813" y="9525"/>
                </a:moveTo>
                <a:lnTo>
                  <a:pt x="19050" y="14288"/>
                </a:lnTo>
                <a:lnTo>
                  <a:pt x="19050" y="23813"/>
                </a:lnTo>
                <a:lnTo>
                  <a:pt x="19050" y="33338"/>
                </a:lnTo>
                <a:lnTo>
                  <a:pt x="19050" y="42863"/>
                </a:lnTo>
                <a:lnTo>
                  <a:pt x="19050" y="52388"/>
                </a:lnTo>
                <a:lnTo>
                  <a:pt x="19050" y="61913"/>
                </a:lnTo>
                <a:lnTo>
                  <a:pt x="19050" y="71438"/>
                </a:lnTo>
                <a:lnTo>
                  <a:pt x="19050" y="80963"/>
                </a:lnTo>
                <a:lnTo>
                  <a:pt x="19050" y="90488"/>
                </a:lnTo>
                <a:lnTo>
                  <a:pt x="19050" y="100013"/>
                </a:lnTo>
                <a:lnTo>
                  <a:pt x="19050" y="109538"/>
                </a:lnTo>
                <a:lnTo>
                  <a:pt x="19050" y="119063"/>
                </a:lnTo>
                <a:lnTo>
                  <a:pt x="19050" y="128588"/>
                </a:lnTo>
                <a:lnTo>
                  <a:pt x="19050" y="138113"/>
                </a:lnTo>
                <a:lnTo>
                  <a:pt x="19050" y="147638"/>
                </a:lnTo>
                <a:lnTo>
                  <a:pt x="19050" y="157163"/>
                </a:lnTo>
                <a:lnTo>
                  <a:pt x="19050" y="166688"/>
                </a:lnTo>
                <a:lnTo>
                  <a:pt x="19050" y="176213"/>
                </a:lnTo>
                <a:lnTo>
                  <a:pt x="19050" y="185738"/>
                </a:lnTo>
                <a:lnTo>
                  <a:pt x="23813" y="190500"/>
                </a:lnTo>
                <a:lnTo>
                  <a:pt x="33338" y="190500"/>
                </a:lnTo>
                <a:lnTo>
                  <a:pt x="42863" y="190500"/>
                </a:lnTo>
                <a:lnTo>
                  <a:pt x="52388" y="190500"/>
                </a:lnTo>
                <a:lnTo>
                  <a:pt x="61913" y="190500"/>
                </a:lnTo>
                <a:lnTo>
                  <a:pt x="71438" y="190500"/>
                </a:lnTo>
                <a:lnTo>
                  <a:pt x="80963" y="190500"/>
                </a:lnTo>
                <a:lnTo>
                  <a:pt x="90488" y="190500"/>
                </a:lnTo>
                <a:lnTo>
                  <a:pt x="100013" y="190500"/>
                </a:lnTo>
                <a:lnTo>
                  <a:pt x="109538" y="190500"/>
                </a:lnTo>
                <a:lnTo>
                  <a:pt x="119063" y="190500"/>
                </a:lnTo>
                <a:lnTo>
                  <a:pt x="128588" y="190500"/>
                </a:lnTo>
                <a:lnTo>
                  <a:pt x="138113" y="190500"/>
                </a:lnTo>
                <a:lnTo>
                  <a:pt x="147638" y="190500"/>
                </a:lnTo>
                <a:lnTo>
                  <a:pt x="157163" y="190500"/>
                </a:lnTo>
                <a:lnTo>
                  <a:pt x="166688" y="190500"/>
                </a:lnTo>
                <a:lnTo>
                  <a:pt x="176213" y="190500"/>
                </a:lnTo>
                <a:lnTo>
                  <a:pt x="185738" y="190500"/>
                </a:lnTo>
                <a:lnTo>
                  <a:pt x="195263" y="190500"/>
                </a:lnTo>
                <a:lnTo>
                  <a:pt x="204788" y="190500"/>
                </a:lnTo>
                <a:lnTo>
                  <a:pt x="214313" y="190500"/>
                </a:lnTo>
                <a:lnTo>
                  <a:pt x="223838" y="190500"/>
                </a:lnTo>
                <a:lnTo>
                  <a:pt x="233363" y="190500"/>
                </a:lnTo>
                <a:lnTo>
                  <a:pt x="242888" y="190500"/>
                </a:lnTo>
                <a:lnTo>
                  <a:pt x="252413" y="190500"/>
                </a:lnTo>
                <a:lnTo>
                  <a:pt x="261938" y="190500"/>
                </a:lnTo>
                <a:lnTo>
                  <a:pt x="271463" y="190500"/>
                </a:lnTo>
                <a:lnTo>
                  <a:pt x="280988" y="190500"/>
                </a:lnTo>
                <a:lnTo>
                  <a:pt x="290513" y="190500"/>
                </a:lnTo>
                <a:lnTo>
                  <a:pt x="295275" y="195263"/>
                </a:lnTo>
                <a:lnTo>
                  <a:pt x="295275" y="204788"/>
                </a:lnTo>
                <a:lnTo>
                  <a:pt x="295275" y="214313"/>
                </a:lnTo>
                <a:lnTo>
                  <a:pt x="300038" y="219075"/>
                </a:lnTo>
                <a:lnTo>
                  <a:pt x="309563" y="219075"/>
                </a:lnTo>
                <a:lnTo>
                  <a:pt x="319088" y="219075"/>
                </a:lnTo>
                <a:lnTo>
                  <a:pt x="328613" y="219075"/>
                </a:lnTo>
                <a:lnTo>
                  <a:pt x="338138" y="219075"/>
                </a:lnTo>
                <a:lnTo>
                  <a:pt x="347663" y="219075"/>
                </a:lnTo>
                <a:lnTo>
                  <a:pt x="357188" y="219075"/>
                </a:lnTo>
                <a:lnTo>
                  <a:pt x="366713" y="219075"/>
                </a:lnTo>
                <a:lnTo>
                  <a:pt x="376238" y="219075"/>
                </a:lnTo>
                <a:lnTo>
                  <a:pt x="385763" y="219075"/>
                </a:lnTo>
                <a:lnTo>
                  <a:pt x="395288" y="219075"/>
                </a:lnTo>
                <a:lnTo>
                  <a:pt x="404813" y="219075"/>
                </a:lnTo>
                <a:lnTo>
                  <a:pt x="414338" y="219075"/>
                </a:lnTo>
                <a:lnTo>
                  <a:pt x="423863" y="219075"/>
                </a:lnTo>
                <a:lnTo>
                  <a:pt x="433388" y="219075"/>
                </a:lnTo>
                <a:lnTo>
                  <a:pt x="442913" y="219075"/>
                </a:lnTo>
                <a:lnTo>
                  <a:pt x="452438" y="219075"/>
                </a:lnTo>
                <a:lnTo>
                  <a:pt x="461963" y="219075"/>
                </a:lnTo>
                <a:lnTo>
                  <a:pt x="466725" y="214313"/>
                </a:lnTo>
                <a:lnTo>
                  <a:pt x="466725" y="204788"/>
                </a:lnTo>
                <a:lnTo>
                  <a:pt x="466725" y="195263"/>
                </a:lnTo>
                <a:lnTo>
                  <a:pt x="466725" y="185738"/>
                </a:lnTo>
                <a:lnTo>
                  <a:pt x="466725" y="176213"/>
                </a:lnTo>
                <a:lnTo>
                  <a:pt x="466725" y="166688"/>
                </a:lnTo>
                <a:lnTo>
                  <a:pt x="466725" y="157163"/>
                </a:lnTo>
                <a:lnTo>
                  <a:pt x="466725" y="147638"/>
                </a:lnTo>
                <a:lnTo>
                  <a:pt x="466725" y="138113"/>
                </a:lnTo>
                <a:lnTo>
                  <a:pt x="466725" y="128588"/>
                </a:lnTo>
                <a:lnTo>
                  <a:pt x="466725" y="119063"/>
                </a:lnTo>
                <a:lnTo>
                  <a:pt x="466725" y="109538"/>
                </a:lnTo>
                <a:lnTo>
                  <a:pt x="466725" y="100013"/>
                </a:lnTo>
                <a:lnTo>
                  <a:pt x="466725" y="90488"/>
                </a:lnTo>
                <a:lnTo>
                  <a:pt x="466725" y="80963"/>
                </a:lnTo>
                <a:lnTo>
                  <a:pt x="466725" y="71438"/>
                </a:lnTo>
                <a:lnTo>
                  <a:pt x="466725" y="61913"/>
                </a:lnTo>
                <a:lnTo>
                  <a:pt x="466725" y="52388"/>
                </a:lnTo>
                <a:lnTo>
                  <a:pt x="466725" y="42863"/>
                </a:lnTo>
                <a:lnTo>
                  <a:pt x="466725" y="33338"/>
                </a:lnTo>
                <a:lnTo>
                  <a:pt x="471488" y="28575"/>
                </a:lnTo>
                <a:lnTo>
                  <a:pt x="476250" y="23813"/>
                </a:lnTo>
                <a:lnTo>
                  <a:pt x="471488" y="19050"/>
                </a:lnTo>
                <a:lnTo>
                  <a:pt x="466725" y="14288"/>
                </a:lnTo>
                <a:lnTo>
                  <a:pt x="461963" y="9525"/>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close/>
              </a:path>
            </a:pathLst>
          </a:custGeom>
          <a:solidFill xmlns:a="http://schemas.openxmlformats.org/drawingml/2006/main">
            <a:srgbClr val="CFD1D2"/>
          </a:solidFill>
          <a:ln xmlns:a="http://schemas.openxmlformats.org/drawingml/2006/main" w="0">
            <a:noFill/>
            <a:prstDash val="solid"/>
          </a:ln>
        </p:spPr>
      </p:sp>
      <p:sp>
        <p:nvSpPr>
          <p:cNvPr id="1050" name="layout-candidate-gray-104-1">
            <a:extLst xmlns:a="http://schemas.openxmlformats.org/drawingml/2006/main">
              <a:ext uri="{FF2B5EF4-FFF2-40B4-BE49-F238E27FC236}">
                <a16:creationId xmlns:a16="http://schemas.microsoft.com/office/drawing/2014/main" id="{47CE40BC-46D3-43FF-B1B7-003CE627AFDB}"/>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CFD1D2"/>
          </a:solidFill>
          <a:ln xmlns:a="http://schemas.openxmlformats.org/drawingml/2006/main" w="0">
            <a:noFill/>
            <a:prstDash val="solid"/>
          </a:ln>
        </p:spPr>
      </p:sp>
      <p:sp>
        <p:nvSpPr>
          <p:cNvPr id="1051" name="layout-candidate-gray-104-2">
            <a:extLst xmlns:a="http://schemas.openxmlformats.org/drawingml/2006/main">
              <a:ext uri="{FF2B5EF4-FFF2-40B4-BE49-F238E27FC236}">
                <a16:creationId xmlns:a16="http://schemas.microsoft.com/office/drawing/2014/main" id="{706DCBA7-B997-4B6A-B333-114846570118}"/>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FD1D2"/>
          </a:solidFill>
          <a:ln xmlns:a="http://schemas.openxmlformats.org/drawingml/2006/main" w="0">
            <a:noFill/>
            <a:prstDash val="solid"/>
          </a:ln>
        </p:spPr>
      </p:sp>
      <p:sp>
        <p:nvSpPr>
          <p:cNvPr id="1052" name="layout-candidate-gray-104-3">
            <a:extLst xmlns:a="http://schemas.openxmlformats.org/drawingml/2006/main">
              <a:ext uri="{FF2B5EF4-FFF2-40B4-BE49-F238E27FC236}">
                <a16:creationId xmlns:a16="http://schemas.microsoft.com/office/drawing/2014/main" id="{9688A83D-14BA-4CC2-B6A9-895AA7D60C4D}"/>
              </a:ext>
            </a:extLst>
          </p:cNvPr>
          <p:cNvSpPr>
            <a:spLocks xmlns:a="http://schemas.openxmlformats.org/drawingml/2006/main" noGrp="1"/>
          </p:cNvSpPr>
          <p:nvPr/>
        </p:nvSpPr>
        <p:spPr>
          <a:xfrm xmlns:a="http://schemas.openxmlformats.org/drawingml/2006/main" rot="0">
            <a:off x="136207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FD1D2"/>
          </a:solidFill>
          <a:ln xmlns:a="http://schemas.openxmlformats.org/drawingml/2006/main" w="0">
            <a:noFill/>
            <a:prstDash val="solid"/>
          </a:ln>
        </p:spPr>
      </p:sp>
      <p:sp>
        <p:nvSpPr>
          <p:cNvPr id="1053" name="layout-candidate-gray-104-4">
            <a:extLst xmlns:a="http://schemas.openxmlformats.org/drawingml/2006/main">
              <a:ext uri="{FF2B5EF4-FFF2-40B4-BE49-F238E27FC236}">
                <a16:creationId xmlns:a16="http://schemas.microsoft.com/office/drawing/2014/main" id="{A2AB0157-231D-47AF-AC7E-D31165208A82}"/>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FD1D2"/>
          </a:solidFill>
          <a:ln xmlns:a="http://schemas.openxmlformats.org/drawingml/2006/main" w="0">
            <a:noFill/>
            <a:prstDash val="solid"/>
          </a:ln>
        </p:spPr>
      </p:sp>
      <p:sp>
        <p:nvSpPr>
          <p:cNvPr id="1054" name="layout-candidate-gray-104-5">
            <a:extLst xmlns:a="http://schemas.openxmlformats.org/drawingml/2006/main">
              <a:ext uri="{FF2B5EF4-FFF2-40B4-BE49-F238E27FC236}">
                <a16:creationId xmlns:a16="http://schemas.microsoft.com/office/drawing/2014/main" id="{802494B4-B5FA-436F-8796-A9E885432518}"/>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CFD1D2"/>
          </a:solidFill>
          <a:ln xmlns:a="http://schemas.openxmlformats.org/drawingml/2006/main" w="0">
            <a:noFill/>
            <a:prstDash val="solid"/>
          </a:ln>
        </p:spPr>
      </p:sp>
      <p:sp>
        <p:nvSpPr>
          <p:cNvPr id="1055" name="layout-candidate-gray-105-0">
            <a:extLst xmlns:a="http://schemas.openxmlformats.org/drawingml/2006/main">
              <a:ext uri="{FF2B5EF4-FFF2-40B4-BE49-F238E27FC236}">
                <a16:creationId xmlns:a16="http://schemas.microsoft.com/office/drawing/2014/main" id="{BD809E27-1AE4-4BCE-BAB5-E19916E1D540}"/>
              </a:ext>
            </a:extLst>
          </p:cNvPr>
          <p:cNvSpPr>
            <a:spLocks xmlns:a="http://schemas.openxmlformats.org/drawingml/2006/main" noGrp="1"/>
          </p:cNvSpPr>
          <p:nvPr/>
        </p:nvSpPr>
        <p:spPr>
          <a:xfrm xmlns:a="http://schemas.openxmlformats.org/drawingml/2006/main" rot="0">
            <a:off x="1133475" y="5000625"/>
            <a:ext cx="485775" cy="400050"/>
          </a:xfrm>
          <a:custGeom xmlns:a="http://schemas.openxmlformats.org/drawingml/2006/main">
            <a:pathLst>
              <a:path w="485775" h="4000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85775" y="4763"/>
                </a:lnTo>
                <a:lnTo>
                  <a:pt x="485775" y="14288"/>
                </a:lnTo>
                <a:lnTo>
                  <a:pt x="485775" y="23813"/>
                </a:lnTo>
                <a:lnTo>
                  <a:pt x="485775" y="33338"/>
                </a:lnTo>
                <a:lnTo>
                  <a:pt x="485775" y="42863"/>
                </a:lnTo>
                <a:lnTo>
                  <a:pt x="485775" y="52388"/>
                </a:lnTo>
                <a:lnTo>
                  <a:pt x="485775" y="61913"/>
                </a:lnTo>
                <a:lnTo>
                  <a:pt x="485775" y="71438"/>
                </a:lnTo>
                <a:lnTo>
                  <a:pt x="485775" y="80963"/>
                </a:lnTo>
                <a:lnTo>
                  <a:pt x="485775" y="90488"/>
                </a:lnTo>
                <a:lnTo>
                  <a:pt x="485775" y="100013"/>
                </a:lnTo>
                <a:lnTo>
                  <a:pt x="485775" y="109538"/>
                </a:lnTo>
                <a:lnTo>
                  <a:pt x="485775" y="119063"/>
                </a:lnTo>
                <a:lnTo>
                  <a:pt x="485775" y="128588"/>
                </a:lnTo>
                <a:lnTo>
                  <a:pt x="485775" y="138113"/>
                </a:lnTo>
                <a:lnTo>
                  <a:pt x="485775" y="147638"/>
                </a:lnTo>
                <a:lnTo>
                  <a:pt x="485775" y="157163"/>
                </a:lnTo>
                <a:lnTo>
                  <a:pt x="485775" y="166688"/>
                </a:lnTo>
                <a:lnTo>
                  <a:pt x="485775" y="176213"/>
                </a:lnTo>
                <a:lnTo>
                  <a:pt x="485775" y="185738"/>
                </a:lnTo>
                <a:lnTo>
                  <a:pt x="485775" y="195263"/>
                </a:lnTo>
                <a:lnTo>
                  <a:pt x="485775" y="204788"/>
                </a:lnTo>
                <a:lnTo>
                  <a:pt x="485775" y="214313"/>
                </a:lnTo>
                <a:lnTo>
                  <a:pt x="485775" y="223838"/>
                </a:lnTo>
                <a:lnTo>
                  <a:pt x="485775" y="233363"/>
                </a:lnTo>
                <a:lnTo>
                  <a:pt x="485775" y="242888"/>
                </a:lnTo>
                <a:lnTo>
                  <a:pt x="485775" y="252413"/>
                </a:lnTo>
                <a:lnTo>
                  <a:pt x="485775" y="261938"/>
                </a:lnTo>
                <a:lnTo>
                  <a:pt x="485775" y="271463"/>
                </a:lnTo>
                <a:lnTo>
                  <a:pt x="485775" y="280988"/>
                </a:lnTo>
                <a:lnTo>
                  <a:pt x="485775" y="290513"/>
                </a:lnTo>
                <a:lnTo>
                  <a:pt x="485775" y="300038"/>
                </a:lnTo>
                <a:lnTo>
                  <a:pt x="485775" y="309563"/>
                </a:lnTo>
                <a:lnTo>
                  <a:pt x="485775" y="319088"/>
                </a:lnTo>
                <a:lnTo>
                  <a:pt x="485775" y="328613"/>
                </a:lnTo>
                <a:lnTo>
                  <a:pt x="485775" y="338138"/>
                </a:lnTo>
                <a:lnTo>
                  <a:pt x="485775" y="347663"/>
                </a:lnTo>
                <a:lnTo>
                  <a:pt x="485775" y="357188"/>
                </a:lnTo>
                <a:lnTo>
                  <a:pt x="485775" y="366713"/>
                </a:lnTo>
                <a:lnTo>
                  <a:pt x="485775" y="376238"/>
                </a:lnTo>
                <a:lnTo>
                  <a:pt x="485775" y="385763"/>
                </a:lnTo>
                <a:lnTo>
                  <a:pt x="481013" y="390525"/>
                </a:lnTo>
                <a:lnTo>
                  <a:pt x="476250" y="395288"/>
                </a:lnTo>
                <a:lnTo>
                  <a:pt x="471488" y="400050"/>
                </a:lnTo>
                <a:lnTo>
                  <a:pt x="461963" y="400050"/>
                </a:lnTo>
                <a:lnTo>
                  <a:pt x="452438" y="400050"/>
                </a:lnTo>
                <a:lnTo>
                  <a:pt x="442913" y="400050"/>
                </a:lnTo>
                <a:lnTo>
                  <a:pt x="433388" y="400050"/>
                </a:lnTo>
                <a:lnTo>
                  <a:pt x="423863" y="400050"/>
                </a:lnTo>
                <a:lnTo>
                  <a:pt x="414338" y="400050"/>
                </a:lnTo>
                <a:lnTo>
                  <a:pt x="404813" y="400050"/>
                </a:lnTo>
                <a:lnTo>
                  <a:pt x="395288" y="400050"/>
                </a:lnTo>
                <a:lnTo>
                  <a:pt x="385763" y="400050"/>
                </a:lnTo>
                <a:lnTo>
                  <a:pt x="376238" y="400050"/>
                </a:lnTo>
                <a:lnTo>
                  <a:pt x="366713" y="400050"/>
                </a:lnTo>
                <a:lnTo>
                  <a:pt x="357188" y="400050"/>
                </a:lnTo>
                <a:lnTo>
                  <a:pt x="347663" y="400050"/>
                </a:lnTo>
                <a:lnTo>
                  <a:pt x="338138" y="400050"/>
                </a:lnTo>
                <a:lnTo>
                  <a:pt x="328613" y="400050"/>
                </a:lnTo>
                <a:lnTo>
                  <a:pt x="319088" y="400050"/>
                </a:lnTo>
                <a:lnTo>
                  <a:pt x="309563" y="400050"/>
                </a:lnTo>
                <a:lnTo>
                  <a:pt x="300038" y="400050"/>
                </a:lnTo>
                <a:lnTo>
                  <a:pt x="290513" y="400050"/>
                </a:lnTo>
                <a:lnTo>
                  <a:pt x="285750" y="395288"/>
                </a:lnTo>
                <a:lnTo>
                  <a:pt x="280988" y="390525"/>
                </a:lnTo>
                <a:lnTo>
                  <a:pt x="276225" y="385763"/>
                </a:lnTo>
                <a:lnTo>
                  <a:pt x="276225" y="376238"/>
                </a:lnTo>
                <a:lnTo>
                  <a:pt x="276225" y="366713"/>
                </a:lnTo>
                <a:lnTo>
                  <a:pt x="276225" y="357188"/>
                </a:lnTo>
                <a:lnTo>
                  <a:pt x="276225" y="347663"/>
                </a:lnTo>
                <a:lnTo>
                  <a:pt x="276225" y="338138"/>
                </a:lnTo>
                <a:lnTo>
                  <a:pt x="276225" y="328613"/>
                </a:lnTo>
                <a:lnTo>
                  <a:pt x="276225" y="319088"/>
                </a:lnTo>
                <a:lnTo>
                  <a:pt x="276225" y="309563"/>
                </a:lnTo>
                <a:lnTo>
                  <a:pt x="276225" y="300038"/>
                </a:lnTo>
                <a:lnTo>
                  <a:pt x="276225" y="290513"/>
                </a:lnTo>
                <a:lnTo>
                  <a:pt x="276225" y="280988"/>
                </a:lnTo>
                <a:lnTo>
                  <a:pt x="276225" y="271463"/>
                </a:lnTo>
                <a:lnTo>
                  <a:pt x="276225" y="261938"/>
                </a:lnTo>
                <a:lnTo>
                  <a:pt x="276225" y="252413"/>
                </a:lnTo>
                <a:lnTo>
                  <a:pt x="276225" y="242888"/>
                </a:lnTo>
                <a:lnTo>
                  <a:pt x="276225" y="233363"/>
                </a:lnTo>
                <a:lnTo>
                  <a:pt x="276225" y="223838"/>
                </a:lnTo>
                <a:lnTo>
                  <a:pt x="276225" y="214313"/>
                </a:lnTo>
                <a:lnTo>
                  <a:pt x="271463" y="209550"/>
                </a:lnTo>
                <a:lnTo>
                  <a:pt x="261938" y="209550"/>
                </a:lnTo>
                <a:lnTo>
                  <a:pt x="252413" y="209550"/>
                </a:lnTo>
                <a:lnTo>
                  <a:pt x="242888" y="209550"/>
                </a:lnTo>
                <a:lnTo>
                  <a:pt x="233363" y="209550"/>
                </a:lnTo>
                <a:lnTo>
                  <a:pt x="223838" y="209550"/>
                </a:lnTo>
                <a:lnTo>
                  <a:pt x="214313" y="209550"/>
                </a:lnTo>
                <a:lnTo>
                  <a:pt x="204788" y="209550"/>
                </a:lnTo>
                <a:lnTo>
                  <a:pt x="195263" y="209550"/>
                </a:lnTo>
                <a:lnTo>
                  <a:pt x="185738" y="209550"/>
                </a:lnTo>
                <a:lnTo>
                  <a:pt x="176213" y="209550"/>
                </a:lnTo>
                <a:lnTo>
                  <a:pt x="166688" y="209550"/>
                </a:lnTo>
                <a:lnTo>
                  <a:pt x="157163" y="209550"/>
                </a:lnTo>
                <a:lnTo>
                  <a:pt x="147638" y="209550"/>
                </a:lnTo>
                <a:lnTo>
                  <a:pt x="138113" y="209550"/>
                </a:lnTo>
                <a:lnTo>
                  <a:pt x="128588" y="209550"/>
                </a:lnTo>
                <a:lnTo>
                  <a:pt x="119063" y="209550"/>
                </a:lnTo>
                <a:lnTo>
                  <a:pt x="109538" y="209550"/>
                </a:lnTo>
                <a:lnTo>
                  <a:pt x="100013" y="209550"/>
                </a:lnTo>
                <a:lnTo>
                  <a:pt x="90488" y="209550"/>
                </a:lnTo>
                <a:lnTo>
                  <a:pt x="80963" y="209550"/>
                </a:lnTo>
                <a:lnTo>
                  <a:pt x="71438" y="209550"/>
                </a:lnTo>
                <a:lnTo>
                  <a:pt x="61913" y="209550"/>
                </a:lnTo>
                <a:lnTo>
                  <a:pt x="52388" y="209550"/>
                </a:lnTo>
                <a:lnTo>
                  <a:pt x="42863" y="209550"/>
                </a:lnTo>
                <a:lnTo>
                  <a:pt x="33338" y="209550"/>
                </a:lnTo>
                <a:lnTo>
                  <a:pt x="23813" y="209550"/>
                </a:lnTo>
                <a:lnTo>
                  <a:pt x="14288" y="209550"/>
                </a:lnTo>
                <a:lnTo>
                  <a:pt x="9525" y="204788"/>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23813" y="9525"/>
                </a:moveTo>
                <a:lnTo>
                  <a:pt x="19050" y="14288"/>
                </a:lnTo>
                <a:lnTo>
                  <a:pt x="19050" y="23813"/>
                </a:lnTo>
                <a:lnTo>
                  <a:pt x="19050" y="33338"/>
                </a:lnTo>
                <a:lnTo>
                  <a:pt x="19050" y="42863"/>
                </a:lnTo>
                <a:lnTo>
                  <a:pt x="19050" y="52388"/>
                </a:lnTo>
                <a:lnTo>
                  <a:pt x="19050" y="61913"/>
                </a:lnTo>
                <a:lnTo>
                  <a:pt x="19050" y="71438"/>
                </a:lnTo>
                <a:lnTo>
                  <a:pt x="19050" y="80963"/>
                </a:lnTo>
                <a:lnTo>
                  <a:pt x="19050" y="90488"/>
                </a:lnTo>
                <a:lnTo>
                  <a:pt x="19050" y="100013"/>
                </a:lnTo>
                <a:lnTo>
                  <a:pt x="19050" y="109538"/>
                </a:lnTo>
                <a:lnTo>
                  <a:pt x="19050" y="119063"/>
                </a:lnTo>
                <a:lnTo>
                  <a:pt x="19050" y="128588"/>
                </a:lnTo>
                <a:lnTo>
                  <a:pt x="19050" y="138113"/>
                </a:lnTo>
                <a:lnTo>
                  <a:pt x="19050" y="147638"/>
                </a:lnTo>
                <a:lnTo>
                  <a:pt x="19050" y="157163"/>
                </a:lnTo>
                <a:lnTo>
                  <a:pt x="19050" y="166688"/>
                </a:lnTo>
                <a:lnTo>
                  <a:pt x="19050" y="176213"/>
                </a:lnTo>
                <a:lnTo>
                  <a:pt x="19050" y="185738"/>
                </a:lnTo>
                <a:lnTo>
                  <a:pt x="23813" y="190500"/>
                </a:lnTo>
                <a:lnTo>
                  <a:pt x="33338" y="190500"/>
                </a:lnTo>
                <a:lnTo>
                  <a:pt x="42863" y="190500"/>
                </a:lnTo>
                <a:lnTo>
                  <a:pt x="52388" y="190500"/>
                </a:lnTo>
                <a:lnTo>
                  <a:pt x="61913" y="190500"/>
                </a:lnTo>
                <a:lnTo>
                  <a:pt x="71438" y="190500"/>
                </a:lnTo>
                <a:lnTo>
                  <a:pt x="80963" y="190500"/>
                </a:lnTo>
                <a:lnTo>
                  <a:pt x="90488" y="190500"/>
                </a:lnTo>
                <a:lnTo>
                  <a:pt x="100013" y="190500"/>
                </a:lnTo>
                <a:lnTo>
                  <a:pt x="109538" y="190500"/>
                </a:lnTo>
                <a:lnTo>
                  <a:pt x="119063" y="190500"/>
                </a:lnTo>
                <a:lnTo>
                  <a:pt x="128588" y="190500"/>
                </a:lnTo>
                <a:lnTo>
                  <a:pt x="138113" y="190500"/>
                </a:lnTo>
                <a:lnTo>
                  <a:pt x="147638" y="190500"/>
                </a:lnTo>
                <a:lnTo>
                  <a:pt x="157163" y="190500"/>
                </a:lnTo>
                <a:lnTo>
                  <a:pt x="166688" y="190500"/>
                </a:lnTo>
                <a:lnTo>
                  <a:pt x="176213" y="190500"/>
                </a:lnTo>
                <a:lnTo>
                  <a:pt x="185738" y="190500"/>
                </a:lnTo>
                <a:lnTo>
                  <a:pt x="195263" y="190500"/>
                </a:lnTo>
                <a:lnTo>
                  <a:pt x="204788" y="190500"/>
                </a:lnTo>
                <a:lnTo>
                  <a:pt x="214313" y="190500"/>
                </a:lnTo>
                <a:lnTo>
                  <a:pt x="223838" y="190500"/>
                </a:lnTo>
                <a:lnTo>
                  <a:pt x="233363" y="190500"/>
                </a:lnTo>
                <a:lnTo>
                  <a:pt x="242888" y="190500"/>
                </a:lnTo>
                <a:lnTo>
                  <a:pt x="252413" y="190500"/>
                </a:lnTo>
                <a:lnTo>
                  <a:pt x="261938" y="190500"/>
                </a:lnTo>
                <a:lnTo>
                  <a:pt x="271463" y="190500"/>
                </a:lnTo>
                <a:lnTo>
                  <a:pt x="280988" y="190500"/>
                </a:lnTo>
                <a:lnTo>
                  <a:pt x="290513" y="190500"/>
                </a:lnTo>
                <a:lnTo>
                  <a:pt x="295275" y="195263"/>
                </a:lnTo>
                <a:lnTo>
                  <a:pt x="295275" y="204788"/>
                </a:lnTo>
                <a:lnTo>
                  <a:pt x="295275" y="214313"/>
                </a:lnTo>
                <a:lnTo>
                  <a:pt x="295275" y="223838"/>
                </a:lnTo>
                <a:lnTo>
                  <a:pt x="300038" y="228600"/>
                </a:lnTo>
                <a:lnTo>
                  <a:pt x="309563" y="228600"/>
                </a:lnTo>
                <a:lnTo>
                  <a:pt x="319088" y="228600"/>
                </a:lnTo>
                <a:lnTo>
                  <a:pt x="328613" y="228600"/>
                </a:lnTo>
                <a:lnTo>
                  <a:pt x="338138" y="228600"/>
                </a:lnTo>
                <a:lnTo>
                  <a:pt x="347663" y="228600"/>
                </a:lnTo>
                <a:lnTo>
                  <a:pt x="357188" y="228600"/>
                </a:lnTo>
                <a:lnTo>
                  <a:pt x="366713" y="228600"/>
                </a:lnTo>
                <a:lnTo>
                  <a:pt x="376238" y="228600"/>
                </a:lnTo>
                <a:lnTo>
                  <a:pt x="385763" y="228600"/>
                </a:lnTo>
                <a:lnTo>
                  <a:pt x="395288" y="228600"/>
                </a:lnTo>
                <a:lnTo>
                  <a:pt x="404813" y="228600"/>
                </a:lnTo>
                <a:lnTo>
                  <a:pt x="414338" y="228600"/>
                </a:lnTo>
                <a:lnTo>
                  <a:pt x="423863" y="228600"/>
                </a:lnTo>
                <a:lnTo>
                  <a:pt x="433388" y="228600"/>
                </a:lnTo>
                <a:lnTo>
                  <a:pt x="442913" y="228600"/>
                </a:lnTo>
                <a:lnTo>
                  <a:pt x="452438" y="228600"/>
                </a:lnTo>
                <a:lnTo>
                  <a:pt x="461963" y="228600"/>
                </a:lnTo>
                <a:lnTo>
                  <a:pt x="466725" y="223838"/>
                </a:lnTo>
                <a:lnTo>
                  <a:pt x="466725" y="214313"/>
                </a:lnTo>
                <a:lnTo>
                  <a:pt x="466725" y="204788"/>
                </a:lnTo>
                <a:lnTo>
                  <a:pt x="466725" y="195263"/>
                </a:lnTo>
                <a:lnTo>
                  <a:pt x="466725" y="185738"/>
                </a:lnTo>
                <a:lnTo>
                  <a:pt x="466725" y="176213"/>
                </a:lnTo>
                <a:lnTo>
                  <a:pt x="466725" y="166688"/>
                </a:lnTo>
                <a:lnTo>
                  <a:pt x="466725" y="157163"/>
                </a:lnTo>
                <a:lnTo>
                  <a:pt x="466725" y="147638"/>
                </a:lnTo>
                <a:lnTo>
                  <a:pt x="466725" y="138113"/>
                </a:lnTo>
                <a:lnTo>
                  <a:pt x="466725" y="128588"/>
                </a:lnTo>
                <a:lnTo>
                  <a:pt x="466725" y="119063"/>
                </a:lnTo>
                <a:lnTo>
                  <a:pt x="466725" y="109538"/>
                </a:lnTo>
                <a:lnTo>
                  <a:pt x="466725" y="100013"/>
                </a:lnTo>
                <a:lnTo>
                  <a:pt x="466725" y="90488"/>
                </a:lnTo>
                <a:lnTo>
                  <a:pt x="466725" y="80963"/>
                </a:lnTo>
                <a:lnTo>
                  <a:pt x="466725" y="71438"/>
                </a:lnTo>
                <a:lnTo>
                  <a:pt x="466725" y="61913"/>
                </a:lnTo>
                <a:lnTo>
                  <a:pt x="471488" y="57150"/>
                </a:lnTo>
                <a:lnTo>
                  <a:pt x="476250" y="52388"/>
                </a:lnTo>
                <a:lnTo>
                  <a:pt x="476250" y="42863"/>
                </a:lnTo>
                <a:lnTo>
                  <a:pt x="476250" y="33338"/>
                </a:lnTo>
                <a:lnTo>
                  <a:pt x="476250" y="23813"/>
                </a:lnTo>
                <a:lnTo>
                  <a:pt x="471488" y="19050"/>
                </a:lnTo>
                <a:lnTo>
                  <a:pt x="466725" y="14288"/>
                </a:lnTo>
                <a:lnTo>
                  <a:pt x="461963" y="9525"/>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close/>
              </a:path>
            </a:pathLst>
          </a:custGeom>
          <a:solidFill xmlns:a="http://schemas.openxmlformats.org/drawingml/2006/main">
            <a:srgbClr val="D2D3D5"/>
          </a:solidFill>
          <a:ln xmlns:a="http://schemas.openxmlformats.org/drawingml/2006/main" w="0">
            <a:noFill/>
            <a:prstDash val="solid"/>
          </a:ln>
        </p:spPr>
      </p:sp>
      <p:sp>
        <p:nvSpPr>
          <p:cNvPr id="1056" name="layout-candidate-gray-105-1">
            <a:extLst xmlns:a="http://schemas.openxmlformats.org/drawingml/2006/main">
              <a:ext uri="{FF2B5EF4-FFF2-40B4-BE49-F238E27FC236}">
                <a16:creationId xmlns:a16="http://schemas.microsoft.com/office/drawing/2014/main" id="{F69D36C3-407A-4FD9-B46B-02A2183323D3}"/>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D2D3D5"/>
          </a:solidFill>
          <a:ln xmlns:a="http://schemas.openxmlformats.org/drawingml/2006/main" w="0">
            <a:noFill/>
            <a:prstDash val="solid"/>
          </a:ln>
        </p:spPr>
      </p:sp>
      <p:sp>
        <p:nvSpPr>
          <p:cNvPr id="1057" name="layout-candidate-gray-105-2">
            <a:extLst xmlns:a="http://schemas.openxmlformats.org/drawingml/2006/main">
              <a:ext uri="{FF2B5EF4-FFF2-40B4-BE49-F238E27FC236}">
                <a16:creationId xmlns:a16="http://schemas.microsoft.com/office/drawing/2014/main" id="{54DC092C-3CDA-4D48-8513-C9ECA400F132}"/>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D2D3D5"/>
          </a:solidFill>
          <a:ln xmlns:a="http://schemas.openxmlformats.org/drawingml/2006/main" w="0">
            <a:noFill/>
            <a:prstDash val="solid"/>
          </a:ln>
        </p:spPr>
      </p:sp>
      <p:sp>
        <p:nvSpPr>
          <p:cNvPr id="1058" name="layout-candidate-gray-105-3">
            <a:extLst xmlns:a="http://schemas.openxmlformats.org/drawingml/2006/main">
              <a:ext uri="{FF2B5EF4-FFF2-40B4-BE49-F238E27FC236}">
                <a16:creationId xmlns:a16="http://schemas.microsoft.com/office/drawing/2014/main" id="{E5D3E7E6-90E1-43CB-8EE0-9B3511D88DEC}"/>
              </a:ext>
            </a:extLst>
          </p:cNvPr>
          <p:cNvSpPr>
            <a:spLocks xmlns:a="http://schemas.openxmlformats.org/drawingml/2006/main" noGrp="1"/>
          </p:cNvSpPr>
          <p:nvPr/>
        </p:nvSpPr>
        <p:spPr>
          <a:xfrm xmlns:a="http://schemas.openxmlformats.org/drawingml/2006/main" rot="0">
            <a:off x="136207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D2D3D5"/>
          </a:solidFill>
          <a:ln xmlns:a="http://schemas.openxmlformats.org/drawingml/2006/main" w="0">
            <a:noFill/>
            <a:prstDash val="solid"/>
          </a:ln>
        </p:spPr>
      </p:sp>
      <p:sp>
        <p:nvSpPr>
          <p:cNvPr id="1059" name="layout-candidate-gray-105-4">
            <a:extLst xmlns:a="http://schemas.openxmlformats.org/drawingml/2006/main">
              <a:ext uri="{FF2B5EF4-FFF2-40B4-BE49-F238E27FC236}">
                <a16:creationId xmlns:a16="http://schemas.microsoft.com/office/drawing/2014/main" id="{679260F9-73DB-4FC2-A035-29F1AE5FB598}"/>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D2D3D5"/>
          </a:solidFill>
          <a:ln xmlns:a="http://schemas.openxmlformats.org/drawingml/2006/main" w="0">
            <a:noFill/>
            <a:prstDash val="solid"/>
          </a:ln>
        </p:spPr>
      </p:sp>
      <p:sp>
        <p:nvSpPr>
          <p:cNvPr id="1060" name="layout-candidate-gray-105-5">
            <a:extLst xmlns:a="http://schemas.openxmlformats.org/drawingml/2006/main">
              <a:ext uri="{FF2B5EF4-FFF2-40B4-BE49-F238E27FC236}">
                <a16:creationId xmlns:a16="http://schemas.microsoft.com/office/drawing/2014/main" id="{0479339F-CA24-4323-B747-9535F9F1D51F}"/>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D2D3D5"/>
          </a:solidFill>
          <a:ln xmlns:a="http://schemas.openxmlformats.org/drawingml/2006/main" w="0">
            <a:noFill/>
            <a:prstDash val="solid"/>
          </a:ln>
        </p:spPr>
      </p:sp>
      <p:sp>
        <p:nvSpPr>
          <p:cNvPr id="1061" name="layout-candidate-gray-106-0">
            <a:extLst xmlns:a="http://schemas.openxmlformats.org/drawingml/2006/main">
              <a:ext uri="{FF2B5EF4-FFF2-40B4-BE49-F238E27FC236}">
                <a16:creationId xmlns:a16="http://schemas.microsoft.com/office/drawing/2014/main" id="{EE558FA9-0CFA-4EB2-99DB-1AB9D577E59A}"/>
              </a:ext>
            </a:extLst>
          </p:cNvPr>
          <p:cNvSpPr>
            <a:spLocks xmlns:a="http://schemas.openxmlformats.org/drawingml/2006/main" noGrp="1"/>
          </p:cNvSpPr>
          <p:nvPr/>
        </p:nvSpPr>
        <p:spPr>
          <a:xfrm xmlns:a="http://schemas.openxmlformats.org/drawingml/2006/main" rot="0">
            <a:off x="1133475" y="5000625"/>
            <a:ext cx="485775" cy="400050"/>
          </a:xfrm>
          <a:custGeom xmlns:a="http://schemas.openxmlformats.org/drawingml/2006/main">
            <a:pathLst>
              <a:path w="485775" h="4000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85775" y="4763"/>
                </a:lnTo>
                <a:lnTo>
                  <a:pt x="485775" y="14288"/>
                </a:lnTo>
                <a:lnTo>
                  <a:pt x="485775" y="23813"/>
                </a:lnTo>
                <a:lnTo>
                  <a:pt x="485775" y="33338"/>
                </a:lnTo>
                <a:lnTo>
                  <a:pt x="485775" y="42863"/>
                </a:lnTo>
                <a:lnTo>
                  <a:pt x="485775" y="52388"/>
                </a:lnTo>
                <a:lnTo>
                  <a:pt x="485775" y="61913"/>
                </a:lnTo>
                <a:lnTo>
                  <a:pt x="485775" y="71438"/>
                </a:lnTo>
                <a:lnTo>
                  <a:pt x="485775" y="80963"/>
                </a:lnTo>
                <a:lnTo>
                  <a:pt x="485775" y="90488"/>
                </a:lnTo>
                <a:lnTo>
                  <a:pt x="485775" y="100013"/>
                </a:lnTo>
                <a:lnTo>
                  <a:pt x="485775" y="109538"/>
                </a:lnTo>
                <a:lnTo>
                  <a:pt x="485775" y="119063"/>
                </a:lnTo>
                <a:lnTo>
                  <a:pt x="485775" y="128588"/>
                </a:lnTo>
                <a:lnTo>
                  <a:pt x="485775" y="138113"/>
                </a:lnTo>
                <a:lnTo>
                  <a:pt x="485775" y="147638"/>
                </a:lnTo>
                <a:lnTo>
                  <a:pt x="485775" y="157163"/>
                </a:lnTo>
                <a:lnTo>
                  <a:pt x="485775" y="166688"/>
                </a:lnTo>
                <a:lnTo>
                  <a:pt x="485775" y="176213"/>
                </a:lnTo>
                <a:lnTo>
                  <a:pt x="485775" y="185738"/>
                </a:lnTo>
                <a:lnTo>
                  <a:pt x="485775" y="195263"/>
                </a:lnTo>
                <a:lnTo>
                  <a:pt x="485775" y="204788"/>
                </a:lnTo>
                <a:lnTo>
                  <a:pt x="485775" y="214313"/>
                </a:lnTo>
                <a:lnTo>
                  <a:pt x="485775" y="223838"/>
                </a:lnTo>
                <a:lnTo>
                  <a:pt x="485775" y="233363"/>
                </a:lnTo>
                <a:lnTo>
                  <a:pt x="485775" y="242888"/>
                </a:lnTo>
                <a:lnTo>
                  <a:pt x="485775" y="252413"/>
                </a:lnTo>
                <a:lnTo>
                  <a:pt x="485775" y="261938"/>
                </a:lnTo>
                <a:lnTo>
                  <a:pt x="485775" y="271463"/>
                </a:lnTo>
                <a:lnTo>
                  <a:pt x="485775" y="280988"/>
                </a:lnTo>
                <a:lnTo>
                  <a:pt x="485775" y="290513"/>
                </a:lnTo>
                <a:lnTo>
                  <a:pt x="485775" y="300038"/>
                </a:lnTo>
                <a:lnTo>
                  <a:pt x="485775" y="309563"/>
                </a:lnTo>
                <a:lnTo>
                  <a:pt x="485775" y="319088"/>
                </a:lnTo>
                <a:lnTo>
                  <a:pt x="485775" y="328613"/>
                </a:lnTo>
                <a:lnTo>
                  <a:pt x="485775" y="338138"/>
                </a:lnTo>
                <a:lnTo>
                  <a:pt x="485775" y="347663"/>
                </a:lnTo>
                <a:lnTo>
                  <a:pt x="485775" y="357188"/>
                </a:lnTo>
                <a:lnTo>
                  <a:pt x="485775" y="366713"/>
                </a:lnTo>
                <a:lnTo>
                  <a:pt x="485775" y="376238"/>
                </a:lnTo>
                <a:lnTo>
                  <a:pt x="485775" y="385763"/>
                </a:lnTo>
                <a:lnTo>
                  <a:pt x="481013" y="390525"/>
                </a:lnTo>
                <a:lnTo>
                  <a:pt x="476250" y="395288"/>
                </a:lnTo>
                <a:lnTo>
                  <a:pt x="471488" y="400050"/>
                </a:lnTo>
                <a:lnTo>
                  <a:pt x="461963" y="400050"/>
                </a:lnTo>
                <a:lnTo>
                  <a:pt x="452438" y="400050"/>
                </a:lnTo>
                <a:lnTo>
                  <a:pt x="442913" y="400050"/>
                </a:lnTo>
                <a:lnTo>
                  <a:pt x="433388" y="400050"/>
                </a:lnTo>
                <a:lnTo>
                  <a:pt x="423863" y="400050"/>
                </a:lnTo>
                <a:lnTo>
                  <a:pt x="414338" y="400050"/>
                </a:lnTo>
                <a:lnTo>
                  <a:pt x="404813" y="400050"/>
                </a:lnTo>
                <a:lnTo>
                  <a:pt x="395288" y="400050"/>
                </a:lnTo>
                <a:lnTo>
                  <a:pt x="385763" y="400050"/>
                </a:lnTo>
                <a:lnTo>
                  <a:pt x="376238" y="400050"/>
                </a:lnTo>
                <a:lnTo>
                  <a:pt x="366713" y="400050"/>
                </a:lnTo>
                <a:lnTo>
                  <a:pt x="357188" y="400050"/>
                </a:lnTo>
                <a:lnTo>
                  <a:pt x="347663" y="400050"/>
                </a:lnTo>
                <a:lnTo>
                  <a:pt x="338138" y="400050"/>
                </a:lnTo>
                <a:lnTo>
                  <a:pt x="328613" y="400050"/>
                </a:lnTo>
                <a:lnTo>
                  <a:pt x="319088" y="400050"/>
                </a:lnTo>
                <a:lnTo>
                  <a:pt x="309563" y="400050"/>
                </a:lnTo>
                <a:lnTo>
                  <a:pt x="300038" y="400050"/>
                </a:lnTo>
                <a:lnTo>
                  <a:pt x="290513" y="400050"/>
                </a:lnTo>
                <a:lnTo>
                  <a:pt x="285750" y="395288"/>
                </a:lnTo>
                <a:lnTo>
                  <a:pt x="280988" y="390525"/>
                </a:lnTo>
                <a:lnTo>
                  <a:pt x="276225" y="385763"/>
                </a:lnTo>
                <a:lnTo>
                  <a:pt x="276225" y="376238"/>
                </a:lnTo>
                <a:lnTo>
                  <a:pt x="276225" y="366713"/>
                </a:lnTo>
                <a:lnTo>
                  <a:pt x="276225" y="357188"/>
                </a:lnTo>
                <a:lnTo>
                  <a:pt x="276225" y="347663"/>
                </a:lnTo>
                <a:lnTo>
                  <a:pt x="276225" y="338138"/>
                </a:lnTo>
                <a:lnTo>
                  <a:pt x="276225" y="328613"/>
                </a:lnTo>
                <a:lnTo>
                  <a:pt x="276225" y="319088"/>
                </a:lnTo>
                <a:lnTo>
                  <a:pt x="276225" y="309563"/>
                </a:lnTo>
                <a:lnTo>
                  <a:pt x="276225" y="300038"/>
                </a:lnTo>
                <a:lnTo>
                  <a:pt x="276225" y="290513"/>
                </a:lnTo>
                <a:lnTo>
                  <a:pt x="276225" y="280988"/>
                </a:lnTo>
                <a:lnTo>
                  <a:pt x="276225" y="271463"/>
                </a:lnTo>
                <a:lnTo>
                  <a:pt x="276225" y="261938"/>
                </a:lnTo>
                <a:lnTo>
                  <a:pt x="276225" y="252413"/>
                </a:lnTo>
                <a:lnTo>
                  <a:pt x="276225" y="242888"/>
                </a:lnTo>
                <a:lnTo>
                  <a:pt x="276225" y="233363"/>
                </a:lnTo>
                <a:lnTo>
                  <a:pt x="276225" y="223838"/>
                </a:lnTo>
                <a:lnTo>
                  <a:pt x="276225" y="214313"/>
                </a:lnTo>
                <a:lnTo>
                  <a:pt x="271463" y="209550"/>
                </a:lnTo>
                <a:lnTo>
                  <a:pt x="261938" y="209550"/>
                </a:lnTo>
                <a:lnTo>
                  <a:pt x="252413" y="209550"/>
                </a:lnTo>
                <a:lnTo>
                  <a:pt x="242888" y="209550"/>
                </a:lnTo>
                <a:lnTo>
                  <a:pt x="233363" y="209550"/>
                </a:lnTo>
                <a:lnTo>
                  <a:pt x="223838" y="209550"/>
                </a:lnTo>
                <a:lnTo>
                  <a:pt x="214313" y="209550"/>
                </a:lnTo>
                <a:lnTo>
                  <a:pt x="204788" y="209550"/>
                </a:lnTo>
                <a:lnTo>
                  <a:pt x="195263" y="209550"/>
                </a:lnTo>
                <a:lnTo>
                  <a:pt x="185738" y="209550"/>
                </a:lnTo>
                <a:lnTo>
                  <a:pt x="176213" y="209550"/>
                </a:lnTo>
                <a:lnTo>
                  <a:pt x="166688" y="209550"/>
                </a:lnTo>
                <a:lnTo>
                  <a:pt x="157163" y="209550"/>
                </a:lnTo>
                <a:lnTo>
                  <a:pt x="147638" y="209550"/>
                </a:lnTo>
                <a:lnTo>
                  <a:pt x="138113" y="209550"/>
                </a:lnTo>
                <a:lnTo>
                  <a:pt x="128588" y="209550"/>
                </a:lnTo>
                <a:lnTo>
                  <a:pt x="119063" y="209550"/>
                </a:lnTo>
                <a:lnTo>
                  <a:pt x="109538" y="209550"/>
                </a:lnTo>
                <a:lnTo>
                  <a:pt x="100013" y="209550"/>
                </a:lnTo>
                <a:lnTo>
                  <a:pt x="90488" y="209550"/>
                </a:lnTo>
                <a:lnTo>
                  <a:pt x="80963" y="209550"/>
                </a:lnTo>
                <a:lnTo>
                  <a:pt x="71438" y="209550"/>
                </a:lnTo>
                <a:lnTo>
                  <a:pt x="61913" y="209550"/>
                </a:lnTo>
                <a:lnTo>
                  <a:pt x="52388" y="209550"/>
                </a:lnTo>
                <a:lnTo>
                  <a:pt x="42863" y="209550"/>
                </a:lnTo>
                <a:lnTo>
                  <a:pt x="33338" y="209550"/>
                </a:lnTo>
                <a:lnTo>
                  <a:pt x="23813" y="209550"/>
                </a:lnTo>
                <a:lnTo>
                  <a:pt x="14288" y="209550"/>
                </a:lnTo>
                <a:lnTo>
                  <a:pt x="9525" y="204788"/>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23813" y="9525"/>
                </a:moveTo>
                <a:lnTo>
                  <a:pt x="19050" y="14288"/>
                </a:lnTo>
                <a:lnTo>
                  <a:pt x="19050" y="23813"/>
                </a:lnTo>
                <a:lnTo>
                  <a:pt x="19050" y="33338"/>
                </a:lnTo>
                <a:lnTo>
                  <a:pt x="19050" y="42863"/>
                </a:lnTo>
                <a:lnTo>
                  <a:pt x="19050" y="52388"/>
                </a:lnTo>
                <a:lnTo>
                  <a:pt x="19050" y="61913"/>
                </a:lnTo>
                <a:lnTo>
                  <a:pt x="19050" y="71438"/>
                </a:lnTo>
                <a:lnTo>
                  <a:pt x="19050" y="80963"/>
                </a:lnTo>
                <a:lnTo>
                  <a:pt x="19050" y="90488"/>
                </a:lnTo>
                <a:lnTo>
                  <a:pt x="19050" y="100013"/>
                </a:lnTo>
                <a:lnTo>
                  <a:pt x="19050" y="109538"/>
                </a:lnTo>
                <a:lnTo>
                  <a:pt x="19050" y="119063"/>
                </a:lnTo>
                <a:lnTo>
                  <a:pt x="19050" y="128588"/>
                </a:lnTo>
                <a:lnTo>
                  <a:pt x="19050" y="138113"/>
                </a:lnTo>
                <a:lnTo>
                  <a:pt x="19050" y="147638"/>
                </a:lnTo>
                <a:lnTo>
                  <a:pt x="19050" y="157163"/>
                </a:lnTo>
                <a:lnTo>
                  <a:pt x="19050" y="166688"/>
                </a:lnTo>
                <a:lnTo>
                  <a:pt x="19050" y="176213"/>
                </a:lnTo>
                <a:lnTo>
                  <a:pt x="19050" y="185738"/>
                </a:lnTo>
                <a:lnTo>
                  <a:pt x="23813" y="190500"/>
                </a:lnTo>
                <a:lnTo>
                  <a:pt x="33338" y="190500"/>
                </a:lnTo>
                <a:lnTo>
                  <a:pt x="42863" y="190500"/>
                </a:lnTo>
                <a:lnTo>
                  <a:pt x="52388" y="190500"/>
                </a:lnTo>
                <a:lnTo>
                  <a:pt x="61913" y="190500"/>
                </a:lnTo>
                <a:lnTo>
                  <a:pt x="71438" y="190500"/>
                </a:lnTo>
                <a:lnTo>
                  <a:pt x="80963" y="190500"/>
                </a:lnTo>
                <a:lnTo>
                  <a:pt x="90488" y="190500"/>
                </a:lnTo>
                <a:lnTo>
                  <a:pt x="100013" y="190500"/>
                </a:lnTo>
                <a:lnTo>
                  <a:pt x="109538" y="190500"/>
                </a:lnTo>
                <a:lnTo>
                  <a:pt x="119063" y="190500"/>
                </a:lnTo>
                <a:lnTo>
                  <a:pt x="128588" y="190500"/>
                </a:lnTo>
                <a:lnTo>
                  <a:pt x="138113" y="190500"/>
                </a:lnTo>
                <a:lnTo>
                  <a:pt x="147638" y="190500"/>
                </a:lnTo>
                <a:lnTo>
                  <a:pt x="157163" y="190500"/>
                </a:lnTo>
                <a:lnTo>
                  <a:pt x="166688" y="190500"/>
                </a:lnTo>
                <a:lnTo>
                  <a:pt x="176213" y="190500"/>
                </a:lnTo>
                <a:lnTo>
                  <a:pt x="185738" y="190500"/>
                </a:lnTo>
                <a:lnTo>
                  <a:pt x="195263" y="190500"/>
                </a:lnTo>
                <a:lnTo>
                  <a:pt x="204788" y="190500"/>
                </a:lnTo>
                <a:lnTo>
                  <a:pt x="214313" y="190500"/>
                </a:lnTo>
                <a:lnTo>
                  <a:pt x="223838" y="190500"/>
                </a:lnTo>
                <a:lnTo>
                  <a:pt x="233363" y="190500"/>
                </a:lnTo>
                <a:lnTo>
                  <a:pt x="242888" y="190500"/>
                </a:lnTo>
                <a:lnTo>
                  <a:pt x="252413" y="190500"/>
                </a:lnTo>
                <a:lnTo>
                  <a:pt x="261938" y="190500"/>
                </a:lnTo>
                <a:lnTo>
                  <a:pt x="271463" y="190500"/>
                </a:lnTo>
                <a:lnTo>
                  <a:pt x="280988" y="190500"/>
                </a:lnTo>
                <a:lnTo>
                  <a:pt x="290513" y="190500"/>
                </a:lnTo>
                <a:lnTo>
                  <a:pt x="295275" y="195263"/>
                </a:lnTo>
                <a:lnTo>
                  <a:pt x="295275" y="204788"/>
                </a:lnTo>
                <a:lnTo>
                  <a:pt x="295275" y="214313"/>
                </a:lnTo>
                <a:lnTo>
                  <a:pt x="295275" y="223838"/>
                </a:lnTo>
                <a:lnTo>
                  <a:pt x="295275" y="233363"/>
                </a:lnTo>
                <a:lnTo>
                  <a:pt x="300038" y="238125"/>
                </a:lnTo>
                <a:lnTo>
                  <a:pt x="309563" y="238125"/>
                </a:lnTo>
                <a:lnTo>
                  <a:pt x="319088" y="238125"/>
                </a:lnTo>
                <a:lnTo>
                  <a:pt x="328613" y="238125"/>
                </a:lnTo>
                <a:lnTo>
                  <a:pt x="338138" y="238125"/>
                </a:lnTo>
                <a:lnTo>
                  <a:pt x="347663" y="238125"/>
                </a:lnTo>
                <a:lnTo>
                  <a:pt x="357188" y="238125"/>
                </a:lnTo>
                <a:lnTo>
                  <a:pt x="366713" y="238125"/>
                </a:lnTo>
                <a:lnTo>
                  <a:pt x="376238" y="238125"/>
                </a:lnTo>
                <a:lnTo>
                  <a:pt x="385763" y="238125"/>
                </a:lnTo>
                <a:lnTo>
                  <a:pt x="395288" y="238125"/>
                </a:lnTo>
                <a:lnTo>
                  <a:pt x="404813" y="238125"/>
                </a:lnTo>
                <a:lnTo>
                  <a:pt x="414338" y="238125"/>
                </a:lnTo>
                <a:lnTo>
                  <a:pt x="423863" y="238125"/>
                </a:lnTo>
                <a:lnTo>
                  <a:pt x="433388" y="238125"/>
                </a:lnTo>
                <a:lnTo>
                  <a:pt x="442913" y="238125"/>
                </a:lnTo>
                <a:lnTo>
                  <a:pt x="452438" y="238125"/>
                </a:lnTo>
                <a:lnTo>
                  <a:pt x="461963" y="238125"/>
                </a:lnTo>
                <a:lnTo>
                  <a:pt x="466725" y="233363"/>
                </a:lnTo>
                <a:lnTo>
                  <a:pt x="466725" y="223838"/>
                </a:lnTo>
                <a:lnTo>
                  <a:pt x="466725" y="214313"/>
                </a:lnTo>
                <a:lnTo>
                  <a:pt x="466725" y="204788"/>
                </a:lnTo>
                <a:lnTo>
                  <a:pt x="466725" y="195263"/>
                </a:lnTo>
                <a:lnTo>
                  <a:pt x="466725" y="185738"/>
                </a:lnTo>
                <a:lnTo>
                  <a:pt x="466725" y="176213"/>
                </a:lnTo>
                <a:lnTo>
                  <a:pt x="466725" y="166688"/>
                </a:lnTo>
                <a:lnTo>
                  <a:pt x="466725" y="157163"/>
                </a:lnTo>
                <a:lnTo>
                  <a:pt x="466725" y="147638"/>
                </a:lnTo>
                <a:lnTo>
                  <a:pt x="466725" y="138113"/>
                </a:lnTo>
                <a:lnTo>
                  <a:pt x="466725" y="128588"/>
                </a:lnTo>
                <a:lnTo>
                  <a:pt x="466725" y="119063"/>
                </a:lnTo>
                <a:lnTo>
                  <a:pt x="466725" y="109538"/>
                </a:lnTo>
                <a:lnTo>
                  <a:pt x="466725" y="100013"/>
                </a:lnTo>
                <a:lnTo>
                  <a:pt x="471488" y="95250"/>
                </a:lnTo>
                <a:lnTo>
                  <a:pt x="476250" y="90488"/>
                </a:lnTo>
                <a:lnTo>
                  <a:pt x="476250" y="80963"/>
                </a:lnTo>
                <a:lnTo>
                  <a:pt x="476250" y="71438"/>
                </a:lnTo>
                <a:lnTo>
                  <a:pt x="476250" y="61913"/>
                </a:lnTo>
                <a:lnTo>
                  <a:pt x="476250" y="52388"/>
                </a:lnTo>
                <a:lnTo>
                  <a:pt x="476250" y="42863"/>
                </a:lnTo>
                <a:lnTo>
                  <a:pt x="476250" y="33338"/>
                </a:lnTo>
                <a:lnTo>
                  <a:pt x="476250" y="23813"/>
                </a:lnTo>
                <a:lnTo>
                  <a:pt x="471488" y="19050"/>
                </a:lnTo>
                <a:lnTo>
                  <a:pt x="466725" y="14288"/>
                </a:lnTo>
                <a:lnTo>
                  <a:pt x="461963" y="9525"/>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close/>
              </a:path>
            </a:pathLst>
          </a:custGeom>
          <a:solidFill xmlns:a="http://schemas.openxmlformats.org/drawingml/2006/main">
            <a:srgbClr val="D3D5D6"/>
          </a:solidFill>
          <a:ln xmlns:a="http://schemas.openxmlformats.org/drawingml/2006/main" w="0">
            <a:noFill/>
            <a:prstDash val="solid"/>
          </a:ln>
        </p:spPr>
      </p:sp>
      <p:sp>
        <p:nvSpPr>
          <p:cNvPr id="1062" name="layout-candidate-gray-106-1">
            <a:extLst xmlns:a="http://schemas.openxmlformats.org/drawingml/2006/main">
              <a:ext uri="{FF2B5EF4-FFF2-40B4-BE49-F238E27FC236}">
                <a16:creationId xmlns:a16="http://schemas.microsoft.com/office/drawing/2014/main" id="{4491BBA4-DF01-46D9-90D3-E0A2EED6F445}"/>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D3D5D6"/>
          </a:solidFill>
          <a:ln xmlns:a="http://schemas.openxmlformats.org/drawingml/2006/main" w="0">
            <a:noFill/>
            <a:prstDash val="solid"/>
          </a:ln>
        </p:spPr>
      </p:sp>
      <p:sp>
        <p:nvSpPr>
          <p:cNvPr id="1063" name="layout-candidate-gray-106-2">
            <a:extLst xmlns:a="http://schemas.openxmlformats.org/drawingml/2006/main">
              <a:ext uri="{FF2B5EF4-FFF2-40B4-BE49-F238E27FC236}">
                <a16:creationId xmlns:a16="http://schemas.microsoft.com/office/drawing/2014/main" id="{7F9ABB5B-39B0-4D4A-81A2-08ECF0DC4E5C}"/>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D3D5D6"/>
          </a:solidFill>
          <a:ln xmlns:a="http://schemas.openxmlformats.org/drawingml/2006/main" w="0">
            <a:noFill/>
            <a:prstDash val="solid"/>
          </a:ln>
        </p:spPr>
      </p:sp>
      <p:sp>
        <p:nvSpPr>
          <p:cNvPr id="1064" name="layout-candidate-gray-106-3">
            <a:extLst xmlns:a="http://schemas.openxmlformats.org/drawingml/2006/main">
              <a:ext uri="{FF2B5EF4-FFF2-40B4-BE49-F238E27FC236}">
                <a16:creationId xmlns:a16="http://schemas.microsoft.com/office/drawing/2014/main" id="{043B87E8-668B-453C-BC33-92162BDC4F32}"/>
              </a:ext>
            </a:extLst>
          </p:cNvPr>
          <p:cNvSpPr>
            <a:spLocks xmlns:a="http://schemas.openxmlformats.org/drawingml/2006/main" noGrp="1"/>
          </p:cNvSpPr>
          <p:nvPr/>
        </p:nvSpPr>
        <p:spPr>
          <a:xfrm xmlns:a="http://schemas.openxmlformats.org/drawingml/2006/main" rot="0">
            <a:off x="136207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D3D5D6"/>
          </a:solidFill>
          <a:ln xmlns:a="http://schemas.openxmlformats.org/drawingml/2006/main" w="0">
            <a:noFill/>
            <a:prstDash val="solid"/>
          </a:ln>
        </p:spPr>
      </p:sp>
      <p:sp>
        <p:nvSpPr>
          <p:cNvPr id="1065" name="layout-candidate-gray-106-4">
            <a:extLst xmlns:a="http://schemas.openxmlformats.org/drawingml/2006/main">
              <a:ext uri="{FF2B5EF4-FFF2-40B4-BE49-F238E27FC236}">
                <a16:creationId xmlns:a16="http://schemas.microsoft.com/office/drawing/2014/main" id="{08E18ECC-C32A-44AE-B27A-FBB7D7BCC438}"/>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D3D5D6"/>
          </a:solidFill>
          <a:ln xmlns:a="http://schemas.openxmlformats.org/drawingml/2006/main" w="0">
            <a:noFill/>
            <a:prstDash val="solid"/>
          </a:ln>
        </p:spPr>
      </p:sp>
      <p:sp>
        <p:nvSpPr>
          <p:cNvPr id="1066" name="layout-candidate-gray-106-5">
            <a:extLst xmlns:a="http://schemas.openxmlformats.org/drawingml/2006/main">
              <a:ext uri="{FF2B5EF4-FFF2-40B4-BE49-F238E27FC236}">
                <a16:creationId xmlns:a16="http://schemas.microsoft.com/office/drawing/2014/main" id="{F2E11247-83D5-4BF1-BC3D-7B12F6D29487}"/>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D3D5D6"/>
          </a:solidFill>
          <a:ln xmlns:a="http://schemas.openxmlformats.org/drawingml/2006/main" w="0">
            <a:noFill/>
            <a:prstDash val="solid"/>
          </a:ln>
        </p:spPr>
      </p:sp>
      <p:sp>
        <p:nvSpPr>
          <p:cNvPr id="1067" name="layout-candidate-gray-107-0">
            <a:extLst xmlns:a="http://schemas.openxmlformats.org/drawingml/2006/main">
              <a:ext uri="{FF2B5EF4-FFF2-40B4-BE49-F238E27FC236}">
                <a16:creationId xmlns:a16="http://schemas.microsoft.com/office/drawing/2014/main" id="{2904B653-FDFB-461B-9F22-3F4122DE0E3B}"/>
              </a:ext>
            </a:extLst>
          </p:cNvPr>
          <p:cNvSpPr>
            <a:spLocks xmlns:a="http://schemas.openxmlformats.org/drawingml/2006/main" noGrp="1"/>
          </p:cNvSpPr>
          <p:nvPr/>
        </p:nvSpPr>
        <p:spPr>
          <a:xfrm xmlns:a="http://schemas.openxmlformats.org/drawingml/2006/main" rot="0">
            <a:off x="1133475" y="5000625"/>
            <a:ext cx="485775" cy="400050"/>
          </a:xfrm>
          <a:custGeom xmlns:a="http://schemas.openxmlformats.org/drawingml/2006/main">
            <a:pathLst>
              <a:path w="485775" h="4000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85775" y="4763"/>
                </a:lnTo>
                <a:lnTo>
                  <a:pt x="485775" y="14288"/>
                </a:lnTo>
                <a:lnTo>
                  <a:pt x="485775" y="23813"/>
                </a:lnTo>
                <a:lnTo>
                  <a:pt x="485775" y="33338"/>
                </a:lnTo>
                <a:lnTo>
                  <a:pt x="485775" y="42863"/>
                </a:lnTo>
                <a:lnTo>
                  <a:pt x="485775" y="52388"/>
                </a:lnTo>
                <a:lnTo>
                  <a:pt x="485775" y="61913"/>
                </a:lnTo>
                <a:lnTo>
                  <a:pt x="485775" y="71438"/>
                </a:lnTo>
                <a:lnTo>
                  <a:pt x="485775" y="80963"/>
                </a:lnTo>
                <a:lnTo>
                  <a:pt x="485775" y="90488"/>
                </a:lnTo>
                <a:lnTo>
                  <a:pt x="485775" y="100013"/>
                </a:lnTo>
                <a:lnTo>
                  <a:pt x="485775" y="109538"/>
                </a:lnTo>
                <a:lnTo>
                  <a:pt x="485775" y="119063"/>
                </a:lnTo>
                <a:lnTo>
                  <a:pt x="485775" y="128588"/>
                </a:lnTo>
                <a:lnTo>
                  <a:pt x="485775" y="138113"/>
                </a:lnTo>
                <a:lnTo>
                  <a:pt x="485775" y="147638"/>
                </a:lnTo>
                <a:lnTo>
                  <a:pt x="485775" y="157163"/>
                </a:lnTo>
                <a:lnTo>
                  <a:pt x="485775" y="166688"/>
                </a:lnTo>
                <a:lnTo>
                  <a:pt x="485775" y="176213"/>
                </a:lnTo>
                <a:lnTo>
                  <a:pt x="485775" y="185738"/>
                </a:lnTo>
                <a:lnTo>
                  <a:pt x="485775" y="195263"/>
                </a:lnTo>
                <a:lnTo>
                  <a:pt x="485775" y="204788"/>
                </a:lnTo>
                <a:lnTo>
                  <a:pt x="485775" y="214313"/>
                </a:lnTo>
                <a:lnTo>
                  <a:pt x="485775" y="223838"/>
                </a:lnTo>
                <a:lnTo>
                  <a:pt x="485775" y="233363"/>
                </a:lnTo>
                <a:lnTo>
                  <a:pt x="485775" y="242888"/>
                </a:lnTo>
                <a:lnTo>
                  <a:pt x="485775" y="252413"/>
                </a:lnTo>
                <a:lnTo>
                  <a:pt x="485775" y="261938"/>
                </a:lnTo>
                <a:lnTo>
                  <a:pt x="485775" y="271463"/>
                </a:lnTo>
                <a:lnTo>
                  <a:pt x="485775" y="280988"/>
                </a:lnTo>
                <a:lnTo>
                  <a:pt x="485775" y="290513"/>
                </a:lnTo>
                <a:lnTo>
                  <a:pt x="485775" y="300038"/>
                </a:lnTo>
                <a:lnTo>
                  <a:pt x="485775" y="309563"/>
                </a:lnTo>
                <a:lnTo>
                  <a:pt x="485775" y="319088"/>
                </a:lnTo>
                <a:lnTo>
                  <a:pt x="485775" y="328613"/>
                </a:lnTo>
                <a:lnTo>
                  <a:pt x="485775" y="338138"/>
                </a:lnTo>
                <a:lnTo>
                  <a:pt x="485775" y="347663"/>
                </a:lnTo>
                <a:lnTo>
                  <a:pt x="485775" y="357188"/>
                </a:lnTo>
                <a:lnTo>
                  <a:pt x="485775" y="366713"/>
                </a:lnTo>
                <a:lnTo>
                  <a:pt x="485775" y="376238"/>
                </a:lnTo>
                <a:lnTo>
                  <a:pt x="485775" y="385763"/>
                </a:lnTo>
                <a:lnTo>
                  <a:pt x="481013" y="390525"/>
                </a:lnTo>
                <a:lnTo>
                  <a:pt x="476250" y="395288"/>
                </a:lnTo>
                <a:lnTo>
                  <a:pt x="471488" y="400050"/>
                </a:lnTo>
                <a:lnTo>
                  <a:pt x="461963" y="400050"/>
                </a:lnTo>
                <a:lnTo>
                  <a:pt x="452438" y="400050"/>
                </a:lnTo>
                <a:lnTo>
                  <a:pt x="442913" y="400050"/>
                </a:lnTo>
                <a:lnTo>
                  <a:pt x="433388" y="400050"/>
                </a:lnTo>
                <a:lnTo>
                  <a:pt x="423863" y="400050"/>
                </a:lnTo>
                <a:lnTo>
                  <a:pt x="414338" y="400050"/>
                </a:lnTo>
                <a:lnTo>
                  <a:pt x="404813" y="400050"/>
                </a:lnTo>
                <a:lnTo>
                  <a:pt x="395288" y="400050"/>
                </a:lnTo>
                <a:lnTo>
                  <a:pt x="385763" y="400050"/>
                </a:lnTo>
                <a:lnTo>
                  <a:pt x="376238" y="400050"/>
                </a:lnTo>
                <a:lnTo>
                  <a:pt x="366713" y="400050"/>
                </a:lnTo>
                <a:lnTo>
                  <a:pt x="357188" y="400050"/>
                </a:lnTo>
                <a:lnTo>
                  <a:pt x="347663" y="400050"/>
                </a:lnTo>
                <a:lnTo>
                  <a:pt x="338138" y="400050"/>
                </a:lnTo>
                <a:lnTo>
                  <a:pt x="328613" y="400050"/>
                </a:lnTo>
                <a:lnTo>
                  <a:pt x="319088" y="400050"/>
                </a:lnTo>
                <a:lnTo>
                  <a:pt x="309563" y="400050"/>
                </a:lnTo>
                <a:lnTo>
                  <a:pt x="300038" y="400050"/>
                </a:lnTo>
                <a:lnTo>
                  <a:pt x="290513" y="400050"/>
                </a:lnTo>
                <a:lnTo>
                  <a:pt x="285750" y="395288"/>
                </a:lnTo>
                <a:lnTo>
                  <a:pt x="280988" y="390525"/>
                </a:lnTo>
                <a:lnTo>
                  <a:pt x="276225" y="385763"/>
                </a:lnTo>
                <a:lnTo>
                  <a:pt x="276225" y="376238"/>
                </a:lnTo>
                <a:lnTo>
                  <a:pt x="276225" y="366713"/>
                </a:lnTo>
                <a:lnTo>
                  <a:pt x="276225" y="357188"/>
                </a:lnTo>
                <a:lnTo>
                  <a:pt x="276225" y="347663"/>
                </a:lnTo>
                <a:lnTo>
                  <a:pt x="276225" y="338138"/>
                </a:lnTo>
                <a:lnTo>
                  <a:pt x="276225" y="328613"/>
                </a:lnTo>
                <a:lnTo>
                  <a:pt x="276225" y="319088"/>
                </a:lnTo>
                <a:lnTo>
                  <a:pt x="276225" y="309563"/>
                </a:lnTo>
                <a:lnTo>
                  <a:pt x="276225" y="300038"/>
                </a:lnTo>
                <a:lnTo>
                  <a:pt x="276225" y="290513"/>
                </a:lnTo>
                <a:lnTo>
                  <a:pt x="276225" y="280988"/>
                </a:lnTo>
                <a:lnTo>
                  <a:pt x="276225" y="271463"/>
                </a:lnTo>
                <a:lnTo>
                  <a:pt x="276225" y="261938"/>
                </a:lnTo>
                <a:lnTo>
                  <a:pt x="276225" y="252413"/>
                </a:lnTo>
                <a:lnTo>
                  <a:pt x="276225" y="242888"/>
                </a:lnTo>
                <a:lnTo>
                  <a:pt x="276225" y="233363"/>
                </a:lnTo>
                <a:lnTo>
                  <a:pt x="276225" y="223838"/>
                </a:lnTo>
                <a:lnTo>
                  <a:pt x="276225" y="214313"/>
                </a:lnTo>
                <a:lnTo>
                  <a:pt x="271463" y="209550"/>
                </a:lnTo>
                <a:lnTo>
                  <a:pt x="261938" y="209550"/>
                </a:lnTo>
                <a:lnTo>
                  <a:pt x="252413" y="209550"/>
                </a:lnTo>
                <a:lnTo>
                  <a:pt x="242888" y="209550"/>
                </a:lnTo>
                <a:lnTo>
                  <a:pt x="233363" y="209550"/>
                </a:lnTo>
                <a:lnTo>
                  <a:pt x="223838" y="209550"/>
                </a:lnTo>
                <a:lnTo>
                  <a:pt x="214313" y="209550"/>
                </a:lnTo>
                <a:lnTo>
                  <a:pt x="204788" y="209550"/>
                </a:lnTo>
                <a:lnTo>
                  <a:pt x="195263" y="209550"/>
                </a:lnTo>
                <a:lnTo>
                  <a:pt x="185738" y="209550"/>
                </a:lnTo>
                <a:lnTo>
                  <a:pt x="176213" y="209550"/>
                </a:lnTo>
                <a:lnTo>
                  <a:pt x="166688" y="209550"/>
                </a:lnTo>
                <a:lnTo>
                  <a:pt x="157163" y="209550"/>
                </a:lnTo>
                <a:lnTo>
                  <a:pt x="147638" y="209550"/>
                </a:lnTo>
                <a:lnTo>
                  <a:pt x="138113" y="209550"/>
                </a:lnTo>
                <a:lnTo>
                  <a:pt x="128588" y="209550"/>
                </a:lnTo>
                <a:lnTo>
                  <a:pt x="119063" y="209550"/>
                </a:lnTo>
                <a:lnTo>
                  <a:pt x="109538" y="209550"/>
                </a:lnTo>
                <a:lnTo>
                  <a:pt x="100013" y="209550"/>
                </a:lnTo>
                <a:lnTo>
                  <a:pt x="90488" y="209550"/>
                </a:lnTo>
                <a:lnTo>
                  <a:pt x="80963" y="209550"/>
                </a:lnTo>
                <a:lnTo>
                  <a:pt x="71438" y="209550"/>
                </a:lnTo>
                <a:lnTo>
                  <a:pt x="61913" y="209550"/>
                </a:lnTo>
                <a:lnTo>
                  <a:pt x="52388" y="209550"/>
                </a:lnTo>
                <a:lnTo>
                  <a:pt x="42863" y="209550"/>
                </a:lnTo>
                <a:lnTo>
                  <a:pt x="33338" y="209550"/>
                </a:lnTo>
                <a:lnTo>
                  <a:pt x="23813" y="209550"/>
                </a:lnTo>
                <a:lnTo>
                  <a:pt x="14288" y="209550"/>
                </a:lnTo>
                <a:lnTo>
                  <a:pt x="9525" y="204788"/>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23813" y="9525"/>
                </a:moveTo>
                <a:lnTo>
                  <a:pt x="19050" y="14288"/>
                </a:lnTo>
                <a:lnTo>
                  <a:pt x="14288" y="19050"/>
                </a:lnTo>
                <a:lnTo>
                  <a:pt x="9525" y="23813"/>
                </a:lnTo>
                <a:lnTo>
                  <a:pt x="14288" y="28575"/>
                </a:lnTo>
                <a:lnTo>
                  <a:pt x="19050" y="33338"/>
                </a:lnTo>
                <a:lnTo>
                  <a:pt x="19050" y="42863"/>
                </a:lnTo>
                <a:lnTo>
                  <a:pt x="19050" y="52388"/>
                </a:lnTo>
                <a:lnTo>
                  <a:pt x="19050" y="61913"/>
                </a:lnTo>
                <a:lnTo>
                  <a:pt x="19050" y="71438"/>
                </a:lnTo>
                <a:lnTo>
                  <a:pt x="19050" y="80963"/>
                </a:lnTo>
                <a:lnTo>
                  <a:pt x="19050" y="90488"/>
                </a:lnTo>
                <a:lnTo>
                  <a:pt x="19050" y="100013"/>
                </a:lnTo>
                <a:lnTo>
                  <a:pt x="19050" y="109538"/>
                </a:lnTo>
                <a:lnTo>
                  <a:pt x="19050" y="119063"/>
                </a:lnTo>
                <a:lnTo>
                  <a:pt x="19050" y="128588"/>
                </a:lnTo>
                <a:lnTo>
                  <a:pt x="19050" y="138113"/>
                </a:lnTo>
                <a:lnTo>
                  <a:pt x="19050" y="147638"/>
                </a:lnTo>
                <a:lnTo>
                  <a:pt x="19050" y="157163"/>
                </a:lnTo>
                <a:lnTo>
                  <a:pt x="19050" y="166688"/>
                </a:lnTo>
                <a:lnTo>
                  <a:pt x="19050" y="176213"/>
                </a:lnTo>
                <a:lnTo>
                  <a:pt x="19050" y="185738"/>
                </a:lnTo>
                <a:lnTo>
                  <a:pt x="23813" y="190500"/>
                </a:lnTo>
                <a:lnTo>
                  <a:pt x="33338" y="190500"/>
                </a:lnTo>
                <a:lnTo>
                  <a:pt x="42863" y="190500"/>
                </a:lnTo>
                <a:lnTo>
                  <a:pt x="52388" y="190500"/>
                </a:lnTo>
                <a:lnTo>
                  <a:pt x="61913" y="190500"/>
                </a:lnTo>
                <a:lnTo>
                  <a:pt x="71438" y="190500"/>
                </a:lnTo>
                <a:lnTo>
                  <a:pt x="80963" y="190500"/>
                </a:lnTo>
                <a:lnTo>
                  <a:pt x="90488" y="190500"/>
                </a:lnTo>
                <a:lnTo>
                  <a:pt x="100013" y="190500"/>
                </a:lnTo>
                <a:lnTo>
                  <a:pt x="109538" y="190500"/>
                </a:lnTo>
                <a:lnTo>
                  <a:pt x="119063" y="190500"/>
                </a:lnTo>
                <a:lnTo>
                  <a:pt x="128588" y="190500"/>
                </a:lnTo>
                <a:lnTo>
                  <a:pt x="138113" y="190500"/>
                </a:lnTo>
                <a:lnTo>
                  <a:pt x="147638" y="190500"/>
                </a:lnTo>
                <a:lnTo>
                  <a:pt x="157163" y="190500"/>
                </a:lnTo>
                <a:lnTo>
                  <a:pt x="166688" y="190500"/>
                </a:lnTo>
                <a:lnTo>
                  <a:pt x="176213" y="190500"/>
                </a:lnTo>
                <a:lnTo>
                  <a:pt x="185738" y="190500"/>
                </a:lnTo>
                <a:lnTo>
                  <a:pt x="195263" y="190500"/>
                </a:lnTo>
                <a:lnTo>
                  <a:pt x="204788" y="190500"/>
                </a:lnTo>
                <a:lnTo>
                  <a:pt x="214313" y="190500"/>
                </a:lnTo>
                <a:lnTo>
                  <a:pt x="223838" y="190500"/>
                </a:lnTo>
                <a:lnTo>
                  <a:pt x="233363" y="190500"/>
                </a:lnTo>
                <a:lnTo>
                  <a:pt x="242888" y="190500"/>
                </a:lnTo>
                <a:lnTo>
                  <a:pt x="252413" y="190500"/>
                </a:lnTo>
                <a:lnTo>
                  <a:pt x="261938" y="190500"/>
                </a:lnTo>
                <a:lnTo>
                  <a:pt x="271463" y="190500"/>
                </a:lnTo>
                <a:lnTo>
                  <a:pt x="280988" y="190500"/>
                </a:lnTo>
                <a:lnTo>
                  <a:pt x="290513" y="190500"/>
                </a:lnTo>
                <a:lnTo>
                  <a:pt x="295275" y="195263"/>
                </a:lnTo>
                <a:lnTo>
                  <a:pt x="295275" y="204788"/>
                </a:lnTo>
                <a:lnTo>
                  <a:pt x="295275" y="214313"/>
                </a:lnTo>
                <a:lnTo>
                  <a:pt x="295275" y="223838"/>
                </a:lnTo>
                <a:lnTo>
                  <a:pt x="295275" y="233363"/>
                </a:lnTo>
                <a:lnTo>
                  <a:pt x="295275" y="242888"/>
                </a:lnTo>
                <a:lnTo>
                  <a:pt x="300038" y="247650"/>
                </a:lnTo>
                <a:lnTo>
                  <a:pt x="309563" y="247650"/>
                </a:lnTo>
                <a:lnTo>
                  <a:pt x="319088" y="247650"/>
                </a:lnTo>
                <a:lnTo>
                  <a:pt x="328613" y="247650"/>
                </a:lnTo>
                <a:lnTo>
                  <a:pt x="338138" y="247650"/>
                </a:lnTo>
                <a:lnTo>
                  <a:pt x="347663" y="247650"/>
                </a:lnTo>
                <a:lnTo>
                  <a:pt x="357188" y="247650"/>
                </a:lnTo>
                <a:lnTo>
                  <a:pt x="366713" y="247650"/>
                </a:lnTo>
                <a:lnTo>
                  <a:pt x="376238" y="247650"/>
                </a:lnTo>
                <a:lnTo>
                  <a:pt x="385763" y="247650"/>
                </a:lnTo>
                <a:lnTo>
                  <a:pt x="395288" y="247650"/>
                </a:lnTo>
                <a:lnTo>
                  <a:pt x="404813" y="247650"/>
                </a:lnTo>
                <a:lnTo>
                  <a:pt x="414338" y="247650"/>
                </a:lnTo>
                <a:lnTo>
                  <a:pt x="423863" y="247650"/>
                </a:lnTo>
                <a:lnTo>
                  <a:pt x="433388" y="247650"/>
                </a:lnTo>
                <a:lnTo>
                  <a:pt x="442913" y="247650"/>
                </a:lnTo>
                <a:lnTo>
                  <a:pt x="452438" y="247650"/>
                </a:lnTo>
                <a:lnTo>
                  <a:pt x="461963" y="247650"/>
                </a:lnTo>
                <a:lnTo>
                  <a:pt x="466725" y="242888"/>
                </a:lnTo>
                <a:lnTo>
                  <a:pt x="466725" y="233363"/>
                </a:lnTo>
                <a:lnTo>
                  <a:pt x="466725" y="223838"/>
                </a:lnTo>
                <a:lnTo>
                  <a:pt x="466725" y="214313"/>
                </a:lnTo>
                <a:lnTo>
                  <a:pt x="466725" y="204788"/>
                </a:lnTo>
                <a:lnTo>
                  <a:pt x="466725" y="195263"/>
                </a:lnTo>
                <a:lnTo>
                  <a:pt x="466725" y="185738"/>
                </a:lnTo>
                <a:lnTo>
                  <a:pt x="466725" y="176213"/>
                </a:lnTo>
                <a:lnTo>
                  <a:pt x="466725" y="166688"/>
                </a:lnTo>
                <a:lnTo>
                  <a:pt x="466725" y="157163"/>
                </a:lnTo>
                <a:lnTo>
                  <a:pt x="466725" y="147638"/>
                </a:lnTo>
                <a:lnTo>
                  <a:pt x="466725" y="138113"/>
                </a:lnTo>
                <a:lnTo>
                  <a:pt x="471488" y="133350"/>
                </a:lnTo>
                <a:lnTo>
                  <a:pt x="476250" y="128588"/>
                </a:lnTo>
                <a:lnTo>
                  <a:pt x="476250" y="119063"/>
                </a:lnTo>
                <a:lnTo>
                  <a:pt x="476250" y="109538"/>
                </a:lnTo>
                <a:lnTo>
                  <a:pt x="476250" y="100013"/>
                </a:lnTo>
                <a:lnTo>
                  <a:pt x="476250" y="90488"/>
                </a:lnTo>
                <a:lnTo>
                  <a:pt x="476250" y="80963"/>
                </a:lnTo>
                <a:lnTo>
                  <a:pt x="476250" y="71438"/>
                </a:lnTo>
                <a:lnTo>
                  <a:pt x="476250" y="61913"/>
                </a:lnTo>
                <a:lnTo>
                  <a:pt x="476250" y="52388"/>
                </a:lnTo>
                <a:lnTo>
                  <a:pt x="476250" y="42863"/>
                </a:lnTo>
                <a:lnTo>
                  <a:pt x="476250" y="33338"/>
                </a:lnTo>
                <a:lnTo>
                  <a:pt x="476250" y="23813"/>
                </a:lnTo>
                <a:lnTo>
                  <a:pt x="476250" y="14288"/>
                </a:lnTo>
                <a:lnTo>
                  <a:pt x="471488" y="9525"/>
                </a:lnTo>
                <a:lnTo>
                  <a:pt x="461963" y="9525"/>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close/>
              </a:path>
            </a:pathLst>
          </a:custGeom>
          <a:solidFill xmlns:a="http://schemas.openxmlformats.org/drawingml/2006/main">
            <a:srgbClr val="D5D7D8"/>
          </a:solidFill>
          <a:ln xmlns:a="http://schemas.openxmlformats.org/drawingml/2006/main" w="0">
            <a:noFill/>
            <a:prstDash val="solid"/>
          </a:ln>
        </p:spPr>
      </p:sp>
      <p:sp>
        <p:nvSpPr>
          <p:cNvPr id="1068" name="layout-candidate-gray-107-1">
            <a:extLst xmlns:a="http://schemas.openxmlformats.org/drawingml/2006/main">
              <a:ext uri="{FF2B5EF4-FFF2-40B4-BE49-F238E27FC236}">
                <a16:creationId xmlns:a16="http://schemas.microsoft.com/office/drawing/2014/main" id="{15AA0327-ACCD-415C-863C-73A4F80B6B79}"/>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D5D7D8"/>
          </a:solidFill>
          <a:ln xmlns:a="http://schemas.openxmlformats.org/drawingml/2006/main" w="0">
            <a:noFill/>
            <a:prstDash val="solid"/>
          </a:ln>
        </p:spPr>
      </p:sp>
      <p:sp>
        <p:nvSpPr>
          <p:cNvPr id="1069" name="layout-candidate-gray-107-2">
            <a:extLst xmlns:a="http://schemas.openxmlformats.org/drawingml/2006/main">
              <a:ext uri="{FF2B5EF4-FFF2-40B4-BE49-F238E27FC236}">
                <a16:creationId xmlns:a16="http://schemas.microsoft.com/office/drawing/2014/main" id="{2DD7D67A-6BC5-4503-B36D-06D9EBB9BCC4}"/>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D5D7D8"/>
          </a:solidFill>
          <a:ln xmlns:a="http://schemas.openxmlformats.org/drawingml/2006/main" w="0">
            <a:noFill/>
            <a:prstDash val="solid"/>
          </a:ln>
        </p:spPr>
      </p:sp>
      <p:sp>
        <p:nvSpPr>
          <p:cNvPr id="1070" name="layout-candidate-gray-107-3">
            <a:extLst xmlns:a="http://schemas.openxmlformats.org/drawingml/2006/main">
              <a:ext uri="{FF2B5EF4-FFF2-40B4-BE49-F238E27FC236}">
                <a16:creationId xmlns:a16="http://schemas.microsoft.com/office/drawing/2014/main" id="{5B275684-42FC-4798-B822-F48ACBDF3108}"/>
              </a:ext>
            </a:extLst>
          </p:cNvPr>
          <p:cNvSpPr>
            <a:spLocks xmlns:a="http://schemas.openxmlformats.org/drawingml/2006/main" noGrp="1"/>
          </p:cNvSpPr>
          <p:nvPr/>
        </p:nvSpPr>
        <p:spPr>
          <a:xfrm xmlns:a="http://schemas.openxmlformats.org/drawingml/2006/main" rot="0">
            <a:off x="136207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D5D7D8"/>
          </a:solidFill>
          <a:ln xmlns:a="http://schemas.openxmlformats.org/drawingml/2006/main" w="0">
            <a:noFill/>
            <a:prstDash val="solid"/>
          </a:ln>
        </p:spPr>
      </p:sp>
      <p:sp>
        <p:nvSpPr>
          <p:cNvPr id="1071" name="layout-candidate-gray-107-4">
            <a:extLst xmlns:a="http://schemas.openxmlformats.org/drawingml/2006/main">
              <a:ext uri="{FF2B5EF4-FFF2-40B4-BE49-F238E27FC236}">
                <a16:creationId xmlns:a16="http://schemas.microsoft.com/office/drawing/2014/main" id="{851556AE-3CDA-4A62-86A7-AE962EA04B5A}"/>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D5D7D8"/>
          </a:solidFill>
          <a:ln xmlns:a="http://schemas.openxmlformats.org/drawingml/2006/main" w="0">
            <a:noFill/>
            <a:prstDash val="solid"/>
          </a:ln>
        </p:spPr>
      </p:sp>
      <p:sp>
        <p:nvSpPr>
          <p:cNvPr id="1072" name="layout-candidate-gray-107-5">
            <a:extLst xmlns:a="http://schemas.openxmlformats.org/drawingml/2006/main">
              <a:ext uri="{FF2B5EF4-FFF2-40B4-BE49-F238E27FC236}">
                <a16:creationId xmlns:a16="http://schemas.microsoft.com/office/drawing/2014/main" id="{BF84B20B-2CD9-4253-99DF-56A14DCB07C9}"/>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D5D7D8"/>
          </a:solidFill>
          <a:ln xmlns:a="http://schemas.openxmlformats.org/drawingml/2006/main" w="0">
            <a:noFill/>
            <a:prstDash val="solid"/>
          </a:ln>
        </p:spPr>
      </p:sp>
      <p:sp>
        <p:nvSpPr>
          <p:cNvPr id="1073" name="layout-candidate-gray-108-0">
            <a:extLst xmlns:a="http://schemas.openxmlformats.org/drawingml/2006/main">
              <a:ext uri="{FF2B5EF4-FFF2-40B4-BE49-F238E27FC236}">
                <a16:creationId xmlns:a16="http://schemas.microsoft.com/office/drawing/2014/main" id="{6EDDD1EA-EBBA-45C7-A355-D489E8680226}"/>
              </a:ext>
            </a:extLst>
          </p:cNvPr>
          <p:cNvSpPr>
            <a:spLocks xmlns:a="http://schemas.openxmlformats.org/drawingml/2006/main" noGrp="1"/>
          </p:cNvSpPr>
          <p:nvPr/>
        </p:nvSpPr>
        <p:spPr>
          <a:xfrm xmlns:a="http://schemas.openxmlformats.org/drawingml/2006/main" rot="0">
            <a:off x="1133475" y="5000625"/>
            <a:ext cx="485775" cy="400050"/>
          </a:xfrm>
          <a:custGeom xmlns:a="http://schemas.openxmlformats.org/drawingml/2006/main">
            <a:pathLst>
              <a:path w="485775" h="4000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85775" y="4763"/>
                </a:lnTo>
                <a:lnTo>
                  <a:pt x="485775" y="14288"/>
                </a:lnTo>
                <a:lnTo>
                  <a:pt x="485775" y="23813"/>
                </a:lnTo>
                <a:lnTo>
                  <a:pt x="485775" y="33338"/>
                </a:lnTo>
                <a:lnTo>
                  <a:pt x="485775" y="42863"/>
                </a:lnTo>
                <a:lnTo>
                  <a:pt x="485775" y="52388"/>
                </a:lnTo>
                <a:lnTo>
                  <a:pt x="485775" y="61913"/>
                </a:lnTo>
                <a:lnTo>
                  <a:pt x="485775" y="71438"/>
                </a:lnTo>
                <a:lnTo>
                  <a:pt x="485775" y="80963"/>
                </a:lnTo>
                <a:lnTo>
                  <a:pt x="485775" y="90488"/>
                </a:lnTo>
                <a:lnTo>
                  <a:pt x="485775" y="100013"/>
                </a:lnTo>
                <a:lnTo>
                  <a:pt x="485775" y="109538"/>
                </a:lnTo>
                <a:lnTo>
                  <a:pt x="485775" y="119063"/>
                </a:lnTo>
                <a:lnTo>
                  <a:pt x="485775" y="128588"/>
                </a:lnTo>
                <a:lnTo>
                  <a:pt x="485775" y="138113"/>
                </a:lnTo>
                <a:lnTo>
                  <a:pt x="485775" y="147638"/>
                </a:lnTo>
                <a:lnTo>
                  <a:pt x="485775" y="157163"/>
                </a:lnTo>
                <a:lnTo>
                  <a:pt x="485775" y="166688"/>
                </a:lnTo>
                <a:lnTo>
                  <a:pt x="485775" y="176213"/>
                </a:lnTo>
                <a:lnTo>
                  <a:pt x="485775" y="185738"/>
                </a:lnTo>
                <a:lnTo>
                  <a:pt x="485775" y="195263"/>
                </a:lnTo>
                <a:lnTo>
                  <a:pt x="485775" y="204788"/>
                </a:lnTo>
                <a:lnTo>
                  <a:pt x="485775" y="214313"/>
                </a:lnTo>
                <a:lnTo>
                  <a:pt x="485775" y="223838"/>
                </a:lnTo>
                <a:lnTo>
                  <a:pt x="485775" y="233363"/>
                </a:lnTo>
                <a:lnTo>
                  <a:pt x="485775" y="242888"/>
                </a:lnTo>
                <a:lnTo>
                  <a:pt x="485775" y="252413"/>
                </a:lnTo>
                <a:lnTo>
                  <a:pt x="485775" y="261938"/>
                </a:lnTo>
                <a:lnTo>
                  <a:pt x="485775" y="271463"/>
                </a:lnTo>
                <a:lnTo>
                  <a:pt x="485775" y="280988"/>
                </a:lnTo>
                <a:lnTo>
                  <a:pt x="485775" y="290513"/>
                </a:lnTo>
                <a:lnTo>
                  <a:pt x="485775" y="300038"/>
                </a:lnTo>
                <a:lnTo>
                  <a:pt x="485775" y="309563"/>
                </a:lnTo>
                <a:lnTo>
                  <a:pt x="485775" y="319088"/>
                </a:lnTo>
                <a:lnTo>
                  <a:pt x="485775" y="328613"/>
                </a:lnTo>
                <a:lnTo>
                  <a:pt x="485775" y="338138"/>
                </a:lnTo>
                <a:lnTo>
                  <a:pt x="485775" y="347663"/>
                </a:lnTo>
                <a:lnTo>
                  <a:pt x="485775" y="357188"/>
                </a:lnTo>
                <a:lnTo>
                  <a:pt x="485775" y="366713"/>
                </a:lnTo>
                <a:lnTo>
                  <a:pt x="485775" y="376238"/>
                </a:lnTo>
                <a:lnTo>
                  <a:pt x="485775" y="385763"/>
                </a:lnTo>
                <a:lnTo>
                  <a:pt x="481013" y="390525"/>
                </a:lnTo>
                <a:lnTo>
                  <a:pt x="476250" y="395288"/>
                </a:lnTo>
                <a:lnTo>
                  <a:pt x="471488" y="400050"/>
                </a:lnTo>
                <a:lnTo>
                  <a:pt x="461963" y="400050"/>
                </a:lnTo>
                <a:lnTo>
                  <a:pt x="452438" y="400050"/>
                </a:lnTo>
                <a:lnTo>
                  <a:pt x="442913" y="400050"/>
                </a:lnTo>
                <a:lnTo>
                  <a:pt x="433388" y="400050"/>
                </a:lnTo>
                <a:lnTo>
                  <a:pt x="423863" y="400050"/>
                </a:lnTo>
                <a:lnTo>
                  <a:pt x="414338" y="400050"/>
                </a:lnTo>
                <a:lnTo>
                  <a:pt x="404813" y="400050"/>
                </a:lnTo>
                <a:lnTo>
                  <a:pt x="395288" y="400050"/>
                </a:lnTo>
                <a:lnTo>
                  <a:pt x="385763" y="400050"/>
                </a:lnTo>
                <a:lnTo>
                  <a:pt x="376238" y="400050"/>
                </a:lnTo>
                <a:lnTo>
                  <a:pt x="366713" y="400050"/>
                </a:lnTo>
                <a:lnTo>
                  <a:pt x="357188" y="400050"/>
                </a:lnTo>
                <a:lnTo>
                  <a:pt x="347663" y="400050"/>
                </a:lnTo>
                <a:lnTo>
                  <a:pt x="338138" y="400050"/>
                </a:lnTo>
                <a:lnTo>
                  <a:pt x="328613" y="400050"/>
                </a:lnTo>
                <a:lnTo>
                  <a:pt x="319088" y="400050"/>
                </a:lnTo>
                <a:lnTo>
                  <a:pt x="309563" y="400050"/>
                </a:lnTo>
                <a:lnTo>
                  <a:pt x="300038" y="400050"/>
                </a:lnTo>
                <a:lnTo>
                  <a:pt x="290513" y="400050"/>
                </a:lnTo>
                <a:lnTo>
                  <a:pt x="285750" y="395288"/>
                </a:lnTo>
                <a:lnTo>
                  <a:pt x="280988" y="390525"/>
                </a:lnTo>
                <a:lnTo>
                  <a:pt x="276225" y="385763"/>
                </a:lnTo>
                <a:lnTo>
                  <a:pt x="276225" y="376238"/>
                </a:lnTo>
                <a:lnTo>
                  <a:pt x="276225" y="366713"/>
                </a:lnTo>
                <a:lnTo>
                  <a:pt x="276225" y="357188"/>
                </a:lnTo>
                <a:lnTo>
                  <a:pt x="276225" y="347663"/>
                </a:lnTo>
                <a:lnTo>
                  <a:pt x="276225" y="338138"/>
                </a:lnTo>
                <a:lnTo>
                  <a:pt x="276225" y="328613"/>
                </a:lnTo>
                <a:lnTo>
                  <a:pt x="276225" y="319088"/>
                </a:lnTo>
                <a:lnTo>
                  <a:pt x="276225" y="309563"/>
                </a:lnTo>
                <a:lnTo>
                  <a:pt x="276225" y="300038"/>
                </a:lnTo>
                <a:lnTo>
                  <a:pt x="276225" y="290513"/>
                </a:lnTo>
                <a:lnTo>
                  <a:pt x="276225" y="280988"/>
                </a:lnTo>
                <a:lnTo>
                  <a:pt x="276225" y="271463"/>
                </a:lnTo>
                <a:lnTo>
                  <a:pt x="276225" y="261938"/>
                </a:lnTo>
                <a:lnTo>
                  <a:pt x="276225" y="252413"/>
                </a:lnTo>
                <a:lnTo>
                  <a:pt x="276225" y="242888"/>
                </a:lnTo>
                <a:lnTo>
                  <a:pt x="276225" y="233363"/>
                </a:lnTo>
                <a:lnTo>
                  <a:pt x="276225" y="223838"/>
                </a:lnTo>
                <a:lnTo>
                  <a:pt x="276225" y="214313"/>
                </a:lnTo>
                <a:lnTo>
                  <a:pt x="271463" y="209550"/>
                </a:lnTo>
                <a:lnTo>
                  <a:pt x="261938" y="209550"/>
                </a:lnTo>
                <a:lnTo>
                  <a:pt x="252413" y="209550"/>
                </a:lnTo>
                <a:lnTo>
                  <a:pt x="242888" y="209550"/>
                </a:lnTo>
                <a:lnTo>
                  <a:pt x="233363" y="209550"/>
                </a:lnTo>
                <a:lnTo>
                  <a:pt x="223838" y="209550"/>
                </a:lnTo>
                <a:lnTo>
                  <a:pt x="214313" y="209550"/>
                </a:lnTo>
                <a:lnTo>
                  <a:pt x="204788" y="209550"/>
                </a:lnTo>
                <a:lnTo>
                  <a:pt x="195263" y="209550"/>
                </a:lnTo>
                <a:lnTo>
                  <a:pt x="185738" y="209550"/>
                </a:lnTo>
                <a:lnTo>
                  <a:pt x="176213" y="209550"/>
                </a:lnTo>
                <a:lnTo>
                  <a:pt x="166688" y="209550"/>
                </a:lnTo>
                <a:lnTo>
                  <a:pt x="157163" y="209550"/>
                </a:lnTo>
                <a:lnTo>
                  <a:pt x="147638" y="209550"/>
                </a:lnTo>
                <a:lnTo>
                  <a:pt x="138113" y="209550"/>
                </a:lnTo>
                <a:lnTo>
                  <a:pt x="128588" y="209550"/>
                </a:lnTo>
                <a:lnTo>
                  <a:pt x="119063" y="209550"/>
                </a:lnTo>
                <a:lnTo>
                  <a:pt x="109538" y="209550"/>
                </a:lnTo>
                <a:lnTo>
                  <a:pt x="100013" y="209550"/>
                </a:lnTo>
                <a:lnTo>
                  <a:pt x="90488" y="209550"/>
                </a:lnTo>
                <a:lnTo>
                  <a:pt x="80963" y="209550"/>
                </a:lnTo>
                <a:lnTo>
                  <a:pt x="71438" y="209550"/>
                </a:lnTo>
                <a:lnTo>
                  <a:pt x="61913" y="209550"/>
                </a:lnTo>
                <a:lnTo>
                  <a:pt x="52388" y="209550"/>
                </a:lnTo>
                <a:lnTo>
                  <a:pt x="42863" y="209550"/>
                </a:lnTo>
                <a:lnTo>
                  <a:pt x="33338" y="209550"/>
                </a:lnTo>
                <a:lnTo>
                  <a:pt x="23813" y="209550"/>
                </a:lnTo>
                <a:lnTo>
                  <a:pt x="14288" y="209550"/>
                </a:lnTo>
                <a:lnTo>
                  <a:pt x="9525" y="204788"/>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moveTo>
                  <a:pt x="14288" y="9525"/>
                </a:move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14288" y="114300"/>
                </a:lnTo>
                <a:lnTo>
                  <a:pt x="19050" y="119063"/>
                </a:lnTo>
                <a:lnTo>
                  <a:pt x="19050" y="128588"/>
                </a:lnTo>
                <a:lnTo>
                  <a:pt x="19050" y="138113"/>
                </a:lnTo>
                <a:lnTo>
                  <a:pt x="19050" y="147638"/>
                </a:lnTo>
                <a:lnTo>
                  <a:pt x="19050" y="157163"/>
                </a:lnTo>
                <a:lnTo>
                  <a:pt x="19050" y="166688"/>
                </a:lnTo>
                <a:lnTo>
                  <a:pt x="19050" y="176213"/>
                </a:lnTo>
                <a:lnTo>
                  <a:pt x="19050" y="185738"/>
                </a:lnTo>
                <a:lnTo>
                  <a:pt x="23813" y="190500"/>
                </a:lnTo>
                <a:lnTo>
                  <a:pt x="33338" y="190500"/>
                </a:lnTo>
                <a:lnTo>
                  <a:pt x="42863" y="190500"/>
                </a:lnTo>
                <a:lnTo>
                  <a:pt x="52388" y="190500"/>
                </a:lnTo>
                <a:lnTo>
                  <a:pt x="61913" y="190500"/>
                </a:lnTo>
                <a:lnTo>
                  <a:pt x="71438" y="190500"/>
                </a:lnTo>
                <a:lnTo>
                  <a:pt x="80963" y="190500"/>
                </a:lnTo>
                <a:lnTo>
                  <a:pt x="90488" y="190500"/>
                </a:lnTo>
                <a:lnTo>
                  <a:pt x="100013" y="190500"/>
                </a:lnTo>
                <a:lnTo>
                  <a:pt x="109538" y="190500"/>
                </a:lnTo>
                <a:lnTo>
                  <a:pt x="119063" y="190500"/>
                </a:lnTo>
                <a:lnTo>
                  <a:pt x="128588" y="190500"/>
                </a:lnTo>
                <a:lnTo>
                  <a:pt x="138113" y="190500"/>
                </a:lnTo>
                <a:lnTo>
                  <a:pt x="147638" y="190500"/>
                </a:lnTo>
                <a:lnTo>
                  <a:pt x="157163" y="190500"/>
                </a:lnTo>
                <a:lnTo>
                  <a:pt x="166688" y="190500"/>
                </a:lnTo>
                <a:lnTo>
                  <a:pt x="176213" y="190500"/>
                </a:lnTo>
                <a:lnTo>
                  <a:pt x="185738" y="190500"/>
                </a:lnTo>
                <a:lnTo>
                  <a:pt x="195263" y="190500"/>
                </a:lnTo>
                <a:lnTo>
                  <a:pt x="204788" y="190500"/>
                </a:lnTo>
                <a:lnTo>
                  <a:pt x="214313" y="190500"/>
                </a:lnTo>
                <a:lnTo>
                  <a:pt x="223838" y="190500"/>
                </a:lnTo>
                <a:lnTo>
                  <a:pt x="233363" y="190500"/>
                </a:lnTo>
                <a:lnTo>
                  <a:pt x="242888" y="190500"/>
                </a:lnTo>
                <a:lnTo>
                  <a:pt x="252413" y="190500"/>
                </a:lnTo>
                <a:lnTo>
                  <a:pt x="261938" y="190500"/>
                </a:lnTo>
                <a:lnTo>
                  <a:pt x="271463" y="190500"/>
                </a:lnTo>
                <a:lnTo>
                  <a:pt x="280988" y="190500"/>
                </a:lnTo>
                <a:lnTo>
                  <a:pt x="290513" y="190500"/>
                </a:lnTo>
                <a:lnTo>
                  <a:pt x="295275" y="195263"/>
                </a:lnTo>
                <a:lnTo>
                  <a:pt x="295275" y="204788"/>
                </a:lnTo>
                <a:lnTo>
                  <a:pt x="295275" y="214313"/>
                </a:lnTo>
                <a:lnTo>
                  <a:pt x="295275" y="223838"/>
                </a:lnTo>
                <a:lnTo>
                  <a:pt x="295275" y="233363"/>
                </a:lnTo>
                <a:lnTo>
                  <a:pt x="295275" y="242888"/>
                </a:lnTo>
                <a:lnTo>
                  <a:pt x="295275" y="252413"/>
                </a:lnTo>
                <a:lnTo>
                  <a:pt x="300038" y="257175"/>
                </a:lnTo>
                <a:lnTo>
                  <a:pt x="309563" y="257175"/>
                </a:lnTo>
                <a:lnTo>
                  <a:pt x="319088" y="257175"/>
                </a:lnTo>
                <a:lnTo>
                  <a:pt x="328613" y="257175"/>
                </a:lnTo>
                <a:lnTo>
                  <a:pt x="338138" y="257175"/>
                </a:lnTo>
                <a:lnTo>
                  <a:pt x="347663" y="257175"/>
                </a:lnTo>
                <a:lnTo>
                  <a:pt x="357188" y="257175"/>
                </a:lnTo>
                <a:lnTo>
                  <a:pt x="366713" y="257175"/>
                </a:lnTo>
                <a:lnTo>
                  <a:pt x="376238" y="257175"/>
                </a:lnTo>
                <a:lnTo>
                  <a:pt x="385763" y="257175"/>
                </a:lnTo>
                <a:lnTo>
                  <a:pt x="395288" y="257175"/>
                </a:lnTo>
                <a:lnTo>
                  <a:pt x="404813" y="257175"/>
                </a:lnTo>
                <a:lnTo>
                  <a:pt x="414338" y="257175"/>
                </a:lnTo>
                <a:lnTo>
                  <a:pt x="423863" y="257175"/>
                </a:lnTo>
                <a:lnTo>
                  <a:pt x="433388" y="257175"/>
                </a:lnTo>
                <a:lnTo>
                  <a:pt x="442913" y="257175"/>
                </a:lnTo>
                <a:lnTo>
                  <a:pt x="452438" y="257175"/>
                </a:lnTo>
                <a:lnTo>
                  <a:pt x="461963" y="257175"/>
                </a:lnTo>
                <a:lnTo>
                  <a:pt x="466725" y="252413"/>
                </a:lnTo>
                <a:lnTo>
                  <a:pt x="466725" y="242888"/>
                </a:lnTo>
                <a:lnTo>
                  <a:pt x="466725" y="233363"/>
                </a:lnTo>
                <a:lnTo>
                  <a:pt x="466725" y="223838"/>
                </a:lnTo>
                <a:lnTo>
                  <a:pt x="466725" y="214313"/>
                </a:lnTo>
                <a:lnTo>
                  <a:pt x="466725" y="204788"/>
                </a:lnTo>
                <a:lnTo>
                  <a:pt x="466725" y="195263"/>
                </a:lnTo>
                <a:lnTo>
                  <a:pt x="466725" y="185738"/>
                </a:lnTo>
                <a:lnTo>
                  <a:pt x="466725" y="176213"/>
                </a:lnTo>
                <a:lnTo>
                  <a:pt x="471488" y="171450"/>
                </a:lnTo>
                <a:lnTo>
                  <a:pt x="476250" y="166688"/>
                </a:lnTo>
                <a:lnTo>
                  <a:pt x="476250" y="157163"/>
                </a:lnTo>
                <a:lnTo>
                  <a:pt x="476250" y="147638"/>
                </a:lnTo>
                <a:lnTo>
                  <a:pt x="476250" y="138113"/>
                </a:lnTo>
                <a:lnTo>
                  <a:pt x="476250" y="128588"/>
                </a:lnTo>
                <a:lnTo>
                  <a:pt x="476250" y="119063"/>
                </a:lnTo>
                <a:lnTo>
                  <a:pt x="476250" y="109538"/>
                </a:lnTo>
                <a:lnTo>
                  <a:pt x="476250" y="100013"/>
                </a:lnTo>
                <a:lnTo>
                  <a:pt x="476250" y="90488"/>
                </a:lnTo>
                <a:lnTo>
                  <a:pt x="476250" y="80963"/>
                </a:lnTo>
                <a:lnTo>
                  <a:pt x="476250" y="71438"/>
                </a:lnTo>
                <a:lnTo>
                  <a:pt x="476250" y="61913"/>
                </a:lnTo>
                <a:lnTo>
                  <a:pt x="476250" y="52388"/>
                </a:lnTo>
                <a:lnTo>
                  <a:pt x="476250" y="42863"/>
                </a:lnTo>
                <a:lnTo>
                  <a:pt x="476250" y="33338"/>
                </a:lnTo>
                <a:lnTo>
                  <a:pt x="476250" y="23813"/>
                </a:lnTo>
                <a:lnTo>
                  <a:pt x="476250" y="14288"/>
                </a:lnTo>
                <a:lnTo>
                  <a:pt x="471488" y="9525"/>
                </a:lnTo>
                <a:lnTo>
                  <a:pt x="461963" y="9525"/>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close/>
              </a:path>
            </a:pathLst>
          </a:custGeom>
          <a:solidFill xmlns:a="http://schemas.openxmlformats.org/drawingml/2006/main">
            <a:srgbClr val="D8DADB"/>
          </a:solidFill>
          <a:ln xmlns:a="http://schemas.openxmlformats.org/drawingml/2006/main" w="0">
            <a:noFill/>
            <a:prstDash val="solid"/>
          </a:ln>
        </p:spPr>
      </p:sp>
      <p:sp>
        <p:nvSpPr>
          <p:cNvPr id="1074" name="layout-candidate-gray-108-1">
            <a:extLst xmlns:a="http://schemas.openxmlformats.org/drawingml/2006/main">
              <a:ext uri="{FF2B5EF4-FFF2-40B4-BE49-F238E27FC236}">
                <a16:creationId xmlns:a16="http://schemas.microsoft.com/office/drawing/2014/main" id="{5016248F-9AD0-42D5-AAB2-6531538601BA}"/>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D8DADB"/>
          </a:solidFill>
          <a:ln xmlns:a="http://schemas.openxmlformats.org/drawingml/2006/main" w="0">
            <a:noFill/>
            <a:prstDash val="solid"/>
          </a:ln>
        </p:spPr>
      </p:sp>
      <p:sp>
        <p:nvSpPr>
          <p:cNvPr id="1075" name="layout-candidate-gray-108-2">
            <a:extLst xmlns:a="http://schemas.openxmlformats.org/drawingml/2006/main">
              <a:ext uri="{FF2B5EF4-FFF2-40B4-BE49-F238E27FC236}">
                <a16:creationId xmlns:a16="http://schemas.microsoft.com/office/drawing/2014/main" id="{42C4E5FD-5456-4F5D-B0E7-A66B31BB1311}"/>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D8DADB"/>
          </a:solidFill>
          <a:ln xmlns:a="http://schemas.openxmlformats.org/drawingml/2006/main" w="0">
            <a:noFill/>
            <a:prstDash val="solid"/>
          </a:ln>
        </p:spPr>
      </p:sp>
      <p:sp>
        <p:nvSpPr>
          <p:cNvPr id="1076" name="layout-candidate-gray-108-3">
            <a:extLst xmlns:a="http://schemas.openxmlformats.org/drawingml/2006/main">
              <a:ext uri="{FF2B5EF4-FFF2-40B4-BE49-F238E27FC236}">
                <a16:creationId xmlns:a16="http://schemas.microsoft.com/office/drawing/2014/main" id="{EEB0112E-AB0D-40F1-93B9-00EAF9DC025D}"/>
              </a:ext>
            </a:extLst>
          </p:cNvPr>
          <p:cNvSpPr>
            <a:spLocks xmlns:a="http://schemas.openxmlformats.org/drawingml/2006/main" noGrp="1"/>
          </p:cNvSpPr>
          <p:nvPr/>
        </p:nvSpPr>
        <p:spPr>
          <a:xfrm xmlns:a="http://schemas.openxmlformats.org/drawingml/2006/main" rot="0">
            <a:off x="136207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D8DADB"/>
          </a:solidFill>
          <a:ln xmlns:a="http://schemas.openxmlformats.org/drawingml/2006/main" w="0">
            <a:noFill/>
            <a:prstDash val="solid"/>
          </a:ln>
        </p:spPr>
      </p:sp>
      <p:sp>
        <p:nvSpPr>
          <p:cNvPr id="1077" name="layout-candidate-gray-108-4">
            <a:extLst xmlns:a="http://schemas.openxmlformats.org/drawingml/2006/main">
              <a:ext uri="{FF2B5EF4-FFF2-40B4-BE49-F238E27FC236}">
                <a16:creationId xmlns:a16="http://schemas.microsoft.com/office/drawing/2014/main" id="{0C0CB285-FF49-4439-A8DF-C2515E15E609}"/>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D8DADB"/>
          </a:solidFill>
          <a:ln xmlns:a="http://schemas.openxmlformats.org/drawingml/2006/main" w="0">
            <a:noFill/>
            <a:prstDash val="solid"/>
          </a:ln>
        </p:spPr>
      </p:sp>
      <p:sp>
        <p:nvSpPr>
          <p:cNvPr id="1078" name="layout-candidate-gray-108-5">
            <a:extLst xmlns:a="http://schemas.openxmlformats.org/drawingml/2006/main">
              <a:ext uri="{FF2B5EF4-FFF2-40B4-BE49-F238E27FC236}">
                <a16:creationId xmlns:a16="http://schemas.microsoft.com/office/drawing/2014/main" id="{0F6A264F-C1B5-4D00-B88A-6B26E5E674D0}"/>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D8DADB"/>
          </a:solidFill>
          <a:ln xmlns:a="http://schemas.openxmlformats.org/drawingml/2006/main" w="0">
            <a:noFill/>
            <a:prstDash val="solid"/>
          </a:ln>
        </p:spPr>
      </p:sp>
      <p:sp>
        <p:nvSpPr>
          <p:cNvPr id="1079" name="layout-candidate-gray-109-0">
            <a:extLst xmlns:a="http://schemas.openxmlformats.org/drawingml/2006/main">
              <a:ext uri="{FF2B5EF4-FFF2-40B4-BE49-F238E27FC236}">
                <a16:creationId xmlns:a16="http://schemas.microsoft.com/office/drawing/2014/main" id="{D9B32D85-E14D-46DE-AB32-231A8A1B23F0}"/>
              </a:ext>
            </a:extLst>
          </p:cNvPr>
          <p:cNvSpPr>
            <a:spLocks xmlns:a="http://schemas.openxmlformats.org/drawingml/2006/main" noGrp="1"/>
          </p:cNvSpPr>
          <p:nvPr/>
        </p:nvSpPr>
        <p:spPr>
          <a:xfrm xmlns:a="http://schemas.openxmlformats.org/drawingml/2006/main" rot="0">
            <a:off x="1133475" y="5000625"/>
            <a:ext cx="485775" cy="400050"/>
          </a:xfrm>
          <a:custGeom xmlns:a="http://schemas.openxmlformats.org/drawingml/2006/main">
            <a:pathLst>
              <a:path w="485775" h="4000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42913" y="0"/>
                </a:lnTo>
                <a:lnTo>
                  <a:pt x="452438" y="0"/>
                </a:lnTo>
                <a:lnTo>
                  <a:pt x="461963" y="0"/>
                </a:lnTo>
                <a:lnTo>
                  <a:pt x="471488" y="0"/>
                </a:lnTo>
                <a:lnTo>
                  <a:pt x="481013" y="0"/>
                </a:lnTo>
                <a:lnTo>
                  <a:pt x="485775" y="4763"/>
                </a:lnTo>
                <a:lnTo>
                  <a:pt x="485775" y="14288"/>
                </a:lnTo>
                <a:lnTo>
                  <a:pt x="485775" y="23813"/>
                </a:lnTo>
                <a:lnTo>
                  <a:pt x="485775" y="33338"/>
                </a:lnTo>
                <a:lnTo>
                  <a:pt x="485775" y="42863"/>
                </a:lnTo>
                <a:lnTo>
                  <a:pt x="485775" y="52388"/>
                </a:lnTo>
                <a:lnTo>
                  <a:pt x="485775" y="61913"/>
                </a:lnTo>
                <a:lnTo>
                  <a:pt x="485775" y="71438"/>
                </a:lnTo>
                <a:lnTo>
                  <a:pt x="485775" y="80963"/>
                </a:lnTo>
                <a:lnTo>
                  <a:pt x="485775" y="90488"/>
                </a:lnTo>
                <a:lnTo>
                  <a:pt x="485775" y="100013"/>
                </a:lnTo>
                <a:lnTo>
                  <a:pt x="485775" y="109538"/>
                </a:lnTo>
                <a:lnTo>
                  <a:pt x="485775" y="119063"/>
                </a:lnTo>
                <a:lnTo>
                  <a:pt x="485775" y="128588"/>
                </a:lnTo>
                <a:lnTo>
                  <a:pt x="485775" y="138113"/>
                </a:lnTo>
                <a:lnTo>
                  <a:pt x="485775" y="147638"/>
                </a:lnTo>
                <a:lnTo>
                  <a:pt x="485775" y="157163"/>
                </a:lnTo>
                <a:lnTo>
                  <a:pt x="485775" y="166688"/>
                </a:lnTo>
                <a:lnTo>
                  <a:pt x="485775" y="176213"/>
                </a:lnTo>
                <a:lnTo>
                  <a:pt x="485775" y="185738"/>
                </a:lnTo>
                <a:lnTo>
                  <a:pt x="485775" y="195263"/>
                </a:lnTo>
                <a:lnTo>
                  <a:pt x="485775" y="204788"/>
                </a:lnTo>
                <a:lnTo>
                  <a:pt x="485775" y="214313"/>
                </a:lnTo>
                <a:lnTo>
                  <a:pt x="485775" y="223838"/>
                </a:lnTo>
                <a:lnTo>
                  <a:pt x="485775" y="233363"/>
                </a:lnTo>
                <a:lnTo>
                  <a:pt x="485775" y="242888"/>
                </a:lnTo>
                <a:lnTo>
                  <a:pt x="485775" y="252413"/>
                </a:lnTo>
                <a:lnTo>
                  <a:pt x="485775" y="261938"/>
                </a:lnTo>
                <a:lnTo>
                  <a:pt x="485775" y="271463"/>
                </a:lnTo>
                <a:lnTo>
                  <a:pt x="485775" y="280988"/>
                </a:lnTo>
                <a:lnTo>
                  <a:pt x="485775" y="290513"/>
                </a:lnTo>
                <a:lnTo>
                  <a:pt x="485775" y="300038"/>
                </a:lnTo>
                <a:lnTo>
                  <a:pt x="485775" y="309563"/>
                </a:lnTo>
                <a:lnTo>
                  <a:pt x="485775" y="319088"/>
                </a:lnTo>
                <a:lnTo>
                  <a:pt x="485775" y="328613"/>
                </a:lnTo>
                <a:lnTo>
                  <a:pt x="485775" y="338138"/>
                </a:lnTo>
                <a:lnTo>
                  <a:pt x="485775" y="347663"/>
                </a:lnTo>
                <a:lnTo>
                  <a:pt x="485775" y="357188"/>
                </a:lnTo>
                <a:lnTo>
                  <a:pt x="485775" y="366713"/>
                </a:lnTo>
                <a:lnTo>
                  <a:pt x="485775" y="376238"/>
                </a:lnTo>
                <a:lnTo>
                  <a:pt x="485775" y="385763"/>
                </a:lnTo>
                <a:lnTo>
                  <a:pt x="481013" y="390525"/>
                </a:lnTo>
                <a:lnTo>
                  <a:pt x="476250" y="385763"/>
                </a:lnTo>
                <a:lnTo>
                  <a:pt x="471488" y="381000"/>
                </a:lnTo>
                <a:lnTo>
                  <a:pt x="466725" y="385763"/>
                </a:lnTo>
                <a:lnTo>
                  <a:pt x="471488" y="390525"/>
                </a:lnTo>
                <a:lnTo>
                  <a:pt x="476250" y="395288"/>
                </a:lnTo>
                <a:lnTo>
                  <a:pt x="471488" y="400050"/>
                </a:lnTo>
                <a:lnTo>
                  <a:pt x="461963" y="400050"/>
                </a:lnTo>
                <a:lnTo>
                  <a:pt x="452438" y="400050"/>
                </a:lnTo>
                <a:lnTo>
                  <a:pt x="442913" y="400050"/>
                </a:lnTo>
                <a:lnTo>
                  <a:pt x="433388" y="400050"/>
                </a:lnTo>
                <a:lnTo>
                  <a:pt x="423863" y="400050"/>
                </a:lnTo>
                <a:lnTo>
                  <a:pt x="414338" y="400050"/>
                </a:lnTo>
                <a:lnTo>
                  <a:pt x="404813" y="400050"/>
                </a:lnTo>
                <a:lnTo>
                  <a:pt x="395288" y="400050"/>
                </a:lnTo>
                <a:lnTo>
                  <a:pt x="385763" y="400050"/>
                </a:lnTo>
                <a:lnTo>
                  <a:pt x="376238" y="400050"/>
                </a:lnTo>
                <a:lnTo>
                  <a:pt x="366713" y="400050"/>
                </a:lnTo>
                <a:lnTo>
                  <a:pt x="357188" y="400050"/>
                </a:lnTo>
                <a:lnTo>
                  <a:pt x="347663" y="400050"/>
                </a:lnTo>
                <a:lnTo>
                  <a:pt x="338138" y="400050"/>
                </a:lnTo>
                <a:lnTo>
                  <a:pt x="328613" y="400050"/>
                </a:lnTo>
                <a:lnTo>
                  <a:pt x="319088" y="400050"/>
                </a:lnTo>
                <a:lnTo>
                  <a:pt x="309563" y="400050"/>
                </a:lnTo>
                <a:lnTo>
                  <a:pt x="300038" y="400050"/>
                </a:lnTo>
                <a:lnTo>
                  <a:pt x="290513" y="400050"/>
                </a:lnTo>
                <a:lnTo>
                  <a:pt x="285750" y="395288"/>
                </a:lnTo>
                <a:lnTo>
                  <a:pt x="290513" y="390525"/>
                </a:lnTo>
                <a:lnTo>
                  <a:pt x="295275" y="385763"/>
                </a:lnTo>
                <a:lnTo>
                  <a:pt x="290513" y="381000"/>
                </a:lnTo>
                <a:lnTo>
                  <a:pt x="285750" y="385763"/>
                </a:lnTo>
                <a:lnTo>
                  <a:pt x="280988" y="390525"/>
                </a:lnTo>
                <a:lnTo>
                  <a:pt x="276225" y="385763"/>
                </a:lnTo>
                <a:lnTo>
                  <a:pt x="276225" y="376238"/>
                </a:lnTo>
                <a:lnTo>
                  <a:pt x="276225" y="366713"/>
                </a:lnTo>
                <a:lnTo>
                  <a:pt x="276225" y="357188"/>
                </a:lnTo>
                <a:lnTo>
                  <a:pt x="276225" y="347663"/>
                </a:lnTo>
                <a:lnTo>
                  <a:pt x="276225" y="338138"/>
                </a:lnTo>
                <a:lnTo>
                  <a:pt x="276225" y="328613"/>
                </a:lnTo>
                <a:lnTo>
                  <a:pt x="276225" y="319088"/>
                </a:lnTo>
                <a:lnTo>
                  <a:pt x="276225" y="309563"/>
                </a:lnTo>
                <a:lnTo>
                  <a:pt x="276225" y="300038"/>
                </a:lnTo>
                <a:lnTo>
                  <a:pt x="276225" y="290513"/>
                </a:lnTo>
                <a:lnTo>
                  <a:pt x="276225" y="280988"/>
                </a:lnTo>
                <a:lnTo>
                  <a:pt x="276225" y="271463"/>
                </a:lnTo>
                <a:lnTo>
                  <a:pt x="276225" y="261938"/>
                </a:lnTo>
                <a:lnTo>
                  <a:pt x="276225" y="252413"/>
                </a:lnTo>
                <a:lnTo>
                  <a:pt x="276225" y="242888"/>
                </a:lnTo>
                <a:lnTo>
                  <a:pt x="276225" y="233363"/>
                </a:lnTo>
                <a:lnTo>
                  <a:pt x="276225" y="223838"/>
                </a:lnTo>
                <a:lnTo>
                  <a:pt x="276225" y="214313"/>
                </a:lnTo>
                <a:lnTo>
                  <a:pt x="271463" y="209550"/>
                </a:lnTo>
                <a:lnTo>
                  <a:pt x="261938" y="209550"/>
                </a:lnTo>
                <a:lnTo>
                  <a:pt x="252413" y="209550"/>
                </a:lnTo>
                <a:lnTo>
                  <a:pt x="242888" y="209550"/>
                </a:lnTo>
                <a:lnTo>
                  <a:pt x="233363" y="209550"/>
                </a:lnTo>
                <a:lnTo>
                  <a:pt x="223838" y="209550"/>
                </a:lnTo>
                <a:lnTo>
                  <a:pt x="214313" y="209550"/>
                </a:lnTo>
                <a:lnTo>
                  <a:pt x="204788" y="209550"/>
                </a:lnTo>
                <a:lnTo>
                  <a:pt x="195263" y="209550"/>
                </a:lnTo>
                <a:lnTo>
                  <a:pt x="185738" y="209550"/>
                </a:lnTo>
                <a:lnTo>
                  <a:pt x="176213" y="209550"/>
                </a:lnTo>
                <a:lnTo>
                  <a:pt x="166688" y="209550"/>
                </a:lnTo>
                <a:lnTo>
                  <a:pt x="157163" y="209550"/>
                </a:lnTo>
                <a:lnTo>
                  <a:pt x="147638" y="209550"/>
                </a:lnTo>
                <a:lnTo>
                  <a:pt x="138113" y="209550"/>
                </a:lnTo>
                <a:lnTo>
                  <a:pt x="128588" y="209550"/>
                </a:lnTo>
                <a:lnTo>
                  <a:pt x="119063" y="209550"/>
                </a:lnTo>
                <a:lnTo>
                  <a:pt x="109538" y="209550"/>
                </a:lnTo>
                <a:lnTo>
                  <a:pt x="100013" y="209550"/>
                </a:lnTo>
                <a:lnTo>
                  <a:pt x="90488" y="209550"/>
                </a:lnTo>
                <a:lnTo>
                  <a:pt x="80963" y="209550"/>
                </a:lnTo>
                <a:lnTo>
                  <a:pt x="71438" y="209550"/>
                </a:lnTo>
                <a:lnTo>
                  <a:pt x="61913" y="209550"/>
                </a:lnTo>
                <a:lnTo>
                  <a:pt x="52388" y="209550"/>
                </a:lnTo>
                <a:lnTo>
                  <a:pt x="42863" y="209550"/>
                </a:lnTo>
                <a:lnTo>
                  <a:pt x="33338" y="209550"/>
                </a:lnTo>
                <a:lnTo>
                  <a:pt x="23813" y="209550"/>
                </a:lnTo>
                <a:lnTo>
                  <a:pt x="14288" y="209550"/>
                </a:lnTo>
                <a:lnTo>
                  <a:pt x="9525" y="204788"/>
                </a:lnTo>
                <a:lnTo>
                  <a:pt x="14288" y="200025"/>
                </a:lnTo>
                <a:lnTo>
                  <a:pt x="23813" y="200025"/>
                </a:lnTo>
                <a:lnTo>
                  <a:pt x="33338" y="200025"/>
                </a:lnTo>
                <a:lnTo>
                  <a:pt x="42863" y="200025"/>
                </a:lnTo>
                <a:lnTo>
                  <a:pt x="52388" y="200025"/>
                </a:lnTo>
                <a:lnTo>
                  <a:pt x="61913" y="200025"/>
                </a:lnTo>
                <a:lnTo>
                  <a:pt x="71438" y="200025"/>
                </a:lnTo>
                <a:lnTo>
                  <a:pt x="80963" y="200025"/>
                </a:lnTo>
                <a:lnTo>
                  <a:pt x="90488" y="200025"/>
                </a:lnTo>
                <a:lnTo>
                  <a:pt x="100013" y="200025"/>
                </a:lnTo>
                <a:lnTo>
                  <a:pt x="109538" y="200025"/>
                </a:lnTo>
                <a:lnTo>
                  <a:pt x="119063" y="200025"/>
                </a:lnTo>
                <a:lnTo>
                  <a:pt x="128588" y="200025"/>
                </a:lnTo>
                <a:lnTo>
                  <a:pt x="138113" y="200025"/>
                </a:lnTo>
                <a:lnTo>
                  <a:pt x="147638" y="200025"/>
                </a:lnTo>
                <a:lnTo>
                  <a:pt x="157163" y="200025"/>
                </a:lnTo>
                <a:lnTo>
                  <a:pt x="166688" y="200025"/>
                </a:lnTo>
                <a:lnTo>
                  <a:pt x="176213" y="200025"/>
                </a:lnTo>
                <a:lnTo>
                  <a:pt x="185738" y="200025"/>
                </a:lnTo>
                <a:lnTo>
                  <a:pt x="195263" y="200025"/>
                </a:lnTo>
                <a:lnTo>
                  <a:pt x="204788" y="200025"/>
                </a:lnTo>
                <a:lnTo>
                  <a:pt x="214313" y="200025"/>
                </a:lnTo>
                <a:lnTo>
                  <a:pt x="223838" y="200025"/>
                </a:lnTo>
                <a:lnTo>
                  <a:pt x="233363" y="200025"/>
                </a:lnTo>
                <a:lnTo>
                  <a:pt x="242888" y="200025"/>
                </a:lnTo>
                <a:lnTo>
                  <a:pt x="252413" y="200025"/>
                </a:lnTo>
                <a:lnTo>
                  <a:pt x="261938" y="200025"/>
                </a:lnTo>
                <a:lnTo>
                  <a:pt x="271463" y="200025"/>
                </a:lnTo>
                <a:lnTo>
                  <a:pt x="280988" y="200025"/>
                </a:lnTo>
                <a:lnTo>
                  <a:pt x="285750" y="204788"/>
                </a:lnTo>
                <a:lnTo>
                  <a:pt x="290513" y="209550"/>
                </a:lnTo>
                <a:lnTo>
                  <a:pt x="295275" y="214313"/>
                </a:lnTo>
                <a:lnTo>
                  <a:pt x="295275" y="223838"/>
                </a:lnTo>
                <a:lnTo>
                  <a:pt x="295275" y="233363"/>
                </a:lnTo>
                <a:lnTo>
                  <a:pt x="295275" y="242888"/>
                </a:lnTo>
                <a:lnTo>
                  <a:pt x="295275" y="252413"/>
                </a:lnTo>
                <a:lnTo>
                  <a:pt x="295275" y="261938"/>
                </a:lnTo>
                <a:lnTo>
                  <a:pt x="300038" y="266700"/>
                </a:lnTo>
                <a:lnTo>
                  <a:pt x="309563" y="266700"/>
                </a:lnTo>
                <a:lnTo>
                  <a:pt x="319088" y="266700"/>
                </a:lnTo>
                <a:lnTo>
                  <a:pt x="328613" y="266700"/>
                </a:lnTo>
                <a:lnTo>
                  <a:pt x="338138" y="266700"/>
                </a:lnTo>
                <a:lnTo>
                  <a:pt x="347663" y="266700"/>
                </a:lnTo>
                <a:lnTo>
                  <a:pt x="357188" y="266700"/>
                </a:lnTo>
                <a:lnTo>
                  <a:pt x="366713" y="266700"/>
                </a:lnTo>
                <a:lnTo>
                  <a:pt x="376238" y="266700"/>
                </a:lnTo>
                <a:lnTo>
                  <a:pt x="385763" y="266700"/>
                </a:lnTo>
                <a:lnTo>
                  <a:pt x="395288" y="266700"/>
                </a:lnTo>
                <a:lnTo>
                  <a:pt x="404813" y="266700"/>
                </a:lnTo>
                <a:lnTo>
                  <a:pt x="414338" y="266700"/>
                </a:lnTo>
                <a:lnTo>
                  <a:pt x="423863" y="266700"/>
                </a:lnTo>
                <a:lnTo>
                  <a:pt x="433388" y="266700"/>
                </a:lnTo>
                <a:lnTo>
                  <a:pt x="442913" y="266700"/>
                </a:lnTo>
                <a:lnTo>
                  <a:pt x="452438" y="266700"/>
                </a:lnTo>
                <a:lnTo>
                  <a:pt x="461963" y="266700"/>
                </a:lnTo>
                <a:lnTo>
                  <a:pt x="466725" y="261938"/>
                </a:lnTo>
                <a:lnTo>
                  <a:pt x="466725" y="252413"/>
                </a:lnTo>
                <a:lnTo>
                  <a:pt x="466725" y="242888"/>
                </a:lnTo>
                <a:lnTo>
                  <a:pt x="466725" y="233363"/>
                </a:lnTo>
                <a:lnTo>
                  <a:pt x="466725" y="223838"/>
                </a:lnTo>
                <a:lnTo>
                  <a:pt x="466725" y="214313"/>
                </a:lnTo>
                <a:lnTo>
                  <a:pt x="466725" y="204788"/>
                </a:lnTo>
                <a:lnTo>
                  <a:pt x="471488" y="200025"/>
                </a:lnTo>
                <a:lnTo>
                  <a:pt x="476250" y="195263"/>
                </a:lnTo>
                <a:lnTo>
                  <a:pt x="476250" y="185738"/>
                </a:lnTo>
                <a:lnTo>
                  <a:pt x="476250" y="176213"/>
                </a:lnTo>
                <a:lnTo>
                  <a:pt x="476250" y="166688"/>
                </a:lnTo>
                <a:lnTo>
                  <a:pt x="476250" y="157163"/>
                </a:lnTo>
                <a:lnTo>
                  <a:pt x="476250" y="147638"/>
                </a:lnTo>
                <a:lnTo>
                  <a:pt x="476250" y="138113"/>
                </a:lnTo>
                <a:lnTo>
                  <a:pt x="476250" y="128588"/>
                </a:lnTo>
                <a:lnTo>
                  <a:pt x="476250" y="119063"/>
                </a:lnTo>
                <a:lnTo>
                  <a:pt x="476250" y="109538"/>
                </a:lnTo>
                <a:lnTo>
                  <a:pt x="476250" y="100013"/>
                </a:lnTo>
                <a:lnTo>
                  <a:pt x="476250" y="90488"/>
                </a:lnTo>
                <a:lnTo>
                  <a:pt x="476250" y="80963"/>
                </a:lnTo>
                <a:lnTo>
                  <a:pt x="476250" y="71438"/>
                </a:lnTo>
                <a:lnTo>
                  <a:pt x="476250" y="61913"/>
                </a:lnTo>
                <a:lnTo>
                  <a:pt x="476250" y="52388"/>
                </a:lnTo>
                <a:lnTo>
                  <a:pt x="476250" y="42863"/>
                </a:lnTo>
                <a:lnTo>
                  <a:pt x="476250" y="33338"/>
                </a:lnTo>
                <a:lnTo>
                  <a:pt x="476250" y="23813"/>
                </a:lnTo>
                <a:lnTo>
                  <a:pt x="476250" y="14288"/>
                </a:lnTo>
                <a:lnTo>
                  <a:pt x="471488" y="9525"/>
                </a:lnTo>
                <a:lnTo>
                  <a:pt x="461963" y="9525"/>
                </a:lnTo>
                <a:lnTo>
                  <a:pt x="452438" y="9525"/>
                </a:lnTo>
                <a:lnTo>
                  <a:pt x="442913" y="9525"/>
                </a:lnTo>
                <a:lnTo>
                  <a:pt x="433388" y="9525"/>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D9DBDC"/>
          </a:solidFill>
          <a:ln xmlns:a="http://schemas.openxmlformats.org/drawingml/2006/main" w="0">
            <a:noFill/>
            <a:prstDash val="solid"/>
          </a:ln>
        </p:spPr>
      </p:sp>
      <p:sp>
        <p:nvSpPr>
          <p:cNvPr id="1080" name="layout-candidate-gray-109-1">
            <a:extLst xmlns:a="http://schemas.openxmlformats.org/drawingml/2006/main">
              <a:ext uri="{FF2B5EF4-FFF2-40B4-BE49-F238E27FC236}">
                <a16:creationId xmlns:a16="http://schemas.microsoft.com/office/drawing/2014/main" id="{562DD532-4DD9-40D2-AC7C-7F2766E16469}"/>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D9DBDC"/>
          </a:solidFill>
          <a:ln xmlns:a="http://schemas.openxmlformats.org/drawingml/2006/main" w="0">
            <a:noFill/>
            <a:prstDash val="solid"/>
          </a:ln>
        </p:spPr>
      </p:sp>
      <p:sp>
        <p:nvSpPr>
          <p:cNvPr id="1081" name="layout-candidate-gray-109-2">
            <a:extLst xmlns:a="http://schemas.openxmlformats.org/drawingml/2006/main">
              <a:ext uri="{FF2B5EF4-FFF2-40B4-BE49-F238E27FC236}">
                <a16:creationId xmlns:a16="http://schemas.microsoft.com/office/drawing/2014/main" id="{E6546840-B2BA-416A-9A6C-2121355715C4}"/>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D9DBDC"/>
          </a:solidFill>
          <a:ln xmlns:a="http://schemas.openxmlformats.org/drawingml/2006/main" w="0">
            <a:noFill/>
            <a:prstDash val="solid"/>
          </a:ln>
        </p:spPr>
      </p:sp>
      <p:sp>
        <p:nvSpPr>
          <p:cNvPr id="1082" name="layout-candidate-gray-109-3">
            <a:extLst xmlns:a="http://schemas.openxmlformats.org/drawingml/2006/main">
              <a:ext uri="{FF2B5EF4-FFF2-40B4-BE49-F238E27FC236}">
                <a16:creationId xmlns:a16="http://schemas.microsoft.com/office/drawing/2014/main" id="{3736D1FC-35D8-422B-A363-F7409F9B50D6}"/>
              </a:ext>
            </a:extLst>
          </p:cNvPr>
          <p:cNvSpPr>
            <a:spLocks xmlns:a="http://schemas.openxmlformats.org/drawingml/2006/main" noGrp="1"/>
          </p:cNvSpPr>
          <p:nvPr/>
        </p:nvSpPr>
        <p:spPr>
          <a:xfrm xmlns:a="http://schemas.openxmlformats.org/drawingml/2006/main" rot="0">
            <a:off x="1362075"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D9DBDC"/>
          </a:solidFill>
          <a:ln xmlns:a="http://schemas.openxmlformats.org/drawingml/2006/main" w="0">
            <a:noFill/>
            <a:prstDash val="solid"/>
          </a:ln>
        </p:spPr>
      </p:sp>
      <p:sp>
        <p:nvSpPr>
          <p:cNvPr id="1083" name="layout-candidate-gray-109-4">
            <a:extLst xmlns:a="http://schemas.openxmlformats.org/drawingml/2006/main">
              <a:ext uri="{FF2B5EF4-FFF2-40B4-BE49-F238E27FC236}">
                <a16:creationId xmlns:a16="http://schemas.microsoft.com/office/drawing/2014/main" id="{9B91CC5C-EF78-499C-A230-C3A4E49B417B}"/>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D9DBDC"/>
          </a:solidFill>
          <a:ln xmlns:a="http://schemas.openxmlformats.org/drawingml/2006/main" w="0">
            <a:noFill/>
            <a:prstDash val="solid"/>
          </a:ln>
        </p:spPr>
      </p:sp>
      <p:sp>
        <p:nvSpPr>
          <p:cNvPr id="1084" name="layout-candidate-gray-109-5">
            <a:extLst xmlns:a="http://schemas.openxmlformats.org/drawingml/2006/main">
              <a:ext uri="{FF2B5EF4-FFF2-40B4-BE49-F238E27FC236}">
                <a16:creationId xmlns:a16="http://schemas.microsoft.com/office/drawing/2014/main" id="{AD1799AB-4B39-48F1-A6D2-EC95C3E0AE16}"/>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D9DBDC"/>
          </a:solidFill>
          <a:ln xmlns:a="http://schemas.openxmlformats.org/drawingml/2006/main" w="0">
            <a:noFill/>
            <a:prstDash val="solid"/>
          </a:ln>
        </p:spPr>
      </p:sp>
      <p:sp>
        <p:nvSpPr>
          <p:cNvPr id="1085" name="layout-candidate-gray-110-0">
            <a:extLst xmlns:a="http://schemas.openxmlformats.org/drawingml/2006/main">
              <a:ext uri="{FF2B5EF4-FFF2-40B4-BE49-F238E27FC236}">
                <a16:creationId xmlns:a16="http://schemas.microsoft.com/office/drawing/2014/main" id="{9998C33E-3139-48CC-B561-C4AD7F4CA2A7}"/>
              </a:ext>
            </a:extLst>
          </p:cNvPr>
          <p:cNvSpPr>
            <a:spLocks xmlns:a="http://schemas.openxmlformats.org/drawingml/2006/main" noGrp="1"/>
          </p:cNvSpPr>
          <p:nvPr/>
        </p:nvSpPr>
        <p:spPr>
          <a:xfrm xmlns:a="http://schemas.openxmlformats.org/drawingml/2006/main" rot="0">
            <a:off x="1133475" y="5000625"/>
            <a:ext cx="9525" cy="200025"/>
          </a:xfrm>
          <a:custGeom xmlns:a="http://schemas.openxmlformats.org/drawingml/2006/main">
            <a:pathLst>
              <a:path w="9525" h="2000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DBDCDD"/>
          </a:solidFill>
          <a:ln xmlns:a="http://schemas.openxmlformats.org/drawingml/2006/main" w="0">
            <a:noFill/>
            <a:prstDash val="solid"/>
          </a:ln>
        </p:spPr>
      </p:sp>
      <p:sp>
        <p:nvSpPr>
          <p:cNvPr id="1086" name="layout-candidate-gray-110-1">
            <a:extLst xmlns:a="http://schemas.openxmlformats.org/drawingml/2006/main">
              <a:ext uri="{FF2B5EF4-FFF2-40B4-BE49-F238E27FC236}">
                <a16:creationId xmlns:a16="http://schemas.microsoft.com/office/drawing/2014/main" id="{71E48D28-E89D-4AD2-BFC8-F51D274FF093}"/>
              </a:ext>
            </a:extLst>
          </p:cNvPr>
          <p:cNvSpPr>
            <a:spLocks xmlns:a="http://schemas.openxmlformats.org/drawingml/2006/main" noGrp="1"/>
          </p:cNvSpPr>
          <p:nvPr/>
        </p:nvSpPr>
        <p:spPr>
          <a:xfrm xmlns:a="http://schemas.openxmlformats.org/drawingml/2006/main" rot="0">
            <a:off x="1143000" y="5000625"/>
            <a:ext cx="476250" cy="390525"/>
          </a:xfrm>
          <a:custGeom xmlns:a="http://schemas.openxmlformats.org/drawingml/2006/main">
            <a:pathLst>
              <a:path w="476250" h="390525">
                <a:moveTo>
                  <a:pt x="466725" y="4763"/>
                </a:moveTo>
                <a:lnTo>
                  <a:pt x="471488" y="0"/>
                </a:lnTo>
                <a:lnTo>
                  <a:pt x="476250" y="4763"/>
                </a:lnTo>
                <a:lnTo>
                  <a:pt x="476250" y="14288"/>
                </a:lnTo>
                <a:lnTo>
                  <a:pt x="476250" y="23813"/>
                </a:lnTo>
                <a:lnTo>
                  <a:pt x="476250" y="33338"/>
                </a:lnTo>
                <a:lnTo>
                  <a:pt x="476250" y="42863"/>
                </a:lnTo>
                <a:lnTo>
                  <a:pt x="476250" y="52388"/>
                </a:lnTo>
                <a:lnTo>
                  <a:pt x="476250" y="61913"/>
                </a:lnTo>
                <a:lnTo>
                  <a:pt x="476250" y="71438"/>
                </a:lnTo>
                <a:lnTo>
                  <a:pt x="476250" y="80963"/>
                </a:lnTo>
                <a:lnTo>
                  <a:pt x="476250" y="90488"/>
                </a:lnTo>
                <a:lnTo>
                  <a:pt x="476250" y="100013"/>
                </a:lnTo>
                <a:lnTo>
                  <a:pt x="476250" y="109538"/>
                </a:lnTo>
                <a:lnTo>
                  <a:pt x="476250" y="119063"/>
                </a:lnTo>
                <a:lnTo>
                  <a:pt x="476250" y="128588"/>
                </a:lnTo>
                <a:lnTo>
                  <a:pt x="476250" y="138113"/>
                </a:lnTo>
                <a:lnTo>
                  <a:pt x="476250" y="147638"/>
                </a:lnTo>
                <a:lnTo>
                  <a:pt x="476250" y="157163"/>
                </a:lnTo>
                <a:lnTo>
                  <a:pt x="476250" y="166688"/>
                </a:lnTo>
                <a:lnTo>
                  <a:pt x="476250" y="176213"/>
                </a:lnTo>
                <a:lnTo>
                  <a:pt x="476250" y="185738"/>
                </a:lnTo>
                <a:lnTo>
                  <a:pt x="476250" y="195263"/>
                </a:lnTo>
                <a:lnTo>
                  <a:pt x="476250" y="204788"/>
                </a:lnTo>
                <a:lnTo>
                  <a:pt x="476250" y="214313"/>
                </a:lnTo>
                <a:lnTo>
                  <a:pt x="476250" y="223838"/>
                </a:lnTo>
                <a:lnTo>
                  <a:pt x="476250" y="233363"/>
                </a:lnTo>
                <a:lnTo>
                  <a:pt x="476250" y="242888"/>
                </a:lnTo>
                <a:lnTo>
                  <a:pt x="476250" y="252413"/>
                </a:lnTo>
                <a:lnTo>
                  <a:pt x="476250" y="261938"/>
                </a:lnTo>
                <a:lnTo>
                  <a:pt x="476250" y="271463"/>
                </a:lnTo>
                <a:lnTo>
                  <a:pt x="476250" y="280988"/>
                </a:lnTo>
                <a:lnTo>
                  <a:pt x="476250" y="290513"/>
                </a:lnTo>
                <a:lnTo>
                  <a:pt x="476250" y="300038"/>
                </a:lnTo>
                <a:lnTo>
                  <a:pt x="476250" y="309563"/>
                </a:lnTo>
                <a:lnTo>
                  <a:pt x="476250" y="319088"/>
                </a:lnTo>
                <a:lnTo>
                  <a:pt x="476250" y="328613"/>
                </a:lnTo>
                <a:lnTo>
                  <a:pt x="476250" y="338138"/>
                </a:lnTo>
                <a:lnTo>
                  <a:pt x="476250" y="347663"/>
                </a:lnTo>
                <a:lnTo>
                  <a:pt x="476250" y="357188"/>
                </a:lnTo>
                <a:lnTo>
                  <a:pt x="476250" y="366713"/>
                </a:lnTo>
                <a:lnTo>
                  <a:pt x="476250" y="376238"/>
                </a:lnTo>
                <a:lnTo>
                  <a:pt x="476250" y="385763"/>
                </a:lnTo>
                <a:lnTo>
                  <a:pt x="471488" y="390525"/>
                </a:lnTo>
                <a:lnTo>
                  <a:pt x="466725" y="385763"/>
                </a:lnTo>
                <a:lnTo>
                  <a:pt x="461963" y="381000"/>
                </a:lnTo>
                <a:lnTo>
                  <a:pt x="452438" y="381000"/>
                </a:lnTo>
                <a:lnTo>
                  <a:pt x="442913" y="381000"/>
                </a:lnTo>
                <a:lnTo>
                  <a:pt x="433388" y="381000"/>
                </a:lnTo>
                <a:lnTo>
                  <a:pt x="423863" y="381000"/>
                </a:lnTo>
                <a:lnTo>
                  <a:pt x="414338" y="381000"/>
                </a:lnTo>
                <a:lnTo>
                  <a:pt x="404813" y="381000"/>
                </a:lnTo>
                <a:lnTo>
                  <a:pt x="395288" y="381000"/>
                </a:lnTo>
                <a:lnTo>
                  <a:pt x="385763" y="381000"/>
                </a:lnTo>
                <a:lnTo>
                  <a:pt x="376238" y="381000"/>
                </a:lnTo>
                <a:lnTo>
                  <a:pt x="366713" y="381000"/>
                </a:lnTo>
                <a:lnTo>
                  <a:pt x="357188" y="381000"/>
                </a:lnTo>
                <a:lnTo>
                  <a:pt x="347663" y="381000"/>
                </a:lnTo>
                <a:lnTo>
                  <a:pt x="338138" y="381000"/>
                </a:lnTo>
                <a:lnTo>
                  <a:pt x="328613" y="381000"/>
                </a:lnTo>
                <a:lnTo>
                  <a:pt x="319088" y="381000"/>
                </a:lnTo>
                <a:lnTo>
                  <a:pt x="309563" y="381000"/>
                </a:lnTo>
                <a:lnTo>
                  <a:pt x="300038" y="381000"/>
                </a:lnTo>
                <a:lnTo>
                  <a:pt x="290513" y="381000"/>
                </a:lnTo>
                <a:lnTo>
                  <a:pt x="280988" y="381000"/>
                </a:lnTo>
                <a:lnTo>
                  <a:pt x="276225" y="385763"/>
                </a:lnTo>
                <a:lnTo>
                  <a:pt x="271463" y="390525"/>
                </a:lnTo>
                <a:lnTo>
                  <a:pt x="266700" y="385763"/>
                </a:lnTo>
                <a:lnTo>
                  <a:pt x="266700" y="376238"/>
                </a:lnTo>
                <a:lnTo>
                  <a:pt x="266700" y="366713"/>
                </a:lnTo>
                <a:lnTo>
                  <a:pt x="266700" y="357188"/>
                </a:lnTo>
                <a:lnTo>
                  <a:pt x="266700" y="347663"/>
                </a:lnTo>
                <a:lnTo>
                  <a:pt x="266700" y="338138"/>
                </a:lnTo>
                <a:lnTo>
                  <a:pt x="266700" y="328613"/>
                </a:lnTo>
                <a:lnTo>
                  <a:pt x="266700" y="319088"/>
                </a:lnTo>
                <a:lnTo>
                  <a:pt x="266700" y="309563"/>
                </a:lnTo>
                <a:lnTo>
                  <a:pt x="266700" y="300038"/>
                </a:lnTo>
                <a:lnTo>
                  <a:pt x="266700" y="290513"/>
                </a:lnTo>
                <a:lnTo>
                  <a:pt x="266700" y="280988"/>
                </a:lnTo>
                <a:lnTo>
                  <a:pt x="266700" y="271463"/>
                </a:lnTo>
                <a:lnTo>
                  <a:pt x="266700" y="261938"/>
                </a:lnTo>
                <a:lnTo>
                  <a:pt x="266700" y="252413"/>
                </a:lnTo>
                <a:lnTo>
                  <a:pt x="266700" y="242888"/>
                </a:lnTo>
                <a:lnTo>
                  <a:pt x="266700" y="233363"/>
                </a:lnTo>
                <a:lnTo>
                  <a:pt x="266700" y="223838"/>
                </a:lnTo>
                <a:lnTo>
                  <a:pt x="266700" y="214313"/>
                </a:lnTo>
                <a:lnTo>
                  <a:pt x="261938" y="209550"/>
                </a:lnTo>
                <a:lnTo>
                  <a:pt x="252413" y="209550"/>
                </a:lnTo>
                <a:lnTo>
                  <a:pt x="242888" y="209550"/>
                </a:lnTo>
                <a:lnTo>
                  <a:pt x="233363" y="209550"/>
                </a:lnTo>
                <a:lnTo>
                  <a:pt x="223838" y="209550"/>
                </a:lnTo>
                <a:lnTo>
                  <a:pt x="214313" y="209550"/>
                </a:lnTo>
                <a:lnTo>
                  <a:pt x="204788" y="209550"/>
                </a:lnTo>
                <a:lnTo>
                  <a:pt x="195263" y="209550"/>
                </a:lnTo>
                <a:lnTo>
                  <a:pt x="185738" y="209550"/>
                </a:lnTo>
                <a:lnTo>
                  <a:pt x="176213" y="209550"/>
                </a:lnTo>
                <a:lnTo>
                  <a:pt x="166688" y="209550"/>
                </a:lnTo>
                <a:lnTo>
                  <a:pt x="157163" y="209550"/>
                </a:lnTo>
                <a:lnTo>
                  <a:pt x="147638" y="209550"/>
                </a:lnTo>
                <a:lnTo>
                  <a:pt x="138113" y="209550"/>
                </a:lnTo>
                <a:lnTo>
                  <a:pt x="128588" y="209550"/>
                </a:lnTo>
                <a:lnTo>
                  <a:pt x="119063" y="209550"/>
                </a:lnTo>
                <a:lnTo>
                  <a:pt x="109538" y="209550"/>
                </a:lnTo>
                <a:lnTo>
                  <a:pt x="100013" y="209550"/>
                </a:lnTo>
                <a:lnTo>
                  <a:pt x="90488" y="209550"/>
                </a:lnTo>
                <a:lnTo>
                  <a:pt x="80963" y="209550"/>
                </a:lnTo>
                <a:lnTo>
                  <a:pt x="71438" y="209550"/>
                </a:lnTo>
                <a:lnTo>
                  <a:pt x="61913" y="209550"/>
                </a:lnTo>
                <a:lnTo>
                  <a:pt x="52388" y="209550"/>
                </a:lnTo>
                <a:lnTo>
                  <a:pt x="42863" y="209550"/>
                </a:lnTo>
                <a:lnTo>
                  <a:pt x="33338" y="209550"/>
                </a:lnTo>
                <a:lnTo>
                  <a:pt x="23813" y="209550"/>
                </a:lnTo>
                <a:lnTo>
                  <a:pt x="14288" y="209550"/>
                </a:lnTo>
                <a:lnTo>
                  <a:pt x="4763" y="209550"/>
                </a:lnTo>
                <a:lnTo>
                  <a:pt x="0" y="204788"/>
                </a:lnTo>
                <a:lnTo>
                  <a:pt x="4763" y="200025"/>
                </a:lnTo>
                <a:lnTo>
                  <a:pt x="14288" y="200025"/>
                </a:lnTo>
                <a:lnTo>
                  <a:pt x="23813" y="200025"/>
                </a:lnTo>
                <a:lnTo>
                  <a:pt x="33338" y="200025"/>
                </a:lnTo>
                <a:lnTo>
                  <a:pt x="42863" y="200025"/>
                </a:lnTo>
                <a:lnTo>
                  <a:pt x="52388" y="200025"/>
                </a:lnTo>
                <a:lnTo>
                  <a:pt x="61913" y="200025"/>
                </a:lnTo>
                <a:lnTo>
                  <a:pt x="71438" y="200025"/>
                </a:lnTo>
                <a:lnTo>
                  <a:pt x="80963" y="200025"/>
                </a:lnTo>
                <a:lnTo>
                  <a:pt x="90488" y="200025"/>
                </a:lnTo>
                <a:lnTo>
                  <a:pt x="100013" y="200025"/>
                </a:lnTo>
                <a:lnTo>
                  <a:pt x="109538" y="200025"/>
                </a:lnTo>
                <a:lnTo>
                  <a:pt x="119063" y="200025"/>
                </a:lnTo>
                <a:lnTo>
                  <a:pt x="128588" y="200025"/>
                </a:lnTo>
                <a:lnTo>
                  <a:pt x="138113" y="200025"/>
                </a:lnTo>
                <a:lnTo>
                  <a:pt x="147638" y="200025"/>
                </a:lnTo>
                <a:lnTo>
                  <a:pt x="157163" y="200025"/>
                </a:lnTo>
                <a:lnTo>
                  <a:pt x="166688" y="200025"/>
                </a:lnTo>
                <a:lnTo>
                  <a:pt x="176213" y="200025"/>
                </a:lnTo>
                <a:lnTo>
                  <a:pt x="185738" y="200025"/>
                </a:lnTo>
                <a:lnTo>
                  <a:pt x="195263" y="200025"/>
                </a:lnTo>
                <a:lnTo>
                  <a:pt x="204788" y="200025"/>
                </a:lnTo>
                <a:lnTo>
                  <a:pt x="214313" y="200025"/>
                </a:lnTo>
                <a:lnTo>
                  <a:pt x="223838" y="200025"/>
                </a:lnTo>
                <a:lnTo>
                  <a:pt x="233363" y="200025"/>
                </a:lnTo>
                <a:lnTo>
                  <a:pt x="242888" y="200025"/>
                </a:lnTo>
                <a:lnTo>
                  <a:pt x="252413" y="200025"/>
                </a:lnTo>
                <a:lnTo>
                  <a:pt x="261938" y="200025"/>
                </a:lnTo>
                <a:lnTo>
                  <a:pt x="271463" y="200025"/>
                </a:lnTo>
                <a:lnTo>
                  <a:pt x="276225" y="204788"/>
                </a:lnTo>
                <a:lnTo>
                  <a:pt x="276225" y="214313"/>
                </a:lnTo>
                <a:lnTo>
                  <a:pt x="276225" y="223838"/>
                </a:lnTo>
                <a:lnTo>
                  <a:pt x="276225" y="233363"/>
                </a:lnTo>
                <a:lnTo>
                  <a:pt x="276225" y="242888"/>
                </a:lnTo>
                <a:lnTo>
                  <a:pt x="276225" y="252413"/>
                </a:lnTo>
                <a:lnTo>
                  <a:pt x="276225" y="261938"/>
                </a:lnTo>
                <a:lnTo>
                  <a:pt x="276225" y="271463"/>
                </a:lnTo>
                <a:lnTo>
                  <a:pt x="276225" y="280988"/>
                </a:lnTo>
                <a:lnTo>
                  <a:pt x="276225" y="290513"/>
                </a:lnTo>
                <a:lnTo>
                  <a:pt x="276225" y="300038"/>
                </a:lnTo>
                <a:lnTo>
                  <a:pt x="276225" y="309563"/>
                </a:lnTo>
                <a:lnTo>
                  <a:pt x="280988" y="314325"/>
                </a:lnTo>
                <a:lnTo>
                  <a:pt x="285750" y="309563"/>
                </a:lnTo>
                <a:lnTo>
                  <a:pt x="285750" y="300038"/>
                </a:lnTo>
                <a:lnTo>
                  <a:pt x="285750" y="290513"/>
                </a:lnTo>
                <a:lnTo>
                  <a:pt x="285750" y="280988"/>
                </a:lnTo>
                <a:lnTo>
                  <a:pt x="290513" y="276225"/>
                </a:lnTo>
                <a:lnTo>
                  <a:pt x="300038" y="276225"/>
                </a:lnTo>
                <a:lnTo>
                  <a:pt x="309563" y="276225"/>
                </a:lnTo>
                <a:lnTo>
                  <a:pt x="319088" y="276225"/>
                </a:lnTo>
                <a:lnTo>
                  <a:pt x="328613" y="276225"/>
                </a:lnTo>
                <a:lnTo>
                  <a:pt x="338138" y="276225"/>
                </a:lnTo>
                <a:lnTo>
                  <a:pt x="347663" y="276225"/>
                </a:lnTo>
                <a:lnTo>
                  <a:pt x="357188" y="276225"/>
                </a:lnTo>
                <a:lnTo>
                  <a:pt x="366713" y="276225"/>
                </a:lnTo>
                <a:lnTo>
                  <a:pt x="376238" y="276225"/>
                </a:lnTo>
                <a:lnTo>
                  <a:pt x="385763" y="276225"/>
                </a:lnTo>
                <a:lnTo>
                  <a:pt x="395288" y="276225"/>
                </a:lnTo>
                <a:lnTo>
                  <a:pt x="404813" y="276225"/>
                </a:lnTo>
                <a:lnTo>
                  <a:pt x="414338" y="276225"/>
                </a:lnTo>
                <a:lnTo>
                  <a:pt x="423863" y="276225"/>
                </a:lnTo>
                <a:lnTo>
                  <a:pt x="433388" y="276225"/>
                </a:lnTo>
                <a:lnTo>
                  <a:pt x="442913" y="276225"/>
                </a:lnTo>
                <a:lnTo>
                  <a:pt x="452438" y="276225"/>
                </a:lnTo>
                <a:lnTo>
                  <a:pt x="457200" y="271463"/>
                </a:lnTo>
                <a:lnTo>
                  <a:pt x="457200" y="261938"/>
                </a:lnTo>
                <a:lnTo>
                  <a:pt x="457200" y="252413"/>
                </a:lnTo>
                <a:lnTo>
                  <a:pt x="457200" y="242888"/>
                </a:lnTo>
                <a:lnTo>
                  <a:pt x="457200" y="233363"/>
                </a:lnTo>
                <a:lnTo>
                  <a:pt x="461963" y="228600"/>
                </a:lnTo>
                <a:lnTo>
                  <a:pt x="466725" y="223838"/>
                </a:lnTo>
                <a:lnTo>
                  <a:pt x="466725" y="214313"/>
                </a:lnTo>
                <a:lnTo>
                  <a:pt x="466725" y="204788"/>
                </a:lnTo>
                <a:lnTo>
                  <a:pt x="466725" y="195263"/>
                </a:lnTo>
                <a:lnTo>
                  <a:pt x="466725" y="185738"/>
                </a:lnTo>
                <a:lnTo>
                  <a:pt x="466725" y="176213"/>
                </a:lnTo>
                <a:lnTo>
                  <a:pt x="466725" y="166688"/>
                </a:lnTo>
                <a:lnTo>
                  <a:pt x="466725" y="157163"/>
                </a:lnTo>
                <a:lnTo>
                  <a:pt x="466725" y="147638"/>
                </a:lnTo>
                <a:lnTo>
                  <a:pt x="466725" y="138113"/>
                </a:lnTo>
                <a:lnTo>
                  <a:pt x="466725" y="128588"/>
                </a:lnTo>
                <a:lnTo>
                  <a:pt x="466725" y="119063"/>
                </a:lnTo>
                <a:lnTo>
                  <a:pt x="466725" y="109538"/>
                </a:lnTo>
                <a:lnTo>
                  <a:pt x="466725" y="100013"/>
                </a:lnTo>
                <a:lnTo>
                  <a:pt x="466725" y="90488"/>
                </a:lnTo>
                <a:lnTo>
                  <a:pt x="466725" y="80963"/>
                </a:lnTo>
                <a:lnTo>
                  <a:pt x="466725" y="71438"/>
                </a:lnTo>
                <a:lnTo>
                  <a:pt x="466725" y="61913"/>
                </a:lnTo>
                <a:lnTo>
                  <a:pt x="466725" y="52388"/>
                </a:lnTo>
                <a:lnTo>
                  <a:pt x="466725" y="42863"/>
                </a:lnTo>
                <a:lnTo>
                  <a:pt x="466725" y="33338"/>
                </a:lnTo>
                <a:lnTo>
                  <a:pt x="466725" y="23813"/>
                </a:lnTo>
                <a:lnTo>
                  <a:pt x="466725" y="14288"/>
                </a:lnTo>
                <a:lnTo>
                  <a:pt x="466725" y="4763"/>
                </a:lnTo>
                <a:close/>
              </a:path>
            </a:pathLst>
          </a:custGeom>
          <a:solidFill xmlns:a="http://schemas.openxmlformats.org/drawingml/2006/main">
            <a:srgbClr val="DBDCDD"/>
          </a:solidFill>
          <a:ln xmlns:a="http://schemas.openxmlformats.org/drawingml/2006/main" w="0">
            <a:noFill/>
            <a:prstDash val="solid"/>
          </a:ln>
        </p:spPr>
      </p:sp>
      <p:sp>
        <p:nvSpPr>
          <p:cNvPr id="1087" name="layout-candidate-gray-110-2">
            <a:extLst xmlns:a="http://schemas.openxmlformats.org/drawingml/2006/main">
              <a:ext uri="{FF2B5EF4-FFF2-40B4-BE49-F238E27FC236}">
                <a16:creationId xmlns:a16="http://schemas.microsoft.com/office/drawing/2014/main" id="{C5B77BB2-B54E-4489-99AC-E38640357C06}"/>
              </a:ext>
            </a:extLst>
          </p:cNvPr>
          <p:cNvSpPr>
            <a:spLocks xmlns:a="http://schemas.openxmlformats.org/drawingml/2006/main" noGrp="1"/>
          </p:cNvSpPr>
          <p:nvPr/>
        </p:nvSpPr>
        <p:spPr>
          <a:xfrm xmlns:a="http://schemas.openxmlformats.org/drawingml/2006/main" rot="0">
            <a:off x="1419225" y="5391150"/>
            <a:ext cx="190500" cy="9525"/>
          </a:xfrm>
          <a:custGeom xmlns:a="http://schemas.openxmlformats.org/drawingml/2006/main">
            <a:pathLst>
              <a:path w="1905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0500" y="4763"/>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DBDCDD"/>
          </a:solidFill>
          <a:ln xmlns:a="http://schemas.openxmlformats.org/drawingml/2006/main" w="0">
            <a:noFill/>
            <a:prstDash val="solid"/>
          </a:ln>
        </p:spPr>
      </p:sp>
      <p:sp>
        <p:nvSpPr>
          <p:cNvPr id="1088" name="layout-candidate-gray-110-3">
            <a:extLst xmlns:a="http://schemas.openxmlformats.org/drawingml/2006/main">
              <a:ext uri="{FF2B5EF4-FFF2-40B4-BE49-F238E27FC236}">
                <a16:creationId xmlns:a16="http://schemas.microsoft.com/office/drawing/2014/main" id="{AE52546C-D8D2-43B3-9864-83874AEC870A}"/>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DBDCDD"/>
          </a:solidFill>
          <a:ln xmlns:a="http://schemas.openxmlformats.org/drawingml/2006/main" w="0">
            <a:noFill/>
            <a:prstDash val="solid"/>
          </a:ln>
        </p:spPr>
      </p:sp>
      <p:sp>
        <p:nvSpPr>
          <p:cNvPr id="1089" name="layout-candidate-gray-110-4">
            <a:extLst xmlns:a="http://schemas.openxmlformats.org/drawingml/2006/main">
              <a:ext uri="{FF2B5EF4-FFF2-40B4-BE49-F238E27FC236}">
                <a16:creationId xmlns:a16="http://schemas.microsoft.com/office/drawing/2014/main" id="{A6FA2DAB-9F13-45A8-AB01-1CD84866B476}"/>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DBDCDD"/>
          </a:solidFill>
          <a:ln xmlns:a="http://schemas.openxmlformats.org/drawingml/2006/main" w="0">
            <a:noFill/>
            <a:prstDash val="solid"/>
          </a:ln>
        </p:spPr>
      </p:sp>
      <p:sp>
        <p:nvSpPr>
          <p:cNvPr id="1090" name="layout-candidate-gray-110-5">
            <a:extLst xmlns:a="http://schemas.openxmlformats.org/drawingml/2006/main">
              <a:ext uri="{FF2B5EF4-FFF2-40B4-BE49-F238E27FC236}">
                <a16:creationId xmlns:a16="http://schemas.microsoft.com/office/drawing/2014/main" id="{6329CAEF-67FA-4D69-9247-240547263995}"/>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DBDCDD"/>
          </a:solidFill>
          <a:ln xmlns:a="http://schemas.openxmlformats.org/drawingml/2006/main" w="0">
            <a:noFill/>
            <a:prstDash val="solid"/>
          </a:ln>
        </p:spPr>
      </p:sp>
      <p:sp>
        <p:nvSpPr>
          <p:cNvPr id="1091" name="layout-candidate-gray-110-6">
            <a:extLst xmlns:a="http://schemas.openxmlformats.org/drawingml/2006/main">
              <a:ext uri="{FF2B5EF4-FFF2-40B4-BE49-F238E27FC236}">
                <a16:creationId xmlns:a16="http://schemas.microsoft.com/office/drawing/2014/main" id="{4B34A5B0-A21D-4819-896F-B04CDCFF7B7D}"/>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DBDCDD"/>
          </a:solidFill>
          <a:ln xmlns:a="http://schemas.openxmlformats.org/drawingml/2006/main" w="0">
            <a:noFill/>
            <a:prstDash val="solid"/>
          </a:ln>
        </p:spPr>
      </p:sp>
      <p:sp>
        <p:nvSpPr>
          <p:cNvPr id="1092" name="layout-candidate-gray-111-0">
            <a:extLst xmlns:a="http://schemas.openxmlformats.org/drawingml/2006/main">
              <a:ext uri="{FF2B5EF4-FFF2-40B4-BE49-F238E27FC236}">
                <a16:creationId xmlns:a16="http://schemas.microsoft.com/office/drawing/2014/main" id="{BB3A8DF0-178B-4F19-8DEC-A6063A477310}"/>
              </a:ext>
            </a:extLst>
          </p:cNvPr>
          <p:cNvSpPr>
            <a:spLocks xmlns:a="http://schemas.openxmlformats.org/drawingml/2006/main" noGrp="1"/>
          </p:cNvSpPr>
          <p:nvPr/>
        </p:nvSpPr>
        <p:spPr>
          <a:xfrm xmlns:a="http://schemas.openxmlformats.org/drawingml/2006/main" rot="0">
            <a:off x="1133475" y="5000625"/>
            <a:ext cx="9525" cy="200025"/>
          </a:xfrm>
          <a:custGeom xmlns:a="http://schemas.openxmlformats.org/drawingml/2006/main">
            <a:pathLst>
              <a:path w="9525" h="2000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DDDEDF"/>
          </a:solidFill>
          <a:ln xmlns:a="http://schemas.openxmlformats.org/drawingml/2006/main" w="0">
            <a:noFill/>
            <a:prstDash val="solid"/>
          </a:ln>
        </p:spPr>
      </p:sp>
      <p:sp>
        <p:nvSpPr>
          <p:cNvPr id="1093" name="layout-candidate-gray-111-1">
            <a:extLst xmlns:a="http://schemas.openxmlformats.org/drawingml/2006/main">
              <a:ext uri="{FF2B5EF4-FFF2-40B4-BE49-F238E27FC236}">
                <a16:creationId xmlns:a16="http://schemas.microsoft.com/office/drawing/2014/main" id="{CBC862FA-7213-49B3-9A3A-0B175E72DE94}"/>
              </a:ext>
            </a:extLst>
          </p:cNvPr>
          <p:cNvSpPr>
            <a:spLocks xmlns:a="http://schemas.openxmlformats.org/drawingml/2006/main" noGrp="1"/>
          </p:cNvSpPr>
          <p:nvPr/>
        </p:nvSpPr>
        <p:spPr>
          <a:xfrm xmlns:a="http://schemas.openxmlformats.org/drawingml/2006/main" rot="0">
            <a:off x="1428750" y="5000625"/>
            <a:ext cx="190500" cy="390525"/>
          </a:xfrm>
          <a:custGeom xmlns:a="http://schemas.openxmlformats.org/drawingml/2006/main">
            <a:pathLst>
              <a:path w="190500" h="390525">
                <a:moveTo>
                  <a:pt x="180975" y="4763"/>
                </a:moveTo>
                <a:lnTo>
                  <a:pt x="185738" y="0"/>
                </a:lnTo>
                <a:lnTo>
                  <a:pt x="190500" y="4763"/>
                </a:lnTo>
                <a:lnTo>
                  <a:pt x="190500" y="14288"/>
                </a:lnTo>
                <a:lnTo>
                  <a:pt x="190500" y="23813"/>
                </a:lnTo>
                <a:lnTo>
                  <a:pt x="190500" y="33338"/>
                </a:lnTo>
                <a:lnTo>
                  <a:pt x="190500" y="42863"/>
                </a:lnTo>
                <a:lnTo>
                  <a:pt x="190500" y="52388"/>
                </a:lnTo>
                <a:lnTo>
                  <a:pt x="190500" y="61913"/>
                </a:lnTo>
                <a:lnTo>
                  <a:pt x="190500" y="71438"/>
                </a:lnTo>
                <a:lnTo>
                  <a:pt x="190500" y="80963"/>
                </a:lnTo>
                <a:lnTo>
                  <a:pt x="190500" y="90488"/>
                </a:lnTo>
                <a:lnTo>
                  <a:pt x="190500" y="100013"/>
                </a:lnTo>
                <a:lnTo>
                  <a:pt x="190500" y="109538"/>
                </a:lnTo>
                <a:lnTo>
                  <a:pt x="190500" y="119063"/>
                </a:lnTo>
                <a:lnTo>
                  <a:pt x="190500" y="128588"/>
                </a:lnTo>
                <a:lnTo>
                  <a:pt x="190500" y="138113"/>
                </a:lnTo>
                <a:lnTo>
                  <a:pt x="190500" y="147638"/>
                </a:lnTo>
                <a:lnTo>
                  <a:pt x="190500" y="157163"/>
                </a:lnTo>
                <a:lnTo>
                  <a:pt x="190500" y="166688"/>
                </a:lnTo>
                <a:lnTo>
                  <a:pt x="190500" y="176213"/>
                </a:lnTo>
                <a:lnTo>
                  <a:pt x="190500" y="185738"/>
                </a:lnTo>
                <a:lnTo>
                  <a:pt x="190500" y="195263"/>
                </a:lnTo>
                <a:lnTo>
                  <a:pt x="190500" y="204788"/>
                </a:lnTo>
                <a:lnTo>
                  <a:pt x="190500" y="214313"/>
                </a:lnTo>
                <a:lnTo>
                  <a:pt x="190500" y="223838"/>
                </a:lnTo>
                <a:lnTo>
                  <a:pt x="190500" y="233363"/>
                </a:lnTo>
                <a:lnTo>
                  <a:pt x="190500" y="242888"/>
                </a:lnTo>
                <a:lnTo>
                  <a:pt x="190500" y="252413"/>
                </a:lnTo>
                <a:lnTo>
                  <a:pt x="190500" y="261938"/>
                </a:lnTo>
                <a:lnTo>
                  <a:pt x="190500" y="271463"/>
                </a:lnTo>
                <a:lnTo>
                  <a:pt x="190500" y="280988"/>
                </a:lnTo>
                <a:lnTo>
                  <a:pt x="190500" y="290513"/>
                </a:lnTo>
                <a:lnTo>
                  <a:pt x="190500" y="300038"/>
                </a:lnTo>
                <a:lnTo>
                  <a:pt x="190500" y="309563"/>
                </a:lnTo>
                <a:lnTo>
                  <a:pt x="190500" y="319088"/>
                </a:lnTo>
                <a:lnTo>
                  <a:pt x="190500" y="328613"/>
                </a:lnTo>
                <a:lnTo>
                  <a:pt x="190500" y="338138"/>
                </a:lnTo>
                <a:lnTo>
                  <a:pt x="190500" y="347663"/>
                </a:lnTo>
                <a:lnTo>
                  <a:pt x="190500" y="357188"/>
                </a:lnTo>
                <a:lnTo>
                  <a:pt x="190500" y="366713"/>
                </a:lnTo>
                <a:lnTo>
                  <a:pt x="190500" y="376238"/>
                </a:lnTo>
                <a:lnTo>
                  <a:pt x="190500" y="385763"/>
                </a:lnTo>
                <a:lnTo>
                  <a:pt x="185738" y="390525"/>
                </a:lnTo>
                <a:lnTo>
                  <a:pt x="180975" y="385763"/>
                </a:lnTo>
                <a:lnTo>
                  <a:pt x="176213" y="381000"/>
                </a:lnTo>
                <a:lnTo>
                  <a:pt x="166688" y="381000"/>
                </a:lnTo>
                <a:lnTo>
                  <a:pt x="157163" y="381000"/>
                </a:lnTo>
                <a:lnTo>
                  <a:pt x="147638" y="381000"/>
                </a:lnTo>
                <a:lnTo>
                  <a:pt x="138113" y="381000"/>
                </a:lnTo>
                <a:lnTo>
                  <a:pt x="128588" y="381000"/>
                </a:lnTo>
                <a:lnTo>
                  <a:pt x="119063" y="381000"/>
                </a:lnTo>
                <a:lnTo>
                  <a:pt x="109538" y="381000"/>
                </a:lnTo>
                <a:lnTo>
                  <a:pt x="100013" y="381000"/>
                </a:lnTo>
                <a:lnTo>
                  <a:pt x="90488" y="381000"/>
                </a:lnTo>
                <a:lnTo>
                  <a:pt x="80963" y="381000"/>
                </a:lnTo>
                <a:lnTo>
                  <a:pt x="71438" y="381000"/>
                </a:lnTo>
                <a:lnTo>
                  <a:pt x="61913" y="381000"/>
                </a:lnTo>
                <a:lnTo>
                  <a:pt x="52388" y="381000"/>
                </a:lnTo>
                <a:lnTo>
                  <a:pt x="42863" y="381000"/>
                </a:lnTo>
                <a:lnTo>
                  <a:pt x="33338" y="381000"/>
                </a:lnTo>
                <a:lnTo>
                  <a:pt x="23813" y="381000"/>
                </a:lnTo>
                <a:lnTo>
                  <a:pt x="14288" y="381000"/>
                </a:lnTo>
                <a:lnTo>
                  <a:pt x="4763" y="381000"/>
                </a:lnTo>
                <a:lnTo>
                  <a:pt x="0" y="376238"/>
                </a:lnTo>
                <a:lnTo>
                  <a:pt x="0" y="366713"/>
                </a:lnTo>
                <a:lnTo>
                  <a:pt x="0" y="357188"/>
                </a:lnTo>
                <a:lnTo>
                  <a:pt x="0" y="347663"/>
                </a:lnTo>
                <a:lnTo>
                  <a:pt x="0" y="338138"/>
                </a:lnTo>
                <a:lnTo>
                  <a:pt x="0" y="328613"/>
                </a:lnTo>
                <a:lnTo>
                  <a:pt x="0" y="319088"/>
                </a:lnTo>
                <a:lnTo>
                  <a:pt x="0" y="309563"/>
                </a:lnTo>
                <a:lnTo>
                  <a:pt x="0" y="300038"/>
                </a:lnTo>
                <a:lnTo>
                  <a:pt x="0" y="290513"/>
                </a:lnTo>
                <a:lnTo>
                  <a:pt x="4763" y="285750"/>
                </a:lnTo>
                <a:lnTo>
                  <a:pt x="14288" y="285750"/>
                </a:lnTo>
                <a:lnTo>
                  <a:pt x="23813" y="285750"/>
                </a:lnTo>
                <a:lnTo>
                  <a:pt x="33338" y="285750"/>
                </a:lnTo>
                <a:lnTo>
                  <a:pt x="42863" y="285750"/>
                </a:lnTo>
                <a:lnTo>
                  <a:pt x="52388" y="285750"/>
                </a:lnTo>
                <a:lnTo>
                  <a:pt x="61913" y="285750"/>
                </a:lnTo>
                <a:lnTo>
                  <a:pt x="71438" y="285750"/>
                </a:lnTo>
                <a:lnTo>
                  <a:pt x="80963" y="285750"/>
                </a:lnTo>
                <a:lnTo>
                  <a:pt x="90488" y="285750"/>
                </a:lnTo>
                <a:lnTo>
                  <a:pt x="100013" y="285750"/>
                </a:lnTo>
                <a:lnTo>
                  <a:pt x="109538" y="285750"/>
                </a:lnTo>
                <a:lnTo>
                  <a:pt x="119063" y="285750"/>
                </a:lnTo>
                <a:lnTo>
                  <a:pt x="128588" y="285750"/>
                </a:lnTo>
                <a:lnTo>
                  <a:pt x="138113" y="285750"/>
                </a:lnTo>
                <a:lnTo>
                  <a:pt x="147638" y="285750"/>
                </a:lnTo>
                <a:lnTo>
                  <a:pt x="157163" y="285750"/>
                </a:lnTo>
                <a:lnTo>
                  <a:pt x="166688" y="285750"/>
                </a:lnTo>
                <a:lnTo>
                  <a:pt x="171450" y="280988"/>
                </a:lnTo>
                <a:lnTo>
                  <a:pt x="171450" y="271463"/>
                </a:lnTo>
                <a:lnTo>
                  <a:pt x="176213" y="266700"/>
                </a:lnTo>
                <a:lnTo>
                  <a:pt x="180975" y="261938"/>
                </a:lnTo>
                <a:lnTo>
                  <a:pt x="180975" y="252413"/>
                </a:lnTo>
                <a:lnTo>
                  <a:pt x="180975" y="242888"/>
                </a:lnTo>
                <a:lnTo>
                  <a:pt x="180975" y="233363"/>
                </a:lnTo>
                <a:lnTo>
                  <a:pt x="180975" y="223838"/>
                </a:lnTo>
                <a:lnTo>
                  <a:pt x="180975" y="214313"/>
                </a:lnTo>
                <a:lnTo>
                  <a:pt x="180975" y="204788"/>
                </a:lnTo>
                <a:lnTo>
                  <a:pt x="180975" y="195263"/>
                </a:lnTo>
                <a:lnTo>
                  <a:pt x="180975" y="185738"/>
                </a:lnTo>
                <a:lnTo>
                  <a:pt x="180975" y="176213"/>
                </a:lnTo>
                <a:lnTo>
                  <a:pt x="180975" y="166688"/>
                </a:lnTo>
                <a:lnTo>
                  <a:pt x="180975" y="157163"/>
                </a:lnTo>
                <a:lnTo>
                  <a:pt x="180975" y="147638"/>
                </a:lnTo>
                <a:lnTo>
                  <a:pt x="180975" y="138113"/>
                </a:lnTo>
                <a:lnTo>
                  <a:pt x="180975" y="128588"/>
                </a:lnTo>
                <a:lnTo>
                  <a:pt x="180975" y="119063"/>
                </a:lnTo>
                <a:lnTo>
                  <a:pt x="180975" y="109538"/>
                </a:lnTo>
                <a:lnTo>
                  <a:pt x="180975" y="100013"/>
                </a:lnTo>
                <a:lnTo>
                  <a:pt x="180975" y="90488"/>
                </a:lnTo>
                <a:lnTo>
                  <a:pt x="180975" y="80963"/>
                </a:lnTo>
                <a:lnTo>
                  <a:pt x="180975" y="71438"/>
                </a:lnTo>
                <a:lnTo>
                  <a:pt x="180975" y="61913"/>
                </a:lnTo>
                <a:lnTo>
                  <a:pt x="180975" y="52388"/>
                </a:lnTo>
                <a:lnTo>
                  <a:pt x="180975" y="42863"/>
                </a:lnTo>
                <a:lnTo>
                  <a:pt x="180975" y="33338"/>
                </a:lnTo>
                <a:lnTo>
                  <a:pt x="180975" y="23813"/>
                </a:lnTo>
                <a:lnTo>
                  <a:pt x="180975" y="14288"/>
                </a:lnTo>
                <a:lnTo>
                  <a:pt x="180975" y="4763"/>
                </a:lnTo>
                <a:close/>
              </a:path>
            </a:pathLst>
          </a:custGeom>
          <a:solidFill xmlns:a="http://schemas.openxmlformats.org/drawingml/2006/main">
            <a:srgbClr val="DDDEDF"/>
          </a:solidFill>
          <a:ln xmlns:a="http://schemas.openxmlformats.org/drawingml/2006/main" w="0">
            <a:noFill/>
            <a:prstDash val="solid"/>
          </a:ln>
        </p:spPr>
      </p:sp>
      <p:sp>
        <p:nvSpPr>
          <p:cNvPr id="1094" name="layout-candidate-gray-111-2">
            <a:extLst xmlns:a="http://schemas.openxmlformats.org/drawingml/2006/main">
              <a:ext uri="{FF2B5EF4-FFF2-40B4-BE49-F238E27FC236}">
                <a16:creationId xmlns:a16="http://schemas.microsoft.com/office/drawing/2014/main" id="{2B4696A6-BDBA-4369-BA6F-05CF8CC36607}"/>
              </a:ext>
            </a:extLst>
          </p:cNvPr>
          <p:cNvSpPr>
            <a:spLocks xmlns:a="http://schemas.openxmlformats.org/drawingml/2006/main" noGrp="1"/>
          </p:cNvSpPr>
          <p:nvPr/>
        </p:nvSpPr>
        <p:spPr>
          <a:xfrm xmlns:a="http://schemas.openxmlformats.org/drawingml/2006/main" rot="0">
            <a:off x="1143000" y="5200650"/>
            <a:ext cx="276225" cy="190500"/>
          </a:xfrm>
          <a:custGeom xmlns:a="http://schemas.openxmlformats.org/drawingml/2006/main">
            <a:pathLst>
              <a:path w="276225" h="19050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76225" y="4763"/>
                </a:lnTo>
                <a:lnTo>
                  <a:pt x="276225" y="14288"/>
                </a:lnTo>
                <a:lnTo>
                  <a:pt x="276225" y="23813"/>
                </a:lnTo>
                <a:lnTo>
                  <a:pt x="276225" y="33338"/>
                </a:lnTo>
                <a:lnTo>
                  <a:pt x="276225" y="42863"/>
                </a:lnTo>
                <a:lnTo>
                  <a:pt x="276225" y="52388"/>
                </a:lnTo>
                <a:lnTo>
                  <a:pt x="276225" y="61913"/>
                </a:lnTo>
                <a:lnTo>
                  <a:pt x="276225" y="71438"/>
                </a:lnTo>
                <a:lnTo>
                  <a:pt x="276225" y="80963"/>
                </a:lnTo>
                <a:lnTo>
                  <a:pt x="276225" y="90488"/>
                </a:lnTo>
                <a:lnTo>
                  <a:pt x="276225" y="100013"/>
                </a:lnTo>
                <a:lnTo>
                  <a:pt x="276225" y="109538"/>
                </a:lnTo>
                <a:lnTo>
                  <a:pt x="276225" y="119063"/>
                </a:lnTo>
                <a:lnTo>
                  <a:pt x="276225" y="128588"/>
                </a:lnTo>
                <a:lnTo>
                  <a:pt x="276225" y="138113"/>
                </a:lnTo>
                <a:lnTo>
                  <a:pt x="276225" y="147638"/>
                </a:lnTo>
                <a:lnTo>
                  <a:pt x="276225" y="157163"/>
                </a:lnTo>
                <a:lnTo>
                  <a:pt x="276225" y="166688"/>
                </a:lnTo>
                <a:lnTo>
                  <a:pt x="276225" y="176213"/>
                </a:lnTo>
                <a:lnTo>
                  <a:pt x="276225" y="185738"/>
                </a:lnTo>
                <a:lnTo>
                  <a:pt x="271463" y="190500"/>
                </a:lnTo>
                <a:lnTo>
                  <a:pt x="266700" y="185738"/>
                </a:lnTo>
                <a:lnTo>
                  <a:pt x="266700" y="176213"/>
                </a:lnTo>
                <a:lnTo>
                  <a:pt x="266700" y="166688"/>
                </a:lnTo>
                <a:lnTo>
                  <a:pt x="266700" y="157163"/>
                </a:lnTo>
                <a:lnTo>
                  <a:pt x="266700" y="147638"/>
                </a:lnTo>
                <a:lnTo>
                  <a:pt x="266700" y="138113"/>
                </a:lnTo>
                <a:lnTo>
                  <a:pt x="266700" y="128588"/>
                </a:lnTo>
                <a:lnTo>
                  <a:pt x="266700" y="119063"/>
                </a:lnTo>
                <a:lnTo>
                  <a:pt x="266700" y="109538"/>
                </a:lnTo>
                <a:lnTo>
                  <a:pt x="266700" y="100013"/>
                </a:lnTo>
                <a:lnTo>
                  <a:pt x="266700" y="90488"/>
                </a:lnTo>
                <a:lnTo>
                  <a:pt x="266700" y="80963"/>
                </a:lnTo>
                <a:lnTo>
                  <a:pt x="266700" y="71438"/>
                </a:lnTo>
                <a:lnTo>
                  <a:pt x="266700" y="61913"/>
                </a:lnTo>
                <a:lnTo>
                  <a:pt x="266700" y="52388"/>
                </a:lnTo>
                <a:lnTo>
                  <a:pt x="266700" y="42863"/>
                </a:lnTo>
                <a:lnTo>
                  <a:pt x="266700" y="33338"/>
                </a:lnTo>
                <a:lnTo>
                  <a:pt x="266700" y="23813"/>
                </a:lnTo>
                <a:lnTo>
                  <a:pt x="266700" y="14288"/>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DDDEDF"/>
          </a:solidFill>
          <a:ln xmlns:a="http://schemas.openxmlformats.org/drawingml/2006/main" w="0">
            <a:noFill/>
            <a:prstDash val="solid"/>
          </a:ln>
        </p:spPr>
      </p:sp>
      <p:sp>
        <p:nvSpPr>
          <p:cNvPr id="1095" name="layout-candidate-gray-111-3">
            <a:extLst xmlns:a="http://schemas.openxmlformats.org/drawingml/2006/main">
              <a:ext uri="{FF2B5EF4-FFF2-40B4-BE49-F238E27FC236}">
                <a16:creationId xmlns:a16="http://schemas.microsoft.com/office/drawing/2014/main" id="{6C8F2010-0F9E-44AB-9AE2-FFD48A2349BF}"/>
              </a:ext>
            </a:extLst>
          </p:cNvPr>
          <p:cNvSpPr>
            <a:spLocks xmlns:a="http://schemas.openxmlformats.org/drawingml/2006/main" noGrp="1"/>
          </p:cNvSpPr>
          <p:nvPr/>
        </p:nvSpPr>
        <p:spPr>
          <a:xfrm xmlns:a="http://schemas.openxmlformats.org/drawingml/2006/main" rot="0">
            <a:off x="1419225" y="5391150"/>
            <a:ext cx="190500" cy="9525"/>
          </a:xfrm>
          <a:custGeom xmlns:a="http://schemas.openxmlformats.org/drawingml/2006/main">
            <a:pathLst>
              <a:path w="1905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0500" y="4763"/>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DDDEDF"/>
          </a:solidFill>
          <a:ln xmlns:a="http://schemas.openxmlformats.org/drawingml/2006/main" w="0">
            <a:noFill/>
            <a:prstDash val="solid"/>
          </a:ln>
        </p:spPr>
      </p:sp>
      <p:sp>
        <p:nvSpPr>
          <p:cNvPr id="1096" name="layout-candidate-gray-111-4">
            <a:extLst xmlns:a="http://schemas.openxmlformats.org/drawingml/2006/main">
              <a:ext uri="{FF2B5EF4-FFF2-40B4-BE49-F238E27FC236}">
                <a16:creationId xmlns:a16="http://schemas.microsoft.com/office/drawing/2014/main" id="{338E838C-395B-4E78-B243-7E029D31AED5}"/>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DDDEDF"/>
          </a:solidFill>
          <a:ln xmlns:a="http://schemas.openxmlformats.org/drawingml/2006/main" w="0">
            <a:noFill/>
            <a:prstDash val="solid"/>
          </a:ln>
        </p:spPr>
      </p:sp>
      <p:sp>
        <p:nvSpPr>
          <p:cNvPr id="1097" name="layout-candidate-gray-111-5">
            <a:extLst xmlns:a="http://schemas.openxmlformats.org/drawingml/2006/main">
              <a:ext uri="{FF2B5EF4-FFF2-40B4-BE49-F238E27FC236}">
                <a16:creationId xmlns:a16="http://schemas.microsoft.com/office/drawing/2014/main" id="{8BB5FAD5-FABB-41E6-8BAD-2EA1EC11433E}"/>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DDDEDF"/>
          </a:solidFill>
          <a:ln xmlns:a="http://schemas.openxmlformats.org/drawingml/2006/main" w="0">
            <a:noFill/>
            <a:prstDash val="solid"/>
          </a:ln>
        </p:spPr>
      </p:sp>
      <p:sp>
        <p:nvSpPr>
          <p:cNvPr id="1098" name="layout-candidate-gray-111-6">
            <a:extLst xmlns:a="http://schemas.openxmlformats.org/drawingml/2006/main">
              <a:ext uri="{FF2B5EF4-FFF2-40B4-BE49-F238E27FC236}">
                <a16:creationId xmlns:a16="http://schemas.microsoft.com/office/drawing/2014/main" id="{B2D673FA-9983-4125-8967-C7F445F5BDE7}"/>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DDDEDF"/>
          </a:solidFill>
          <a:ln xmlns:a="http://schemas.openxmlformats.org/drawingml/2006/main" w="0">
            <a:noFill/>
            <a:prstDash val="solid"/>
          </a:ln>
        </p:spPr>
      </p:sp>
      <p:sp>
        <p:nvSpPr>
          <p:cNvPr id="1099" name="layout-candidate-gray-111-7">
            <a:extLst xmlns:a="http://schemas.openxmlformats.org/drawingml/2006/main">
              <a:ext uri="{FF2B5EF4-FFF2-40B4-BE49-F238E27FC236}">
                <a16:creationId xmlns:a16="http://schemas.microsoft.com/office/drawing/2014/main" id="{77E51FD5-5065-4935-80DD-6DF653A76842}"/>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DDDEDF"/>
          </a:solidFill>
          <a:ln xmlns:a="http://schemas.openxmlformats.org/drawingml/2006/main" w="0">
            <a:noFill/>
            <a:prstDash val="solid"/>
          </a:ln>
        </p:spPr>
      </p:sp>
      <p:sp>
        <p:nvSpPr>
          <p:cNvPr id="1100" name="layout-candidate-gray-112-0">
            <a:extLst xmlns:a="http://schemas.openxmlformats.org/drawingml/2006/main">
              <a:ext uri="{FF2B5EF4-FFF2-40B4-BE49-F238E27FC236}">
                <a16:creationId xmlns:a16="http://schemas.microsoft.com/office/drawing/2014/main" id="{549EC5F5-5892-4096-A71E-6F04A99BF02F}"/>
              </a:ext>
            </a:extLst>
          </p:cNvPr>
          <p:cNvSpPr>
            <a:spLocks xmlns:a="http://schemas.openxmlformats.org/drawingml/2006/main" noGrp="1"/>
          </p:cNvSpPr>
          <p:nvPr/>
        </p:nvSpPr>
        <p:spPr>
          <a:xfrm xmlns:a="http://schemas.openxmlformats.org/drawingml/2006/main" rot="0">
            <a:off x="1133475" y="5000625"/>
            <a:ext cx="9525" cy="200025"/>
          </a:xfrm>
          <a:custGeom xmlns:a="http://schemas.openxmlformats.org/drawingml/2006/main">
            <a:pathLst>
              <a:path w="9525" h="2000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E0E1E2"/>
          </a:solidFill>
          <a:ln xmlns:a="http://schemas.openxmlformats.org/drawingml/2006/main" w="0">
            <a:noFill/>
            <a:prstDash val="solid"/>
          </a:ln>
        </p:spPr>
      </p:sp>
      <p:sp>
        <p:nvSpPr>
          <p:cNvPr id="1101" name="layout-candidate-gray-112-1">
            <a:extLst xmlns:a="http://schemas.openxmlformats.org/drawingml/2006/main">
              <a:ext uri="{FF2B5EF4-FFF2-40B4-BE49-F238E27FC236}">
                <a16:creationId xmlns:a16="http://schemas.microsoft.com/office/drawing/2014/main" id="{E5A1F4E0-87BF-427C-A53B-7C0390E3456F}"/>
              </a:ext>
            </a:extLst>
          </p:cNvPr>
          <p:cNvSpPr>
            <a:spLocks xmlns:a="http://schemas.openxmlformats.org/drawingml/2006/main" noGrp="1"/>
          </p:cNvSpPr>
          <p:nvPr/>
        </p:nvSpPr>
        <p:spPr>
          <a:xfrm xmlns:a="http://schemas.openxmlformats.org/drawingml/2006/main" rot="0">
            <a:off x="1609725" y="50006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E0E1E2"/>
          </a:solidFill>
          <a:ln xmlns:a="http://schemas.openxmlformats.org/drawingml/2006/main" w="0">
            <a:noFill/>
            <a:prstDash val="solid"/>
          </a:ln>
        </p:spPr>
      </p:sp>
      <p:sp>
        <p:nvSpPr>
          <p:cNvPr id="1102" name="layout-candidate-gray-112-2">
            <a:extLst xmlns:a="http://schemas.openxmlformats.org/drawingml/2006/main">
              <a:ext uri="{FF2B5EF4-FFF2-40B4-BE49-F238E27FC236}">
                <a16:creationId xmlns:a16="http://schemas.microsoft.com/office/drawing/2014/main" id="{45D03108-AA9A-4759-B1B8-6F917662CD61}"/>
              </a:ext>
            </a:extLst>
          </p:cNvPr>
          <p:cNvSpPr>
            <a:spLocks xmlns:a="http://schemas.openxmlformats.org/drawingml/2006/main" noGrp="1"/>
          </p:cNvSpPr>
          <p:nvPr/>
        </p:nvSpPr>
        <p:spPr>
          <a:xfrm xmlns:a="http://schemas.openxmlformats.org/drawingml/2006/main" rot="0">
            <a:off x="1143000" y="5200650"/>
            <a:ext cx="266700" cy="9525"/>
          </a:xfrm>
          <a:custGeom xmlns:a="http://schemas.openxmlformats.org/drawingml/2006/main">
            <a:pathLst>
              <a:path w="2667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66700" y="4763"/>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E0E1E2"/>
          </a:solidFill>
          <a:ln xmlns:a="http://schemas.openxmlformats.org/drawingml/2006/main" w="0">
            <a:noFill/>
            <a:prstDash val="solid"/>
          </a:ln>
        </p:spPr>
      </p:sp>
      <p:sp>
        <p:nvSpPr>
          <p:cNvPr id="1103" name="layout-candidate-gray-112-3">
            <a:extLst xmlns:a="http://schemas.openxmlformats.org/drawingml/2006/main">
              <a:ext uri="{FF2B5EF4-FFF2-40B4-BE49-F238E27FC236}">
                <a16:creationId xmlns:a16="http://schemas.microsoft.com/office/drawing/2014/main" id="{7AA789F4-12B2-4AD8-A1EE-CB32745F9C5F}"/>
              </a:ext>
            </a:extLst>
          </p:cNvPr>
          <p:cNvSpPr>
            <a:spLocks xmlns:a="http://schemas.openxmlformats.org/drawingml/2006/main" noGrp="1"/>
          </p:cNvSpPr>
          <p:nvPr/>
        </p:nvSpPr>
        <p:spPr>
          <a:xfrm xmlns:a="http://schemas.openxmlformats.org/drawingml/2006/main" rot="0">
            <a:off x="1409700" y="5210175"/>
            <a:ext cx="9525" cy="180975"/>
          </a:xfrm>
          <a:custGeom xmlns:a="http://schemas.openxmlformats.org/drawingml/2006/main">
            <a:pathLst>
              <a:path w="9525" h="18097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4763" y="180975"/>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E0E1E2"/>
          </a:solidFill>
          <a:ln xmlns:a="http://schemas.openxmlformats.org/drawingml/2006/main" w="0">
            <a:noFill/>
            <a:prstDash val="solid"/>
          </a:ln>
        </p:spPr>
      </p:sp>
      <p:sp>
        <p:nvSpPr>
          <p:cNvPr id="1104" name="layout-candidate-gray-112-4">
            <a:extLst xmlns:a="http://schemas.openxmlformats.org/drawingml/2006/main">
              <a:ext uri="{FF2B5EF4-FFF2-40B4-BE49-F238E27FC236}">
                <a16:creationId xmlns:a16="http://schemas.microsoft.com/office/drawing/2014/main" id="{957C22C5-14E9-4819-8CB7-A222F735699D}"/>
              </a:ext>
            </a:extLst>
          </p:cNvPr>
          <p:cNvSpPr>
            <a:spLocks xmlns:a="http://schemas.openxmlformats.org/drawingml/2006/main" noGrp="1"/>
          </p:cNvSpPr>
          <p:nvPr/>
        </p:nvSpPr>
        <p:spPr>
          <a:xfrm xmlns:a="http://schemas.openxmlformats.org/drawingml/2006/main" rot="0">
            <a:off x="1428750" y="5295900"/>
            <a:ext cx="180975" cy="85725"/>
          </a:xfrm>
          <a:custGeom xmlns:a="http://schemas.openxmlformats.org/drawingml/2006/main">
            <a:pathLst>
              <a:path w="180975" h="857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1450" y="4763"/>
                </a:lnTo>
                <a:lnTo>
                  <a:pt x="171450" y="14288"/>
                </a:lnTo>
                <a:lnTo>
                  <a:pt x="176213" y="19050"/>
                </a:lnTo>
                <a:lnTo>
                  <a:pt x="180975" y="23813"/>
                </a:lnTo>
                <a:lnTo>
                  <a:pt x="180975" y="33338"/>
                </a:lnTo>
                <a:lnTo>
                  <a:pt x="180975" y="42863"/>
                </a:lnTo>
                <a:lnTo>
                  <a:pt x="180975" y="52388"/>
                </a:lnTo>
                <a:lnTo>
                  <a:pt x="180975" y="61913"/>
                </a:lnTo>
                <a:lnTo>
                  <a:pt x="180975" y="71438"/>
                </a:lnTo>
                <a:lnTo>
                  <a:pt x="180975" y="80963"/>
                </a:lnTo>
                <a:lnTo>
                  <a:pt x="176213" y="85725"/>
                </a:lnTo>
                <a:lnTo>
                  <a:pt x="166688" y="85725"/>
                </a:lnTo>
                <a:lnTo>
                  <a:pt x="157163" y="85725"/>
                </a:lnTo>
                <a:lnTo>
                  <a:pt x="147638" y="85725"/>
                </a:lnTo>
                <a:lnTo>
                  <a:pt x="138113" y="85725"/>
                </a:lnTo>
                <a:lnTo>
                  <a:pt x="128588" y="85725"/>
                </a:lnTo>
                <a:lnTo>
                  <a:pt x="119063" y="85725"/>
                </a:lnTo>
                <a:lnTo>
                  <a:pt x="109538" y="85725"/>
                </a:lnTo>
                <a:lnTo>
                  <a:pt x="100013" y="85725"/>
                </a:lnTo>
                <a:lnTo>
                  <a:pt x="90488" y="85725"/>
                </a:lnTo>
                <a:lnTo>
                  <a:pt x="80963" y="85725"/>
                </a:lnTo>
                <a:lnTo>
                  <a:pt x="71438" y="85725"/>
                </a:lnTo>
                <a:lnTo>
                  <a:pt x="61913" y="85725"/>
                </a:lnTo>
                <a:lnTo>
                  <a:pt x="52388" y="85725"/>
                </a:lnTo>
                <a:lnTo>
                  <a:pt x="42863" y="85725"/>
                </a:lnTo>
                <a:lnTo>
                  <a:pt x="33338" y="85725"/>
                </a:lnTo>
                <a:lnTo>
                  <a:pt x="23813" y="85725"/>
                </a:lnTo>
                <a:lnTo>
                  <a:pt x="14288" y="85725"/>
                </a:lnTo>
                <a:lnTo>
                  <a:pt x="4763" y="85725"/>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E0E1E2"/>
          </a:solidFill>
          <a:ln xmlns:a="http://schemas.openxmlformats.org/drawingml/2006/main" w="0">
            <a:noFill/>
            <a:prstDash val="solid"/>
          </a:ln>
        </p:spPr>
      </p:sp>
      <p:sp>
        <p:nvSpPr>
          <p:cNvPr id="1105" name="layout-candidate-gray-112-5">
            <a:extLst xmlns:a="http://schemas.openxmlformats.org/drawingml/2006/main">
              <a:ext uri="{FF2B5EF4-FFF2-40B4-BE49-F238E27FC236}">
                <a16:creationId xmlns:a16="http://schemas.microsoft.com/office/drawing/2014/main" id="{66FF9E55-61B3-44EE-80AF-7D83F0A61615}"/>
              </a:ext>
            </a:extLst>
          </p:cNvPr>
          <p:cNvSpPr>
            <a:spLocks xmlns:a="http://schemas.openxmlformats.org/drawingml/2006/main" noGrp="1"/>
          </p:cNvSpPr>
          <p:nvPr/>
        </p:nvSpPr>
        <p:spPr>
          <a:xfrm xmlns:a="http://schemas.openxmlformats.org/drawingml/2006/main" rot="0">
            <a:off x="1419225" y="5391150"/>
            <a:ext cx="190500" cy="9525"/>
          </a:xfrm>
          <a:custGeom xmlns:a="http://schemas.openxmlformats.org/drawingml/2006/main">
            <a:pathLst>
              <a:path w="1905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0500" y="4763"/>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E0E1E2"/>
          </a:solidFill>
          <a:ln xmlns:a="http://schemas.openxmlformats.org/drawingml/2006/main" w="0">
            <a:noFill/>
            <a:prstDash val="solid"/>
          </a:ln>
        </p:spPr>
      </p:sp>
      <p:sp>
        <p:nvSpPr>
          <p:cNvPr id="1106" name="layout-candidate-gray-112-6">
            <a:extLst xmlns:a="http://schemas.openxmlformats.org/drawingml/2006/main">
              <a:ext uri="{FF2B5EF4-FFF2-40B4-BE49-F238E27FC236}">
                <a16:creationId xmlns:a16="http://schemas.microsoft.com/office/drawing/2014/main" id="{B669B059-4535-47C9-9DE3-12879A51A0E5}"/>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E0E1E2"/>
          </a:solidFill>
          <a:ln xmlns:a="http://schemas.openxmlformats.org/drawingml/2006/main" w="0">
            <a:noFill/>
            <a:prstDash val="solid"/>
          </a:ln>
        </p:spPr>
      </p:sp>
      <p:sp>
        <p:nvSpPr>
          <p:cNvPr id="1107" name="layout-candidate-gray-112-7">
            <a:extLst xmlns:a="http://schemas.openxmlformats.org/drawingml/2006/main">
              <a:ext uri="{FF2B5EF4-FFF2-40B4-BE49-F238E27FC236}">
                <a16:creationId xmlns:a16="http://schemas.microsoft.com/office/drawing/2014/main" id="{3FE6473D-2834-4A68-9468-58CFE2C164D5}"/>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E0E1E2"/>
          </a:solidFill>
          <a:ln xmlns:a="http://schemas.openxmlformats.org/drawingml/2006/main" w="0">
            <a:noFill/>
            <a:prstDash val="solid"/>
          </a:ln>
        </p:spPr>
      </p:sp>
      <p:sp>
        <p:nvSpPr>
          <p:cNvPr id="1108" name="layout-candidate-gray-112-8">
            <a:extLst xmlns:a="http://schemas.openxmlformats.org/drawingml/2006/main">
              <a:ext uri="{FF2B5EF4-FFF2-40B4-BE49-F238E27FC236}">
                <a16:creationId xmlns:a16="http://schemas.microsoft.com/office/drawing/2014/main" id="{ADA36D8E-7200-4469-89CD-BA2DE91E6653}"/>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E0E1E2"/>
          </a:solidFill>
          <a:ln xmlns:a="http://schemas.openxmlformats.org/drawingml/2006/main" w="0">
            <a:noFill/>
            <a:prstDash val="solid"/>
          </a:ln>
        </p:spPr>
      </p:sp>
      <p:sp>
        <p:nvSpPr>
          <p:cNvPr id="1109" name="layout-candidate-gray-112-9">
            <a:extLst xmlns:a="http://schemas.openxmlformats.org/drawingml/2006/main">
              <a:ext uri="{FF2B5EF4-FFF2-40B4-BE49-F238E27FC236}">
                <a16:creationId xmlns:a16="http://schemas.microsoft.com/office/drawing/2014/main" id="{BF3C05A1-376C-4EC8-9D43-8A91211BFCA7}"/>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E0E1E2"/>
          </a:solidFill>
          <a:ln xmlns:a="http://schemas.openxmlformats.org/drawingml/2006/main" w="0">
            <a:noFill/>
            <a:prstDash val="solid"/>
          </a:ln>
        </p:spPr>
      </p:sp>
      <p:sp>
        <p:nvSpPr>
          <p:cNvPr id="1110" name="layout-candidate-gray-113-0">
            <a:extLst xmlns:a="http://schemas.openxmlformats.org/drawingml/2006/main">
              <a:ext uri="{FF2B5EF4-FFF2-40B4-BE49-F238E27FC236}">
                <a16:creationId xmlns:a16="http://schemas.microsoft.com/office/drawing/2014/main" id="{75FCCBE8-97FE-446A-815F-A2477D1D4CCC}"/>
              </a:ext>
            </a:extLst>
          </p:cNvPr>
          <p:cNvSpPr>
            <a:spLocks xmlns:a="http://schemas.openxmlformats.org/drawingml/2006/main" noGrp="1"/>
          </p:cNvSpPr>
          <p:nvPr/>
        </p:nvSpPr>
        <p:spPr>
          <a:xfrm xmlns:a="http://schemas.openxmlformats.org/drawingml/2006/main" rot="0">
            <a:off x="1133475" y="5000625"/>
            <a:ext cx="9525" cy="200025"/>
          </a:xfrm>
          <a:custGeom xmlns:a="http://schemas.openxmlformats.org/drawingml/2006/main">
            <a:pathLst>
              <a:path w="9525" h="2000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9525" y="185738"/>
                </a:lnTo>
                <a:lnTo>
                  <a:pt x="9525" y="195263"/>
                </a:lnTo>
                <a:lnTo>
                  <a:pt x="4763" y="200025"/>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E1E3E4"/>
          </a:solidFill>
          <a:ln xmlns:a="http://schemas.openxmlformats.org/drawingml/2006/main" w="0">
            <a:noFill/>
            <a:prstDash val="solid"/>
          </a:ln>
        </p:spPr>
      </p:sp>
      <p:sp>
        <p:nvSpPr>
          <p:cNvPr id="1111" name="layout-candidate-gray-113-1">
            <a:extLst xmlns:a="http://schemas.openxmlformats.org/drawingml/2006/main">
              <a:ext uri="{FF2B5EF4-FFF2-40B4-BE49-F238E27FC236}">
                <a16:creationId xmlns:a16="http://schemas.microsoft.com/office/drawing/2014/main" id="{716AD6D3-2040-4D3A-910D-DB3DB7A09A22}"/>
              </a:ext>
            </a:extLst>
          </p:cNvPr>
          <p:cNvSpPr>
            <a:spLocks xmlns:a="http://schemas.openxmlformats.org/drawingml/2006/main" noGrp="1"/>
          </p:cNvSpPr>
          <p:nvPr/>
        </p:nvSpPr>
        <p:spPr>
          <a:xfrm xmlns:a="http://schemas.openxmlformats.org/drawingml/2006/main" rot="0">
            <a:off x="1609725" y="50006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E1E3E4"/>
          </a:solidFill>
          <a:ln xmlns:a="http://schemas.openxmlformats.org/drawingml/2006/main" w="0">
            <a:noFill/>
            <a:prstDash val="solid"/>
          </a:ln>
        </p:spPr>
      </p:sp>
      <p:sp>
        <p:nvSpPr>
          <p:cNvPr id="1112" name="layout-candidate-gray-113-2">
            <a:extLst xmlns:a="http://schemas.openxmlformats.org/drawingml/2006/main">
              <a:ext uri="{FF2B5EF4-FFF2-40B4-BE49-F238E27FC236}">
                <a16:creationId xmlns:a16="http://schemas.microsoft.com/office/drawing/2014/main" id="{21917A97-1A7D-497E-9EAD-45384BB0CEB3}"/>
              </a:ext>
            </a:extLst>
          </p:cNvPr>
          <p:cNvSpPr>
            <a:spLocks xmlns:a="http://schemas.openxmlformats.org/drawingml/2006/main" noGrp="1"/>
          </p:cNvSpPr>
          <p:nvPr/>
        </p:nvSpPr>
        <p:spPr>
          <a:xfrm xmlns:a="http://schemas.openxmlformats.org/drawingml/2006/main" rot="0">
            <a:off x="1143000" y="5200650"/>
            <a:ext cx="266700" cy="9525"/>
          </a:xfrm>
          <a:custGeom xmlns:a="http://schemas.openxmlformats.org/drawingml/2006/main">
            <a:pathLst>
              <a:path w="2667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66700" y="4763"/>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E1E3E4"/>
          </a:solidFill>
          <a:ln xmlns:a="http://schemas.openxmlformats.org/drawingml/2006/main" w="0">
            <a:noFill/>
            <a:prstDash val="solid"/>
          </a:ln>
        </p:spPr>
      </p:sp>
      <p:sp>
        <p:nvSpPr>
          <p:cNvPr id="1113" name="layout-candidate-gray-113-3">
            <a:extLst xmlns:a="http://schemas.openxmlformats.org/drawingml/2006/main">
              <a:ext uri="{FF2B5EF4-FFF2-40B4-BE49-F238E27FC236}">
                <a16:creationId xmlns:a16="http://schemas.microsoft.com/office/drawing/2014/main" id="{E9F1EF12-7497-46BE-9C70-11E8CE64968B}"/>
              </a:ext>
            </a:extLst>
          </p:cNvPr>
          <p:cNvSpPr>
            <a:spLocks xmlns:a="http://schemas.openxmlformats.org/drawingml/2006/main" noGrp="1"/>
          </p:cNvSpPr>
          <p:nvPr/>
        </p:nvSpPr>
        <p:spPr>
          <a:xfrm xmlns:a="http://schemas.openxmlformats.org/drawingml/2006/main" rot="0">
            <a:off x="1409700" y="5210175"/>
            <a:ext cx="9525" cy="180975"/>
          </a:xfrm>
          <a:custGeom xmlns:a="http://schemas.openxmlformats.org/drawingml/2006/main">
            <a:pathLst>
              <a:path w="9525" h="18097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4763" y="180975"/>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E1E3E4"/>
          </a:solidFill>
          <a:ln xmlns:a="http://schemas.openxmlformats.org/drawingml/2006/main" w="0">
            <a:noFill/>
            <a:prstDash val="solid"/>
          </a:ln>
        </p:spPr>
      </p:sp>
      <p:sp>
        <p:nvSpPr>
          <p:cNvPr id="1114" name="layout-candidate-gray-113-4">
            <a:extLst xmlns:a="http://schemas.openxmlformats.org/drawingml/2006/main">
              <a:ext uri="{FF2B5EF4-FFF2-40B4-BE49-F238E27FC236}">
                <a16:creationId xmlns:a16="http://schemas.microsoft.com/office/drawing/2014/main" id="{2EB58A4A-D59E-4E41-90B3-441CB9F1AB23}"/>
              </a:ext>
            </a:extLst>
          </p:cNvPr>
          <p:cNvSpPr>
            <a:spLocks xmlns:a="http://schemas.openxmlformats.org/drawingml/2006/main" noGrp="1"/>
          </p:cNvSpPr>
          <p:nvPr/>
        </p:nvSpPr>
        <p:spPr>
          <a:xfrm xmlns:a="http://schemas.openxmlformats.org/drawingml/2006/main" rot="0">
            <a:off x="1428750" y="5314950"/>
            <a:ext cx="180975" cy="66675"/>
          </a:xfrm>
          <a:custGeom xmlns:a="http://schemas.openxmlformats.org/drawingml/2006/main">
            <a:pathLst>
              <a:path w="180975" h="6667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1450" y="4763"/>
                </a:lnTo>
                <a:lnTo>
                  <a:pt x="171450" y="14288"/>
                </a:lnTo>
                <a:lnTo>
                  <a:pt x="171450" y="23813"/>
                </a:lnTo>
                <a:lnTo>
                  <a:pt x="176213" y="28575"/>
                </a:lnTo>
                <a:lnTo>
                  <a:pt x="180975" y="33338"/>
                </a:lnTo>
                <a:lnTo>
                  <a:pt x="180975" y="42863"/>
                </a:lnTo>
                <a:lnTo>
                  <a:pt x="180975" y="52388"/>
                </a:lnTo>
                <a:lnTo>
                  <a:pt x="180975" y="61913"/>
                </a:lnTo>
                <a:lnTo>
                  <a:pt x="176213" y="66675"/>
                </a:lnTo>
                <a:lnTo>
                  <a:pt x="166688" y="66675"/>
                </a:lnTo>
                <a:lnTo>
                  <a:pt x="157163" y="66675"/>
                </a:lnTo>
                <a:lnTo>
                  <a:pt x="147638" y="66675"/>
                </a:lnTo>
                <a:lnTo>
                  <a:pt x="138113" y="66675"/>
                </a:lnTo>
                <a:lnTo>
                  <a:pt x="128588" y="66675"/>
                </a:lnTo>
                <a:lnTo>
                  <a:pt x="119063" y="66675"/>
                </a:lnTo>
                <a:lnTo>
                  <a:pt x="109538" y="66675"/>
                </a:lnTo>
                <a:lnTo>
                  <a:pt x="100013" y="66675"/>
                </a:lnTo>
                <a:lnTo>
                  <a:pt x="90488" y="66675"/>
                </a:lnTo>
                <a:lnTo>
                  <a:pt x="80963" y="66675"/>
                </a:lnTo>
                <a:lnTo>
                  <a:pt x="71438" y="66675"/>
                </a:lnTo>
                <a:lnTo>
                  <a:pt x="61913" y="66675"/>
                </a:lnTo>
                <a:lnTo>
                  <a:pt x="52388" y="66675"/>
                </a:lnTo>
                <a:lnTo>
                  <a:pt x="42863" y="66675"/>
                </a:lnTo>
                <a:lnTo>
                  <a:pt x="33338" y="66675"/>
                </a:lnTo>
                <a:lnTo>
                  <a:pt x="23813" y="66675"/>
                </a:lnTo>
                <a:lnTo>
                  <a:pt x="14288" y="66675"/>
                </a:lnTo>
                <a:lnTo>
                  <a:pt x="4763" y="66675"/>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E1E3E4"/>
          </a:solidFill>
          <a:ln xmlns:a="http://schemas.openxmlformats.org/drawingml/2006/main" w="0">
            <a:noFill/>
            <a:prstDash val="solid"/>
          </a:ln>
        </p:spPr>
      </p:sp>
      <p:sp>
        <p:nvSpPr>
          <p:cNvPr id="1115" name="layout-candidate-gray-113-5">
            <a:extLst xmlns:a="http://schemas.openxmlformats.org/drawingml/2006/main">
              <a:ext uri="{FF2B5EF4-FFF2-40B4-BE49-F238E27FC236}">
                <a16:creationId xmlns:a16="http://schemas.microsoft.com/office/drawing/2014/main" id="{ECA22586-B0F9-418F-9581-663C838A749E}"/>
              </a:ext>
            </a:extLst>
          </p:cNvPr>
          <p:cNvSpPr>
            <a:spLocks xmlns:a="http://schemas.openxmlformats.org/drawingml/2006/main" noGrp="1"/>
          </p:cNvSpPr>
          <p:nvPr/>
        </p:nvSpPr>
        <p:spPr>
          <a:xfrm xmlns:a="http://schemas.openxmlformats.org/drawingml/2006/main" rot="0">
            <a:off x="1419225" y="5391150"/>
            <a:ext cx="190500" cy="9525"/>
          </a:xfrm>
          <a:custGeom xmlns:a="http://schemas.openxmlformats.org/drawingml/2006/main">
            <a:pathLst>
              <a:path w="1905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0500" y="4763"/>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E1E3E4"/>
          </a:solidFill>
          <a:ln xmlns:a="http://schemas.openxmlformats.org/drawingml/2006/main" w="0">
            <a:noFill/>
            <a:prstDash val="solid"/>
          </a:ln>
        </p:spPr>
      </p:sp>
      <p:sp>
        <p:nvSpPr>
          <p:cNvPr id="1116" name="layout-candidate-gray-113-6">
            <a:extLst xmlns:a="http://schemas.openxmlformats.org/drawingml/2006/main">
              <a:ext uri="{FF2B5EF4-FFF2-40B4-BE49-F238E27FC236}">
                <a16:creationId xmlns:a16="http://schemas.microsoft.com/office/drawing/2014/main" id="{8CE57433-447A-417C-90B6-1FE57E0C8EFC}"/>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E1E3E4"/>
          </a:solidFill>
          <a:ln xmlns:a="http://schemas.openxmlformats.org/drawingml/2006/main" w="0">
            <a:noFill/>
            <a:prstDash val="solid"/>
          </a:ln>
        </p:spPr>
      </p:sp>
      <p:sp>
        <p:nvSpPr>
          <p:cNvPr id="1117" name="layout-candidate-gray-113-7">
            <a:extLst xmlns:a="http://schemas.openxmlformats.org/drawingml/2006/main">
              <a:ext uri="{FF2B5EF4-FFF2-40B4-BE49-F238E27FC236}">
                <a16:creationId xmlns:a16="http://schemas.microsoft.com/office/drawing/2014/main" id="{612D17A8-BA14-4480-BC18-CB038728BD09}"/>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E1E3E4"/>
          </a:solidFill>
          <a:ln xmlns:a="http://schemas.openxmlformats.org/drawingml/2006/main" w="0">
            <a:noFill/>
            <a:prstDash val="solid"/>
          </a:ln>
        </p:spPr>
      </p:sp>
      <p:sp>
        <p:nvSpPr>
          <p:cNvPr id="1118" name="layout-candidate-gray-113-8">
            <a:extLst xmlns:a="http://schemas.openxmlformats.org/drawingml/2006/main">
              <a:ext uri="{FF2B5EF4-FFF2-40B4-BE49-F238E27FC236}">
                <a16:creationId xmlns:a16="http://schemas.microsoft.com/office/drawing/2014/main" id="{9FB5E706-33D4-451B-9F36-E335FA70F0A1}"/>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E1E3E4"/>
          </a:solidFill>
          <a:ln xmlns:a="http://schemas.openxmlformats.org/drawingml/2006/main" w="0">
            <a:noFill/>
            <a:prstDash val="solid"/>
          </a:ln>
        </p:spPr>
      </p:sp>
      <p:sp>
        <p:nvSpPr>
          <p:cNvPr id="1119" name="layout-candidate-gray-113-9">
            <a:extLst xmlns:a="http://schemas.openxmlformats.org/drawingml/2006/main">
              <a:ext uri="{FF2B5EF4-FFF2-40B4-BE49-F238E27FC236}">
                <a16:creationId xmlns:a16="http://schemas.microsoft.com/office/drawing/2014/main" id="{ECAACCFE-66AB-435B-B26D-DCCB6CC01F76}"/>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E1E3E4"/>
          </a:solidFill>
          <a:ln xmlns:a="http://schemas.openxmlformats.org/drawingml/2006/main" w="0">
            <a:noFill/>
            <a:prstDash val="solid"/>
          </a:ln>
        </p:spPr>
      </p:sp>
      <p:sp>
        <p:nvSpPr>
          <p:cNvPr id="1120" name="layout-candidate-gray-114-0">
            <a:extLst xmlns:a="http://schemas.openxmlformats.org/drawingml/2006/main">
              <a:ext uri="{FF2B5EF4-FFF2-40B4-BE49-F238E27FC236}">
                <a16:creationId xmlns:a16="http://schemas.microsoft.com/office/drawing/2014/main" id="{45AF0B49-7E7A-49F2-9716-8107983B18A2}"/>
              </a:ext>
            </a:extLst>
          </p:cNvPr>
          <p:cNvSpPr>
            <a:spLocks xmlns:a="http://schemas.openxmlformats.org/drawingml/2006/main" noGrp="1"/>
          </p:cNvSpPr>
          <p:nvPr/>
        </p:nvSpPr>
        <p:spPr>
          <a:xfrm xmlns:a="http://schemas.openxmlformats.org/drawingml/2006/main" rot="0">
            <a:off x="1133475" y="50006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E3E4E5"/>
          </a:solidFill>
          <a:ln xmlns:a="http://schemas.openxmlformats.org/drawingml/2006/main" w="0">
            <a:noFill/>
            <a:prstDash val="solid"/>
          </a:ln>
        </p:spPr>
      </p:sp>
      <p:sp>
        <p:nvSpPr>
          <p:cNvPr id="1121" name="layout-candidate-gray-114-1">
            <a:extLst xmlns:a="http://schemas.openxmlformats.org/drawingml/2006/main">
              <a:ext uri="{FF2B5EF4-FFF2-40B4-BE49-F238E27FC236}">
                <a16:creationId xmlns:a16="http://schemas.microsoft.com/office/drawing/2014/main" id="{4DDD2D5C-42A5-41E3-80FC-57179ED78567}"/>
              </a:ext>
            </a:extLst>
          </p:cNvPr>
          <p:cNvSpPr>
            <a:spLocks xmlns:a="http://schemas.openxmlformats.org/drawingml/2006/main" noGrp="1"/>
          </p:cNvSpPr>
          <p:nvPr/>
        </p:nvSpPr>
        <p:spPr>
          <a:xfrm xmlns:a="http://schemas.openxmlformats.org/drawingml/2006/main" rot="0">
            <a:off x="1609725" y="50006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E3E4E5"/>
          </a:solidFill>
          <a:ln xmlns:a="http://schemas.openxmlformats.org/drawingml/2006/main" w="0">
            <a:noFill/>
            <a:prstDash val="solid"/>
          </a:ln>
        </p:spPr>
      </p:sp>
      <p:sp>
        <p:nvSpPr>
          <p:cNvPr id="1122" name="layout-candidate-gray-114-2">
            <a:extLst xmlns:a="http://schemas.openxmlformats.org/drawingml/2006/main">
              <a:ext uri="{FF2B5EF4-FFF2-40B4-BE49-F238E27FC236}">
                <a16:creationId xmlns:a16="http://schemas.microsoft.com/office/drawing/2014/main" id="{3FDB7D12-16E4-4C0E-9AC8-F5C2BA07AF78}"/>
              </a:ext>
            </a:extLst>
          </p:cNvPr>
          <p:cNvSpPr>
            <a:spLocks xmlns:a="http://schemas.openxmlformats.org/drawingml/2006/main" noGrp="1"/>
          </p:cNvSpPr>
          <p:nvPr/>
        </p:nvSpPr>
        <p:spPr>
          <a:xfrm xmlns:a="http://schemas.openxmlformats.org/drawingml/2006/main" rot="0">
            <a:off x="1143000" y="5200650"/>
            <a:ext cx="266700" cy="9525"/>
          </a:xfrm>
          <a:custGeom xmlns:a="http://schemas.openxmlformats.org/drawingml/2006/main">
            <a:pathLst>
              <a:path w="2667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66700" y="4763"/>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E3E4E5"/>
          </a:solidFill>
          <a:ln xmlns:a="http://schemas.openxmlformats.org/drawingml/2006/main" w="0">
            <a:noFill/>
            <a:prstDash val="solid"/>
          </a:ln>
        </p:spPr>
      </p:sp>
      <p:sp>
        <p:nvSpPr>
          <p:cNvPr id="1123" name="layout-candidate-gray-114-3">
            <a:extLst xmlns:a="http://schemas.openxmlformats.org/drawingml/2006/main">
              <a:ext uri="{FF2B5EF4-FFF2-40B4-BE49-F238E27FC236}">
                <a16:creationId xmlns:a16="http://schemas.microsoft.com/office/drawing/2014/main" id="{4A3B497A-DC71-46D1-B9F8-7E51AE126CA5}"/>
              </a:ext>
            </a:extLst>
          </p:cNvPr>
          <p:cNvSpPr>
            <a:spLocks xmlns:a="http://schemas.openxmlformats.org/drawingml/2006/main" noGrp="1"/>
          </p:cNvSpPr>
          <p:nvPr/>
        </p:nvSpPr>
        <p:spPr>
          <a:xfrm xmlns:a="http://schemas.openxmlformats.org/drawingml/2006/main" rot="0">
            <a:off x="1409700" y="5210175"/>
            <a:ext cx="9525" cy="180975"/>
          </a:xfrm>
          <a:custGeom xmlns:a="http://schemas.openxmlformats.org/drawingml/2006/main">
            <a:pathLst>
              <a:path w="9525" h="18097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9525" y="166688"/>
                </a:lnTo>
                <a:lnTo>
                  <a:pt x="9525" y="176213"/>
                </a:lnTo>
                <a:lnTo>
                  <a:pt x="4763" y="180975"/>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E3E4E5"/>
          </a:solidFill>
          <a:ln xmlns:a="http://schemas.openxmlformats.org/drawingml/2006/main" w="0">
            <a:noFill/>
            <a:prstDash val="solid"/>
          </a:ln>
        </p:spPr>
      </p:sp>
      <p:sp>
        <p:nvSpPr>
          <p:cNvPr id="1124" name="layout-candidate-gray-114-4">
            <a:extLst xmlns:a="http://schemas.openxmlformats.org/drawingml/2006/main">
              <a:ext uri="{FF2B5EF4-FFF2-40B4-BE49-F238E27FC236}">
                <a16:creationId xmlns:a16="http://schemas.microsoft.com/office/drawing/2014/main" id="{481D6665-A1CA-422B-9908-6AA0CC12498E}"/>
              </a:ext>
            </a:extLst>
          </p:cNvPr>
          <p:cNvSpPr>
            <a:spLocks xmlns:a="http://schemas.openxmlformats.org/drawingml/2006/main" noGrp="1"/>
          </p:cNvSpPr>
          <p:nvPr/>
        </p:nvSpPr>
        <p:spPr>
          <a:xfrm xmlns:a="http://schemas.openxmlformats.org/drawingml/2006/main" rot="0">
            <a:off x="1428750" y="5314950"/>
            <a:ext cx="180975" cy="66675"/>
          </a:xfrm>
          <a:custGeom xmlns:a="http://schemas.openxmlformats.org/drawingml/2006/main">
            <a:pathLst>
              <a:path w="180975" h="6667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1450" y="4763"/>
                </a:lnTo>
                <a:lnTo>
                  <a:pt x="171450" y="14288"/>
                </a:lnTo>
                <a:lnTo>
                  <a:pt x="171450" y="23813"/>
                </a:lnTo>
                <a:lnTo>
                  <a:pt x="171450" y="33338"/>
                </a:lnTo>
                <a:lnTo>
                  <a:pt x="171450" y="42863"/>
                </a:lnTo>
                <a:lnTo>
                  <a:pt x="171450" y="52388"/>
                </a:lnTo>
                <a:lnTo>
                  <a:pt x="176213" y="57150"/>
                </a:lnTo>
                <a:lnTo>
                  <a:pt x="180975" y="61913"/>
                </a:lnTo>
                <a:lnTo>
                  <a:pt x="176213" y="66675"/>
                </a:lnTo>
                <a:lnTo>
                  <a:pt x="166688" y="66675"/>
                </a:lnTo>
                <a:lnTo>
                  <a:pt x="157163" y="66675"/>
                </a:lnTo>
                <a:lnTo>
                  <a:pt x="147638" y="66675"/>
                </a:lnTo>
                <a:lnTo>
                  <a:pt x="138113" y="66675"/>
                </a:lnTo>
                <a:lnTo>
                  <a:pt x="128588" y="66675"/>
                </a:lnTo>
                <a:lnTo>
                  <a:pt x="119063" y="66675"/>
                </a:lnTo>
                <a:lnTo>
                  <a:pt x="109538" y="66675"/>
                </a:lnTo>
                <a:lnTo>
                  <a:pt x="100013" y="66675"/>
                </a:lnTo>
                <a:lnTo>
                  <a:pt x="90488" y="66675"/>
                </a:lnTo>
                <a:lnTo>
                  <a:pt x="80963" y="66675"/>
                </a:lnTo>
                <a:lnTo>
                  <a:pt x="71438" y="66675"/>
                </a:lnTo>
                <a:lnTo>
                  <a:pt x="61913" y="66675"/>
                </a:lnTo>
                <a:lnTo>
                  <a:pt x="52388" y="66675"/>
                </a:lnTo>
                <a:lnTo>
                  <a:pt x="42863" y="66675"/>
                </a:lnTo>
                <a:lnTo>
                  <a:pt x="33338" y="66675"/>
                </a:lnTo>
                <a:lnTo>
                  <a:pt x="23813" y="66675"/>
                </a:lnTo>
                <a:lnTo>
                  <a:pt x="14288" y="66675"/>
                </a:lnTo>
                <a:lnTo>
                  <a:pt x="4763" y="66675"/>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E3E4E5"/>
          </a:solidFill>
          <a:ln xmlns:a="http://schemas.openxmlformats.org/drawingml/2006/main" w="0">
            <a:noFill/>
            <a:prstDash val="solid"/>
          </a:ln>
        </p:spPr>
      </p:sp>
      <p:sp>
        <p:nvSpPr>
          <p:cNvPr id="1125" name="layout-candidate-gray-114-5">
            <a:extLst xmlns:a="http://schemas.openxmlformats.org/drawingml/2006/main">
              <a:ext uri="{FF2B5EF4-FFF2-40B4-BE49-F238E27FC236}">
                <a16:creationId xmlns:a16="http://schemas.microsoft.com/office/drawing/2014/main" id="{2BC094BB-8590-4865-B666-9DDFD5AE6EC4}"/>
              </a:ext>
            </a:extLst>
          </p:cNvPr>
          <p:cNvSpPr>
            <a:spLocks xmlns:a="http://schemas.openxmlformats.org/drawingml/2006/main" noGrp="1"/>
          </p:cNvSpPr>
          <p:nvPr/>
        </p:nvSpPr>
        <p:spPr>
          <a:xfrm xmlns:a="http://schemas.openxmlformats.org/drawingml/2006/main" rot="0">
            <a:off x="1419225" y="5391150"/>
            <a:ext cx="190500" cy="9525"/>
          </a:xfrm>
          <a:custGeom xmlns:a="http://schemas.openxmlformats.org/drawingml/2006/main">
            <a:pathLst>
              <a:path w="1905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0500" y="4763"/>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E3E4E5"/>
          </a:solidFill>
          <a:ln xmlns:a="http://schemas.openxmlformats.org/drawingml/2006/main" w="0">
            <a:noFill/>
            <a:prstDash val="solid"/>
          </a:ln>
        </p:spPr>
      </p:sp>
      <p:sp>
        <p:nvSpPr>
          <p:cNvPr id="1126" name="layout-candidate-gray-114-6">
            <a:extLst xmlns:a="http://schemas.openxmlformats.org/drawingml/2006/main">
              <a:ext uri="{FF2B5EF4-FFF2-40B4-BE49-F238E27FC236}">
                <a16:creationId xmlns:a16="http://schemas.microsoft.com/office/drawing/2014/main" id="{E2C57522-4DE8-4A7A-A1A7-2408390C7848}"/>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E3E4E5"/>
          </a:solidFill>
          <a:ln xmlns:a="http://schemas.openxmlformats.org/drawingml/2006/main" w="0">
            <a:noFill/>
            <a:prstDash val="solid"/>
          </a:ln>
        </p:spPr>
      </p:sp>
      <p:sp>
        <p:nvSpPr>
          <p:cNvPr id="1127" name="layout-candidate-gray-114-7">
            <a:extLst xmlns:a="http://schemas.openxmlformats.org/drawingml/2006/main">
              <a:ext uri="{FF2B5EF4-FFF2-40B4-BE49-F238E27FC236}">
                <a16:creationId xmlns:a16="http://schemas.microsoft.com/office/drawing/2014/main" id="{487D89A2-8BDE-4E30-8FB4-A129D6CEAC73}"/>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E3E4E5"/>
          </a:solidFill>
          <a:ln xmlns:a="http://schemas.openxmlformats.org/drawingml/2006/main" w="0">
            <a:noFill/>
            <a:prstDash val="solid"/>
          </a:ln>
        </p:spPr>
      </p:sp>
      <p:sp>
        <p:nvSpPr>
          <p:cNvPr id="1128" name="layout-candidate-gray-114-8">
            <a:extLst xmlns:a="http://schemas.openxmlformats.org/drawingml/2006/main">
              <a:ext uri="{FF2B5EF4-FFF2-40B4-BE49-F238E27FC236}">
                <a16:creationId xmlns:a16="http://schemas.microsoft.com/office/drawing/2014/main" id="{340D23F8-E67E-4408-88AB-149BCB806BC9}"/>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E3E4E5"/>
          </a:solidFill>
          <a:ln xmlns:a="http://schemas.openxmlformats.org/drawingml/2006/main" w="0">
            <a:noFill/>
            <a:prstDash val="solid"/>
          </a:ln>
        </p:spPr>
      </p:sp>
      <p:sp>
        <p:nvSpPr>
          <p:cNvPr id="1129" name="layout-candidate-gray-114-9">
            <a:extLst xmlns:a="http://schemas.openxmlformats.org/drawingml/2006/main">
              <a:ext uri="{FF2B5EF4-FFF2-40B4-BE49-F238E27FC236}">
                <a16:creationId xmlns:a16="http://schemas.microsoft.com/office/drawing/2014/main" id="{63AC17BE-982A-43D9-8A36-0D15AA8D88B7}"/>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E3E4E5"/>
          </a:solidFill>
          <a:ln xmlns:a="http://schemas.openxmlformats.org/drawingml/2006/main" w="0">
            <a:noFill/>
            <a:prstDash val="solid"/>
          </a:ln>
        </p:spPr>
      </p:sp>
      <p:sp>
        <p:nvSpPr>
          <p:cNvPr id="1130" name="layout-candidate-gray-115-0">
            <a:extLst xmlns:a="http://schemas.openxmlformats.org/drawingml/2006/main">
              <a:ext uri="{FF2B5EF4-FFF2-40B4-BE49-F238E27FC236}">
                <a16:creationId xmlns:a16="http://schemas.microsoft.com/office/drawing/2014/main" id="{25167043-8CBD-43E2-82A8-AF0BBB467395}"/>
              </a:ext>
            </a:extLst>
          </p:cNvPr>
          <p:cNvSpPr>
            <a:spLocks xmlns:a="http://schemas.openxmlformats.org/drawingml/2006/main" noGrp="1"/>
          </p:cNvSpPr>
          <p:nvPr/>
        </p:nvSpPr>
        <p:spPr>
          <a:xfrm xmlns:a="http://schemas.openxmlformats.org/drawingml/2006/main" rot="0">
            <a:off x="1133475" y="50006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E5E6E7"/>
          </a:solidFill>
          <a:ln xmlns:a="http://schemas.openxmlformats.org/drawingml/2006/main" w="0">
            <a:noFill/>
            <a:prstDash val="solid"/>
          </a:ln>
        </p:spPr>
      </p:sp>
      <p:sp>
        <p:nvSpPr>
          <p:cNvPr id="1131" name="layout-candidate-gray-115-1">
            <a:extLst xmlns:a="http://schemas.openxmlformats.org/drawingml/2006/main">
              <a:ext uri="{FF2B5EF4-FFF2-40B4-BE49-F238E27FC236}">
                <a16:creationId xmlns:a16="http://schemas.microsoft.com/office/drawing/2014/main" id="{F39AE98D-540A-49CB-B8DE-5ADE24BCFE06}"/>
              </a:ext>
            </a:extLst>
          </p:cNvPr>
          <p:cNvSpPr>
            <a:spLocks xmlns:a="http://schemas.openxmlformats.org/drawingml/2006/main" noGrp="1"/>
          </p:cNvSpPr>
          <p:nvPr/>
        </p:nvSpPr>
        <p:spPr>
          <a:xfrm xmlns:a="http://schemas.openxmlformats.org/drawingml/2006/main" rot="0">
            <a:off x="1609725" y="50006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E5E6E7"/>
          </a:solidFill>
          <a:ln xmlns:a="http://schemas.openxmlformats.org/drawingml/2006/main" w="0">
            <a:noFill/>
            <a:prstDash val="solid"/>
          </a:ln>
        </p:spPr>
      </p:sp>
      <p:sp>
        <p:nvSpPr>
          <p:cNvPr id="1132" name="layout-candidate-gray-115-2">
            <a:extLst xmlns:a="http://schemas.openxmlformats.org/drawingml/2006/main">
              <a:ext uri="{FF2B5EF4-FFF2-40B4-BE49-F238E27FC236}">
                <a16:creationId xmlns:a16="http://schemas.microsoft.com/office/drawing/2014/main" id="{5BD864CD-3CCE-4F51-8EF0-35312B508E26}"/>
              </a:ext>
            </a:extLst>
          </p:cNvPr>
          <p:cNvSpPr>
            <a:spLocks xmlns:a="http://schemas.openxmlformats.org/drawingml/2006/main" noGrp="1"/>
          </p:cNvSpPr>
          <p:nvPr/>
        </p:nvSpPr>
        <p:spPr>
          <a:xfrm xmlns:a="http://schemas.openxmlformats.org/drawingml/2006/main" rot="0">
            <a:off x="1143000" y="5200650"/>
            <a:ext cx="266700" cy="9525"/>
          </a:xfrm>
          <a:custGeom xmlns:a="http://schemas.openxmlformats.org/drawingml/2006/main">
            <a:pathLst>
              <a:path w="2667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66700" y="4763"/>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E5E6E7"/>
          </a:solidFill>
          <a:ln xmlns:a="http://schemas.openxmlformats.org/drawingml/2006/main" w="0">
            <a:noFill/>
            <a:prstDash val="solid"/>
          </a:ln>
        </p:spPr>
      </p:sp>
      <p:sp>
        <p:nvSpPr>
          <p:cNvPr id="1133" name="layout-candidate-gray-115-3">
            <a:extLst xmlns:a="http://schemas.openxmlformats.org/drawingml/2006/main">
              <a:ext uri="{FF2B5EF4-FFF2-40B4-BE49-F238E27FC236}">
                <a16:creationId xmlns:a16="http://schemas.microsoft.com/office/drawing/2014/main" id="{309016B1-316B-4C42-A086-1F2BC007F44B}"/>
              </a:ext>
            </a:extLst>
          </p:cNvPr>
          <p:cNvSpPr>
            <a:spLocks xmlns:a="http://schemas.openxmlformats.org/drawingml/2006/main" noGrp="1"/>
          </p:cNvSpPr>
          <p:nvPr/>
        </p:nvSpPr>
        <p:spPr>
          <a:xfrm xmlns:a="http://schemas.openxmlformats.org/drawingml/2006/main" rot="0">
            <a:off x="1428750" y="5324475"/>
            <a:ext cx="171450" cy="57150"/>
          </a:xfrm>
          <a:custGeom xmlns:a="http://schemas.openxmlformats.org/drawingml/2006/main">
            <a:pathLst>
              <a:path w="171450" h="571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1450" y="4763"/>
                </a:lnTo>
                <a:lnTo>
                  <a:pt x="171450" y="14288"/>
                </a:lnTo>
                <a:lnTo>
                  <a:pt x="171450" y="23813"/>
                </a:lnTo>
                <a:lnTo>
                  <a:pt x="171450" y="33338"/>
                </a:lnTo>
                <a:lnTo>
                  <a:pt x="171450" y="42863"/>
                </a:lnTo>
                <a:lnTo>
                  <a:pt x="171450" y="52388"/>
                </a:lnTo>
                <a:lnTo>
                  <a:pt x="166688" y="57150"/>
                </a:lnTo>
                <a:lnTo>
                  <a:pt x="157163" y="57150"/>
                </a:lnTo>
                <a:lnTo>
                  <a:pt x="147638" y="57150"/>
                </a:lnTo>
                <a:lnTo>
                  <a:pt x="138113" y="57150"/>
                </a:lnTo>
                <a:lnTo>
                  <a:pt x="128588" y="57150"/>
                </a:lnTo>
                <a:lnTo>
                  <a:pt x="119063" y="57150"/>
                </a:lnTo>
                <a:lnTo>
                  <a:pt x="109538" y="57150"/>
                </a:lnTo>
                <a:lnTo>
                  <a:pt x="100013" y="57150"/>
                </a:lnTo>
                <a:lnTo>
                  <a:pt x="90488" y="57150"/>
                </a:lnTo>
                <a:lnTo>
                  <a:pt x="80963" y="57150"/>
                </a:lnTo>
                <a:lnTo>
                  <a:pt x="71438" y="57150"/>
                </a:lnTo>
                <a:lnTo>
                  <a:pt x="61913" y="57150"/>
                </a:lnTo>
                <a:lnTo>
                  <a:pt x="52388" y="57150"/>
                </a:lnTo>
                <a:lnTo>
                  <a:pt x="42863" y="57150"/>
                </a:lnTo>
                <a:lnTo>
                  <a:pt x="33338" y="57150"/>
                </a:lnTo>
                <a:lnTo>
                  <a:pt x="23813" y="57150"/>
                </a:lnTo>
                <a:lnTo>
                  <a:pt x="14288" y="57150"/>
                </a:lnTo>
                <a:lnTo>
                  <a:pt x="4763" y="57150"/>
                </a:lnTo>
                <a:lnTo>
                  <a:pt x="0" y="52388"/>
                </a:lnTo>
                <a:lnTo>
                  <a:pt x="0" y="42863"/>
                </a:lnTo>
                <a:lnTo>
                  <a:pt x="0" y="33338"/>
                </a:lnTo>
                <a:lnTo>
                  <a:pt x="0" y="23813"/>
                </a:lnTo>
                <a:lnTo>
                  <a:pt x="0" y="14288"/>
                </a:lnTo>
                <a:lnTo>
                  <a:pt x="0" y="4763"/>
                </a:lnTo>
                <a:close/>
              </a:path>
            </a:pathLst>
          </a:custGeom>
          <a:solidFill xmlns:a="http://schemas.openxmlformats.org/drawingml/2006/main">
            <a:srgbClr val="E5E6E7"/>
          </a:solidFill>
          <a:ln xmlns:a="http://schemas.openxmlformats.org/drawingml/2006/main" w="0">
            <a:noFill/>
            <a:prstDash val="solid"/>
          </a:ln>
        </p:spPr>
      </p:sp>
      <p:sp>
        <p:nvSpPr>
          <p:cNvPr id="1134" name="layout-candidate-gray-115-4">
            <a:extLst xmlns:a="http://schemas.openxmlformats.org/drawingml/2006/main">
              <a:ext uri="{FF2B5EF4-FFF2-40B4-BE49-F238E27FC236}">
                <a16:creationId xmlns:a16="http://schemas.microsoft.com/office/drawing/2014/main" id="{0BEDA0B5-8885-4722-8523-FA27CADECADA}"/>
              </a:ext>
            </a:extLst>
          </p:cNvPr>
          <p:cNvSpPr>
            <a:spLocks xmlns:a="http://schemas.openxmlformats.org/drawingml/2006/main" noGrp="1"/>
          </p:cNvSpPr>
          <p:nvPr/>
        </p:nvSpPr>
        <p:spPr>
          <a:xfrm xmlns:a="http://schemas.openxmlformats.org/drawingml/2006/main" rot="0">
            <a:off x="1409700" y="53816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E5E6E7"/>
          </a:solidFill>
          <a:ln xmlns:a="http://schemas.openxmlformats.org/drawingml/2006/main" w="0">
            <a:noFill/>
            <a:prstDash val="solid"/>
          </a:ln>
        </p:spPr>
      </p:sp>
      <p:sp>
        <p:nvSpPr>
          <p:cNvPr id="1135" name="layout-candidate-gray-115-5">
            <a:extLst xmlns:a="http://schemas.openxmlformats.org/drawingml/2006/main">
              <a:ext uri="{FF2B5EF4-FFF2-40B4-BE49-F238E27FC236}">
                <a16:creationId xmlns:a16="http://schemas.microsoft.com/office/drawing/2014/main" id="{33FBD4CB-8B4B-494E-8D79-FE6283C9EFB1}"/>
              </a:ext>
            </a:extLst>
          </p:cNvPr>
          <p:cNvSpPr>
            <a:spLocks xmlns:a="http://schemas.openxmlformats.org/drawingml/2006/main" noGrp="1"/>
          </p:cNvSpPr>
          <p:nvPr/>
        </p:nvSpPr>
        <p:spPr>
          <a:xfrm xmlns:a="http://schemas.openxmlformats.org/drawingml/2006/main" rot="0">
            <a:off x="1419225" y="5391150"/>
            <a:ext cx="190500" cy="9525"/>
          </a:xfrm>
          <a:custGeom xmlns:a="http://schemas.openxmlformats.org/drawingml/2006/main">
            <a:pathLst>
              <a:path w="1905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0500" y="4763"/>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E5E6E7"/>
          </a:solidFill>
          <a:ln xmlns:a="http://schemas.openxmlformats.org/drawingml/2006/main" w="0">
            <a:noFill/>
            <a:prstDash val="solid"/>
          </a:ln>
        </p:spPr>
      </p:sp>
      <p:sp>
        <p:nvSpPr>
          <p:cNvPr id="1136" name="layout-candidate-gray-115-6">
            <a:extLst xmlns:a="http://schemas.openxmlformats.org/drawingml/2006/main">
              <a:ext uri="{FF2B5EF4-FFF2-40B4-BE49-F238E27FC236}">
                <a16:creationId xmlns:a16="http://schemas.microsoft.com/office/drawing/2014/main" id="{787C9A3C-057C-4739-8B0C-96B3A8500303}"/>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E5E6E7"/>
          </a:solidFill>
          <a:ln xmlns:a="http://schemas.openxmlformats.org/drawingml/2006/main" w="0">
            <a:noFill/>
            <a:prstDash val="solid"/>
          </a:ln>
        </p:spPr>
      </p:sp>
      <p:sp>
        <p:nvSpPr>
          <p:cNvPr id="1137" name="layout-candidate-gray-115-7">
            <a:extLst xmlns:a="http://schemas.openxmlformats.org/drawingml/2006/main">
              <a:ext uri="{FF2B5EF4-FFF2-40B4-BE49-F238E27FC236}">
                <a16:creationId xmlns:a16="http://schemas.microsoft.com/office/drawing/2014/main" id="{B497AD0E-643D-4724-A289-E23B0E10995A}"/>
              </a:ext>
            </a:extLst>
          </p:cNvPr>
          <p:cNvSpPr>
            <a:spLocks xmlns:a="http://schemas.openxmlformats.org/drawingml/2006/main" noGrp="1"/>
          </p:cNvSpPr>
          <p:nvPr/>
        </p:nvSpPr>
        <p:spPr>
          <a:xfrm xmlns:a="http://schemas.openxmlformats.org/drawingml/2006/main" rot="0">
            <a:off x="1409700"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E5E6E7"/>
          </a:solidFill>
          <a:ln xmlns:a="http://schemas.openxmlformats.org/drawingml/2006/main" w="0">
            <a:noFill/>
            <a:prstDash val="solid"/>
          </a:ln>
        </p:spPr>
      </p:sp>
      <p:sp>
        <p:nvSpPr>
          <p:cNvPr id="1138" name="layout-candidate-gray-115-8">
            <a:extLst xmlns:a="http://schemas.openxmlformats.org/drawingml/2006/main">
              <a:ext uri="{FF2B5EF4-FFF2-40B4-BE49-F238E27FC236}">
                <a16:creationId xmlns:a16="http://schemas.microsoft.com/office/drawing/2014/main" id="{94AACAD6-28FD-4D24-8028-F8F2181EAE34}"/>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E5E6E7"/>
          </a:solidFill>
          <a:ln xmlns:a="http://schemas.openxmlformats.org/drawingml/2006/main" w="0">
            <a:noFill/>
            <a:prstDash val="solid"/>
          </a:ln>
        </p:spPr>
      </p:sp>
      <p:sp>
        <p:nvSpPr>
          <p:cNvPr id="1139" name="layout-candidate-gray-115-9">
            <a:extLst xmlns:a="http://schemas.openxmlformats.org/drawingml/2006/main">
              <a:ext uri="{FF2B5EF4-FFF2-40B4-BE49-F238E27FC236}">
                <a16:creationId xmlns:a16="http://schemas.microsoft.com/office/drawing/2014/main" id="{36CB43C8-416B-41C6-ADA3-9AF0D44BA0BC}"/>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E5E6E7"/>
          </a:solidFill>
          <a:ln xmlns:a="http://schemas.openxmlformats.org/drawingml/2006/main" w="0">
            <a:noFill/>
            <a:prstDash val="solid"/>
          </a:ln>
        </p:spPr>
      </p:sp>
      <p:sp>
        <p:nvSpPr>
          <p:cNvPr id="1140" name="layout-candidate-gray-116-0">
            <a:extLst xmlns:a="http://schemas.openxmlformats.org/drawingml/2006/main">
              <a:ext uri="{FF2B5EF4-FFF2-40B4-BE49-F238E27FC236}">
                <a16:creationId xmlns:a16="http://schemas.microsoft.com/office/drawing/2014/main" id="{59499507-7B0E-4F1A-873C-03D032968353}"/>
              </a:ext>
            </a:extLst>
          </p:cNvPr>
          <p:cNvSpPr>
            <a:spLocks xmlns:a="http://schemas.openxmlformats.org/drawingml/2006/main" noGrp="1"/>
          </p:cNvSpPr>
          <p:nvPr/>
        </p:nvSpPr>
        <p:spPr>
          <a:xfrm xmlns:a="http://schemas.openxmlformats.org/drawingml/2006/main" rot="0">
            <a:off x="1133475" y="50006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E9E9EA"/>
          </a:solidFill>
          <a:ln xmlns:a="http://schemas.openxmlformats.org/drawingml/2006/main" w="0">
            <a:noFill/>
            <a:prstDash val="solid"/>
          </a:ln>
        </p:spPr>
      </p:sp>
      <p:sp>
        <p:nvSpPr>
          <p:cNvPr id="1141" name="layout-candidate-gray-116-1">
            <a:extLst xmlns:a="http://schemas.openxmlformats.org/drawingml/2006/main">
              <a:ext uri="{FF2B5EF4-FFF2-40B4-BE49-F238E27FC236}">
                <a16:creationId xmlns:a16="http://schemas.microsoft.com/office/drawing/2014/main" id="{5CB10CA1-6DD0-4E1A-BE04-63D97A0CEDBF}"/>
              </a:ext>
            </a:extLst>
          </p:cNvPr>
          <p:cNvSpPr>
            <a:spLocks xmlns:a="http://schemas.openxmlformats.org/drawingml/2006/main" noGrp="1"/>
          </p:cNvSpPr>
          <p:nvPr/>
        </p:nvSpPr>
        <p:spPr>
          <a:xfrm xmlns:a="http://schemas.openxmlformats.org/drawingml/2006/main" rot="0">
            <a:off x="1143000" y="5200650"/>
            <a:ext cx="266700" cy="9525"/>
          </a:xfrm>
          <a:custGeom xmlns:a="http://schemas.openxmlformats.org/drawingml/2006/main">
            <a:pathLst>
              <a:path w="2667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66700" y="4763"/>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E9E9EA"/>
          </a:solidFill>
          <a:ln xmlns:a="http://schemas.openxmlformats.org/drawingml/2006/main" w="0">
            <a:noFill/>
            <a:prstDash val="solid"/>
          </a:ln>
        </p:spPr>
      </p:sp>
      <p:sp>
        <p:nvSpPr>
          <p:cNvPr id="1142" name="layout-candidate-gray-116-2">
            <a:extLst xmlns:a="http://schemas.openxmlformats.org/drawingml/2006/main">
              <a:ext uri="{FF2B5EF4-FFF2-40B4-BE49-F238E27FC236}">
                <a16:creationId xmlns:a16="http://schemas.microsoft.com/office/drawing/2014/main" id="{8C0D8B7A-E6D1-47E6-9592-D2602E7974A6}"/>
              </a:ext>
            </a:extLst>
          </p:cNvPr>
          <p:cNvSpPr>
            <a:spLocks xmlns:a="http://schemas.openxmlformats.org/drawingml/2006/main" noGrp="1"/>
          </p:cNvSpPr>
          <p:nvPr/>
        </p:nvSpPr>
        <p:spPr>
          <a:xfrm xmlns:a="http://schemas.openxmlformats.org/drawingml/2006/main" rot="0">
            <a:off x="1428750" y="5343525"/>
            <a:ext cx="171450" cy="38100"/>
          </a:xfrm>
          <a:custGeom xmlns:a="http://schemas.openxmlformats.org/drawingml/2006/main">
            <a:pathLst>
              <a:path w="171450" h="3810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1450" y="4763"/>
                </a:lnTo>
                <a:lnTo>
                  <a:pt x="171450" y="14288"/>
                </a:lnTo>
                <a:lnTo>
                  <a:pt x="171450" y="23813"/>
                </a:lnTo>
                <a:lnTo>
                  <a:pt x="171450" y="33338"/>
                </a:lnTo>
                <a:lnTo>
                  <a:pt x="166688" y="38100"/>
                </a:lnTo>
                <a:lnTo>
                  <a:pt x="157163" y="38100"/>
                </a:lnTo>
                <a:lnTo>
                  <a:pt x="147638" y="38100"/>
                </a:lnTo>
                <a:lnTo>
                  <a:pt x="138113" y="38100"/>
                </a:lnTo>
                <a:lnTo>
                  <a:pt x="128588" y="38100"/>
                </a:lnTo>
                <a:lnTo>
                  <a:pt x="119063" y="38100"/>
                </a:lnTo>
                <a:lnTo>
                  <a:pt x="109538" y="38100"/>
                </a:lnTo>
                <a:lnTo>
                  <a:pt x="100013" y="38100"/>
                </a:lnTo>
                <a:lnTo>
                  <a:pt x="90488" y="38100"/>
                </a:lnTo>
                <a:lnTo>
                  <a:pt x="80963" y="38100"/>
                </a:lnTo>
                <a:lnTo>
                  <a:pt x="71438" y="38100"/>
                </a:lnTo>
                <a:lnTo>
                  <a:pt x="61913" y="38100"/>
                </a:lnTo>
                <a:lnTo>
                  <a:pt x="52388" y="38100"/>
                </a:lnTo>
                <a:lnTo>
                  <a:pt x="42863" y="38100"/>
                </a:lnTo>
                <a:lnTo>
                  <a:pt x="33338" y="38100"/>
                </a:lnTo>
                <a:lnTo>
                  <a:pt x="23813" y="38100"/>
                </a:lnTo>
                <a:lnTo>
                  <a:pt x="14288" y="38100"/>
                </a:lnTo>
                <a:lnTo>
                  <a:pt x="4763" y="38100"/>
                </a:lnTo>
                <a:lnTo>
                  <a:pt x="0" y="33338"/>
                </a:lnTo>
                <a:lnTo>
                  <a:pt x="0" y="23813"/>
                </a:lnTo>
                <a:lnTo>
                  <a:pt x="0" y="14288"/>
                </a:lnTo>
                <a:lnTo>
                  <a:pt x="0" y="4763"/>
                </a:lnTo>
                <a:close/>
              </a:path>
            </a:pathLst>
          </a:custGeom>
          <a:solidFill xmlns:a="http://schemas.openxmlformats.org/drawingml/2006/main">
            <a:srgbClr val="E9E9EA"/>
          </a:solidFill>
          <a:ln xmlns:a="http://schemas.openxmlformats.org/drawingml/2006/main" w="0">
            <a:noFill/>
            <a:prstDash val="solid"/>
          </a:ln>
        </p:spPr>
      </p:sp>
      <p:sp>
        <p:nvSpPr>
          <p:cNvPr id="1143" name="layout-candidate-gray-116-3">
            <a:extLst xmlns:a="http://schemas.openxmlformats.org/drawingml/2006/main">
              <a:ext uri="{FF2B5EF4-FFF2-40B4-BE49-F238E27FC236}">
                <a16:creationId xmlns:a16="http://schemas.microsoft.com/office/drawing/2014/main" id="{AE69884B-A865-4A22-98CF-1AAF9D6DC4B0}"/>
              </a:ext>
            </a:extLst>
          </p:cNvPr>
          <p:cNvSpPr>
            <a:spLocks xmlns:a="http://schemas.openxmlformats.org/drawingml/2006/main" noGrp="1"/>
          </p:cNvSpPr>
          <p:nvPr/>
        </p:nvSpPr>
        <p:spPr>
          <a:xfrm xmlns:a="http://schemas.openxmlformats.org/drawingml/2006/main" rot="0">
            <a:off x="1419225" y="5391150"/>
            <a:ext cx="190500" cy="9525"/>
          </a:xfrm>
          <a:custGeom xmlns:a="http://schemas.openxmlformats.org/drawingml/2006/main">
            <a:pathLst>
              <a:path w="1905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0500" y="4763"/>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E9E9EA"/>
          </a:solidFill>
          <a:ln xmlns:a="http://schemas.openxmlformats.org/drawingml/2006/main" w="0">
            <a:noFill/>
            <a:prstDash val="solid"/>
          </a:ln>
        </p:spPr>
      </p:sp>
      <p:sp>
        <p:nvSpPr>
          <p:cNvPr id="1144" name="layout-candidate-gray-116-4">
            <a:extLst xmlns:a="http://schemas.openxmlformats.org/drawingml/2006/main">
              <a:ext uri="{FF2B5EF4-FFF2-40B4-BE49-F238E27FC236}">
                <a16:creationId xmlns:a16="http://schemas.microsoft.com/office/drawing/2014/main" id="{88391E99-E34F-42D1-9153-70541BE549EE}"/>
              </a:ext>
            </a:extLst>
          </p:cNvPr>
          <p:cNvSpPr>
            <a:spLocks xmlns:a="http://schemas.openxmlformats.org/drawingml/2006/main" noGrp="1"/>
          </p:cNvSpPr>
          <p:nvPr/>
        </p:nvSpPr>
        <p:spPr>
          <a:xfrm xmlns:a="http://schemas.openxmlformats.org/drawingml/2006/main" rot="0">
            <a:off x="1333500" y="5419725"/>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E9E9EA"/>
          </a:solidFill>
          <a:ln xmlns:a="http://schemas.openxmlformats.org/drawingml/2006/main" w="0">
            <a:noFill/>
            <a:prstDash val="solid"/>
          </a:ln>
        </p:spPr>
      </p:sp>
      <p:sp>
        <p:nvSpPr>
          <p:cNvPr id="1145" name="layout-candidate-gray-116-5">
            <a:extLst xmlns:a="http://schemas.openxmlformats.org/drawingml/2006/main">
              <a:ext uri="{FF2B5EF4-FFF2-40B4-BE49-F238E27FC236}">
                <a16:creationId xmlns:a16="http://schemas.microsoft.com/office/drawing/2014/main" id="{FDE5C57E-C3A4-433C-8D15-3000EC8AB98A}"/>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E9E9EA"/>
          </a:solidFill>
          <a:ln xmlns:a="http://schemas.openxmlformats.org/drawingml/2006/main" w="0">
            <a:noFill/>
            <a:prstDash val="solid"/>
          </a:ln>
        </p:spPr>
      </p:sp>
      <p:sp>
        <p:nvSpPr>
          <p:cNvPr id="1146" name="layout-candidate-gray-116-6">
            <a:extLst xmlns:a="http://schemas.openxmlformats.org/drawingml/2006/main">
              <a:ext uri="{FF2B5EF4-FFF2-40B4-BE49-F238E27FC236}">
                <a16:creationId xmlns:a16="http://schemas.microsoft.com/office/drawing/2014/main" id="{83763DAA-BF62-40A7-A8C0-AFCC12FD3644}"/>
              </a:ext>
            </a:extLst>
          </p:cNvPr>
          <p:cNvSpPr>
            <a:spLocks xmlns:a="http://schemas.openxmlformats.org/drawingml/2006/main" noGrp="1"/>
          </p:cNvSpPr>
          <p:nvPr/>
        </p:nvSpPr>
        <p:spPr>
          <a:xfrm xmlns:a="http://schemas.openxmlformats.org/drawingml/2006/main" rot="0">
            <a:off x="1409700" y="544830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E9E9EA"/>
          </a:solidFill>
          <a:ln xmlns:a="http://schemas.openxmlformats.org/drawingml/2006/main" w="0">
            <a:noFill/>
            <a:prstDash val="solid"/>
          </a:ln>
        </p:spPr>
      </p:sp>
      <p:sp>
        <p:nvSpPr>
          <p:cNvPr id="1147" name="layout-candidate-gray-117-0">
            <a:extLst xmlns:a="http://schemas.openxmlformats.org/drawingml/2006/main">
              <a:ext uri="{FF2B5EF4-FFF2-40B4-BE49-F238E27FC236}">
                <a16:creationId xmlns:a16="http://schemas.microsoft.com/office/drawing/2014/main" id="{B51ECC13-4AB5-4E47-8F46-BE3450F69344}"/>
              </a:ext>
            </a:extLst>
          </p:cNvPr>
          <p:cNvSpPr>
            <a:spLocks xmlns:a="http://schemas.openxmlformats.org/drawingml/2006/main" noGrp="1"/>
          </p:cNvSpPr>
          <p:nvPr/>
        </p:nvSpPr>
        <p:spPr>
          <a:xfrm xmlns:a="http://schemas.openxmlformats.org/drawingml/2006/main" rot="0">
            <a:off x="1133475" y="50006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EBEBEC"/>
          </a:solidFill>
          <a:ln xmlns:a="http://schemas.openxmlformats.org/drawingml/2006/main" w="0">
            <a:noFill/>
            <a:prstDash val="solid"/>
          </a:ln>
        </p:spPr>
      </p:sp>
      <p:sp>
        <p:nvSpPr>
          <p:cNvPr id="1148" name="layout-candidate-gray-117-1">
            <a:extLst xmlns:a="http://schemas.openxmlformats.org/drawingml/2006/main">
              <a:ext uri="{FF2B5EF4-FFF2-40B4-BE49-F238E27FC236}">
                <a16:creationId xmlns:a16="http://schemas.microsoft.com/office/drawing/2014/main" id="{0A7510D4-ECCE-4D25-BAB0-CAE9D70682D1}"/>
              </a:ext>
            </a:extLst>
          </p:cNvPr>
          <p:cNvSpPr>
            <a:spLocks xmlns:a="http://schemas.openxmlformats.org/drawingml/2006/main" noGrp="1"/>
          </p:cNvSpPr>
          <p:nvPr/>
        </p:nvSpPr>
        <p:spPr>
          <a:xfrm xmlns:a="http://schemas.openxmlformats.org/drawingml/2006/main" rot="0">
            <a:off x="1143000" y="5200650"/>
            <a:ext cx="266700" cy="9525"/>
          </a:xfrm>
          <a:custGeom xmlns:a="http://schemas.openxmlformats.org/drawingml/2006/main">
            <a:pathLst>
              <a:path w="2667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66700" y="4763"/>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EBEBEC"/>
          </a:solidFill>
          <a:ln xmlns:a="http://schemas.openxmlformats.org/drawingml/2006/main" w="0">
            <a:noFill/>
            <a:prstDash val="solid"/>
          </a:ln>
        </p:spPr>
      </p:sp>
      <p:sp>
        <p:nvSpPr>
          <p:cNvPr id="1149" name="layout-candidate-gray-117-2">
            <a:extLst xmlns:a="http://schemas.openxmlformats.org/drawingml/2006/main">
              <a:ext uri="{FF2B5EF4-FFF2-40B4-BE49-F238E27FC236}">
                <a16:creationId xmlns:a16="http://schemas.microsoft.com/office/drawing/2014/main" id="{02B96659-585D-41E1-AA8F-97BE74308C3E}"/>
              </a:ext>
            </a:extLst>
          </p:cNvPr>
          <p:cNvSpPr>
            <a:spLocks xmlns:a="http://schemas.openxmlformats.org/drawingml/2006/main" noGrp="1"/>
          </p:cNvSpPr>
          <p:nvPr/>
        </p:nvSpPr>
        <p:spPr>
          <a:xfrm xmlns:a="http://schemas.openxmlformats.org/drawingml/2006/main" rot="0">
            <a:off x="1428750" y="5353050"/>
            <a:ext cx="171450" cy="28575"/>
          </a:xfrm>
          <a:custGeom xmlns:a="http://schemas.openxmlformats.org/drawingml/2006/main">
            <a:pathLst>
              <a:path w="171450" h="2857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1450" y="4763"/>
                </a:lnTo>
                <a:lnTo>
                  <a:pt x="171450" y="14288"/>
                </a:lnTo>
                <a:lnTo>
                  <a:pt x="171450" y="23813"/>
                </a:lnTo>
                <a:lnTo>
                  <a:pt x="166688" y="28575"/>
                </a:lnTo>
                <a:lnTo>
                  <a:pt x="157163" y="28575"/>
                </a:lnTo>
                <a:lnTo>
                  <a:pt x="147638" y="28575"/>
                </a:lnTo>
                <a:lnTo>
                  <a:pt x="138113" y="28575"/>
                </a:lnTo>
                <a:lnTo>
                  <a:pt x="128588" y="28575"/>
                </a:lnTo>
                <a:lnTo>
                  <a:pt x="119063" y="28575"/>
                </a:lnTo>
                <a:lnTo>
                  <a:pt x="109538" y="28575"/>
                </a:lnTo>
                <a:lnTo>
                  <a:pt x="100013" y="28575"/>
                </a:lnTo>
                <a:lnTo>
                  <a:pt x="90488" y="28575"/>
                </a:lnTo>
                <a:lnTo>
                  <a:pt x="80963" y="28575"/>
                </a:lnTo>
                <a:lnTo>
                  <a:pt x="71438" y="28575"/>
                </a:lnTo>
                <a:lnTo>
                  <a:pt x="61913" y="28575"/>
                </a:lnTo>
                <a:lnTo>
                  <a:pt x="52388" y="28575"/>
                </a:lnTo>
                <a:lnTo>
                  <a:pt x="42863" y="28575"/>
                </a:lnTo>
                <a:lnTo>
                  <a:pt x="33338" y="28575"/>
                </a:lnTo>
                <a:lnTo>
                  <a:pt x="23813" y="28575"/>
                </a:lnTo>
                <a:lnTo>
                  <a:pt x="14288" y="28575"/>
                </a:lnTo>
                <a:lnTo>
                  <a:pt x="4763" y="28575"/>
                </a:lnTo>
                <a:lnTo>
                  <a:pt x="0" y="23813"/>
                </a:lnTo>
                <a:lnTo>
                  <a:pt x="0" y="14288"/>
                </a:lnTo>
                <a:lnTo>
                  <a:pt x="0" y="4763"/>
                </a:lnTo>
                <a:close/>
              </a:path>
            </a:pathLst>
          </a:custGeom>
          <a:solidFill xmlns:a="http://schemas.openxmlformats.org/drawingml/2006/main">
            <a:srgbClr val="EBEBEC"/>
          </a:solidFill>
          <a:ln xmlns:a="http://schemas.openxmlformats.org/drawingml/2006/main" w="0">
            <a:noFill/>
            <a:prstDash val="solid"/>
          </a:ln>
        </p:spPr>
      </p:sp>
      <p:sp>
        <p:nvSpPr>
          <p:cNvPr id="1150" name="layout-candidate-gray-117-3">
            <a:extLst xmlns:a="http://schemas.openxmlformats.org/drawingml/2006/main">
              <a:ext uri="{FF2B5EF4-FFF2-40B4-BE49-F238E27FC236}">
                <a16:creationId xmlns:a16="http://schemas.microsoft.com/office/drawing/2014/main" id="{47C669AB-E3AD-4A94-939C-6DB3816F12DA}"/>
              </a:ext>
            </a:extLst>
          </p:cNvPr>
          <p:cNvSpPr>
            <a:spLocks xmlns:a="http://schemas.openxmlformats.org/drawingml/2006/main" noGrp="1"/>
          </p:cNvSpPr>
          <p:nvPr/>
        </p:nvSpPr>
        <p:spPr>
          <a:xfrm xmlns:a="http://schemas.openxmlformats.org/drawingml/2006/main" rot="0">
            <a:off x="1419225" y="5391150"/>
            <a:ext cx="190500" cy="9525"/>
          </a:xfrm>
          <a:custGeom xmlns:a="http://schemas.openxmlformats.org/drawingml/2006/main">
            <a:pathLst>
              <a:path w="1905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0500" y="4763"/>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EBEBEC"/>
          </a:solidFill>
          <a:ln xmlns:a="http://schemas.openxmlformats.org/drawingml/2006/main" w="0">
            <a:noFill/>
            <a:prstDash val="solid"/>
          </a:ln>
        </p:spPr>
      </p:sp>
      <p:sp>
        <p:nvSpPr>
          <p:cNvPr id="1151" name="layout-candidate-gray-117-4">
            <a:extLst xmlns:a="http://schemas.openxmlformats.org/drawingml/2006/main">
              <a:ext uri="{FF2B5EF4-FFF2-40B4-BE49-F238E27FC236}">
                <a16:creationId xmlns:a16="http://schemas.microsoft.com/office/drawing/2014/main" id="{280F46A4-5EB2-43EA-8BEA-7DF4AF8A72CF}"/>
              </a:ext>
            </a:extLst>
          </p:cNvPr>
          <p:cNvSpPr>
            <a:spLocks xmlns:a="http://schemas.openxmlformats.org/drawingml/2006/main" noGrp="1"/>
          </p:cNvSpPr>
          <p:nvPr/>
        </p:nvSpPr>
        <p:spPr>
          <a:xfrm xmlns:a="http://schemas.openxmlformats.org/drawingml/2006/main" rot="0">
            <a:off x="1343025" y="54197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EBEBEC"/>
          </a:solidFill>
          <a:ln xmlns:a="http://schemas.openxmlformats.org/drawingml/2006/main" w="0">
            <a:noFill/>
            <a:prstDash val="solid"/>
          </a:ln>
        </p:spPr>
      </p:sp>
      <p:sp>
        <p:nvSpPr>
          <p:cNvPr id="1152" name="layout-candidate-gray-117-5">
            <a:extLst xmlns:a="http://schemas.openxmlformats.org/drawingml/2006/main">
              <a:ext uri="{FF2B5EF4-FFF2-40B4-BE49-F238E27FC236}">
                <a16:creationId xmlns:a16="http://schemas.microsoft.com/office/drawing/2014/main" id="{47C29BC0-7E62-44FF-9633-1F48BBCF556B}"/>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EBEBEC"/>
          </a:solidFill>
          <a:ln xmlns:a="http://schemas.openxmlformats.org/drawingml/2006/main" w="0">
            <a:noFill/>
            <a:prstDash val="solid"/>
          </a:ln>
        </p:spPr>
      </p:sp>
      <p:sp>
        <p:nvSpPr>
          <p:cNvPr id="1153" name="layout-candidate-gray-118-0">
            <a:extLst xmlns:a="http://schemas.openxmlformats.org/drawingml/2006/main">
              <a:ext uri="{FF2B5EF4-FFF2-40B4-BE49-F238E27FC236}">
                <a16:creationId xmlns:a16="http://schemas.microsoft.com/office/drawing/2014/main" id="{3A7F6641-D78B-4E5C-BB58-6603CD4586C5}"/>
              </a:ext>
            </a:extLst>
          </p:cNvPr>
          <p:cNvSpPr>
            <a:spLocks xmlns:a="http://schemas.openxmlformats.org/drawingml/2006/main" noGrp="1"/>
          </p:cNvSpPr>
          <p:nvPr/>
        </p:nvSpPr>
        <p:spPr>
          <a:xfrm xmlns:a="http://schemas.openxmlformats.org/drawingml/2006/main" rot="0">
            <a:off x="1133475" y="500062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EBECED"/>
          </a:solidFill>
          <a:ln xmlns:a="http://schemas.openxmlformats.org/drawingml/2006/main" w="0">
            <a:noFill/>
            <a:prstDash val="solid"/>
          </a:ln>
        </p:spPr>
      </p:sp>
      <p:sp>
        <p:nvSpPr>
          <p:cNvPr id="1154" name="layout-candidate-gray-118-1">
            <a:extLst xmlns:a="http://schemas.openxmlformats.org/drawingml/2006/main">
              <a:ext uri="{FF2B5EF4-FFF2-40B4-BE49-F238E27FC236}">
                <a16:creationId xmlns:a16="http://schemas.microsoft.com/office/drawing/2014/main" id="{B2A58990-049E-4B57-A307-0904BFED3056}"/>
              </a:ext>
            </a:extLst>
          </p:cNvPr>
          <p:cNvSpPr>
            <a:spLocks xmlns:a="http://schemas.openxmlformats.org/drawingml/2006/main" noGrp="1"/>
          </p:cNvSpPr>
          <p:nvPr/>
        </p:nvSpPr>
        <p:spPr>
          <a:xfrm xmlns:a="http://schemas.openxmlformats.org/drawingml/2006/main" rot="0">
            <a:off x="1143000" y="5200650"/>
            <a:ext cx="266700" cy="9525"/>
          </a:xfrm>
          <a:custGeom xmlns:a="http://schemas.openxmlformats.org/drawingml/2006/main">
            <a:pathLst>
              <a:path w="2667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66700" y="4763"/>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EBECED"/>
          </a:solidFill>
          <a:ln xmlns:a="http://schemas.openxmlformats.org/drawingml/2006/main" w="0">
            <a:noFill/>
            <a:prstDash val="solid"/>
          </a:ln>
        </p:spPr>
      </p:sp>
      <p:sp>
        <p:nvSpPr>
          <p:cNvPr id="1155" name="layout-candidate-gray-118-2">
            <a:extLst xmlns:a="http://schemas.openxmlformats.org/drawingml/2006/main">
              <a:ext uri="{FF2B5EF4-FFF2-40B4-BE49-F238E27FC236}">
                <a16:creationId xmlns:a16="http://schemas.microsoft.com/office/drawing/2014/main" id="{F5072BDA-631D-476E-9E26-E620344D97B7}"/>
              </a:ext>
            </a:extLst>
          </p:cNvPr>
          <p:cNvSpPr>
            <a:spLocks xmlns:a="http://schemas.openxmlformats.org/drawingml/2006/main" noGrp="1"/>
          </p:cNvSpPr>
          <p:nvPr/>
        </p:nvSpPr>
        <p:spPr>
          <a:xfrm xmlns:a="http://schemas.openxmlformats.org/drawingml/2006/main" rot="0">
            <a:off x="1428750" y="5362575"/>
            <a:ext cx="171450" cy="19050"/>
          </a:xfrm>
          <a:custGeom xmlns:a="http://schemas.openxmlformats.org/drawingml/2006/main">
            <a:pathLst>
              <a:path w="171450" h="1905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1450" y="4763"/>
                </a:lnTo>
                <a:lnTo>
                  <a:pt x="171450" y="14288"/>
                </a:lnTo>
                <a:lnTo>
                  <a:pt x="166688" y="19050"/>
                </a:lnTo>
                <a:lnTo>
                  <a:pt x="157163" y="19050"/>
                </a:lnTo>
                <a:lnTo>
                  <a:pt x="147638" y="19050"/>
                </a:lnTo>
                <a:lnTo>
                  <a:pt x="138113" y="19050"/>
                </a:lnTo>
                <a:lnTo>
                  <a:pt x="128588" y="19050"/>
                </a:lnTo>
                <a:lnTo>
                  <a:pt x="119063" y="19050"/>
                </a:lnTo>
                <a:lnTo>
                  <a:pt x="109538" y="19050"/>
                </a:lnTo>
                <a:lnTo>
                  <a:pt x="100013" y="19050"/>
                </a:lnTo>
                <a:lnTo>
                  <a:pt x="90488" y="19050"/>
                </a:lnTo>
                <a:lnTo>
                  <a:pt x="80963" y="19050"/>
                </a:lnTo>
                <a:lnTo>
                  <a:pt x="71438" y="19050"/>
                </a:lnTo>
                <a:lnTo>
                  <a:pt x="61913" y="19050"/>
                </a:lnTo>
                <a:lnTo>
                  <a:pt x="52388" y="19050"/>
                </a:lnTo>
                <a:lnTo>
                  <a:pt x="42863" y="19050"/>
                </a:lnTo>
                <a:lnTo>
                  <a:pt x="33338" y="19050"/>
                </a:lnTo>
                <a:lnTo>
                  <a:pt x="23813" y="19050"/>
                </a:lnTo>
                <a:lnTo>
                  <a:pt x="14288" y="19050"/>
                </a:lnTo>
                <a:lnTo>
                  <a:pt x="4763" y="19050"/>
                </a:lnTo>
                <a:lnTo>
                  <a:pt x="0" y="14288"/>
                </a:lnTo>
                <a:lnTo>
                  <a:pt x="0" y="4763"/>
                </a:lnTo>
                <a:close/>
              </a:path>
            </a:pathLst>
          </a:custGeom>
          <a:solidFill xmlns:a="http://schemas.openxmlformats.org/drawingml/2006/main">
            <a:srgbClr val="EBECED"/>
          </a:solidFill>
          <a:ln xmlns:a="http://schemas.openxmlformats.org/drawingml/2006/main" w="0">
            <a:noFill/>
            <a:prstDash val="solid"/>
          </a:ln>
        </p:spPr>
      </p:sp>
      <p:sp>
        <p:nvSpPr>
          <p:cNvPr id="1156" name="layout-candidate-gray-118-3">
            <a:extLst xmlns:a="http://schemas.openxmlformats.org/drawingml/2006/main">
              <a:ext uri="{FF2B5EF4-FFF2-40B4-BE49-F238E27FC236}">
                <a16:creationId xmlns:a16="http://schemas.microsoft.com/office/drawing/2014/main" id="{1291A5BA-C26C-4C99-895E-96CD88BD3D4E}"/>
              </a:ext>
            </a:extLst>
          </p:cNvPr>
          <p:cNvSpPr>
            <a:spLocks xmlns:a="http://schemas.openxmlformats.org/drawingml/2006/main" noGrp="1"/>
          </p:cNvSpPr>
          <p:nvPr/>
        </p:nvSpPr>
        <p:spPr>
          <a:xfrm xmlns:a="http://schemas.openxmlformats.org/drawingml/2006/main" rot="0">
            <a:off x="1419225" y="5391150"/>
            <a:ext cx="190500" cy="9525"/>
          </a:xfrm>
          <a:custGeom xmlns:a="http://schemas.openxmlformats.org/drawingml/2006/main">
            <a:pathLst>
              <a:path w="1905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0500" y="4763"/>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EBECED"/>
          </a:solidFill>
          <a:ln xmlns:a="http://schemas.openxmlformats.org/drawingml/2006/main" w="0">
            <a:noFill/>
            <a:prstDash val="solid"/>
          </a:ln>
        </p:spPr>
      </p:sp>
      <p:sp>
        <p:nvSpPr>
          <p:cNvPr id="1157" name="layout-candidate-gray-118-4">
            <a:extLst xmlns:a="http://schemas.openxmlformats.org/drawingml/2006/main">
              <a:ext uri="{FF2B5EF4-FFF2-40B4-BE49-F238E27FC236}">
                <a16:creationId xmlns:a16="http://schemas.microsoft.com/office/drawing/2014/main" id="{B6BD5636-A20A-4BBB-8B98-72EC4BCAB17E}"/>
              </a:ext>
            </a:extLst>
          </p:cNvPr>
          <p:cNvSpPr>
            <a:spLocks xmlns:a="http://schemas.openxmlformats.org/drawingml/2006/main" noGrp="1"/>
          </p:cNvSpPr>
          <p:nvPr/>
        </p:nvSpPr>
        <p:spPr>
          <a:xfrm xmlns:a="http://schemas.openxmlformats.org/drawingml/2006/main" rot="0">
            <a:off x="1390650" y="5429250"/>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EBECED"/>
          </a:solidFill>
          <a:ln xmlns:a="http://schemas.openxmlformats.org/drawingml/2006/main" w="0">
            <a:noFill/>
            <a:prstDash val="solid"/>
          </a:ln>
        </p:spPr>
      </p:sp>
      <p:sp>
        <p:nvSpPr>
          <p:cNvPr id="1158" name="layout-candidate-gray-119-0">
            <a:extLst xmlns:a="http://schemas.openxmlformats.org/drawingml/2006/main">
              <a:ext uri="{FF2B5EF4-FFF2-40B4-BE49-F238E27FC236}">
                <a16:creationId xmlns:a16="http://schemas.microsoft.com/office/drawing/2014/main" id="{E03BD5F1-6976-4E68-8786-0223613EE839}"/>
              </a:ext>
            </a:extLst>
          </p:cNvPr>
          <p:cNvSpPr>
            <a:spLocks xmlns:a="http://schemas.openxmlformats.org/drawingml/2006/main" noGrp="1"/>
          </p:cNvSpPr>
          <p:nvPr/>
        </p:nvSpPr>
        <p:spPr>
          <a:xfrm xmlns:a="http://schemas.openxmlformats.org/drawingml/2006/main" rot="0">
            <a:off x="1143000" y="5200650"/>
            <a:ext cx="266700" cy="9525"/>
          </a:xfrm>
          <a:custGeom xmlns:a="http://schemas.openxmlformats.org/drawingml/2006/main">
            <a:pathLst>
              <a:path w="2667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66700" y="4763"/>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EEEFF0"/>
          </a:solidFill>
          <a:ln xmlns:a="http://schemas.openxmlformats.org/drawingml/2006/main" w="0">
            <a:noFill/>
            <a:prstDash val="solid"/>
          </a:ln>
        </p:spPr>
      </p:sp>
      <p:sp>
        <p:nvSpPr>
          <p:cNvPr id="1159" name="layout-candidate-gray-119-1">
            <a:extLst xmlns:a="http://schemas.openxmlformats.org/drawingml/2006/main">
              <a:ext uri="{FF2B5EF4-FFF2-40B4-BE49-F238E27FC236}">
                <a16:creationId xmlns:a16="http://schemas.microsoft.com/office/drawing/2014/main" id="{128DCDB8-BEF7-43F8-B0D5-FCD713F0064C}"/>
              </a:ext>
            </a:extLst>
          </p:cNvPr>
          <p:cNvSpPr>
            <a:spLocks xmlns:a="http://schemas.openxmlformats.org/drawingml/2006/main" noGrp="1"/>
          </p:cNvSpPr>
          <p:nvPr/>
        </p:nvSpPr>
        <p:spPr>
          <a:xfrm xmlns:a="http://schemas.openxmlformats.org/drawingml/2006/main" rot="0">
            <a:off x="1428750" y="5372100"/>
            <a:ext cx="171450" cy="9525"/>
          </a:xfrm>
          <a:custGeom xmlns:a="http://schemas.openxmlformats.org/drawingml/2006/main">
            <a:pathLst>
              <a:path w="17145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1450" y="4763"/>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EEEFF0"/>
          </a:solidFill>
          <a:ln xmlns:a="http://schemas.openxmlformats.org/drawingml/2006/main" w="0">
            <a:noFill/>
            <a:prstDash val="solid"/>
          </a:ln>
        </p:spPr>
      </p:sp>
      <p:sp>
        <p:nvSpPr>
          <p:cNvPr id="1160" name="layout-candidate-orange-84-0">
            <a:extLst xmlns:a="http://schemas.openxmlformats.org/drawingml/2006/main">
              <a:ext uri="{FF2B5EF4-FFF2-40B4-BE49-F238E27FC236}">
                <a16:creationId xmlns:a16="http://schemas.microsoft.com/office/drawing/2014/main" id="{6905E453-CD86-43DB-9755-3EBE19169AC4}"/>
              </a:ext>
            </a:extLst>
          </p:cNvPr>
          <p:cNvSpPr>
            <a:spLocks xmlns:a="http://schemas.openxmlformats.org/drawingml/2006/main" noGrp="1"/>
          </p:cNvSpPr>
          <p:nvPr/>
        </p:nvSpPr>
        <p:spPr>
          <a:xfrm xmlns:a="http://schemas.openxmlformats.org/drawingml/2006/main" rot="0">
            <a:off x="2085975" y="5019675"/>
            <a:ext cx="438150" cy="342900"/>
          </a:xfrm>
          <a:custGeom xmlns:a="http://schemas.openxmlformats.org/drawingml/2006/main">
            <a:pathLst>
              <a:path w="438150" h="34290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38150" y="4763"/>
                </a:lnTo>
                <a:lnTo>
                  <a:pt x="438150" y="14288"/>
                </a:lnTo>
                <a:lnTo>
                  <a:pt x="438150" y="23813"/>
                </a:lnTo>
                <a:lnTo>
                  <a:pt x="438150" y="33338"/>
                </a:lnTo>
                <a:lnTo>
                  <a:pt x="438150" y="42863"/>
                </a:lnTo>
                <a:lnTo>
                  <a:pt x="438150" y="52388"/>
                </a:lnTo>
                <a:lnTo>
                  <a:pt x="438150" y="61913"/>
                </a:lnTo>
                <a:lnTo>
                  <a:pt x="438150" y="71438"/>
                </a:lnTo>
                <a:lnTo>
                  <a:pt x="438150" y="80963"/>
                </a:lnTo>
                <a:lnTo>
                  <a:pt x="438150" y="90488"/>
                </a:lnTo>
                <a:lnTo>
                  <a:pt x="438150" y="100013"/>
                </a:lnTo>
                <a:lnTo>
                  <a:pt x="438150" y="109538"/>
                </a:lnTo>
                <a:lnTo>
                  <a:pt x="438150" y="119063"/>
                </a:lnTo>
                <a:lnTo>
                  <a:pt x="438150" y="128588"/>
                </a:lnTo>
                <a:lnTo>
                  <a:pt x="438150" y="138113"/>
                </a:lnTo>
                <a:lnTo>
                  <a:pt x="438150" y="147638"/>
                </a:lnTo>
                <a:lnTo>
                  <a:pt x="438150" y="157163"/>
                </a:lnTo>
                <a:lnTo>
                  <a:pt x="433388" y="161925"/>
                </a:lnTo>
                <a:lnTo>
                  <a:pt x="423863" y="161925"/>
                </a:lnTo>
                <a:lnTo>
                  <a:pt x="414338" y="161925"/>
                </a:lnTo>
                <a:lnTo>
                  <a:pt x="404813" y="161925"/>
                </a:lnTo>
                <a:lnTo>
                  <a:pt x="395288" y="161925"/>
                </a:lnTo>
                <a:lnTo>
                  <a:pt x="385763" y="161925"/>
                </a:lnTo>
                <a:lnTo>
                  <a:pt x="376238" y="161925"/>
                </a:lnTo>
                <a:lnTo>
                  <a:pt x="366713" y="161925"/>
                </a:lnTo>
                <a:lnTo>
                  <a:pt x="357188" y="161925"/>
                </a:lnTo>
                <a:lnTo>
                  <a:pt x="347663" y="161925"/>
                </a:lnTo>
                <a:lnTo>
                  <a:pt x="338138" y="161925"/>
                </a:lnTo>
                <a:lnTo>
                  <a:pt x="328613" y="161925"/>
                </a:lnTo>
                <a:lnTo>
                  <a:pt x="319088" y="161925"/>
                </a:lnTo>
                <a:lnTo>
                  <a:pt x="309563" y="161925"/>
                </a:lnTo>
                <a:lnTo>
                  <a:pt x="300038" y="161925"/>
                </a:lnTo>
                <a:lnTo>
                  <a:pt x="290513" y="161925"/>
                </a:lnTo>
                <a:lnTo>
                  <a:pt x="280988" y="161925"/>
                </a:lnTo>
                <a:lnTo>
                  <a:pt x="271463" y="161925"/>
                </a:lnTo>
                <a:lnTo>
                  <a:pt x="261938" y="161925"/>
                </a:lnTo>
                <a:lnTo>
                  <a:pt x="252413" y="161925"/>
                </a:lnTo>
                <a:lnTo>
                  <a:pt x="242888" y="161925"/>
                </a:lnTo>
                <a:lnTo>
                  <a:pt x="233363" y="161925"/>
                </a:lnTo>
                <a:lnTo>
                  <a:pt x="223838" y="161925"/>
                </a:lnTo>
                <a:lnTo>
                  <a:pt x="214313" y="161925"/>
                </a:lnTo>
                <a:lnTo>
                  <a:pt x="204788" y="161925"/>
                </a:lnTo>
                <a:lnTo>
                  <a:pt x="195263" y="161925"/>
                </a:lnTo>
                <a:lnTo>
                  <a:pt x="185738" y="161925"/>
                </a:lnTo>
                <a:lnTo>
                  <a:pt x="176213" y="161925"/>
                </a:lnTo>
                <a:lnTo>
                  <a:pt x="166688" y="161925"/>
                </a:lnTo>
                <a:lnTo>
                  <a:pt x="161925" y="166688"/>
                </a:lnTo>
                <a:lnTo>
                  <a:pt x="161925" y="176213"/>
                </a:lnTo>
                <a:lnTo>
                  <a:pt x="161925" y="185738"/>
                </a:lnTo>
                <a:lnTo>
                  <a:pt x="161925" y="195263"/>
                </a:lnTo>
                <a:lnTo>
                  <a:pt x="161925" y="204788"/>
                </a:lnTo>
                <a:lnTo>
                  <a:pt x="161925" y="214313"/>
                </a:lnTo>
                <a:lnTo>
                  <a:pt x="161925" y="223838"/>
                </a:lnTo>
                <a:lnTo>
                  <a:pt x="161925" y="233363"/>
                </a:lnTo>
                <a:lnTo>
                  <a:pt x="161925" y="242888"/>
                </a:lnTo>
                <a:lnTo>
                  <a:pt x="161925" y="252413"/>
                </a:lnTo>
                <a:lnTo>
                  <a:pt x="161925" y="261938"/>
                </a:lnTo>
                <a:lnTo>
                  <a:pt x="161925" y="271463"/>
                </a:lnTo>
                <a:lnTo>
                  <a:pt x="161925" y="280988"/>
                </a:lnTo>
                <a:lnTo>
                  <a:pt x="161925" y="290513"/>
                </a:lnTo>
                <a:lnTo>
                  <a:pt x="161925" y="300038"/>
                </a:lnTo>
                <a:lnTo>
                  <a:pt x="161925" y="309563"/>
                </a:lnTo>
                <a:lnTo>
                  <a:pt x="161925" y="319088"/>
                </a:lnTo>
                <a:lnTo>
                  <a:pt x="161925" y="328613"/>
                </a:lnTo>
                <a:lnTo>
                  <a:pt x="161925" y="338138"/>
                </a:lnTo>
                <a:lnTo>
                  <a:pt x="157163" y="342900"/>
                </a:lnTo>
                <a:lnTo>
                  <a:pt x="147638" y="342900"/>
                </a:lnTo>
                <a:lnTo>
                  <a:pt x="138113" y="342900"/>
                </a:lnTo>
                <a:lnTo>
                  <a:pt x="128588" y="342900"/>
                </a:lnTo>
                <a:lnTo>
                  <a:pt x="119063" y="342900"/>
                </a:lnTo>
                <a:lnTo>
                  <a:pt x="109538" y="342900"/>
                </a:lnTo>
                <a:lnTo>
                  <a:pt x="100013" y="342900"/>
                </a:lnTo>
                <a:lnTo>
                  <a:pt x="90488" y="342900"/>
                </a:lnTo>
                <a:lnTo>
                  <a:pt x="80963" y="342900"/>
                </a:lnTo>
                <a:lnTo>
                  <a:pt x="71438" y="342900"/>
                </a:lnTo>
                <a:lnTo>
                  <a:pt x="61913" y="342900"/>
                </a:lnTo>
                <a:lnTo>
                  <a:pt x="52388" y="342900"/>
                </a:lnTo>
                <a:lnTo>
                  <a:pt x="42863" y="342900"/>
                </a:lnTo>
                <a:lnTo>
                  <a:pt x="33338" y="342900"/>
                </a:lnTo>
                <a:lnTo>
                  <a:pt x="23813" y="342900"/>
                </a:lnTo>
                <a:lnTo>
                  <a:pt x="14288" y="342900"/>
                </a:lnTo>
                <a:lnTo>
                  <a:pt x="4763" y="342900"/>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0AA62"/>
          </a:solidFill>
          <a:ln xmlns:a="http://schemas.openxmlformats.org/drawingml/2006/main" w="0">
            <a:noFill/>
            <a:prstDash val="solid"/>
          </a:ln>
        </p:spPr>
      </p:sp>
      <p:sp>
        <p:nvSpPr>
          <p:cNvPr id="1161" name="layout-candidate-orange-85-0">
            <a:extLst xmlns:a="http://schemas.openxmlformats.org/drawingml/2006/main">
              <a:ext uri="{FF2B5EF4-FFF2-40B4-BE49-F238E27FC236}">
                <a16:creationId xmlns:a16="http://schemas.microsoft.com/office/drawing/2014/main" id="{3DA929E6-ACB8-483D-BCF7-A86E9641B8CD}"/>
              </a:ext>
            </a:extLst>
          </p:cNvPr>
          <p:cNvSpPr>
            <a:spLocks xmlns:a="http://schemas.openxmlformats.org/drawingml/2006/main" noGrp="1"/>
          </p:cNvSpPr>
          <p:nvPr/>
        </p:nvSpPr>
        <p:spPr>
          <a:xfrm xmlns:a="http://schemas.openxmlformats.org/drawingml/2006/main" rot="0">
            <a:off x="2085975" y="5019675"/>
            <a:ext cx="438150" cy="342900"/>
          </a:xfrm>
          <a:custGeom xmlns:a="http://schemas.openxmlformats.org/drawingml/2006/main">
            <a:pathLst>
              <a:path w="438150" h="34290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38150" y="4763"/>
                </a:lnTo>
                <a:lnTo>
                  <a:pt x="438150" y="14288"/>
                </a:lnTo>
                <a:lnTo>
                  <a:pt x="438150" y="23813"/>
                </a:lnTo>
                <a:lnTo>
                  <a:pt x="438150" y="33338"/>
                </a:lnTo>
                <a:lnTo>
                  <a:pt x="438150" y="42863"/>
                </a:lnTo>
                <a:lnTo>
                  <a:pt x="438150" y="52388"/>
                </a:lnTo>
                <a:lnTo>
                  <a:pt x="438150" y="61913"/>
                </a:lnTo>
                <a:lnTo>
                  <a:pt x="438150" y="71438"/>
                </a:lnTo>
                <a:lnTo>
                  <a:pt x="438150" y="80963"/>
                </a:lnTo>
                <a:lnTo>
                  <a:pt x="438150" y="90488"/>
                </a:lnTo>
                <a:lnTo>
                  <a:pt x="438150" y="100013"/>
                </a:lnTo>
                <a:lnTo>
                  <a:pt x="438150" y="109538"/>
                </a:lnTo>
                <a:lnTo>
                  <a:pt x="438150" y="119063"/>
                </a:lnTo>
                <a:lnTo>
                  <a:pt x="438150" y="128588"/>
                </a:lnTo>
                <a:lnTo>
                  <a:pt x="438150" y="138113"/>
                </a:lnTo>
                <a:lnTo>
                  <a:pt x="438150" y="147638"/>
                </a:lnTo>
                <a:lnTo>
                  <a:pt x="438150" y="157163"/>
                </a:lnTo>
                <a:lnTo>
                  <a:pt x="433388" y="161925"/>
                </a:lnTo>
                <a:lnTo>
                  <a:pt x="423863" y="161925"/>
                </a:lnTo>
                <a:lnTo>
                  <a:pt x="414338" y="161925"/>
                </a:lnTo>
                <a:lnTo>
                  <a:pt x="404813" y="161925"/>
                </a:lnTo>
                <a:lnTo>
                  <a:pt x="395288" y="161925"/>
                </a:lnTo>
                <a:lnTo>
                  <a:pt x="385763" y="161925"/>
                </a:lnTo>
                <a:lnTo>
                  <a:pt x="376238" y="161925"/>
                </a:lnTo>
                <a:lnTo>
                  <a:pt x="366713" y="161925"/>
                </a:lnTo>
                <a:lnTo>
                  <a:pt x="357188" y="161925"/>
                </a:lnTo>
                <a:lnTo>
                  <a:pt x="347663" y="161925"/>
                </a:lnTo>
                <a:lnTo>
                  <a:pt x="338138" y="161925"/>
                </a:lnTo>
                <a:lnTo>
                  <a:pt x="328613" y="161925"/>
                </a:lnTo>
                <a:lnTo>
                  <a:pt x="319088" y="161925"/>
                </a:lnTo>
                <a:lnTo>
                  <a:pt x="309563" y="161925"/>
                </a:lnTo>
                <a:lnTo>
                  <a:pt x="300038" y="161925"/>
                </a:lnTo>
                <a:lnTo>
                  <a:pt x="290513" y="161925"/>
                </a:lnTo>
                <a:lnTo>
                  <a:pt x="280988" y="161925"/>
                </a:lnTo>
                <a:lnTo>
                  <a:pt x="271463" y="161925"/>
                </a:lnTo>
                <a:lnTo>
                  <a:pt x="261938" y="161925"/>
                </a:lnTo>
                <a:lnTo>
                  <a:pt x="252413" y="161925"/>
                </a:lnTo>
                <a:lnTo>
                  <a:pt x="242888" y="161925"/>
                </a:lnTo>
                <a:lnTo>
                  <a:pt x="233363" y="161925"/>
                </a:lnTo>
                <a:lnTo>
                  <a:pt x="223838" y="161925"/>
                </a:lnTo>
                <a:lnTo>
                  <a:pt x="214313" y="161925"/>
                </a:lnTo>
                <a:lnTo>
                  <a:pt x="204788" y="161925"/>
                </a:lnTo>
                <a:lnTo>
                  <a:pt x="195263" y="161925"/>
                </a:lnTo>
                <a:lnTo>
                  <a:pt x="185738" y="161925"/>
                </a:lnTo>
                <a:lnTo>
                  <a:pt x="176213" y="161925"/>
                </a:lnTo>
                <a:lnTo>
                  <a:pt x="166688" y="161925"/>
                </a:lnTo>
                <a:lnTo>
                  <a:pt x="161925" y="166688"/>
                </a:lnTo>
                <a:lnTo>
                  <a:pt x="161925" y="176213"/>
                </a:lnTo>
                <a:lnTo>
                  <a:pt x="161925" y="185738"/>
                </a:lnTo>
                <a:lnTo>
                  <a:pt x="161925" y="195263"/>
                </a:lnTo>
                <a:lnTo>
                  <a:pt x="161925" y="204788"/>
                </a:lnTo>
                <a:lnTo>
                  <a:pt x="161925" y="214313"/>
                </a:lnTo>
                <a:lnTo>
                  <a:pt x="161925" y="223838"/>
                </a:lnTo>
                <a:lnTo>
                  <a:pt x="161925" y="233363"/>
                </a:lnTo>
                <a:lnTo>
                  <a:pt x="161925" y="242888"/>
                </a:lnTo>
                <a:lnTo>
                  <a:pt x="161925" y="252413"/>
                </a:lnTo>
                <a:lnTo>
                  <a:pt x="161925" y="261938"/>
                </a:lnTo>
                <a:lnTo>
                  <a:pt x="161925" y="271463"/>
                </a:lnTo>
                <a:lnTo>
                  <a:pt x="161925" y="280988"/>
                </a:lnTo>
                <a:lnTo>
                  <a:pt x="161925" y="290513"/>
                </a:lnTo>
                <a:lnTo>
                  <a:pt x="161925" y="300038"/>
                </a:lnTo>
                <a:lnTo>
                  <a:pt x="161925" y="309563"/>
                </a:lnTo>
                <a:lnTo>
                  <a:pt x="161925" y="319088"/>
                </a:lnTo>
                <a:lnTo>
                  <a:pt x="161925" y="328613"/>
                </a:lnTo>
                <a:lnTo>
                  <a:pt x="161925" y="338138"/>
                </a:lnTo>
                <a:lnTo>
                  <a:pt x="157163" y="342900"/>
                </a:lnTo>
                <a:lnTo>
                  <a:pt x="147638" y="342900"/>
                </a:lnTo>
                <a:lnTo>
                  <a:pt x="138113" y="342900"/>
                </a:lnTo>
                <a:lnTo>
                  <a:pt x="128588" y="342900"/>
                </a:lnTo>
                <a:lnTo>
                  <a:pt x="119063" y="342900"/>
                </a:lnTo>
                <a:lnTo>
                  <a:pt x="109538" y="342900"/>
                </a:lnTo>
                <a:lnTo>
                  <a:pt x="100013" y="342900"/>
                </a:lnTo>
                <a:lnTo>
                  <a:pt x="90488" y="342900"/>
                </a:lnTo>
                <a:lnTo>
                  <a:pt x="80963" y="342900"/>
                </a:lnTo>
                <a:lnTo>
                  <a:pt x="71438" y="342900"/>
                </a:lnTo>
                <a:lnTo>
                  <a:pt x="61913" y="342900"/>
                </a:lnTo>
                <a:lnTo>
                  <a:pt x="52388" y="342900"/>
                </a:lnTo>
                <a:lnTo>
                  <a:pt x="42863" y="342900"/>
                </a:lnTo>
                <a:lnTo>
                  <a:pt x="33338" y="342900"/>
                </a:lnTo>
                <a:lnTo>
                  <a:pt x="23813" y="342900"/>
                </a:lnTo>
                <a:lnTo>
                  <a:pt x="14288" y="342900"/>
                </a:lnTo>
                <a:lnTo>
                  <a:pt x="4763" y="342900"/>
                </a:lnTo>
                <a:lnTo>
                  <a:pt x="0" y="338138"/>
                </a:lnTo>
                <a:lnTo>
                  <a:pt x="0" y="328613"/>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4763" y="19050"/>
                </a:lnTo>
                <a:lnTo>
                  <a:pt x="9525" y="14288"/>
                </a:lnTo>
                <a:lnTo>
                  <a:pt x="4763" y="9525"/>
                </a:lnTo>
                <a:lnTo>
                  <a:pt x="0" y="4763"/>
                </a:lnTo>
                <a:close/>
              </a:path>
            </a:pathLst>
          </a:custGeom>
          <a:solidFill xmlns:a="http://schemas.openxmlformats.org/drawingml/2006/main">
            <a:srgbClr val="EFAC65"/>
          </a:solidFill>
          <a:ln xmlns:a="http://schemas.openxmlformats.org/drawingml/2006/main" w="0">
            <a:noFill/>
            <a:prstDash val="solid"/>
          </a:ln>
        </p:spPr>
      </p:sp>
      <p:sp>
        <p:nvSpPr>
          <p:cNvPr id="1162" name="layout-candidate-orange-86-0">
            <a:extLst xmlns:a="http://schemas.openxmlformats.org/drawingml/2006/main">
              <a:ext uri="{FF2B5EF4-FFF2-40B4-BE49-F238E27FC236}">
                <a16:creationId xmlns:a16="http://schemas.microsoft.com/office/drawing/2014/main" id="{C2FA6945-117B-4F72-AC3B-573DEC2A227C}"/>
              </a:ext>
            </a:extLst>
          </p:cNvPr>
          <p:cNvSpPr>
            <a:spLocks xmlns:a="http://schemas.openxmlformats.org/drawingml/2006/main" noGrp="1"/>
          </p:cNvSpPr>
          <p:nvPr/>
        </p:nvSpPr>
        <p:spPr>
          <a:xfrm xmlns:a="http://schemas.openxmlformats.org/drawingml/2006/main" rot="0">
            <a:off x="2085975" y="5019675"/>
            <a:ext cx="438150" cy="342900"/>
          </a:xfrm>
          <a:custGeom xmlns:a="http://schemas.openxmlformats.org/drawingml/2006/main">
            <a:pathLst>
              <a:path w="438150" h="34290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38150" y="4763"/>
                </a:lnTo>
                <a:lnTo>
                  <a:pt x="438150" y="14288"/>
                </a:lnTo>
                <a:lnTo>
                  <a:pt x="438150" y="23813"/>
                </a:lnTo>
                <a:lnTo>
                  <a:pt x="438150" y="33338"/>
                </a:lnTo>
                <a:lnTo>
                  <a:pt x="438150" y="42863"/>
                </a:lnTo>
                <a:lnTo>
                  <a:pt x="438150" y="52388"/>
                </a:lnTo>
                <a:lnTo>
                  <a:pt x="438150" y="61913"/>
                </a:lnTo>
                <a:lnTo>
                  <a:pt x="438150" y="71438"/>
                </a:lnTo>
                <a:lnTo>
                  <a:pt x="438150" y="80963"/>
                </a:lnTo>
                <a:lnTo>
                  <a:pt x="438150" y="90488"/>
                </a:lnTo>
                <a:lnTo>
                  <a:pt x="438150" y="100013"/>
                </a:lnTo>
                <a:lnTo>
                  <a:pt x="438150" y="109538"/>
                </a:lnTo>
                <a:lnTo>
                  <a:pt x="438150" y="119063"/>
                </a:lnTo>
                <a:lnTo>
                  <a:pt x="438150" y="128588"/>
                </a:lnTo>
                <a:lnTo>
                  <a:pt x="438150" y="138113"/>
                </a:lnTo>
                <a:lnTo>
                  <a:pt x="438150" y="147638"/>
                </a:lnTo>
                <a:lnTo>
                  <a:pt x="438150" y="157163"/>
                </a:lnTo>
                <a:lnTo>
                  <a:pt x="433388" y="161925"/>
                </a:lnTo>
                <a:lnTo>
                  <a:pt x="423863" y="161925"/>
                </a:lnTo>
                <a:lnTo>
                  <a:pt x="414338" y="161925"/>
                </a:lnTo>
                <a:lnTo>
                  <a:pt x="404813" y="161925"/>
                </a:lnTo>
                <a:lnTo>
                  <a:pt x="395288" y="161925"/>
                </a:lnTo>
                <a:lnTo>
                  <a:pt x="385763" y="161925"/>
                </a:lnTo>
                <a:lnTo>
                  <a:pt x="376238" y="161925"/>
                </a:lnTo>
                <a:lnTo>
                  <a:pt x="366713" y="161925"/>
                </a:lnTo>
                <a:lnTo>
                  <a:pt x="357188" y="161925"/>
                </a:lnTo>
                <a:lnTo>
                  <a:pt x="347663" y="161925"/>
                </a:lnTo>
                <a:lnTo>
                  <a:pt x="338138" y="161925"/>
                </a:lnTo>
                <a:lnTo>
                  <a:pt x="328613" y="161925"/>
                </a:lnTo>
                <a:lnTo>
                  <a:pt x="319088" y="161925"/>
                </a:lnTo>
                <a:lnTo>
                  <a:pt x="309563" y="161925"/>
                </a:lnTo>
                <a:lnTo>
                  <a:pt x="300038" y="161925"/>
                </a:lnTo>
                <a:lnTo>
                  <a:pt x="290513" y="161925"/>
                </a:lnTo>
                <a:lnTo>
                  <a:pt x="280988" y="161925"/>
                </a:lnTo>
                <a:lnTo>
                  <a:pt x="271463" y="161925"/>
                </a:lnTo>
                <a:lnTo>
                  <a:pt x="261938" y="161925"/>
                </a:lnTo>
                <a:lnTo>
                  <a:pt x="252413" y="161925"/>
                </a:lnTo>
                <a:lnTo>
                  <a:pt x="242888" y="161925"/>
                </a:lnTo>
                <a:lnTo>
                  <a:pt x="233363" y="161925"/>
                </a:lnTo>
                <a:lnTo>
                  <a:pt x="223838" y="161925"/>
                </a:lnTo>
                <a:lnTo>
                  <a:pt x="214313" y="161925"/>
                </a:lnTo>
                <a:lnTo>
                  <a:pt x="204788" y="161925"/>
                </a:lnTo>
                <a:lnTo>
                  <a:pt x="195263" y="161925"/>
                </a:lnTo>
                <a:lnTo>
                  <a:pt x="185738" y="161925"/>
                </a:lnTo>
                <a:lnTo>
                  <a:pt x="176213" y="161925"/>
                </a:lnTo>
                <a:lnTo>
                  <a:pt x="166688" y="161925"/>
                </a:lnTo>
                <a:lnTo>
                  <a:pt x="161925" y="166688"/>
                </a:lnTo>
                <a:lnTo>
                  <a:pt x="161925" y="176213"/>
                </a:lnTo>
                <a:lnTo>
                  <a:pt x="161925" y="185738"/>
                </a:lnTo>
                <a:lnTo>
                  <a:pt x="161925" y="195263"/>
                </a:lnTo>
                <a:lnTo>
                  <a:pt x="161925" y="204788"/>
                </a:lnTo>
                <a:lnTo>
                  <a:pt x="161925" y="214313"/>
                </a:lnTo>
                <a:lnTo>
                  <a:pt x="161925" y="223838"/>
                </a:lnTo>
                <a:lnTo>
                  <a:pt x="161925" y="233363"/>
                </a:lnTo>
                <a:lnTo>
                  <a:pt x="161925" y="242888"/>
                </a:lnTo>
                <a:lnTo>
                  <a:pt x="161925" y="252413"/>
                </a:lnTo>
                <a:lnTo>
                  <a:pt x="161925" y="261938"/>
                </a:lnTo>
                <a:lnTo>
                  <a:pt x="161925" y="271463"/>
                </a:lnTo>
                <a:lnTo>
                  <a:pt x="161925" y="280988"/>
                </a:lnTo>
                <a:lnTo>
                  <a:pt x="161925" y="290513"/>
                </a:lnTo>
                <a:lnTo>
                  <a:pt x="161925" y="300038"/>
                </a:lnTo>
                <a:lnTo>
                  <a:pt x="161925" y="309563"/>
                </a:lnTo>
                <a:lnTo>
                  <a:pt x="161925" y="319088"/>
                </a:lnTo>
                <a:lnTo>
                  <a:pt x="161925" y="328613"/>
                </a:lnTo>
                <a:lnTo>
                  <a:pt x="161925" y="338138"/>
                </a:lnTo>
                <a:lnTo>
                  <a:pt x="157163" y="342900"/>
                </a:lnTo>
                <a:lnTo>
                  <a:pt x="147638" y="342900"/>
                </a:lnTo>
                <a:lnTo>
                  <a:pt x="138113" y="342900"/>
                </a:lnTo>
                <a:lnTo>
                  <a:pt x="128588" y="342900"/>
                </a:lnTo>
                <a:lnTo>
                  <a:pt x="119063" y="342900"/>
                </a:lnTo>
                <a:lnTo>
                  <a:pt x="109538" y="342900"/>
                </a:lnTo>
                <a:lnTo>
                  <a:pt x="100013" y="342900"/>
                </a:lnTo>
                <a:lnTo>
                  <a:pt x="90488" y="342900"/>
                </a:lnTo>
                <a:lnTo>
                  <a:pt x="80963" y="342900"/>
                </a:lnTo>
                <a:lnTo>
                  <a:pt x="71438" y="342900"/>
                </a:lnTo>
                <a:lnTo>
                  <a:pt x="61913" y="342900"/>
                </a:lnTo>
                <a:lnTo>
                  <a:pt x="52388" y="342900"/>
                </a:lnTo>
                <a:lnTo>
                  <a:pt x="42863" y="342900"/>
                </a:lnTo>
                <a:lnTo>
                  <a:pt x="33338" y="342900"/>
                </a:lnTo>
                <a:lnTo>
                  <a:pt x="23813" y="342900"/>
                </a:lnTo>
                <a:lnTo>
                  <a:pt x="14288" y="342900"/>
                </a:lnTo>
                <a:lnTo>
                  <a:pt x="4763" y="342900"/>
                </a:lnTo>
                <a:lnTo>
                  <a:pt x="0" y="338138"/>
                </a:lnTo>
                <a:lnTo>
                  <a:pt x="4763" y="333375"/>
                </a:lnTo>
                <a:lnTo>
                  <a:pt x="14288" y="333375"/>
                </a:lnTo>
                <a:lnTo>
                  <a:pt x="19050" y="328613"/>
                </a:lnTo>
                <a:lnTo>
                  <a:pt x="14288" y="323850"/>
                </a:lnTo>
                <a:lnTo>
                  <a:pt x="4763" y="323850"/>
                </a:lnTo>
                <a:lnTo>
                  <a:pt x="0" y="319088"/>
                </a:lnTo>
                <a:lnTo>
                  <a:pt x="0" y="309563"/>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4763" y="28575"/>
                </a:lnTo>
                <a:lnTo>
                  <a:pt x="9525" y="23813"/>
                </a:lnTo>
                <a:lnTo>
                  <a:pt x="14288" y="19050"/>
                </a:lnTo>
                <a:lnTo>
                  <a:pt x="19050" y="14288"/>
                </a:lnTo>
                <a:lnTo>
                  <a:pt x="14288" y="9525"/>
                </a:lnTo>
                <a:lnTo>
                  <a:pt x="4763" y="9525"/>
                </a:lnTo>
                <a:lnTo>
                  <a:pt x="0" y="4763"/>
                </a:lnTo>
                <a:close/>
                <a:moveTo>
                  <a:pt x="414338" y="9525"/>
                </a:moveTo>
                <a:lnTo>
                  <a:pt x="409575" y="14288"/>
                </a:lnTo>
                <a:lnTo>
                  <a:pt x="414338" y="19050"/>
                </a:lnTo>
                <a:lnTo>
                  <a:pt x="423863" y="19050"/>
                </a:lnTo>
                <a:lnTo>
                  <a:pt x="428625" y="14288"/>
                </a:lnTo>
                <a:lnTo>
                  <a:pt x="423863" y="9525"/>
                </a:lnTo>
                <a:lnTo>
                  <a:pt x="414338" y="9525"/>
                </a:lnTo>
                <a:close/>
              </a:path>
            </a:pathLst>
          </a:custGeom>
          <a:solidFill xmlns:a="http://schemas.openxmlformats.org/drawingml/2006/main">
            <a:srgbClr val="F0AE69"/>
          </a:solidFill>
          <a:ln xmlns:a="http://schemas.openxmlformats.org/drawingml/2006/main" w="0">
            <a:noFill/>
            <a:prstDash val="solid"/>
          </a:ln>
        </p:spPr>
      </p:sp>
      <p:sp>
        <p:nvSpPr>
          <p:cNvPr id="1163" name="layout-candidate-orange-87-0">
            <a:extLst xmlns:a="http://schemas.openxmlformats.org/drawingml/2006/main">
              <a:ext uri="{FF2B5EF4-FFF2-40B4-BE49-F238E27FC236}">
                <a16:creationId xmlns:a16="http://schemas.microsoft.com/office/drawing/2014/main" id="{E1110DBF-93B4-4C42-A9F8-2905F6E8EB9C}"/>
              </a:ext>
            </a:extLst>
          </p:cNvPr>
          <p:cNvSpPr>
            <a:spLocks xmlns:a="http://schemas.openxmlformats.org/drawingml/2006/main" noGrp="1"/>
          </p:cNvSpPr>
          <p:nvPr/>
        </p:nvSpPr>
        <p:spPr>
          <a:xfrm xmlns:a="http://schemas.openxmlformats.org/drawingml/2006/main" rot="0">
            <a:off x="2085975" y="5019675"/>
            <a:ext cx="438150" cy="342900"/>
          </a:xfrm>
          <a:custGeom xmlns:a="http://schemas.openxmlformats.org/drawingml/2006/main">
            <a:pathLst>
              <a:path w="438150" h="34290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38150" y="4763"/>
                </a:lnTo>
                <a:lnTo>
                  <a:pt x="438150" y="14288"/>
                </a:lnTo>
                <a:lnTo>
                  <a:pt x="438150" y="23813"/>
                </a:lnTo>
                <a:lnTo>
                  <a:pt x="438150" y="33338"/>
                </a:lnTo>
                <a:lnTo>
                  <a:pt x="438150" y="42863"/>
                </a:lnTo>
                <a:lnTo>
                  <a:pt x="438150" y="52388"/>
                </a:lnTo>
                <a:lnTo>
                  <a:pt x="438150" y="61913"/>
                </a:lnTo>
                <a:lnTo>
                  <a:pt x="438150" y="71438"/>
                </a:lnTo>
                <a:lnTo>
                  <a:pt x="438150" y="80963"/>
                </a:lnTo>
                <a:lnTo>
                  <a:pt x="438150" y="90488"/>
                </a:lnTo>
                <a:lnTo>
                  <a:pt x="438150" y="100013"/>
                </a:lnTo>
                <a:lnTo>
                  <a:pt x="438150" y="109538"/>
                </a:lnTo>
                <a:lnTo>
                  <a:pt x="438150" y="119063"/>
                </a:lnTo>
                <a:lnTo>
                  <a:pt x="438150" y="128588"/>
                </a:lnTo>
                <a:lnTo>
                  <a:pt x="438150" y="138113"/>
                </a:lnTo>
                <a:lnTo>
                  <a:pt x="438150" y="147638"/>
                </a:lnTo>
                <a:lnTo>
                  <a:pt x="438150" y="157163"/>
                </a:lnTo>
                <a:lnTo>
                  <a:pt x="433388" y="161925"/>
                </a:lnTo>
                <a:lnTo>
                  <a:pt x="423863" y="161925"/>
                </a:lnTo>
                <a:lnTo>
                  <a:pt x="414338" y="161925"/>
                </a:lnTo>
                <a:lnTo>
                  <a:pt x="404813" y="161925"/>
                </a:lnTo>
                <a:lnTo>
                  <a:pt x="395288" y="161925"/>
                </a:lnTo>
                <a:lnTo>
                  <a:pt x="385763" y="161925"/>
                </a:lnTo>
                <a:lnTo>
                  <a:pt x="376238" y="161925"/>
                </a:lnTo>
                <a:lnTo>
                  <a:pt x="366713" y="161925"/>
                </a:lnTo>
                <a:lnTo>
                  <a:pt x="357188" y="161925"/>
                </a:lnTo>
                <a:lnTo>
                  <a:pt x="347663" y="161925"/>
                </a:lnTo>
                <a:lnTo>
                  <a:pt x="338138" y="161925"/>
                </a:lnTo>
                <a:lnTo>
                  <a:pt x="328613" y="161925"/>
                </a:lnTo>
                <a:lnTo>
                  <a:pt x="319088" y="161925"/>
                </a:lnTo>
                <a:lnTo>
                  <a:pt x="309563" y="161925"/>
                </a:lnTo>
                <a:lnTo>
                  <a:pt x="300038" y="161925"/>
                </a:lnTo>
                <a:lnTo>
                  <a:pt x="290513" y="161925"/>
                </a:lnTo>
                <a:lnTo>
                  <a:pt x="280988" y="161925"/>
                </a:lnTo>
                <a:lnTo>
                  <a:pt x="271463" y="161925"/>
                </a:lnTo>
                <a:lnTo>
                  <a:pt x="261938" y="161925"/>
                </a:lnTo>
                <a:lnTo>
                  <a:pt x="252413" y="161925"/>
                </a:lnTo>
                <a:lnTo>
                  <a:pt x="242888" y="161925"/>
                </a:lnTo>
                <a:lnTo>
                  <a:pt x="233363" y="161925"/>
                </a:lnTo>
                <a:lnTo>
                  <a:pt x="223838" y="161925"/>
                </a:lnTo>
                <a:lnTo>
                  <a:pt x="214313" y="161925"/>
                </a:lnTo>
                <a:lnTo>
                  <a:pt x="204788" y="161925"/>
                </a:lnTo>
                <a:lnTo>
                  <a:pt x="195263" y="161925"/>
                </a:lnTo>
                <a:lnTo>
                  <a:pt x="185738" y="161925"/>
                </a:lnTo>
                <a:lnTo>
                  <a:pt x="176213" y="161925"/>
                </a:lnTo>
                <a:lnTo>
                  <a:pt x="166688" y="161925"/>
                </a:lnTo>
                <a:lnTo>
                  <a:pt x="161925" y="166688"/>
                </a:lnTo>
                <a:lnTo>
                  <a:pt x="161925" y="176213"/>
                </a:lnTo>
                <a:lnTo>
                  <a:pt x="161925" y="185738"/>
                </a:lnTo>
                <a:lnTo>
                  <a:pt x="161925" y="195263"/>
                </a:lnTo>
                <a:lnTo>
                  <a:pt x="161925" y="204788"/>
                </a:lnTo>
                <a:lnTo>
                  <a:pt x="161925" y="214313"/>
                </a:lnTo>
                <a:lnTo>
                  <a:pt x="161925" y="223838"/>
                </a:lnTo>
                <a:lnTo>
                  <a:pt x="161925" y="233363"/>
                </a:lnTo>
                <a:lnTo>
                  <a:pt x="161925" y="242888"/>
                </a:lnTo>
                <a:lnTo>
                  <a:pt x="161925" y="252413"/>
                </a:lnTo>
                <a:lnTo>
                  <a:pt x="161925" y="261938"/>
                </a:lnTo>
                <a:lnTo>
                  <a:pt x="161925" y="271463"/>
                </a:lnTo>
                <a:lnTo>
                  <a:pt x="161925" y="280988"/>
                </a:lnTo>
                <a:lnTo>
                  <a:pt x="161925" y="290513"/>
                </a:lnTo>
                <a:lnTo>
                  <a:pt x="161925" y="300038"/>
                </a:lnTo>
                <a:lnTo>
                  <a:pt x="161925" y="309563"/>
                </a:lnTo>
                <a:lnTo>
                  <a:pt x="161925" y="319088"/>
                </a:lnTo>
                <a:lnTo>
                  <a:pt x="161925" y="328613"/>
                </a:lnTo>
                <a:lnTo>
                  <a:pt x="161925" y="338138"/>
                </a:lnTo>
                <a:lnTo>
                  <a:pt x="157163" y="342900"/>
                </a:lnTo>
                <a:lnTo>
                  <a:pt x="147638" y="342900"/>
                </a:lnTo>
                <a:lnTo>
                  <a:pt x="138113" y="342900"/>
                </a:lnTo>
                <a:lnTo>
                  <a:pt x="128588" y="342900"/>
                </a:lnTo>
                <a:lnTo>
                  <a:pt x="119063" y="342900"/>
                </a:lnTo>
                <a:lnTo>
                  <a:pt x="109538" y="342900"/>
                </a:lnTo>
                <a:lnTo>
                  <a:pt x="100013" y="342900"/>
                </a:lnTo>
                <a:lnTo>
                  <a:pt x="90488" y="342900"/>
                </a:lnTo>
                <a:lnTo>
                  <a:pt x="80963" y="342900"/>
                </a:lnTo>
                <a:lnTo>
                  <a:pt x="71438" y="342900"/>
                </a:lnTo>
                <a:lnTo>
                  <a:pt x="61913" y="342900"/>
                </a:lnTo>
                <a:lnTo>
                  <a:pt x="52388" y="342900"/>
                </a:lnTo>
                <a:lnTo>
                  <a:pt x="42863" y="342900"/>
                </a:lnTo>
                <a:lnTo>
                  <a:pt x="33338" y="342900"/>
                </a:lnTo>
                <a:lnTo>
                  <a:pt x="23813" y="342900"/>
                </a:lnTo>
                <a:lnTo>
                  <a:pt x="14288" y="342900"/>
                </a:lnTo>
                <a:lnTo>
                  <a:pt x="4763" y="342900"/>
                </a:lnTo>
                <a:lnTo>
                  <a:pt x="0" y="338138"/>
                </a:lnTo>
                <a:lnTo>
                  <a:pt x="4763" y="333375"/>
                </a:lnTo>
                <a:lnTo>
                  <a:pt x="14288" y="333375"/>
                </a:lnTo>
                <a:lnTo>
                  <a:pt x="23813" y="333375"/>
                </a:lnTo>
                <a:lnTo>
                  <a:pt x="28575" y="328613"/>
                </a:lnTo>
                <a:lnTo>
                  <a:pt x="23813" y="323850"/>
                </a:lnTo>
                <a:lnTo>
                  <a:pt x="14288" y="323850"/>
                </a:lnTo>
                <a:lnTo>
                  <a:pt x="9525" y="319088"/>
                </a:lnTo>
                <a:lnTo>
                  <a:pt x="9525" y="309563"/>
                </a:lnTo>
                <a:lnTo>
                  <a:pt x="4763" y="304800"/>
                </a:lnTo>
                <a:lnTo>
                  <a:pt x="0" y="300038"/>
                </a:lnTo>
                <a:lnTo>
                  <a:pt x="0" y="290513"/>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4763" y="47625"/>
                </a:lnTo>
                <a:lnTo>
                  <a:pt x="9525" y="42863"/>
                </a:lnTo>
                <a:lnTo>
                  <a:pt x="9525" y="33338"/>
                </a:lnTo>
                <a:lnTo>
                  <a:pt x="14288" y="28575"/>
                </a:lnTo>
                <a:lnTo>
                  <a:pt x="19050" y="23813"/>
                </a:lnTo>
                <a:lnTo>
                  <a:pt x="23813" y="19050"/>
                </a:lnTo>
                <a:lnTo>
                  <a:pt x="28575" y="14288"/>
                </a:lnTo>
                <a:lnTo>
                  <a:pt x="23813" y="9525"/>
                </a:lnTo>
                <a:lnTo>
                  <a:pt x="14288" y="9525"/>
                </a:lnTo>
                <a:lnTo>
                  <a:pt x="4763" y="9525"/>
                </a:lnTo>
                <a:lnTo>
                  <a:pt x="0" y="4763"/>
                </a:lnTo>
                <a:close/>
                <a:moveTo>
                  <a:pt x="404813" y="9525"/>
                </a:moveTo>
                <a:lnTo>
                  <a:pt x="400050" y="14288"/>
                </a:lnTo>
                <a:lnTo>
                  <a:pt x="404813" y="19050"/>
                </a:lnTo>
                <a:lnTo>
                  <a:pt x="409575" y="23813"/>
                </a:lnTo>
                <a:lnTo>
                  <a:pt x="414338" y="28575"/>
                </a:lnTo>
                <a:lnTo>
                  <a:pt x="419100" y="33338"/>
                </a:lnTo>
                <a:lnTo>
                  <a:pt x="423863" y="38100"/>
                </a:lnTo>
                <a:lnTo>
                  <a:pt x="428625" y="33338"/>
                </a:lnTo>
                <a:lnTo>
                  <a:pt x="428625" y="23813"/>
                </a:lnTo>
                <a:lnTo>
                  <a:pt x="428625" y="14288"/>
                </a:lnTo>
                <a:lnTo>
                  <a:pt x="423863" y="9525"/>
                </a:lnTo>
                <a:lnTo>
                  <a:pt x="414338" y="9525"/>
                </a:lnTo>
                <a:lnTo>
                  <a:pt x="404813" y="9525"/>
                </a:lnTo>
                <a:close/>
              </a:path>
            </a:pathLst>
          </a:custGeom>
          <a:solidFill xmlns:a="http://schemas.openxmlformats.org/drawingml/2006/main">
            <a:srgbClr val="F1B06D"/>
          </a:solidFill>
          <a:ln xmlns:a="http://schemas.openxmlformats.org/drawingml/2006/main" w="0">
            <a:noFill/>
            <a:prstDash val="solid"/>
          </a:ln>
        </p:spPr>
      </p:sp>
      <p:sp>
        <p:nvSpPr>
          <p:cNvPr id="1164" name="layout-candidate-orange-88-0">
            <a:extLst xmlns:a="http://schemas.openxmlformats.org/drawingml/2006/main">
              <a:ext uri="{FF2B5EF4-FFF2-40B4-BE49-F238E27FC236}">
                <a16:creationId xmlns:a16="http://schemas.microsoft.com/office/drawing/2014/main" id="{90671D13-169E-4EC2-B91C-483E7A5519DE}"/>
              </a:ext>
            </a:extLst>
          </p:cNvPr>
          <p:cNvSpPr>
            <a:spLocks xmlns:a="http://schemas.openxmlformats.org/drawingml/2006/main" noGrp="1"/>
          </p:cNvSpPr>
          <p:nvPr/>
        </p:nvSpPr>
        <p:spPr>
          <a:xfrm xmlns:a="http://schemas.openxmlformats.org/drawingml/2006/main" rot="0">
            <a:off x="2085975" y="5019675"/>
            <a:ext cx="438150" cy="342900"/>
          </a:xfrm>
          <a:custGeom xmlns:a="http://schemas.openxmlformats.org/drawingml/2006/main">
            <a:pathLst>
              <a:path w="438150" h="34290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38150" y="4763"/>
                </a:lnTo>
                <a:lnTo>
                  <a:pt x="438150" y="14288"/>
                </a:lnTo>
                <a:lnTo>
                  <a:pt x="438150" y="23813"/>
                </a:lnTo>
                <a:lnTo>
                  <a:pt x="438150" y="33338"/>
                </a:lnTo>
                <a:lnTo>
                  <a:pt x="438150" y="42863"/>
                </a:lnTo>
                <a:lnTo>
                  <a:pt x="438150" y="52388"/>
                </a:lnTo>
                <a:lnTo>
                  <a:pt x="438150" y="61913"/>
                </a:lnTo>
                <a:lnTo>
                  <a:pt x="438150" y="71438"/>
                </a:lnTo>
                <a:lnTo>
                  <a:pt x="438150" y="80963"/>
                </a:lnTo>
                <a:lnTo>
                  <a:pt x="438150" y="90488"/>
                </a:lnTo>
                <a:lnTo>
                  <a:pt x="438150" y="100013"/>
                </a:lnTo>
                <a:lnTo>
                  <a:pt x="438150" y="109538"/>
                </a:lnTo>
                <a:lnTo>
                  <a:pt x="438150" y="119063"/>
                </a:lnTo>
                <a:lnTo>
                  <a:pt x="438150" y="128588"/>
                </a:lnTo>
                <a:lnTo>
                  <a:pt x="438150" y="138113"/>
                </a:lnTo>
                <a:lnTo>
                  <a:pt x="438150" y="147638"/>
                </a:lnTo>
                <a:lnTo>
                  <a:pt x="438150" y="157163"/>
                </a:lnTo>
                <a:lnTo>
                  <a:pt x="433388" y="161925"/>
                </a:lnTo>
                <a:lnTo>
                  <a:pt x="423863" y="161925"/>
                </a:lnTo>
                <a:lnTo>
                  <a:pt x="414338" y="161925"/>
                </a:lnTo>
                <a:lnTo>
                  <a:pt x="404813" y="161925"/>
                </a:lnTo>
                <a:lnTo>
                  <a:pt x="395288" y="161925"/>
                </a:lnTo>
                <a:lnTo>
                  <a:pt x="385763" y="161925"/>
                </a:lnTo>
                <a:lnTo>
                  <a:pt x="376238" y="161925"/>
                </a:lnTo>
                <a:lnTo>
                  <a:pt x="366713" y="161925"/>
                </a:lnTo>
                <a:lnTo>
                  <a:pt x="357188" y="161925"/>
                </a:lnTo>
                <a:lnTo>
                  <a:pt x="347663" y="161925"/>
                </a:lnTo>
                <a:lnTo>
                  <a:pt x="338138" y="161925"/>
                </a:lnTo>
                <a:lnTo>
                  <a:pt x="328613" y="161925"/>
                </a:lnTo>
                <a:lnTo>
                  <a:pt x="319088" y="161925"/>
                </a:lnTo>
                <a:lnTo>
                  <a:pt x="309563" y="161925"/>
                </a:lnTo>
                <a:lnTo>
                  <a:pt x="300038" y="161925"/>
                </a:lnTo>
                <a:lnTo>
                  <a:pt x="290513" y="161925"/>
                </a:lnTo>
                <a:lnTo>
                  <a:pt x="280988" y="161925"/>
                </a:lnTo>
                <a:lnTo>
                  <a:pt x="271463" y="161925"/>
                </a:lnTo>
                <a:lnTo>
                  <a:pt x="261938" y="161925"/>
                </a:lnTo>
                <a:lnTo>
                  <a:pt x="252413" y="161925"/>
                </a:lnTo>
                <a:lnTo>
                  <a:pt x="242888" y="161925"/>
                </a:lnTo>
                <a:lnTo>
                  <a:pt x="233363" y="161925"/>
                </a:lnTo>
                <a:lnTo>
                  <a:pt x="223838" y="161925"/>
                </a:lnTo>
                <a:lnTo>
                  <a:pt x="214313" y="161925"/>
                </a:lnTo>
                <a:lnTo>
                  <a:pt x="204788" y="161925"/>
                </a:lnTo>
                <a:lnTo>
                  <a:pt x="195263" y="161925"/>
                </a:lnTo>
                <a:lnTo>
                  <a:pt x="185738" y="161925"/>
                </a:lnTo>
                <a:lnTo>
                  <a:pt x="176213" y="161925"/>
                </a:lnTo>
                <a:lnTo>
                  <a:pt x="166688" y="161925"/>
                </a:lnTo>
                <a:lnTo>
                  <a:pt x="161925" y="166688"/>
                </a:lnTo>
                <a:lnTo>
                  <a:pt x="161925" y="176213"/>
                </a:lnTo>
                <a:lnTo>
                  <a:pt x="161925" y="185738"/>
                </a:lnTo>
                <a:lnTo>
                  <a:pt x="161925" y="195263"/>
                </a:lnTo>
                <a:lnTo>
                  <a:pt x="161925" y="204788"/>
                </a:lnTo>
                <a:lnTo>
                  <a:pt x="161925" y="214313"/>
                </a:lnTo>
                <a:lnTo>
                  <a:pt x="161925" y="223838"/>
                </a:lnTo>
                <a:lnTo>
                  <a:pt x="161925" y="233363"/>
                </a:lnTo>
                <a:lnTo>
                  <a:pt x="161925" y="242888"/>
                </a:lnTo>
                <a:lnTo>
                  <a:pt x="161925" y="252413"/>
                </a:lnTo>
                <a:lnTo>
                  <a:pt x="161925" y="261938"/>
                </a:lnTo>
                <a:lnTo>
                  <a:pt x="161925" y="271463"/>
                </a:lnTo>
                <a:lnTo>
                  <a:pt x="161925" y="280988"/>
                </a:lnTo>
                <a:lnTo>
                  <a:pt x="161925" y="290513"/>
                </a:lnTo>
                <a:lnTo>
                  <a:pt x="161925" y="300038"/>
                </a:lnTo>
                <a:lnTo>
                  <a:pt x="161925" y="309563"/>
                </a:lnTo>
                <a:lnTo>
                  <a:pt x="161925" y="319088"/>
                </a:lnTo>
                <a:lnTo>
                  <a:pt x="161925" y="328613"/>
                </a:lnTo>
                <a:lnTo>
                  <a:pt x="161925" y="338138"/>
                </a:lnTo>
                <a:lnTo>
                  <a:pt x="157163" y="342900"/>
                </a:lnTo>
                <a:lnTo>
                  <a:pt x="147638" y="342900"/>
                </a:lnTo>
                <a:lnTo>
                  <a:pt x="138113" y="342900"/>
                </a:lnTo>
                <a:lnTo>
                  <a:pt x="128588" y="342900"/>
                </a:lnTo>
                <a:lnTo>
                  <a:pt x="119063" y="342900"/>
                </a:lnTo>
                <a:lnTo>
                  <a:pt x="109538" y="342900"/>
                </a:lnTo>
                <a:lnTo>
                  <a:pt x="100013" y="342900"/>
                </a:lnTo>
                <a:lnTo>
                  <a:pt x="90488" y="342900"/>
                </a:lnTo>
                <a:lnTo>
                  <a:pt x="80963" y="342900"/>
                </a:lnTo>
                <a:lnTo>
                  <a:pt x="71438" y="342900"/>
                </a:lnTo>
                <a:lnTo>
                  <a:pt x="61913" y="342900"/>
                </a:lnTo>
                <a:lnTo>
                  <a:pt x="52388" y="342900"/>
                </a:lnTo>
                <a:lnTo>
                  <a:pt x="42863" y="342900"/>
                </a:lnTo>
                <a:lnTo>
                  <a:pt x="33338" y="342900"/>
                </a:lnTo>
                <a:lnTo>
                  <a:pt x="23813" y="342900"/>
                </a:lnTo>
                <a:lnTo>
                  <a:pt x="14288" y="342900"/>
                </a:lnTo>
                <a:lnTo>
                  <a:pt x="4763" y="342900"/>
                </a:lnTo>
                <a:lnTo>
                  <a:pt x="0" y="338138"/>
                </a:lnTo>
                <a:lnTo>
                  <a:pt x="4763" y="333375"/>
                </a:lnTo>
                <a:lnTo>
                  <a:pt x="14288" y="333375"/>
                </a:lnTo>
                <a:lnTo>
                  <a:pt x="23813" y="333375"/>
                </a:lnTo>
                <a:lnTo>
                  <a:pt x="33338" y="333375"/>
                </a:lnTo>
                <a:lnTo>
                  <a:pt x="38100" y="328613"/>
                </a:lnTo>
                <a:lnTo>
                  <a:pt x="33338" y="323850"/>
                </a:lnTo>
                <a:lnTo>
                  <a:pt x="28575" y="319088"/>
                </a:lnTo>
                <a:lnTo>
                  <a:pt x="23813" y="314325"/>
                </a:lnTo>
                <a:lnTo>
                  <a:pt x="19050" y="309563"/>
                </a:lnTo>
                <a:lnTo>
                  <a:pt x="14288" y="304800"/>
                </a:lnTo>
                <a:lnTo>
                  <a:pt x="9525" y="300038"/>
                </a:lnTo>
                <a:lnTo>
                  <a:pt x="9525" y="290513"/>
                </a:lnTo>
                <a:lnTo>
                  <a:pt x="4763" y="285750"/>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4763" y="66675"/>
                </a:lnTo>
                <a:lnTo>
                  <a:pt x="9525" y="61913"/>
                </a:lnTo>
                <a:lnTo>
                  <a:pt x="9525" y="52388"/>
                </a:lnTo>
                <a:lnTo>
                  <a:pt x="14288" y="47625"/>
                </a:lnTo>
                <a:lnTo>
                  <a:pt x="19050" y="42863"/>
                </a:lnTo>
                <a:lnTo>
                  <a:pt x="19050" y="33338"/>
                </a:lnTo>
                <a:lnTo>
                  <a:pt x="23813" y="28575"/>
                </a:lnTo>
                <a:lnTo>
                  <a:pt x="28575" y="23813"/>
                </a:lnTo>
                <a:lnTo>
                  <a:pt x="33338" y="19050"/>
                </a:lnTo>
                <a:lnTo>
                  <a:pt x="38100" y="14288"/>
                </a:lnTo>
                <a:lnTo>
                  <a:pt x="33338" y="9525"/>
                </a:lnTo>
                <a:lnTo>
                  <a:pt x="23813" y="9525"/>
                </a:lnTo>
                <a:lnTo>
                  <a:pt x="14288" y="9525"/>
                </a:lnTo>
                <a:lnTo>
                  <a:pt x="4763" y="9525"/>
                </a:lnTo>
                <a:lnTo>
                  <a:pt x="0" y="4763"/>
                </a:lnTo>
                <a:close/>
                <a:moveTo>
                  <a:pt x="395288" y="9525"/>
                </a:moveTo>
                <a:lnTo>
                  <a:pt x="390525" y="14288"/>
                </a:lnTo>
                <a:lnTo>
                  <a:pt x="395288" y="19050"/>
                </a:lnTo>
                <a:lnTo>
                  <a:pt x="400050" y="23813"/>
                </a:lnTo>
                <a:lnTo>
                  <a:pt x="404813" y="28575"/>
                </a:lnTo>
                <a:lnTo>
                  <a:pt x="409575" y="33338"/>
                </a:lnTo>
                <a:lnTo>
                  <a:pt x="414338" y="38100"/>
                </a:lnTo>
                <a:lnTo>
                  <a:pt x="419100" y="42863"/>
                </a:lnTo>
                <a:lnTo>
                  <a:pt x="419100" y="52388"/>
                </a:lnTo>
                <a:lnTo>
                  <a:pt x="423863" y="57150"/>
                </a:lnTo>
                <a:lnTo>
                  <a:pt x="428625" y="52388"/>
                </a:lnTo>
                <a:lnTo>
                  <a:pt x="428625" y="42863"/>
                </a:lnTo>
                <a:lnTo>
                  <a:pt x="428625" y="33338"/>
                </a:lnTo>
                <a:lnTo>
                  <a:pt x="428625" y="23813"/>
                </a:lnTo>
                <a:lnTo>
                  <a:pt x="428625" y="14288"/>
                </a:lnTo>
                <a:lnTo>
                  <a:pt x="423863" y="9525"/>
                </a:lnTo>
                <a:lnTo>
                  <a:pt x="414338" y="9525"/>
                </a:lnTo>
                <a:lnTo>
                  <a:pt x="404813" y="9525"/>
                </a:lnTo>
                <a:lnTo>
                  <a:pt x="395288" y="9525"/>
                </a:lnTo>
                <a:close/>
              </a:path>
            </a:pathLst>
          </a:custGeom>
          <a:solidFill xmlns:a="http://schemas.openxmlformats.org/drawingml/2006/main">
            <a:srgbClr val="F1B270"/>
          </a:solidFill>
          <a:ln xmlns:a="http://schemas.openxmlformats.org/drawingml/2006/main" w="0">
            <a:noFill/>
            <a:prstDash val="solid"/>
          </a:ln>
        </p:spPr>
      </p:sp>
      <p:sp>
        <p:nvSpPr>
          <p:cNvPr id="1165" name="layout-candidate-orange-89-0">
            <a:extLst xmlns:a="http://schemas.openxmlformats.org/drawingml/2006/main">
              <a:ext uri="{FF2B5EF4-FFF2-40B4-BE49-F238E27FC236}">
                <a16:creationId xmlns:a16="http://schemas.microsoft.com/office/drawing/2014/main" id="{8BFFABD9-1147-49BB-8AC6-9C0009BE18B0}"/>
              </a:ext>
            </a:extLst>
          </p:cNvPr>
          <p:cNvSpPr>
            <a:spLocks xmlns:a="http://schemas.openxmlformats.org/drawingml/2006/main" noGrp="1"/>
          </p:cNvSpPr>
          <p:nvPr/>
        </p:nvSpPr>
        <p:spPr>
          <a:xfrm xmlns:a="http://schemas.openxmlformats.org/drawingml/2006/main" rot="0">
            <a:off x="2085975" y="5019675"/>
            <a:ext cx="438150" cy="342900"/>
          </a:xfrm>
          <a:custGeom xmlns:a="http://schemas.openxmlformats.org/drawingml/2006/main">
            <a:pathLst>
              <a:path w="438150" h="34290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38150" y="4763"/>
                </a:lnTo>
                <a:lnTo>
                  <a:pt x="438150" y="14288"/>
                </a:lnTo>
                <a:lnTo>
                  <a:pt x="438150" y="23813"/>
                </a:lnTo>
                <a:lnTo>
                  <a:pt x="438150" y="33338"/>
                </a:lnTo>
                <a:lnTo>
                  <a:pt x="438150" y="42863"/>
                </a:lnTo>
                <a:lnTo>
                  <a:pt x="438150" y="52388"/>
                </a:lnTo>
                <a:lnTo>
                  <a:pt x="438150" y="61913"/>
                </a:lnTo>
                <a:lnTo>
                  <a:pt x="438150" y="71438"/>
                </a:lnTo>
                <a:lnTo>
                  <a:pt x="438150" y="80963"/>
                </a:lnTo>
                <a:lnTo>
                  <a:pt x="438150" y="90488"/>
                </a:lnTo>
                <a:lnTo>
                  <a:pt x="438150" y="100013"/>
                </a:lnTo>
                <a:lnTo>
                  <a:pt x="438150" y="109538"/>
                </a:lnTo>
                <a:lnTo>
                  <a:pt x="438150" y="119063"/>
                </a:lnTo>
                <a:lnTo>
                  <a:pt x="438150" y="128588"/>
                </a:lnTo>
                <a:lnTo>
                  <a:pt x="438150" y="138113"/>
                </a:lnTo>
                <a:lnTo>
                  <a:pt x="438150" y="147638"/>
                </a:lnTo>
                <a:lnTo>
                  <a:pt x="438150" y="157163"/>
                </a:lnTo>
                <a:lnTo>
                  <a:pt x="433388" y="161925"/>
                </a:lnTo>
                <a:lnTo>
                  <a:pt x="423863" y="161925"/>
                </a:lnTo>
                <a:lnTo>
                  <a:pt x="414338" y="161925"/>
                </a:lnTo>
                <a:lnTo>
                  <a:pt x="404813" y="161925"/>
                </a:lnTo>
                <a:lnTo>
                  <a:pt x="395288" y="161925"/>
                </a:lnTo>
                <a:lnTo>
                  <a:pt x="385763" y="161925"/>
                </a:lnTo>
                <a:lnTo>
                  <a:pt x="376238" y="161925"/>
                </a:lnTo>
                <a:lnTo>
                  <a:pt x="366713" y="161925"/>
                </a:lnTo>
                <a:lnTo>
                  <a:pt x="357188" y="161925"/>
                </a:lnTo>
                <a:lnTo>
                  <a:pt x="347663" y="161925"/>
                </a:lnTo>
                <a:lnTo>
                  <a:pt x="338138" y="161925"/>
                </a:lnTo>
                <a:lnTo>
                  <a:pt x="328613" y="161925"/>
                </a:lnTo>
                <a:lnTo>
                  <a:pt x="319088" y="161925"/>
                </a:lnTo>
                <a:lnTo>
                  <a:pt x="309563" y="161925"/>
                </a:lnTo>
                <a:lnTo>
                  <a:pt x="300038" y="161925"/>
                </a:lnTo>
                <a:lnTo>
                  <a:pt x="290513" y="161925"/>
                </a:lnTo>
                <a:lnTo>
                  <a:pt x="280988" y="161925"/>
                </a:lnTo>
                <a:lnTo>
                  <a:pt x="271463" y="161925"/>
                </a:lnTo>
                <a:lnTo>
                  <a:pt x="261938" y="161925"/>
                </a:lnTo>
                <a:lnTo>
                  <a:pt x="252413" y="161925"/>
                </a:lnTo>
                <a:lnTo>
                  <a:pt x="242888" y="161925"/>
                </a:lnTo>
                <a:lnTo>
                  <a:pt x="233363" y="161925"/>
                </a:lnTo>
                <a:lnTo>
                  <a:pt x="223838" y="161925"/>
                </a:lnTo>
                <a:lnTo>
                  <a:pt x="214313" y="161925"/>
                </a:lnTo>
                <a:lnTo>
                  <a:pt x="204788" y="161925"/>
                </a:lnTo>
                <a:lnTo>
                  <a:pt x="195263" y="161925"/>
                </a:lnTo>
                <a:lnTo>
                  <a:pt x="185738" y="161925"/>
                </a:lnTo>
                <a:lnTo>
                  <a:pt x="176213" y="161925"/>
                </a:lnTo>
                <a:lnTo>
                  <a:pt x="166688" y="161925"/>
                </a:lnTo>
                <a:lnTo>
                  <a:pt x="161925" y="166688"/>
                </a:lnTo>
                <a:lnTo>
                  <a:pt x="161925" y="176213"/>
                </a:lnTo>
                <a:lnTo>
                  <a:pt x="161925" y="185738"/>
                </a:lnTo>
                <a:lnTo>
                  <a:pt x="161925" y="195263"/>
                </a:lnTo>
                <a:lnTo>
                  <a:pt x="161925" y="204788"/>
                </a:lnTo>
                <a:lnTo>
                  <a:pt x="161925" y="214313"/>
                </a:lnTo>
                <a:lnTo>
                  <a:pt x="161925" y="223838"/>
                </a:lnTo>
                <a:lnTo>
                  <a:pt x="161925" y="233363"/>
                </a:lnTo>
                <a:lnTo>
                  <a:pt x="161925" y="242888"/>
                </a:lnTo>
                <a:lnTo>
                  <a:pt x="161925" y="252413"/>
                </a:lnTo>
                <a:lnTo>
                  <a:pt x="161925" y="261938"/>
                </a:lnTo>
                <a:lnTo>
                  <a:pt x="161925" y="271463"/>
                </a:lnTo>
                <a:lnTo>
                  <a:pt x="161925" y="280988"/>
                </a:lnTo>
                <a:lnTo>
                  <a:pt x="161925" y="290513"/>
                </a:lnTo>
                <a:lnTo>
                  <a:pt x="161925" y="300038"/>
                </a:lnTo>
                <a:lnTo>
                  <a:pt x="161925" y="309563"/>
                </a:lnTo>
                <a:lnTo>
                  <a:pt x="161925" y="319088"/>
                </a:lnTo>
                <a:lnTo>
                  <a:pt x="161925" y="328613"/>
                </a:lnTo>
                <a:lnTo>
                  <a:pt x="161925" y="338138"/>
                </a:lnTo>
                <a:lnTo>
                  <a:pt x="157163" y="342900"/>
                </a:lnTo>
                <a:lnTo>
                  <a:pt x="147638" y="342900"/>
                </a:lnTo>
                <a:lnTo>
                  <a:pt x="138113" y="342900"/>
                </a:lnTo>
                <a:lnTo>
                  <a:pt x="128588" y="342900"/>
                </a:lnTo>
                <a:lnTo>
                  <a:pt x="119063" y="342900"/>
                </a:lnTo>
                <a:lnTo>
                  <a:pt x="109538" y="342900"/>
                </a:lnTo>
                <a:lnTo>
                  <a:pt x="100013" y="342900"/>
                </a:lnTo>
                <a:lnTo>
                  <a:pt x="90488" y="342900"/>
                </a:lnTo>
                <a:lnTo>
                  <a:pt x="80963" y="342900"/>
                </a:lnTo>
                <a:lnTo>
                  <a:pt x="71438" y="342900"/>
                </a:lnTo>
                <a:lnTo>
                  <a:pt x="61913" y="342900"/>
                </a:lnTo>
                <a:lnTo>
                  <a:pt x="52388" y="342900"/>
                </a:lnTo>
                <a:lnTo>
                  <a:pt x="42863" y="342900"/>
                </a:lnTo>
                <a:lnTo>
                  <a:pt x="33338" y="342900"/>
                </a:lnTo>
                <a:lnTo>
                  <a:pt x="23813" y="342900"/>
                </a:lnTo>
                <a:lnTo>
                  <a:pt x="14288" y="342900"/>
                </a:lnTo>
                <a:lnTo>
                  <a:pt x="4763" y="342900"/>
                </a:lnTo>
                <a:lnTo>
                  <a:pt x="0" y="338138"/>
                </a:lnTo>
                <a:lnTo>
                  <a:pt x="4763" y="333375"/>
                </a:lnTo>
                <a:lnTo>
                  <a:pt x="14288" y="333375"/>
                </a:lnTo>
                <a:lnTo>
                  <a:pt x="23813" y="333375"/>
                </a:lnTo>
                <a:lnTo>
                  <a:pt x="33338" y="333375"/>
                </a:lnTo>
                <a:lnTo>
                  <a:pt x="38100" y="328613"/>
                </a:lnTo>
                <a:lnTo>
                  <a:pt x="33338" y="323850"/>
                </a:lnTo>
                <a:lnTo>
                  <a:pt x="28575" y="319088"/>
                </a:lnTo>
                <a:lnTo>
                  <a:pt x="28575" y="309563"/>
                </a:lnTo>
                <a:lnTo>
                  <a:pt x="23813" y="304800"/>
                </a:lnTo>
                <a:lnTo>
                  <a:pt x="19050" y="300038"/>
                </a:lnTo>
                <a:lnTo>
                  <a:pt x="14288" y="295275"/>
                </a:lnTo>
                <a:lnTo>
                  <a:pt x="9525" y="290513"/>
                </a:lnTo>
                <a:lnTo>
                  <a:pt x="4763" y="285750"/>
                </a:lnTo>
                <a:lnTo>
                  <a:pt x="0" y="280988"/>
                </a:lnTo>
                <a:lnTo>
                  <a:pt x="0" y="271463"/>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0" y="90488"/>
                </a:lnTo>
                <a:lnTo>
                  <a:pt x="0" y="80963"/>
                </a:lnTo>
                <a:lnTo>
                  <a:pt x="4763" y="76200"/>
                </a:lnTo>
                <a:lnTo>
                  <a:pt x="9525" y="71438"/>
                </a:lnTo>
                <a:lnTo>
                  <a:pt x="9525" y="61913"/>
                </a:lnTo>
                <a:lnTo>
                  <a:pt x="9525" y="52388"/>
                </a:lnTo>
                <a:lnTo>
                  <a:pt x="14288" y="47625"/>
                </a:lnTo>
                <a:lnTo>
                  <a:pt x="19050" y="42863"/>
                </a:lnTo>
                <a:lnTo>
                  <a:pt x="23813" y="38100"/>
                </a:lnTo>
                <a:lnTo>
                  <a:pt x="28575" y="33338"/>
                </a:lnTo>
                <a:lnTo>
                  <a:pt x="33338" y="28575"/>
                </a:lnTo>
                <a:lnTo>
                  <a:pt x="38100" y="23813"/>
                </a:lnTo>
                <a:lnTo>
                  <a:pt x="42863" y="19050"/>
                </a:lnTo>
                <a:lnTo>
                  <a:pt x="47625" y="14288"/>
                </a:lnTo>
                <a:lnTo>
                  <a:pt x="42863" y="9525"/>
                </a:lnTo>
                <a:lnTo>
                  <a:pt x="33338" y="9525"/>
                </a:lnTo>
                <a:lnTo>
                  <a:pt x="23813" y="9525"/>
                </a:lnTo>
                <a:lnTo>
                  <a:pt x="14288" y="9525"/>
                </a:lnTo>
                <a:lnTo>
                  <a:pt x="4763" y="9525"/>
                </a:lnTo>
                <a:lnTo>
                  <a:pt x="0" y="4763"/>
                </a:lnTo>
                <a:close/>
                <a:moveTo>
                  <a:pt x="385763" y="9525"/>
                </a:moveTo>
                <a:lnTo>
                  <a:pt x="381000" y="14288"/>
                </a:lnTo>
                <a:lnTo>
                  <a:pt x="385763" y="19050"/>
                </a:lnTo>
                <a:lnTo>
                  <a:pt x="395288" y="19050"/>
                </a:lnTo>
                <a:lnTo>
                  <a:pt x="400050" y="23813"/>
                </a:lnTo>
                <a:lnTo>
                  <a:pt x="400050" y="33338"/>
                </a:lnTo>
                <a:lnTo>
                  <a:pt x="404813" y="38100"/>
                </a:lnTo>
                <a:lnTo>
                  <a:pt x="414338" y="38100"/>
                </a:lnTo>
                <a:lnTo>
                  <a:pt x="419100" y="42863"/>
                </a:lnTo>
                <a:lnTo>
                  <a:pt x="419100" y="52388"/>
                </a:lnTo>
                <a:lnTo>
                  <a:pt x="423863" y="57150"/>
                </a:lnTo>
                <a:lnTo>
                  <a:pt x="428625" y="52388"/>
                </a:lnTo>
                <a:lnTo>
                  <a:pt x="428625" y="42863"/>
                </a:lnTo>
                <a:lnTo>
                  <a:pt x="428625" y="33338"/>
                </a:lnTo>
                <a:lnTo>
                  <a:pt x="428625" y="23813"/>
                </a:lnTo>
                <a:lnTo>
                  <a:pt x="428625" y="14288"/>
                </a:lnTo>
                <a:lnTo>
                  <a:pt x="423863" y="9525"/>
                </a:lnTo>
                <a:lnTo>
                  <a:pt x="414338" y="9525"/>
                </a:lnTo>
                <a:lnTo>
                  <a:pt x="404813" y="9525"/>
                </a:lnTo>
                <a:lnTo>
                  <a:pt x="395288" y="9525"/>
                </a:lnTo>
                <a:lnTo>
                  <a:pt x="385763" y="9525"/>
                </a:lnTo>
                <a:close/>
              </a:path>
            </a:pathLst>
          </a:custGeom>
          <a:solidFill xmlns:a="http://schemas.openxmlformats.org/drawingml/2006/main">
            <a:srgbClr val="F2B372"/>
          </a:solidFill>
          <a:ln xmlns:a="http://schemas.openxmlformats.org/drawingml/2006/main" w="0">
            <a:noFill/>
            <a:prstDash val="solid"/>
          </a:ln>
        </p:spPr>
      </p:sp>
      <p:sp>
        <p:nvSpPr>
          <p:cNvPr id="1166" name="layout-candidate-orange-90-0">
            <a:extLst xmlns:a="http://schemas.openxmlformats.org/drawingml/2006/main">
              <a:ext uri="{FF2B5EF4-FFF2-40B4-BE49-F238E27FC236}">
                <a16:creationId xmlns:a16="http://schemas.microsoft.com/office/drawing/2014/main" id="{FA1698AA-13FA-433D-B316-B66CFCD65768}"/>
              </a:ext>
            </a:extLst>
          </p:cNvPr>
          <p:cNvSpPr>
            <a:spLocks xmlns:a="http://schemas.openxmlformats.org/drawingml/2006/main" noGrp="1"/>
          </p:cNvSpPr>
          <p:nvPr/>
        </p:nvSpPr>
        <p:spPr>
          <a:xfrm xmlns:a="http://schemas.openxmlformats.org/drawingml/2006/main" rot="0">
            <a:off x="2085975" y="5019675"/>
            <a:ext cx="438150" cy="342900"/>
          </a:xfrm>
          <a:custGeom xmlns:a="http://schemas.openxmlformats.org/drawingml/2006/main">
            <a:pathLst>
              <a:path w="438150" h="34290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38150" y="4763"/>
                </a:lnTo>
                <a:lnTo>
                  <a:pt x="438150" y="14288"/>
                </a:lnTo>
                <a:lnTo>
                  <a:pt x="438150" y="23813"/>
                </a:lnTo>
                <a:lnTo>
                  <a:pt x="438150" y="33338"/>
                </a:lnTo>
                <a:lnTo>
                  <a:pt x="438150" y="42863"/>
                </a:lnTo>
                <a:lnTo>
                  <a:pt x="438150" y="52388"/>
                </a:lnTo>
                <a:lnTo>
                  <a:pt x="438150" y="61913"/>
                </a:lnTo>
                <a:lnTo>
                  <a:pt x="438150" y="71438"/>
                </a:lnTo>
                <a:lnTo>
                  <a:pt x="438150" y="80963"/>
                </a:lnTo>
                <a:lnTo>
                  <a:pt x="438150" y="90488"/>
                </a:lnTo>
                <a:lnTo>
                  <a:pt x="438150" y="100013"/>
                </a:lnTo>
                <a:lnTo>
                  <a:pt x="438150" y="109538"/>
                </a:lnTo>
                <a:lnTo>
                  <a:pt x="438150" y="119063"/>
                </a:lnTo>
                <a:lnTo>
                  <a:pt x="438150" y="128588"/>
                </a:lnTo>
                <a:lnTo>
                  <a:pt x="438150" y="138113"/>
                </a:lnTo>
                <a:lnTo>
                  <a:pt x="438150" y="147638"/>
                </a:lnTo>
                <a:lnTo>
                  <a:pt x="438150" y="157163"/>
                </a:lnTo>
                <a:lnTo>
                  <a:pt x="433388" y="161925"/>
                </a:lnTo>
                <a:lnTo>
                  <a:pt x="423863" y="161925"/>
                </a:lnTo>
                <a:lnTo>
                  <a:pt x="414338" y="161925"/>
                </a:lnTo>
                <a:lnTo>
                  <a:pt x="404813" y="161925"/>
                </a:lnTo>
                <a:lnTo>
                  <a:pt x="395288" y="161925"/>
                </a:lnTo>
                <a:lnTo>
                  <a:pt x="385763" y="161925"/>
                </a:lnTo>
                <a:lnTo>
                  <a:pt x="376238" y="161925"/>
                </a:lnTo>
                <a:lnTo>
                  <a:pt x="366713" y="161925"/>
                </a:lnTo>
                <a:lnTo>
                  <a:pt x="357188" y="161925"/>
                </a:lnTo>
                <a:lnTo>
                  <a:pt x="347663" y="161925"/>
                </a:lnTo>
                <a:lnTo>
                  <a:pt x="338138" y="161925"/>
                </a:lnTo>
                <a:lnTo>
                  <a:pt x="328613" y="161925"/>
                </a:lnTo>
                <a:lnTo>
                  <a:pt x="319088" y="161925"/>
                </a:lnTo>
                <a:lnTo>
                  <a:pt x="309563" y="161925"/>
                </a:lnTo>
                <a:lnTo>
                  <a:pt x="300038" y="161925"/>
                </a:lnTo>
                <a:lnTo>
                  <a:pt x="290513" y="161925"/>
                </a:lnTo>
                <a:lnTo>
                  <a:pt x="280988" y="161925"/>
                </a:lnTo>
                <a:lnTo>
                  <a:pt x="271463" y="161925"/>
                </a:lnTo>
                <a:lnTo>
                  <a:pt x="261938" y="161925"/>
                </a:lnTo>
                <a:lnTo>
                  <a:pt x="252413" y="161925"/>
                </a:lnTo>
                <a:lnTo>
                  <a:pt x="242888" y="161925"/>
                </a:lnTo>
                <a:lnTo>
                  <a:pt x="233363" y="161925"/>
                </a:lnTo>
                <a:lnTo>
                  <a:pt x="223838" y="161925"/>
                </a:lnTo>
                <a:lnTo>
                  <a:pt x="214313" y="161925"/>
                </a:lnTo>
                <a:lnTo>
                  <a:pt x="204788" y="161925"/>
                </a:lnTo>
                <a:lnTo>
                  <a:pt x="195263" y="161925"/>
                </a:lnTo>
                <a:lnTo>
                  <a:pt x="185738" y="161925"/>
                </a:lnTo>
                <a:lnTo>
                  <a:pt x="176213" y="161925"/>
                </a:lnTo>
                <a:lnTo>
                  <a:pt x="166688" y="161925"/>
                </a:lnTo>
                <a:lnTo>
                  <a:pt x="161925" y="166688"/>
                </a:lnTo>
                <a:lnTo>
                  <a:pt x="161925" y="176213"/>
                </a:lnTo>
                <a:lnTo>
                  <a:pt x="161925" y="185738"/>
                </a:lnTo>
                <a:lnTo>
                  <a:pt x="161925" y="195263"/>
                </a:lnTo>
                <a:lnTo>
                  <a:pt x="161925" y="204788"/>
                </a:lnTo>
                <a:lnTo>
                  <a:pt x="161925" y="214313"/>
                </a:lnTo>
                <a:lnTo>
                  <a:pt x="161925" y="223838"/>
                </a:lnTo>
                <a:lnTo>
                  <a:pt x="161925" y="233363"/>
                </a:lnTo>
                <a:lnTo>
                  <a:pt x="161925" y="242888"/>
                </a:lnTo>
                <a:lnTo>
                  <a:pt x="161925" y="252413"/>
                </a:lnTo>
                <a:lnTo>
                  <a:pt x="161925" y="261938"/>
                </a:lnTo>
                <a:lnTo>
                  <a:pt x="161925" y="271463"/>
                </a:lnTo>
                <a:lnTo>
                  <a:pt x="161925" y="280988"/>
                </a:lnTo>
                <a:lnTo>
                  <a:pt x="161925" y="290513"/>
                </a:lnTo>
                <a:lnTo>
                  <a:pt x="161925" y="300038"/>
                </a:lnTo>
                <a:lnTo>
                  <a:pt x="161925" y="309563"/>
                </a:lnTo>
                <a:lnTo>
                  <a:pt x="161925" y="319088"/>
                </a:lnTo>
                <a:lnTo>
                  <a:pt x="161925" y="328613"/>
                </a:lnTo>
                <a:lnTo>
                  <a:pt x="161925" y="338138"/>
                </a:lnTo>
                <a:lnTo>
                  <a:pt x="157163" y="342900"/>
                </a:lnTo>
                <a:lnTo>
                  <a:pt x="147638" y="342900"/>
                </a:lnTo>
                <a:lnTo>
                  <a:pt x="138113" y="342900"/>
                </a:lnTo>
                <a:lnTo>
                  <a:pt x="128588" y="342900"/>
                </a:lnTo>
                <a:lnTo>
                  <a:pt x="119063" y="342900"/>
                </a:lnTo>
                <a:lnTo>
                  <a:pt x="109538" y="342900"/>
                </a:lnTo>
                <a:lnTo>
                  <a:pt x="100013" y="342900"/>
                </a:lnTo>
                <a:lnTo>
                  <a:pt x="90488" y="342900"/>
                </a:lnTo>
                <a:lnTo>
                  <a:pt x="80963" y="342900"/>
                </a:lnTo>
                <a:lnTo>
                  <a:pt x="71438" y="342900"/>
                </a:lnTo>
                <a:lnTo>
                  <a:pt x="61913" y="342900"/>
                </a:lnTo>
                <a:lnTo>
                  <a:pt x="52388" y="342900"/>
                </a:lnTo>
                <a:lnTo>
                  <a:pt x="42863" y="342900"/>
                </a:lnTo>
                <a:lnTo>
                  <a:pt x="33338" y="342900"/>
                </a:lnTo>
                <a:lnTo>
                  <a:pt x="23813" y="342900"/>
                </a:lnTo>
                <a:lnTo>
                  <a:pt x="14288" y="342900"/>
                </a:lnTo>
                <a:lnTo>
                  <a:pt x="4763" y="342900"/>
                </a:lnTo>
                <a:lnTo>
                  <a:pt x="0" y="338138"/>
                </a:lnTo>
                <a:lnTo>
                  <a:pt x="4763" y="333375"/>
                </a:lnTo>
                <a:lnTo>
                  <a:pt x="14288" y="333375"/>
                </a:lnTo>
                <a:lnTo>
                  <a:pt x="23813" y="333375"/>
                </a:lnTo>
                <a:lnTo>
                  <a:pt x="33338" y="333375"/>
                </a:lnTo>
                <a:lnTo>
                  <a:pt x="42863" y="333375"/>
                </a:lnTo>
                <a:lnTo>
                  <a:pt x="47625" y="328613"/>
                </a:lnTo>
                <a:lnTo>
                  <a:pt x="42863" y="323850"/>
                </a:lnTo>
                <a:lnTo>
                  <a:pt x="38100" y="319088"/>
                </a:lnTo>
                <a:lnTo>
                  <a:pt x="38100" y="309563"/>
                </a:lnTo>
                <a:lnTo>
                  <a:pt x="33338" y="304800"/>
                </a:lnTo>
                <a:lnTo>
                  <a:pt x="28575" y="300038"/>
                </a:lnTo>
                <a:lnTo>
                  <a:pt x="23813" y="295275"/>
                </a:lnTo>
                <a:lnTo>
                  <a:pt x="19050" y="290513"/>
                </a:lnTo>
                <a:lnTo>
                  <a:pt x="14288" y="285750"/>
                </a:lnTo>
                <a:lnTo>
                  <a:pt x="9525" y="280988"/>
                </a:lnTo>
                <a:lnTo>
                  <a:pt x="9525" y="271463"/>
                </a:lnTo>
                <a:lnTo>
                  <a:pt x="4763" y="266700"/>
                </a:lnTo>
                <a:lnTo>
                  <a:pt x="0" y="261938"/>
                </a:lnTo>
                <a:lnTo>
                  <a:pt x="0" y="252413"/>
                </a:lnTo>
                <a:lnTo>
                  <a:pt x="0" y="242888"/>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0" y="109538"/>
                </a:lnTo>
                <a:lnTo>
                  <a:pt x="0" y="100013"/>
                </a:lnTo>
                <a:lnTo>
                  <a:pt x="4763" y="95250"/>
                </a:lnTo>
                <a:lnTo>
                  <a:pt x="9525" y="90488"/>
                </a:lnTo>
                <a:lnTo>
                  <a:pt x="9525" y="80963"/>
                </a:lnTo>
                <a:lnTo>
                  <a:pt x="14288" y="76200"/>
                </a:lnTo>
                <a:lnTo>
                  <a:pt x="19050" y="71438"/>
                </a:lnTo>
                <a:lnTo>
                  <a:pt x="19050" y="61913"/>
                </a:lnTo>
                <a:lnTo>
                  <a:pt x="19050" y="52388"/>
                </a:lnTo>
                <a:lnTo>
                  <a:pt x="23813" y="47625"/>
                </a:lnTo>
                <a:lnTo>
                  <a:pt x="28575" y="42863"/>
                </a:lnTo>
                <a:lnTo>
                  <a:pt x="33338" y="38100"/>
                </a:lnTo>
                <a:lnTo>
                  <a:pt x="38100" y="33338"/>
                </a:lnTo>
                <a:lnTo>
                  <a:pt x="42863" y="28575"/>
                </a:lnTo>
                <a:lnTo>
                  <a:pt x="47625" y="23813"/>
                </a:lnTo>
                <a:lnTo>
                  <a:pt x="52388" y="19050"/>
                </a:lnTo>
                <a:lnTo>
                  <a:pt x="57150" y="14288"/>
                </a:lnTo>
                <a:lnTo>
                  <a:pt x="52388" y="9525"/>
                </a:lnTo>
                <a:lnTo>
                  <a:pt x="42863" y="9525"/>
                </a:lnTo>
                <a:lnTo>
                  <a:pt x="33338" y="9525"/>
                </a:lnTo>
                <a:lnTo>
                  <a:pt x="23813" y="9525"/>
                </a:lnTo>
                <a:lnTo>
                  <a:pt x="14288" y="9525"/>
                </a:lnTo>
                <a:lnTo>
                  <a:pt x="4763" y="9525"/>
                </a:lnTo>
                <a:lnTo>
                  <a:pt x="0" y="4763"/>
                </a:lnTo>
                <a:close/>
                <a:moveTo>
                  <a:pt x="376238" y="9525"/>
                </a:moveTo>
                <a:lnTo>
                  <a:pt x="371475" y="14288"/>
                </a:lnTo>
                <a:lnTo>
                  <a:pt x="376238" y="19050"/>
                </a:lnTo>
                <a:lnTo>
                  <a:pt x="381000" y="23813"/>
                </a:lnTo>
                <a:lnTo>
                  <a:pt x="385763" y="28575"/>
                </a:lnTo>
                <a:lnTo>
                  <a:pt x="390525" y="33338"/>
                </a:lnTo>
                <a:lnTo>
                  <a:pt x="395288" y="38100"/>
                </a:lnTo>
                <a:lnTo>
                  <a:pt x="404813" y="38100"/>
                </a:lnTo>
                <a:lnTo>
                  <a:pt x="409575" y="42863"/>
                </a:lnTo>
                <a:lnTo>
                  <a:pt x="409575" y="52388"/>
                </a:lnTo>
                <a:lnTo>
                  <a:pt x="414338" y="57150"/>
                </a:lnTo>
                <a:lnTo>
                  <a:pt x="419100" y="61913"/>
                </a:lnTo>
                <a:lnTo>
                  <a:pt x="419100" y="71438"/>
                </a:lnTo>
                <a:lnTo>
                  <a:pt x="423863" y="76200"/>
                </a:lnTo>
                <a:lnTo>
                  <a:pt x="428625" y="71438"/>
                </a:lnTo>
                <a:lnTo>
                  <a:pt x="428625" y="61913"/>
                </a:lnTo>
                <a:lnTo>
                  <a:pt x="428625" y="52388"/>
                </a:lnTo>
                <a:lnTo>
                  <a:pt x="428625" y="42863"/>
                </a:lnTo>
                <a:lnTo>
                  <a:pt x="428625" y="33338"/>
                </a:lnTo>
                <a:lnTo>
                  <a:pt x="428625" y="23813"/>
                </a:lnTo>
                <a:lnTo>
                  <a:pt x="428625" y="14288"/>
                </a:lnTo>
                <a:lnTo>
                  <a:pt x="423863" y="9525"/>
                </a:lnTo>
                <a:lnTo>
                  <a:pt x="414338" y="9525"/>
                </a:lnTo>
                <a:lnTo>
                  <a:pt x="404813" y="9525"/>
                </a:lnTo>
                <a:lnTo>
                  <a:pt x="395288" y="9525"/>
                </a:lnTo>
                <a:lnTo>
                  <a:pt x="385763" y="9525"/>
                </a:lnTo>
                <a:lnTo>
                  <a:pt x="376238" y="9525"/>
                </a:lnTo>
                <a:close/>
              </a:path>
            </a:pathLst>
          </a:custGeom>
          <a:solidFill xmlns:a="http://schemas.openxmlformats.org/drawingml/2006/main">
            <a:srgbClr val="F3B676"/>
          </a:solidFill>
          <a:ln xmlns:a="http://schemas.openxmlformats.org/drawingml/2006/main" w="0">
            <a:noFill/>
            <a:prstDash val="solid"/>
          </a:ln>
        </p:spPr>
      </p:sp>
      <p:sp>
        <p:nvSpPr>
          <p:cNvPr id="1167" name="layout-candidate-orange-91-0">
            <a:extLst xmlns:a="http://schemas.openxmlformats.org/drawingml/2006/main">
              <a:ext uri="{FF2B5EF4-FFF2-40B4-BE49-F238E27FC236}">
                <a16:creationId xmlns:a16="http://schemas.microsoft.com/office/drawing/2014/main" id="{FD459C4A-7ED5-4087-B976-DC31A1EDB343}"/>
              </a:ext>
            </a:extLst>
          </p:cNvPr>
          <p:cNvSpPr>
            <a:spLocks xmlns:a="http://schemas.openxmlformats.org/drawingml/2006/main" noGrp="1"/>
          </p:cNvSpPr>
          <p:nvPr/>
        </p:nvSpPr>
        <p:spPr>
          <a:xfrm xmlns:a="http://schemas.openxmlformats.org/drawingml/2006/main" rot="0">
            <a:off x="2085975" y="5019675"/>
            <a:ext cx="438150" cy="342900"/>
          </a:xfrm>
          <a:custGeom xmlns:a="http://schemas.openxmlformats.org/drawingml/2006/main">
            <a:pathLst>
              <a:path w="438150" h="34290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38150" y="4763"/>
                </a:lnTo>
                <a:lnTo>
                  <a:pt x="438150" y="14288"/>
                </a:lnTo>
                <a:lnTo>
                  <a:pt x="438150" y="23813"/>
                </a:lnTo>
                <a:lnTo>
                  <a:pt x="438150" y="33338"/>
                </a:lnTo>
                <a:lnTo>
                  <a:pt x="438150" y="42863"/>
                </a:lnTo>
                <a:lnTo>
                  <a:pt x="438150" y="52388"/>
                </a:lnTo>
                <a:lnTo>
                  <a:pt x="438150" y="61913"/>
                </a:lnTo>
                <a:lnTo>
                  <a:pt x="438150" y="71438"/>
                </a:lnTo>
                <a:lnTo>
                  <a:pt x="438150" y="80963"/>
                </a:lnTo>
                <a:lnTo>
                  <a:pt x="438150" y="90488"/>
                </a:lnTo>
                <a:lnTo>
                  <a:pt x="438150" y="100013"/>
                </a:lnTo>
                <a:lnTo>
                  <a:pt x="438150" y="109538"/>
                </a:lnTo>
                <a:lnTo>
                  <a:pt x="438150" y="119063"/>
                </a:lnTo>
                <a:lnTo>
                  <a:pt x="438150" y="128588"/>
                </a:lnTo>
                <a:lnTo>
                  <a:pt x="438150" y="138113"/>
                </a:lnTo>
                <a:lnTo>
                  <a:pt x="438150" y="147638"/>
                </a:lnTo>
                <a:lnTo>
                  <a:pt x="438150" y="157163"/>
                </a:lnTo>
                <a:lnTo>
                  <a:pt x="433388" y="161925"/>
                </a:lnTo>
                <a:lnTo>
                  <a:pt x="423863" y="161925"/>
                </a:lnTo>
                <a:lnTo>
                  <a:pt x="414338" y="161925"/>
                </a:lnTo>
                <a:lnTo>
                  <a:pt x="404813" y="161925"/>
                </a:lnTo>
                <a:lnTo>
                  <a:pt x="395288" y="161925"/>
                </a:lnTo>
                <a:lnTo>
                  <a:pt x="385763" y="161925"/>
                </a:lnTo>
                <a:lnTo>
                  <a:pt x="376238" y="161925"/>
                </a:lnTo>
                <a:lnTo>
                  <a:pt x="366713" y="161925"/>
                </a:lnTo>
                <a:lnTo>
                  <a:pt x="357188" y="161925"/>
                </a:lnTo>
                <a:lnTo>
                  <a:pt x="347663" y="161925"/>
                </a:lnTo>
                <a:lnTo>
                  <a:pt x="338138" y="161925"/>
                </a:lnTo>
                <a:lnTo>
                  <a:pt x="328613" y="161925"/>
                </a:lnTo>
                <a:lnTo>
                  <a:pt x="319088" y="161925"/>
                </a:lnTo>
                <a:lnTo>
                  <a:pt x="309563" y="161925"/>
                </a:lnTo>
                <a:lnTo>
                  <a:pt x="300038" y="161925"/>
                </a:lnTo>
                <a:lnTo>
                  <a:pt x="290513" y="161925"/>
                </a:lnTo>
                <a:lnTo>
                  <a:pt x="280988" y="161925"/>
                </a:lnTo>
                <a:lnTo>
                  <a:pt x="271463" y="161925"/>
                </a:lnTo>
                <a:lnTo>
                  <a:pt x="261938" y="161925"/>
                </a:lnTo>
                <a:lnTo>
                  <a:pt x="252413" y="161925"/>
                </a:lnTo>
                <a:lnTo>
                  <a:pt x="242888" y="161925"/>
                </a:lnTo>
                <a:lnTo>
                  <a:pt x="233363" y="161925"/>
                </a:lnTo>
                <a:lnTo>
                  <a:pt x="223838" y="161925"/>
                </a:lnTo>
                <a:lnTo>
                  <a:pt x="214313" y="161925"/>
                </a:lnTo>
                <a:lnTo>
                  <a:pt x="204788" y="161925"/>
                </a:lnTo>
                <a:lnTo>
                  <a:pt x="195263" y="161925"/>
                </a:lnTo>
                <a:lnTo>
                  <a:pt x="185738" y="161925"/>
                </a:lnTo>
                <a:lnTo>
                  <a:pt x="176213" y="161925"/>
                </a:lnTo>
                <a:lnTo>
                  <a:pt x="166688" y="161925"/>
                </a:lnTo>
                <a:lnTo>
                  <a:pt x="161925" y="166688"/>
                </a:lnTo>
                <a:lnTo>
                  <a:pt x="161925" y="176213"/>
                </a:lnTo>
                <a:lnTo>
                  <a:pt x="161925" y="185738"/>
                </a:lnTo>
                <a:lnTo>
                  <a:pt x="161925" y="195263"/>
                </a:lnTo>
                <a:lnTo>
                  <a:pt x="161925" y="204788"/>
                </a:lnTo>
                <a:lnTo>
                  <a:pt x="161925" y="214313"/>
                </a:lnTo>
                <a:lnTo>
                  <a:pt x="161925" y="223838"/>
                </a:lnTo>
                <a:lnTo>
                  <a:pt x="161925" y="233363"/>
                </a:lnTo>
                <a:lnTo>
                  <a:pt x="161925" y="242888"/>
                </a:lnTo>
                <a:lnTo>
                  <a:pt x="161925" y="252413"/>
                </a:lnTo>
                <a:lnTo>
                  <a:pt x="161925" y="261938"/>
                </a:lnTo>
                <a:lnTo>
                  <a:pt x="161925" y="271463"/>
                </a:lnTo>
                <a:lnTo>
                  <a:pt x="161925" y="280988"/>
                </a:lnTo>
                <a:lnTo>
                  <a:pt x="161925" y="290513"/>
                </a:lnTo>
                <a:lnTo>
                  <a:pt x="161925" y="300038"/>
                </a:lnTo>
                <a:lnTo>
                  <a:pt x="161925" y="309563"/>
                </a:lnTo>
                <a:lnTo>
                  <a:pt x="161925" y="319088"/>
                </a:lnTo>
                <a:lnTo>
                  <a:pt x="161925" y="328613"/>
                </a:lnTo>
                <a:lnTo>
                  <a:pt x="161925" y="338138"/>
                </a:lnTo>
                <a:lnTo>
                  <a:pt x="157163" y="342900"/>
                </a:lnTo>
                <a:lnTo>
                  <a:pt x="147638" y="342900"/>
                </a:lnTo>
                <a:lnTo>
                  <a:pt x="138113" y="342900"/>
                </a:lnTo>
                <a:lnTo>
                  <a:pt x="128588" y="342900"/>
                </a:lnTo>
                <a:lnTo>
                  <a:pt x="119063" y="342900"/>
                </a:lnTo>
                <a:lnTo>
                  <a:pt x="109538" y="342900"/>
                </a:lnTo>
                <a:lnTo>
                  <a:pt x="100013" y="342900"/>
                </a:lnTo>
                <a:lnTo>
                  <a:pt x="90488" y="342900"/>
                </a:lnTo>
                <a:lnTo>
                  <a:pt x="80963" y="342900"/>
                </a:lnTo>
                <a:lnTo>
                  <a:pt x="71438" y="342900"/>
                </a:lnTo>
                <a:lnTo>
                  <a:pt x="61913" y="342900"/>
                </a:lnTo>
                <a:lnTo>
                  <a:pt x="52388" y="342900"/>
                </a:lnTo>
                <a:lnTo>
                  <a:pt x="42863" y="342900"/>
                </a:lnTo>
                <a:lnTo>
                  <a:pt x="33338" y="342900"/>
                </a:lnTo>
                <a:lnTo>
                  <a:pt x="23813" y="342900"/>
                </a:lnTo>
                <a:lnTo>
                  <a:pt x="14288" y="342900"/>
                </a:lnTo>
                <a:lnTo>
                  <a:pt x="4763" y="342900"/>
                </a:lnTo>
                <a:lnTo>
                  <a:pt x="0" y="338138"/>
                </a:lnTo>
                <a:lnTo>
                  <a:pt x="4763" y="333375"/>
                </a:lnTo>
                <a:lnTo>
                  <a:pt x="14288" y="333375"/>
                </a:lnTo>
                <a:lnTo>
                  <a:pt x="23813" y="333375"/>
                </a:lnTo>
                <a:lnTo>
                  <a:pt x="33338" y="333375"/>
                </a:lnTo>
                <a:lnTo>
                  <a:pt x="42863" y="333375"/>
                </a:lnTo>
                <a:lnTo>
                  <a:pt x="52388" y="333375"/>
                </a:lnTo>
                <a:lnTo>
                  <a:pt x="57150" y="328613"/>
                </a:lnTo>
                <a:lnTo>
                  <a:pt x="52388" y="323850"/>
                </a:lnTo>
                <a:lnTo>
                  <a:pt x="47625" y="319088"/>
                </a:lnTo>
                <a:lnTo>
                  <a:pt x="47625" y="309563"/>
                </a:lnTo>
                <a:lnTo>
                  <a:pt x="42863" y="304800"/>
                </a:lnTo>
                <a:lnTo>
                  <a:pt x="38100" y="300038"/>
                </a:lnTo>
                <a:lnTo>
                  <a:pt x="33338" y="295275"/>
                </a:lnTo>
                <a:lnTo>
                  <a:pt x="28575" y="290513"/>
                </a:lnTo>
                <a:lnTo>
                  <a:pt x="23813" y="285750"/>
                </a:lnTo>
                <a:lnTo>
                  <a:pt x="19050" y="280988"/>
                </a:lnTo>
                <a:lnTo>
                  <a:pt x="19050" y="271463"/>
                </a:lnTo>
                <a:lnTo>
                  <a:pt x="14288" y="266700"/>
                </a:lnTo>
                <a:lnTo>
                  <a:pt x="9525" y="261938"/>
                </a:lnTo>
                <a:lnTo>
                  <a:pt x="9525" y="252413"/>
                </a:lnTo>
                <a:lnTo>
                  <a:pt x="9525" y="242888"/>
                </a:lnTo>
                <a:lnTo>
                  <a:pt x="4763" y="238125"/>
                </a:lnTo>
                <a:lnTo>
                  <a:pt x="0" y="233363"/>
                </a:lnTo>
                <a:lnTo>
                  <a:pt x="0" y="223838"/>
                </a:lnTo>
                <a:lnTo>
                  <a:pt x="0" y="214313"/>
                </a:lnTo>
                <a:lnTo>
                  <a:pt x="0" y="204788"/>
                </a:lnTo>
                <a:lnTo>
                  <a:pt x="0" y="195263"/>
                </a:lnTo>
                <a:lnTo>
                  <a:pt x="0" y="185738"/>
                </a:lnTo>
                <a:lnTo>
                  <a:pt x="0" y="176213"/>
                </a:lnTo>
                <a:lnTo>
                  <a:pt x="0" y="166688"/>
                </a:lnTo>
                <a:lnTo>
                  <a:pt x="0" y="157163"/>
                </a:lnTo>
                <a:lnTo>
                  <a:pt x="0" y="147638"/>
                </a:lnTo>
                <a:lnTo>
                  <a:pt x="0" y="138113"/>
                </a:lnTo>
                <a:lnTo>
                  <a:pt x="0" y="128588"/>
                </a:lnTo>
                <a:lnTo>
                  <a:pt x="0" y="119063"/>
                </a:lnTo>
                <a:lnTo>
                  <a:pt x="4763" y="114300"/>
                </a:lnTo>
                <a:lnTo>
                  <a:pt x="9525" y="109538"/>
                </a:lnTo>
                <a:lnTo>
                  <a:pt x="9525" y="100013"/>
                </a:lnTo>
                <a:lnTo>
                  <a:pt x="14288" y="95250"/>
                </a:lnTo>
                <a:lnTo>
                  <a:pt x="19050" y="90488"/>
                </a:lnTo>
                <a:lnTo>
                  <a:pt x="19050" y="80963"/>
                </a:lnTo>
                <a:lnTo>
                  <a:pt x="19050" y="71438"/>
                </a:lnTo>
                <a:lnTo>
                  <a:pt x="23813" y="66675"/>
                </a:lnTo>
                <a:lnTo>
                  <a:pt x="28575" y="61913"/>
                </a:lnTo>
                <a:lnTo>
                  <a:pt x="28575" y="52388"/>
                </a:lnTo>
                <a:lnTo>
                  <a:pt x="33338" y="47625"/>
                </a:lnTo>
                <a:lnTo>
                  <a:pt x="38100" y="42863"/>
                </a:lnTo>
                <a:lnTo>
                  <a:pt x="42863" y="38100"/>
                </a:lnTo>
                <a:lnTo>
                  <a:pt x="47625" y="33338"/>
                </a:lnTo>
                <a:lnTo>
                  <a:pt x="52388" y="28575"/>
                </a:lnTo>
                <a:lnTo>
                  <a:pt x="57150" y="23813"/>
                </a:lnTo>
                <a:lnTo>
                  <a:pt x="61913" y="19050"/>
                </a:lnTo>
                <a:lnTo>
                  <a:pt x="66675" y="14288"/>
                </a:lnTo>
                <a:lnTo>
                  <a:pt x="61913" y="9525"/>
                </a:lnTo>
                <a:lnTo>
                  <a:pt x="52388" y="9525"/>
                </a:lnTo>
                <a:lnTo>
                  <a:pt x="42863" y="9525"/>
                </a:lnTo>
                <a:lnTo>
                  <a:pt x="33338" y="9525"/>
                </a:lnTo>
                <a:lnTo>
                  <a:pt x="23813" y="9525"/>
                </a:lnTo>
                <a:lnTo>
                  <a:pt x="14288" y="9525"/>
                </a:lnTo>
                <a:lnTo>
                  <a:pt x="4763" y="9525"/>
                </a:lnTo>
                <a:lnTo>
                  <a:pt x="0" y="4763"/>
                </a:lnTo>
                <a:close/>
                <a:moveTo>
                  <a:pt x="366713" y="9525"/>
                </a:moveTo>
                <a:lnTo>
                  <a:pt x="361950" y="14288"/>
                </a:lnTo>
                <a:lnTo>
                  <a:pt x="366713" y="19050"/>
                </a:lnTo>
                <a:lnTo>
                  <a:pt x="371475" y="23813"/>
                </a:lnTo>
                <a:lnTo>
                  <a:pt x="376238" y="28575"/>
                </a:lnTo>
                <a:lnTo>
                  <a:pt x="381000" y="33338"/>
                </a:lnTo>
                <a:lnTo>
                  <a:pt x="385763" y="38100"/>
                </a:lnTo>
                <a:lnTo>
                  <a:pt x="390525" y="42863"/>
                </a:lnTo>
                <a:lnTo>
                  <a:pt x="395288" y="47625"/>
                </a:lnTo>
                <a:lnTo>
                  <a:pt x="400050" y="52388"/>
                </a:lnTo>
                <a:lnTo>
                  <a:pt x="404813" y="57150"/>
                </a:lnTo>
                <a:lnTo>
                  <a:pt x="409575" y="61913"/>
                </a:lnTo>
                <a:lnTo>
                  <a:pt x="409575" y="71438"/>
                </a:lnTo>
                <a:lnTo>
                  <a:pt x="414338" y="76200"/>
                </a:lnTo>
                <a:lnTo>
                  <a:pt x="419100" y="80963"/>
                </a:lnTo>
                <a:lnTo>
                  <a:pt x="419100" y="90488"/>
                </a:lnTo>
                <a:lnTo>
                  <a:pt x="423863" y="95250"/>
                </a:lnTo>
                <a:lnTo>
                  <a:pt x="428625" y="90488"/>
                </a:lnTo>
                <a:lnTo>
                  <a:pt x="428625" y="80963"/>
                </a:lnTo>
                <a:lnTo>
                  <a:pt x="428625" y="71438"/>
                </a:lnTo>
                <a:lnTo>
                  <a:pt x="428625" y="61913"/>
                </a:lnTo>
                <a:lnTo>
                  <a:pt x="428625" y="52388"/>
                </a:lnTo>
                <a:lnTo>
                  <a:pt x="428625" y="42863"/>
                </a:lnTo>
                <a:lnTo>
                  <a:pt x="428625" y="33338"/>
                </a:lnTo>
                <a:lnTo>
                  <a:pt x="428625" y="23813"/>
                </a:lnTo>
                <a:lnTo>
                  <a:pt x="428625" y="14288"/>
                </a:lnTo>
                <a:lnTo>
                  <a:pt x="423863" y="9525"/>
                </a:lnTo>
                <a:lnTo>
                  <a:pt x="414338" y="9525"/>
                </a:lnTo>
                <a:lnTo>
                  <a:pt x="404813" y="9525"/>
                </a:lnTo>
                <a:lnTo>
                  <a:pt x="395288" y="9525"/>
                </a:lnTo>
                <a:lnTo>
                  <a:pt x="385763" y="9525"/>
                </a:lnTo>
                <a:lnTo>
                  <a:pt x="376238" y="9525"/>
                </a:lnTo>
                <a:lnTo>
                  <a:pt x="366713" y="9525"/>
                </a:lnTo>
                <a:close/>
              </a:path>
            </a:pathLst>
          </a:custGeom>
          <a:solidFill xmlns:a="http://schemas.openxmlformats.org/drawingml/2006/main">
            <a:srgbClr val="F2B77A"/>
          </a:solidFill>
          <a:ln xmlns:a="http://schemas.openxmlformats.org/drawingml/2006/main" w="0">
            <a:noFill/>
            <a:prstDash val="solid"/>
          </a:ln>
        </p:spPr>
      </p:sp>
      <p:sp>
        <p:nvSpPr>
          <p:cNvPr id="1168" name="layout-candidate-orange-92-0">
            <a:extLst xmlns:a="http://schemas.openxmlformats.org/drawingml/2006/main">
              <a:ext uri="{FF2B5EF4-FFF2-40B4-BE49-F238E27FC236}">
                <a16:creationId xmlns:a16="http://schemas.microsoft.com/office/drawing/2014/main" id="{B5676D8E-ECDF-41B5-90C3-05A2902DD385}"/>
              </a:ext>
            </a:extLst>
          </p:cNvPr>
          <p:cNvSpPr>
            <a:spLocks xmlns:a="http://schemas.openxmlformats.org/drawingml/2006/main" noGrp="1"/>
          </p:cNvSpPr>
          <p:nvPr/>
        </p:nvSpPr>
        <p:spPr>
          <a:xfrm xmlns:a="http://schemas.openxmlformats.org/drawingml/2006/main" rot="0">
            <a:off x="2085975" y="5019675"/>
            <a:ext cx="438150" cy="342900"/>
          </a:xfrm>
          <a:custGeom xmlns:a="http://schemas.openxmlformats.org/drawingml/2006/main">
            <a:pathLst>
              <a:path w="438150" h="34290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38150" y="4763"/>
                </a:lnTo>
                <a:lnTo>
                  <a:pt x="438150" y="14288"/>
                </a:lnTo>
                <a:lnTo>
                  <a:pt x="438150" y="23813"/>
                </a:lnTo>
                <a:lnTo>
                  <a:pt x="438150" y="33338"/>
                </a:lnTo>
                <a:lnTo>
                  <a:pt x="438150" y="42863"/>
                </a:lnTo>
                <a:lnTo>
                  <a:pt x="438150" y="52388"/>
                </a:lnTo>
                <a:lnTo>
                  <a:pt x="438150" y="61913"/>
                </a:lnTo>
                <a:lnTo>
                  <a:pt x="438150" y="71438"/>
                </a:lnTo>
                <a:lnTo>
                  <a:pt x="438150" y="80963"/>
                </a:lnTo>
                <a:lnTo>
                  <a:pt x="438150" y="90488"/>
                </a:lnTo>
                <a:lnTo>
                  <a:pt x="438150" y="100013"/>
                </a:lnTo>
                <a:lnTo>
                  <a:pt x="438150" y="109538"/>
                </a:lnTo>
                <a:lnTo>
                  <a:pt x="438150" y="119063"/>
                </a:lnTo>
                <a:lnTo>
                  <a:pt x="438150" y="128588"/>
                </a:lnTo>
                <a:lnTo>
                  <a:pt x="438150" y="138113"/>
                </a:lnTo>
                <a:lnTo>
                  <a:pt x="438150" y="147638"/>
                </a:lnTo>
                <a:lnTo>
                  <a:pt x="438150" y="157163"/>
                </a:lnTo>
                <a:lnTo>
                  <a:pt x="433388" y="161925"/>
                </a:lnTo>
                <a:lnTo>
                  <a:pt x="423863" y="161925"/>
                </a:lnTo>
                <a:lnTo>
                  <a:pt x="414338" y="161925"/>
                </a:lnTo>
                <a:lnTo>
                  <a:pt x="404813" y="161925"/>
                </a:lnTo>
                <a:lnTo>
                  <a:pt x="395288" y="161925"/>
                </a:lnTo>
                <a:lnTo>
                  <a:pt x="385763" y="161925"/>
                </a:lnTo>
                <a:lnTo>
                  <a:pt x="376238" y="161925"/>
                </a:lnTo>
                <a:lnTo>
                  <a:pt x="366713" y="161925"/>
                </a:lnTo>
                <a:lnTo>
                  <a:pt x="357188" y="161925"/>
                </a:lnTo>
                <a:lnTo>
                  <a:pt x="347663" y="161925"/>
                </a:lnTo>
                <a:lnTo>
                  <a:pt x="338138" y="161925"/>
                </a:lnTo>
                <a:lnTo>
                  <a:pt x="328613" y="161925"/>
                </a:lnTo>
                <a:lnTo>
                  <a:pt x="319088" y="161925"/>
                </a:lnTo>
                <a:lnTo>
                  <a:pt x="309563" y="161925"/>
                </a:lnTo>
                <a:lnTo>
                  <a:pt x="300038" y="161925"/>
                </a:lnTo>
                <a:lnTo>
                  <a:pt x="290513" y="161925"/>
                </a:lnTo>
                <a:lnTo>
                  <a:pt x="280988" y="161925"/>
                </a:lnTo>
                <a:lnTo>
                  <a:pt x="271463" y="161925"/>
                </a:lnTo>
                <a:lnTo>
                  <a:pt x="261938" y="161925"/>
                </a:lnTo>
                <a:lnTo>
                  <a:pt x="252413" y="161925"/>
                </a:lnTo>
                <a:lnTo>
                  <a:pt x="242888" y="161925"/>
                </a:lnTo>
                <a:lnTo>
                  <a:pt x="233363" y="161925"/>
                </a:lnTo>
                <a:lnTo>
                  <a:pt x="223838" y="161925"/>
                </a:lnTo>
                <a:lnTo>
                  <a:pt x="214313" y="161925"/>
                </a:lnTo>
                <a:lnTo>
                  <a:pt x="204788" y="161925"/>
                </a:lnTo>
                <a:lnTo>
                  <a:pt x="195263" y="161925"/>
                </a:lnTo>
                <a:lnTo>
                  <a:pt x="185738" y="161925"/>
                </a:lnTo>
                <a:lnTo>
                  <a:pt x="176213" y="161925"/>
                </a:lnTo>
                <a:lnTo>
                  <a:pt x="166688" y="161925"/>
                </a:lnTo>
                <a:lnTo>
                  <a:pt x="161925" y="166688"/>
                </a:lnTo>
                <a:lnTo>
                  <a:pt x="161925" y="176213"/>
                </a:lnTo>
                <a:lnTo>
                  <a:pt x="161925" y="185738"/>
                </a:lnTo>
                <a:lnTo>
                  <a:pt x="161925" y="195263"/>
                </a:lnTo>
                <a:lnTo>
                  <a:pt x="161925" y="204788"/>
                </a:lnTo>
                <a:lnTo>
                  <a:pt x="161925" y="214313"/>
                </a:lnTo>
                <a:lnTo>
                  <a:pt x="161925" y="223838"/>
                </a:lnTo>
                <a:lnTo>
                  <a:pt x="161925" y="233363"/>
                </a:lnTo>
                <a:lnTo>
                  <a:pt x="161925" y="242888"/>
                </a:lnTo>
                <a:lnTo>
                  <a:pt x="161925" y="252413"/>
                </a:lnTo>
                <a:lnTo>
                  <a:pt x="161925" y="261938"/>
                </a:lnTo>
                <a:lnTo>
                  <a:pt x="161925" y="271463"/>
                </a:lnTo>
                <a:lnTo>
                  <a:pt x="161925" y="280988"/>
                </a:lnTo>
                <a:lnTo>
                  <a:pt x="161925" y="290513"/>
                </a:lnTo>
                <a:lnTo>
                  <a:pt x="161925" y="300038"/>
                </a:lnTo>
                <a:lnTo>
                  <a:pt x="161925" y="309563"/>
                </a:lnTo>
                <a:lnTo>
                  <a:pt x="161925" y="319088"/>
                </a:lnTo>
                <a:lnTo>
                  <a:pt x="161925" y="328613"/>
                </a:lnTo>
                <a:lnTo>
                  <a:pt x="161925" y="338138"/>
                </a:lnTo>
                <a:lnTo>
                  <a:pt x="157163" y="342900"/>
                </a:lnTo>
                <a:lnTo>
                  <a:pt x="147638" y="342900"/>
                </a:lnTo>
                <a:lnTo>
                  <a:pt x="138113" y="342900"/>
                </a:lnTo>
                <a:lnTo>
                  <a:pt x="128588" y="342900"/>
                </a:lnTo>
                <a:lnTo>
                  <a:pt x="119063" y="342900"/>
                </a:lnTo>
                <a:lnTo>
                  <a:pt x="109538" y="342900"/>
                </a:lnTo>
                <a:lnTo>
                  <a:pt x="100013" y="342900"/>
                </a:lnTo>
                <a:lnTo>
                  <a:pt x="90488" y="342900"/>
                </a:lnTo>
                <a:lnTo>
                  <a:pt x="80963" y="342900"/>
                </a:lnTo>
                <a:lnTo>
                  <a:pt x="71438" y="342900"/>
                </a:lnTo>
                <a:lnTo>
                  <a:pt x="61913" y="342900"/>
                </a:lnTo>
                <a:lnTo>
                  <a:pt x="52388" y="342900"/>
                </a:lnTo>
                <a:lnTo>
                  <a:pt x="42863" y="342900"/>
                </a:lnTo>
                <a:lnTo>
                  <a:pt x="33338" y="342900"/>
                </a:lnTo>
                <a:lnTo>
                  <a:pt x="23813" y="342900"/>
                </a:lnTo>
                <a:lnTo>
                  <a:pt x="14288" y="342900"/>
                </a:lnTo>
                <a:lnTo>
                  <a:pt x="4763" y="342900"/>
                </a:lnTo>
                <a:lnTo>
                  <a:pt x="0" y="338138"/>
                </a:lnTo>
                <a:lnTo>
                  <a:pt x="4763" y="333375"/>
                </a:lnTo>
                <a:lnTo>
                  <a:pt x="14288" y="333375"/>
                </a:lnTo>
                <a:lnTo>
                  <a:pt x="23813" y="333375"/>
                </a:lnTo>
                <a:lnTo>
                  <a:pt x="33338" y="333375"/>
                </a:lnTo>
                <a:lnTo>
                  <a:pt x="42863" y="333375"/>
                </a:lnTo>
                <a:lnTo>
                  <a:pt x="52388" y="333375"/>
                </a:lnTo>
                <a:lnTo>
                  <a:pt x="61913" y="333375"/>
                </a:lnTo>
                <a:lnTo>
                  <a:pt x="66675" y="328613"/>
                </a:lnTo>
                <a:lnTo>
                  <a:pt x="61913" y="323850"/>
                </a:lnTo>
                <a:lnTo>
                  <a:pt x="57150" y="319088"/>
                </a:lnTo>
                <a:lnTo>
                  <a:pt x="57150" y="309563"/>
                </a:lnTo>
                <a:lnTo>
                  <a:pt x="52388" y="304800"/>
                </a:lnTo>
                <a:lnTo>
                  <a:pt x="47625" y="300038"/>
                </a:lnTo>
                <a:lnTo>
                  <a:pt x="47625" y="290513"/>
                </a:lnTo>
                <a:lnTo>
                  <a:pt x="42863" y="285750"/>
                </a:lnTo>
                <a:lnTo>
                  <a:pt x="38100" y="280988"/>
                </a:lnTo>
                <a:lnTo>
                  <a:pt x="33338" y="276225"/>
                </a:lnTo>
                <a:lnTo>
                  <a:pt x="28575" y="271463"/>
                </a:lnTo>
                <a:lnTo>
                  <a:pt x="23813" y="266700"/>
                </a:lnTo>
                <a:lnTo>
                  <a:pt x="19050" y="261938"/>
                </a:lnTo>
                <a:lnTo>
                  <a:pt x="19050" y="252413"/>
                </a:lnTo>
                <a:lnTo>
                  <a:pt x="19050" y="242888"/>
                </a:lnTo>
                <a:lnTo>
                  <a:pt x="14288" y="238125"/>
                </a:lnTo>
                <a:lnTo>
                  <a:pt x="9525" y="233363"/>
                </a:lnTo>
                <a:lnTo>
                  <a:pt x="9525" y="223838"/>
                </a:lnTo>
                <a:lnTo>
                  <a:pt x="9525" y="214313"/>
                </a:lnTo>
                <a:lnTo>
                  <a:pt x="9525" y="204788"/>
                </a:lnTo>
                <a:lnTo>
                  <a:pt x="9525" y="195263"/>
                </a:lnTo>
                <a:lnTo>
                  <a:pt x="9525" y="185738"/>
                </a:lnTo>
                <a:lnTo>
                  <a:pt x="9525" y="176213"/>
                </a:lnTo>
                <a:lnTo>
                  <a:pt x="9525" y="166688"/>
                </a:lnTo>
                <a:lnTo>
                  <a:pt x="9525" y="157163"/>
                </a:lnTo>
                <a:lnTo>
                  <a:pt x="9525" y="147638"/>
                </a:lnTo>
                <a:lnTo>
                  <a:pt x="9525" y="138113"/>
                </a:lnTo>
                <a:lnTo>
                  <a:pt x="9525" y="128588"/>
                </a:lnTo>
                <a:lnTo>
                  <a:pt x="9525" y="119063"/>
                </a:lnTo>
                <a:lnTo>
                  <a:pt x="14288" y="114300"/>
                </a:lnTo>
                <a:lnTo>
                  <a:pt x="19050" y="109538"/>
                </a:lnTo>
                <a:lnTo>
                  <a:pt x="19050" y="100013"/>
                </a:lnTo>
                <a:lnTo>
                  <a:pt x="23813" y="95250"/>
                </a:lnTo>
                <a:lnTo>
                  <a:pt x="28575" y="90488"/>
                </a:lnTo>
                <a:lnTo>
                  <a:pt x="28575" y="80963"/>
                </a:lnTo>
                <a:lnTo>
                  <a:pt x="28575" y="71438"/>
                </a:lnTo>
                <a:lnTo>
                  <a:pt x="33338" y="66675"/>
                </a:lnTo>
                <a:lnTo>
                  <a:pt x="38100" y="61913"/>
                </a:lnTo>
                <a:lnTo>
                  <a:pt x="38100" y="52388"/>
                </a:lnTo>
                <a:lnTo>
                  <a:pt x="42863" y="47625"/>
                </a:lnTo>
                <a:lnTo>
                  <a:pt x="47625" y="42863"/>
                </a:lnTo>
                <a:lnTo>
                  <a:pt x="52388" y="38100"/>
                </a:lnTo>
                <a:lnTo>
                  <a:pt x="57150" y="33338"/>
                </a:lnTo>
                <a:lnTo>
                  <a:pt x="61913" y="28575"/>
                </a:lnTo>
                <a:lnTo>
                  <a:pt x="66675" y="23813"/>
                </a:lnTo>
                <a:lnTo>
                  <a:pt x="71438" y="19050"/>
                </a:lnTo>
                <a:lnTo>
                  <a:pt x="76200" y="14288"/>
                </a:lnTo>
                <a:lnTo>
                  <a:pt x="71438" y="9525"/>
                </a:lnTo>
                <a:lnTo>
                  <a:pt x="61913" y="9525"/>
                </a:lnTo>
                <a:lnTo>
                  <a:pt x="52388" y="9525"/>
                </a:lnTo>
                <a:lnTo>
                  <a:pt x="42863" y="9525"/>
                </a:lnTo>
                <a:lnTo>
                  <a:pt x="33338" y="9525"/>
                </a:lnTo>
                <a:lnTo>
                  <a:pt x="23813" y="9525"/>
                </a:lnTo>
                <a:lnTo>
                  <a:pt x="14288" y="9525"/>
                </a:lnTo>
                <a:lnTo>
                  <a:pt x="4763" y="9525"/>
                </a:lnTo>
                <a:lnTo>
                  <a:pt x="0" y="4763"/>
                </a:lnTo>
                <a:close/>
                <a:moveTo>
                  <a:pt x="357188" y="9525"/>
                </a:moveTo>
                <a:lnTo>
                  <a:pt x="352425" y="14288"/>
                </a:lnTo>
                <a:lnTo>
                  <a:pt x="357188" y="19050"/>
                </a:lnTo>
                <a:lnTo>
                  <a:pt x="361950" y="23813"/>
                </a:lnTo>
                <a:lnTo>
                  <a:pt x="366713" y="28575"/>
                </a:lnTo>
                <a:lnTo>
                  <a:pt x="371475" y="33338"/>
                </a:lnTo>
                <a:lnTo>
                  <a:pt x="376238" y="38100"/>
                </a:lnTo>
                <a:lnTo>
                  <a:pt x="381000" y="42863"/>
                </a:lnTo>
                <a:lnTo>
                  <a:pt x="385763" y="47625"/>
                </a:lnTo>
                <a:lnTo>
                  <a:pt x="390525" y="52388"/>
                </a:lnTo>
                <a:lnTo>
                  <a:pt x="395288" y="57150"/>
                </a:lnTo>
                <a:lnTo>
                  <a:pt x="400050" y="61913"/>
                </a:lnTo>
                <a:lnTo>
                  <a:pt x="400050" y="71438"/>
                </a:lnTo>
                <a:lnTo>
                  <a:pt x="404813" y="76200"/>
                </a:lnTo>
                <a:lnTo>
                  <a:pt x="409575" y="80963"/>
                </a:lnTo>
                <a:lnTo>
                  <a:pt x="409575" y="90488"/>
                </a:lnTo>
                <a:lnTo>
                  <a:pt x="414338" y="95250"/>
                </a:lnTo>
                <a:lnTo>
                  <a:pt x="419100" y="100013"/>
                </a:lnTo>
                <a:lnTo>
                  <a:pt x="419100" y="109538"/>
                </a:lnTo>
                <a:lnTo>
                  <a:pt x="419100" y="119063"/>
                </a:lnTo>
                <a:lnTo>
                  <a:pt x="423863" y="123825"/>
                </a:lnTo>
                <a:lnTo>
                  <a:pt x="428625" y="119063"/>
                </a:lnTo>
                <a:lnTo>
                  <a:pt x="428625" y="109538"/>
                </a:lnTo>
                <a:lnTo>
                  <a:pt x="428625" y="100013"/>
                </a:lnTo>
                <a:lnTo>
                  <a:pt x="428625" y="90488"/>
                </a:lnTo>
                <a:lnTo>
                  <a:pt x="428625" y="80963"/>
                </a:lnTo>
                <a:lnTo>
                  <a:pt x="428625" y="71438"/>
                </a:lnTo>
                <a:lnTo>
                  <a:pt x="428625" y="61913"/>
                </a:lnTo>
                <a:lnTo>
                  <a:pt x="428625" y="52388"/>
                </a:lnTo>
                <a:lnTo>
                  <a:pt x="428625" y="42863"/>
                </a:lnTo>
                <a:lnTo>
                  <a:pt x="428625" y="33338"/>
                </a:lnTo>
                <a:lnTo>
                  <a:pt x="428625" y="23813"/>
                </a:lnTo>
                <a:lnTo>
                  <a:pt x="428625" y="14288"/>
                </a:lnTo>
                <a:lnTo>
                  <a:pt x="423863" y="9525"/>
                </a:lnTo>
                <a:lnTo>
                  <a:pt x="414338" y="9525"/>
                </a:lnTo>
                <a:lnTo>
                  <a:pt x="404813" y="9525"/>
                </a:lnTo>
                <a:lnTo>
                  <a:pt x="395288" y="9525"/>
                </a:lnTo>
                <a:lnTo>
                  <a:pt x="385763" y="9525"/>
                </a:lnTo>
                <a:lnTo>
                  <a:pt x="376238" y="9525"/>
                </a:lnTo>
                <a:lnTo>
                  <a:pt x="366713" y="9525"/>
                </a:lnTo>
                <a:lnTo>
                  <a:pt x="357188" y="9525"/>
                </a:lnTo>
                <a:close/>
              </a:path>
            </a:pathLst>
          </a:custGeom>
          <a:solidFill xmlns:a="http://schemas.openxmlformats.org/drawingml/2006/main">
            <a:srgbClr val="F3BA7D"/>
          </a:solidFill>
          <a:ln xmlns:a="http://schemas.openxmlformats.org/drawingml/2006/main" w="0">
            <a:noFill/>
            <a:prstDash val="solid"/>
          </a:ln>
        </p:spPr>
      </p:sp>
      <p:sp>
        <p:nvSpPr>
          <p:cNvPr id="1169" name="layout-candidate-orange-93-0">
            <a:extLst xmlns:a="http://schemas.openxmlformats.org/drawingml/2006/main">
              <a:ext uri="{FF2B5EF4-FFF2-40B4-BE49-F238E27FC236}">
                <a16:creationId xmlns:a16="http://schemas.microsoft.com/office/drawing/2014/main" id="{9AA19B74-C73F-46FD-B882-13C370185A56}"/>
              </a:ext>
            </a:extLst>
          </p:cNvPr>
          <p:cNvSpPr>
            <a:spLocks xmlns:a="http://schemas.openxmlformats.org/drawingml/2006/main" noGrp="1"/>
          </p:cNvSpPr>
          <p:nvPr/>
        </p:nvSpPr>
        <p:spPr>
          <a:xfrm xmlns:a="http://schemas.openxmlformats.org/drawingml/2006/main" rot="0">
            <a:off x="2085975" y="5019675"/>
            <a:ext cx="438150" cy="342900"/>
          </a:xfrm>
          <a:custGeom xmlns:a="http://schemas.openxmlformats.org/drawingml/2006/main">
            <a:pathLst>
              <a:path w="438150" h="34290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38150" y="4763"/>
                </a:lnTo>
                <a:lnTo>
                  <a:pt x="438150" y="14288"/>
                </a:lnTo>
                <a:lnTo>
                  <a:pt x="438150" y="23813"/>
                </a:lnTo>
                <a:lnTo>
                  <a:pt x="438150" y="33338"/>
                </a:lnTo>
                <a:lnTo>
                  <a:pt x="438150" y="42863"/>
                </a:lnTo>
                <a:lnTo>
                  <a:pt x="438150" y="52388"/>
                </a:lnTo>
                <a:lnTo>
                  <a:pt x="438150" y="61913"/>
                </a:lnTo>
                <a:lnTo>
                  <a:pt x="438150" y="71438"/>
                </a:lnTo>
                <a:lnTo>
                  <a:pt x="438150" y="80963"/>
                </a:lnTo>
                <a:lnTo>
                  <a:pt x="438150" y="90488"/>
                </a:lnTo>
                <a:lnTo>
                  <a:pt x="438150" y="100013"/>
                </a:lnTo>
                <a:lnTo>
                  <a:pt x="438150" y="109538"/>
                </a:lnTo>
                <a:lnTo>
                  <a:pt x="438150" y="119063"/>
                </a:lnTo>
                <a:lnTo>
                  <a:pt x="438150" y="128588"/>
                </a:lnTo>
                <a:lnTo>
                  <a:pt x="438150" y="138113"/>
                </a:lnTo>
                <a:lnTo>
                  <a:pt x="438150" y="147638"/>
                </a:lnTo>
                <a:lnTo>
                  <a:pt x="438150" y="157163"/>
                </a:lnTo>
                <a:lnTo>
                  <a:pt x="433388" y="161925"/>
                </a:lnTo>
                <a:lnTo>
                  <a:pt x="428625" y="157163"/>
                </a:lnTo>
                <a:lnTo>
                  <a:pt x="428625" y="147638"/>
                </a:lnTo>
                <a:lnTo>
                  <a:pt x="428625" y="138113"/>
                </a:lnTo>
                <a:lnTo>
                  <a:pt x="428625" y="128588"/>
                </a:lnTo>
                <a:lnTo>
                  <a:pt x="428625" y="119063"/>
                </a:lnTo>
                <a:lnTo>
                  <a:pt x="428625" y="109538"/>
                </a:lnTo>
                <a:lnTo>
                  <a:pt x="428625" y="100013"/>
                </a:lnTo>
                <a:lnTo>
                  <a:pt x="428625" y="90488"/>
                </a:lnTo>
                <a:lnTo>
                  <a:pt x="428625" y="80963"/>
                </a:lnTo>
                <a:lnTo>
                  <a:pt x="428625" y="71438"/>
                </a:lnTo>
                <a:lnTo>
                  <a:pt x="428625" y="61913"/>
                </a:lnTo>
                <a:lnTo>
                  <a:pt x="428625" y="52388"/>
                </a:lnTo>
                <a:lnTo>
                  <a:pt x="428625" y="42863"/>
                </a:lnTo>
                <a:lnTo>
                  <a:pt x="428625" y="33338"/>
                </a:lnTo>
                <a:lnTo>
                  <a:pt x="428625" y="23813"/>
                </a:lnTo>
                <a:lnTo>
                  <a:pt x="428625" y="14288"/>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42900" y="14288"/>
                </a:lnTo>
                <a:lnTo>
                  <a:pt x="347663" y="19050"/>
                </a:lnTo>
                <a:lnTo>
                  <a:pt x="352425" y="23813"/>
                </a:lnTo>
                <a:lnTo>
                  <a:pt x="357188" y="28575"/>
                </a:lnTo>
                <a:lnTo>
                  <a:pt x="361950" y="33338"/>
                </a:lnTo>
                <a:lnTo>
                  <a:pt x="366713" y="38100"/>
                </a:lnTo>
                <a:lnTo>
                  <a:pt x="371475" y="42863"/>
                </a:lnTo>
                <a:lnTo>
                  <a:pt x="376238" y="47625"/>
                </a:lnTo>
                <a:lnTo>
                  <a:pt x="381000" y="52388"/>
                </a:lnTo>
                <a:lnTo>
                  <a:pt x="385763" y="57150"/>
                </a:lnTo>
                <a:lnTo>
                  <a:pt x="390525" y="61913"/>
                </a:lnTo>
                <a:lnTo>
                  <a:pt x="390525" y="71438"/>
                </a:lnTo>
                <a:lnTo>
                  <a:pt x="395288" y="76200"/>
                </a:lnTo>
                <a:lnTo>
                  <a:pt x="400050" y="80963"/>
                </a:lnTo>
                <a:lnTo>
                  <a:pt x="404813" y="85725"/>
                </a:lnTo>
                <a:lnTo>
                  <a:pt x="409575" y="90488"/>
                </a:lnTo>
                <a:lnTo>
                  <a:pt x="409575" y="100013"/>
                </a:lnTo>
                <a:lnTo>
                  <a:pt x="409575" y="109538"/>
                </a:lnTo>
                <a:lnTo>
                  <a:pt x="409575" y="119063"/>
                </a:lnTo>
                <a:lnTo>
                  <a:pt x="414338" y="123825"/>
                </a:lnTo>
                <a:lnTo>
                  <a:pt x="419100" y="128588"/>
                </a:lnTo>
                <a:lnTo>
                  <a:pt x="419100" y="138113"/>
                </a:lnTo>
                <a:lnTo>
                  <a:pt x="419100" y="147638"/>
                </a:lnTo>
                <a:lnTo>
                  <a:pt x="419100" y="157163"/>
                </a:lnTo>
                <a:lnTo>
                  <a:pt x="414338" y="161925"/>
                </a:lnTo>
                <a:lnTo>
                  <a:pt x="404813" y="161925"/>
                </a:lnTo>
                <a:lnTo>
                  <a:pt x="395288" y="161925"/>
                </a:lnTo>
                <a:lnTo>
                  <a:pt x="385763" y="161925"/>
                </a:lnTo>
                <a:lnTo>
                  <a:pt x="376238" y="161925"/>
                </a:lnTo>
                <a:lnTo>
                  <a:pt x="366713" y="161925"/>
                </a:lnTo>
                <a:lnTo>
                  <a:pt x="357188" y="161925"/>
                </a:lnTo>
                <a:lnTo>
                  <a:pt x="347663" y="161925"/>
                </a:lnTo>
                <a:lnTo>
                  <a:pt x="338138" y="161925"/>
                </a:lnTo>
                <a:lnTo>
                  <a:pt x="328613" y="161925"/>
                </a:lnTo>
                <a:lnTo>
                  <a:pt x="319088" y="161925"/>
                </a:lnTo>
                <a:lnTo>
                  <a:pt x="309563" y="161925"/>
                </a:lnTo>
                <a:lnTo>
                  <a:pt x="300038" y="161925"/>
                </a:lnTo>
                <a:lnTo>
                  <a:pt x="290513" y="161925"/>
                </a:lnTo>
                <a:lnTo>
                  <a:pt x="280988" y="161925"/>
                </a:lnTo>
                <a:lnTo>
                  <a:pt x="271463" y="161925"/>
                </a:lnTo>
                <a:lnTo>
                  <a:pt x="261938" y="161925"/>
                </a:lnTo>
                <a:lnTo>
                  <a:pt x="252413" y="161925"/>
                </a:lnTo>
                <a:lnTo>
                  <a:pt x="242888" y="161925"/>
                </a:lnTo>
                <a:lnTo>
                  <a:pt x="233363" y="161925"/>
                </a:lnTo>
                <a:lnTo>
                  <a:pt x="223838" y="161925"/>
                </a:lnTo>
                <a:lnTo>
                  <a:pt x="214313" y="161925"/>
                </a:lnTo>
                <a:lnTo>
                  <a:pt x="204788" y="161925"/>
                </a:lnTo>
                <a:lnTo>
                  <a:pt x="195263" y="161925"/>
                </a:lnTo>
                <a:lnTo>
                  <a:pt x="185738" y="161925"/>
                </a:lnTo>
                <a:lnTo>
                  <a:pt x="176213" y="161925"/>
                </a:lnTo>
                <a:lnTo>
                  <a:pt x="166688" y="161925"/>
                </a:lnTo>
                <a:lnTo>
                  <a:pt x="161925" y="166688"/>
                </a:lnTo>
                <a:lnTo>
                  <a:pt x="161925" y="176213"/>
                </a:lnTo>
                <a:lnTo>
                  <a:pt x="161925" y="185738"/>
                </a:lnTo>
                <a:lnTo>
                  <a:pt x="161925" y="195263"/>
                </a:lnTo>
                <a:lnTo>
                  <a:pt x="161925" y="204788"/>
                </a:lnTo>
                <a:lnTo>
                  <a:pt x="161925" y="214313"/>
                </a:lnTo>
                <a:lnTo>
                  <a:pt x="161925" y="223838"/>
                </a:lnTo>
                <a:lnTo>
                  <a:pt x="161925" y="233363"/>
                </a:lnTo>
                <a:lnTo>
                  <a:pt x="161925" y="242888"/>
                </a:lnTo>
                <a:lnTo>
                  <a:pt x="161925" y="252413"/>
                </a:lnTo>
                <a:lnTo>
                  <a:pt x="161925" y="261938"/>
                </a:lnTo>
                <a:lnTo>
                  <a:pt x="161925" y="271463"/>
                </a:lnTo>
                <a:lnTo>
                  <a:pt x="161925" y="280988"/>
                </a:lnTo>
                <a:lnTo>
                  <a:pt x="161925" y="290513"/>
                </a:lnTo>
                <a:lnTo>
                  <a:pt x="161925" y="300038"/>
                </a:lnTo>
                <a:lnTo>
                  <a:pt x="161925" y="309563"/>
                </a:lnTo>
                <a:lnTo>
                  <a:pt x="161925" y="319088"/>
                </a:lnTo>
                <a:lnTo>
                  <a:pt x="161925" y="328613"/>
                </a:lnTo>
                <a:lnTo>
                  <a:pt x="161925" y="338138"/>
                </a:lnTo>
                <a:lnTo>
                  <a:pt x="157163" y="342900"/>
                </a:lnTo>
                <a:lnTo>
                  <a:pt x="147638" y="342900"/>
                </a:lnTo>
                <a:lnTo>
                  <a:pt x="138113" y="342900"/>
                </a:lnTo>
                <a:lnTo>
                  <a:pt x="128588" y="342900"/>
                </a:lnTo>
                <a:lnTo>
                  <a:pt x="119063" y="342900"/>
                </a:lnTo>
                <a:lnTo>
                  <a:pt x="109538" y="342900"/>
                </a:lnTo>
                <a:lnTo>
                  <a:pt x="100013" y="342900"/>
                </a:lnTo>
                <a:lnTo>
                  <a:pt x="90488" y="342900"/>
                </a:lnTo>
                <a:lnTo>
                  <a:pt x="80963" y="342900"/>
                </a:lnTo>
                <a:lnTo>
                  <a:pt x="71438" y="342900"/>
                </a:lnTo>
                <a:lnTo>
                  <a:pt x="61913" y="342900"/>
                </a:lnTo>
                <a:lnTo>
                  <a:pt x="52388" y="342900"/>
                </a:lnTo>
                <a:lnTo>
                  <a:pt x="42863" y="342900"/>
                </a:lnTo>
                <a:lnTo>
                  <a:pt x="33338" y="342900"/>
                </a:lnTo>
                <a:lnTo>
                  <a:pt x="23813" y="342900"/>
                </a:lnTo>
                <a:lnTo>
                  <a:pt x="14288" y="342900"/>
                </a:lnTo>
                <a:lnTo>
                  <a:pt x="4763" y="342900"/>
                </a:lnTo>
                <a:lnTo>
                  <a:pt x="0" y="338138"/>
                </a:lnTo>
                <a:lnTo>
                  <a:pt x="4763" y="333375"/>
                </a:lnTo>
                <a:lnTo>
                  <a:pt x="14288" y="333375"/>
                </a:lnTo>
                <a:lnTo>
                  <a:pt x="23813" y="333375"/>
                </a:lnTo>
                <a:lnTo>
                  <a:pt x="33338" y="333375"/>
                </a:lnTo>
                <a:lnTo>
                  <a:pt x="42863" y="333375"/>
                </a:lnTo>
                <a:lnTo>
                  <a:pt x="52388" y="333375"/>
                </a:lnTo>
                <a:lnTo>
                  <a:pt x="61913" y="333375"/>
                </a:lnTo>
                <a:lnTo>
                  <a:pt x="71438" y="333375"/>
                </a:lnTo>
                <a:lnTo>
                  <a:pt x="76200" y="328613"/>
                </a:lnTo>
                <a:lnTo>
                  <a:pt x="76200" y="319088"/>
                </a:lnTo>
                <a:lnTo>
                  <a:pt x="71438" y="314325"/>
                </a:lnTo>
                <a:lnTo>
                  <a:pt x="66675" y="309563"/>
                </a:lnTo>
                <a:lnTo>
                  <a:pt x="61913" y="304800"/>
                </a:lnTo>
                <a:lnTo>
                  <a:pt x="57150" y="300038"/>
                </a:lnTo>
                <a:lnTo>
                  <a:pt x="57150" y="290513"/>
                </a:lnTo>
                <a:lnTo>
                  <a:pt x="52388" y="285750"/>
                </a:lnTo>
                <a:lnTo>
                  <a:pt x="42863" y="285750"/>
                </a:lnTo>
                <a:lnTo>
                  <a:pt x="38100" y="280988"/>
                </a:lnTo>
                <a:lnTo>
                  <a:pt x="38100" y="271463"/>
                </a:lnTo>
                <a:lnTo>
                  <a:pt x="33338" y="266700"/>
                </a:lnTo>
                <a:lnTo>
                  <a:pt x="28575" y="261938"/>
                </a:lnTo>
                <a:lnTo>
                  <a:pt x="28575" y="252413"/>
                </a:lnTo>
                <a:lnTo>
                  <a:pt x="28575" y="242888"/>
                </a:lnTo>
                <a:lnTo>
                  <a:pt x="23813" y="238125"/>
                </a:lnTo>
                <a:lnTo>
                  <a:pt x="19050" y="233363"/>
                </a:lnTo>
                <a:lnTo>
                  <a:pt x="19050" y="223838"/>
                </a:lnTo>
                <a:lnTo>
                  <a:pt x="19050" y="214313"/>
                </a:lnTo>
                <a:lnTo>
                  <a:pt x="19050" y="204788"/>
                </a:lnTo>
                <a:lnTo>
                  <a:pt x="19050" y="195263"/>
                </a:lnTo>
                <a:lnTo>
                  <a:pt x="19050" y="185738"/>
                </a:lnTo>
                <a:lnTo>
                  <a:pt x="19050" y="176213"/>
                </a:lnTo>
                <a:lnTo>
                  <a:pt x="14288" y="171450"/>
                </a:lnTo>
                <a:lnTo>
                  <a:pt x="9525" y="166688"/>
                </a:lnTo>
                <a:lnTo>
                  <a:pt x="14288" y="161925"/>
                </a:lnTo>
                <a:lnTo>
                  <a:pt x="19050" y="157163"/>
                </a:lnTo>
                <a:lnTo>
                  <a:pt x="14288" y="152400"/>
                </a:lnTo>
                <a:lnTo>
                  <a:pt x="9525" y="147638"/>
                </a:lnTo>
                <a:lnTo>
                  <a:pt x="14288" y="142875"/>
                </a:lnTo>
                <a:lnTo>
                  <a:pt x="19050" y="138113"/>
                </a:lnTo>
                <a:lnTo>
                  <a:pt x="19050" y="128588"/>
                </a:lnTo>
                <a:lnTo>
                  <a:pt x="19050" y="119063"/>
                </a:lnTo>
                <a:lnTo>
                  <a:pt x="23813" y="114300"/>
                </a:lnTo>
                <a:lnTo>
                  <a:pt x="28575" y="109538"/>
                </a:lnTo>
                <a:lnTo>
                  <a:pt x="28575" y="100013"/>
                </a:lnTo>
                <a:lnTo>
                  <a:pt x="28575" y="90488"/>
                </a:lnTo>
                <a:lnTo>
                  <a:pt x="33338" y="85725"/>
                </a:lnTo>
                <a:lnTo>
                  <a:pt x="38100" y="80963"/>
                </a:lnTo>
                <a:lnTo>
                  <a:pt x="38100" y="71438"/>
                </a:lnTo>
                <a:lnTo>
                  <a:pt x="42863" y="66675"/>
                </a:lnTo>
                <a:lnTo>
                  <a:pt x="47625" y="61913"/>
                </a:lnTo>
                <a:lnTo>
                  <a:pt x="47625" y="52388"/>
                </a:lnTo>
                <a:lnTo>
                  <a:pt x="52388" y="47625"/>
                </a:lnTo>
                <a:lnTo>
                  <a:pt x="57150" y="42863"/>
                </a:lnTo>
                <a:lnTo>
                  <a:pt x="61913" y="38100"/>
                </a:lnTo>
                <a:lnTo>
                  <a:pt x="66675" y="33338"/>
                </a:lnTo>
                <a:lnTo>
                  <a:pt x="71438" y="28575"/>
                </a:lnTo>
                <a:lnTo>
                  <a:pt x="80963" y="28575"/>
                </a:lnTo>
                <a:lnTo>
                  <a:pt x="85725" y="23813"/>
                </a:lnTo>
                <a:lnTo>
                  <a:pt x="90488" y="19050"/>
                </a:lnTo>
                <a:lnTo>
                  <a:pt x="95250" y="14288"/>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F3BC82"/>
          </a:solidFill>
          <a:ln xmlns:a="http://schemas.openxmlformats.org/drawingml/2006/main" w="0">
            <a:noFill/>
            <a:prstDash val="solid"/>
          </a:ln>
        </p:spPr>
      </p:sp>
      <p:sp>
        <p:nvSpPr>
          <p:cNvPr id="1170" name="layout-candidate-orange-94-0">
            <a:extLst xmlns:a="http://schemas.openxmlformats.org/drawingml/2006/main">
              <a:ext uri="{FF2B5EF4-FFF2-40B4-BE49-F238E27FC236}">
                <a16:creationId xmlns:a16="http://schemas.microsoft.com/office/drawing/2014/main" id="{D9562D6F-F8D0-47AC-BBFD-1410472B6810}"/>
              </a:ext>
            </a:extLst>
          </p:cNvPr>
          <p:cNvSpPr>
            <a:spLocks xmlns:a="http://schemas.openxmlformats.org/drawingml/2006/main" noGrp="1"/>
          </p:cNvSpPr>
          <p:nvPr/>
        </p:nvSpPr>
        <p:spPr>
          <a:xfrm xmlns:a="http://schemas.openxmlformats.org/drawingml/2006/main" rot="0">
            <a:off x="2085975" y="5019675"/>
            <a:ext cx="438150" cy="342900"/>
          </a:xfrm>
          <a:custGeom xmlns:a="http://schemas.openxmlformats.org/drawingml/2006/main">
            <a:pathLst>
              <a:path w="438150" h="342900">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38150" y="4763"/>
                </a:lnTo>
                <a:lnTo>
                  <a:pt x="438150" y="14288"/>
                </a:lnTo>
                <a:lnTo>
                  <a:pt x="438150" y="23813"/>
                </a:lnTo>
                <a:lnTo>
                  <a:pt x="438150" y="33338"/>
                </a:lnTo>
                <a:lnTo>
                  <a:pt x="438150" y="42863"/>
                </a:lnTo>
                <a:lnTo>
                  <a:pt x="438150" y="52388"/>
                </a:lnTo>
                <a:lnTo>
                  <a:pt x="438150" y="61913"/>
                </a:lnTo>
                <a:lnTo>
                  <a:pt x="438150" y="71438"/>
                </a:lnTo>
                <a:lnTo>
                  <a:pt x="438150" y="80963"/>
                </a:lnTo>
                <a:lnTo>
                  <a:pt x="438150" y="90488"/>
                </a:lnTo>
                <a:lnTo>
                  <a:pt x="438150" y="100013"/>
                </a:lnTo>
                <a:lnTo>
                  <a:pt x="438150" y="109538"/>
                </a:lnTo>
                <a:lnTo>
                  <a:pt x="438150" y="119063"/>
                </a:lnTo>
                <a:lnTo>
                  <a:pt x="438150" y="128588"/>
                </a:lnTo>
                <a:lnTo>
                  <a:pt x="438150" y="138113"/>
                </a:lnTo>
                <a:lnTo>
                  <a:pt x="438150" y="147638"/>
                </a:lnTo>
                <a:lnTo>
                  <a:pt x="438150" y="157163"/>
                </a:lnTo>
                <a:lnTo>
                  <a:pt x="433388" y="161925"/>
                </a:lnTo>
                <a:lnTo>
                  <a:pt x="428625" y="157163"/>
                </a:lnTo>
                <a:lnTo>
                  <a:pt x="428625" y="147638"/>
                </a:lnTo>
                <a:lnTo>
                  <a:pt x="428625" y="138113"/>
                </a:lnTo>
                <a:lnTo>
                  <a:pt x="428625" y="128588"/>
                </a:lnTo>
                <a:lnTo>
                  <a:pt x="428625" y="119063"/>
                </a:lnTo>
                <a:lnTo>
                  <a:pt x="428625" y="109538"/>
                </a:lnTo>
                <a:lnTo>
                  <a:pt x="428625" y="100013"/>
                </a:lnTo>
                <a:lnTo>
                  <a:pt x="428625" y="90488"/>
                </a:lnTo>
                <a:lnTo>
                  <a:pt x="428625" y="80963"/>
                </a:lnTo>
                <a:lnTo>
                  <a:pt x="428625" y="71438"/>
                </a:lnTo>
                <a:lnTo>
                  <a:pt x="428625" y="61913"/>
                </a:lnTo>
                <a:lnTo>
                  <a:pt x="428625" y="52388"/>
                </a:lnTo>
                <a:lnTo>
                  <a:pt x="428625" y="42863"/>
                </a:lnTo>
                <a:lnTo>
                  <a:pt x="428625" y="33338"/>
                </a:lnTo>
                <a:lnTo>
                  <a:pt x="428625" y="23813"/>
                </a:lnTo>
                <a:lnTo>
                  <a:pt x="428625" y="14288"/>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23850" y="14288"/>
                </a:lnTo>
                <a:lnTo>
                  <a:pt x="328613" y="19050"/>
                </a:lnTo>
                <a:lnTo>
                  <a:pt x="333375" y="23813"/>
                </a:lnTo>
                <a:lnTo>
                  <a:pt x="338138" y="28575"/>
                </a:lnTo>
                <a:lnTo>
                  <a:pt x="342900" y="33338"/>
                </a:lnTo>
                <a:lnTo>
                  <a:pt x="347663" y="38100"/>
                </a:lnTo>
                <a:lnTo>
                  <a:pt x="352425" y="42863"/>
                </a:lnTo>
                <a:lnTo>
                  <a:pt x="357188" y="47625"/>
                </a:lnTo>
                <a:lnTo>
                  <a:pt x="361950" y="52388"/>
                </a:lnTo>
                <a:lnTo>
                  <a:pt x="366713" y="57150"/>
                </a:lnTo>
                <a:lnTo>
                  <a:pt x="371475" y="61913"/>
                </a:lnTo>
                <a:lnTo>
                  <a:pt x="371475" y="71438"/>
                </a:lnTo>
                <a:lnTo>
                  <a:pt x="376238" y="76200"/>
                </a:lnTo>
                <a:lnTo>
                  <a:pt x="381000" y="80963"/>
                </a:lnTo>
                <a:lnTo>
                  <a:pt x="385763" y="85725"/>
                </a:lnTo>
                <a:lnTo>
                  <a:pt x="390525" y="90488"/>
                </a:lnTo>
                <a:lnTo>
                  <a:pt x="390525" y="100013"/>
                </a:lnTo>
                <a:lnTo>
                  <a:pt x="395288" y="104775"/>
                </a:lnTo>
                <a:lnTo>
                  <a:pt x="400050" y="109538"/>
                </a:lnTo>
                <a:lnTo>
                  <a:pt x="400050" y="119063"/>
                </a:lnTo>
                <a:lnTo>
                  <a:pt x="400050" y="128588"/>
                </a:lnTo>
                <a:lnTo>
                  <a:pt x="400050" y="138113"/>
                </a:lnTo>
                <a:lnTo>
                  <a:pt x="400050" y="147638"/>
                </a:lnTo>
                <a:lnTo>
                  <a:pt x="404813" y="152400"/>
                </a:lnTo>
                <a:lnTo>
                  <a:pt x="409575" y="157163"/>
                </a:lnTo>
                <a:lnTo>
                  <a:pt x="404813" y="161925"/>
                </a:lnTo>
                <a:lnTo>
                  <a:pt x="395288" y="161925"/>
                </a:lnTo>
                <a:lnTo>
                  <a:pt x="385763" y="161925"/>
                </a:lnTo>
                <a:lnTo>
                  <a:pt x="376238" y="161925"/>
                </a:lnTo>
                <a:lnTo>
                  <a:pt x="366713" y="161925"/>
                </a:lnTo>
                <a:lnTo>
                  <a:pt x="357188" y="161925"/>
                </a:lnTo>
                <a:lnTo>
                  <a:pt x="347663" y="161925"/>
                </a:lnTo>
                <a:lnTo>
                  <a:pt x="338138" y="161925"/>
                </a:lnTo>
                <a:lnTo>
                  <a:pt x="328613" y="161925"/>
                </a:lnTo>
                <a:lnTo>
                  <a:pt x="319088" y="161925"/>
                </a:lnTo>
                <a:lnTo>
                  <a:pt x="309563" y="161925"/>
                </a:lnTo>
                <a:lnTo>
                  <a:pt x="300038" y="161925"/>
                </a:lnTo>
                <a:lnTo>
                  <a:pt x="290513" y="161925"/>
                </a:lnTo>
                <a:lnTo>
                  <a:pt x="280988" y="161925"/>
                </a:lnTo>
                <a:lnTo>
                  <a:pt x="271463" y="161925"/>
                </a:lnTo>
                <a:lnTo>
                  <a:pt x="261938" y="161925"/>
                </a:lnTo>
                <a:lnTo>
                  <a:pt x="252413" y="161925"/>
                </a:lnTo>
                <a:lnTo>
                  <a:pt x="242888" y="161925"/>
                </a:lnTo>
                <a:lnTo>
                  <a:pt x="233363" y="161925"/>
                </a:lnTo>
                <a:lnTo>
                  <a:pt x="223838" y="161925"/>
                </a:lnTo>
                <a:lnTo>
                  <a:pt x="214313" y="161925"/>
                </a:lnTo>
                <a:lnTo>
                  <a:pt x="204788" y="161925"/>
                </a:lnTo>
                <a:lnTo>
                  <a:pt x="195263" y="161925"/>
                </a:lnTo>
                <a:lnTo>
                  <a:pt x="185738" y="161925"/>
                </a:lnTo>
                <a:lnTo>
                  <a:pt x="176213" y="161925"/>
                </a:lnTo>
                <a:lnTo>
                  <a:pt x="166688" y="161925"/>
                </a:lnTo>
                <a:lnTo>
                  <a:pt x="161925" y="166688"/>
                </a:lnTo>
                <a:lnTo>
                  <a:pt x="161925" y="176213"/>
                </a:lnTo>
                <a:lnTo>
                  <a:pt x="161925" y="185738"/>
                </a:lnTo>
                <a:lnTo>
                  <a:pt x="161925" y="195263"/>
                </a:lnTo>
                <a:lnTo>
                  <a:pt x="161925" y="204788"/>
                </a:lnTo>
                <a:lnTo>
                  <a:pt x="161925" y="214313"/>
                </a:lnTo>
                <a:lnTo>
                  <a:pt x="161925" y="223838"/>
                </a:lnTo>
                <a:lnTo>
                  <a:pt x="161925" y="233363"/>
                </a:lnTo>
                <a:lnTo>
                  <a:pt x="161925" y="242888"/>
                </a:lnTo>
                <a:lnTo>
                  <a:pt x="161925" y="252413"/>
                </a:lnTo>
                <a:lnTo>
                  <a:pt x="161925" y="261938"/>
                </a:lnTo>
                <a:lnTo>
                  <a:pt x="161925" y="271463"/>
                </a:lnTo>
                <a:lnTo>
                  <a:pt x="161925" y="280988"/>
                </a:lnTo>
                <a:lnTo>
                  <a:pt x="161925" y="290513"/>
                </a:lnTo>
                <a:lnTo>
                  <a:pt x="161925" y="300038"/>
                </a:lnTo>
                <a:lnTo>
                  <a:pt x="161925" y="309563"/>
                </a:lnTo>
                <a:lnTo>
                  <a:pt x="161925" y="319088"/>
                </a:lnTo>
                <a:lnTo>
                  <a:pt x="161925" y="328613"/>
                </a:lnTo>
                <a:lnTo>
                  <a:pt x="161925" y="338138"/>
                </a:lnTo>
                <a:lnTo>
                  <a:pt x="157163" y="342900"/>
                </a:lnTo>
                <a:lnTo>
                  <a:pt x="147638" y="342900"/>
                </a:lnTo>
                <a:lnTo>
                  <a:pt x="138113" y="342900"/>
                </a:lnTo>
                <a:lnTo>
                  <a:pt x="128588" y="342900"/>
                </a:lnTo>
                <a:lnTo>
                  <a:pt x="119063" y="342900"/>
                </a:lnTo>
                <a:lnTo>
                  <a:pt x="109538" y="342900"/>
                </a:lnTo>
                <a:lnTo>
                  <a:pt x="100013" y="342900"/>
                </a:lnTo>
                <a:lnTo>
                  <a:pt x="90488" y="342900"/>
                </a:lnTo>
                <a:lnTo>
                  <a:pt x="80963" y="342900"/>
                </a:lnTo>
                <a:lnTo>
                  <a:pt x="71438" y="342900"/>
                </a:lnTo>
                <a:lnTo>
                  <a:pt x="61913" y="342900"/>
                </a:lnTo>
                <a:lnTo>
                  <a:pt x="52388" y="342900"/>
                </a:lnTo>
                <a:lnTo>
                  <a:pt x="42863" y="342900"/>
                </a:lnTo>
                <a:lnTo>
                  <a:pt x="33338" y="342900"/>
                </a:lnTo>
                <a:lnTo>
                  <a:pt x="23813" y="342900"/>
                </a:lnTo>
                <a:lnTo>
                  <a:pt x="14288" y="342900"/>
                </a:lnTo>
                <a:lnTo>
                  <a:pt x="4763" y="342900"/>
                </a:lnTo>
                <a:lnTo>
                  <a:pt x="0" y="338138"/>
                </a:lnTo>
                <a:lnTo>
                  <a:pt x="4763" y="333375"/>
                </a:lnTo>
                <a:lnTo>
                  <a:pt x="14288" y="333375"/>
                </a:lnTo>
                <a:lnTo>
                  <a:pt x="23813" y="333375"/>
                </a:lnTo>
                <a:lnTo>
                  <a:pt x="33338" y="333375"/>
                </a:lnTo>
                <a:lnTo>
                  <a:pt x="42863" y="333375"/>
                </a:lnTo>
                <a:lnTo>
                  <a:pt x="52388" y="333375"/>
                </a:lnTo>
                <a:lnTo>
                  <a:pt x="61913" y="333375"/>
                </a:lnTo>
                <a:lnTo>
                  <a:pt x="71438" y="333375"/>
                </a:lnTo>
                <a:lnTo>
                  <a:pt x="80963" y="333375"/>
                </a:lnTo>
                <a:lnTo>
                  <a:pt x="90488" y="333375"/>
                </a:lnTo>
                <a:lnTo>
                  <a:pt x="100013" y="333375"/>
                </a:lnTo>
                <a:lnTo>
                  <a:pt x="104775" y="328613"/>
                </a:lnTo>
                <a:lnTo>
                  <a:pt x="100013" y="323850"/>
                </a:lnTo>
                <a:lnTo>
                  <a:pt x="95250" y="319088"/>
                </a:lnTo>
                <a:lnTo>
                  <a:pt x="90488" y="314325"/>
                </a:lnTo>
                <a:lnTo>
                  <a:pt x="85725" y="309563"/>
                </a:lnTo>
                <a:lnTo>
                  <a:pt x="80963" y="304800"/>
                </a:lnTo>
                <a:lnTo>
                  <a:pt x="76200" y="300038"/>
                </a:lnTo>
                <a:lnTo>
                  <a:pt x="71438" y="295275"/>
                </a:lnTo>
                <a:lnTo>
                  <a:pt x="66675" y="290513"/>
                </a:lnTo>
                <a:lnTo>
                  <a:pt x="61913" y="285750"/>
                </a:lnTo>
                <a:lnTo>
                  <a:pt x="57150" y="280988"/>
                </a:lnTo>
                <a:lnTo>
                  <a:pt x="52388" y="276225"/>
                </a:lnTo>
                <a:lnTo>
                  <a:pt x="47625" y="271463"/>
                </a:lnTo>
                <a:lnTo>
                  <a:pt x="47625" y="261938"/>
                </a:lnTo>
                <a:lnTo>
                  <a:pt x="42863" y="257175"/>
                </a:lnTo>
                <a:lnTo>
                  <a:pt x="38100" y="252413"/>
                </a:lnTo>
                <a:lnTo>
                  <a:pt x="38100" y="242888"/>
                </a:lnTo>
                <a:lnTo>
                  <a:pt x="33338" y="238125"/>
                </a:lnTo>
                <a:lnTo>
                  <a:pt x="28575" y="233363"/>
                </a:lnTo>
                <a:lnTo>
                  <a:pt x="33338" y="228600"/>
                </a:lnTo>
                <a:lnTo>
                  <a:pt x="38100" y="223838"/>
                </a:lnTo>
                <a:lnTo>
                  <a:pt x="33338" y="219075"/>
                </a:lnTo>
                <a:lnTo>
                  <a:pt x="28575" y="214313"/>
                </a:lnTo>
                <a:lnTo>
                  <a:pt x="28575" y="204788"/>
                </a:lnTo>
                <a:lnTo>
                  <a:pt x="28575" y="195263"/>
                </a:lnTo>
                <a:lnTo>
                  <a:pt x="28575" y="185738"/>
                </a:lnTo>
                <a:lnTo>
                  <a:pt x="28575" y="176213"/>
                </a:lnTo>
                <a:lnTo>
                  <a:pt x="28575" y="166688"/>
                </a:lnTo>
                <a:lnTo>
                  <a:pt x="28575" y="157163"/>
                </a:lnTo>
                <a:lnTo>
                  <a:pt x="28575" y="147638"/>
                </a:lnTo>
                <a:lnTo>
                  <a:pt x="33338" y="142875"/>
                </a:lnTo>
                <a:lnTo>
                  <a:pt x="38100" y="138113"/>
                </a:lnTo>
                <a:lnTo>
                  <a:pt x="33338" y="133350"/>
                </a:lnTo>
                <a:lnTo>
                  <a:pt x="28575" y="128588"/>
                </a:lnTo>
                <a:lnTo>
                  <a:pt x="28575" y="119063"/>
                </a:lnTo>
                <a:lnTo>
                  <a:pt x="33338" y="114300"/>
                </a:lnTo>
                <a:lnTo>
                  <a:pt x="38100" y="109538"/>
                </a:lnTo>
                <a:lnTo>
                  <a:pt x="42863" y="104775"/>
                </a:lnTo>
                <a:lnTo>
                  <a:pt x="47625" y="100013"/>
                </a:lnTo>
                <a:lnTo>
                  <a:pt x="47625" y="90488"/>
                </a:lnTo>
                <a:lnTo>
                  <a:pt x="52388" y="85725"/>
                </a:lnTo>
                <a:lnTo>
                  <a:pt x="57150" y="80963"/>
                </a:lnTo>
                <a:lnTo>
                  <a:pt x="57150" y="71438"/>
                </a:lnTo>
                <a:lnTo>
                  <a:pt x="61913" y="66675"/>
                </a:lnTo>
                <a:lnTo>
                  <a:pt x="66675" y="61913"/>
                </a:lnTo>
                <a:lnTo>
                  <a:pt x="66675" y="52388"/>
                </a:lnTo>
                <a:lnTo>
                  <a:pt x="71438" y="47625"/>
                </a:lnTo>
                <a:lnTo>
                  <a:pt x="76200" y="42863"/>
                </a:lnTo>
                <a:lnTo>
                  <a:pt x="80963" y="38100"/>
                </a:lnTo>
                <a:lnTo>
                  <a:pt x="85725" y="33338"/>
                </a:lnTo>
                <a:lnTo>
                  <a:pt x="90488" y="28575"/>
                </a:lnTo>
                <a:lnTo>
                  <a:pt x="100013" y="28575"/>
                </a:lnTo>
                <a:lnTo>
                  <a:pt x="104775" y="23813"/>
                </a:lnTo>
                <a:lnTo>
                  <a:pt x="109538" y="19050"/>
                </a:lnTo>
                <a:lnTo>
                  <a:pt x="114300" y="14288"/>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F2BE87"/>
          </a:solidFill>
          <a:ln xmlns:a="http://schemas.openxmlformats.org/drawingml/2006/main" w="0">
            <a:noFill/>
            <a:prstDash val="solid"/>
          </a:ln>
        </p:spPr>
      </p:sp>
      <p:sp>
        <p:nvSpPr>
          <p:cNvPr id="1171" name="layout-candidate-orange-95-0">
            <a:extLst xmlns:a="http://schemas.openxmlformats.org/drawingml/2006/main">
              <a:ext uri="{FF2B5EF4-FFF2-40B4-BE49-F238E27FC236}">
                <a16:creationId xmlns:a16="http://schemas.microsoft.com/office/drawing/2014/main" id="{0051EE09-D314-4B5A-971B-3974DB55D2FF}"/>
              </a:ext>
            </a:extLst>
          </p:cNvPr>
          <p:cNvSpPr>
            <a:spLocks xmlns:a="http://schemas.openxmlformats.org/drawingml/2006/main" noGrp="1"/>
          </p:cNvSpPr>
          <p:nvPr/>
        </p:nvSpPr>
        <p:spPr>
          <a:xfrm xmlns:a="http://schemas.openxmlformats.org/drawingml/2006/main" rot="0">
            <a:off x="2085975" y="5019675"/>
            <a:ext cx="438150" cy="342900"/>
          </a:xfrm>
          <a:custGeom xmlns:a="http://schemas.openxmlformats.org/drawingml/2006/main">
            <a:pathLst>
              <a:path w="438150" h="342900">
                <a:moveTo>
                  <a:pt x="9525" y="4763"/>
                </a:move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14338" y="0"/>
                </a:lnTo>
                <a:lnTo>
                  <a:pt x="423863" y="0"/>
                </a:lnTo>
                <a:lnTo>
                  <a:pt x="433388" y="0"/>
                </a:lnTo>
                <a:lnTo>
                  <a:pt x="438150" y="4763"/>
                </a:lnTo>
                <a:lnTo>
                  <a:pt x="438150" y="14288"/>
                </a:lnTo>
                <a:lnTo>
                  <a:pt x="438150" y="23813"/>
                </a:lnTo>
                <a:lnTo>
                  <a:pt x="438150" y="33338"/>
                </a:lnTo>
                <a:lnTo>
                  <a:pt x="438150" y="42863"/>
                </a:lnTo>
                <a:lnTo>
                  <a:pt x="438150" y="52388"/>
                </a:lnTo>
                <a:lnTo>
                  <a:pt x="438150" y="61913"/>
                </a:lnTo>
                <a:lnTo>
                  <a:pt x="438150" y="71438"/>
                </a:lnTo>
                <a:lnTo>
                  <a:pt x="438150" y="80963"/>
                </a:lnTo>
                <a:lnTo>
                  <a:pt x="438150" y="90488"/>
                </a:lnTo>
                <a:lnTo>
                  <a:pt x="438150" y="100013"/>
                </a:lnTo>
                <a:lnTo>
                  <a:pt x="438150" y="109538"/>
                </a:lnTo>
                <a:lnTo>
                  <a:pt x="438150" y="119063"/>
                </a:lnTo>
                <a:lnTo>
                  <a:pt x="438150" y="128588"/>
                </a:lnTo>
                <a:lnTo>
                  <a:pt x="438150" y="138113"/>
                </a:lnTo>
                <a:lnTo>
                  <a:pt x="438150" y="147638"/>
                </a:lnTo>
                <a:lnTo>
                  <a:pt x="438150" y="157163"/>
                </a:lnTo>
                <a:lnTo>
                  <a:pt x="433388" y="161925"/>
                </a:lnTo>
                <a:lnTo>
                  <a:pt x="428625" y="157163"/>
                </a:lnTo>
                <a:lnTo>
                  <a:pt x="428625" y="147638"/>
                </a:lnTo>
                <a:lnTo>
                  <a:pt x="428625" y="138113"/>
                </a:lnTo>
                <a:lnTo>
                  <a:pt x="428625" y="128588"/>
                </a:lnTo>
                <a:lnTo>
                  <a:pt x="428625" y="119063"/>
                </a:lnTo>
                <a:lnTo>
                  <a:pt x="428625" y="109538"/>
                </a:lnTo>
                <a:lnTo>
                  <a:pt x="428625" y="100013"/>
                </a:lnTo>
                <a:lnTo>
                  <a:pt x="428625" y="90488"/>
                </a:lnTo>
                <a:lnTo>
                  <a:pt x="428625" y="80963"/>
                </a:lnTo>
                <a:lnTo>
                  <a:pt x="428625" y="71438"/>
                </a:lnTo>
                <a:lnTo>
                  <a:pt x="428625" y="61913"/>
                </a:lnTo>
                <a:lnTo>
                  <a:pt x="428625" y="52388"/>
                </a:lnTo>
                <a:lnTo>
                  <a:pt x="428625" y="42863"/>
                </a:lnTo>
                <a:lnTo>
                  <a:pt x="428625" y="33338"/>
                </a:lnTo>
                <a:lnTo>
                  <a:pt x="428625" y="23813"/>
                </a:lnTo>
                <a:lnTo>
                  <a:pt x="428625" y="14288"/>
                </a:lnTo>
                <a:lnTo>
                  <a:pt x="423863" y="9525"/>
                </a:lnTo>
                <a:lnTo>
                  <a:pt x="414338" y="9525"/>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4800" y="14288"/>
                </a:lnTo>
                <a:lnTo>
                  <a:pt x="309563" y="19050"/>
                </a:lnTo>
                <a:lnTo>
                  <a:pt x="319088" y="19050"/>
                </a:lnTo>
                <a:lnTo>
                  <a:pt x="323850" y="23813"/>
                </a:lnTo>
                <a:lnTo>
                  <a:pt x="328613" y="28575"/>
                </a:lnTo>
                <a:lnTo>
                  <a:pt x="333375" y="33338"/>
                </a:lnTo>
                <a:lnTo>
                  <a:pt x="338138" y="38100"/>
                </a:lnTo>
                <a:lnTo>
                  <a:pt x="342900" y="42863"/>
                </a:lnTo>
                <a:lnTo>
                  <a:pt x="347663" y="47625"/>
                </a:lnTo>
                <a:lnTo>
                  <a:pt x="352425" y="52388"/>
                </a:lnTo>
                <a:lnTo>
                  <a:pt x="357188" y="57150"/>
                </a:lnTo>
                <a:lnTo>
                  <a:pt x="361950" y="61913"/>
                </a:lnTo>
                <a:lnTo>
                  <a:pt x="366713" y="66675"/>
                </a:lnTo>
                <a:lnTo>
                  <a:pt x="371475" y="71438"/>
                </a:lnTo>
                <a:lnTo>
                  <a:pt x="376238" y="76200"/>
                </a:lnTo>
                <a:lnTo>
                  <a:pt x="381000" y="80963"/>
                </a:lnTo>
                <a:lnTo>
                  <a:pt x="381000" y="90488"/>
                </a:lnTo>
                <a:lnTo>
                  <a:pt x="385763" y="95250"/>
                </a:lnTo>
                <a:lnTo>
                  <a:pt x="390525" y="100013"/>
                </a:lnTo>
                <a:lnTo>
                  <a:pt x="390525" y="109538"/>
                </a:lnTo>
                <a:lnTo>
                  <a:pt x="390525" y="119063"/>
                </a:lnTo>
                <a:lnTo>
                  <a:pt x="390525" y="128588"/>
                </a:lnTo>
                <a:lnTo>
                  <a:pt x="395288" y="133350"/>
                </a:lnTo>
                <a:lnTo>
                  <a:pt x="400050" y="138113"/>
                </a:lnTo>
                <a:lnTo>
                  <a:pt x="400050" y="147638"/>
                </a:lnTo>
                <a:lnTo>
                  <a:pt x="400050" y="157163"/>
                </a:lnTo>
                <a:lnTo>
                  <a:pt x="395288" y="161925"/>
                </a:lnTo>
                <a:lnTo>
                  <a:pt x="385763" y="161925"/>
                </a:lnTo>
                <a:lnTo>
                  <a:pt x="376238" y="161925"/>
                </a:lnTo>
                <a:lnTo>
                  <a:pt x="366713" y="161925"/>
                </a:lnTo>
                <a:lnTo>
                  <a:pt x="357188" y="161925"/>
                </a:lnTo>
                <a:lnTo>
                  <a:pt x="347663" y="161925"/>
                </a:lnTo>
                <a:lnTo>
                  <a:pt x="338138" y="161925"/>
                </a:lnTo>
                <a:lnTo>
                  <a:pt x="328613" y="161925"/>
                </a:lnTo>
                <a:lnTo>
                  <a:pt x="319088" y="161925"/>
                </a:lnTo>
                <a:lnTo>
                  <a:pt x="309563" y="161925"/>
                </a:lnTo>
                <a:lnTo>
                  <a:pt x="300038" y="161925"/>
                </a:lnTo>
                <a:lnTo>
                  <a:pt x="290513" y="161925"/>
                </a:lnTo>
                <a:lnTo>
                  <a:pt x="280988" y="161925"/>
                </a:lnTo>
                <a:lnTo>
                  <a:pt x="271463" y="161925"/>
                </a:lnTo>
                <a:lnTo>
                  <a:pt x="261938" y="161925"/>
                </a:lnTo>
                <a:lnTo>
                  <a:pt x="252413" y="161925"/>
                </a:lnTo>
                <a:lnTo>
                  <a:pt x="242888" y="161925"/>
                </a:lnTo>
                <a:lnTo>
                  <a:pt x="233363" y="161925"/>
                </a:lnTo>
                <a:lnTo>
                  <a:pt x="223838" y="161925"/>
                </a:lnTo>
                <a:lnTo>
                  <a:pt x="214313" y="161925"/>
                </a:lnTo>
                <a:lnTo>
                  <a:pt x="204788" y="161925"/>
                </a:lnTo>
                <a:lnTo>
                  <a:pt x="195263" y="161925"/>
                </a:lnTo>
                <a:lnTo>
                  <a:pt x="185738" y="161925"/>
                </a:lnTo>
                <a:lnTo>
                  <a:pt x="176213" y="161925"/>
                </a:lnTo>
                <a:lnTo>
                  <a:pt x="166688" y="161925"/>
                </a:lnTo>
                <a:lnTo>
                  <a:pt x="161925" y="166688"/>
                </a:lnTo>
                <a:lnTo>
                  <a:pt x="161925" y="176213"/>
                </a:lnTo>
                <a:lnTo>
                  <a:pt x="161925" y="185738"/>
                </a:lnTo>
                <a:lnTo>
                  <a:pt x="161925" y="195263"/>
                </a:lnTo>
                <a:lnTo>
                  <a:pt x="161925" y="204788"/>
                </a:lnTo>
                <a:lnTo>
                  <a:pt x="161925" y="214313"/>
                </a:lnTo>
                <a:lnTo>
                  <a:pt x="161925" y="223838"/>
                </a:lnTo>
                <a:lnTo>
                  <a:pt x="161925" y="233363"/>
                </a:lnTo>
                <a:lnTo>
                  <a:pt x="161925" y="242888"/>
                </a:lnTo>
                <a:lnTo>
                  <a:pt x="161925" y="252413"/>
                </a:lnTo>
                <a:lnTo>
                  <a:pt x="161925" y="261938"/>
                </a:lnTo>
                <a:lnTo>
                  <a:pt x="161925" y="271463"/>
                </a:lnTo>
                <a:lnTo>
                  <a:pt x="161925" y="280988"/>
                </a:lnTo>
                <a:lnTo>
                  <a:pt x="161925" y="290513"/>
                </a:lnTo>
                <a:lnTo>
                  <a:pt x="161925" y="300038"/>
                </a:lnTo>
                <a:lnTo>
                  <a:pt x="161925" y="309563"/>
                </a:lnTo>
                <a:lnTo>
                  <a:pt x="161925" y="319088"/>
                </a:lnTo>
                <a:lnTo>
                  <a:pt x="161925" y="328613"/>
                </a:lnTo>
                <a:lnTo>
                  <a:pt x="161925" y="338138"/>
                </a:lnTo>
                <a:lnTo>
                  <a:pt x="157163" y="342900"/>
                </a:lnTo>
                <a:lnTo>
                  <a:pt x="147638" y="342900"/>
                </a:lnTo>
                <a:lnTo>
                  <a:pt x="138113" y="342900"/>
                </a:lnTo>
                <a:lnTo>
                  <a:pt x="128588" y="342900"/>
                </a:lnTo>
                <a:lnTo>
                  <a:pt x="119063" y="342900"/>
                </a:lnTo>
                <a:lnTo>
                  <a:pt x="109538" y="342900"/>
                </a:lnTo>
                <a:lnTo>
                  <a:pt x="100013" y="342900"/>
                </a:lnTo>
                <a:lnTo>
                  <a:pt x="90488" y="342900"/>
                </a:lnTo>
                <a:lnTo>
                  <a:pt x="80963" y="342900"/>
                </a:lnTo>
                <a:lnTo>
                  <a:pt x="71438" y="342900"/>
                </a:lnTo>
                <a:lnTo>
                  <a:pt x="61913" y="342900"/>
                </a:lnTo>
                <a:lnTo>
                  <a:pt x="52388" y="342900"/>
                </a:lnTo>
                <a:lnTo>
                  <a:pt x="42863" y="342900"/>
                </a:lnTo>
                <a:lnTo>
                  <a:pt x="33338" y="342900"/>
                </a:lnTo>
                <a:lnTo>
                  <a:pt x="23813" y="342900"/>
                </a:lnTo>
                <a:lnTo>
                  <a:pt x="14288" y="342900"/>
                </a:lnTo>
                <a:lnTo>
                  <a:pt x="4763" y="342900"/>
                </a:lnTo>
                <a:lnTo>
                  <a:pt x="0" y="338138"/>
                </a:lnTo>
                <a:lnTo>
                  <a:pt x="4763" y="333375"/>
                </a:lnTo>
                <a:lnTo>
                  <a:pt x="14288" y="333375"/>
                </a:lnTo>
                <a:lnTo>
                  <a:pt x="23813" y="333375"/>
                </a:lnTo>
                <a:lnTo>
                  <a:pt x="33338" y="333375"/>
                </a:lnTo>
                <a:lnTo>
                  <a:pt x="42863" y="333375"/>
                </a:lnTo>
                <a:lnTo>
                  <a:pt x="52388" y="333375"/>
                </a:lnTo>
                <a:lnTo>
                  <a:pt x="61913" y="333375"/>
                </a:lnTo>
                <a:lnTo>
                  <a:pt x="71438" y="333375"/>
                </a:lnTo>
                <a:lnTo>
                  <a:pt x="80963" y="333375"/>
                </a:lnTo>
                <a:lnTo>
                  <a:pt x="90488" y="333375"/>
                </a:lnTo>
                <a:lnTo>
                  <a:pt x="100013" y="333375"/>
                </a:lnTo>
                <a:lnTo>
                  <a:pt x="109538" y="333375"/>
                </a:lnTo>
                <a:lnTo>
                  <a:pt x="114300" y="328613"/>
                </a:lnTo>
                <a:lnTo>
                  <a:pt x="109538" y="323850"/>
                </a:lnTo>
                <a:lnTo>
                  <a:pt x="100013" y="323850"/>
                </a:lnTo>
                <a:lnTo>
                  <a:pt x="95250" y="319088"/>
                </a:lnTo>
                <a:lnTo>
                  <a:pt x="95250" y="309563"/>
                </a:lnTo>
                <a:lnTo>
                  <a:pt x="90488" y="304800"/>
                </a:lnTo>
                <a:lnTo>
                  <a:pt x="80963" y="304800"/>
                </a:lnTo>
                <a:lnTo>
                  <a:pt x="76200" y="300038"/>
                </a:lnTo>
                <a:lnTo>
                  <a:pt x="76200" y="290513"/>
                </a:lnTo>
                <a:lnTo>
                  <a:pt x="71438" y="285750"/>
                </a:lnTo>
                <a:lnTo>
                  <a:pt x="66675" y="280988"/>
                </a:lnTo>
                <a:lnTo>
                  <a:pt x="61913" y="276225"/>
                </a:lnTo>
                <a:lnTo>
                  <a:pt x="57150" y="271463"/>
                </a:lnTo>
                <a:lnTo>
                  <a:pt x="57150" y="261938"/>
                </a:lnTo>
                <a:lnTo>
                  <a:pt x="52388" y="257175"/>
                </a:lnTo>
                <a:lnTo>
                  <a:pt x="47625" y="252413"/>
                </a:lnTo>
                <a:lnTo>
                  <a:pt x="47625" y="242888"/>
                </a:lnTo>
                <a:lnTo>
                  <a:pt x="42863" y="238125"/>
                </a:lnTo>
                <a:lnTo>
                  <a:pt x="38100" y="233363"/>
                </a:lnTo>
                <a:lnTo>
                  <a:pt x="38100" y="223838"/>
                </a:lnTo>
                <a:lnTo>
                  <a:pt x="38100" y="214313"/>
                </a:lnTo>
                <a:lnTo>
                  <a:pt x="38100" y="204788"/>
                </a:lnTo>
                <a:lnTo>
                  <a:pt x="38100" y="195263"/>
                </a:lnTo>
                <a:lnTo>
                  <a:pt x="38100" y="185738"/>
                </a:lnTo>
                <a:lnTo>
                  <a:pt x="38100" y="176213"/>
                </a:lnTo>
                <a:lnTo>
                  <a:pt x="38100" y="166688"/>
                </a:lnTo>
                <a:lnTo>
                  <a:pt x="38100" y="157163"/>
                </a:lnTo>
                <a:lnTo>
                  <a:pt x="33338" y="152400"/>
                </a:lnTo>
                <a:lnTo>
                  <a:pt x="28575" y="147638"/>
                </a:lnTo>
                <a:lnTo>
                  <a:pt x="33338" y="142875"/>
                </a:lnTo>
                <a:lnTo>
                  <a:pt x="38100" y="138113"/>
                </a:lnTo>
                <a:lnTo>
                  <a:pt x="38100" y="128588"/>
                </a:lnTo>
                <a:lnTo>
                  <a:pt x="38100" y="119063"/>
                </a:lnTo>
                <a:lnTo>
                  <a:pt x="42863" y="114300"/>
                </a:lnTo>
                <a:lnTo>
                  <a:pt x="47625" y="109538"/>
                </a:lnTo>
                <a:lnTo>
                  <a:pt x="47625" y="100013"/>
                </a:lnTo>
                <a:lnTo>
                  <a:pt x="52388" y="95250"/>
                </a:lnTo>
                <a:lnTo>
                  <a:pt x="57150" y="90488"/>
                </a:lnTo>
                <a:lnTo>
                  <a:pt x="57150" y="80963"/>
                </a:lnTo>
                <a:lnTo>
                  <a:pt x="57150" y="71438"/>
                </a:lnTo>
                <a:lnTo>
                  <a:pt x="61913" y="66675"/>
                </a:lnTo>
                <a:lnTo>
                  <a:pt x="66675" y="61913"/>
                </a:lnTo>
                <a:lnTo>
                  <a:pt x="71438" y="57150"/>
                </a:lnTo>
                <a:lnTo>
                  <a:pt x="76200" y="52388"/>
                </a:lnTo>
                <a:lnTo>
                  <a:pt x="80963" y="47625"/>
                </a:lnTo>
                <a:lnTo>
                  <a:pt x="85725" y="42863"/>
                </a:lnTo>
                <a:lnTo>
                  <a:pt x="90488" y="38100"/>
                </a:lnTo>
                <a:lnTo>
                  <a:pt x="95250" y="33338"/>
                </a:lnTo>
                <a:lnTo>
                  <a:pt x="100013" y="28575"/>
                </a:lnTo>
                <a:lnTo>
                  <a:pt x="109538" y="28575"/>
                </a:lnTo>
                <a:lnTo>
                  <a:pt x="114300" y="23813"/>
                </a:lnTo>
                <a:lnTo>
                  <a:pt x="119063" y="19050"/>
                </a:lnTo>
                <a:lnTo>
                  <a:pt x="128588" y="19050"/>
                </a:lnTo>
                <a:lnTo>
                  <a:pt x="133350" y="14288"/>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9525" y="4763"/>
                </a:lnTo>
                <a:close/>
              </a:path>
            </a:pathLst>
          </a:custGeom>
          <a:solidFill xmlns:a="http://schemas.openxmlformats.org/drawingml/2006/main">
            <a:srgbClr val="F3C08B"/>
          </a:solidFill>
          <a:ln xmlns:a="http://schemas.openxmlformats.org/drawingml/2006/main" w="0">
            <a:noFill/>
            <a:prstDash val="solid"/>
          </a:ln>
        </p:spPr>
      </p:sp>
      <p:sp>
        <p:nvSpPr>
          <p:cNvPr id="1172" name="layout-candidate-orange-96-0">
            <a:extLst xmlns:a="http://schemas.openxmlformats.org/drawingml/2006/main">
              <a:ext uri="{FF2B5EF4-FFF2-40B4-BE49-F238E27FC236}">
                <a16:creationId xmlns:a16="http://schemas.microsoft.com/office/drawing/2014/main" id="{47A0735D-34FE-4AA3-8628-68F77A4EBC0C}"/>
              </a:ext>
            </a:extLst>
          </p:cNvPr>
          <p:cNvSpPr>
            <a:spLocks xmlns:a="http://schemas.openxmlformats.org/drawingml/2006/main" noGrp="1"/>
          </p:cNvSpPr>
          <p:nvPr/>
        </p:nvSpPr>
        <p:spPr>
          <a:xfrm xmlns:a="http://schemas.openxmlformats.org/drawingml/2006/main" rot="0">
            <a:off x="2085975" y="5019675"/>
            <a:ext cx="409575" cy="342900"/>
          </a:xfrm>
          <a:custGeom xmlns:a="http://schemas.openxmlformats.org/drawingml/2006/main">
            <a:pathLst>
              <a:path w="409575" h="342900">
                <a:moveTo>
                  <a:pt x="28575" y="4763"/>
                </a:move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4813" y="0"/>
                </a:lnTo>
                <a:lnTo>
                  <a:pt x="409575" y="4763"/>
                </a:lnTo>
                <a:lnTo>
                  <a:pt x="404813" y="9525"/>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5750" y="14288"/>
                </a:lnTo>
                <a:lnTo>
                  <a:pt x="290513" y="19050"/>
                </a:lnTo>
                <a:lnTo>
                  <a:pt x="295275" y="23813"/>
                </a:lnTo>
                <a:lnTo>
                  <a:pt x="300038" y="28575"/>
                </a:lnTo>
                <a:lnTo>
                  <a:pt x="309563" y="28575"/>
                </a:lnTo>
                <a:lnTo>
                  <a:pt x="314325" y="33338"/>
                </a:lnTo>
                <a:lnTo>
                  <a:pt x="319088" y="38100"/>
                </a:lnTo>
                <a:lnTo>
                  <a:pt x="323850" y="42863"/>
                </a:lnTo>
                <a:lnTo>
                  <a:pt x="328613" y="47625"/>
                </a:lnTo>
                <a:lnTo>
                  <a:pt x="338138" y="47625"/>
                </a:lnTo>
                <a:lnTo>
                  <a:pt x="342900" y="52388"/>
                </a:lnTo>
                <a:lnTo>
                  <a:pt x="347663" y="57150"/>
                </a:lnTo>
                <a:lnTo>
                  <a:pt x="352425" y="61913"/>
                </a:lnTo>
                <a:lnTo>
                  <a:pt x="352425" y="71438"/>
                </a:lnTo>
                <a:lnTo>
                  <a:pt x="357188" y="76200"/>
                </a:lnTo>
                <a:lnTo>
                  <a:pt x="361950" y="80963"/>
                </a:lnTo>
                <a:lnTo>
                  <a:pt x="366713" y="85725"/>
                </a:lnTo>
                <a:lnTo>
                  <a:pt x="371475" y="90488"/>
                </a:lnTo>
                <a:lnTo>
                  <a:pt x="376238" y="95250"/>
                </a:lnTo>
                <a:lnTo>
                  <a:pt x="381000" y="100013"/>
                </a:lnTo>
                <a:lnTo>
                  <a:pt x="381000" y="109538"/>
                </a:lnTo>
                <a:lnTo>
                  <a:pt x="381000" y="119063"/>
                </a:lnTo>
                <a:lnTo>
                  <a:pt x="381000" y="128588"/>
                </a:lnTo>
                <a:lnTo>
                  <a:pt x="385763" y="133350"/>
                </a:lnTo>
                <a:lnTo>
                  <a:pt x="390525" y="138113"/>
                </a:lnTo>
                <a:lnTo>
                  <a:pt x="390525" y="147638"/>
                </a:lnTo>
                <a:lnTo>
                  <a:pt x="390525" y="157163"/>
                </a:lnTo>
                <a:lnTo>
                  <a:pt x="385763" y="161925"/>
                </a:lnTo>
                <a:lnTo>
                  <a:pt x="376238" y="161925"/>
                </a:lnTo>
                <a:lnTo>
                  <a:pt x="366713" y="161925"/>
                </a:lnTo>
                <a:lnTo>
                  <a:pt x="357188" y="161925"/>
                </a:lnTo>
                <a:lnTo>
                  <a:pt x="347663" y="161925"/>
                </a:lnTo>
                <a:lnTo>
                  <a:pt x="338138" y="161925"/>
                </a:lnTo>
                <a:lnTo>
                  <a:pt x="328613" y="161925"/>
                </a:lnTo>
                <a:lnTo>
                  <a:pt x="319088" y="161925"/>
                </a:lnTo>
                <a:lnTo>
                  <a:pt x="309563" y="161925"/>
                </a:lnTo>
                <a:lnTo>
                  <a:pt x="300038" y="161925"/>
                </a:lnTo>
                <a:lnTo>
                  <a:pt x="290513" y="161925"/>
                </a:lnTo>
                <a:lnTo>
                  <a:pt x="280988" y="161925"/>
                </a:lnTo>
                <a:lnTo>
                  <a:pt x="271463" y="161925"/>
                </a:lnTo>
                <a:lnTo>
                  <a:pt x="261938" y="161925"/>
                </a:lnTo>
                <a:lnTo>
                  <a:pt x="252413" y="161925"/>
                </a:lnTo>
                <a:lnTo>
                  <a:pt x="242888" y="161925"/>
                </a:lnTo>
                <a:lnTo>
                  <a:pt x="233363" y="161925"/>
                </a:lnTo>
                <a:lnTo>
                  <a:pt x="223838" y="161925"/>
                </a:lnTo>
                <a:lnTo>
                  <a:pt x="214313" y="161925"/>
                </a:lnTo>
                <a:lnTo>
                  <a:pt x="204788" y="161925"/>
                </a:lnTo>
                <a:lnTo>
                  <a:pt x="195263" y="161925"/>
                </a:lnTo>
                <a:lnTo>
                  <a:pt x="185738" y="161925"/>
                </a:lnTo>
                <a:lnTo>
                  <a:pt x="176213" y="161925"/>
                </a:lnTo>
                <a:lnTo>
                  <a:pt x="166688" y="161925"/>
                </a:lnTo>
                <a:lnTo>
                  <a:pt x="161925" y="166688"/>
                </a:lnTo>
                <a:lnTo>
                  <a:pt x="161925" y="176213"/>
                </a:lnTo>
                <a:lnTo>
                  <a:pt x="161925" y="185738"/>
                </a:lnTo>
                <a:lnTo>
                  <a:pt x="161925" y="195263"/>
                </a:lnTo>
                <a:lnTo>
                  <a:pt x="161925" y="204788"/>
                </a:lnTo>
                <a:lnTo>
                  <a:pt x="161925" y="214313"/>
                </a:lnTo>
                <a:lnTo>
                  <a:pt x="161925" y="223838"/>
                </a:lnTo>
                <a:lnTo>
                  <a:pt x="161925" y="233363"/>
                </a:lnTo>
                <a:lnTo>
                  <a:pt x="161925" y="242888"/>
                </a:lnTo>
                <a:lnTo>
                  <a:pt x="161925" y="252413"/>
                </a:lnTo>
                <a:lnTo>
                  <a:pt x="161925" y="261938"/>
                </a:lnTo>
                <a:lnTo>
                  <a:pt x="161925" y="271463"/>
                </a:lnTo>
                <a:lnTo>
                  <a:pt x="161925" y="280988"/>
                </a:lnTo>
                <a:lnTo>
                  <a:pt x="161925" y="290513"/>
                </a:lnTo>
                <a:lnTo>
                  <a:pt x="161925" y="300038"/>
                </a:lnTo>
                <a:lnTo>
                  <a:pt x="161925" y="309563"/>
                </a:lnTo>
                <a:lnTo>
                  <a:pt x="161925" y="319088"/>
                </a:lnTo>
                <a:lnTo>
                  <a:pt x="161925" y="328613"/>
                </a:lnTo>
                <a:lnTo>
                  <a:pt x="161925" y="338138"/>
                </a:lnTo>
                <a:lnTo>
                  <a:pt x="157163" y="342900"/>
                </a:lnTo>
                <a:lnTo>
                  <a:pt x="147638" y="342900"/>
                </a:lnTo>
                <a:lnTo>
                  <a:pt x="138113" y="342900"/>
                </a:lnTo>
                <a:lnTo>
                  <a:pt x="128588" y="342900"/>
                </a:lnTo>
                <a:lnTo>
                  <a:pt x="119063" y="342900"/>
                </a:lnTo>
                <a:lnTo>
                  <a:pt x="109538" y="342900"/>
                </a:lnTo>
                <a:lnTo>
                  <a:pt x="100013" y="342900"/>
                </a:lnTo>
                <a:lnTo>
                  <a:pt x="90488" y="342900"/>
                </a:lnTo>
                <a:lnTo>
                  <a:pt x="80963" y="342900"/>
                </a:lnTo>
                <a:lnTo>
                  <a:pt x="71438" y="342900"/>
                </a:lnTo>
                <a:lnTo>
                  <a:pt x="61913" y="342900"/>
                </a:lnTo>
                <a:lnTo>
                  <a:pt x="52388" y="342900"/>
                </a:lnTo>
                <a:lnTo>
                  <a:pt x="42863" y="342900"/>
                </a:lnTo>
                <a:lnTo>
                  <a:pt x="33338" y="342900"/>
                </a:lnTo>
                <a:lnTo>
                  <a:pt x="23813" y="342900"/>
                </a:lnTo>
                <a:lnTo>
                  <a:pt x="14288" y="342900"/>
                </a:lnTo>
                <a:lnTo>
                  <a:pt x="4763" y="342900"/>
                </a:lnTo>
                <a:lnTo>
                  <a:pt x="0" y="338138"/>
                </a:lnTo>
                <a:lnTo>
                  <a:pt x="4763" y="333375"/>
                </a:lnTo>
                <a:lnTo>
                  <a:pt x="14288" y="333375"/>
                </a:lnTo>
                <a:lnTo>
                  <a:pt x="23813" y="333375"/>
                </a:lnTo>
                <a:lnTo>
                  <a:pt x="33338" y="333375"/>
                </a:lnTo>
                <a:lnTo>
                  <a:pt x="42863" y="333375"/>
                </a:lnTo>
                <a:lnTo>
                  <a:pt x="52388" y="333375"/>
                </a:lnTo>
                <a:lnTo>
                  <a:pt x="61913" y="333375"/>
                </a:lnTo>
                <a:lnTo>
                  <a:pt x="71438" y="333375"/>
                </a:lnTo>
                <a:lnTo>
                  <a:pt x="80963" y="333375"/>
                </a:lnTo>
                <a:lnTo>
                  <a:pt x="90488" y="333375"/>
                </a:lnTo>
                <a:lnTo>
                  <a:pt x="100013" y="333375"/>
                </a:lnTo>
                <a:lnTo>
                  <a:pt x="109538" y="333375"/>
                </a:lnTo>
                <a:lnTo>
                  <a:pt x="119063" y="333375"/>
                </a:lnTo>
                <a:lnTo>
                  <a:pt x="128588" y="333375"/>
                </a:lnTo>
                <a:lnTo>
                  <a:pt x="133350" y="328613"/>
                </a:lnTo>
                <a:lnTo>
                  <a:pt x="128588" y="323850"/>
                </a:lnTo>
                <a:lnTo>
                  <a:pt x="123825" y="319088"/>
                </a:lnTo>
                <a:lnTo>
                  <a:pt x="119063" y="314325"/>
                </a:lnTo>
                <a:lnTo>
                  <a:pt x="109538" y="314325"/>
                </a:lnTo>
                <a:lnTo>
                  <a:pt x="104775" y="309563"/>
                </a:lnTo>
                <a:lnTo>
                  <a:pt x="100013" y="304800"/>
                </a:lnTo>
                <a:lnTo>
                  <a:pt x="95250" y="300038"/>
                </a:lnTo>
                <a:lnTo>
                  <a:pt x="90488" y="295275"/>
                </a:lnTo>
                <a:lnTo>
                  <a:pt x="85725" y="290513"/>
                </a:lnTo>
                <a:lnTo>
                  <a:pt x="80963" y="285750"/>
                </a:lnTo>
                <a:lnTo>
                  <a:pt x="76200" y="280988"/>
                </a:lnTo>
                <a:lnTo>
                  <a:pt x="71438" y="276225"/>
                </a:lnTo>
                <a:lnTo>
                  <a:pt x="66675" y="271463"/>
                </a:lnTo>
                <a:lnTo>
                  <a:pt x="66675" y="261938"/>
                </a:lnTo>
                <a:lnTo>
                  <a:pt x="61913" y="257175"/>
                </a:lnTo>
                <a:lnTo>
                  <a:pt x="57150" y="252413"/>
                </a:lnTo>
                <a:lnTo>
                  <a:pt x="57150" y="242888"/>
                </a:lnTo>
                <a:lnTo>
                  <a:pt x="52388" y="238125"/>
                </a:lnTo>
                <a:lnTo>
                  <a:pt x="47625" y="233363"/>
                </a:lnTo>
                <a:lnTo>
                  <a:pt x="52388" y="228600"/>
                </a:lnTo>
                <a:lnTo>
                  <a:pt x="57150" y="223838"/>
                </a:lnTo>
                <a:lnTo>
                  <a:pt x="52388" y="219075"/>
                </a:lnTo>
                <a:lnTo>
                  <a:pt x="47625" y="214313"/>
                </a:lnTo>
                <a:lnTo>
                  <a:pt x="47625" y="204788"/>
                </a:lnTo>
                <a:lnTo>
                  <a:pt x="47625" y="195263"/>
                </a:lnTo>
                <a:lnTo>
                  <a:pt x="47625" y="185738"/>
                </a:lnTo>
                <a:lnTo>
                  <a:pt x="47625" y="176213"/>
                </a:lnTo>
                <a:lnTo>
                  <a:pt x="47625" y="166688"/>
                </a:lnTo>
                <a:lnTo>
                  <a:pt x="47625" y="157163"/>
                </a:lnTo>
                <a:lnTo>
                  <a:pt x="47625" y="147638"/>
                </a:lnTo>
                <a:lnTo>
                  <a:pt x="47625" y="138113"/>
                </a:lnTo>
                <a:lnTo>
                  <a:pt x="47625" y="128588"/>
                </a:lnTo>
                <a:lnTo>
                  <a:pt x="47625" y="119063"/>
                </a:lnTo>
                <a:lnTo>
                  <a:pt x="52388" y="114300"/>
                </a:lnTo>
                <a:lnTo>
                  <a:pt x="57150" y="109538"/>
                </a:lnTo>
                <a:lnTo>
                  <a:pt x="57150" y="100013"/>
                </a:lnTo>
                <a:lnTo>
                  <a:pt x="61913" y="95250"/>
                </a:lnTo>
                <a:lnTo>
                  <a:pt x="66675" y="90488"/>
                </a:lnTo>
                <a:lnTo>
                  <a:pt x="71438" y="85725"/>
                </a:lnTo>
                <a:lnTo>
                  <a:pt x="76200" y="80963"/>
                </a:lnTo>
                <a:lnTo>
                  <a:pt x="76200" y="71438"/>
                </a:lnTo>
                <a:lnTo>
                  <a:pt x="80963" y="66675"/>
                </a:lnTo>
                <a:lnTo>
                  <a:pt x="85725" y="61913"/>
                </a:lnTo>
                <a:lnTo>
                  <a:pt x="90488" y="57150"/>
                </a:lnTo>
                <a:lnTo>
                  <a:pt x="95250" y="52388"/>
                </a:lnTo>
                <a:lnTo>
                  <a:pt x="100013" y="47625"/>
                </a:lnTo>
                <a:lnTo>
                  <a:pt x="104775" y="42863"/>
                </a:lnTo>
                <a:lnTo>
                  <a:pt x="109538" y="38100"/>
                </a:lnTo>
                <a:lnTo>
                  <a:pt x="114300" y="33338"/>
                </a:lnTo>
                <a:lnTo>
                  <a:pt x="119063" y="28575"/>
                </a:lnTo>
                <a:lnTo>
                  <a:pt x="128588" y="28575"/>
                </a:lnTo>
                <a:lnTo>
                  <a:pt x="133350" y="23813"/>
                </a:lnTo>
                <a:lnTo>
                  <a:pt x="138113" y="19050"/>
                </a:lnTo>
                <a:lnTo>
                  <a:pt x="147638" y="19050"/>
                </a:lnTo>
                <a:lnTo>
                  <a:pt x="152400" y="14288"/>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8575" y="4763"/>
                </a:lnTo>
                <a:close/>
              </a:path>
            </a:pathLst>
          </a:custGeom>
          <a:solidFill xmlns:a="http://schemas.openxmlformats.org/drawingml/2006/main">
            <a:srgbClr val="F3C28F"/>
          </a:solidFill>
          <a:ln xmlns:a="http://schemas.openxmlformats.org/drawingml/2006/main" w="0">
            <a:noFill/>
            <a:prstDash val="solid"/>
          </a:ln>
        </p:spPr>
      </p:sp>
      <p:sp>
        <p:nvSpPr>
          <p:cNvPr id="1173" name="layout-candidate-orange-96-1">
            <a:extLst xmlns:a="http://schemas.openxmlformats.org/drawingml/2006/main">
              <a:ext uri="{FF2B5EF4-FFF2-40B4-BE49-F238E27FC236}">
                <a16:creationId xmlns:a16="http://schemas.microsoft.com/office/drawing/2014/main" id="{5A1A9550-8C6F-4CC0-B906-5571F6490788}"/>
              </a:ext>
            </a:extLst>
          </p:cNvPr>
          <p:cNvSpPr>
            <a:spLocks xmlns:a="http://schemas.openxmlformats.org/drawingml/2006/main" noGrp="1"/>
          </p:cNvSpPr>
          <p:nvPr/>
        </p:nvSpPr>
        <p:spPr>
          <a:xfrm xmlns:a="http://schemas.openxmlformats.org/drawingml/2006/main" rot="0">
            <a:off x="2514600" y="5019675"/>
            <a:ext cx="9525" cy="161925"/>
          </a:xfrm>
          <a:custGeom xmlns:a="http://schemas.openxmlformats.org/drawingml/2006/main">
            <a:pathLst>
              <a:path w="9525" h="1619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4763" y="161925"/>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3C28F"/>
          </a:solidFill>
          <a:ln xmlns:a="http://schemas.openxmlformats.org/drawingml/2006/main" w="0">
            <a:noFill/>
            <a:prstDash val="solid"/>
          </a:ln>
        </p:spPr>
      </p:sp>
      <p:sp>
        <p:nvSpPr>
          <p:cNvPr id="1174" name="layout-candidate-orange-97-0">
            <a:extLst xmlns:a="http://schemas.openxmlformats.org/drawingml/2006/main">
              <a:ext uri="{FF2B5EF4-FFF2-40B4-BE49-F238E27FC236}">
                <a16:creationId xmlns:a16="http://schemas.microsoft.com/office/drawing/2014/main" id="{6E1AF0BA-9238-4FE1-AFC5-58B5CA78C97B}"/>
              </a:ext>
            </a:extLst>
          </p:cNvPr>
          <p:cNvSpPr>
            <a:spLocks xmlns:a="http://schemas.openxmlformats.org/drawingml/2006/main" noGrp="1"/>
          </p:cNvSpPr>
          <p:nvPr/>
        </p:nvSpPr>
        <p:spPr>
          <a:xfrm xmlns:a="http://schemas.openxmlformats.org/drawingml/2006/main" rot="0">
            <a:off x="2085975" y="5019675"/>
            <a:ext cx="400050" cy="342900"/>
          </a:xfrm>
          <a:custGeom xmlns:a="http://schemas.openxmlformats.org/drawingml/2006/main">
            <a:pathLst>
              <a:path w="400050" h="342900">
                <a:moveTo>
                  <a:pt x="38100" y="4763"/>
                </a:move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8613" y="0"/>
                </a:lnTo>
                <a:lnTo>
                  <a:pt x="338138" y="0"/>
                </a:lnTo>
                <a:lnTo>
                  <a:pt x="347663" y="0"/>
                </a:lnTo>
                <a:lnTo>
                  <a:pt x="357188" y="0"/>
                </a:lnTo>
                <a:lnTo>
                  <a:pt x="366713" y="0"/>
                </a:lnTo>
                <a:lnTo>
                  <a:pt x="376238" y="0"/>
                </a:lnTo>
                <a:lnTo>
                  <a:pt x="385763" y="0"/>
                </a:lnTo>
                <a:lnTo>
                  <a:pt x="395288" y="0"/>
                </a:lnTo>
                <a:lnTo>
                  <a:pt x="400050" y="4763"/>
                </a:lnTo>
                <a:lnTo>
                  <a:pt x="395288" y="9525"/>
                </a:lnTo>
                <a:lnTo>
                  <a:pt x="385763" y="9525"/>
                </a:lnTo>
                <a:lnTo>
                  <a:pt x="376238" y="9525"/>
                </a:lnTo>
                <a:lnTo>
                  <a:pt x="366713" y="9525"/>
                </a:lnTo>
                <a:lnTo>
                  <a:pt x="357188" y="9525"/>
                </a:lnTo>
                <a:lnTo>
                  <a:pt x="347663" y="9525"/>
                </a:lnTo>
                <a:lnTo>
                  <a:pt x="338138" y="9525"/>
                </a:lnTo>
                <a:lnTo>
                  <a:pt x="328613" y="9525"/>
                </a:lnTo>
                <a:lnTo>
                  <a:pt x="319088" y="9525"/>
                </a:lnTo>
                <a:lnTo>
                  <a:pt x="309563" y="9525"/>
                </a:lnTo>
                <a:lnTo>
                  <a:pt x="300038" y="9525"/>
                </a:lnTo>
                <a:lnTo>
                  <a:pt x="290513" y="9525"/>
                </a:lnTo>
                <a:lnTo>
                  <a:pt x="280988" y="9525"/>
                </a:lnTo>
                <a:lnTo>
                  <a:pt x="271463" y="9525"/>
                </a:lnTo>
                <a:lnTo>
                  <a:pt x="261938" y="9525"/>
                </a:lnTo>
                <a:lnTo>
                  <a:pt x="257175" y="14288"/>
                </a:lnTo>
                <a:lnTo>
                  <a:pt x="261938" y="19050"/>
                </a:lnTo>
                <a:lnTo>
                  <a:pt x="271463" y="19050"/>
                </a:lnTo>
                <a:lnTo>
                  <a:pt x="280988" y="19050"/>
                </a:lnTo>
                <a:lnTo>
                  <a:pt x="285750" y="23813"/>
                </a:lnTo>
                <a:lnTo>
                  <a:pt x="290513" y="28575"/>
                </a:lnTo>
                <a:lnTo>
                  <a:pt x="300038" y="28575"/>
                </a:lnTo>
                <a:lnTo>
                  <a:pt x="304800" y="33338"/>
                </a:lnTo>
                <a:lnTo>
                  <a:pt x="309563" y="38100"/>
                </a:lnTo>
                <a:lnTo>
                  <a:pt x="314325" y="42863"/>
                </a:lnTo>
                <a:lnTo>
                  <a:pt x="319088" y="47625"/>
                </a:lnTo>
                <a:lnTo>
                  <a:pt x="328613" y="47625"/>
                </a:lnTo>
                <a:lnTo>
                  <a:pt x="333375" y="52388"/>
                </a:lnTo>
                <a:lnTo>
                  <a:pt x="338138" y="57150"/>
                </a:lnTo>
                <a:lnTo>
                  <a:pt x="342900" y="61913"/>
                </a:lnTo>
                <a:lnTo>
                  <a:pt x="342900" y="71438"/>
                </a:lnTo>
                <a:lnTo>
                  <a:pt x="347663" y="76200"/>
                </a:lnTo>
                <a:lnTo>
                  <a:pt x="352425" y="80963"/>
                </a:lnTo>
                <a:lnTo>
                  <a:pt x="357188" y="85725"/>
                </a:lnTo>
                <a:lnTo>
                  <a:pt x="361950" y="90488"/>
                </a:lnTo>
                <a:lnTo>
                  <a:pt x="366713" y="95250"/>
                </a:lnTo>
                <a:lnTo>
                  <a:pt x="371475" y="100013"/>
                </a:lnTo>
                <a:lnTo>
                  <a:pt x="371475" y="109538"/>
                </a:lnTo>
                <a:lnTo>
                  <a:pt x="371475" y="119063"/>
                </a:lnTo>
                <a:lnTo>
                  <a:pt x="371475" y="128588"/>
                </a:lnTo>
                <a:lnTo>
                  <a:pt x="376238" y="133350"/>
                </a:lnTo>
                <a:lnTo>
                  <a:pt x="381000" y="138113"/>
                </a:lnTo>
                <a:lnTo>
                  <a:pt x="381000" y="147638"/>
                </a:lnTo>
                <a:lnTo>
                  <a:pt x="381000" y="157163"/>
                </a:lnTo>
                <a:lnTo>
                  <a:pt x="376238" y="161925"/>
                </a:lnTo>
                <a:lnTo>
                  <a:pt x="366713" y="161925"/>
                </a:lnTo>
                <a:lnTo>
                  <a:pt x="357188" y="161925"/>
                </a:lnTo>
                <a:lnTo>
                  <a:pt x="347663" y="161925"/>
                </a:lnTo>
                <a:lnTo>
                  <a:pt x="338138" y="161925"/>
                </a:lnTo>
                <a:lnTo>
                  <a:pt x="328613" y="161925"/>
                </a:lnTo>
                <a:lnTo>
                  <a:pt x="319088" y="161925"/>
                </a:lnTo>
                <a:lnTo>
                  <a:pt x="309563" y="161925"/>
                </a:lnTo>
                <a:lnTo>
                  <a:pt x="300038" y="161925"/>
                </a:lnTo>
                <a:lnTo>
                  <a:pt x="290513" y="161925"/>
                </a:lnTo>
                <a:lnTo>
                  <a:pt x="280988" y="161925"/>
                </a:lnTo>
                <a:lnTo>
                  <a:pt x="271463" y="161925"/>
                </a:lnTo>
                <a:lnTo>
                  <a:pt x="261938" y="161925"/>
                </a:lnTo>
                <a:lnTo>
                  <a:pt x="252413" y="161925"/>
                </a:lnTo>
                <a:lnTo>
                  <a:pt x="242888" y="161925"/>
                </a:lnTo>
                <a:lnTo>
                  <a:pt x="233363" y="161925"/>
                </a:lnTo>
                <a:lnTo>
                  <a:pt x="223838" y="161925"/>
                </a:lnTo>
                <a:lnTo>
                  <a:pt x="214313" y="161925"/>
                </a:lnTo>
                <a:lnTo>
                  <a:pt x="204788" y="161925"/>
                </a:lnTo>
                <a:lnTo>
                  <a:pt x="195263" y="161925"/>
                </a:lnTo>
                <a:lnTo>
                  <a:pt x="185738" y="161925"/>
                </a:lnTo>
                <a:lnTo>
                  <a:pt x="176213" y="161925"/>
                </a:lnTo>
                <a:lnTo>
                  <a:pt x="166688" y="161925"/>
                </a:lnTo>
                <a:lnTo>
                  <a:pt x="161925" y="166688"/>
                </a:lnTo>
                <a:lnTo>
                  <a:pt x="161925" y="176213"/>
                </a:lnTo>
                <a:lnTo>
                  <a:pt x="161925" y="185738"/>
                </a:lnTo>
                <a:lnTo>
                  <a:pt x="161925" y="195263"/>
                </a:lnTo>
                <a:lnTo>
                  <a:pt x="161925" y="204788"/>
                </a:lnTo>
                <a:lnTo>
                  <a:pt x="161925" y="214313"/>
                </a:lnTo>
                <a:lnTo>
                  <a:pt x="161925" y="223838"/>
                </a:lnTo>
                <a:lnTo>
                  <a:pt x="161925" y="233363"/>
                </a:lnTo>
                <a:lnTo>
                  <a:pt x="161925" y="242888"/>
                </a:lnTo>
                <a:lnTo>
                  <a:pt x="161925" y="252413"/>
                </a:lnTo>
                <a:lnTo>
                  <a:pt x="161925" y="261938"/>
                </a:lnTo>
                <a:lnTo>
                  <a:pt x="161925" y="271463"/>
                </a:lnTo>
                <a:lnTo>
                  <a:pt x="161925" y="280988"/>
                </a:lnTo>
                <a:lnTo>
                  <a:pt x="161925" y="290513"/>
                </a:lnTo>
                <a:lnTo>
                  <a:pt x="161925" y="300038"/>
                </a:lnTo>
                <a:lnTo>
                  <a:pt x="161925" y="309563"/>
                </a:lnTo>
                <a:lnTo>
                  <a:pt x="161925" y="319088"/>
                </a:lnTo>
                <a:lnTo>
                  <a:pt x="161925" y="328613"/>
                </a:lnTo>
                <a:lnTo>
                  <a:pt x="161925" y="338138"/>
                </a:lnTo>
                <a:lnTo>
                  <a:pt x="157163" y="342900"/>
                </a:lnTo>
                <a:lnTo>
                  <a:pt x="147638" y="342900"/>
                </a:lnTo>
                <a:lnTo>
                  <a:pt x="138113" y="342900"/>
                </a:lnTo>
                <a:lnTo>
                  <a:pt x="128588" y="342900"/>
                </a:lnTo>
                <a:lnTo>
                  <a:pt x="119063" y="342900"/>
                </a:lnTo>
                <a:lnTo>
                  <a:pt x="109538" y="342900"/>
                </a:lnTo>
                <a:lnTo>
                  <a:pt x="100013" y="342900"/>
                </a:lnTo>
                <a:lnTo>
                  <a:pt x="90488" y="342900"/>
                </a:lnTo>
                <a:lnTo>
                  <a:pt x="80963" y="342900"/>
                </a:lnTo>
                <a:lnTo>
                  <a:pt x="71438" y="342900"/>
                </a:lnTo>
                <a:lnTo>
                  <a:pt x="61913" y="342900"/>
                </a:lnTo>
                <a:lnTo>
                  <a:pt x="52388" y="342900"/>
                </a:lnTo>
                <a:lnTo>
                  <a:pt x="42863" y="342900"/>
                </a:lnTo>
                <a:lnTo>
                  <a:pt x="33338" y="342900"/>
                </a:lnTo>
                <a:lnTo>
                  <a:pt x="23813" y="342900"/>
                </a:lnTo>
                <a:lnTo>
                  <a:pt x="14288" y="342900"/>
                </a:lnTo>
                <a:lnTo>
                  <a:pt x="4763" y="342900"/>
                </a:lnTo>
                <a:lnTo>
                  <a:pt x="0" y="338138"/>
                </a:lnTo>
                <a:lnTo>
                  <a:pt x="4763" y="333375"/>
                </a:lnTo>
                <a:lnTo>
                  <a:pt x="14288" y="333375"/>
                </a:lnTo>
                <a:lnTo>
                  <a:pt x="23813" y="333375"/>
                </a:lnTo>
                <a:lnTo>
                  <a:pt x="33338" y="333375"/>
                </a:lnTo>
                <a:lnTo>
                  <a:pt x="42863" y="333375"/>
                </a:lnTo>
                <a:lnTo>
                  <a:pt x="52388" y="333375"/>
                </a:lnTo>
                <a:lnTo>
                  <a:pt x="61913" y="333375"/>
                </a:lnTo>
                <a:lnTo>
                  <a:pt x="71438" y="333375"/>
                </a:lnTo>
                <a:lnTo>
                  <a:pt x="80963" y="333375"/>
                </a:lnTo>
                <a:lnTo>
                  <a:pt x="90488" y="333375"/>
                </a:lnTo>
                <a:lnTo>
                  <a:pt x="100013" y="333375"/>
                </a:lnTo>
                <a:lnTo>
                  <a:pt x="109538" y="333375"/>
                </a:lnTo>
                <a:lnTo>
                  <a:pt x="119063" y="333375"/>
                </a:lnTo>
                <a:lnTo>
                  <a:pt x="128588" y="333375"/>
                </a:lnTo>
                <a:lnTo>
                  <a:pt x="138113" y="333375"/>
                </a:lnTo>
                <a:lnTo>
                  <a:pt x="147638" y="333375"/>
                </a:lnTo>
                <a:lnTo>
                  <a:pt x="152400" y="328613"/>
                </a:lnTo>
                <a:lnTo>
                  <a:pt x="147638" y="323850"/>
                </a:lnTo>
                <a:lnTo>
                  <a:pt x="138113" y="323850"/>
                </a:lnTo>
                <a:lnTo>
                  <a:pt x="133350" y="319088"/>
                </a:lnTo>
                <a:lnTo>
                  <a:pt x="128588" y="314325"/>
                </a:lnTo>
                <a:lnTo>
                  <a:pt x="119063" y="314325"/>
                </a:lnTo>
                <a:lnTo>
                  <a:pt x="114300" y="309563"/>
                </a:lnTo>
                <a:lnTo>
                  <a:pt x="109538" y="304800"/>
                </a:lnTo>
                <a:lnTo>
                  <a:pt x="104775" y="300038"/>
                </a:lnTo>
                <a:lnTo>
                  <a:pt x="100013" y="295275"/>
                </a:lnTo>
                <a:lnTo>
                  <a:pt x="95250" y="290513"/>
                </a:lnTo>
                <a:lnTo>
                  <a:pt x="90488" y="285750"/>
                </a:lnTo>
                <a:lnTo>
                  <a:pt x="85725" y="280988"/>
                </a:lnTo>
                <a:lnTo>
                  <a:pt x="80963" y="276225"/>
                </a:lnTo>
                <a:lnTo>
                  <a:pt x="76200" y="271463"/>
                </a:lnTo>
                <a:lnTo>
                  <a:pt x="76200" y="261938"/>
                </a:lnTo>
                <a:lnTo>
                  <a:pt x="71438" y="257175"/>
                </a:lnTo>
                <a:lnTo>
                  <a:pt x="66675" y="252413"/>
                </a:lnTo>
                <a:lnTo>
                  <a:pt x="66675" y="242888"/>
                </a:lnTo>
                <a:lnTo>
                  <a:pt x="61913" y="238125"/>
                </a:lnTo>
                <a:lnTo>
                  <a:pt x="57150" y="233363"/>
                </a:lnTo>
                <a:lnTo>
                  <a:pt x="57150" y="223838"/>
                </a:lnTo>
                <a:lnTo>
                  <a:pt x="57150" y="214313"/>
                </a:lnTo>
                <a:lnTo>
                  <a:pt x="57150" y="204788"/>
                </a:lnTo>
                <a:lnTo>
                  <a:pt x="52388" y="200025"/>
                </a:lnTo>
                <a:lnTo>
                  <a:pt x="47625" y="195263"/>
                </a:lnTo>
                <a:lnTo>
                  <a:pt x="52388" y="190500"/>
                </a:lnTo>
                <a:lnTo>
                  <a:pt x="57150" y="185738"/>
                </a:lnTo>
                <a:lnTo>
                  <a:pt x="57150" y="176213"/>
                </a:lnTo>
                <a:lnTo>
                  <a:pt x="52388" y="171450"/>
                </a:lnTo>
                <a:lnTo>
                  <a:pt x="47625" y="166688"/>
                </a:lnTo>
                <a:lnTo>
                  <a:pt x="52388" y="161925"/>
                </a:lnTo>
                <a:lnTo>
                  <a:pt x="57150" y="157163"/>
                </a:lnTo>
                <a:lnTo>
                  <a:pt x="52388" y="152400"/>
                </a:lnTo>
                <a:lnTo>
                  <a:pt x="47625" y="147638"/>
                </a:lnTo>
                <a:lnTo>
                  <a:pt x="52388" y="142875"/>
                </a:lnTo>
                <a:lnTo>
                  <a:pt x="57150" y="138113"/>
                </a:lnTo>
                <a:lnTo>
                  <a:pt x="57150" y="128588"/>
                </a:lnTo>
                <a:lnTo>
                  <a:pt x="57150" y="119063"/>
                </a:lnTo>
                <a:lnTo>
                  <a:pt x="61913" y="114300"/>
                </a:lnTo>
                <a:lnTo>
                  <a:pt x="66675" y="109538"/>
                </a:lnTo>
                <a:lnTo>
                  <a:pt x="66675" y="100013"/>
                </a:lnTo>
                <a:lnTo>
                  <a:pt x="71438" y="95250"/>
                </a:lnTo>
                <a:lnTo>
                  <a:pt x="76200" y="90488"/>
                </a:lnTo>
                <a:lnTo>
                  <a:pt x="80963" y="85725"/>
                </a:lnTo>
                <a:lnTo>
                  <a:pt x="85725" y="80963"/>
                </a:lnTo>
                <a:lnTo>
                  <a:pt x="85725" y="71438"/>
                </a:lnTo>
                <a:lnTo>
                  <a:pt x="85725" y="61913"/>
                </a:lnTo>
                <a:lnTo>
                  <a:pt x="90488" y="57150"/>
                </a:lnTo>
                <a:lnTo>
                  <a:pt x="100013" y="57150"/>
                </a:lnTo>
                <a:lnTo>
                  <a:pt x="104775" y="52388"/>
                </a:lnTo>
                <a:lnTo>
                  <a:pt x="109538" y="47625"/>
                </a:lnTo>
                <a:lnTo>
                  <a:pt x="114300" y="42863"/>
                </a:lnTo>
                <a:lnTo>
                  <a:pt x="119063" y="38100"/>
                </a:lnTo>
                <a:lnTo>
                  <a:pt x="128588" y="38100"/>
                </a:lnTo>
                <a:lnTo>
                  <a:pt x="133350" y="33338"/>
                </a:lnTo>
                <a:lnTo>
                  <a:pt x="138113" y="28575"/>
                </a:lnTo>
                <a:lnTo>
                  <a:pt x="147638" y="28575"/>
                </a:lnTo>
                <a:lnTo>
                  <a:pt x="152400" y="23813"/>
                </a:lnTo>
                <a:lnTo>
                  <a:pt x="157163" y="19050"/>
                </a:lnTo>
                <a:lnTo>
                  <a:pt x="166688" y="19050"/>
                </a:lnTo>
                <a:lnTo>
                  <a:pt x="171450" y="14288"/>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8100" y="4763"/>
                </a:lnTo>
                <a:close/>
              </a:path>
            </a:pathLst>
          </a:custGeom>
          <a:solidFill xmlns:a="http://schemas.openxmlformats.org/drawingml/2006/main">
            <a:srgbClr val="F4C390"/>
          </a:solidFill>
          <a:ln xmlns:a="http://schemas.openxmlformats.org/drawingml/2006/main" w="0">
            <a:noFill/>
            <a:prstDash val="solid"/>
          </a:ln>
        </p:spPr>
      </p:sp>
      <p:sp>
        <p:nvSpPr>
          <p:cNvPr id="1175" name="layout-candidate-orange-97-1">
            <a:extLst xmlns:a="http://schemas.openxmlformats.org/drawingml/2006/main">
              <a:ext uri="{FF2B5EF4-FFF2-40B4-BE49-F238E27FC236}">
                <a16:creationId xmlns:a16="http://schemas.microsoft.com/office/drawing/2014/main" id="{C5995AC9-D05A-473E-BDB7-6D4032BC57E1}"/>
              </a:ext>
            </a:extLst>
          </p:cNvPr>
          <p:cNvSpPr>
            <a:spLocks xmlns:a="http://schemas.openxmlformats.org/drawingml/2006/main" noGrp="1"/>
          </p:cNvSpPr>
          <p:nvPr/>
        </p:nvSpPr>
        <p:spPr>
          <a:xfrm xmlns:a="http://schemas.openxmlformats.org/drawingml/2006/main" rot="0">
            <a:off x="2514600" y="5019675"/>
            <a:ext cx="9525" cy="161925"/>
          </a:xfrm>
          <a:custGeom xmlns:a="http://schemas.openxmlformats.org/drawingml/2006/main">
            <a:pathLst>
              <a:path w="9525" h="1619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4763" y="161925"/>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4C390"/>
          </a:solidFill>
          <a:ln xmlns:a="http://schemas.openxmlformats.org/drawingml/2006/main" w="0">
            <a:noFill/>
            <a:prstDash val="solid"/>
          </a:ln>
        </p:spPr>
      </p:sp>
      <p:sp>
        <p:nvSpPr>
          <p:cNvPr id="1176" name="layout-candidate-orange-98-0">
            <a:extLst xmlns:a="http://schemas.openxmlformats.org/drawingml/2006/main">
              <a:ext uri="{FF2B5EF4-FFF2-40B4-BE49-F238E27FC236}">
                <a16:creationId xmlns:a16="http://schemas.microsoft.com/office/drawing/2014/main" id="{0B68B94D-21C3-4926-B5AE-FF080859FC83}"/>
              </a:ext>
            </a:extLst>
          </p:cNvPr>
          <p:cNvSpPr>
            <a:spLocks xmlns:a="http://schemas.openxmlformats.org/drawingml/2006/main" noGrp="1"/>
          </p:cNvSpPr>
          <p:nvPr/>
        </p:nvSpPr>
        <p:spPr>
          <a:xfrm xmlns:a="http://schemas.openxmlformats.org/drawingml/2006/main" rot="0">
            <a:off x="2143125" y="5019675"/>
            <a:ext cx="323850" cy="9525"/>
          </a:xfrm>
          <a:custGeom xmlns:a="http://schemas.openxmlformats.org/drawingml/2006/main">
            <a:pathLst>
              <a:path w="32385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90513" y="0"/>
                </a:lnTo>
                <a:lnTo>
                  <a:pt x="300038" y="0"/>
                </a:lnTo>
                <a:lnTo>
                  <a:pt x="309563" y="0"/>
                </a:lnTo>
                <a:lnTo>
                  <a:pt x="319088" y="0"/>
                </a:lnTo>
                <a:lnTo>
                  <a:pt x="323850" y="4763"/>
                </a:lnTo>
                <a:lnTo>
                  <a:pt x="319088" y="9525"/>
                </a:lnTo>
                <a:lnTo>
                  <a:pt x="309563" y="9525"/>
                </a:lnTo>
                <a:lnTo>
                  <a:pt x="300038" y="9525"/>
                </a:lnTo>
                <a:lnTo>
                  <a:pt x="290513" y="9525"/>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F5C693"/>
          </a:solidFill>
          <a:ln xmlns:a="http://schemas.openxmlformats.org/drawingml/2006/main" w="0">
            <a:noFill/>
            <a:prstDash val="solid"/>
          </a:ln>
        </p:spPr>
      </p:sp>
      <p:sp>
        <p:nvSpPr>
          <p:cNvPr id="1177" name="layout-candidate-orange-98-1">
            <a:extLst xmlns:a="http://schemas.openxmlformats.org/drawingml/2006/main">
              <a:ext uri="{FF2B5EF4-FFF2-40B4-BE49-F238E27FC236}">
                <a16:creationId xmlns:a16="http://schemas.microsoft.com/office/drawing/2014/main" id="{9F26130C-7F9A-4FA2-865C-AD3ED25FA806}"/>
              </a:ext>
            </a:extLst>
          </p:cNvPr>
          <p:cNvSpPr>
            <a:spLocks xmlns:a="http://schemas.openxmlformats.org/drawingml/2006/main" noGrp="1"/>
          </p:cNvSpPr>
          <p:nvPr/>
        </p:nvSpPr>
        <p:spPr>
          <a:xfrm xmlns:a="http://schemas.openxmlformats.org/drawingml/2006/main" rot="0">
            <a:off x="2514600" y="5019675"/>
            <a:ext cx="9525" cy="161925"/>
          </a:xfrm>
          <a:custGeom xmlns:a="http://schemas.openxmlformats.org/drawingml/2006/main">
            <a:pathLst>
              <a:path w="9525" h="1619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4763" y="161925"/>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5C693"/>
          </a:solidFill>
          <a:ln xmlns:a="http://schemas.openxmlformats.org/drawingml/2006/main" w="0">
            <a:noFill/>
            <a:prstDash val="solid"/>
          </a:ln>
        </p:spPr>
      </p:sp>
      <p:sp>
        <p:nvSpPr>
          <p:cNvPr id="1178" name="layout-candidate-orange-98-2">
            <a:extLst xmlns:a="http://schemas.openxmlformats.org/drawingml/2006/main">
              <a:ext uri="{FF2B5EF4-FFF2-40B4-BE49-F238E27FC236}">
                <a16:creationId xmlns:a16="http://schemas.microsoft.com/office/drawing/2014/main" id="{6ECF64FC-B455-44B9-8B84-5E6A6403591B}"/>
              </a:ext>
            </a:extLst>
          </p:cNvPr>
          <p:cNvSpPr>
            <a:spLocks xmlns:a="http://schemas.openxmlformats.org/drawingml/2006/main" noGrp="1"/>
          </p:cNvSpPr>
          <p:nvPr/>
        </p:nvSpPr>
        <p:spPr>
          <a:xfrm xmlns:a="http://schemas.openxmlformats.org/drawingml/2006/main" rot="0">
            <a:off x="2143125" y="5038725"/>
            <a:ext cx="323850" cy="304800"/>
          </a:xfrm>
          <a:custGeom xmlns:a="http://schemas.openxmlformats.org/drawingml/2006/main">
            <a:pathLst>
              <a:path w="323850" h="304800">
                <a:moveTo>
                  <a:pt x="114300" y="4763"/>
                </a:move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09550" y="4763"/>
                </a:lnTo>
                <a:lnTo>
                  <a:pt x="214313" y="9525"/>
                </a:lnTo>
                <a:lnTo>
                  <a:pt x="223838" y="9525"/>
                </a:lnTo>
                <a:lnTo>
                  <a:pt x="228600" y="14288"/>
                </a:lnTo>
                <a:lnTo>
                  <a:pt x="233363" y="19050"/>
                </a:lnTo>
                <a:lnTo>
                  <a:pt x="242888" y="19050"/>
                </a:lnTo>
                <a:lnTo>
                  <a:pt x="247650" y="23813"/>
                </a:lnTo>
                <a:lnTo>
                  <a:pt x="252413" y="28575"/>
                </a:lnTo>
                <a:lnTo>
                  <a:pt x="261938" y="28575"/>
                </a:lnTo>
                <a:lnTo>
                  <a:pt x="266700" y="33338"/>
                </a:lnTo>
                <a:lnTo>
                  <a:pt x="271463" y="38100"/>
                </a:lnTo>
                <a:lnTo>
                  <a:pt x="276225" y="42863"/>
                </a:lnTo>
                <a:lnTo>
                  <a:pt x="276225" y="52388"/>
                </a:lnTo>
                <a:lnTo>
                  <a:pt x="280988" y="57150"/>
                </a:lnTo>
                <a:lnTo>
                  <a:pt x="285750" y="61913"/>
                </a:lnTo>
                <a:lnTo>
                  <a:pt x="290513" y="66675"/>
                </a:lnTo>
                <a:lnTo>
                  <a:pt x="295275" y="71438"/>
                </a:lnTo>
                <a:lnTo>
                  <a:pt x="300038" y="76200"/>
                </a:lnTo>
                <a:lnTo>
                  <a:pt x="304800" y="80963"/>
                </a:lnTo>
                <a:lnTo>
                  <a:pt x="304800" y="90488"/>
                </a:lnTo>
                <a:lnTo>
                  <a:pt x="309563" y="95250"/>
                </a:lnTo>
                <a:lnTo>
                  <a:pt x="314325" y="100013"/>
                </a:lnTo>
                <a:lnTo>
                  <a:pt x="314325" y="109538"/>
                </a:lnTo>
                <a:lnTo>
                  <a:pt x="314325" y="119063"/>
                </a:lnTo>
                <a:lnTo>
                  <a:pt x="314325" y="128588"/>
                </a:lnTo>
                <a:lnTo>
                  <a:pt x="319088" y="133350"/>
                </a:lnTo>
                <a:lnTo>
                  <a:pt x="323850" y="138113"/>
                </a:lnTo>
                <a:lnTo>
                  <a:pt x="319088" y="142875"/>
                </a:lnTo>
                <a:lnTo>
                  <a:pt x="309563" y="142875"/>
                </a:lnTo>
                <a:lnTo>
                  <a:pt x="300038" y="142875"/>
                </a:lnTo>
                <a:lnTo>
                  <a:pt x="290513" y="142875"/>
                </a:lnTo>
                <a:lnTo>
                  <a:pt x="280988" y="142875"/>
                </a:lnTo>
                <a:lnTo>
                  <a:pt x="271463" y="142875"/>
                </a:lnTo>
                <a:lnTo>
                  <a:pt x="261938" y="142875"/>
                </a:lnTo>
                <a:lnTo>
                  <a:pt x="252413" y="142875"/>
                </a:lnTo>
                <a:lnTo>
                  <a:pt x="242888" y="142875"/>
                </a:lnTo>
                <a:lnTo>
                  <a:pt x="233363" y="142875"/>
                </a:lnTo>
                <a:lnTo>
                  <a:pt x="223838" y="142875"/>
                </a:lnTo>
                <a:lnTo>
                  <a:pt x="214313" y="142875"/>
                </a:lnTo>
                <a:lnTo>
                  <a:pt x="204788" y="142875"/>
                </a:lnTo>
                <a:lnTo>
                  <a:pt x="195263" y="142875"/>
                </a:lnTo>
                <a:lnTo>
                  <a:pt x="185738" y="142875"/>
                </a:lnTo>
                <a:lnTo>
                  <a:pt x="176213" y="142875"/>
                </a:lnTo>
                <a:lnTo>
                  <a:pt x="166688" y="142875"/>
                </a:lnTo>
                <a:lnTo>
                  <a:pt x="157163" y="142875"/>
                </a:lnTo>
                <a:lnTo>
                  <a:pt x="147638" y="142875"/>
                </a:lnTo>
                <a:lnTo>
                  <a:pt x="138113" y="142875"/>
                </a:lnTo>
                <a:lnTo>
                  <a:pt x="128588" y="142875"/>
                </a:lnTo>
                <a:lnTo>
                  <a:pt x="119063" y="142875"/>
                </a:lnTo>
                <a:lnTo>
                  <a:pt x="109538" y="142875"/>
                </a:lnTo>
                <a:lnTo>
                  <a:pt x="104775" y="147638"/>
                </a:lnTo>
                <a:lnTo>
                  <a:pt x="104775" y="157163"/>
                </a:lnTo>
                <a:lnTo>
                  <a:pt x="104775" y="166688"/>
                </a:lnTo>
                <a:lnTo>
                  <a:pt x="104775" y="176213"/>
                </a:lnTo>
                <a:lnTo>
                  <a:pt x="104775" y="185738"/>
                </a:lnTo>
                <a:lnTo>
                  <a:pt x="104775" y="195263"/>
                </a:lnTo>
                <a:lnTo>
                  <a:pt x="104775" y="204788"/>
                </a:lnTo>
                <a:lnTo>
                  <a:pt x="104775" y="214313"/>
                </a:lnTo>
                <a:lnTo>
                  <a:pt x="104775" y="223838"/>
                </a:lnTo>
                <a:lnTo>
                  <a:pt x="104775" y="233363"/>
                </a:lnTo>
                <a:lnTo>
                  <a:pt x="104775" y="242888"/>
                </a:lnTo>
                <a:lnTo>
                  <a:pt x="104775" y="252413"/>
                </a:lnTo>
                <a:lnTo>
                  <a:pt x="104775" y="261938"/>
                </a:lnTo>
                <a:lnTo>
                  <a:pt x="104775" y="271463"/>
                </a:lnTo>
                <a:lnTo>
                  <a:pt x="104775" y="280988"/>
                </a:lnTo>
                <a:lnTo>
                  <a:pt x="104775" y="290513"/>
                </a:lnTo>
                <a:lnTo>
                  <a:pt x="104775" y="300038"/>
                </a:lnTo>
                <a:lnTo>
                  <a:pt x="100013" y="304800"/>
                </a:lnTo>
                <a:lnTo>
                  <a:pt x="95250" y="300038"/>
                </a:lnTo>
                <a:lnTo>
                  <a:pt x="90488" y="295275"/>
                </a:lnTo>
                <a:lnTo>
                  <a:pt x="80963" y="295275"/>
                </a:lnTo>
                <a:lnTo>
                  <a:pt x="76200" y="290513"/>
                </a:lnTo>
                <a:lnTo>
                  <a:pt x="71438" y="285750"/>
                </a:lnTo>
                <a:lnTo>
                  <a:pt x="66675" y="280988"/>
                </a:lnTo>
                <a:lnTo>
                  <a:pt x="61913" y="276225"/>
                </a:lnTo>
                <a:lnTo>
                  <a:pt x="52388" y="276225"/>
                </a:lnTo>
                <a:lnTo>
                  <a:pt x="47625" y="271463"/>
                </a:lnTo>
                <a:lnTo>
                  <a:pt x="42863" y="266700"/>
                </a:lnTo>
                <a:lnTo>
                  <a:pt x="38100" y="261938"/>
                </a:lnTo>
                <a:lnTo>
                  <a:pt x="33338" y="257175"/>
                </a:lnTo>
                <a:lnTo>
                  <a:pt x="28575" y="252413"/>
                </a:lnTo>
                <a:lnTo>
                  <a:pt x="28575" y="242888"/>
                </a:lnTo>
                <a:lnTo>
                  <a:pt x="23813" y="238125"/>
                </a:lnTo>
                <a:lnTo>
                  <a:pt x="19050" y="233363"/>
                </a:lnTo>
                <a:lnTo>
                  <a:pt x="19050" y="223838"/>
                </a:lnTo>
                <a:lnTo>
                  <a:pt x="14288" y="219075"/>
                </a:lnTo>
                <a:lnTo>
                  <a:pt x="9525" y="214313"/>
                </a:lnTo>
                <a:lnTo>
                  <a:pt x="9525" y="204788"/>
                </a:lnTo>
                <a:lnTo>
                  <a:pt x="9525" y="195263"/>
                </a:lnTo>
                <a:lnTo>
                  <a:pt x="9525" y="185738"/>
                </a:lnTo>
                <a:lnTo>
                  <a:pt x="4763" y="180975"/>
                </a:lnTo>
                <a:lnTo>
                  <a:pt x="0" y="176213"/>
                </a:lnTo>
                <a:lnTo>
                  <a:pt x="0" y="166688"/>
                </a:lnTo>
                <a:lnTo>
                  <a:pt x="0" y="157163"/>
                </a:lnTo>
                <a:lnTo>
                  <a:pt x="0" y="147638"/>
                </a:lnTo>
                <a:lnTo>
                  <a:pt x="0" y="138113"/>
                </a:lnTo>
                <a:lnTo>
                  <a:pt x="0" y="128588"/>
                </a:lnTo>
                <a:lnTo>
                  <a:pt x="4763" y="123825"/>
                </a:lnTo>
                <a:lnTo>
                  <a:pt x="9525" y="119063"/>
                </a:lnTo>
                <a:lnTo>
                  <a:pt x="4763" y="114300"/>
                </a:lnTo>
                <a:lnTo>
                  <a:pt x="0" y="109538"/>
                </a:lnTo>
                <a:lnTo>
                  <a:pt x="4763" y="104775"/>
                </a:lnTo>
                <a:lnTo>
                  <a:pt x="9525" y="100013"/>
                </a:lnTo>
                <a:lnTo>
                  <a:pt x="14288" y="95250"/>
                </a:lnTo>
                <a:lnTo>
                  <a:pt x="19050" y="90488"/>
                </a:lnTo>
                <a:lnTo>
                  <a:pt x="19050" y="80963"/>
                </a:lnTo>
                <a:lnTo>
                  <a:pt x="19050" y="71438"/>
                </a:lnTo>
                <a:lnTo>
                  <a:pt x="23813" y="66675"/>
                </a:lnTo>
                <a:lnTo>
                  <a:pt x="33338" y="66675"/>
                </a:lnTo>
                <a:lnTo>
                  <a:pt x="38100" y="61913"/>
                </a:lnTo>
                <a:lnTo>
                  <a:pt x="38100" y="52388"/>
                </a:lnTo>
                <a:lnTo>
                  <a:pt x="42863" y="47625"/>
                </a:lnTo>
                <a:lnTo>
                  <a:pt x="47625" y="42863"/>
                </a:lnTo>
                <a:lnTo>
                  <a:pt x="52388" y="38100"/>
                </a:lnTo>
                <a:lnTo>
                  <a:pt x="57150" y="33338"/>
                </a:lnTo>
                <a:lnTo>
                  <a:pt x="61913" y="28575"/>
                </a:lnTo>
                <a:lnTo>
                  <a:pt x="66675" y="23813"/>
                </a:lnTo>
                <a:lnTo>
                  <a:pt x="71438" y="19050"/>
                </a:lnTo>
                <a:lnTo>
                  <a:pt x="80963" y="19050"/>
                </a:lnTo>
                <a:lnTo>
                  <a:pt x="85725" y="14288"/>
                </a:lnTo>
                <a:lnTo>
                  <a:pt x="90488" y="9525"/>
                </a:lnTo>
                <a:lnTo>
                  <a:pt x="100013" y="9525"/>
                </a:lnTo>
                <a:lnTo>
                  <a:pt x="109538" y="9525"/>
                </a:lnTo>
                <a:lnTo>
                  <a:pt x="114300" y="4763"/>
                </a:lnTo>
                <a:close/>
              </a:path>
            </a:pathLst>
          </a:custGeom>
          <a:solidFill xmlns:a="http://schemas.openxmlformats.org/drawingml/2006/main">
            <a:srgbClr val="F5C693"/>
          </a:solidFill>
          <a:ln xmlns:a="http://schemas.openxmlformats.org/drawingml/2006/main" w="0">
            <a:noFill/>
            <a:prstDash val="solid"/>
          </a:ln>
        </p:spPr>
      </p:sp>
      <p:sp>
        <p:nvSpPr>
          <p:cNvPr id="1179" name="layout-candidate-orange-98-3">
            <a:extLst xmlns:a="http://schemas.openxmlformats.org/drawingml/2006/main">
              <a:ext uri="{FF2B5EF4-FFF2-40B4-BE49-F238E27FC236}">
                <a16:creationId xmlns:a16="http://schemas.microsoft.com/office/drawing/2014/main" id="{DB5391A1-42A4-4ADD-BD7E-F3F1F0B1E167}"/>
              </a:ext>
            </a:extLst>
          </p:cNvPr>
          <p:cNvSpPr>
            <a:spLocks xmlns:a="http://schemas.openxmlformats.org/drawingml/2006/main" noGrp="1"/>
          </p:cNvSpPr>
          <p:nvPr/>
        </p:nvSpPr>
        <p:spPr>
          <a:xfrm xmlns:a="http://schemas.openxmlformats.org/drawingml/2006/main" rot="0">
            <a:off x="2085975" y="5353050"/>
            <a:ext cx="161925" cy="9525"/>
          </a:xfrm>
          <a:custGeom xmlns:a="http://schemas.openxmlformats.org/drawingml/2006/main">
            <a:pathLst>
              <a:path w="16192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1925" y="4763"/>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F5C693"/>
          </a:solidFill>
          <a:ln xmlns:a="http://schemas.openxmlformats.org/drawingml/2006/main" w="0">
            <a:noFill/>
            <a:prstDash val="solid"/>
          </a:ln>
        </p:spPr>
      </p:sp>
      <p:sp>
        <p:nvSpPr>
          <p:cNvPr id="1180" name="layout-candidate-orange-99-0">
            <a:extLst xmlns:a="http://schemas.openxmlformats.org/drawingml/2006/main">
              <a:ext uri="{FF2B5EF4-FFF2-40B4-BE49-F238E27FC236}">
                <a16:creationId xmlns:a16="http://schemas.microsoft.com/office/drawing/2014/main" id="{CF3CA22F-0892-49E2-8185-6F8402E49C61}"/>
              </a:ext>
            </a:extLst>
          </p:cNvPr>
          <p:cNvSpPr>
            <a:spLocks xmlns:a="http://schemas.openxmlformats.org/drawingml/2006/main" noGrp="1"/>
          </p:cNvSpPr>
          <p:nvPr/>
        </p:nvSpPr>
        <p:spPr>
          <a:xfrm xmlns:a="http://schemas.openxmlformats.org/drawingml/2006/main" rot="0">
            <a:off x="2162175" y="5019675"/>
            <a:ext cx="285750" cy="9525"/>
          </a:xfrm>
          <a:custGeom xmlns:a="http://schemas.openxmlformats.org/drawingml/2006/main">
            <a:pathLst>
              <a:path w="28575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52413" y="0"/>
                </a:lnTo>
                <a:lnTo>
                  <a:pt x="261938" y="0"/>
                </a:lnTo>
                <a:lnTo>
                  <a:pt x="271463" y="0"/>
                </a:lnTo>
                <a:lnTo>
                  <a:pt x="280988" y="0"/>
                </a:lnTo>
                <a:lnTo>
                  <a:pt x="285750" y="4763"/>
                </a:lnTo>
                <a:lnTo>
                  <a:pt x="280988" y="9525"/>
                </a:lnTo>
                <a:lnTo>
                  <a:pt x="271463" y="9525"/>
                </a:lnTo>
                <a:lnTo>
                  <a:pt x="261938" y="9525"/>
                </a:lnTo>
                <a:lnTo>
                  <a:pt x="252413" y="9525"/>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F5C797"/>
          </a:solidFill>
          <a:ln xmlns:a="http://schemas.openxmlformats.org/drawingml/2006/main" w="0">
            <a:noFill/>
            <a:prstDash val="solid"/>
          </a:ln>
        </p:spPr>
      </p:sp>
      <p:sp>
        <p:nvSpPr>
          <p:cNvPr id="1181" name="layout-candidate-orange-99-1">
            <a:extLst xmlns:a="http://schemas.openxmlformats.org/drawingml/2006/main">
              <a:ext uri="{FF2B5EF4-FFF2-40B4-BE49-F238E27FC236}">
                <a16:creationId xmlns:a16="http://schemas.microsoft.com/office/drawing/2014/main" id="{20DC50DA-91F5-40A2-96B7-5290739B1DF8}"/>
              </a:ext>
            </a:extLst>
          </p:cNvPr>
          <p:cNvSpPr>
            <a:spLocks xmlns:a="http://schemas.openxmlformats.org/drawingml/2006/main" noGrp="1"/>
          </p:cNvSpPr>
          <p:nvPr/>
        </p:nvSpPr>
        <p:spPr>
          <a:xfrm xmlns:a="http://schemas.openxmlformats.org/drawingml/2006/main" rot="0">
            <a:off x="2514600" y="5019675"/>
            <a:ext cx="9525" cy="161925"/>
          </a:xfrm>
          <a:custGeom xmlns:a="http://schemas.openxmlformats.org/drawingml/2006/main">
            <a:pathLst>
              <a:path w="9525" h="1619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4763" y="161925"/>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5C797"/>
          </a:solidFill>
          <a:ln xmlns:a="http://schemas.openxmlformats.org/drawingml/2006/main" w="0">
            <a:noFill/>
            <a:prstDash val="solid"/>
          </a:ln>
        </p:spPr>
      </p:sp>
      <p:sp>
        <p:nvSpPr>
          <p:cNvPr id="1182" name="layout-candidate-orange-99-2">
            <a:extLst xmlns:a="http://schemas.openxmlformats.org/drawingml/2006/main">
              <a:ext uri="{FF2B5EF4-FFF2-40B4-BE49-F238E27FC236}">
                <a16:creationId xmlns:a16="http://schemas.microsoft.com/office/drawing/2014/main" id="{55893E26-25AE-4C32-9EE6-9B087569E389}"/>
              </a:ext>
            </a:extLst>
          </p:cNvPr>
          <p:cNvSpPr>
            <a:spLocks xmlns:a="http://schemas.openxmlformats.org/drawingml/2006/main" noGrp="1"/>
          </p:cNvSpPr>
          <p:nvPr/>
        </p:nvSpPr>
        <p:spPr>
          <a:xfrm xmlns:a="http://schemas.openxmlformats.org/drawingml/2006/main" rot="0">
            <a:off x="2152650" y="5038725"/>
            <a:ext cx="304800" cy="295275"/>
          </a:xfrm>
          <a:custGeom xmlns:a="http://schemas.openxmlformats.org/drawingml/2006/main">
            <a:pathLst>
              <a:path w="304800" h="295275">
                <a:moveTo>
                  <a:pt x="133350" y="4763"/>
                </a:moveTo>
                <a:lnTo>
                  <a:pt x="138113" y="0"/>
                </a:lnTo>
                <a:lnTo>
                  <a:pt x="147638" y="0"/>
                </a:lnTo>
                <a:lnTo>
                  <a:pt x="157163" y="0"/>
                </a:lnTo>
                <a:lnTo>
                  <a:pt x="166688" y="0"/>
                </a:lnTo>
                <a:lnTo>
                  <a:pt x="171450" y="4763"/>
                </a:lnTo>
                <a:lnTo>
                  <a:pt x="176213" y="9525"/>
                </a:lnTo>
                <a:lnTo>
                  <a:pt x="185738" y="9525"/>
                </a:lnTo>
                <a:lnTo>
                  <a:pt x="195263" y="9525"/>
                </a:lnTo>
                <a:lnTo>
                  <a:pt x="204788" y="9525"/>
                </a:lnTo>
                <a:lnTo>
                  <a:pt x="209550" y="14288"/>
                </a:lnTo>
                <a:lnTo>
                  <a:pt x="214313" y="19050"/>
                </a:lnTo>
                <a:lnTo>
                  <a:pt x="223838" y="19050"/>
                </a:lnTo>
                <a:lnTo>
                  <a:pt x="228600" y="23813"/>
                </a:lnTo>
                <a:lnTo>
                  <a:pt x="233363" y="28575"/>
                </a:lnTo>
                <a:lnTo>
                  <a:pt x="242888" y="28575"/>
                </a:lnTo>
                <a:lnTo>
                  <a:pt x="247650" y="33338"/>
                </a:lnTo>
                <a:lnTo>
                  <a:pt x="252413" y="38100"/>
                </a:lnTo>
                <a:lnTo>
                  <a:pt x="257175" y="42863"/>
                </a:lnTo>
                <a:lnTo>
                  <a:pt x="261938" y="47625"/>
                </a:lnTo>
                <a:lnTo>
                  <a:pt x="266700" y="52388"/>
                </a:lnTo>
                <a:lnTo>
                  <a:pt x="271463" y="57150"/>
                </a:lnTo>
                <a:lnTo>
                  <a:pt x="276225" y="61913"/>
                </a:lnTo>
                <a:lnTo>
                  <a:pt x="276225" y="71438"/>
                </a:lnTo>
                <a:lnTo>
                  <a:pt x="280988" y="76200"/>
                </a:lnTo>
                <a:lnTo>
                  <a:pt x="285750" y="80963"/>
                </a:lnTo>
                <a:lnTo>
                  <a:pt x="290513" y="85725"/>
                </a:lnTo>
                <a:lnTo>
                  <a:pt x="295275" y="90488"/>
                </a:lnTo>
                <a:lnTo>
                  <a:pt x="295275" y="100013"/>
                </a:lnTo>
                <a:lnTo>
                  <a:pt x="295275" y="109538"/>
                </a:lnTo>
                <a:lnTo>
                  <a:pt x="295275" y="119063"/>
                </a:lnTo>
                <a:lnTo>
                  <a:pt x="295275" y="128588"/>
                </a:lnTo>
                <a:lnTo>
                  <a:pt x="300038" y="133350"/>
                </a:lnTo>
                <a:lnTo>
                  <a:pt x="304800" y="138113"/>
                </a:lnTo>
                <a:lnTo>
                  <a:pt x="300038" y="142875"/>
                </a:lnTo>
                <a:lnTo>
                  <a:pt x="290513" y="142875"/>
                </a:lnTo>
                <a:lnTo>
                  <a:pt x="280988" y="142875"/>
                </a:lnTo>
                <a:lnTo>
                  <a:pt x="271463" y="142875"/>
                </a:lnTo>
                <a:lnTo>
                  <a:pt x="261938" y="142875"/>
                </a:lnTo>
                <a:lnTo>
                  <a:pt x="252413" y="142875"/>
                </a:lnTo>
                <a:lnTo>
                  <a:pt x="242888" y="142875"/>
                </a:lnTo>
                <a:lnTo>
                  <a:pt x="233363" y="142875"/>
                </a:lnTo>
                <a:lnTo>
                  <a:pt x="223838" y="142875"/>
                </a:lnTo>
                <a:lnTo>
                  <a:pt x="214313" y="142875"/>
                </a:lnTo>
                <a:lnTo>
                  <a:pt x="204788" y="142875"/>
                </a:lnTo>
                <a:lnTo>
                  <a:pt x="195263" y="142875"/>
                </a:lnTo>
                <a:lnTo>
                  <a:pt x="185738" y="142875"/>
                </a:lnTo>
                <a:lnTo>
                  <a:pt x="176213" y="142875"/>
                </a:lnTo>
                <a:lnTo>
                  <a:pt x="166688" y="142875"/>
                </a:lnTo>
                <a:lnTo>
                  <a:pt x="157163" y="142875"/>
                </a:lnTo>
                <a:lnTo>
                  <a:pt x="147638" y="142875"/>
                </a:lnTo>
                <a:lnTo>
                  <a:pt x="138113" y="142875"/>
                </a:lnTo>
                <a:lnTo>
                  <a:pt x="128588" y="142875"/>
                </a:lnTo>
                <a:lnTo>
                  <a:pt x="119063" y="142875"/>
                </a:lnTo>
                <a:lnTo>
                  <a:pt x="109538" y="142875"/>
                </a:lnTo>
                <a:lnTo>
                  <a:pt x="100013" y="142875"/>
                </a:lnTo>
                <a:lnTo>
                  <a:pt x="95250" y="147638"/>
                </a:lnTo>
                <a:lnTo>
                  <a:pt x="95250" y="157163"/>
                </a:lnTo>
                <a:lnTo>
                  <a:pt x="95250" y="166688"/>
                </a:lnTo>
                <a:lnTo>
                  <a:pt x="95250" y="176213"/>
                </a:lnTo>
                <a:lnTo>
                  <a:pt x="95250" y="185738"/>
                </a:lnTo>
                <a:lnTo>
                  <a:pt x="95250" y="195263"/>
                </a:lnTo>
                <a:lnTo>
                  <a:pt x="95250" y="204788"/>
                </a:lnTo>
                <a:lnTo>
                  <a:pt x="95250" y="214313"/>
                </a:lnTo>
                <a:lnTo>
                  <a:pt x="95250" y="223838"/>
                </a:lnTo>
                <a:lnTo>
                  <a:pt x="95250" y="233363"/>
                </a:lnTo>
                <a:lnTo>
                  <a:pt x="95250" y="242888"/>
                </a:lnTo>
                <a:lnTo>
                  <a:pt x="95250" y="252413"/>
                </a:lnTo>
                <a:lnTo>
                  <a:pt x="95250" y="261938"/>
                </a:lnTo>
                <a:lnTo>
                  <a:pt x="95250" y="271463"/>
                </a:lnTo>
                <a:lnTo>
                  <a:pt x="95250" y="280988"/>
                </a:lnTo>
                <a:lnTo>
                  <a:pt x="95250" y="290513"/>
                </a:lnTo>
                <a:lnTo>
                  <a:pt x="90488" y="295275"/>
                </a:lnTo>
                <a:lnTo>
                  <a:pt x="80963" y="295275"/>
                </a:lnTo>
                <a:lnTo>
                  <a:pt x="76200" y="290513"/>
                </a:lnTo>
                <a:lnTo>
                  <a:pt x="71438" y="285750"/>
                </a:lnTo>
                <a:lnTo>
                  <a:pt x="66675" y="280988"/>
                </a:lnTo>
                <a:lnTo>
                  <a:pt x="61913" y="276225"/>
                </a:lnTo>
                <a:lnTo>
                  <a:pt x="52388" y="276225"/>
                </a:lnTo>
                <a:lnTo>
                  <a:pt x="47625" y="271463"/>
                </a:lnTo>
                <a:lnTo>
                  <a:pt x="42863" y="266700"/>
                </a:lnTo>
                <a:lnTo>
                  <a:pt x="38100" y="261938"/>
                </a:lnTo>
                <a:lnTo>
                  <a:pt x="33338" y="257175"/>
                </a:lnTo>
                <a:lnTo>
                  <a:pt x="28575" y="252413"/>
                </a:lnTo>
                <a:lnTo>
                  <a:pt x="28575" y="242888"/>
                </a:lnTo>
                <a:lnTo>
                  <a:pt x="23813" y="238125"/>
                </a:lnTo>
                <a:lnTo>
                  <a:pt x="19050" y="233363"/>
                </a:lnTo>
                <a:lnTo>
                  <a:pt x="19050" y="223838"/>
                </a:lnTo>
                <a:lnTo>
                  <a:pt x="14288" y="219075"/>
                </a:lnTo>
                <a:lnTo>
                  <a:pt x="9525" y="214313"/>
                </a:lnTo>
                <a:lnTo>
                  <a:pt x="9525" y="204788"/>
                </a:lnTo>
                <a:lnTo>
                  <a:pt x="4763" y="200025"/>
                </a:lnTo>
                <a:lnTo>
                  <a:pt x="0" y="195263"/>
                </a:lnTo>
                <a:lnTo>
                  <a:pt x="0" y="185738"/>
                </a:lnTo>
                <a:lnTo>
                  <a:pt x="0" y="176213"/>
                </a:lnTo>
                <a:lnTo>
                  <a:pt x="0" y="166688"/>
                </a:lnTo>
                <a:lnTo>
                  <a:pt x="0" y="157163"/>
                </a:lnTo>
                <a:lnTo>
                  <a:pt x="0" y="147638"/>
                </a:lnTo>
                <a:lnTo>
                  <a:pt x="0" y="138113"/>
                </a:lnTo>
                <a:lnTo>
                  <a:pt x="0" y="128588"/>
                </a:lnTo>
                <a:lnTo>
                  <a:pt x="4763" y="123825"/>
                </a:lnTo>
                <a:lnTo>
                  <a:pt x="9525" y="119063"/>
                </a:lnTo>
                <a:lnTo>
                  <a:pt x="4763" y="114300"/>
                </a:lnTo>
                <a:lnTo>
                  <a:pt x="0" y="109538"/>
                </a:lnTo>
                <a:lnTo>
                  <a:pt x="4763" y="104775"/>
                </a:lnTo>
                <a:lnTo>
                  <a:pt x="9525" y="100013"/>
                </a:lnTo>
                <a:lnTo>
                  <a:pt x="9525" y="90488"/>
                </a:lnTo>
                <a:lnTo>
                  <a:pt x="14288" y="85725"/>
                </a:lnTo>
                <a:lnTo>
                  <a:pt x="19050" y="80963"/>
                </a:lnTo>
                <a:lnTo>
                  <a:pt x="19050" y="71438"/>
                </a:lnTo>
                <a:lnTo>
                  <a:pt x="23813" y="66675"/>
                </a:lnTo>
                <a:lnTo>
                  <a:pt x="28575" y="61913"/>
                </a:lnTo>
                <a:lnTo>
                  <a:pt x="33338" y="57150"/>
                </a:lnTo>
                <a:lnTo>
                  <a:pt x="38100" y="52388"/>
                </a:lnTo>
                <a:lnTo>
                  <a:pt x="42863" y="47625"/>
                </a:lnTo>
                <a:lnTo>
                  <a:pt x="47625" y="42863"/>
                </a:lnTo>
                <a:lnTo>
                  <a:pt x="52388" y="38100"/>
                </a:lnTo>
                <a:lnTo>
                  <a:pt x="57150" y="33338"/>
                </a:lnTo>
                <a:lnTo>
                  <a:pt x="61913" y="28575"/>
                </a:lnTo>
                <a:lnTo>
                  <a:pt x="66675" y="23813"/>
                </a:lnTo>
                <a:lnTo>
                  <a:pt x="71438" y="19050"/>
                </a:lnTo>
                <a:lnTo>
                  <a:pt x="80963" y="19050"/>
                </a:lnTo>
                <a:lnTo>
                  <a:pt x="85725" y="14288"/>
                </a:lnTo>
                <a:lnTo>
                  <a:pt x="90488" y="9525"/>
                </a:lnTo>
                <a:lnTo>
                  <a:pt x="100013" y="9525"/>
                </a:lnTo>
                <a:lnTo>
                  <a:pt x="109538" y="9525"/>
                </a:lnTo>
                <a:lnTo>
                  <a:pt x="119063" y="9525"/>
                </a:lnTo>
                <a:lnTo>
                  <a:pt x="128588" y="9525"/>
                </a:lnTo>
                <a:lnTo>
                  <a:pt x="133350" y="4763"/>
                </a:lnTo>
                <a:close/>
              </a:path>
            </a:pathLst>
          </a:custGeom>
          <a:solidFill xmlns:a="http://schemas.openxmlformats.org/drawingml/2006/main">
            <a:srgbClr val="F5C797"/>
          </a:solidFill>
          <a:ln xmlns:a="http://schemas.openxmlformats.org/drawingml/2006/main" w="0">
            <a:noFill/>
            <a:prstDash val="solid"/>
          </a:ln>
        </p:spPr>
      </p:sp>
      <p:sp>
        <p:nvSpPr>
          <p:cNvPr id="1183" name="layout-candidate-orange-99-3">
            <a:extLst xmlns:a="http://schemas.openxmlformats.org/drawingml/2006/main">
              <a:ext uri="{FF2B5EF4-FFF2-40B4-BE49-F238E27FC236}">
                <a16:creationId xmlns:a16="http://schemas.microsoft.com/office/drawing/2014/main" id="{D9D4A410-07ED-4CC8-8B7C-6947280FE370}"/>
              </a:ext>
            </a:extLst>
          </p:cNvPr>
          <p:cNvSpPr>
            <a:spLocks xmlns:a="http://schemas.openxmlformats.org/drawingml/2006/main" noGrp="1"/>
          </p:cNvSpPr>
          <p:nvPr/>
        </p:nvSpPr>
        <p:spPr>
          <a:xfrm xmlns:a="http://schemas.openxmlformats.org/drawingml/2006/main" rot="0">
            <a:off x="2085975" y="5353050"/>
            <a:ext cx="161925" cy="9525"/>
          </a:xfrm>
          <a:custGeom xmlns:a="http://schemas.openxmlformats.org/drawingml/2006/main">
            <a:pathLst>
              <a:path w="16192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1925" y="4763"/>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F5C797"/>
          </a:solidFill>
          <a:ln xmlns:a="http://schemas.openxmlformats.org/drawingml/2006/main" w="0">
            <a:noFill/>
            <a:prstDash val="solid"/>
          </a:ln>
        </p:spPr>
      </p:sp>
      <p:sp>
        <p:nvSpPr>
          <p:cNvPr id="1184" name="layout-candidate-orange-100-0">
            <a:extLst xmlns:a="http://schemas.openxmlformats.org/drawingml/2006/main">
              <a:ext uri="{FF2B5EF4-FFF2-40B4-BE49-F238E27FC236}">
                <a16:creationId xmlns:a16="http://schemas.microsoft.com/office/drawing/2014/main" id="{D50EAB38-39F9-44A1-A048-CD32E303E2FE}"/>
              </a:ext>
            </a:extLst>
          </p:cNvPr>
          <p:cNvSpPr>
            <a:spLocks xmlns:a="http://schemas.openxmlformats.org/drawingml/2006/main" noGrp="1"/>
          </p:cNvSpPr>
          <p:nvPr/>
        </p:nvSpPr>
        <p:spPr>
          <a:xfrm xmlns:a="http://schemas.openxmlformats.org/drawingml/2006/main" rot="0">
            <a:off x="2181225" y="5019675"/>
            <a:ext cx="247650" cy="9525"/>
          </a:xfrm>
          <a:custGeom xmlns:a="http://schemas.openxmlformats.org/drawingml/2006/main">
            <a:pathLst>
              <a:path w="24765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5738" y="0"/>
                </a:lnTo>
                <a:lnTo>
                  <a:pt x="195263" y="0"/>
                </a:lnTo>
                <a:lnTo>
                  <a:pt x="204788" y="0"/>
                </a:lnTo>
                <a:lnTo>
                  <a:pt x="214313" y="0"/>
                </a:lnTo>
                <a:lnTo>
                  <a:pt x="223838" y="0"/>
                </a:lnTo>
                <a:lnTo>
                  <a:pt x="233363" y="0"/>
                </a:lnTo>
                <a:lnTo>
                  <a:pt x="242888" y="0"/>
                </a:lnTo>
                <a:lnTo>
                  <a:pt x="247650" y="4763"/>
                </a:lnTo>
                <a:lnTo>
                  <a:pt x="242888" y="9525"/>
                </a:lnTo>
                <a:lnTo>
                  <a:pt x="233363" y="9525"/>
                </a:lnTo>
                <a:lnTo>
                  <a:pt x="223838" y="9525"/>
                </a:lnTo>
                <a:lnTo>
                  <a:pt x="214313" y="9525"/>
                </a:lnTo>
                <a:lnTo>
                  <a:pt x="204788" y="9525"/>
                </a:lnTo>
                <a:lnTo>
                  <a:pt x="195263" y="9525"/>
                </a:lnTo>
                <a:lnTo>
                  <a:pt x="185738" y="9525"/>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F6CA9C"/>
          </a:solidFill>
          <a:ln xmlns:a="http://schemas.openxmlformats.org/drawingml/2006/main" w="0">
            <a:noFill/>
            <a:prstDash val="solid"/>
          </a:ln>
        </p:spPr>
      </p:sp>
      <p:sp>
        <p:nvSpPr>
          <p:cNvPr id="1185" name="layout-candidate-orange-100-1">
            <a:extLst xmlns:a="http://schemas.openxmlformats.org/drawingml/2006/main">
              <a:ext uri="{FF2B5EF4-FFF2-40B4-BE49-F238E27FC236}">
                <a16:creationId xmlns:a16="http://schemas.microsoft.com/office/drawing/2014/main" id="{B17525D5-B05B-48E8-B3AD-ED29FED80180}"/>
              </a:ext>
            </a:extLst>
          </p:cNvPr>
          <p:cNvSpPr>
            <a:spLocks xmlns:a="http://schemas.openxmlformats.org/drawingml/2006/main" noGrp="1"/>
          </p:cNvSpPr>
          <p:nvPr/>
        </p:nvSpPr>
        <p:spPr>
          <a:xfrm xmlns:a="http://schemas.openxmlformats.org/drawingml/2006/main" rot="0">
            <a:off x="2514600" y="5019675"/>
            <a:ext cx="9525" cy="161925"/>
          </a:xfrm>
          <a:custGeom xmlns:a="http://schemas.openxmlformats.org/drawingml/2006/main">
            <a:pathLst>
              <a:path w="9525" h="1619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4763" y="161925"/>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6CA9C"/>
          </a:solidFill>
          <a:ln xmlns:a="http://schemas.openxmlformats.org/drawingml/2006/main" w="0">
            <a:noFill/>
            <a:prstDash val="solid"/>
          </a:ln>
        </p:spPr>
      </p:sp>
      <p:sp>
        <p:nvSpPr>
          <p:cNvPr id="1186" name="layout-candidate-orange-100-2">
            <a:extLst xmlns:a="http://schemas.openxmlformats.org/drawingml/2006/main">
              <a:ext uri="{FF2B5EF4-FFF2-40B4-BE49-F238E27FC236}">
                <a16:creationId xmlns:a16="http://schemas.microsoft.com/office/drawing/2014/main" id="{ED9E7297-ECE8-4571-A2E1-86CFADBDD75F}"/>
              </a:ext>
            </a:extLst>
          </p:cNvPr>
          <p:cNvSpPr>
            <a:spLocks xmlns:a="http://schemas.openxmlformats.org/drawingml/2006/main" noGrp="1"/>
          </p:cNvSpPr>
          <p:nvPr/>
        </p:nvSpPr>
        <p:spPr>
          <a:xfrm xmlns:a="http://schemas.openxmlformats.org/drawingml/2006/main" rot="0">
            <a:off x="2162175" y="5048250"/>
            <a:ext cx="285750" cy="276225"/>
          </a:xfrm>
          <a:custGeom xmlns:a="http://schemas.openxmlformats.org/drawingml/2006/main">
            <a:pathLst>
              <a:path w="285750" h="276225">
                <a:moveTo>
                  <a:pt x="123825" y="4763"/>
                </a:moveTo>
                <a:lnTo>
                  <a:pt x="128588" y="0"/>
                </a:lnTo>
                <a:lnTo>
                  <a:pt x="138113" y="0"/>
                </a:lnTo>
                <a:lnTo>
                  <a:pt x="147638" y="0"/>
                </a:lnTo>
                <a:lnTo>
                  <a:pt x="152400" y="4763"/>
                </a:lnTo>
                <a:lnTo>
                  <a:pt x="157163" y="9525"/>
                </a:lnTo>
                <a:lnTo>
                  <a:pt x="166688" y="9525"/>
                </a:lnTo>
                <a:lnTo>
                  <a:pt x="176213" y="9525"/>
                </a:lnTo>
                <a:lnTo>
                  <a:pt x="185738" y="9525"/>
                </a:lnTo>
                <a:lnTo>
                  <a:pt x="195263" y="9525"/>
                </a:lnTo>
                <a:lnTo>
                  <a:pt x="200025" y="14288"/>
                </a:lnTo>
                <a:lnTo>
                  <a:pt x="204788" y="19050"/>
                </a:lnTo>
                <a:lnTo>
                  <a:pt x="214313" y="19050"/>
                </a:lnTo>
                <a:lnTo>
                  <a:pt x="219075" y="23813"/>
                </a:lnTo>
                <a:lnTo>
                  <a:pt x="223838" y="28575"/>
                </a:lnTo>
                <a:lnTo>
                  <a:pt x="228600" y="33338"/>
                </a:lnTo>
                <a:lnTo>
                  <a:pt x="233363" y="38100"/>
                </a:lnTo>
                <a:lnTo>
                  <a:pt x="238125" y="42863"/>
                </a:lnTo>
                <a:lnTo>
                  <a:pt x="242888" y="47625"/>
                </a:lnTo>
                <a:lnTo>
                  <a:pt x="247650" y="52388"/>
                </a:lnTo>
                <a:lnTo>
                  <a:pt x="252413" y="57150"/>
                </a:lnTo>
                <a:lnTo>
                  <a:pt x="257175" y="61913"/>
                </a:lnTo>
                <a:lnTo>
                  <a:pt x="261938" y="66675"/>
                </a:lnTo>
                <a:lnTo>
                  <a:pt x="266700" y="71438"/>
                </a:lnTo>
                <a:lnTo>
                  <a:pt x="266700" y="80963"/>
                </a:lnTo>
                <a:lnTo>
                  <a:pt x="271463" y="85725"/>
                </a:lnTo>
                <a:lnTo>
                  <a:pt x="276225" y="90488"/>
                </a:lnTo>
                <a:lnTo>
                  <a:pt x="276225" y="100013"/>
                </a:lnTo>
                <a:lnTo>
                  <a:pt x="276225" y="109538"/>
                </a:lnTo>
                <a:lnTo>
                  <a:pt x="276225" y="119063"/>
                </a:lnTo>
                <a:lnTo>
                  <a:pt x="280988" y="123825"/>
                </a:lnTo>
                <a:lnTo>
                  <a:pt x="285750" y="128588"/>
                </a:lnTo>
                <a:lnTo>
                  <a:pt x="280988" y="133350"/>
                </a:lnTo>
                <a:lnTo>
                  <a:pt x="271463" y="133350"/>
                </a:lnTo>
                <a:lnTo>
                  <a:pt x="261938" y="133350"/>
                </a:lnTo>
                <a:lnTo>
                  <a:pt x="252413" y="133350"/>
                </a:lnTo>
                <a:lnTo>
                  <a:pt x="242888" y="133350"/>
                </a:lnTo>
                <a:lnTo>
                  <a:pt x="233363" y="133350"/>
                </a:lnTo>
                <a:lnTo>
                  <a:pt x="223838" y="133350"/>
                </a:lnTo>
                <a:lnTo>
                  <a:pt x="214313" y="133350"/>
                </a:lnTo>
                <a:lnTo>
                  <a:pt x="204788" y="133350"/>
                </a:lnTo>
                <a:lnTo>
                  <a:pt x="195263" y="133350"/>
                </a:lnTo>
                <a:lnTo>
                  <a:pt x="185738" y="133350"/>
                </a:lnTo>
                <a:lnTo>
                  <a:pt x="176213" y="133350"/>
                </a:lnTo>
                <a:lnTo>
                  <a:pt x="166688" y="133350"/>
                </a:lnTo>
                <a:lnTo>
                  <a:pt x="157163" y="133350"/>
                </a:lnTo>
                <a:lnTo>
                  <a:pt x="147638" y="133350"/>
                </a:lnTo>
                <a:lnTo>
                  <a:pt x="138113" y="133350"/>
                </a:lnTo>
                <a:lnTo>
                  <a:pt x="128588" y="133350"/>
                </a:lnTo>
                <a:lnTo>
                  <a:pt x="119063" y="133350"/>
                </a:lnTo>
                <a:lnTo>
                  <a:pt x="109538" y="133350"/>
                </a:lnTo>
                <a:lnTo>
                  <a:pt x="100013" y="133350"/>
                </a:lnTo>
                <a:lnTo>
                  <a:pt x="90488" y="133350"/>
                </a:lnTo>
                <a:lnTo>
                  <a:pt x="85725" y="138113"/>
                </a:lnTo>
                <a:lnTo>
                  <a:pt x="85725" y="147638"/>
                </a:lnTo>
                <a:lnTo>
                  <a:pt x="85725" y="157163"/>
                </a:lnTo>
                <a:lnTo>
                  <a:pt x="85725" y="166688"/>
                </a:lnTo>
                <a:lnTo>
                  <a:pt x="85725" y="176213"/>
                </a:lnTo>
                <a:lnTo>
                  <a:pt x="85725" y="185738"/>
                </a:lnTo>
                <a:lnTo>
                  <a:pt x="85725" y="195263"/>
                </a:lnTo>
                <a:lnTo>
                  <a:pt x="85725" y="204788"/>
                </a:lnTo>
                <a:lnTo>
                  <a:pt x="85725" y="214313"/>
                </a:lnTo>
                <a:lnTo>
                  <a:pt x="85725" y="223838"/>
                </a:lnTo>
                <a:lnTo>
                  <a:pt x="85725" y="233363"/>
                </a:lnTo>
                <a:lnTo>
                  <a:pt x="85725" y="242888"/>
                </a:lnTo>
                <a:lnTo>
                  <a:pt x="85725" y="252413"/>
                </a:lnTo>
                <a:lnTo>
                  <a:pt x="85725" y="261938"/>
                </a:lnTo>
                <a:lnTo>
                  <a:pt x="85725" y="271463"/>
                </a:lnTo>
                <a:lnTo>
                  <a:pt x="80963" y="276225"/>
                </a:lnTo>
                <a:lnTo>
                  <a:pt x="76200" y="271463"/>
                </a:lnTo>
                <a:lnTo>
                  <a:pt x="71438" y="266700"/>
                </a:lnTo>
                <a:lnTo>
                  <a:pt x="61913" y="266700"/>
                </a:lnTo>
                <a:lnTo>
                  <a:pt x="57150" y="261938"/>
                </a:lnTo>
                <a:lnTo>
                  <a:pt x="52388" y="257175"/>
                </a:lnTo>
                <a:lnTo>
                  <a:pt x="42863" y="257175"/>
                </a:lnTo>
                <a:lnTo>
                  <a:pt x="38100" y="252413"/>
                </a:lnTo>
                <a:lnTo>
                  <a:pt x="33338" y="247650"/>
                </a:lnTo>
                <a:lnTo>
                  <a:pt x="28575" y="242888"/>
                </a:lnTo>
                <a:lnTo>
                  <a:pt x="28575" y="233363"/>
                </a:lnTo>
                <a:lnTo>
                  <a:pt x="23813" y="228600"/>
                </a:lnTo>
                <a:lnTo>
                  <a:pt x="19050" y="223838"/>
                </a:lnTo>
                <a:lnTo>
                  <a:pt x="19050" y="214313"/>
                </a:lnTo>
                <a:lnTo>
                  <a:pt x="14288" y="209550"/>
                </a:lnTo>
                <a:lnTo>
                  <a:pt x="9525" y="204788"/>
                </a:lnTo>
                <a:lnTo>
                  <a:pt x="9525" y="195263"/>
                </a:lnTo>
                <a:lnTo>
                  <a:pt x="4763" y="190500"/>
                </a:lnTo>
                <a:lnTo>
                  <a:pt x="0" y="185738"/>
                </a:lnTo>
                <a:lnTo>
                  <a:pt x="0" y="176213"/>
                </a:lnTo>
                <a:lnTo>
                  <a:pt x="0" y="166688"/>
                </a:lnTo>
                <a:lnTo>
                  <a:pt x="0" y="157163"/>
                </a:lnTo>
                <a:lnTo>
                  <a:pt x="0" y="147638"/>
                </a:lnTo>
                <a:lnTo>
                  <a:pt x="0" y="138113"/>
                </a:lnTo>
                <a:lnTo>
                  <a:pt x="0" y="128588"/>
                </a:lnTo>
                <a:lnTo>
                  <a:pt x="0" y="119063"/>
                </a:lnTo>
                <a:lnTo>
                  <a:pt x="4763" y="114300"/>
                </a:lnTo>
                <a:lnTo>
                  <a:pt x="9525" y="109538"/>
                </a:lnTo>
                <a:lnTo>
                  <a:pt x="4763" y="104775"/>
                </a:lnTo>
                <a:lnTo>
                  <a:pt x="0" y="100013"/>
                </a:lnTo>
                <a:lnTo>
                  <a:pt x="4763" y="95250"/>
                </a:lnTo>
                <a:lnTo>
                  <a:pt x="9525" y="90488"/>
                </a:lnTo>
                <a:lnTo>
                  <a:pt x="9525" y="80963"/>
                </a:lnTo>
                <a:lnTo>
                  <a:pt x="14288" y="76200"/>
                </a:lnTo>
                <a:lnTo>
                  <a:pt x="19050" y="71438"/>
                </a:lnTo>
                <a:lnTo>
                  <a:pt x="23813" y="66675"/>
                </a:lnTo>
                <a:lnTo>
                  <a:pt x="28575" y="61913"/>
                </a:lnTo>
                <a:lnTo>
                  <a:pt x="33338" y="57150"/>
                </a:lnTo>
                <a:lnTo>
                  <a:pt x="38100" y="52388"/>
                </a:lnTo>
                <a:lnTo>
                  <a:pt x="42863" y="47625"/>
                </a:lnTo>
                <a:lnTo>
                  <a:pt x="47625" y="42863"/>
                </a:lnTo>
                <a:lnTo>
                  <a:pt x="52388" y="38100"/>
                </a:lnTo>
                <a:lnTo>
                  <a:pt x="57150" y="33338"/>
                </a:lnTo>
                <a:lnTo>
                  <a:pt x="61913" y="28575"/>
                </a:lnTo>
                <a:lnTo>
                  <a:pt x="66675" y="23813"/>
                </a:lnTo>
                <a:lnTo>
                  <a:pt x="71438" y="19050"/>
                </a:lnTo>
                <a:lnTo>
                  <a:pt x="80963" y="19050"/>
                </a:lnTo>
                <a:lnTo>
                  <a:pt x="85725" y="14288"/>
                </a:lnTo>
                <a:lnTo>
                  <a:pt x="90488" y="9525"/>
                </a:lnTo>
                <a:lnTo>
                  <a:pt x="100013" y="9525"/>
                </a:lnTo>
                <a:lnTo>
                  <a:pt x="109538" y="9525"/>
                </a:lnTo>
                <a:lnTo>
                  <a:pt x="119063" y="9525"/>
                </a:lnTo>
                <a:lnTo>
                  <a:pt x="123825" y="4763"/>
                </a:lnTo>
                <a:close/>
              </a:path>
            </a:pathLst>
          </a:custGeom>
          <a:solidFill xmlns:a="http://schemas.openxmlformats.org/drawingml/2006/main">
            <a:srgbClr val="F6CA9C"/>
          </a:solidFill>
          <a:ln xmlns:a="http://schemas.openxmlformats.org/drawingml/2006/main" w="0">
            <a:noFill/>
            <a:prstDash val="solid"/>
          </a:ln>
        </p:spPr>
      </p:sp>
      <p:sp>
        <p:nvSpPr>
          <p:cNvPr id="1187" name="layout-candidate-orange-100-3">
            <a:extLst xmlns:a="http://schemas.openxmlformats.org/drawingml/2006/main">
              <a:ext uri="{FF2B5EF4-FFF2-40B4-BE49-F238E27FC236}">
                <a16:creationId xmlns:a16="http://schemas.microsoft.com/office/drawing/2014/main" id="{D18B3C77-D55A-4C96-BE7C-75CA2CF0F461}"/>
              </a:ext>
            </a:extLst>
          </p:cNvPr>
          <p:cNvSpPr>
            <a:spLocks xmlns:a="http://schemas.openxmlformats.org/drawingml/2006/main" noGrp="1"/>
          </p:cNvSpPr>
          <p:nvPr/>
        </p:nvSpPr>
        <p:spPr>
          <a:xfrm xmlns:a="http://schemas.openxmlformats.org/drawingml/2006/main" rot="0">
            <a:off x="2085975" y="5353050"/>
            <a:ext cx="161925" cy="9525"/>
          </a:xfrm>
          <a:custGeom xmlns:a="http://schemas.openxmlformats.org/drawingml/2006/main">
            <a:pathLst>
              <a:path w="16192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1925" y="4763"/>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F6CA9C"/>
          </a:solidFill>
          <a:ln xmlns:a="http://schemas.openxmlformats.org/drawingml/2006/main" w="0">
            <a:noFill/>
            <a:prstDash val="solid"/>
          </a:ln>
        </p:spPr>
      </p:sp>
      <p:sp>
        <p:nvSpPr>
          <p:cNvPr id="1188" name="layout-candidate-orange-101-0">
            <a:extLst xmlns:a="http://schemas.openxmlformats.org/drawingml/2006/main">
              <a:ext uri="{FF2B5EF4-FFF2-40B4-BE49-F238E27FC236}">
                <a16:creationId xmlns:a16="http://schemas.microsoft.com/office/drawing/2014/main" id="{950DC8A4-2BDD-4941-B5B9-07353BBEE5BC}"/>
              </a:ext>
            </a:extLst>
          </p:cNvPr>
          <p:cNvSpPr>
            <a:spLocks xmlns:a="http://schemas.openxmlformats.org/drawingml/2006/main" noGrp="1"/>
          </p:cNvSpPr>
          <p:nvPr/>
        </p:nvSpPr>
        <p:spPr>
          <a:xfrm xmlns:a="http://schemas.openxmlformats.org/drawingml/2006/main" rot="0">
            <a:off x="2219325" y="5019675"/>
            <a:ext cx="180975" cy="9525"/>
          </a:xfrm>
          <a:custGeom xmlns:a="http://schemas.openxmlformats.org/drawingml/2006/main">
            <a:pathLst>
              <a:path w="18097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6688" y="0"/>
                </a:lnTo>
                <a:lnTo>
                  <a:pt x="176213" y="0"/>
                </a:lnTo>
                <a:lnTo>
                  <a:pt x="180975" y="4763"/>
                </a:lnTo>
                <a:lnTo>
                  <a:pt x="176213" y="9525"/>
                </a:lnTo>
                <a:lnTo>
                  <a:pt x="166688" y="9525"/>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F7CB9E"/>
          </a:solidFill>
          <a:ln xmlns:a="http://schemas.openxmlformats.org/drawingml/2006/main" w="0">
            <a:noFill/>
            <a:prstDash val="solid"/>
          </a:ln>
        </p:spPr>
      </p:sp>
      <p:sp>
        <p:nvSpPr>
          <p:cNvPr id="1189" name="layout-candidate-orange-101-1">
            <a:extLst xmlns:a="http://schemas.openxmlformats.org/drawingml/2006/main">
              <a:ext uri="{FF2B5EF4-FFF2-40B4-BE49-F238E27FC236}">
                <a16:creationId xmlns:a16="http://schemas.microsoft.com/office/drawing/2014/main" id="{931C47DB-C58B-4BEE-963C-46D7F6583E99}"/>
              </a:ext>
            </a:extLst>
          </p:cNvPr>
          <p:cNvSpPr>
            <a:spLocks xmlns:a="http://schemas.openxmlformats.org/drawingml/2006/main" noGrp="1"/>
          </p:cNvSpPr>
          <p:nvPr/>
        </p:nvSpPr>
        <p:spPr>
          <a:xfrm xmlns:a="http://schemas.openxmlformats.org/drawingml/2006/main" rot="0">
            <a:off x="2514600" y="5019675"/>
            <a:ext cx="9525" cy="161925"/>
          </a:xfrm>
          <a:custGeom xmlns:a="http://schemas.openxmlformats.org/drawingml/2006/main">
            <a:pathLst>
              <a:path w="9525" h="1619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4763" y="161925"/>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7CB9E"/>
          </a:solidFill>
          <a:ln xmlns:a="http://schemas.openxmlformats.org/drawingml/2006/main" w="0">
            <a:noFill/>
            <a:prstDash val="solid"/>
          </a:ln>
        </p:spPr>
      </p:sp>
      <p:sp>
        <p:nvSpPr>
          <p:cNvPr id="1190" name="layout-candidate-orange-101-2">
            <a:extLst xmlns:a="http://schemas.openxmlformats.org/drawingml/2006/main">
              <a:ext uri="{FF2B5EF4-FFF2-40B4-BE49-F238E27FC236}">
                <a16:creationId xmlns:a16="http://schemas.microsoft.com/office/drawing/2014/main" id="{BF189C63-6C7A-4D01-A429-0D573F87F6FA}"/>
              </a:ext>
            </a:extLst>
          </p:cNvPr>
          <p:cNvSpPr>
            <a:spLocks xmlns:a="http://schemas.openxmlformats.org/drawingml/2006/main" noGrp="1"/>
          </p:cNvSpPr>
          <p:nvPr/>
        </p:nvSpPr>
        <p:spPr>
          <a:xfrm xmlns:a="http://schemas.openxmlformats.org/drawingml/2006/main" rot="0">
            <a:off x="2162175" y="5057775"/>
            <a:ext cx="276225" cy="257175"/>
          </a:xfrm>
          <a:custGeom xmlns:a="http://schemas.openxmlformats.org/drawingml/2006/main">
            <a:pathLst>
              <a:path w="276225" h="257175">
                <a:moveTo>
                  <a:pt x="104775" y="4763"/>
                </a:moveTo>
                <a:lnTo>
                  <a:pt x="109538" y="0"/>
                </a:lnTo>
                <a:lnTo>
                  <a:pt x="119063" y="0"/>
                </a:lnTo>
                <a:lnTo>
                  <a:pt x="128588" y="0"/>
                </a:lnTo>
                <a:lnTo>
                  <a:pt x="138113" y="0"/>
                </a:lnTo>
                <a:lnTo>
                  <a:pt x="147638" y="0"/>
                </a:lnTo>
                <a:lnTo>
                  <a:pt x="157163" y="0"/>
                </a:lnTo>
                <a:lnTo>
                  <a:pt x="166688" y="0"/>
                </a:lnTo>
                <a:lnTo>
                  <a:pt x="171450" y="4763"/>
                </a:lnTo>
                <a:lnTo>
                  <a:pt x="176213" y="9525"/>
                </a:lnTo>
                <a:lnTo>
                  <a:pt x="185738" y="9525"/>
                </a:lnTo>
                <a:lnTo>
                  <a:pt x="195263" y="9525"/>
                </a:lnTo>
                <a:lnTo>
                  <a:pt x="200025" y="14288"/>
                </a:lnTo>
                <a:lnTo>
                  <a:pt x="204788" y="19050"/>
                </a:lnTo>
                <a:lnTo>
                  <a:pt x="214313" y="19050"/>
                </a:lnTo>
                <a:lnTo>
                  <a:pt x="219075" y="23813"/>
                </a:lnTo>
                <a:lnTo>
                  <a:pt x="223838" y="28575"/>
                </a:lnTo>
                <a:lnTo>
                  <a:pt x="228600" y="33338"/>
                </a:lnTo>
                <a:lnTo>
                  <a:pt x="233363" y="38100"/>
                </a:lnTo>
                <a:lnTo>
                  <a:pt x="238125" y="42863"/>
                </a:lnTo>
                <a:lnTo>
                  <a:pt x="242888" y="47625"/>
                </a:lnTo>
                <a:lnTo>
                  <a:pt x="247650" y="52388"/>
                </a:lnTo>
                <a:lnTo>
                  <a:pt x="252413" y="57150"/>
                </a:lnTo>
                <a:lnTo>
                  <a:pt x="257175" y="61913"/>
                </a:lnTo>
                <a:lnTo>
                  <a:pt x="261938" y="66675"/>
                </a:lnTo>
                <a:lnTo>
                  <a:pt x="266700" y="71438"/>
                </a:lnTo>
                <a:lnTo>
                  <a:pt x="266700" y="80963"/>
                </a:lnTo>
                <a:lnTo>
                  <a:pt x="266700" y="90488"/>
                </a:lnTo>
                <a:lnTo>
                  <a:pt x="271463" y="95250"/>
                </a:lnTo>
                <a:lnTo>
                  <a:pt x="276225" y="100013"/>
                </a:lnTo>
                <a:lnTo>
                  <a:pt x="276225" y="109538"/>
                </a:lnTo>
                <a:lnTo>
                  <a:pt x="276225" y="119063"/>
                </a:lnTo>
                <a:lnTo>
                  <a:pt x="271463" y="123825"/>
                </a:lnTo>
                <a:lnTo>
                  <a:pt x="261938" y="123825"/>
                </a:lnTo>
                <a:lnTo>
                  <a:pt x="252413" y="123825"/>
                </a:lnTo>
                <a:lnTo>
                  <a:pt x="242888" y="123825"/>
                </a:lnTo>
                <a:lnTo>
                  <a:pt x="233363" y="123825"/>
                </a:lnTo>
                <a:lnTo>
                  <a:pt x="223838" y="123825"/>
                </a:lnTo>
                <a:lnTo>
                  <a:pt x="214313" y="123825"/>
                </a:lnTo>
                <a:lnTo>
                  <a:pt x="204788" y="123825"/>
                </a:lnTo>
                <a:lnTo>
                  <a:pt x="195263" y="123825"/>
                </a:lnTo>
                <a:lnTo>
                  <a:pt x="185738" y="123825"/>
                </a:lnTo>
                <a:lnTo>
                  <a:pt x="176213" y="123825"/>
                </a:lnTo>
                <a:lnTo>
                  <a:pt x="166688" y="123825"/>
                </a:lnTo>
                <a:lnTo>
                  <a:pt x="157163" y="123825"/>
                </a:lnTo>
                <a:lnTo>
                  <a:pt x="147638" y="123825"/>
                </a:lnTo>
                <a:lnTo>
                  <a:pt x="138113" y="123825"/>
                </a:lnTo>
                <a:lnTo>
                  <a:pt x="128588" y="123825"/>
                </a:lnTo>
                <a:lnTo>
                  <a:pt x="119063" y="123825"/>
                </a:lnTo>
                <a:lnTo>
                  <a:pt x="109538" y="123825"/>
                </a:lnTo>
                <a:lnTo>
                  <a:pt x="100013" y="123825"/>
                </a:lnTo>
                <a:lnTo>
                  <a:pt x="90488" y="123825"/>
                </a:lnTo>
                <a:lnTo>
                  <a:pt x="85725" y="128588"/>
                </a:lnTo>
                <a:lnTo>
                  <a:pt x="85725" y="138113"/>
                </a:lnTo>
                <a:lnTo>
                  <a:pt x="85725" y="147638"/>
                </a:lnTo>
                <a:lnTo>
                  <a:pt x="85725" y="157163"/>
                </a:lnTo>
                <a:lnTo>
                  <a:pt x="85725" y="166688"/>
                </a:lnTo>
                <a:lnTo>
                  <a:pt x="85725" y="176213"/>
                </a:lnTo>
                <a:lnTo>
                  <a:pt x="85725" y="185738"/>
                </a:lnTo>
                <a:lnTo>
                  <a:pt x="85725" y="195263"/>
                </a:lnTo>
                <a:lnTo>
                  <a:pt x="85725" y="204788"/>
                </a:lnTo>
                <a:lnTo>
                  <a:pt x="85725" y="214313"/>
                </a:lnTo>
                <a:lnTo>
                  <a:pt x="85725" y="223838"/>
                </a:lnTo>
                <a:lnTo>
                  <a:pt x="85725" y="233363"/>
                </a:lnTo>
                <a:lnTo>
                  <a:pt x="85725" y="242888"/>
                </a:lnTo>
                <a:lnTo>
                  <a:pt x="85725" y="252413"/>
                </a:lnTo>
                <a:lnTo>
                  <a:pt x="80963" y="257175"/>
                </a:lnTo>
                <a:lnTo>
                  <a:pt x="71438" y="257175"/>
                </a:lnTo>
                <a:lnTo>
                  <a:pt x="66675" y="252413"/>
                </a:lnTo>
                <a:lnTo>
                  <a:pt x="61913" y="247650"/>
                </a:lnTo>
                <a:lnTo>
                  <a:pt x="52388" y="247650"/>
                </a:lnTo>
                <a:lnTo>
                  <a:pt x="47625" y="242888"/>
                </a:lnTo>
                <a:lnTo>
                  <a:pt x="42863" y="238125"/>
                </a:lnTo>
                <a:lnTo>
                  <a:pt x="38100" y="233363"/>
                </a:lnTo>
                <a:lnTo>
                  <a:pt x="33338" y="228600"/>
                </a:lnTo>
                <a:lnTo>
                  <a:pt x="28575" y="223838"/>
                </a:lnTo>
                <a:lnTo>
                  <a:pt x="23813" y="219075"/>
                </a:lnTo>
                <a:lnTo>
                  <a:pt x="19050" y="214313"/>
                </a:lnTo>
                <a:lnTo>
                  <a:pt x="23813" y="209550"/>
                </a:lnTo>
                <a:lnTo>
                  <a:pt x="28575" y="204788"/>
                </a:lnTo>
                <a:lnTo>
                  <a:pt x="23813" y="200025"/>
                </a:lnTo>
                <a:lnTo>
                  <a:pt x="19050" y="195263"/>
                </a:lnTo>
                <a:lnTo>
                  <a:pt x="19050" y="185738"/>
                </a:lnTo>
                <a:lnTo>
                  <a:pt x="14288" y="180975"/>
                </a:lnTo>
                <a:lnTo>
                  <a:pt x="9525" y="176213"/>
                </a:lnTo>
                <a:lnTo>
                  <a:pt x="9525" y="166688"/>
                </a:lnTo>
                <a:lnTo>
                  <a:pt x="4763" y="161925"/>
                </a:lnTo>
                <a:lnTo>
                  <a:pt x="0" y="157163"/>
                </a:lnTo>
                <a:lnTo>
                  <a:pt x="4763" y="152400"/>
                </a:lnTo>
                <a:lnTo>
                  <a:pt x="9525" y="147638"/>
                </a:lnTo>
                <a:lnTo>
                  <a:pt x="9525" y="138113"/>
                </a:lnTo>
                <a:lnTo>
                  <a:pt x="4763" y="133350"/>
                </a:lnTo>
                <a:lnTo>
                  <a:pt x="0" y="128588"/>
                </a:lnTo>
                <a:lnTo>
                  <a:pt x="4763" y="123825"/>
                </a:lnTo>
                <a:lnTo>
                  <a:pt x="9525" y="119063"/>
                </a:lnTo>
                <a:lnTo>
                  <a:pt x="9525" y="109538"/>
                </a:lnTo>
                <a:lnTo>
                  <a:pt x="9525" y="100013"/>
                </a:lnTo>
                <a:lnTo>
                  <a:pt x="9525" y="90488"/>
                </a:lnTo>
                <a:lnTo>
                  <a:pt x="14288" y="85725"/>
                </a:lnTo>
                <a:lnTo>
                  <a:pt x="19050" y="80963"/>
                </a:lnTo>
                <a:lnTo>
                  <a:pt x="19050" y="71438"/>
                </a:lnTo>
                <a:lnTo>
                  <a:pt x="23813" y="66675"/>
                </a:lnTo>
                <a:lnTo>
                  <a:pt x="28575" y="61913"/>
                </a:lnTo>
                <a:lnTo>
                  <a:pt x="28575" y="52388"/>
                </a:lnTo>
                <a:lnTo>
                  <a:pt x="33338" y="47625"/>
                </a:lnTo>
                <a:lnTo>
                  <a:pt x="42863" y="47625"/>
                </a:lnTo>
                <a:lnTo>
                  <a:pt x="47625" y="42863"/>
                </a:lnTo>
                <a:lnTo>
                  <a:pt x="52388" y="38100"/>
                </a:lnTo>
                <a:lnTo>
                  <a:pt x="57150" y="33338"/>
                </a:lnTo>
                <a:lnTo>
                  <a:pt x="61913" y="28575"/>
                </a:lnTo>
                <a:lnTo>
                  <a:pt x="66675" y="23813"/>
                </a:lnTo>
                <a:lnTo>
                  <a:pt x="71438" y="19050"/>
                </a:lnTo>
                <a:lnTo>
                  <a:pt x="76200" y="14288"/>
                </a:lnTo>
                <a:lnTo>
                  <a:pt x="80963" y="9525"/>
                </a:lnTo>
                <a:lnTo>
                  <a:pt x="90488" y="9525"/>
                </a:lnTo>
                <a:lnTo>
                  <a:pt x="100013" y="9525"/>
                </a:lnTo>
                <a:lnTo>
                  <a:pt x="104775" y="4763"/>
                </a:lnTo>
                <a:close/>
              </a:path>
            </a:pathLst>
          </a:custGeom>
          <a:solidFill xmlns:a="http://schemas.openxmlformats.org/drawingml/2006/main">
            <a:srgbClr val="F7CB9E"/>
          </a:solidFill>
          <a:ln xmlns:a="http://schemas.openxmlformats.org/drawingml/2006/main" w="0">
            <a:noFill/>
            <a:prstDash val="solid"/>
          </a:ln>
        </p:spPr>
      </p:sp>
      <p:sp>
        <p:nvSpPr>
          <p:cNvPr id="1191" name="layout-candidate-orange-101-3">
            <a:extLst xmlns:a="http://schemas.openxmlformats.org/drawingml/2006/main">
              <a:ext uri="{FF2B5EF4-FFF2-40B4-BE49-F238E27FC236}">
                <a16:creationId xmlns:a16="http://schemas.microsoft.com/office/drawing/2014/main" id="{A8C55DD5-F1F6-40A9-B919-9613EE400576}"/>
              </a:ext>
            </a:extLst>
          </p:cNvPr>
          <p:cNvSpPr>
            <a:spLocks xmlns:a="http://schemas.openxmlformats.org/drawingml/2006/main" noGrp="1"/>
          </p:cNvSpPr>
          <p:nvPr/>
        </p:nvSpPr>
        <p:spPr>
          <a:xfrm xmlns:a="http://schemas.openxmlformats.org/drawingml/2006/main" rot="0">
            <a:off x="2085975" y="5353050"/>
            <a:ext cx="161925" cy="9525"/>
          </a:xfrm>
          <a:custGeom xmlns:a="http://schemas.openxmlformats.org/drawingml/2006/main">
            <a:pathLst>
              <a:path w="16192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1925" y="4763"/>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F7CB9E"/>
          </a:solidFill>
          <a:ln xmlns:a="http://schemas.openxmlformats.org/drawingml/2006/main" w="0">
            <a:noFill/>
            <a:prstDash val="solid"/>
          </a:ln>
        </p:spPr>
      </p:sp>
      <p:sp>
        <p:nvSpPr>
          <p:cNvPr id="1192" name="layout-candidate-orange-102-0">
            <a:extLst xmlns:a="http://schemas.openxmlformats.org/drawingml/2006/main">
              <a:ext uri="{FF2B5EF4-FFF2-40B4-BE49-F238E27FC236}">
                <a16:creationId xmlns:a16="http://schemas.microsoft.com/office/drawing/2014/main" id="{25758E46-410D-4231-BC9A-A0D789A5DCD0}"/>
              </a:ext>
            </a:extLst>
          </p:cNvPr>
          <p:cNvSpPr>
            <a:spLocks xmlns:a="http://schemas.openxmlformats.org/drawingml/2006/main" noGrp="1"/>
          </p:cNvSpPr>
          <p:nvPr/>
        </p:nvSpPr>
        <p:spPr>
          <a:xfrm xmlns:a="http://schemas.openxmlformats.org/drawingml/2006/main" rot="0">
            <a:off x="2228850" y="5019675"/>
            <a:ext cx="142875" cy="9525"/>
          </a:xfrm>
          <a:custGeom xmlns:a="http://schemas.openxmlformats.org/drawingml/2006/main">
            <a:pathLst>
              <a:path w="14287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2875" y="4763"/>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F7CDA4"/>
          </a:solidFill>
          <a:ln xmlns:a="http://schemas.openxmlformats.org/drawingml/2006/main" w="0">
            <a:noFill/>
            <a:prstDash val="solid"/>
          </a:ln>
        </p:spPr>
      </p:sp>
      <p:sp>
        <p:nvSpPr>
          <p:cNvPr id="1193" name="layout-candidate-orange-102-1">
            <a:extLst xmlns:a="http://schemas.openxmlformats.org/drawingml/2006/main">
              <a:ext uri="{FF2B5EF4-FFF2-40B4-BE49-F238E27FC236}">
                <a16:creationId xmlns:a16="http://schemas.microsoft.com/office/drawing/2014/main" id="{F74AA152-DA7A-47A8-9518-B3DA89A8C6C2}"/>
              </a:ext>
            </a:extLst>
          </p:cNvPr>
          <p:cNvSpPr>
            <a:spLocks xmlns:a="http://schemas.openxmlformats.org/drawingml/2006/main" noGrp="1"/>
          </p:cNvSpPr>
          <p:nvPr/>
        </p:nvSpPr>
        <p:spPr>
          <a:xfrm xmlns:a="http://schemas.openxmlformats.org/drawingml/2006/main" rot="0">
            <a:off x="2514600" y="5019675"/>
            <a:ext cx="9525" cy="161925"/>
          </a:xfrm>
          <a:custGeom xmlns:a="http://schemas.openxmlformats.org/drawingml/2006/main">
            <a:pathLst>
              <a:path w="9525" h="1619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9525" y="147638"/>
                </a:lnTo>
                <a:lnTo>
                  <a:pt x="9525" y="157163"/>
                </a:lnTo>
                <a:lnTo>
                  <a:pt x="4763" y="161925"/>
                </a:lnTo>
                <a:lnTo>
                  <a:pt x="0" y="157163"/>
                </a:lnTo>
                <a:lnTo>
                  <a:pt x="0" y="147638"/>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7CDA4"/>
          </a:solidFill>
          <a:ln xmlns:a="http://schemas.openxmlformats.org/drawingml/2006/main" w="0">
            <a:noFill/>
            <a:prstDash val="solid"/>
          </a:ln>
        </p:spPr>
      </p:sp>
      <p:sp>
        <p:nvSpPr>
          <p:cNvPr id="1194" name="layout-candidate-orange-102-2">
            <a:extLst xmlns:a="http://schemas.openxmlformats.org/drawingml/2006/main">
              <a:ext uri="{FF2B5EF4-FFF2-40B4-BE49-F238E27FC236}">
                <a16:creationId xmlns:a16="http://schemas.microsoft.com/office/drawing/2014/main" id="{79F79724-3D0D-49D5-B04B-E474802FB4E7}"/>
              </a:ext>
            </a:extLst>
          </p:cNvPr>
          <p:cNvSpPr>
            <a:spLocks xmlns:a="http://schemas.openxmlformats.org/drawingml/2006/main" noGrp="1"/>
          </p:cNvSpPr>
          <p:nvPr/>
        </p:nvSpPr>
        <p:spPr>
          <a:xfrm xmlns:a="http://schemas.openxmlformats.org/drawingml/2006/main" rot="0">
            <a:off x="2171700" y="5067300"/>
            <a:ext cx="257175" cy="238125"/>
          </a:xfrm>
          <a:custGeom xmlns:a="http://schemas.openxmlformats.org/drawingml/2006/main">
            <a:pathLst>
              <a:path w="257175" h="238125">
                <a:moveTo>
                  <a:pt x="95250" y="4763"/>
                </a:moveTo>
                <a:lnTo>
                  <a:pt x="100013" y="0"/>
                </a:lnTo>
                <a:lnTo>
                  <a:pt x="109538" y="0"/>
                </a:lnTo>
                <a:lnTo>
                  <a:pt x="119063" y="0"/>
                </a:lnTo>
                <a:lnTo>
                  <a:pt x="128588" y="0"/>
                </a:lnTo>
                <a:lnTo>
                  <a:pt x="138113" y="0"/>
                </a:lnTo>
                <a:lnTo>
                  <a:pt x="147638" y="0"/>
                </a:lnTo>
                <a:lnTo>
                  <a:pt x="157163" y="0"/>
                </a:lnTo>
                <a:lnTo>
                  <a:pt x="161925" y="4763"/>
                </a:lnTo>
                <a:lnTo>
                  <a:pt x="166688" y="9525"/>
                </a:lnTo>
                <a:lnTo>
                  <a:pt x="176213" y="9525"/>
                </a:lnTo>
                <a:lnTo>
                  <a:pt x="185738" y="9525"/>
                </a:lnTo>
                <a:lnTo>
                  <a:pt x="190500" y="14288"/>
                </a:lnTo>
                <a:lnTo>
                  <a:pt x="195263" y="19050"/>
                </a:lnTo>
                <a:lnTo>
                  <a:pt x="204788" y="19050"/>
                </a:lnTo>
                <a:lnTo>
                  <a:pt x="209550" y="23813"/>
                </a:lnTo>
                <a:lnTo>
                  <a:pt x="214313" y="28575"/>
                </a:lnTo>
                <a:lnTo>
                  <a:pt x="219075" y="33338"/>
                </a:lnTo>
                <a:lnTo>
                  <a:pt x="223838" y="38100"/>
                </a:lnTo>
                <a:lnTo>
                  <a:pt x="228600" y="42863"/>
                </a:lnTo>
                <a:lnTo>
                  <a:pt x="233363" y="47625"/>
                </a:lnTo>
                <a:lnTo>
                  <a:pt x="238125" y="52388"/>
                </a:lnTo>
                <a:lnTo>
                  <a:pt x="238125" y="61913"/>
                </a:lnTo>
                <a:lnTo>
                  <a:pt x="242888" y="66675"/>
                </a:lnTo>
                <a:lnTo>
                  <a:pt x="247650" y="71438"/>
                </a:lnTo>
                <a:lnTo>
                  <a:pt x="247650" y="80963"/>
                </a:lnTo>
                <a:lnTo>
                  <a:pt x="252413" y="85725"/>
                </a:lnTo>
                <a:lnTo>
                  <a:pt x="257175" y="90488"/>
                </a:lnTo>
                <a:lnTo>
                  <a:pt x="257175" y="100013"/>
                </a:lnTo>
                <a:lnTo>
                  <a:pt x="257175" y="109538"/>
                </a:lnTo>
                <a:lnTo>
                  <a:pt x="252413" y="114300"/>
                </a:lnTo>
                <a:lnTo>
                  <a:pt x="242888" y="114300"/>
                </a:lnTo>
                <a:lnTo>
                  <a:pt x="233363" y="114300"/>
                </a:lnTo>
                <a:lnTo>
                  <a:pt x="223838" y="114300"/>
                </a:lnTo>
                <a:lnTo>
                  <a:pt x="214313" y="114300"/>
                </a:lnTo>
                <a:lnTo>
                  <a:pt x="204788" y="114300"/>
                </a:lnTo>
                <a:lnTo>
                  <a:pt x="195263" y="114300"/>
                </a:lnTo>
                <a:lnTo>
                  <a:pt x="185738" y="114300"/>
                </a:lnTo>
                <a:lnTo>
                  <a:pt x="176213" y="114300"/>
                </a:lnTo>
                <a:lnTo>
                  <a:pt x="166688" y="114300"/>
                </a:lnTo>
                <a:lnTo>
                  <a:pt x="157163" y="114300"/>
                </a:lnTo>
                <a:lnTo>
                  <a:pt x="147638" y="114300"/>
                </a:lnTo>
                <a:lnTo>
                  <a:pt x="138113" y="114300"/>
                </a:lnTo>
                <a:lnTo>
                  <a:pt x="128588" y="114300"/>
                </a:lnTo>
                <a:lnTo>
                  <a:pt x="119063" y="114300"/>
                </a:lnTo>
                <a:lnTo>
                  <a:pt x="109538" y="114300"/>
                </a:lnTo>
                <a:lnTo>
                  <a:pt x="100013" y="114300"/>
                </a:lnTo>
                <a:lnTo>
                  <a:pt x="90488" y="114300"/>
                </a:lnTo>
                <a:lnTo>
                  <a:pt x="80963" y="114300"/>
                </a:lnTo>
                <a:lnTo>
                  <a:pt x="76200" y="119063"/>
                </a:lnTo>
                <a:lnTo>
                  <a:pt x="76200" y="128588"/>
                </a:lnTo>
                <a:lnTo>
                  <a:pt x="76200" y="138113"/>
                </a:lnTo>
                <a:lnTo>
                  <a:pt x="76200" y="147638"/>
                </a:lnTo>
                <a:lnTo>
                  <a:pt x="76200" y="157163"/>
                </a:lnTo>
                <a:lnTo>
                  <a:pt x="76200" y="166688"/>
                </a:lnTo>
                <a:lnTo>
                  <a:pt x="76200" y="176213"/>
                </a:lnTo>
                <a:lnTo>
                  <a:pt x="76200" y="185738"/>
                </a:lnTo>
                <a:lnTo>
                  <a:pt x="76200" y="195263"/>
                </a:lnTo>
                <a:lnTo>
                  <a:pt x="76200" y="204788"/>
                </a:lnTo>
                <a:lnTo>
                  <a:pt x="76200" y="214313"/>
                </a:lnTo>
                <a:lnTo>
                  <a:pt x="76200" y="223838"/>
                </a:lnTo>
                <a:lnTo>
                  <a:pt x="76200" y="233363"/>
                </a:lnTo>
                <a:lnTo>
                  <a:pt x="71438" y="238125"/>
                </a:lnTo>
                <a:lnTo>
                  <a:pt x="61913" y="238125"/>
                </a:lnTo>
                <a:lnTo>
                  <a:pt x="57150" y="233363"/>
                </a:lnTo>
                <a:lnTo>
                  <a:pt x="52388" y="228600"/>
                </a:lnTo>
                <a:lnTo>
                  <a:pt x="47625" y="223838"/>
                </a:lnTo>
                <a:lnTo>
                  <a:pt x="42863" y="219075"/>
                </a:lnTo>
                <a:lnTo>
                  <a:pt x="38100" y="214313"/>
                </a:lnTo>
                <a:lnTo>
                  <a:pt x="33338" y="209550"/>
                </a:lnTo>
                <a:lnTo>
                  <a:pt x="28575" y="204788"/>
                </a:lnTo>
                <a:lnTo>
                  <a:pt x="28575" y="195263"/>
                </a:lnTo>
                <a:lnTo>
                  <a:pt x="23813" y="190500"/>
                </a:lnTo>
                <a:lnTo>
                  <a:pt x="19050" y="185738"/>
                </a:lnTo>
                <a:lnTo>
                  <a:pt x="19050" y="176213"/>
                </a:lnTo>
                <a:lnTo>
                  <a:pt x="14288" y="171450"/>
                </a:lnTo>
                <a:lnTo>
                  <a:pt x="9525" y="166688"/>
                </a:lnTo>
                <a:lnTo>
                  <a:pt x="9525" y="157163"/>
                </a:lnTo>
                <a:lnTo>
                  <a:pt x="4763" y="152400"/>
                </a:lnTo>
                <a:lnTo>
                  <a:pt x="0" y="147638"/>
                </a:lnTo>
                <a:lnTo>
                  <a:pt x="4763" y="142875"/>
                </a:lnTo>
                <a:lnTo>
                  <a:pt x="9525" y="138113"/>
                </a:lnTo>
                <a:lnTo>
                  <a:pt x="9525" y="128588"/>
                </a:lnTo>
                <a:lnTo>
                  <a:pt x="4763" y="123825"/>
                </a:lnTo>
                <a:lnTo>
                  <a:pt x="0" y="119063"/>
                </a:lnTo>
                <a:lnTo>
                  <a:pt x="4763" y="114300"/>
                </a:lnTo>
                <a:lnTo>
                  <a:pt x="9525" y="109538"/>
                </a:lnTo>
                <a:lnTo>
                  <a:pt x="9525" y="100013"/>
                </a:lnTo>
                <a:lnTo>
                  <a:pt x="9525" y="90488"/>
                </a:lnTo>
                <a:lnTo>
                  <a:pt x="9525" y="80963"/>
                </a:lnTo>
                <a:lnTo>
                  <a:pt x="14288" y="76200"/>
                </a:lnTo>
                <a:lnTo>
                  <a:pt x="19050" y="71438"/>
                </a:lnTo>
                <a:lnTo>
                  <a:pt x="19050" y="61913"/>
                </a:lnTo>
                <a:lnTo>
                  <a:pt x="23813" y="57150"/>
                </a:lnTo>
                <a:lnTo>
                  <a:pt x="28575" y="52388"/>
                </a:lnTo>
                <a:lnTo>
                  <a:pt x="33338" y="47625"/>
                </a:lnTo>
                <a:lnTo>
                  <a:pt x="38100" y="42863"/>
                </a:lnTo>
                <a:lnTo>
                  <a:pt x="42863" y="38100"/>
                </a:lnTo>
                <a:lnTo>
                  <a:pt x="47625" y="33338"/>
                </a:lnTo>
                <a:lnTo>
                  <a:pt x="52388" y="28575"/>
                </a:lnTo>
                <a:lnTo>
                  <a:pt x="57150" y="23813"/>
                </a:lnTo>
                <a:lnTo>
                  <a:pt x="61913" y="19050"/>
                </a:lnTo>
                <a:lnTo>
                  <a:pt x="71438" y="19050"/>
                </a:lnTo>
                <a:lnTo>
                  <a:pt x="76200" y="14288"/>
                </a:lnTo>
                <a:lnTo>
                  <a:pt x="80963" y="9525"/>
                </a:lnTo>
                <a:lnTo>
                  <a:pt x="90488" y="9525"/>
                </a:lnTo>
                <a:lnTo>
                  <a:pt x="95250" y="4763"/>
                </a:lnTo>
                <a:close/>
              </a:path>
            </a:pathLst>
          </a:custGeom>
          <a:solidFill xmlns:a="http://schemas.openxmlformats.org/drawingml/2006/main">
            <a:srgbClr val="F7CDA4"/>
          </a:solidFill>
          <a:ln xmlns:a="http://schemas.openxmlformats.org/drawingml/2006/main" w="0">
            <a:noFill/>
            <a:prstDash val="solid"/>
          </a:ln>
        </p:spPr>
      </p:sp>
      <p:sp>
        <p:nvSpPr>
          <p:cNvPr id="1195" name="layout-candidate-orange-102-3">
            <a:extLst xmlns:a="http://schemas.openxmlformats.org/drawingml/2006/main">
              <a:ext uri="{FF2B5EF4-FFF2-40B4-BE49-F238E27FC236}">
                <a16:creationId xmlns:a16="http://schemas.microsoft.com/office/drawing/2014/main" id="{C442403D-8A6A-4830-A0AF-4112B877FB9F}"/>
              </a:ext>
            </a:extLst>
          </p:cNvPr>
          <p:cNvSpPr>
            <a:spLocks xmlns:a="http://schemas.openxmlformats.org/drawingml/2006/main" noGrp="1"/>
          </p:cNvSpPr>
          <p:nvPr/>
        </p:nvSpPr>
        <p:spPr>
          <a:xfrm xmlns:a="http://schemas.openxmlformats.org/drawingml/2006/main" rot="0">
            <a:off x="2085975" y="5353050"/>
            <a:ext cx="161925" cy="9525"/>
          </a:xfrm>
          <a:custGeom xmlns:a="http://schemas.openxmlformats.org/drawingml/2006/main">
            <a:pathLst>
              <a:path w="16192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1925" y="4763"/>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F7CDA4"/>
          </a:solidFill>
          <a:ln xmlns:a="http://schemas.openxmlformats.org/drawingml/2006/main" w="0">
            <a:noFill/>
            <a:prstDash val="solid"/>
          </a:ln>
        </p:spPr>
      </p:sp>
      <p:sp>
        <p:nvSpPr>
          <p:cNvPr id="1196" name="layout-candidate-orange-103-0">
            <a:extLst xmlns:a="http://schemas.openxmlformats.org/drawingml/2006/main">
              <a:ext uri="{FF2B5EF4-FFF2-40B4-BE49-F238E27FC236}">
                <a16:creationId xmlns:a16="http://schemas.microsoft.com/office/drawing/2014/main" id="{EF1402B9-6B61-4B03-BB4B-717820B5939E}"/>
              </a:ext>
            </a:extLst>
          </p:cNvPr>
          <p:cNvSpPr>
            <a:spLocks xmlns:a="http://schemas.openxmlformats.org/drawingml/2006/main" noGrp="1"/>
          </p:cNvSpPr>
          <p:nvPr/>
        </p:nvSpPr>
        <p:spPr>
          <a:xfrm xmlns:a="http://schemas.openxmlformats.org/drawingml/2006/main" rot="0">
            <a:off x="2514600" y="501967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F8D0A6"/>
          </a:solidFill>
          <a:ln xmlns:a="http://schemas.openxmlformats.org/drawingml/2006/main" w="0">
            <a:noFill/>
            <a:prstDash val="solid"/>
          </a:ln>
        </p:spPr>
      </p:sp>
      <p:sp>
        <p:nvSpPr>
          <p:cNvPr id="1197" name="layout-candidate-orange-103-1">
            <a:extLst xmlns:a="http://schemas.openxmlformats.org/drawingml/2006/main">
              <a:ext uri="{FF2B5EF4-FFF2-40B4-BE49-F238E27FC236}">
                <a16:creationId xmlns:a16="http://schemas.microsoft.com/office/drawing/2014/main" id="{1CA09862-EDF2-492F-AD91-4A88030F21CE}"/>
              </a:ext>
            </a:extLst>
          </p:cNvPr>
          <p:cNvSpPr>
            <a:spLocks xmlns:a="http://schemas.openxmlformats.org/drawingml/2006/main" noGrp="1"/>
          </p:cNvSpPr>
          <p:nvPr/>
        </p:nvSpPr>
        <p:spPr>
          <a:xfrm xmlns:a="http://schemas.openxmlformats.org/drawingml/2006/main" rot="0">
            <a:off x="2514600" y="5038725"/>
            <a:ext cx="9525" cy="142875"/>
          </a:xfrm>
          <a:custGeom xmlns:a="http://schemas.openxmlformats.org/drawingml/2006/main">
            <a:pathLst>
              <a:path w="9525" h="14287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9525" y="90488"/>
                </a:lnTo>
                <a:lnTo>
                  <a:pt x="9525" y="100013"/>
                </a:lnTo>
                <a:lnTo>
                  <a:pt x="9525" y="109538"/>
                </a:lnTo>
                <a:lnTo>
                  <a:pt x="9525" y="119063"/>
                </a:lnTo>
                <a:lnTo>
                  <a:pt x="9525" y="128588"/>
                </a:lnTo>
                <a:lnTo>
                  <a:pt x="9525" y="138113"/>
                </a:lnTo>
                <a:lnTo>
                  <a:pt x="4763" y="142875"/>
                </a:lnTo>
                <a:lnTo>
                  <a:pt x="0" y="138113"/>
                </a:lnTo>
                <a:lnTo>
                  <a:pt x="0" y="128588"/>
                </a:lnTo>
                <a:lnTo>
                  <a:pt x="0" y="119063"/>
                </a:lnTo>
                <a:lnTo>
                  <a:pt x="0" y="109538"/>
                </a:lnTo>
                <a:lnTo>
                  <a:pt x="0" y="100013"/>
                </a:lnTo>
                <a:lnTo>
                  <a:pt x="0" y="90488"/>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8D0A6"/>
          </a:solidFill>
          <a:ln xmlns:a="http://schemas.openxmlformats.org/drawingml/2006/main" w="0">
            <a:noFill/>
            <a:prstDash val="solid"/>
          </a:ln>
        </p:spPr>
      </p:sp>
      <p:sp>
        <p:nvSpPr>
          <p:cNvPr id="1198" name="layout-candidate-orange-103-2">
            <a:extLst xmlns:a="http://schemas.openxmlformats.org/drawingml/2006/main">
              <a:ext uri="{FF2B5EF4-FFF2-40B4-BE49-F238E27FC236}">
                <a16:creationId xmlns:a16="http://schemas.microsoft.com/office/drawing/2014/main" id="{F0D88E86-87B0-4940-BF24-3794D83DC143}"/>
              </a:ext>
            </a:extLst>
          </p:cNvPr>
          <p:cNvSpPr>
            <a:spLocks xmlns:a="http://schemas.openxmlformats.org/drawingml/2006/main" noGrp="1"/>
          </p:cNvSpPr>
          <p:nvPr/>
        </p:nvSpPr>
        <p:spPr>
          <a:xfrm xmlns:a="http://schemas.openxmlformats.org/drawingml/2006/main" rot="0">
            <a:off x="2181225" y="5076825"/>
            <a:ext cx="238125" cy="219075"/>
          </a:xfrm>
          <a:custGeom xmlns:a="http://schemas.openxmlformats.org/drawingml/2006/main">
            <a:pathLst>
              <a:path w="238125" h="219075">
                <a:moveTo>
                  <a:pt x="85725" y="4763"/>
                </a:moveTo>
                <a:lnTo>
                  <a:pt x="90488" y="0"/>
                </a:lnTo>
                <a:lnTo>
                  <a:pt x="100013" y="0"/>
                </a:lnTo>
                <a:lnTo>
                  <a:pt x="109538" y="0"/>
                </a:lnTo>
                <a:lnTo>
                  <a:pt x="119063" y="0"/>
                </a:lnTo>
                <a:lnTo>
                  <a:pt x="128588" y="0"/>
                </a:lnTo>
                <a:lnTo>
                  <a:pt x="138113" y="0"/>
                </a:lnTo>
                <a:lnTo>
                  <a:pt x="147638" y="0"/>
                </a:lnTo>
                <a:lnTo>
                  <a:pt x="157163" y="0"/>
                </a:lnTo>
                <a:lnTo>
                  <a:pt x="161925" y="4763"/>
                </a:lnTo>
                <a:lnTo>
                  <a:pt x="166688" y="9525"/>
                </a:lnTo>
                <a:lnTo>
                  <a:pt x="176213" y="9525"/>
                </a:lnTo>
                <a:lnTo>
                  <a:pt x="185738" y="9525"/>
                </a:lnTo>
                <a:lnTo>
                  <a:pt x="190500" y="14288"/>
                </a:lnTo>
                <a:lnTo>
                  <a:pt x="190500" y="23813"/>
                </a:lnTo>
                <a:lnTo>
                  <a:pt x="195263" y="28575"/>
                </a:lnTo>
                <a:lnTo>
                  <a:pt x="204788" y="28575"/>
                </a:lnTo>
                <a:lnTo>
                  <a:pt x="209550" y="33338"/>
                </a:lnTo>
                <a:lnTo>
                  <a:pt x="214313" y="38100"/>
                </a:lnTo>
                <a:lnTo>
                  <a:pt x="219075" y="42863"/>
                </a:lnTo>
                <a:lnTo>
                  <a:pt x="219075" y="52388"/>
                </a:lnTo>
                <a:lnTo>
                  <a:pt x="223838" y="57150"/>
                </a:lnTo>
                <a:lnTo>
                  <a:pt x="228600" y="61913"/>
                </a:lnTo>
                <a:lnTo>
                  <a:pt x="228600" y="71438"/>
                </a:lnTo>
                <a:lnTo>
                  <a:pt x="233363" y="76200"/>
                </a:lnTo>
                <a:lnTo>
                  <a:pt x="238125" y="80963"/>
                </a:lnTo>
                <a:lnTo>
                  <a:pt x="238125" y="90488"/>
                </a:lnTo>
                <a:lnTo>
                  <a:pt x="238125" y="100013"/>
                </a:lnTo>
                <a:lnTo>
                  <a:pt x="233363" y="104775"/>
                </a:lnTo>
                <a:lnTo>
                  <a:pt x="223838" y="104775"/>
                </a:lnTo>
                <a:lnTo>
                  <a:pt x="214313" y="104775"/>
                </a:lnTo>
                <a:lnTo>
                  <a:pt x="204788" y="104775"/>
                </a:lnTo>
                <a:lnTo>
                  <a:pt x="195263" y="104775"/>
                </a:lnTo>
                <a:lnTo>
                  <a:pt x="185738" y="104775"/>
                </a:lnTo>
                <a:lnTo>
                  <a:pt x="176213" y="104775"/>
                </a:lnTo>
                <a:lnTo>
                  <a:pt x="166688" y="104775"/>
                </a:lnTo>
                <a:lnTo>
                  <a:pt x="157163" y="104775"/>
                </a:lnTo>
                <a:lnTo>
                  <a:pt x="147638" y="104775"/>
                </a:lnTo>
                <a:lnTo>
                  <a:pt x="138113" y="104775"/>
                </a:lnTo>
                <a:lnTo>
                  <a:pt x="128588" y="104775"/>
                </a:lnTo>
                <a:lnTo>
                  <a:pt x="119063" y="104775"/>
                </a:lnTo>
                <a:lnTo>
                  <a:pt x="109538" y="104775"/>
                </a:lnTo>
                <a:lnTo>
                  <a:pt x="100013" y="104775"/>
                </a:lnTo>
                <a:lnTo>
                  <a:pt x="90488" y="104775"/>
                </a:lnTo>
                <a:lnTo>
                  <a:pt x="80963" y="104775"/>
                </a:lnTo>
                <a:lnTo>
                  <a:pt x="71438" y="104775"/>
                </a:lnTo>
                <a:lnTo>
                  <a:pt x="66675" y="109538"/>
                </a:lnTo>
                <a:lnTo>
                  <a:pt x="66675" y="119063"/>
                </a:lnTo>
                <a:lnTo>
                  <a:pt x="66675" y="128588"/>
                </a:lnTo>
                <a:lnTo>
                  <a:pt x="66675" y="138113"/>
                </a:lnTo>
                <a:lnTo>
                  <a:pt x="66675" y="147638"/>
                </a:lnTo>
                <a:lnTo>
                  <a:pt x="66675" y="157163"/>
                </a:lnTo>
                <a:lnTo>
                  <a:pt x="66675" y="166688"/>
                </a:lnTo>
                <a:lnTo>
                  <a:pt x="66675" y="176213"/>
                </a:lnTo>
                <a:lnTo>
                  <a:pt x="66675" y="185738"/>
                </a:lnTo>
                <a:lnTo>
                  <a:pt x="66675" y="195263"/>
                </a:lnTo>
                <a:lnTo>
                  <a:pt x="66675" y="204788"/>
                </a:lnTo>
                <a:lnTo>
                  <a:pt x="66675" y="214313"/>
                </a:lnTo>
                <a:lnTo>
                  <a:pt x="61913" y="219075"/>
                </a:lnTo>
                <a:lnTo>
                  <a:pt x="52388" y="219075"/>
                </a:lnTo>
                <a:lnTo>
                  <a:pt x="47625" y="214313"/>
                </a:lnTo>
                <a:lnTo>
                  <a:pt x="42863" y="209550"/>
                </a:lnTo>
                <a:lnTo>
                  <a:pt x="38100" y="204788"/>
                </a:lnTo>
                <a:lnTo>
                  <a:pt x="33338" y="200025"/>
                </a:lnTo>
                <a:lnTo>
                  <a:pt x="28575" y="195263"/>
                </a:lnTo>
                <a:lnTo>
                  <a:pt x="28575" y="185738"/>
                </a:lnTo>
                <a:lnTo>
                  <a:pt x="23813" y="180975"/>
                </a:lnTo>
                <a:lnTo>
                  <a:pt x="19050" y="176213"/>
                </a:lnTo>
                <a:lnTo>
                  <a:pt x="19050" y="166688"/>
                </a:lnTo>
                <a:lnTo>
                  <a:pt x="14288" y="161925"/>
                </a:lnTo>
                <a:lnTo>
                  <a:pt x="9525" y="157163"/>
                </a:lnTo>
                <a:lnTo>
                  <a:pt x="9525" y="147638"/>
                </a:lnTo>
                <a:lnTo>
                  <a:pt x="4763" y="142875"/>
                </a:lnTo>
                <a:lnTo>
                  <a:pt x="0" y="138113"/>
                </a:lnTo>
                <a:lnTo>
                  <a:pt x="0" y="128588"/>
                </a:lnTo>
                <a:lnTo>
                  <a:pt x="4763" y="123825"/>
                </a:lnTo>
                <a:lnTo>
                  <a:pt x="9525" y="119063"/>
                </a:lnTo>
                <a:lnTo>
                  <a:pt x="4763" y="114300"/>
                </a:lnTo>
                <a:lnTo>
                  <a:pt x="0" y="109538"/>
                </a:lnTo>
                <a:lnTo>
                  <a:pt x="4763" y="104775"/>
                </a:lnTo>
                <a:lnTo>
                  <a:pt x="9525" y="100013"/>
                </a:lnTo>
                <a:lnTo>
                  <a:pt x="9525" y="90488"/>
                </a:lnTo>
                <a:lnTo>
                  <a:pt x="9525" y="80963"/>
                </a:lnTo>
                <a:lnTo>
                  <a:pt x="9525" y="71438"/>
                </a:lnTo>
                <a:lnTo>
                  <a:pt x="14288" y="66675"/>
                </a:lnTo>
                <a:lnTo>
                  <a:pt x="19050" y="61913"/>
                </a:lnTo>
                <a:lnTo>
                  <a:pt x="19050" y="52388"/>
                </a:lnTo>
                <a:lnTo>
                  <a:pt x="23813" y="47625"/>
                </a:lnTo>
                <a:lnTo>
                  <a:pt x="28575" y="42863"/>
                </a:lnTo>
                <a:lnTo>
                  <a:pt x="33338" y="38100"/>
                </a:lnTo>
                <a:lnTo>
                  <a:pt x="38100" y="33338"/>
                </a:lnTo>
                <a:lnTo>
                  <a:pt x="42863" y="28575"/>
                </a:lnTo>
                <a:lnTo>
                  <a:pt x="47625" y="23813"/>
                </a:lnTo>
                <a:lnTo>
                  <a:pt x="52388" y="19050"/>
                </a:lnTo>
                <a:lnTo>
                  <a:pt x="57150" y="14288"/>
                </a:lnTo>
                <a:lnTo>
                  <a:pt x="61913" y="9525"/>
                </a:lnTo>
                <a:lnTo>
                  <a:pt x="71438" y="9525"/>
                </a:lnTo>
                <a:lnTo>
                  <a:pt x="80963" y="9525"/>
                </a:lnTo>
                <a:lnTo>
                  <a:pt x="85725" y="4763"/>
                </a:lnTo>
                <a:close/>
              </a:path>
            </a:pathLst>
          </a:custGeom>
          <a:solidFill xmlns:a="http://schemas.openxmlformats.org/drawingml/2006/main">
            <a:srgbClr val="F8D0A6"/>
          </a:solidFill>
          <a:ln xmlns:a="http://schemas.openxmlformats.org/drawingml/2006/main" w="0">
            <a:noFill/>
            <a:prstDash val="solid"/>
          </a:ln>
        </p:spPr>
      </p:sp>
      <p:sp>
        <p:nvSpPr>
          <p:cNvPr id="1199" name="layout-candidate-orange-103-3">
            <a:extLst xmlns:a="http://schemas.openxmlformats.org/drawingml/2006/main">
              <a:ext uri="{FF2B5EF4-FFF2-40B4-BE49-F238E27FC236}">
                <a16:creationId xmlns:a16="http://schemas.microsoft.com/office/drawing/2014/main" id="{1CC6F4F7-B042-465F-83A0-AD8FACB8F59D}"/>
              </a:ext>
            </a:extLst>
          </p:cNvPr>
          <p:cNvSpPr>
            <a:spLocks xmlns:a="http://schemas.openxmlformats.org/drawingml/2006/main" noGrp="1"/>
          </p:cNvSpPr>
          <p:nvPr/>
        </p:nvSpPr>
        <p:spPr>
          <a:xfrm xmlns:a="http://schemas.openxmlformats.org/drawingml/2006/main" rot="0">
            <a:off x="2085975" y="5353050"/>
            <a:ext cx="161925" cy="9525"/>
          </a:xfrm>
          <a:custGeom xmlns:a="http://schemas.openxmlformats.org/drawingml/2006/main">
            <a:pathLst>
              <a:path w="16192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1925" y="4763"/>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F8D0A6"/>
          </a:solidFill>
          <a:ln xmlns:a="http://schemas.openxmlformats.org/drawingml/2006/main" w="0">
            <a:noFill/>
            <a:prstDash val="solid"/>
          </a:ln>
        </p:spPr>
      </p:sp>
      <p:sp>
        <p:nvSpPr>
          <p:cNvPr id="1200" name="layout-candidate-orange-104-0">
            <a:extLst xmlns:a="http://schemas.openxmlformats.org/drawingml/2006/main">
              <a:ext uri="{FF2B5EF4-FFF2-40B4-BE49-F238E27FC236}">
                <a16:creationId xmlns:a16="http://schemas.microsoft.com/office/drawing/2014/main" id="{3DEBC4AE-D4CD-4438-ADF0-0F026E5AA2E3}"/>
              </a:ext>
            </a:extLst>
          </p:cNvPr>
          <p:cNvSpPr>
            <a:spLocks xmlns:a="http://schemas.openxmlformats.org/drawingml/2006/main" noGrp="1"/>
          </p:cNvSpPr>
          <p:nvPr/>
        </p:nvSpPr>
        <p:spPr>
          <a:xfrm xmlns:a="http://schemas.openxmlformats.org/drawingml/2006/main" rot="0">
            <a:off x="2514600" y="501967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F8D1AB"/>
          </a:solidFill>
          <a:ln xmlns:a="http://schemas.openxmlformats.org/drawingml/2006/main" w="0">
            <a:noFill/>
            <a:prstDash val="solid"/>
          </a:ln>
        </p:spPr>
      </p:sp>
      <p:sp>
        <p:nvSpPr>
          <p:cNvPr id="1201" name="layout-candidate-orange-104-1">
            <a:extLst xmlns:a="http://schemas.openxmlformats.org/drawingml/2006/main">
              <a:ext uri="{FF2B5EF4-FFF2-40B4-BE49-F238E27FC236}">
                <a16:creationId xmlns:a16="http://schemas.microsoft.com/office/drawing/2014/main" id="{0157DCCD-8D43-449B-B6E5-BFD60180E3B8}"/>
              </a:ext>
            </a:extLst>
          </p:cNvPr>
          <p:cNvSpPr>
            <a:spLocks xmlns:a="http://schemas.openxmlformats.org/drawingml/2006/main" noGrp="1"/>
          </p:cNvSpPr>
          <p:nvPr/>
        </p:nvSpPr>
        <p:spPr>
          <a:xfrm xmlns:a="http://schemas.openxmlformats.org/drawingml/2006/main" rot="0">
            <a:off x="2190750" y="5086350"/>
            <a:ext cx="228600" cy="209550"/>
          </a:xfrm>
          <a:custGeom xmlns:a="http://schemas.openxmlformats.org/drawingml/2006/main">
            <a:pathLst>
              <a:path w="228600" h="209550">
                <a:moveTo>
                  <a:pt x="66675" y="4763"/>
                </a:move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1925" y="4763"/>
                </a:lnTo>
                <a:lnTo>
                  <a:pt x="166688" y="9525"/>
                </a:lnTo>
                <a:lnTo>
                  <a:pt x="171450" y="14288"/>
                </a:lnTo>
                <a:lnTo>
                  <a:pt x="176213" y="19050"/>
                </a:lnTo>
                <a:lnTo>
                  <a:pt x="180975" y="23813"/>
                </a:lnTo>
                <a:lnTo>
                  <a:pt x="185738" y="28575"/>
                </a:lnTo>
                <a:lnTo>
                  <a:pt x="195263" y="28575"/>
                </a:lnTo>
                <a:lnTo>
                  <a:pt x="200025" y="33338"/>
                </a:lnTo>
                <a:lnTo>
                  <a:pt x="200025" y="42863"/>
                </a:lnTo>
                <a:lnTo>
                  <a:pt x="204788" y="47625"/>
                </a:lnTo>
                <a:lnTo>
                  <a:pt x="209550" y="52388"/>
                </a:lnTo>
                <a:lnTo>
                  <a:pt x="209550" y="61913"/>
                </a:lnTo>
                <a:lnTo>
                  <a:pt x="214313" y="66675"/>
                </a:lnTo>
                <a:lnTo>
                  <a:pt x="219075" y="71438"/>
                </a:lnTo>
                <a:lnTo>
                  <a:pt x="219075" y="80963"/>
                </a:lnTo>
                <a:lnTo>
                  <a:pt x="223838" y="85725"/>
                </a:lnTo>
                <a:lnTo>
                  <a:pt x="228600" y="90488"/>
                </a:lnTo>
                <a:lnTo>
                  <a:pt x="223838" y="95250"/>
                </a:lnTo>
                <a:lnTo>
                  <a:pt x="214313" y="95250"/>
                </a:lnTo>
                <a:lnTo>
                  <a:pt x="204788" y="95250"/>
                </a:lnTo>
                <a:lnTo>
                  <a:pt x="195263" y="95250"/>
                </a:lnTo>
                <a:lnTo>
                  <a:pt x="185738" y="95250"/>
                </a:lnTo>
                <a:lnTo>
                  <a:pt x="176213" y="95250"/>
                </a:lnTo>
                <a:lnTo>
                  <a:pt x="166688" y="95250"/>
                </a:lnTo>
                <a:lnTo>
                  <a:pt x="157163" y="95250"/>
                </a:lnTo>
                <a:lnTo>
                  <a:pt x="147638" y="95250"/>
                </a:lnTo>
                <a:lnTo>
                  <a:pt x="138113" y="95250"/>
                </a:lnTo>
                <a:lnTo>
                  <a:pt x="128588" y="95250"/>
                </a:lnTo>
                <a:lnTo>
                  <a:pt x="119063" y="95250"/>
                </a:lnTo>
                <a:lnTo>
                  <a:pt x="109538" y="95250"/>
                </a:lnTo>
                <a:lnTo>
                  <a:pt x="100013" y="95250"/>
                </a:lnTo>
                <a:lnTo>
                  <a:pt x="90488" y="95250"/>
                </a:lnTo>
                <a:lnTo>
                  <a:pt x="80963" y="95250"/>
                </a:lnTo>
                <a:lnTo>
                  <a:pt x="71438" y="95250"/>
                </a:lnTo>
                <a:lnTo>
                  <a:pt x="61913" y="95250"/>
                </a:lnTo>
                <a:lnTo>
                  <a:pt x="57150" y="100013"/>
                </a:lnTo>
                <a:lnTo>
                  <a:pt x="57150" y="109538"/>
                </a:lnTo>
                <a:lnTo>
                  <a:pt x="57150" y="119063"/>
                </a:lnTo>
                <a:lnTo>
                  <a:pt x="57150" y="128588"/>
                </a:lnTo>
                <a:lnTo>
                  <a:pt x="57150" y="138113"/>
                </a:lnTo>
                <a:lnTo>
                  <a:pt x="57150" y="147638"/>
                </a:lnTo>
                <a:lnTo>
                  <a:pt x="57150" y="157163"/>
                </a:lnTo>
                <a:lnTo>
                  <a:pt x="57150" y="166688"/>
                </a:lnTo>
                <a:lnTo>
                  <a:pt x="57150" y="176213"/>
                </a:lnTo>
                <a:lnTo>
                  <a:pt x="57150" y="185738"/>
                </a:lnTo>
                <a:lnTo>
                  <a:pt x="57150" y="195263"/>
                </a:lnTo>
                <a:lnTo>
                  <a:pt x="57150" y="204788"/>
                </a:lnTo>
                <a:lnTo>
                  <a:pt x="52388" y="209550"/>
                </a:lnTo>
                <a:lnTo>
                  <a:pt x="47625" y="204788"/>
                </a:lnTo>
                <a:lnTo>
                  <a:pt x="42863" y="200025"/>
                </a:lnTo>
                <a:lnTo>
                  <a:pt x="38100" y="195263"/>
                </a:lnTo>
                <a:lnTo>
                  <a:pt x="38100" y="185738"/>
                </a:lnTo>
                <a:lnTo>
                  <a:pt x="33338" y="180975"/>
                </a:lnTo>
                <a:lnTo>
                  <a:pt x="28575" y="176213"/>
                </a:lnTo>
                <a:lnTo>
                  <a:pt x="23813" y="171450"/>
                </a:lnTo>
                <a:lnTo>
                  <a:pt x="19050" y="166688"/>
                </a:lnTo>
                <a:lnTo>
                  <a:pt x="14288" y="161925"/>
                </a:lnTo>
                <a:lnTo>
                  <a:pt x="9525" y="157163"/>
                </a:lnTo>
                <a:lnTo>
                  <a:pt x="9525" y="147638"/>
                </a:lnTo>
                <a:lnTo>
                  <a:pt x="4763" y="142875"/>
                </a:lnTo>
                <a:lnTo>
                  <a:pt x="0" y="138113"/>
                </a:lnTo>
                <a:lnTo>
                  <a:pt x="0" y="128588"/>
                </a:lnTo>
                <a:lnTo>
                  <a:pt x="0" y="119063"/>
                </a:lnTo>
                <a:lnTo>
                  <a:pt x="0" y="109538"/>
                </a:lnTo>
                <a:lnTo>
                  <a:pt x="0" y="100013"/>
                </a:lnTo>
                <a:lnTo>
                  <a:pt x="0" y="90488"/>
                </a:lnTo>
                <a:lnTo>
                  <a:pt x="0" y="80963"/>
                </a:lnTo>
                <a:lnTo>
                  <a:pt x="4763" y="76200"/>
                </a:lnTo>
                <a:lnTo>
                  <a:pt x="9525" y="71438"/>
                </a:lnTo>
                <a:lnTo>
                  <a:pt x="9525" y="61913"/>
                </a:lnTo>
                <a:lnTo>
                  <a:pt x="14288" y="57150"/>
                </a:lnTo>
                <a:lnTo>
                  <a:pt x="19050" y="52388"/>
                </a:lnTo>
                <a:lnTo>
                  <a:pt x="19050" y="42863"/>
                </a:lnTo>
                <a:lnTo>
                  <a:pt x="23813" y="38100"/>
                </a:lnTo>
                <a:lnTo>
                  <a:pt x="28575" y="33338"/>
                </a:lnTo>
                <a:lnTo>
                  <a:pt x="33338" y="28575"/>
                </a:lnTo>
                <a:lnTo>
                  <a:pt x="38100" y="23813"/>
                </a:lnTo>
                <a:lnTo>
                  <a:pt x="42863" y="19050"/>
                </a:lnTo>
                <a:lnTo>
                  <a:pt x="47625" y="14288"/>
                </a:lnTo>
                <a:lnTo>
                  <a:pt x="52388" y="9525"/>
                </a:lnTo>
                <a:lnTo>
                  <a:pt x="61913" y="9525"/>
                </a:lnTo>
                <a:lnTo>
                  <a:pt x="66675" y="4763"/>
                </a:lnTo>
                <a:close/>
              </a:path>
            </a:pathLst>
          </a:custGeom>
          <a:solidFill xmlns:a="http://schemas.openxmlformats.org/drawingml/2006/main">
            <a:srgbClr val="F8D1AB"/>
          </a:solidFill>
          <a:ln xmlns:a="http://schemas.openxmlformats.org/drawingml/2006/main" w="0">
            <a:noFill/>
            <a:prstDash val="solid"/>
          </a:ln>
        </p:spPr>
      </p:sp>
      <p:sp>
        <p:nvSpPr>
          <p:cNvPr id="1202" name="layout-candidate-orange-104-2">
            <a:extLst xmlns:a="http://schemas.openxmlformats.org/drawingml/2006/main">
              <a:ext uri="{FF2B5EF4-FFF2-40B4-BE49-F238E27FC236}">
                <a16:creationId xmlns:a16="http://schemas.microsoft.com/office/drawing/2014/main" id="{AE4667C5-27E9-43B1-8E58-C173B67DD7BA}"/>
              </a:ext>
            </a:extLst>
          </p:cNvPr>
          <p:cNvSpPr>
            <a:spLocks xmlns:a="http://schemas.openxmlformats.org/drawingml/2006/main" noGrp="1"/>
          </p:cNvSpPr>
          <p:nvPr/>
        </p:nvSpPr>
        <p:spPr>
          <a:xfrm xmlns:a="http://schemas.openxmlformats.org/drawingml/2006/main" rot="0">
            <a:off x="2514600" y="5095875"/>
            <a:ext cx="9525" cy="85725"/>
          </a:xfrm>
          <a:custGeom xmlns:a="http://schemas.openxmlformats.org/drawingml/2006/main">
            <a:pathLst>
              <a:path w="9525" h="85725">
                <a:moveTo>
                  <a:pt x="0" y="4763"/>
                </a:moveTo>
                <a:lnTo>
                  <a:pt x="4763" y="0"/>
                </a:lnTo>
                <a:lnTo>
                  <a:pt x="9525" y="4763"/>
                </a:lnTo>
                <a:lnTo>
                  <a:pt x="9525" y="14288"/>
                </a:lnTo>
                <a:lnTo>
                  <a:pt x="9525" y="23813"/>
                </a:lnTo>
                <a:lnTo>
                  <a:pt x="9525" y="33338"/>
                </a:lnTo>
                <a:lnTo>
                  <a:pt x="9525" y="42863"/>
                </a:lnTo>
                <a:lnTo>
                  <a:pt x="9525" y="52388"/>
                </a:lnTo>
                <a:lnTo>
                  <a:pt x="9525" y="61913"/>
                </a:lnTo>
                <a:lnTo>
                  <a:pt x="9525" y="71438"/>
                </a:lnTo>
                <a:lnTo>
                  <a:pt x="9525" y="80963"/>
                </a:lnTo>
                <a:lnTo>
                  <a:pt x="4763" y="85725"/>
                </a:lnTo>
                <a:lnTo>
                  <a:pt x="0" y="80963"/>
                </a:lnTo>
                <a:lnTo>
                  <a:pt x="0" y="71438"/>
                </a:lnTo>
                <a:lnTo>
                  <a:pt x="0" y="61913"/>
                </a:lnTo>
                <a:lnTo>
                  <a:pt x="0" y="52388"/>
                </a:lnTo>
                <a:lnTo>
                  <a:pt x="0" y="42863"/>
                </a:lnTo>
                <a:lnTo>
                  <a:pt x="0" y="33338"/>
                </a:lnTo>
                <a:lnTo>
                  <a:pt x="0" y="23813"/>
                </a:lnTo>
                <a:lnTo>
                  <a:pt x="0" y="14288"/>
                </a:lnTo>
                <a:lnTo>
                  <a:pt x="0" y="4763"/>
                </a:lnTo>
                <a:close/>
              </a:path>
            </a:pathLst>
          </a:custGeom>
          <a:solidFill xmlns:a="http://schemas.openxmlformats.org/drawingml/2006/main">
            <a:srgbClr val="F8D1AB"/>
          </a:solidFill>
          <a:ln xmlns:a="http://schemas.openxmlformats.org/drawingml/2006/main" w="0">
            <a:noFill/>
            <a:prstDash val="solid"/>
          </a:ln>
        </p:spPr>
      </p:sp>
      <p:sp>
        <p:nvSpPr>
          <p:cNvPr id="1203" name="layout-candidate-orange-104-3">
            <a:extLst xmlns:a="http://schemas.openxmlformats.org/drawingml/2006/main">
              <a:ext uri="{FF2B5EF4-FFF2-40B4-BE49-F238E27FC236}">
                <a16:creationId xmlns:a16="http://schemas.microsoft.com/office/drawing/2014/main" id="{E3897C20-356A-4AC8-825E-C4A7EE9266AC}"/>
              </a:ext>
            </a:extLst>
          </p:cNvPr>
          <p:cNvSpPr>
            <a:spLocks xmlns:a="http://schemas.openxmlformats.org/drawingml/2006/main" noGrp="1"/>
          </p:cNvSpPr>
          <p:nvPr/>
        </p:nvSpPr>
        <p:spPr>
          <a:xfrm xmlns:a="http://schemas.openxmlformats.org/drawingml/2006/main" rot="0">
            <a:off x="2085975" y="5353050"/>
            <a:ext cx="161925" cy="9525"/>
          </a:xfrm>
          <a:custGeom xmlns:a="http://schemas.openxmlformats.org/drawingml/2006/main">
            <a:pathLst>
              <a:path w="161925"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9063" y="0"/>
                </a:lnTo>
                <a:lnTo>
                  <a:pt x="128588" y="0"/>
                </a:lnTo>
                <a:lnTo>
                  <a:pt x="138113" y="0"/>
                </a:lnTo>
                <a:lnTo>
                  <a:pt x="147638" y="0"/>
                </a:lnTo>
                <a:lnTo>
                  <a:pt x="157163" y="0"/>
                </a:lnTo>
                <a:lnTo>
                  <a:pt x="161925" y="4763"/>
                </a:lnTo>
                <a:lnTo>
                  <a:pt x="157163" y="9525"/>
                </a:lnTo>
                <a:lnTo>
                  <a:pt x="147638" y="9525"/>
                </a:lnTo>
                <a:lnTo>
                  <a:pt x="138113" y="9525"/>
                </a:lnTo>
                <a:lnTo>
                  <a:pt x="128588" y="9525"/>
                </a:lnTo>
                <a:lnTo>
                  <a:pt x="119063" y="9525"/>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F8D1AB"/>
          </a:solidFill>
          <a:ln xmlns:a="http://schemas.openxmlformats.org/drawingml/2006/main" w="0">
            <a:noFill/>
            <a:prstDash val="solid"/>
          </a:ln>
        </p:spPr>
      </p:sp>
      <p:sp>
        <p:nvSpPr>
          <p:cNvPr id="1204" name="layout-candidate-orange-105-0">
            <a:extLst xmlns:a="http://schemas.openxmlformats.org/drawingml/2006/main">
              <a:ext uri="{FF2B5EF4-FFF2-40B4-BE49-F238E27FC236}">
                <a16:creationId xmlns:a16="http://schemas.microsoft.com/office/drawing/2014/main" id="{7B50CF36-1D5D-403D-BA01-29F93851D34E}"/>
              </a:ext>
            </a:extLst>
          </p:cNvPr>
          <p:cNvSpPr>
            <a:spLocks xmlns:a="http://schemas.openxmlformats.org/drawingml/2006/main" noGrp="1"/>
          </p:cNvSpPr>
          <p:nvPr/>
        </p:nvSpPr>
        <p:spPr>
          <a:xfrm xmlns:a="http://schemas.openxmlformats.org/drawingml/2006/main" rot="0">
            <a:off x="2514600" y="501967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F8D3AE"/>
          </a:solidFill>
          <a:ln xmlns:a="http://schemas.openxmlformats.org/drawingml/2006/main" w="0">
            <a:noFill/>
            <a:prstDash val="solid"/>
          </a:ln>
        </p:spPr>
      </p:sp>
      <p:sp>
        <p:nvSpPr>
          <p:cNvPr id="1205" name="layout-candidate-orange-105-1">
            <a:extLst xmlns:a="http://schemas.openxmlformats.org/drawingml/2006/main">
              <a:ext uri="{FF2B5EF4-FFF2-40B4-BE49-F238E27FC236}">
                <a16:creationId xmlns:a16="http://schemas.microsoft.com/office/drawing/2014/main" id="{4A1B552B-A3F7-45B9-B115-11CFB7EA695F}"/>
              </a:ext>
            </a:extLst>
          </p:cNvPr>
          <p:cNvSpPr>
            <a:spLocks xmlns:a="http://schemas.openxmlformats.org/drawingml/2006/main" noGrp="1"/>
          </p:cNvSpPr>
          <p:nvPr/>
        </p:nvSpPr>
        <p:spPr>
          <a:xfrm xmlns:a="http://schemas.openxmlformats.org/drawingml/2006/main" rot="0">
            <a:off x="2200275" y="5086350"/>
            <a:ext cx="209550" cy="190500"/>
          </a:xfrm>
          <a:custGeom xmlns:a="http://schemas.openxmlformats.org/drawingml/2006/main">
            <a:pathLst>
              <a:path w="209550" h="190500">
                <a:moveTo>
                  <a:pt x="85725" y="4763"/>
                </a:moveTo>
                <a:lnTo>
                  <a:pt x="90488" y="0"/>
                </a:lnTo>
                <a:lnTo>
                  <a:pt x="100013" y="0"/>
                </a:lnTo>
                <a:lnTo>
                  <a:pt x="109538" y="0"/>
                </a:lnTo>
                <a:lnTo>
                  <a:pt x="119063" y="0"/>
                </a:lnTo>
                <a:lnTo>
                  <a:pt x="123825" y="4763"/>
                </a:lnTo>
                <a:lnTo>
                  <a:pt x="128588" y="9525"/>
                </a:lnTo>
                <a:lnTo>
                  <a:pt x="138113" y="9525"/>
                </a:lnTo>
                <a:lnTo>
                  <a:pt x="147638" y="9525"/>
                </a:lnTo>
                <a:lnTo>
                  <a:pt x="152400" y="14288"/>
                </a:lnTo>
                <a:lnTo>
                  <a:pt x="157163" y="19050"/>
                </a:lnTo>
                <a:lnTo>
                  <a:pt x="161925" y="23813"/>
                </a:lnTo>
                <a:lnTo>
                  <a:pt x="166688" y="28575"/>
                </a:lnTo>
                <a:lnTo>
                  <a:pt x="176213" y="28575"/>
                </a:lnTo>
                <a:lnTo>
                  <a:pt x="180975" y="33338"/>
                </a:lnTo>
                <a:lnTo>
                  <a:pt x="180975" y="42863"/>
                </a:lnTo>
                <a:lnTo>
                  <a:pt x="185738" y="47625"/>
                </a:lnTo>
                <a:lnTo>
                  <a:pt x="190500" y="52388"/>
                </a:lnTo>
                <a:lnTo>
                  <a:pt x="190500" y="61913"/>
                </a:lnTo>
                <a:lnTo>
                  <a:pt x="195263" y="66675"/>
                </a:lnTo>
                <a:lnTo>
                  <a:pt x="200025" y="71438"/>
                </a:lnTo>
                <a:lnTo>
                  <a:pt x="204788" y="76200"/>
                </a:lnTo>
                <a:lnTo>
                  <a:pt x="209550" y="80963"/>
                </a:lnTo>
                <a:lnTo>
                  <a:pt x="209550" y="90488"/>
                </a:lnTo>
                <a:lnTo>
                  <a:pt x="204788" y="95250"/>
                </a:lnTo>
                <a:lnTo>
                  <a:pt x="195263" y="95250"/>
                </a:lnTo>
                <a:lnTo>
                  <a:pt x="185738" y="95250"/>
                </a:lnTo>
                <a:lnTo>
                  <a:pt x="176213" y="95250"/>
                </a:lnTo>
                <a:lnTo>
                  <a:pt x="166688" y="95250"/>
                </a:lnTo>
                <a:lnTo>
                  <a:pt x="157163" y="95250"/>
                </a:lnTo>
                <a:lnTo>
                  <a:pt x="147638" y="95250"/>
                </a:lnTo>
                <a:lnTo>
                  <a:pt x="138113" y="95250"/>
                </a:lnTo>
                <a:lnTo>
                  <a:pt x="128588" y="95250"/>
                </a:lnTo>
                <a:lnTo>
                  <a:pt x="119063" y="95250"/>
                </a:lnTo>
                <a:lnTo>
                  <a:pt x="109538" y="95250"/>
                </a:lnTo>
                <a:lnTo>
                  <a:pt x="100013" y="95250"/>
                </a:lnTo>
                <a:lnTo>
                  <a:pt x="90488" y="95250"/>
                </a:lnTo>
                <a:lnTo>
                  <a:pt x="80963" y="95250"/>
                </a:lnTo>
                <a:lnTo>
                  <a:pt x="71438" y="95250"/>
                </a:lnTo>
                <a:lnTo>
                  <a:pt x="61913" y="95250"/>
                </a:lnTo>
                <a:lnTo>
                  <a:pt x="52388" y="95250"/>
                </a:lnTo>
                <a:lnTo>
                  <a:pt x="47625" y="100013"/>
                </a:lnTo>
                <a:lnTo>
                  <a:pt x="47625" y="109538"/>
                </a:lnTo>
                <a:lnTo>
                  <a:pt x="47625" y="119063"/>
                </a:lnTo>
                <a:lnTo>
                  <a:pt x="47625" y="128588"/>
                </a:lnTo>
                <a:lnTo>
                  <a:pt x="47625" y="138113"/>
                </a:lnTo>
                <a:lnTo>
                  <a:pt x="47625" y="147638"/>
                </a:lnTo>
                <a:lnTo>
                  <a:pt x="47625" y="157163"/>
                </a:lnTo>
                <a:lnTo>
                  <a:pt x="47625" y="166688"/>
                </a:lnTo>
                <a:lnTo>
                  <a:pt x="47625" y="176213"/>
                </a:lnTo>
                <a:lnTo>
                  <a:pt x="47625" y="185738"/>
                </a:lnTo>
                <a:lnTo>
                  <a:pt x="42863" y="190500"/>
                </a:lnTo>
                <a:lnTo>
                  <a:pt x="38100" y="185738"/>
                </a:lnTo>
                <a:lnTo>
                  <a:pt x="33338" y="180975"/>
                </a:lnTo>
                <a:lnTo>
                  <a:pt x="28575" y="176213"/>
                </a:lnTo>
                <a:lnTo>
                  <a:pt x="23813" y="171450"/>
                </a:lnTo>
                <a:lnTo>
                  <a:pt x="14288" y="171450"/>
                </a:lnTo>
                <a:lnTo>
                  <a:pt x="9525" y="166688"/>
                </a:lnTo>
                <a:lnTo>
                  <a:pt x="9525" y="157163"/>
                </a:lnTo>
                <a:lnTo>
                  <a:pt x="9525" y="147638"/>
                </a:lnTo>
                <a:lnTo>
                  <a:pt x="4763" y="142875"/>
                </a:lnTo>
                <a:lnTo>
                  <a:pt x="0" y="138113"/>
                </a:lnTo>
                <a:lnTo>
                  <a:pt x="0" y="128588"/>
                </a:lnTo>
                <a:lnTo>
                  <a:pt x="0" y="119063"/>
                </a:lnTo>
                <a:lnTo>
                  <a:pt x="0" y="109538"/>
                </a:lnTo>
                <a:lnTo>
                  <a:pt x="0" y="100013"/>
                </a:lnTo>
                <a:lnTo>
                  <a:pt x="0" y="90488"/>
                </a:lnTo>
                <a:lnTo>
                  <a:pt x="0" y="80963"/>
                </a:lnTo>
                <a:lnTo>
                  <a:pt x="0" y="71438"/>
                </a:lnTo>
                <a:lnTo>
                  <a:pt x="4763" y="66675"/>
                </a:lnTo>
                <a:lnTo>
                  <a:pt x="9525" y="61913"/>
                </a:lnTo>
                <a:lnTo>
                  <a:pt x="14288" y="57150"/>
                </a:lnTo>
                <a:lnTo>
                  <a:pt x="19050" y="52388"/>
                </a:lnTo>
                <a:lnTo>
                  <a:pt x="19050" y="42863"/>
                </a:lnTo>
                <a:lnTo>
                  <a:pt x="23813" y="38100"/>
                </a:lnTo>
                <a:lnTo>
                  <a:pt x="28575" y="33338"/>
                </a:lnTo>
                <a:lnTo>
                  <a:pt x="33338" y="28575"/>
                </a:lnTo>
                <a:lnTo>
                  <a:pt x="38100" y="23813"/>
                </a:lnTo>
                <a:lnTo>
                  <a:pt x="42863" y="19050"/>
                </a:lnTo>
                <a:lnTo>
                  <a:pt x="52388" y="19050"/>
                </a:lnTo>
                <a:lnTo>
                  <a:pt x="57150" y="14288"/>
                </a:lnTo>
                <a:lnTo>
                  <a:pt x="61913" y="9525"/>
                </a:lnTo>
                <a:lnTo>
                  <a:pt x="71438" y="9525"/>
                </a:lnTo>
                <a:lnTo>
                  <a:pt x="80963" y="9525"/>
                </a:lnTo>
                <a:lnTo>
                  <a:pt x="85725" y="4763"/>
                </a:lnTo>
                <a:close/>
              </a:path>
            </a:pathLst>
          </a:custGeom>
          <a:solidFill xmlns:a="http://schemas.openxmlformats.org/drawingml/2006/main">
            <a:srgbClr val="F8D3AE"/>
          </a:solidFill>
          <a:ln xmlns:a="http://schemas.openxmlformats.org/drawingml/2006/main" w="0">
            <a:noFill/>
            <a:prstDash val="solid"/>
          </a:ln>
        </p:spPr>
      </p:sp>
      <p:sp>
        <p:nvSpPr>
          <p:cNvPr id="1206" name="layout-candidate-orange-105-2">
            <a:extLst xmlns:a="http://schemas.openxmlformats.org/drawingml/2006/main">
              <a:ext uri="{FF2B5EF4-FFF2-40B4-BE49-F238E27FC236}">
                <a16:creationId xmlns:a16="http://schemas.microsoft.com/office/drawing/2014/main" id="{DEE80276-5B67-4D80-92D9-2D9BD4F1596E}"/>
              </a:ext>
            </a:extLst>
          </p:cNvPr>
          <p:cNvSpPr>
            <a:spLocks xmlns:a="http://schemas.openxmlformats.org/drawingml/2006/main" noGrp="1"/>
          </p:cNvSpPr>
          <p:nvPr/>
        </p:nvSpPr>
        <p:spPr>
          <a:xfrm xmlns:a="http://schemas.openxmlformats.org/drawingml/2006/main" rot="0">
            <a:off x="2514600" y="517207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F8D3AE"/>
          </a:solidFill>
          <a:ln xmlns:a="http://schemas.openxmlformats.org/drawingml/2006/main" w="0">
            <a:noFill/>
            <a:prstDash val="solid"/>
          </a:ln>
        </p:spPr>
      </p:sp>
      <p:sp>
        <p:nvSpPr>
          <p:cNvPr id="1207" name="layout-candidate-orange-105-3">
            <a:extLst xmlns:a="http://schemas.openxmlformats.org/drawingml/2006/main">
              <a:ext uri="{FF2B5EF4-FFF2-40B4-BE49-F238E27FC236}">
                <a16:creationId xmlns:a16="http://schemas.microsoft.com/office/drawing/2014/main" id="{ED25A31E-0D5F-42AB-8635-CB446C611211}"/>
              </a:ext>
            </a:extLst>
          </p:cNvPr>
          <p:cNvSpPr>
            <a:spLocks xmlns:a="http://schemas.openxmlformats.org/drawingml/2006/main" noGrp="1"/>
          </p:cNvSpPr>
          <p:nvPr/>
        </p:nvSpPr>
        <p:spPr>
          <a:xfrm xmlns:a="http://schemas.openxmlformats.org/drawingml/2006/main" rot="0">
            <a:off x="2133600" y="5353050"/>
            <a:ext cx="114300" cy="9525"/>
          </a:xfrm>
          <a:custGeom xmlns:a="http://schemas.openxmlformats.org/drawingml/2006/main">
            <a:pathLst>
              <a:path w="114300" h="9525">
                <a:moveTo>
                  <a:pt x="0" y="4763"/>
                </a:moveTo>
                <a:lnTo>
                  <a:pt x="4763" y="0"/>
                </a:lnTo>
                <a:lnTo>
                  <a:pt x="14288" y="0"/>
                </a:lnTo>
                <a:lnTo>
                  <a:pt x="23813" y="0"/>
                </a:lnTo>
                <a:lnTo>
                  <a:pt x="33338" y="0"/>
                </a:lnTo>
                <a:lnTo>
                  <a:pt x="42863" y="0"/>
                </a:lnTo>
                <a:lnTo>
                  <a:pt x="52388" y="0"/>
                </a:lnTo>
                <a:lnTo>
                  <a:pt x="61913" y="0"/>
                </a:lnTo>
                <a:lnTo>
                  <a:pt x="71438" y="0"/>
                </a:lnTo>
                <a:lnTo>
                  <a:pt x="80963" y="0"/>
                </a:lnTo>
                <a:lnTo>
                  <a:pt x="90488" y="0"/>
                </a:lnTo>
                <a:lnTo>
                  <a:pt x="100013" y="0"/>
                </a:lnTo>
                <a:lnTo>
                  <a:pt x="109538" y="0"/>
                </a:lnTo>
                <a:lnTo>
                  <a:pt x="114300" y="4763"/>
                </a:lnTo>
                <a:lnTo>
                  <a:pt x="109538" y="9525"/>
                </a:lnTo>
                <a:lnTo>
                  <a:pt x="100013" y="9525"/>
                </a:lnTo>
                <a:lnTo>
                  <a:pt x="90488" y="9525"/>
                </a:lnTo>
                <a:lnTo>
                  <a:pt x="80963" y="9525"/>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F8D3AE"/>
          </a:solidFill>
          <a:ln xmlns:a="http://schemas.openxmlformats.org/drawingml/2006/main" w="0">
            <a:noFill/>
            <a:prstDash val="solid"/>
          </a:ln>
        </p:spPr>
      </p:sp>
      <p:sp>
        <p:nvSpPr>
          <p:cNvPr id="1208" name="layout-candidate-orange-106-0">
            <a:extLst xmlns:a="http://schemas.openxmlformats.org/drawingml/2006/main">
              <a:ext uri="{FF2B5EF4-FFF2-40B4-BE49-F238E27FC236}">
                <a16:creationId xmlns:a16="http://schemas.microsoft.com/office/drawing/2014/main" id="{9A06141B-60E3-42A4-B606-9AFD8006D34A}"/>
              </a:ext>
            </a:extLst>
          </p:cNvPr>
          <p:cNvSpPr>
            <a:spLocks xmlns:a="http://schemas.openxmlformats.org/drawingml/2006/main" noGrp="1"/>
          </p:cNvSpPr>
          <p:nvPr/>
        </p:nvSpPr>
        <p:spPr>
          <a:xfrm xmlns:a="http://schemas.openxmlformats.org/drawingml/2006/main" rot="0">
            <a:off x="2200275" y="5095875"/>
            <a:ext cx="200025" cy="171450"/>
          </a:xfrm>
          <a:custGeom xmlns:a="http://schemas.openxmlformats.org/drawingml/2006/main">
            <a:pathLst>
              <a:path w="200025" h="171450">
                <a:moveTo>
                  <a:pt x="76200" y="4763"/>
                </a:moveTo>
                <a:lnTo>
                  <a:pt x="80963" y="0"/>
                </a:lnTo>
                <a:lnTo>
                  <a:pt x="90488" y="0"/>
                </a:lnTo>
                <a:lnTo>
                  <a:pt x="100013" y="0"/>
                </a:lnTo>
                <a:lnTo>
                  <a:pt x="109538" y="0"/>
                </a:lnTo>
                <a:lnTo>
                  <a:pt x="119063" y="0"/>
                </a:lnTo>
                <a:lnTo>
                  <a:pt x="128588" y="0"/>
                </a:lnTo>
                <a:lnTo>
                  <a:pt x="133350" y="4763"/>
                </a:lnTo>
                <a:lnTo>
                  <a:pt x="138113" y="9525"/>
                </a:lnTo>
                <a:lnTo>
                  <a:pt x="147638" y="9525"/>
                </a:lnTo>
                <a:lnTo>
                  <a:pt x="152400" y="14288"/>
                </a:lnTo>
                <a:lnTo>
                  <a:pt x="157163" y="19050"/>
                </a:lnTo>
                <a:lnTo>
                  <a:pt x="166688" y="19050"/>
                </a:lnTo>
                <a:lnTo>
                  <a:pt x="171450" y="23813"/>
                </a:lnTo>
                <a:lnTo>
                  <a:pt x="176213" y="28575"/>
                </a:lnTo>
                <a:lnTo>
                  <a:pt x="180975" y="33338"/>
                </a:lnTo>
                <a:lnTo>
                  <a:pt x="180975" y="42863"/>
                </a:lnTo>
                <a:lnTo>
                  <a:pt x="180975" y="52388"/>
                </a:lnTo>
                <a:lnTo>
                  <a:pt x="185738" y="57150"/>
                </a:lnTo>
                <a:lnTo>
                  <a:pt x="190500" y="61913"/>
                </a:lnTo>
                <a:lnTo>
                  <a:pt x="195263" y="66675"/>
                </a:lnTo>
                <a:lnTo>
                  <a:pt x="200025" y="71438"/>
                </a:lnTo>
                <a:lnTo>
                  <a:pt x="200025" y="80963"/>
                </a:lnTo>
                <a:lnTo>
                  <a:pt x="195263" y="85725"/>
                </a:lnTo>
                <a:lnTo>
                  <a:pt x="185738" y="85725"/>
                </a:lnTo>
                <a:lnTo>
                  <a:pt x="176213" y="85725"/>
                </a:lnTo>
                <a:lnTo>
                  <a:pt x="166688" y="85725"/>
                </a:lnTo>
                <a:lnTo>
                  <a:pt x="157163" y="85725"/>
                </a:lnTo>
                <a:lnTo>
                  <a:pt x="147638" y="85725"/>
                </a:lnTo>
                <a:lnTo>
                  <a:pt x="138113" y="85725"/>
                </a:lnTo>
                <a:lnTo>
                  <a:pt x="128588" y="85725"/>
                </a:lnTo>
                <a:lnTo>
                  <a:pt x="119063" y="85725"/>
                </a:lnTo>
                <a:lnTo>
                  <a:pt x="109538" y="85725"/>
                </a:lnTo>
                <a:lnTo>
                  <a:pt x="100013" y="85725"/>
                </a:lnTo>
                <a:lnTo>
                  <a:pt x="90488" y="85725"/>
                </a:lnTo>
                <a:lnTo>
                  <a:pt x="80963" y="85725"/>
                </a:lnTo>
                <a:lnTo>
                  <a:pt x="71438" y="85725"/>
                </a:lnTo>
                <a:lnTo>
                  <a:pt x="61913" y="85725"/>
                </a:lnTo>
                <a:lnTo>
                  <a:pt x="52388" y="85725"/>
                </a:lnTo>
                <a:lnTo>
                  <a:pt x="47625" y="90488"/>
                </a:lnTo>
                <a:lnTo>
                  <a:pt x="47625" y="100013"/>
                </a:lnTo>
                <a:lnTo>
                  <a:pt x="47625" y="109538"/>
                </a:lnTo>
                <a:lnTo>
                  <a:pt x="47625" y="119063"/>
                </a:lnTo>
                <a:lnTo>
                  <a:pt x="47625" y="128588"/>
                </a:lnTo>
                <a:lnTo>
                  <a:pt x="47625" y="138113"/>
                </a:lnTo>
                <a:lnTo>
                  <a:pt x="47625" y="147638"/>
                </a:lnTo>
                <a:lnTo>
                  <a:pt x="47625" y="157163"/>
                </a:lnTo>
                <a:lnTo>
                  <a:pt x="47625" y="166688"/>
                </a:lnTo>
                <a:lnTo>
                  <a:pt x="42863" y="171450"/>
                </a:lnTo>
                <a:lnTo>
                  <a:pt x="38100" y="166688"/>
                </a:lnTo>
                <a:lnTo>
                  <a:pt x="33338" y="161925"/>
                </a:lnTo>
                <a:lnTo>
                  <a:pt x="23813" y="161925"/>
                </a:lnTo>
                <a:lnTo>
                  <a:pt x="19050" y="157163"/>
                </a:lnTo>
                <a:lnTo>
                  <a:pt x="19050" y="147638"/>
                </a:lnTo>
                <a:lnTo>
                  <a:pt x="19050" y="138113"/>
                </a:lnTo>
                <a:lnTo>
                  <a:pt x="14288" y="133350"/>
                </a:lnTo>
                <a:lnTo>
                  <a:pt x="9525" y="128588"/>
                </a:lnTo>
                <a:lnTo>
                  <a:pt x="4763" y="123825"/>
                </a:lnTo>
                <a:lnTo>
                  <a:pt x="0" y="119063"/>
                </a:lnTo>
                <a:lnTo>
                  <a:pt x="4763" y="114300"/>
                </a:lnTo>
                <a:lnTo>
                  <a:pt x="9525" y="109538"/>
                </a:lnTo>
                <a:lnTo>
                  <a:pt x="9525" y="100013"/>
                </a:lnTo>
                <a:lnTo>
                  <a:pt x="4763" y="95250"/>
                </a:lnTo>
                <a:lnTo>
                  <a:pt x="0" y="90488"/>
                </a:lnTo>
                <a:lnTo>
                  <a:pt x="4763" y="85725"/>
                </a:lnTo>
                <a:lnTo>
                  <a:pt x="9525" y="80963"/>
                </a:lnTo>
                <a:lnTo>
                  <a:pt x="9525" y="71438"/>
                </a:lnTo>
                <a:lnTo>
                  <a:pt x="9525" y="61913"/>
                </a:lnTo>
                <a:lnTo>
                  <a:pt x="14288" y="57150"/>
                </a:lnTo>
                <a:lnTo>
                  <a:pt x="19050" y="52388"/>
                </a:lnTo>
                <a:lnTo>
                  <a:pt x="23813" y="47625"/>
                </a:lnTo>
                <a:lnTo>
                  <a:pt x="28575" y="42863"/>
                </a:lnTo>
                <a:lnTo>
                  <a:pt x="28575" y="33338"/>
                </a:lnTo>
                <a:lnTo>
                  <a:pt x="33338" y="28575"/>
                </a:lnTo>
                <a:lnTo>
                  <a:pt x="38100" y="23813"/>
                </a:lnTo>
                <a:lnTo>
                  <a:pt x="42863" y="19050"/>
                </a:lnTo>
                <a:lnTo>
                  <a:pt x="47625" y="14288"/>
                </a:lnTo>
                <a:lnTo>
                  <a:pt x="52388" y="9525"/>
                </a:lnTo>
                <a:lnTo>
                  <a:pt x="61913" y="9525"/>
                </a:lnTo>
                <a:lnTo>
                  <a:pt x="71438" y="9525"/>
                </a:lnTo>
                <a:lnTo>
                  <a:pt x="76200" y="4763"/>
                </a:lnTo>
                <a:close/>
              </a:path>
            </a:pathLst>
          </a:custGeom>
          <a:solidFill xmlns:a="http://schemas.openxmlformats.org/drawingml/2006/main">
            <a:srgbClr val="F9D5B1"/>
          </a:solidFill>
          <a:ln xmlns:a="http://schemas.openxmlformats.org/drawingml/2006/main" w="0">
            <a:noFill/>
            <a:prstDash val="solid"/>
          </a:ln>
        </p:spPr>
      </p:sp>
      <p:sp>
        <p:nvSpPr>
          <p:cNvPr id="1209" name="layout-candidate-orange-106-1">
            <a:extLst xmlns:a="http://schemas.openxmlformats.org/drawingml/2006/main">
              <a:ext uri="{FF2B5EF4-FFF2-40B4-BE49-F238E27FC236}">
                <a16:creationId xmlns:a16="http://schemas.microsoft.com/office/drawing/2014/main" id="{E49A1EBA-C9A1-4205-BA82-D51C1C78E44B}"/>
              </a:ext>
            </a:extLst>
          </p:cNvPr>
          <p:cNvSpPr>
            <a:spLocks xmlns:a="http://schemas.openxmlformats.org/drawingml/2006/main" noGrp="1"/>
          </p:cNvSpPr>
          <p:nvPr/>
        </p:nvSpPr>
        <p:spPr>
          <a:xfrm xmlns:a="http://schemas.openxmlformats.org/drawingml/2006/main" rot="0">
            <a:off x="2171700" y="5353050"/>
            <a:ext cx="76200" cy="9525"/>
          </a:xfrm>
          <a:custGeom xmlns:a="http://schemas.openxmlformats.org/drawingml/2006/main">
            <a:pathLst>
              <a:path w="76200" h="9525">
                <a:moveTo>
                  <a:pt x="0" y="4763"/>
                </a:moveTo>
                <a:lnTo>
                  <a:pt x="4763" y="0"/>
                </a:lnTo>
                <a:lnTo>
                  <a:pt x="14288" y="0"/>
                </a:lnTo>
                <a:lnTo>
                  <a:pt x="23813" y="0"/>
                </a:lnTo>
                <a:lnTo>
                  <a:pt x="33338" y="0"/>
                </a:lnTo>
                <a:lnTo>
                  <a:pt x="42863" y="0"/>
                </a:lnTo>
                <a:lnTo>
                  <a:pt x="52388" y="0"/>
                </a:lnTo>
                <a:lnTo>
                  <a:pt x="61913" y="0"/>
                </a:lnTo>
                <a:lnTo>
                  <a:pt x="71438" y="0"/>
                </a:lnTo>
                <a:lnTo>
                  <a:pt x="76200" y="4763"/>
                </a:lnTo>
                <a:lnTo>
                  <a:pt x="71438" y="9525"/>
                </a:lnTo>
                <a:lnTo>
                  <a:pt x="61913" y="9525"/>
                </a:lnTo>
                <a:lnTo>
                  <a:pt x="52388" y="9525"/>
                </a:lnTo>
                <a:lnTo>
                  <a:pt x="42863" y="9525"/>
                </a:lnTo>
                <a:lnTo>
                  <a:pt x="33338" y="9525"/>
                </a:lnTo>
                <a:lnTo>
                  <a:pt x="23813" y="9525"/>
                </a:lnTo>
                <a:lnTo>
                  <a:pt x="14288" y="9525"/>
                </a:lnTo>
                <a:lnTo>
                  <a:pt x="4763" y="9525"/>
                </a:lnTo>
                <a:lnTo>
                  <a:pt x="0" y="4763"/>
                </a:lnTo>
                <a:close/>
              </a:path>
            </a:pathLst>
          </a:custGeom>
          <a:solidFill xmlns:a="http://schemas.openxmlformats.org/drawingml/2006/main">
            <a:srgbClr val="F9D5B1"/>
          </a:solidFill>
          <a:ln xmlns:a="http://schemas.openxmlformats.org/drawingml/2006/main" w="0">
            <a:noFill/>
            <a:prstDash val="solid"/>
          </a:ln>
        </p:spPr>
      </p:sp>
      <p:sp>
        <p:nvSpPr>
          <p:cNvPr id="1210" name="layout-candidate-orange-107-0">
            <a:extLst xmlns:a="http://schemas.openxmlformats.org/drawingml/2006/main">
              <a:ext uri="{FF2B5EF4-FFF2-40B4-BE49-F238E27FC236}">
                <a16:creationId xmlns:a16="http://schemas.microsoft.com/office/drawing/2014/main" id="{7D47B9C3-ED42-489C-8821-7F091EC1E1DB}"/>
              </a:ext>
            </a:extLst>
          </p:cNvPr>
          <p:cNvSpPr>
            <a:spLocks xmlns:a="http://schemas.openxmlformats.org/drawingml/2006/main" noGrp="1"/>
          </p:cNvSpPr>
          <p:nvPr/>
        </p:nvSpPr>
        <p:spPr>
          <a:xfrm xmlns:a="http://schemas.openxmlformats.org/drawingml/2006/main" rot="0">
            <a:off x="2209800" y="5105400"/>
            <a:ext cx="180975" cy="152400"/>
          </a:xfrm>
          <a:custGeom xmlns:a="http://schemas.openxmlformats.org/drawingml/2006/main">
            <a:pathLst>
              <a:path w="180975" h="152400">
                <a:moveTo>
                  <a:pt x="57150" y="4763"/>
                </a:moveTo>
                <a:lnTo>
                  <a:pt x="61913" y="0"/>
                </a:lnTo>
                <a:lnTo>
                  <a:pt x="71438" y="0"/>
                </a:lnTo>
                <a:lnTo>
                  <a:pt x="80963" y="0"/>
                </a:lnTo>
                <a:lnTo>
                  <a:pt x="90488" y="0"/>
                </a:lnTo>
                <a:lnTo>
                  <a:pt x="100013" y="0"/>
                </a:lnTo>
                <a:lnTo>
                  <a:pt x="109538" y="0"/>
                </a:lnTo>
                <a:lnTo>
                  <a:pt x="119063" y="0"/>
                </a:lnTo>
                <a:lnTo>
                  <a:pt x="128588" y="0"/>
                </a:lnTo>
                <a:lnTo>
                  <a:pt x="133350" y="4763"/>
                </a:lnTo>
                <a:lnTo>
                  <a:pt x="138113" y="9525"/>
                </a:lnTo>
                <a:lnTo>
                  <a:pt x="142875" y="14288"/>
                </a:lnTo>
                <a:lnTo>
                  <a:pt x="147638" y="19050"/>
                </a:lnTo>
                <a:lnTo>
                  <a:pt x="157163" y="19050"/>
                </a:lnTo>
                <a:lnTo>
                  <a:pt x="161925" y="23813"/>
                </a:lnTo>
                <a:lnTo>
                  <a:pt x="166688" y="28575"/>
                </a:lnTo>
                <a:lnTo>
                  <a:pt x="171450" y="33338"/>
                </a:lnTo>
                <a:lnTo>
                  <a:pt x="171450" y="42863"/>
                </a:lnTo>
                <a:lnTo>
                  <a:pt x="171450" y="52388"/>
                </a:lnTo>
                <a:lnTo>
                  <a:pt x="176213" y="57150"/>
                </a:lnTo>
                <a:lnTo>
                  <a:pt x="180975" y="61913"/>
                </a:lnTo>
                <a:lnTo>
                  <a:pt x="180975" y="71438"/>
                </a:lnTo>
                <a:lnTo>
                  <a:pt x="176213" y="76200"/>
                </a:lnTo>
                <a:lnTo>
                  <a:pt x="166688" y="76200"/>
                </a:lnTo>
                <a:lnTo>
                  <a:pt x="157163" y="76200"/>
                </a:lnTo>
                <a:lnTo>
                  <a:pt x="147638" y="76200"/>
                </a:lnTo>
                <a:lnTo>
                  <a:pt x="138113" y="76200"/>
                </a:lnTo>
                <a:lnTo>
                  <a:pt x="128588" y="76200"/>
                </a:lnTo>
                <a:lnTo>
                  <a:pt x="119063" y="76200"/>
                </a:lnTo>
                <a:lnTo>
                  <a:pt x="109538" y="76200"/>
                </a:lnTo>
                <a:lnTo>
                  <a:pt x="100013" y="76200"/>
                </a:lnTo>
                <a:lnTo>
                  <a:pt x="90488" y="76200"/>
                </a:lnTo>
                <a:lnTo>
                  <a:pt x="80963" y="76200"/>
                </a:lnTo>
                <a:lnTo>
                  <a:pt x="71438" y="76200"/>
                </a:lnTo>
                <a:lnTo>
                  <a:pt x="61913" y="76200"/>
                </a:lnTo>
                <a:lnTo>
                  <a:pt x="52388" y="76200"/>
                </a:lnTo>
                <a:lnTo>
                  <a:pt x="42863" y="76200"/>
                </a:lnTo>
                <a:lnTo>
                  <a:pt x="38100" y="80963"/>
                </a:lnTo>
                <a:lnTo>
                  <a:pt x="38100" y="90488"/>
                </a:lnTo>
                <a:lnTo>
                  <a:pt x="38100" y="100013"/>
                </a:lnTo>
                <a:lnTo>
                  <a:pt x="38100" y="109538"/>
                </a:lnTo>
                <a:lnTo>
                  <a:pt x="38100" y="119063"/>
                </a:lnTo>
                <a:lnTo>
                  <a:pt x="38100" y="128588"/>
                </a:lnTo>
                <a:lnTo>
                  <a:pt x="38100" y="138113"/>
                </a:lnTo>
                <a:lnTo>
                  <a:pt x="38100" y="147638"/>
                </a:lnTo>
                <a:lnTo>
                  <a:pt x="33338" y="152400"/>
                </a:lnTo>
                <a:lnTo>
                  <a:pt x="28575" y="147638"/>
                </a:lnTo>
                <a:lnTo>
                  <a:pt x="23813" y="142875"/>
                </a:lnTo>
                <a:lnTo>
                  <a:pt x="19050" y="138113"/>
                </a:lnTo>
                <a:lnTo>
                  <a:pt x="14288" y="133350"/>
                </a:lnTo>
                <a:lnTo>
                  <a:pt x="9525" y="128588"/>
                </a:lnTo>
                <a:lnTo>
                  <a:pt x="9525" y="119063"/>
                </a:lnTo>
                <a:lnTo>
                  <a:pt x="4763" y="114300"/>
                </a:lnTo>
                <a:lnTo>
                  <a:pt x="0" y="109538"/>
                </a:lnTo>
                <a:lnTo>
                  <a:pt x="0" y="100013"/>
                </a:lnTo>
                <a:lnTo>
                  <a:pt x="4763" y="95250"/>
                </a:lnTo>
                <a:lnTo>
                  <a:pt x="9525" y="90488"/>
                </a:lnTo>
                <a:lnTo>
                  <a:pt x="4763" y="85725"/>
                </a:lnTo>
                <a:lnTo>
                  <a:pt x="0" y="80963"/>
                </a:lnTo>
                <a:lnTo>
                  <a:pt x="0" y="71438"/>
                </a:lnTo>
                <a:lnTo>
                  <a:pt x="4763" y="66675"/>
                </a:lnTo>
                <a:lnTo>
                  <a:pt x="9525" y="61913"/>
                </a:lnTo>
                <a:lnTo>
                  <a:pt x="9525" y="52388"/>
                </a:lnTo>
                <a:lnTo>
                  <a:pt x="9525" y="42863"/>
                </a:lnTo>
                <a:lnTo>
                  <a:pt x="14288" y="38100"/>
                </a:lnTo>
                <a:lnTo>
                  <a:pt x="19050" y="33338"/>
                </a:lnTo>
                <a:lnTo>
                  <a:pt x="23813" y="28575"/>
                </a:lnTo>
                <a:lnTo>
                  <a:pt x="28575" y="23813"/>
                </a:lnTo>
                <a:lnTo>
                  <a:pt x="33338" y="19050"/>
                </a:lnTo>
                <a:lnTo>
                  <a:pt x="42863" y="19050"/>
                </a:lnTo>
                <a:lnTo>
                  <a:pt x="47625" y="14288"/>
                </a:lnTo>
                <a:lnTo>
                  <a:pt x="52388" y="9525"/>
                </a:lnTo>
                <a:lnTo>
                  <a:pt x="57150" y="4763"/>
                </a:lnTo>
                <a:close/>
              </a:path>
            </a:pathLst>
          </a:custGeom>
          <a:solidFill xmlns:a="http://schemas.openxmlformats.org/drawingml/2006/main">
            <a:srgbClr val="F9D7B5"/>
          </a:solidFill>
          <a:ln xmlns:a="http://schemas.openxmlformats.org/drawingml/2006/main" w="0">
            <a:noFill/>
            <a:prstDash val="solid"/>
          </a:ln>
        </p:spPr>
      </p:sp>
      <p:sp>
        <p:nvSpPr>
          <p:cNvPr id="1211" name="layout-candidate-orange-107-1">
            <a:extLst xmlns:a="http://schemas.openxmlformats.org/drawingml/2006/main">
              <a:ext uri="{FF2B5EF4-FFF2-40B4-BE49-F238E27FC236}">
                <a16:creationId xmlns:a16="http://schemas.microsoft.com/office/drawing/2014/main" id="{6B6FD9E7-871D-4A87-8FEB-E3642F03FEC0}"/>
              </a:ext>
            </a:extLst>
          </p:cNvPr>
          <p:cNvSpPr>
            <a:spLocks xmlns:a="http://schemas.openxmlformats.org/drawingml/2006/main" noGrp="1"/>
          </p:cNvSpPr>
          <p:nvPr/>
        </p:nvSpPr>
        <p:spPr>
          <a:xfrm xmlns:a="http://schemas.openxmlformats.org/drawingml/2006/main" rot="0">
            <a:off x="2228850" y="5353050"/>
            <a:ext cx="19050" cy="9525"/>
          </a:xfrm>
          <a:custGeom xmlns:a="http://schemas.openxmlformats.org/drawingml/2006/main">
            <a:pathLst>
              <a:path w="19050" h="9525">
                <a:moveTo>
                  <a:pt x="0" y="4763"/>
                </a:moveTo>
                <a:lnTo>
                  <a:pt x="4763" y="0"/>
                </a:lnTo>
                <a:lnTo>
                  <a:pt x="14288" y="0"/>
                </a:lnTo>
                <a:lnTo>
                  <a:pt x="19050" y="4763"/>
                </a:lnTo>
                <a:lnTo>
                  <a:pt x="14288" y="9525"/>
                </a:lnTo>
                <a:lnTo>
                  <a:pt x="4763" y="9525"/>
                </a:lnTo>
                <a:lnTo>
                  <a:pt x="0" y="4763"/>
                </a:lnTo>
                <a:close/>
              </a:path>
            </a:pathLst>
          </a:custGeom>
          <a:solidFill xmlns:a="http://schemas.openxmlformats.org/drawingml/2006/main">
            <a:srgbClr val="F9D7B5"/>
          </a:solidFill>
          <a:ln xmlns:a="http://schemas.openxmlformats.org/drawingml/2006/main" w="0">
            <a:noFill/>
            <a:prstDash val="solid"/>
          </a:ln>
        </p:spPr>
      </p:sp>
      <p:sp>
        <p:nvSpPr>
          <p:cNvPr id="1212" name="layout-candidate-orange-108-0">
            <a:extLst xmlns:a="http://schemas.openxmlformats.org/drawingml/2006/main">
              <a:ext uri="{FF2B5EF4-FFF2-40B4-BE49-F238E27FC236}">
                <a16:creationId xmlns:a16="http://schemas.microsoft.com/office/drawing/2014/main" id="{B0499B91-2E53-43B6-9FED-42C5F5902442}"/>
              </a:ext>
            </a:extLst>
          </p:cNvPr>
          <p:cNvSpPr>
            <a:spLocks xmlns:a="http://schemas.openxmlformats.org/drawingml/2006/main" noGrp="1"/>
          </p:cNvSpPr>
          <p:nvPr/>
        </p:nvSpPr>
        <p:spPr>
          <a:xfrm xmlns:a="http://schemas.openxmlformats.org/drawingml/2006/main" rot="0">
            <a:off x="2219325" y="5114925"/>
            <a:ext cx="161925" cy="133350"/>
          </a:xfrm>
          <a:custGeom xmlns:a="http://schemas.openxmlformats.org/drawingml/2006/main">
            <a:pathLst>
              <a:path w="161925" h="133350">
                <a:moveTo>
                  <a:pt x="47625" y="4763"/>
                </a:moveTo>
                <a:lnTo>
                  <a:pt x="52388" y="0"/>
                </a:lnTo>
                <a:lnTo>
                  <a:pt x="61913" y="0"/>
                </a:lnTo>
                <a:lnTo>
                  <a:pt x="71438" y="0"/>
                </a:lnTo>
                <a:lnTo>
                  <a:pt x="80963" y="0"/>
                </a:lnTo>
                <a:lnTo>
                  <a:pt x="90488" y="0"/>
                </a:lnTo>
                <a:lnTo>
                  <a:pt x="100013" y="0"/>
                </a:lnTo>
                <a:lnTo>
                  <a:pt x="109538" y="0"/>
                </a:lnTo>
                <a:lnTo>
                  <a:pt x="114300" y="4763"/>
                </a:lnTo>
                <a:lnTo>
                  <a:pt x="119063" y="9525"/>
                </a:lnTo>
                <a:lnTo>
                  <a:pt x="128588" y="9525"/>
                </a:lnTo>
                <a:lnTo>
                  <a:pt x="133350" y="14288"/>
                </a:lnTo>
                <a:lnTo>
                  <a:pt x="138113" y="19050"/>
                </a:lnTo>
                <a:lnTo>
                  <a:pt x="147638" y="19050"/>
                </a:lnTo>
                <a:lnTo>
                  <a:pt x="152400" y="23813"/>
                </a:lnTo>
                <a:lnTo>
                  <a:pt x="152400" y="33338"/>
                </a:lnTo>
                <a:lnTo>
                  <a:pt x="152400" y="42863"/>
                </a:lnTo>
                <a:lnTo>
                  <a:pt x="157163" y="47625"/>
                </a:lnTo>
                <a:lnTo>
                  <a:pt x="161925" y="52388"/>
                </a:lnTo>
                <a:lnTo>
                  <a:pt x="161925" y="61913"/>
                </a:lnTo>
                <a:lnTo>
                  <a:pt x="157163" y="66675"/>
                </a:lnTo>
                <a:lnTo>
                  <a:pt x="147638" y="66675"/>
                </a:lnTo>
                <a:lnTo>
                  <a:pt x="138113" y="66675"/>
                </a:lnTo>
                <a:lnTo>
                  <a:pt x="128588" y="66675"/>
                </a:lnTo>
                <a:lnTo>
                  <a:pt x="119063" y="66675"/>
                </a:lnTo>
                <a:lnTo>
                  <a:pt x="109538" y="66675"/>
                </a:lnTo>
                <a:lnTo>
                  <a:pt x="100013" y="66675"/>
                </a:lnTo>
                <a:lnTo>
                  <a:pt x="90488" y="66675"/>
                </a:lnTo>
                <a:lnTo>
                  <a:pt x="80963" y="66675"/>
                </a:lnTo>
                <a:lnTo>
                  <a:pt x="71438" y="66675"/>
                </a:lnTo>
                <a:lnTo>
                  <a:pt x="61913" y="66675"/>
                </a:lnTo>
                <a:lnTo>
                  <a:pt x="52388" y="66675"/>
                </a:lnTo>
                <a:lnTo>
                  <a:pt x="42863" y="66675"/>
                </a:lnTo>
                <a:lnTo>
                  <a:pt x="33338" y="66675"/>
                </a:lnTo>
                <a:lnTo>
                  <a:pt x="28575" y="71438"/>
                </a:lnTo>
                <a:lnTo>
                  <a:pt x="28575" y="80963"/>
                </a:lnTo>
                <a:lnTo>
                  <a:pt x="28575" y="90488"/>
                </a:lnTo>
                <a:lnTo>
                  <a:pt x="28575" y="100013"/>
                </a:lnTo>
                <a:lnTo>
                  <a:pt x="28575" y="109538"/>
                </a:lnTo>
                <a:lnTo>
                  <a:pt x="28575" y="119063"/>
                </a:lnTo>
                <a:lnTo>
                  <a:pt x="28575" y="128588"/>
                </a:lnTo>
                <a:lnTo>
                  <a:pt x="23813" y="133350"/>
                </a:lnTo>
                <a:lnTo>
                  <a:pt x="19050" y="128588"/>
                </a:lnTo>
                <a:lnTo>
                  <a:pt x="14288" y="123825"/>
                </a:lnTo>
                <a:lnTo>
                  <a:pt x="9525" y="119063"/>
                </a:lnTo>
                <a:lnTo>
                  <a:pt x="9525" y="109538"/>
                </a:lnTo>
                <a:lnTo>
                  <a:pt x="4763" y="104775"/>
                </a:lnTo>
                <a:lnTo>
                  <a:pt x="0" y="100013"/>
                </a:lnTo>
                <a:lnTo>
                  <a:pt x="0" y="90488"/>
                </a:lnTo>
                <a:lnTo>
                  <a:pt x="4763" y="85725"/>
                </a:lnTo>
                <a:lnTo>
                  <a:pt x="9525" y="80963"/>
                </a:lnTo>
                <a:lnTo>
                  <a:pt x="4763" y="76200"/>
                </a:lnTo>
                <a:lnTo>
                  <a:pt x="0" y="71438"/>
                </a:lnTo>
                <a:lnTo>
                  <a:pt x="0" y="61913"/>
                </a:lnTo>
                <a:lnTo>
                  <a:pt x="0" y="52388"/>
                </a:lnTo>
                <a:lnTo>
                  <a:pt x="4763" y="47625"/>
                </a:lnTo>
                <a:lnTo>
                  <a:pt x="9525" y="42863"/>
                </a:lnTo>
                <a:lnTo>
                  <a:pt x="9525" y="33338"/>
                </a:lnTo>
                <a:lnTo>
                  <a:pt x="14288" y="28575"/>
                </a:lnTo>
                <a:lnTo>
                  <a:pt x="19050" y="23813"/>
                </a:lnTo>
                <a:lnTo>
                  <a:pt x="23813" y="19050"/>
                </a:lnTo>
                <a:lnTo>
                  <a:pt x="33338" y="19050"/>
                </a:lnTo>
                <a:lnTo>
                  <a:pt x="38100" y="14288"/>
                </a:lnTo>
                <a:lnTo>
                  <a:pt x="42863" y="9525"/>
                </a:lnTo>
                <a:lnTo>
                  <a:pt x="47625" y="4763"/>
                </a:lnTo>
                <a:close/>
              </a:path>
            </a:pathLst>
          </a:custGeom>
          <a:solidFill xmlns:a="http://schemas.openxmlformats.org/drawingml/2006/main">
            <a:srgbClr val="F9D9B9"/>
          </a:solidFill>
          <a:ln xmlns:a="http://schemas.openxmlformats.org/drawingml/2006/main" w="0">
            <a:noFill/>
            <a:prstDash val="solid"/>
          </a:ln>
        </p:spPr>
      </p:sp>
      <p:sp>
        <p:nvSpPr>
          <p:cNvPr id="1213" name="layout-candidate-orange-109-0">
            <a:extLst xmlns:a="http://schemas.openxmlformats.org/drawingml/2006/main">
              <a:ext uri="{FF2B5EF4-FFF2-40B4-BE49-F238E27FC236}">
                <a16:creationId xmlns:a16="http://schemas.microsoft.com/office/drawing/2014/main" id="{30B3A06A-550A-4D0B-BC40-E090C73AA0C2}"/>
              </a:ext>
            </a:extLst>
          </p:cNvPr>
          <p:cNvSpPr>
            <a:spLocks xmlns:a="http://schemas.openxmlformats.org/drawingml/2006/main" noGrp="1"/>
          </p:cNvSpPr>
          <p:nvPr/>
        </p:nvSpPr>
        <p:spPr>
          <a:xfrm xmlns:a="http://schemas.openxmlformats.org/drawingml/2006/main" rot="0">
            <a:off x="2228850" y="5124450"/>
            <a:ext cx="142875" cy="114300"/>
          </a:xfrm>
          <a:custGeom xmlns:a="http://schemas.openxmlformats.org/drawingml/2006/main">
            <a:pathLst>
              <a:path w="142875" h="114300">
                <a:moveTo>
                  <a:pt x="38100" y="4763"/>
                </a:moveTo>
                <a:lnTo>
                  <a:pt x="42863" y="0"/>
                </a:lnTo>
                <a:lnTo>
                  <a:pt x="52388" y="0"/>
                </a:lnTo>
                <a:lnTo>
                  <a:pt x="61913" y="0"/>
                </a:lnTo>
                <a:lnTo>
                  <a:pt x="71438" y="0"/>
                </a:lnTo>
                <a:lnTo>
                  <a:pt x="80963" y="0"/>
                </a:lnTo>
                <a:lnTo>
                  <a:pt x="90488" y="0"/>
                </a:lnTo>
                <a:lnTo>
                  <a:pt x="100013" y="0"/>
                </a:lnTo>
                <a:lnTo>
                  <a:pt x="104775" y="4763"/>
                </a:lnTo>
                <a:lnTo>
                  <a:pt x="109538" y="9525"/>
                </a:lnTo>
                <a:lnTo>
                  <a:pt x="119063" y="9525"/>
                </a:lnTo>
                <a:lnTo>
                  <a:pt x="123825" y="14288"/>
                </a:lnTo>
                <a:lnTo>
                  <a:pt x="128588" y="19050"/>
                </a:lnTo>
                <a:lnTo>
                  <a:pt x="133350" y="23813"/>
                </a:lnTo>
                <a:lnTo>
                  <a:pt x="133350" y="33338"/>
                </a:lnTo>
                <a:lnTo>
                  <a:pt x="138113" y="38100"/>
                </a:lnTo>
                <a:lnTo>
                  <a:pt x="142875" y="42863"/>
                </a:lnTo>
                <a:lnTo>
                  <a:pt x="142875" y="52388"/>
                </a:lnTo>
                <a:lnTo>
                  <a:pt x="138113" y="57150"/>
                </a:lnTo>
                <a:lnTo>
                  <a:pt x="128588" y="57150"/>
                </a:lnTo>
                <a:lnTo>
                  <a:pt x="119063" y="57150"/>
                </a:lnTo>
                <a:lnTo>
                  <a:pt x="109538" y="57150"/>
                </a:lnTo>
                <a:lnTo>
                  <a:pt x="100013" y="57150"/>
                </a:lnTo>
                <a:lnTo>
                  <a:pt x="90488" y="57150"/>
                </a:lnTo>
                <a:lnTo>
                  <a:pt x="80963" y="57150"/>
                </a:lnTo>
                <a:lnTo>
                  <a:pt x="71438" y="57150"/>
                </a:lnTo>
                <a:lnTo>
                  <a:pt x="61913" y="57150"/>
                </a:lnTo>
                <a:lnTo>
                  <a:pt x="52388" y="57150"/>
                </a:lnTo>
                <a:lnTo>
                  <a:pt x="42863" y="57150"/>
                </a:lnTo>
                <a:lnTo>
                  <a:pt x="33338" y="57150"/>
                </a:lnTo>
                <a:lnTo>
                  <a:pt x="23813" y="57150"/>
                </a:lnTo>
                <a:lnTo>
                  <a:pt x="19050" y="61913"/>
                </a:lnTo>
                <a:lnTo>
                  <a:pt x="19050" y="71438"/>
                </a:lnTo>
                <a:lnTo>
                  <a:pt x="19050" y="80963"/>
                </a:lnTo>
                <a:lnTo>
                  <a:pt x="19050" y="90488"/>
                </a:lnTo>
                <a:lnTo>
                  <a:pt x="19050" y="100013"/>
                </a:lnTo>
                <a:lnTo>
                  <a:pt x="19050" y="109538"/>
                </a:lnTo>
                <a:lnTo>
                  <a:pt x="14288" y="114300"/>
                </a:lnTo>
                <a:lnTo>
                  <a:pt x="9525" y="109538"/>
                </a:lnTo>
                <a:lnTo>
                  <a:pt x="9525" y="100013"/>
                </a:lnTo>
                <a:lnTo>
                  <a:pt x="4763" y="95250"/>
                </a:lnTo>
                <a:lnTo>
                  <a:pt x="0" y="90488"/>
                </a:lnTo>
                <a:lnTo>
                  <a:pt x="0" y="80963"/>
                </a:lnTo>
                <a:lnTo>
                  <a:pt x="4763" y="76200"/>
                </a:lnTo>
                <a:lnTo>
                  <a:pt x="9525" y="71438"/>
                </a:lnTo>
                <a:lnTo>
                  <a:pt x="4763" y="66675"/>
                </a:lnTo>
                <a:lnTo>
                  <a:pt x="0" y="61913"/>
                </a:lnTo>
                <a:lnTo>
                  <a:pt x="0" y="52388"/>
                </a:lnTo>
                <a:lnTo>
                  <a:pt x="0" y="42863"/>
                </a:lnTo>
                <a:lnTo>
                  <a:pt x="4763" y="38100"/>
                </a:lnTo>
                <a:lnTo>
                  <a:pt x="9525" y="33338"/>
                </a:lnTo>
                <a:lnTo>
                  <a:pt x="14288" y="28575"/>
                </a:lnTo>
                <a:lnTo>
                  <a:pt x="19050" y="23813"/>
                </a:lnTo>
                <a:lnTo>
                  <a:pt x="23813" y="19050"/>
                </a:lnTo>
                <a:lnTo>
                  <a:pt x="28575" y="14288"/>
                </a:lnTo>
                <a:lnTo>
                  <a:pt x="33338" y="9525"/>
                </a:lnTo>
                <a:lnTo>
                  <a:pt x="38100" y="4763"/>
                </a:lnTo>
                <a:close/>
              </a:path>
            </a:pathLst>
          </a:custGeom>
          <a:solidFill xmlns:a="http://schemas.openxmlformats.org/drawingml/2006/main">
            <a:srgbClr val="F9DABC"/>
          </a:solidFill>
          <a:ln xmlns:a="http://schemas.openxmlformats.org/drawingml/2006/main" w="0">
            <a:noFill/>
            <a:prstDash val="solid"/>
          </a:ln>
        </p:spPr>
      </p:sp>
      <p:sp>
        <p:nvSpPr>
          <p:cNvPr id="1214" name="layout-candidate-orange-110-0">
            <a:extLst xmlns:a="http://schemas.openxmlformats.org/drawingml/2006/main">
              <a:ext uri="{FF2B5EF4-FFF2-40B4-BE49-F238E27FC236}">
                <a16:creationId xmlns:a16="http://schemas.microsoft.com/office/drawing/2014/main" id="{E54E8053-5D4A-4E9F-BC01-88631E960AE4}"/>
              </a:ext>
            </a:extLst>
          </p:cNvPr>
          <p:cNvSpPr>
            <a:spLocks xmlns:a="http://schemas.openxmlformats.org/drawingml/2006/main" noGrp="1"/>
          </p:cNvSpPr>
          <p:nvPr/>
        </p:nvSpPr>
        <p:spPr>
          <a:xfrm xmlns:a="http://schemas.openxmlformats.org/drawingml/2006/main" rot="0">
            <a:off x="2238375" y="5133975"/>
            <a:ext cx="123825" cy="57150"/>
          </a:xfrm>
          <a:custGeom xmlns:a="http://schemas.openxmlformats.org/drawingml/2006/main">
            <a:pathLst>
              <a:path w="123825" h="57150">
                <a:moveTo>
                  <a:pt x="38100" y="4763"/>
                </a:moveTo>
                <a:lnTo>
                  <a:pt x="42863" y="0"/>
                </a:lnTo>
                <a:lnTo>
                  <a:pt x="52388" y="0"/>
                </a:lnTo>
                <a:lnTo>
                  <a:pt x="61913" y="0"/>
                </a:lnTo>
                <a:lnTo>
                  <a:pt x="71438" y="0"/>
                </a:lnTo>
                <a:lnTo>
                  <a:pt x="80963" y="0"/>
                </a:lnTo>
                <a:lnTo>
                  <a:pt x="90488" y="0"/>
                </a:lnTo>
                <a:lnTo>
                  <a:pt x="95250" y="4763"/>
                </a:lnTo>
                <a:lnTo>
                  <a:pt x="100013" y="9525"/>
                </a:lnTo>
                <a:lnTo>
                  <a:pt x="104775" y="14288"/>
                </a:lnTo>
                <a:lnTo>
                  <a:pt x="109538" y="19050"/>
                </a:lnTo>
                <a:lnTo>
                  <a:pt x="114300" y="23813"/>
                </a:lnTo>
                <a:lnTo>
                  <a:pt x="114300" y="33338"/>
                </a:lnTo>
                <a:lnTo>
                  <a:pt x="119063" y="38100"/>
                </a:lnTo>
                <a:lnTo>
                  <a:pt x="123825" y="42863"/>
                </a:lnTo>
                <a:lnTo>
                  <a:pt x="119063" y="47625"/>
                </a:lnTo>
                <a:lnTo>
                  <a:pt x="109538" y="47625"/>
                </a:lnTo>
                <a:lnTo>
                  <a:pt x="100013" y="47625"/>
                </a:lnTo>
                <a:lnTo>
                  <a:pt x="90488" y="47625"/>
                </a:lnTo>
                <a:lnTo>
                  <a:pt x="80963" y="47625"/>
                </a:lnTo>
                <a:lnTo>
                  <a:pt x="71438" y="47625"/>
                </a:lnTo>
                <a:lnTo>
                  <a:pt x="61913" y="47625"/>
                </a:lnTo>
                <a:lnTo>
                  <a:pt x="52388" y="47625"/>
                </a:lnTo>
                <a:lnTo>
                  <a:pt x="42863" y="47625"/>
                </a:lnTo>
                <a:lnTo>
                  <a:pt x="33338" y="47625"/>
                </a:lnTo>
                <a:lnTo>
                  <a:pt x="23813" y="47625"/>
                </a:lnTo>
                <a:lnTo>
                  <a:pt x="14288" y="47625"/>
                </a:lnTo>
                <a:lnTo>
                  <a:pt x="9525" y="52388"/>
                </a:lnTo>
                <a:lnTo>
                  <a:pt x="4763" y="57150"/>
                </a:lnTo>
                <a:lnTo>
                  <a:pt x="0" y="52388"/>
                </a:lnTo>
                <a:lnTo>
                  <a:pt x="0" y="42863"/>
                </a:lnTo>
                <a:lnTo>
                  <a:pt x="4763" y="38100"/>
                </a:lnTo>
                <a:lnTo>
                  <a:pt x="9525" y="33338"/>
                </a:lnTo>
                <a:lnTo>
                  <a:pt x="14288" y="28575"/>
                </a:lnTo>
                <a:lnTo>
                  <a:pt x="19050" y="23813"/>
                </a:lnTo>
                <a:lnTo>
                  <a:pt x="19050" y="14288"/>
                </a:lnTo>
                <a:lnTo>
                  <a:pt x="23813" y="9525"/>
                </a:lnTo>
                <a:lnTo>
                  <a:pt x="33338" y="9525"/>
                </a:lnTo>
                <a:lnTo>
                  <a:pt x="38100" y="4763"/>
                </a:lnTo>
                <a:close/>
              </a:path>
            </a:pathLst>
          </a:custGeom>
          <a:solidFill xmlns:a="http://schemas.openxmlformats.org/drawingml/2006/main">
            <a:srgbClr val="F9DDC0"/>
          </a:solidFill>
          <a:ln xmlns:a="http://schemas.openxmlformats.org/drawingml/2006/main" w="0">
            <a:noFill/>
            <a:prstDash val="solid"/>
          </a:ln>
        </p:spPr>
      </p:sp>
      <p:sp>
        <p:nvSpPr>
          <p:cNvPr id="1215" name="layout-candidate-orange-111-0">
            <a:extLst xmlns:a="http://schemas.openxmlformats.org/drawingml/2006/main">
              <a:ext uri="{FF2B5EF4-FFF2-40B4-BE49-F238E27FC236}">
                <a16:creationId xmlns:a16="http://schemas.microsoft.com/office/drawing/2014/main" id="{733F9F01-E83E-45ED-BF26-169202379739}"/>
              </a:ext>
            </a:extLst>
          </p:cNvPr>
          <p:cNvSpPr>
            <a:spLocks xmlns:a="http://schemas.openxmlformats.org/drawingml/2006/main" noGrp="1"/>
          </p:cNvSpPr>
          <p:nvPr/>
        </p:nvSpPr>
        <p:spPr>
          <a:xfrm xmlns:a="http://schemas.openxmlformats.org/drawingml/2006/main" rot="0">
            <a:off x="2247900" y="5143500"/>
            <a:ext cx="104775" cy="38100"/>
          </a:xfrm>
          <a:custGeom xmlns:a="http://schemas.openxmlformats.org/drawingml/2006/main">
            <a:pathLst>
              <a:path w="104775" h="38100">
                <a:moveTo>
                  <a:pt x="19050" y="4763"/>
                </a:moveTo>
                <a:lnTo>
                  <a:pt x="23813" y="0"/>
                </a:lnTo>
                <a:lnTo>
                  <a:pt x="33338" y="0"/>
                </a:lnTo>
                <a:lnTo>
                  <a:pt x="42863" y="0"/>
                </a:lnTo>
                <a:lnTo>
                  <a:pt x="52388" y="0"/>
                </a:lnTo>
                <a:lnTo>
                  <a:pt x="61913" y="0"/>
                </a:lnTo>
                <a:lnTo>
                  <a:pt x="71438" y="0"/>
                </a:lnTo>
                <a:lnTo>
                  <a:pt x="80963" y="0"/>
                </a:lnTo>
                <a:lnTo>
                  <a:pt x="85725" y="4763"/>
                </a:lnTo>
                <a:lnTo>
                  <a:pt x="90488" y="9525"/>
                </a:lnTo>
                <a:lnTo>
                  <a:pt x="95250" y="14288"/>
                </a:lnTo>
                <a:lnTo>
                  <a:pt x="100013" y="19050"/>
                </a:lnTo>
                <a:lnTo>
                  <a:pt x="104775" y="23813"/>
                </a:lnTo>
                <a:lnTo>
                  <a:pt x="104775" y="33338"/>
                </a:lnTo>
                <a:lnTo>
                  <a:pt x="100013" y="38100"/>
                </a:lnTo>
                <a:lnTo>
                  <a:pt x="90488" y="38100"/>
                </a:lnTo>
                <a:lnTo>
                  <a:pt x="80963" y="38100"/>
                </a:lnTo>
                <a:lnTo>
                  <a:pt x="71438" y="38100"/>
                </a:lnTo>
                <a:lnTo>
                  <a:pt x="61913" y="38100"/>
                </a:lnTo>
                <a:lnTo>
                  <a:pt x="52388" y="38100"/>
                </a:lnTo>
                <a:lnTo>
                  <a:pt x="42863" y="38100"/>
                </a:lnTo>
                <a:lnTo>
                  <a:pt x="33338" y="38100"/>
                </a:lnTo>
                <a:lnTo>
                  <a:pt x="23813" y="38100"/>
                </a:lnTo>
                <a:lnTo>
                  <a:pt x="14288" y="38100"/>
                </a:lnTo>
                <a:lnTo>
                  <a:pt x="4763" y="38100"/>
                </a:lnTo>
                <a:lnTo>
                  <a:pt x="0" y="33338"/>
                </a:lnTo>
                <a:lnTo>
                  <a:pt x="4763" y="28575"/>
                </a:lnTo>
                <a:lnTo>
                  <a:pt x="9525" y="23813"/>
                </a:lnTo>
                <a:lnTo>
                  <a:pt x="9525" y="14288"/>
                </a:lnTo>
                <a:lnTo>
                  <a:pt x="14288" y="9525"/>
                </a:lnTo>
                <a:lnTo>
                  <a:pt x="19050" y="4763"/>
                </a:lnTo>
                <a:close/>
              </a:path>
            </a:pathLst>
          </a:custGeom>
          <a:solidFill xmlns:a="http://schemas.openxmlformats.org/drawingml/2006/main">
            <a:srgbClr val="FADEC2"/>
          </a:solidFill>
          <a:ln xmlns:a="http://schemas.openxmlformats.org/drawingml/2006/main" w="0">
            <a:noFill/>
            <a:prstDash val="solid"/>
          </a:ln>
        </p:spPr>
      </p:sp>
      <p:sp>
        <p:nvSpPr>
          <p:cNvPr id="1216" name="layout-candidate-orange-112-0">
            <a:extLst xmlns:a="http://schemas.openxmlformats.org/drawingml/2006/main">
              <a:ext uri="{FF2B5EF4-FFF2-40B4-BE49-F238E27FC236}">
                <a16:creationId xmlns:a16="http://schemas.microsoft.com/office/drawing/2014/main" id="{0ABE6B8E-43B6-4DB6-B4E1-095067DFE56A}"/>
              </a:ext>
            </a:extLst>
          </p:cNvPr>
          <p:cNvSpPr>
            <a:spLocks xmlns:a="http://schemas.openxmlformats.org/drawingml/2006/main" noGrp="1"/>
          </p:cNvSpPr>
          <p:nvPr/>
        </p:nvSpPr>
        <p:spPr>
          <a:xfrm xmlns:a="http://schemas.openxmlformats.org/drawingml/2006/main" rot="0">
            <a:off x="2257425" y="5143500"/>
            <a:ext cx="95250" cy="38100"/>
          </a:xfrm>
          <a:custGeom xmlns:a="http://schemas.openxmlformats.org/drawingml/2006/main">
            <a:pathLst>
              <a:path w="95250" h="38100">
                <a:moveTo>
                  <a:pt x="28575" y="4763"/>
                </a:moveTo>
                <a:lnTo>
                  <a:pt x="33338" y="0"/>
                </a:lnTo>
                <a:lnTo>
                  <a:pt x="42863" y="0"/>
                </a:lnTo>
                <a:lnTo>
                  <a:pt x="52388" y="0"/>
                </a:lnTo>
                <a:lnTo>
                  <a:pt x="57150" y="4763"/>
                </a:lnTo>
                <a:lnTo>
                  <a:pt x="61913" y="9525"/>
                </a:lnTo>
                <a:lnTo>
                  <a:pt x="71438" y="9525"/>
                </a:lnTo>
                <a:lnTo>
                  <a:pt x="76200" y="14288"/>
                </a:lnTo>
                <a:lnTo>
                  <a:pt x="80963" y="19050"/>
                </a:lnTo>
                <a:lnTo>
                  <a:pt x="90488" y="19050"/>
                </a:lnTo>
                <a:lnTo>
                  <a:pt x="95250" y="23813"/>
                </a:lnTo>
                <a:lnTo>
                  <a:pt x="90488" y="28575"/>
                </a:lnTo>
                <a:lnTo>
                  <a:pt x="85725" y="33338"/>
                </a:lnTo>
                <a:lnTo>
                  <a:pt x="80963" y="38100"/>
                </a:lnTo>
                <a:lnTo>
                  <a:pt x="71438" y="38100"/>
                </a:lnTo>
                <a:lnTo>
                  <a:pt x="61913" y="38100"/>
                </a:lnTo>
                <a:lnTo>
                  <a:pt x="52388" y="38100"/>
                </a:lnTo>
                <a:lnTo>
                  <a:pt x="42863" y="38100"/>
                </a:lnTo>
                <a:lnTo>
                  <a:pt x="33338" y="38100"/>
                </a:lnTo>
                <a:lnTo>
                  <a:pt x="23813" y="38100"/>
                </a:lnTo>
                <a:lnTo>
                  <a:pt x="14288" y="38100"/>
                </a:lnTo>
                <a:lnTo>
                  <a:pt x="4763" y="38100"/>
                </a:lnTo>
                <a:lnTo>
                  <a:pt x="0" y="33338"/>
                </a:lnTo>
                <a:lnTo>
                  <a:pt x="0" y="23813"/>
                </a:lnTo>
                <a:lnTo>
                  <a:pt x="4763" y="19050"/>
                </a:lnTo>
                <a:lnTo>
                  <a:pt x="9525" y="14288"/>
                </a:lnTo>
                <a:lnTo>
                  <a:pt x="14288" y="9525"/>
                </a:lnTo>
                <a:lnTo>
                  <a:pt x="23813" y="9525"/>
                </a:lnTo>
                <a:lnTo>
                  <a:pt x="28575" y="4763"/>
                </a:lnTo>
                <a:close/>
              </a:path>
            </a:pathLst>
          </a:custGeom>
          <a:solidFill xmlns:a="http://schemas.openxmlformats.org/drawingml/2006/main">
            <a:srgbClr val="FBE0C5"/>
          </a:solidFill>
          <a:ln xmlns:a="http://schemas.openxmlformats.org/drawingml/2006/main" w="0">
            <a:noFill/>
            <a:prstDash val="solid"/>
          </a:ln>
        </p:spPr>
      </p:sp>
      <p:sp>
        <p:nvSpPr>
          <p:cNvPr id="1217" name="layout-candidate-orange-113-0">
            <a:extLst xmlns:a="http://schemas.openxmlformats.org/drawingml/2006/main">
              <a:ext uri="{FF2B5EF4-FFF2-40B4-BE49-F238E27FC236}">
                <a16:creationId xmlns:a16="http://schemas.microsoft.com/office/drawing/2014/main" id="{82D7E638-95A4-4910-9575-D8E31569A983}"/>
              </a:ext>
            </a:extLst>
          </p:cNvPr>
          <p:cNvSpPr>
            <a:spLocks xmlns:a="http://schemas.openxmlformats.org/drawingml/2006/main" noGrp="1"/>
          </p:cNvSpPr>
          <p:nvPr/>
        </p:nvSpPr>
        <p:spPr>
          <a:xfrm xmlns:a="http://schemas.openxmlformats.org/drawingml/2006/main" rot="0">
            <a:off x="2266950" y="5153025"/>
            <a:ext cx="66675" cy="28575"/>
          </a:xfrm>
          <a:custGeom xmlns:a="http://schemas.openxmlformats.org/drawingml/2006/main">
            <a:pathLst>
              <a:path w="66675" h="28575">
                <a:moveTo>
                  <a:pt x="19050" y="4763"/>
                </a:moveTo>
                <a:lnTo>
                  <a:pt x="23813" y="0"/>
                </a:lnTo>
                <a:lnTo>
                  <a:pt x="33338" y="0"/>
                </a:lnTo>
                <a:lnTo>
                  <a:pt x="42863" y="0"/>
                </a:lnTo>
                <a:lnTo>
                  <a:pt x="52388" y="0"/>
                </a:lnTo>
                <a:lnTo>
                  <a:pt x="57150" y="4763"/>
                </a:lnTo>
                <a:lnTo>
                  <a:pt x="61913" y="9525"/>
                </a:lnTo>
                <a:lnTo>
                  <a:pt x="66675" y="14288"/>
                </a:lnTo>
                <a:lnTo>
                  <a:pt x="66675" y="23813"/>
                </a:lnTo>
                <a:lnTo>
                  <a:pt x="61913" y="28575"/>
                </a:lnTo>
                <a:lnTo>
                  <a:pt x="52388" y="28575"/>
                </a:lnTo>
                <a:lnTo>
                  <a:pt x="42863" y="28575"/>
                </a:lnTo>
                <a:lnTo>
                  <a:pt x="33338" y="28575"/>
                </a:lnTo>
                <a:lnTo>
                  <a:pt x="23813" y="28575"/>
                </a:lnTo>
                <a:lnTo>
                  <a:pt x="14288" y="28575"/>
                </a:lnTo>
                <a:lnTo>
                  <a:pt x="4763" y="28575"/>
                </a:lnTo>
                <a:lnTo>
                  <a:pt x="0" y="23813"/>
                </a:lnTo>
                <a:lnTo>
                  <a:pt x="0" y="14288"/>
                </a:lnTo>
                <a:lnTo>
                  <a:pt x="4763" y="9525"/>
                </a:lnTo>
                <a:lnTo>
                  <a:pt x="14288" y="9525"/>
                </a:lnTo>
                <a:lnTo>
                  <a:pt x="19050" y="4763"/>
                </a:lnTo>
                <a:close/>
              </a:path>
            </a:pathLst>
          </a:custGeom>
          <a:solidFill xmlns:a="http://schemas.openxmlformats.org/drawingml/2006/main">
            <a:srgbClr val="FBE3CA"/>
          </a:solidFill>
          <a:ln xmlns:a="http://schemas.openxmlformats.org/drawingml/2006/main" w="0">
            <a:noFill/>
            <a:prstDash val="solid"/>
          </a:ln>
        </p:spPr>
      </p:sp>
      <p:sp>
        <p:nvSpPr>
          <p:cNvPr id="1218" name="layout-candidate-orange-114-0">
            <a:extLst xmlns:a="http://schemas.openxmlformats.org/drawingml/2006/main">
              <a:ext uri="{FF2B5EF4-FFF2-40B4-BE49-F238E27FC236}">
                <a16:creationId xmlns:a16="http://schemas.microsoft.com/office/drawing/2014/main" id="{9ACF45FF-A128-4A69-BE4D-2CD694023389}"/>
              </a:ext>
            </a:extLst>
          </p:cNvPr>
          <p:cNvSpPr>
            <a:spLocks xmlns:a="http://schemas.openxmlformats.org/drawingml/2006/main" noGrp="1"/>
          </p:cNvSpPr>
          <p:nvPr/>
        </p:nvSpPr>
        <p:spPr>
          <a:xfrm xmlns:a="http://schemas.openxmlformats.org/drawingml/2006/main" rot="0">
            <a:off x="2276475" y="5162550"/>
            <a:ext cx="57150" cy="19050"/>
          </a:xfrm>
          <a:custGeom xmlns:a="http://schemas.openxmlformats.org/drawingml/2006/main">
            <a:pathLst>
              <a:path w="57150" h="19050">
                <a:moveTo>
                  <a:pt x="9525" y="4763"/>
                </a:moveTo>
                <a:lnTo>
                  <a:pt x="14288" y="0"/>
                </a:lnTo>
                <a:lnTo>
                  <a:pt x="23813" y="0"/>
                </a:lnTo>
                <a:lnTo>
                  <a:pt x="33338" y="0"/>
                </a:lnTo>
                <a:lnTo>
                  <a:pt x="42863" y="0"/>
                </a:lnTo>
                <a:lnTo>
                  <a:pt x="47625" y="4763"/>
                </a:lnTo>
                <a:lnTo>
                  <a:pt x="52388" y="9525"/>
                </a:lnTo>
                <a:lnTo>
                  <a:pt x="57150" y="14288"/>
                </a:lnTo>
                <a:lnTo>
                  <a:pt x="52388" y="19050"/>
                </a:lnTo>
                <a:lnTo>
                  <a:pt x="42863" y="19050"/>
                </a:lnTo>
                <a:lnTo>
                  <a:pt x="33338" y="19050"/>
                </a:lnTo>
                <a:lnTo>
                  <a:pt x="23813" y="19050"/>
                </a:lnTo>
                <a:lnTo>
                  <a:pt x="14288" y="19050"/>
                </a:lnTo>
                <a:lnTo>
                  <a:pt x="4763" y="19050"/>
                </a:lnTo>
                <a:lnTo>
                  <a:pt x="0" y="14288"/>
                </a:lnTo>
                <a:lnTo>
                  <a:pt x="4763" y="9525"/>
                </a:lnTo>
                <a:lnTo>
                  <a:pt x="9525" y="4763"/>
                </a:lnTo>
                <a:close/>
              </a:path>
            </a:pathLst>
          </a:custGeom>
          <a:solidFill xmlns:a="http://schemas.openxmlformats.org/drawingml/2006/main">
            <a:srgbClr val="FCE4CE"/>
          </a:solidFill>
          <a:ln xmlns:a="http://schemas.openxmlformats.org/drawingml/2006/main" w="0">
            <a:noFill/>
            <a:prstDash val="solid"/>
          </a:ln>
        </p:spPr>
      </p:sp>
      <p:sp>
        <p:nvSpPr>
          <p:cNvPr id="1219" name="layout-candidate-orange-115-0">
            <a:extLst xmlns:a="http://schemas.openxmlformats.org/drawingml/2006/main">
              <a:ext uri="{FF2B5EF4-FFF2-40B4-BE49-F238E27FC236}">
                <a16:creationId xmlns:a16="http://schemas.microsoft.com/office/drawing/2014/main" id="{F8B24F27-22BD-4D88-B91A-31CBCCE14686}"/>
              </a:ext>
            </a:extLst>
          </p:cNvPr>
          <p:cNvSpPr>
            <a:spLocks xmlns:a="http://schemas.openxmlformats.org/drawingml/2006/main" noGrp="1"/>
          </p:cNvSpPr>
          <p:nvPr/>
        </p:nvSpPr>
        <p:spPr>
          <a:xfrm xmlns:a="http://schemas.openxmlformats.org/drawingml/2006/main" rot="0">
            <a:off x="2276475" y="5162550"/>
            <a:ext cx="47625" cy="19050"/>
          </a:xfrm>
          <a:custGeom xmlns:a="http://schemas.openxmlformats.org/drawingml/2006/main">
            <a:pathLst>
              <a:path w="47625" h="19050">
                <a:moveTo>
                  <a:pt x="19050" y="4763"/>
                </a:moveTo>
                <a:lnTo>
                  <a:pt x="23813" y="0"/>
                </a:lnTo>
                <a:lnTo>
                  <a:pt x="28575" y="4763"/>
                </a:lnTo>
                <a:lnTo>
                  <a:pt x="33338" y="9525"/>
                </a:lnTo>
                <a:lnTo>
                  <a:pt x="42863" y="9525"/>
                </a:lnTo>
                <a:lnTo>
                  <a:pt x="47625" y="14288"/>
                </a:lnTo>
                <a:lnTo>
                  <a:pt x="42863" y="19050"/>
                </a:lnTo>
                <a:lnTo>
                  <a:pt x="33338" y="19050"/>
                </a:lnTo>
                <a:lnTo>
                  <a:pt x="23813" y="19050"/>
                </a:lnTo>
                <a:lnTo>
                  <a:pt x="14288" y="19050"/>
                </a:lnTo>
                <a:lnTo>
                  <a:pt x="4763" y="19050"/>
                </a:lnTo>
                <a:lnTo>
                  <a:pt x="0" y="14288"/>
                </a:lnTo>
                <a:lnTo>
                  <a:pt x="4763" y="9525"/>
                </a:lnTo>
                <a:lnTo>
                  <a:pt x="14288" y="9525"/>
                </a:lnTo>
                <a:lnTo>
                  <a:pt x="19050" y="4763"/>
                </a:lnTo>
                <a:close/>
              </a:path>
            </a:pathLst>
          </a:custGeom>
          <a:solidFill xmlns:a="http://schemas.openxmlformats.org/drawingml/2006/main">
            <a:srgbClr val="FDE6D0"/>
          </a:solidFill>
          <a:ln xmlns:a="http://schemas.openxmlformats.org/drawingml/2006/main" w="0">
            <a:noFill/>
            <a:prstDash val="solid"/>
          </a:ln>
        </p:spPr>
      </p:sp>
      <p:sp>
        <p:nvSpPr>
          <p:cNvPr id="1220" name="layout-candidate-orange-116-0">
            <a:extLst xmlns:a="http://schemas.openxmlformats.org/drawingml/2006/main">
              <a:ext uri="{FF2B5EF4-FFF2-40B4-BE49-F238E27FC236}">
                <a16:creationId xmlns:a16="http://schemas.microsoft.com/office/drawing/2014/main" id="{BD0B4AF5-F750-454B-987F-C5ADB36109D8}"/>
              </a:ext>
            </a:extLst>
          </p:cNvPr>
          <p:cNvSpPr>
            <a:spLocks xmlns:a="http://schemas.openxmlformats.org/drawingml/2006/main" noGrp="1"/>
          </p:cNvSpPr>
          <p:nvPr/>
        </p:nvSpPr>
        <p:spPr>
          <a:xfrm xmlns:a="http://schemas.openxmlformats.org/drawingml/2006/main" rot="0">
            <a:off x="2295525" y="5172075"/>
            <a:ext cx="9525" cy="9525"/>
          </a:xfrm>
          <a:custGeom xmlns:a="http://schemas.openxmlformats.org/drawingml/2006/main">
            <a:pathLst>
              <a:path w="9525" h="9525">
                <a:moveTo>
                  <a:pt x="0" y="4763"/>
                </a:moveTo>
                <a:lnTo>
                  <a:pt x="4763" y="0"/>
                </a:lnTo>
                <a:lnTo>
                  <a:pt x="9525" y="4763"/>
                </a:lnTo>
                <a:lnTo>
                  <a:pt x="4763" y="9525"/>
                </a:lnTo>
                <a:lnTo>
                  <a:pt x="0" y="4763"/>
                </a:lnTo>
                <a:close/>
              </a:path>
            </a:pathLst>
          </a:custGeom>
          <a:solidFill xmlns:a="http://schemas.openxmlformats.org/drawingml/2006/main">
            <a:srgbClr val="FDE8D3"/>
          </a:solidFill>
          <a:ln xmlns:a="http://schemas.openxmlformats.org/drawingml/2006/main" w="0">
            <a:noFill/>
            <a:prstDash val="solid"/>
          </a:ln>
        </p:spPr>
      </p:sp>
      <p:sp>
        <p:nvSpPr>
          <p:cNvPr id="1221" name="static-heading">
            <a:extLst xmlns:a="http://schemas.openxmlformats.org/drawingml/2006/main">
              <a:ext uri="{FF2B5EF4-FFF2-40B4-BE49-F238E27FC236}">
                <a16:creationId xmlns:a16="http://schemas.microsoft.com/office/drawing/2014/main" id="{386C4913-74F8-43EA-A605-6D5B80153C80}"/>
              </a:ext>
            </a:extLst>
          </p:cNvPr>
          <p:cNvSpPr>
            <a:spLocks xmlns:a="http://schemas.openxmlformats.org/drawingml/2006/main" noGrp="1"/>
          </p:cNvSpPr>
          <p:nvPr/>
        </p:nvSpPr>
        <p:spPr>
          <a:xfrm xmlns:a="http://schemas.openxmlformats.org/drawingml/2006/main" rot="0">
            <a:off x="1419225" y="47625"/>
            <a:ext cx="31527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725" b="1" i="0">
                <a:solidFill>
                  <a:srgbClr val="FF9400"/>
                </a:solidFill>
                <a:latin typeface="Arial"/>
                <a:ea typeface="Arial"/>
                <a:cs typeface="Arial"/>
              </a:defRPr>
            </a:defPPr>
          </a:lstStyle>
          <a:p xmlns:a="http://schemas.openxmlformats.org/drawingml/2006/main">
            <a:pPr algn="ctr">
              <a:defRPr sz="1725" b="1" i="0">
                <a:solidFill>
                  <a:srgbClr val="FF9400"/>
                </a:solidFill>
                <a:latin typeface="Arial"/>
                <a:ea typeface="Arial"/>
                <a:cs typeface="Arial"/>
              </a:defRPr>
            </a:pPr>
            <a:r>
              <a:rPr sz="1725" b="1" i="0">
                <a:solidFill>
                  <a:srgbClr val="FF9400"/>
                </a:solidFill>
                <a:latin typeface="Arial"/>
                <a:ea typeface="Arial"/>
                <a:cs typeface="Arial"/>
              </a:rPr>
              <a:t>Static Scene Generation</a:t>
            </a:r>
          </a:p>
        </p:txBody>
      </p:sp>
      <p:sp>
        <p:nvSpPr>
          <p:cNvPr id="1222" name="action-heading">
            <a:extLst xmlns:a="http://schemas.openxmlformats.org/drawingml/2006/main">
              <a:ext uri="{FF2B5EF4-FFF2-40B4-BE49-F238E27FC236}">
                <a16:creationId xmlns:a16="http://schemas.microsoft.com/office/drawing/2014/main" id="{886986AD-5AC0-428A-B3C0-2B6476D4C19D}"/>
              </a:ext>
            </a:extLst>
          </p:cNvPr>
          <p:cNvSpPr>
            <a:spLocks xmlns:a="http://schemas.openxmlformats.org/drawingml/2006/main" noGrp="1"/>
          </p:cNvSpPr>
          <p:nvPr/>
        </p:nvSpPr>
        <p:spPr>
          <a:xfrm xmlns:a="http://schemas.openxmlformats.org/drawingml/2006/main" rot="0">
            <a:off x="7591425" y="47625"/>
            <a:ext cx="2343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725" b="1" i="0">
                <a:solidFill>
                  <a:srgbClr val="FF9400"/>
                </a:solidFill>
                <a:latin typeface="Arial"/>
                <a:ea typeface="Arial"/>
                <a:cs typeface="Arial"/>
              </a:defRPr>
            </a:defPPr>
          </a:lstStyle>
          <a:p xmlns:a="http://schemas.openxmlformats.org/drawingml/2006/main">
            <a:pPr algn="ctr">
              <a:defRPr sz="1725" b="1" i="0">
                <a:solidFill>
                  <a:srgbClr val="FF9400"/>
                </a:solidFill>
                <a:latin typeface="Arial"/>
                <a:ea typeface="Arial"/>
                <a:cs typeface="Arial"/>
              </a:defRPr>
            </a:pPr>
            <a:r>
              <a:rPr sz="1725" b="1" i="0">
                <a:solidFill>
                  <a:srgbClr val="FF9400"/>
                </a:solidFill>
                <a:latin typeface="Arial"/>
                <a:ea typeface="Arial"/>
                <a:cs typeface="Arial"/>
              </a:rPr>
              <a:t>Action Generation</a:t>
            </a:r>
          </a:p>
        </p:txBody>
      </p:sp>
      <p:sp>
        <p:nvSpPr>
          <p:cNvPr id="1223" name="verification-heading">
            <a:extLst xmlns:a="http://schemas.openxmlformats.org/drawingml/2006/main">
              <a:ext uri="{FF2B5EF4-FFF2-40B4-BE49-F238E27FC236}">
                <a16:creationId xmlns:a16="http://schemas.microsoft.com/office/drawing/2014/main" id="{CF2785AC-A2F9-4B0F-AD67-D27DDA521024}"/>
              </a:ext>
            </a:extLst>
          </p:cNvPr>
          <p:cNvSpPr>
            <a:spLocks xmlns:a="http://schemas.openxmlformats.org/drawingml/2006/main" noGrp="1"/>
          </p:cNvSpPr>
          <p:nvPr/>
        </p:nvSpPr>
        <p:spPr>
          <a:xfrm xmlns:a="http://schemas.openxmlformats.org/drawingml/2006/main" rot="0">
            <a:off x="12344400" y="3810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725" b="1" i="0">
                <a:solidFill>
                  <a:srgbClr val="FF9400"/>
                </a:solidFill>
                <a:latin typeface="Arial"/>
                <a:ea typeface="Arial"/>
                <a:cs typeface="Arial"/>
              </a:defRPr>
            </a:defPPr>
          </a:lstStyle>
          <a:p xmlns:a="http://schemas.openxmlformats.org/drawingml/2006/main">
            <a:pPr algn="ctr">
              <a:defRPr sz="1725" b="1" i="0">
                <a:solidFill>
                  <a:srgbClr val="FF9400"/>
                </a:solidFill>
                <a:latin typeface="Arial"/>
                <a:ea typeface="Arial"/>
                <a:cs typeface="Arial"/>
              </a:defRPr>
            </a:pPr>
            <a:r>
              <a:rPr sz="1725" b="1" i="0">
                <a:solidFill>
                  <a:srgbClr val="FF9400"/>
                </a:solidFill>
                <a:latin typeface="Arial"/>
                <a:ea typeface="Arial"/>
                <a:cs typeface="Arial"/>
              </a:rPr>
              <a:t>Verification</a:t>
            </a:r>
          </a:p>
        </p:txBody>
      </p:sp>
      <p:sp>
        <p:nvSpPr>
          <p:cNvPr id="1224" name="training-heading">
            <a:extLst xmlns:a="http://schemas.openxmlformats.org/drawingml/2006/main">
              <a:ext uri="{FF2B5EF4-FFF2-40B4-BE49-F238E27FC236}">
                <a16:creationId xmlns:a16="http://schemas.microsoft.com/office/drawing/2014/main" id="{CAAA1428-B4C7-44B8-90E2-F61A3723F3FF}"/>
              </a:ext>
            </a:extLst>
          </p:cNvPr>
          <p:cNvSpPr>
            <a:spLocks xmlns:a="http://schemas.openxmlformats.org/drawingml/2006/main" noGrp="1"/>
          </p:cNvSpPr>
          <p:nvPr/>
        </p:nvSpPr>
        <p:spPr>
          <a:xfrm xmlns:a="http://schemas.openxmlformats.org/drawingml/2006/main" rot="0">
            <a:off x="12268200" y="533400"/>
            <a:ext cx="1600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725" b="1" i="0">
                <a:solidFill>
                  <a:srgbClr val="BF77A9"/>
                </a:solidFill>
                <a:latin typeface="Arial"/>
                <a:ea typeface="Arial"/>
                <a:cs typeface="Arial"/>
              </a:defRPr>
            </a:defPPr>
          </a:lstStyle>
          <a:p xmlns:a="http://schemas.openxmlformats.org/drawingml/2006/main">
            <a:pPr algn="ctr">
              <a:defRPr sz="1725" b="1" i="0">
                <a:solidFill>
                  <a:srgbClr val="BF77A9"/>
                </a:solidFill>
                <a:latin typeface="Arial"/>
                <a:ea typeface="Arial"/>
                <a:cs typeface="Arial"/>
              </a:defRPr>
            </a:pPr>
            <a:r>
              <a:rPr sz="1725" b="1" i="0">
                <a:solidFill>
                  <a:srgbClr val="BF77A9"/>
                </a:solidFill>
                <a:latin typeface="Arial"/>
                <a:ea typeface="Arial"/>
                <a:cs typeface="Arial"/>
              </a:rPr>
              <a:t>Agent Training</a:t>
            </a:r>
          </a:p>
        </p:txBody>
      </p:sp>
      <p:sp>
        <p:nvSpPr>
          <p:cNvPr id="1225" name="simulator-heading">
            <a:extLst xmlns:a="http://schemas.openxmlformats.org/drawingml/2006/main">
              <a:ext uri="{FF2B5EF4-FFF2-40B4-BE49-F238E27FC236}">
                <a16:creationId xmlns:a16="http://schemas.microsoft.com/office/drawing/2014/main" id="{49A47C1A-8A31-4F1A-8409-59AF443B63FB}"/>
              </a:ext>
            </a:extLst>
          </p:cNvPr>
          <p:cNvSpPr>
            <a:spLocks xmlns:a="http://schemas.openxmlformats.org/drawingml/2006/main" noGrp="1"/>
          </p:cNvSpPr>
          <p:nvPr/>
        </p:nvSpPr>
        <p:spPr>
          <a:xfrm xmlns:a="http://schemas.openxmlformats.org/drawingml/2006/main" rot="0">
            <a:off x="12515850" y="2057400"/>
            <a:ext cx="12668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725" b="1" i="0">
                <a:solidFill>
                  <a:srgbClr val="A1BDE6"/>
                </a:solidFill>
                <a:latin typeface="Arial"/>
                <a:ea typeface="Arial"/>
                <a:cs typeface="Arial"/>
              </a:defRPr>
            </a:defPPr>
          </a:lstStyle>
          <a:p xmlns:a="http://schemas.openxmlformats.org/drawingml/2006/main">
            <a:pPr algn="ctr">
              <a:defRPr sz="1725" b="1" i="0">
                <a:solidFill>
                  <a:srgbClr val="A1BDE6"/>
                </a:solidFill>
                <a:latin typeface="Arial"/>
                <a:ea typeface="Arial"/>
                <a:cs typeface="Arial"/>
              </a:defRPr>
            </a:pPr>
            <a:r>
              <a:rPr sz="1725" b="1" i="0">
                <a:solidFill>
                  <a:srgbClr val="A1BDE6"/>
                </a:solidFill>
                <a:latin typeface="Arial"/>
                <a:ea typeface="Arial"/>
                <a:cs typeface="Arial"/>
              </a:rPr>
              <a:t>Simulator</a:t>
            </a:r>
          </a:p>
        </p:txBody>
      </p:sp>
      <p:sp>
        <p:nvSpPr>
          <p:cNvPr id="1226" name="refinement-heading">
            <a:extLst xmlns:a="http://schemas.openxmlformats.org/drawingml/2006/main">
              <a:ext uri="{FF2B5EF4-FFF2-40B4-BE49-F238E27FC236}">
                <a16:creationId xmlns:a16="http://schemas.microsoft.com/office/drawing/2014/main" id="{1FA3CA0E-565A-45A2-8ABE-4438BCCBE150}"/>
              </a:ext>
            </a:extLst>
          </p:cNvPr>
          <p:cNvSpPr>
            <a:spLocks xmlns:a="http://schemas.openxmlformats.org/drawingml/2006/main" noGrp="1"/>
          </p:cNvSpPr>
          <p:nvPr/>
        </p:nvSpPr>
        <p:spPr>
          <a:xfrm xmlns:a="http://schemas.openxmlformats.org/drawingml/2006/main" rot="0">
            <a:off x="1866900" y="6219825"/>
            <a:ext cx="28003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725" b="1" i="0">
                <a:solidFill>
                  <a:srgbClr val="FF9400"/>
                </a:solidFill>
                <a:latin typeface="Arial"/>
                <a:ea typeface="Arial"/>
                <a:cs typeface="Arial"/>
              </a:defRPr>
            </a:defPPr>
          </a:lstStyle>
          <a:p xmlns:a="http://schemas.openxmlformats.org/drawingml/2006/main">
            <a:pPr algn="ctr">
              <a:defRPr sz="1725" b="1" i="0">
                <a:solidFill>
                  <a:srgbClr val="FF9400"/>
                </a:solidFill>
                <a:latin typeface="Arial"/>
                <a:ea typeface="Arial"/>
                <a:cs typeface="Arial"/>
              </a:defRPr>
            </a:pPr>
            <a:r>
              <a:rPr sz="1725" b="1" i="0">
                <a:solidFill>
                  <a:srgbClr val="FF9400"/>
                </a:solidFill>
                <a:latin typeface="Arial"/>
                <a:ea typeface="Arial"/>
                <a:cs typeface="Arial"/>
              </a:rPr>
              <a:t>Static Scene Refinement</a:t>
            </a:r>
          </a:p>
        </p:txBody>
      </p:sp>
      <p:sp>
        <p:nvSpPr>
          <p:cNvPr id="1227" name="augmentation-heading">
            <a:extLst xmlns:a="http://schemas.openxmlformats.org/drawingml/2006/main">
              <a:ext uri="{FF2B5EF4-FFF2-40B4-BE49-F238E27FC236}">
                <a16:creationId xmlns:a16="http://schemas.microsoft.com/office/drawing/2014/main" id="{27EE9938-1FC4-4679-82FE-03130EBF3864}"/>
              </a:ext>
            </a:extLst>
          </p:cNvPr>
          <p:cNvSpPr>
            <a:spLocks xmlns:a="http://schemas.openxmlformats.org/drawingml/2006/main" noGrp="1"/>
          </p:cNvSpPr>
          <p:nvPr/>
        </p:nvSpPr>
        <p:spPr>
          <a:xfrm xmlns:a="http://schemas.openxmlformats.org/drawingml/2006/main" rot="0">
            <a:off x="9029700" y="6219825"/>
            <a:ext cx="24860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725" b="1" i="0">
                <a:solidFill>
                  <a:srgbClr val="FF9400"/>
                </a:solidFill>
                <a:latin typeface="Arial"/>
                <a:ea typeface="Arial"/>
                <a:cs typeface="Arial"/>
              </a:defRPr>
            </a:defPPr>
          </a:lstStyle>
          <a:p xmlns:a="http://schemas.openxmlformats.org/drawingml/2006/main">
            <a:pPr algn="ctr">
              <a:defRPr sz="1725" b="1" i="0">
                <a:solidFill>
                  <a:srgbClr val="FF9400"/>
                </a:solidFill>
                <a:latin typeface="Arial"/>
                <a:ea typeface="Arial"/>
                <a:cs typeface="Arial"/>
              </a:defRPr>
            </a:pPr>
            <a:r>
              <a:rPr sz="1725" b="1" i="0">
                <a:solidFill>
                  <a:srgbClr val="FF9400"/>
                </a:solidFill>
                <a:latin typeface="Arial"/>
                <a:ea typeface="Arial"/>
                <a:cs typeface="Arial"/>
              </a:rPr>
              <a:t>Action Augmentation</a:t>
            </a:r>
          </a:p>
        </p:txBody>
      </p:sp>
      <p:sp>
        <p:nvSpPr>
          <p:cNvPr id="1228" name="layout-sampling">
            <a:extLst xmlns:a="http://schemas.openxmlformats.org/drawingml/2006/main">
              <a:ext uri="{FF2B5EF4-FFF2-40B4-BE49-F238E27FC236}">
                <a16:creationId xmlns:a16="http://schemas.microsoft.com/office/drawing/2014/main" id="{7E56D105-7D52-4A6F-8136-35B1A7AE8BFB}"/>
              </a:ext>
            </a:extLst>
          </p:cNvPr>
          <p:cNvSpPr>
            <a:spLocks xmlns:a="http://schemas.openxmlformats.org/drawingml/2006/main" noGrp="1"/>
          </p:cNvSpPr>
          <p:nvPr/>
        </p:nvSpPr>
        <p:spPr>
          <a:xfrm xmlns:a="http://schemas.openxmlformats.org/drawingml/2006/main" rot="0">
            <a:off x="714375" y="5915025"/>
            <a:ext cx="1790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575" b="1" i="0">
                <a:solidFill>
                  <a:srgbClr val="252323"/>
                </a:solidFill>
                <a:latin typeface="Arial"/>
                <a:ea typeface="Arial"/>
                <a:cs typeface="Arial"/>
              </a:defRPr>
            </a:defPPr>
          </a:lstStyle>
          <a:p xmlns:a="http://schemas.openxmlformats.org/drawingml/2006/main">
            <a:pPr algn="ctr">
              <a:defRPr sz="1575" b="1" i="0">
                <a:solidFill>
                  <a:srgbClr val="252323"/>
                </a:solidFill>
                <a:latin typeface="Arial"/>
                <a:ea typeface="Arial"/>
                <a:cs typeface="Arial"/>
              </a:defRPr>
            </a:pPr>
            <a:r>
              <a:rPr sz="1575" b="1" i="0">
                <a:solidFill>
                  <a:srgbClr val="252323"/>
                </a:solidFill>
                <a:latin typeface="Arial"/>
                <a:ea typeface="Arial"/>
                <a:cs typeface="Arial"/>
              </a:rPr>
              <a:t>Layout Sampling</a:t>
            </a:r>
          </a:p>
        </p:txBody>
      </p:sp>
      <p:sp>
        <p:nvSpPr>
          <p:cNvPr id="1229" name="quaternion-heading">
            <a:extLst xmlns:a="http://schemas.openxmlformats.org/drawingml/2006/main">
              <a:ext uri="{FF2B5EF4-FFF2-40B4-BE49-F238E27FC236}">
                <a16:creationId xmlns:a16="http://schemas.microsoft.com/office/drawing/2014/main" id="{A390FA98-325B-496D-A965-F1536F2703BE}"/>
              </a:ext>
            </a:extLst>
          </p:cNvPr>
          <p:cNvSpPr>
            <a:spLocks xmlns:a="http://schemas.openxmlformats.org/drawingml/2006/main" noGrp="1"/>
          </p:cNvSpPr>
          <p:nvPr/>
        </p:nvSpPr>
        <p:spPr>
          <a:xfrm xmlns:a="http://schemas.openxmlformats.org/drawingml/2006/main" rot="0">
            <a:off x="3638550" y="5915025"/>
            <a:ext cx="2447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575" b="1" i="0">
                <a:solidFill>
                  <a:srgbClr val="252323"/>
                </a:solidFill>
                <a:latin typeface="Arial"/>
                <a:ea typeface="Arial"/>
                <a:cs typeface="Arial"/>
              </a:defRPr>
            </a:defPPr>
          </a:lstStyle>
          <a:p xmlns:a="http://schemas.openxmlformats.org/drawingml/2006/main">
            <a:pPr algn="ctr">
              <a:defRPr sz="1575" b="1" i="0">
                <a:solidFill>
                  <a:srgbClr val="252323"/>
                </a:solidFill>
                <a:latin typeface="Arial"/>
                <a:ea typeface="Arial"/>
                <a:cs typeface="Arial"/>
              </a:defRPr>
            </a:pPr>
            <a:r>
              <a:rPr sz="1575" b="1" i="0">
                <a:solidFill>
                  <a:srgbClr val="252323"/>
                </a:solidFill>
                <a:latin typeface="Arial"/>
                <a:ea typeface="Arial"/>
                <a:cs typeface="Arial"/>
              </a:rPr>
              <a:t>Quaternion Quantization</a:t>
            </a:r>
          </a:p>
        </p:txBody>
      </p:sp>
      <p:sp>
        <p:nvSpPr>
          <p:cNvPr id="1230" name="residual-heading">
            <a:extLst xmlns:a="http://schemas.openxmlformats.org/drawingml/2006/main">
              <a:ext uri="{FF2B5EF4-FFF2-40B4-BE49-F238E27FC236}">
                <a16:creationId xmlns:a16="http://schemas.microsoft.com/office/drawing/2014/main" id="{0E4610D2-5141-4C87-A669-C700413DCF9C}"/>
              </a:ext>
            </a:extLst>
          </p:cNvPr>
          <p:cNvSpPr>
            <a:spLocks xmlns:a="http://schemas.openxmlformats.org/drawingml/2006/main" noGrp="1"/>
          </p:cNvSpPr>
          <p:nvPr/>
        </p:nvSpPr>
        <p:spPr>
          <a:xfrm xmlns:a="http://schemas.openxmlformats.org/drawingml/2006/main" rot="0">
            <a:off x="9286875" y="593407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575" b="1" i="0">
                <a:solidFill>
                  <a:srgbClr val="252323"/>
                </a:solidFill>
                <a:latin typeface="Arial"/>
                <a:ea typeface="Arial"/>
                <a:cs typeface="Arial"/>
              </a:defRPr>
            </a:defPPr>
          </a:lstStyle>
          <a:p xmlns:a="http://schemas.openxmlformats.org/drawingml/2006/main">
            <a:pPr algn="ctr">
              <a:defRPr sz="1575" b="1" i="0">
                <a:solidFill>
                  <a:srgbClr val="252323"/>
                </a:solidFill>
                <a:latin typeface="Arial"/>
                <a:ea typeface="Arial"/>
                <a:cs typeface="Arial"/>
              </a:defRPr>
            </a:pPr>
            <a:r>
              <a:rPr sz="1575" b="1" i="0">
                <a:solidFill>
                  <a:srgbClr val="252323"/>
                </a:solidFill>
                <a:latin typeface="Arial"/>
                <a:ea typeface="Arial"/>
                <a:cs typeface="Arial"/>
              </a:rPr>
              <a:t>Residual Learning</a:t>
            </a:r>
          </a:p>
        </p:txBody>
      </p:sp>
      <p:sp>
        <p:nvSpPr>
          <p:cNvPr id="1231" name="static-label">
            <a:extLst xmlns:a="http://schemas.openxmlformats.org/drawingml/2006/main">
              <a:ext uri="{FF2B5EF4-FFF2-40B4-BE49-F238E27FC236}">
                <a16:creationId xmlns:a16="http://schemas.microsoft.com/office/drawing/2014/main" id="{248D2EB1-01C0-497A-816F-C4F923ABE4C9}"/>
              </a:ext>
            </a:extLst>
          </p:cNvPr>
          <p:cNvSpPr>
            <a:spLocks xmlns:a="http://schemas.openxmlformats.org/drawingml/2006/main" noGrp="1"/>
          </p:cNvSpPr>
          <p:nvPr/>
        </p:nvSpPr>
        <p:spPr>
          <a:xfrm xmlns:a="http://schemas.openxmlformats.org/drawingml/2006/main" rot="0">
            <a:off x="6829425" y="6019800"/>
            <a:ext cx="11144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1" i="0">
                <a:solidFill>
                  <a:srgbClr val="2454AE"/>
                </a:solidFill>
                <a:latin typeface="Arial"/>
                <a:ea typeface="Arial"/>
                <a:cs typeface="Arial"/>
              </a:defRPr>
            </a:defPPr>
          </a:lstStyle>
          <a:p xmlns:a="http://schemas.openxmlformats.org/drawingml/2006/main">
            <a:pPr algn="ctr">
              <a:defRPr sz="1200" b="1" i="0">
                <a:solidFill>
                  <a:srgbClr val="2454AE"/>
                </a:solidFill>
                <a:latin typeface="Arial"/>
                <a:ea typeface="Arial"/>
                <a:cs typeface="Arial"/>
              </a:defRPr>
            </a:pPr>
            <a:r>
              <a:rPr sz="1200" b="1" i="0">
                <a:solidFill>
                  <a:srgbClr val="2454AE"/>
                </a:solidFill>
                <a:latin typeface="Arial"/>
                <a:ea typeface="Arial"/>
                <a:cs typeface="Arial"/>
              </a:rPr>
              <a:t>Static Scene</a:t>
            </a:r>
          </a:p>
        </p:txBody>
      </p:sp>
      <p:sp>
        <p:nvSpPr>
          <p:cNvPr id="1232" name="dynamic-label">
            <a:extLst xmlns:a="http://schemas.openxmlformats.org/drawingml/2006/main">
              <a:ext uri="{FF2B5EF4-FFF2-40B4-BE49-F238E27FC236}">
                <a16:creationId xmlns:a16="http://schemas.microsoft.com/office/drawing/2014/main" id="{32747743-5B9C-40CA-B6A7-E7A8F6A9408A}"/>
              </a:ext>
            </a:extLst>
          </p:cNvPr>
          <p:cNvSpPr>
            <a:spLocks xmlns:a="http://schemas.openxmlformats.org/drawingml/2006/main" noGrp="1"/>
          </p:cNvSpPr>
          <p:nvPr/>
        </p:nvSpPr>
        <p:spPr>
          <a:xfrm xmlns:a="http://schemas.openxmlformats.org/drawingml/2006/main" rot="0">
            <a:off x="12449175" y="5991225"/>
            <a:ext cx="13716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1" i="0">
                <a:solidFill>
                  <a:srgbClr val="EC2026"/>
                </a:solidFill>
                <a:latin typeface="Arial"/>
                <a:ea typeface="Arial"/>
                <a:cs typeface="Arial"/>
              </a:defRPr>
            </a:defPPr>
          </a:lstStyle>
          <a:p xmlns:a="http://schemas.openxmlformats.org/drawingml/2006/main">
            <a:pPr algn="ctr">
              <a:defRPr sz="1200" b="1" i="0">
                <a:solidFill>
                  <a:srgbClr val="EC2026"/>
                </a:solidFill>
                <a:latin typeface="Arial"/>
                <a:ea typeface="Arial"/>
                <a:cs typeface="Arial"/>
              </a:defRPr>
            </a:pPr>
            <a:r>
              <a:rPr sz="1200" b="1" i="0">
                <a:solidFill>
                  <a:srgbClr val="EC2026"/>
                </a:solidFill>
                <a:latin typeface="Arial"/>
                <a:ea typeface="Arial"/>
                <a:cs typeface="Arial"/>
              </a:rPr>
              <a:t>Dynamic Scene</a:t>
            </a:r>
          </a:p>
        </p:txBody>
      </p:sp>
      <p:sp>
        <p:nvSpPr>
          <p:cNvPr id="1233" name="mismatched">
            <a:extLst xmlns:a="http://schemas.openxmlformats.org/drawingml/2006/main">
              <a:ext uri="{FF2B5EF4-FFF2-40B4-BE49-F238E27FC236}">
                <a16:creationId xmlns:a16="http://schemas.microsoft.com/office/drawing/2014/main" id="{EA232BEC-0D7E-460F-9982-9B6A6D7C612D}"/>
              </a:ext>
            </a:extLst>
          </p:cNvPr>
          <p:cNvSpPr>
            <a:spLocks xmlns:a="http://schemas.openxmlformats.org/drawingml/2006/main" noGrp="1"/>
          </p:cNvSpPr>
          <p:nvPr/>
        </p:nvSpPr>
        <p:spPr>
          <a:xfrm xmlns:a="http://schemas.openxmlformats.org/drawingml/2006/main" rot="0">
            <a:off x="66675" y="4267200"/>
            <a:ext cx="11334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1" i="0">
                <a:solidFill>
                  <a:srgbClr val="252323"/>
                </a:solidFill>
                <a:latin typeface="Arial"/>
                <a:ea typeface="Arial"/>
                <a:cs typeface="Arial"/>
              </a:defRPr>
            </a:defPPr>
          </a:lstStyle>
          <a:p xmlns:a="http://schemas.openxmlformats.org/drawingml/2006/main">
            <a:pPr algn="ctr">
              <a:defRPr sz="1200" b="1" i="0">
                <a:solidFill>
                  <a:srgbClr val="252323"/>
                </a:solidFill>
                <a:latin typeface="Arial"/>
                <a:ea typeface="Arial"/>
                <a:cs typeface="Arial"/>
              </a:defRPr>
            </a:pPr>
            <a:r>
              <a:rPr sz="1200" b="1" i="0">
                <a:solidFill>
                  <a:srgbClr val="252323"/>
                </a:solidFill>
                <a:latin typeface="Arial"/>
                <a:ea typeface="Arial"/>
                <a:cs typeface="Arial"/>
              </a:rPr>
              <a:t>Mismatched</a:t>
            </a:r>
          </a:p>
          <a:p xmlns:a="http://schemas.openxmlformats.org/drawingml/2006/main">
            <a:pPr algn="ctr">
              <a:defRPr sz="1200" b="1" i="0">
                <a:solidFill>
                  <a:srgbClr val="252323"/>
                </a:solidFill>
                <a:latin typeface="Arial"/>
                <a:ea typeface="Arial"/>
                <a:cs typeface="Arial"/>
              </a:defRPr>
            </a:pPr>
            <a:r>
              <a:rPr sz="1200" b="1" i="0">
                <a:solidFill>
                  <a:srgbClr val="252323"/>
                </a:solidFill>
                <a:latin typeface="Arial"/>
                <a:ea typeface="Arial"/>
                <a:cs typeface="Arial"/>
              </a:rPr>
              <a:t>Room-Layout</a:t>
            </a:r>
          </a:p>
        </p:txBody>
      </p:sp>
      <p:sp>
        <p:nvSpPr>
          <p:cNvPr id="1234" name="matched">
            <a:extLst xmlns:a="http://schemas.openxmlformats.org/drawingml/2006/main">
              <a:ext uri="{FF2B5EF4-FFF2-40B4-BE49-F238E27FC236}">
                <a16:creationId xmlns:a16="http://schemas.microsoft.com/office/drawing/2014/main" id="{A5BD5BC0-DA83-4976-8574-9D40A0A301A3}"/>
              </a:ext>
            </a:extLst>
          </p:cNvPr>
          <p:cNvSpPr>
            <a:spLocks xmlns:a="http://schemas.openxmlformats.org/drawingml/2006/main" noGrp="1"/>
          </p:cNvSpPr>
          <p:nvPr/>
        </p:nvSpPr>
        <p:spPr>
          <a:xfrm xmlns:a="http://schemas.openxmlformats.org/drawingml/2006/main" rot="0">
            <a:off x="1971675" y="4267200"/>
            <a:ext cx="11525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1" i="0">
                <a:solidFill>
                  <a:srgbClr val="252323"/>
                </a:solidFill>
                <a:latin typeface="Arial"/>
                <a:ea typeface="Arial"/>
                <a:cs typeface="Arial"/>
              </a:defRPr>
            </a:defPPr>
          </a:lstStyle>
          <a:p xmlns:a="http://schemas.openxmlformats.org/drawingml/2006/main">
            <a:pPr algn="ctr">
              <a:defRPr sz="1200" b="1" i="0">
                <a:solidFill>
                  <a:srgbClr val="252323"/>
                </a:solidFill>
                <a:latin typeface="Arial"/>
                <a:ea typeface="Arial"/>
                <a:cs typeface="Arial"/>
              </a:defRPr>
            </a:pPr>
            <a:r>
              <a:rPr sz="1200" b="1" i="0">
                <a:solidFill>
                  <a:srgbClr val="252323"/>
                </a:solidFill>
                <a:latin typeface="Arial"/>
                <a:ea typeface="Arial"/>
                <a:cs typeface="Arial"/>
              </a:rPr>
              <a:t>Best matched</a:t>
            </a:r>
          </a:p>
          <a:p xmlns:a="http://schemas.openxmlformats.org/drawingml/2006/main">
            <a:pPr algn="ctr">
              <a:defRPr sz="1200" b="1" i="0">
                <a:solidFill>
                  <a:srgbClr val="252323"/>
                </a:solidFill>
                <a:latin typeface="Arial"/>
                <a:ea typeface="Arial"/>
                <a:cs typeface="Arial"/>
              </a:defRPr>
            </a:pPr>
            <a:r>
              <a:rPr sz="1200" b="1" i="0">
                <a:solidFill>
                  <a:srgbClr val="252323"/>
                </a:solidFill>
                <a:latin typeface="Arial"/>
                <a:ea typeface="Arial"/>
                <a:cs typeface="Arial"/>
              </a:rPr>
              <a:t>Room-Layout</a:t>
            </a:r>
          </a:p>
        </p:txBody>
      </p:sp>
      <p:sp>
        <p:nvSpPr>
          <p:cNvPr id="1235" name="room-layouts">
            <a:extLst xmlns:a="http://schemas.openxmlformats.org/drawingml/2006/main">
              <a:ext uri="{FF2B5EF4-FFF2-40B4-BE49-F238E27FC236}">
                <a16:creationId xmlns:a16="http://schemas.microsoft.com/office/drawing/2014/main" id="{C60F6C17-ADB1-4FE9-9712-B8C3E1D6CF79}"/>
              </a:ext>
            </a:extLst>
          </p:cNvPr>
          <p:cNvSpPr>
            <a:spLocks xmlns:a="http://schemas.openxmlformats.org/drawingml/2006/main" noGrp="1"/>
          </p:cNvSpPr>
          <p:nvPr/>
        </p:nvSpPr>
        <p:spPr>
          <a:xfrm xmlns:a="http://schemas.openxmlformats.org/drawingml/2006/main" rot="0">
            <a:off x="962025" y="5619750"/>
            <a:ext cx="16097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75" b="1" i="0">
                <a:solidFill>
                  <a:srgbClr val="252323"/>
                </a:solidFill>
                <a:latin typeface="Arial"/>
                <a:ea typeface="Arial"/>
                <a:cs typeface="Arial"/>
              </a:defRPr>
            </a:defPPr>
          </a:lstStyle>
          <a:p xmlns:a="http://schemas.openxmlformats.org/drawingml/2006/main">
            <a:pPr algn="ctr">
              <a:defRPr sz="1275" b="1" i="0">
                <a:solidFill>
                  <a:srgbClr val="252323"/>
                </a:solidFill>
                <a:latin typeface="Arial"/>
                <a:ea typeface="Arial"/>
                <a:cs typeface="Arial"/>
              </a:defRPr>
            </a:pPr>
            <a:r>
              <a:rPr sz="1275" b="1" i="0">
                <a:solidFill>
                  <a:srgbClr val="252323"/>
                </a:solidFill>
                <a:latin typeface="Arial"/>
                <a:ea typeface="Arial"/>
                <a:cs typeface="Arial"/>
              </a:rPr>
              <a:t>Room-Layouts</a:t>
            </a:r>
          </a:p>
        </p:txBody>
      </p:sp>
      <p:sp>
        <p:nvSpPr>
          <p:cNvPr id="1236" name="unstable">
            <a:extLst xmlns:a="http://schemas.openxmlformats.org/drawingml/2006/main">
              <a:ext uri="{FF2B5EF4-FFF2-40B4-BE49-F238E27FC236}">
                <a16:creationId xmlns:a16="http://schemas.microsoft.com/office/drawing/2014/main" id="{7405F044-9978-4E38-8733-143060803CDE}"/>
              </a:ext>
            </a:extLst>
          </p:cNvPr>
          <p:cNvSpPr>
            <a:spLocks xmlns:a="http://schemas.openxmlformats.org/drawingml/2006/main" noGrp="1"/>
          </p:cNvSpPr>
          <p:nvPr/>
        </p:nvSpPr>
        <p:spPr>
          <a:xfrm xmlns:a="http://schemas.openxmlformats.org/drawingml/2006/main" rot="0">
            <a:off x="3524250" y="5000625"/>
            <a:ext cx="857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1" i="0">
                <a:solidFill>
                  <a:srgbClr val="252323"/>
                </a:solidFill>
                <a:latin typeface="Arial"/>
                <a:ea typeface="Arial"/>
                <a:cs typeface="Arial"/>
              </a:defRPr>
            </a:defPPr>
          </a:lstStyle>
          <a:p xmlns:a="http://schemas.openxmlformats.org/drawingml/2006/main">
            <a:pPr algn="ctr">
              <a:defRPr sz="1200" b="1" i="0">
                <a:solidFill>
                  <a:srgbClr val="252323"/>
                </a:solidFill>
                <a:latin typeface="Arial"/>
                <a:ea typeface="Arial"/>
                <a:cs typeface="Arial"/>
              </a:defRPr>
            </a:pPr>
            <a:r>
              <a:rPr sz="1200" b="1" i="0">
                <a:solidFill>
                  <a:srgbClr val="252323"/>
                </a:solidFill>
                <a:latin typeface="Arial"/>
                <a:ea typeface="Arial"/>
                <a:cs typeface="Arial"/>
              </a:rPr>
              <a:t>Unstable</a:t>
            </a:r>
          </a:p>
          <a:p xmlns:a="http://schemas.openxmlformats.org/drawingml/2006/main">
            <a:pPr algn="ctr">
              <a:defRPr sz="1200" b="1" i="0">
                <a:solidFill>
                  <a:srgbClr val="252323"/>
                </a:solidFill>
                <a:latin typeface="Arial"/>
                <a:ea typeface="Arial"/>
                <a:cs typeface="Arial"/>
              </a:defRPr>
            </a:pPr>
            <a:r>
              <a:rPr sz="1200" b="1" i="0">
                <a:solidFill>
                  <a:srgbClr val="252323"/>
                </a:solidFill>
                <a:latin typeface="Arial"/>
                <a:ea typeface="Arial"/>
                <a:cs typeface="Arial"/>
              </a:rPr>
              <a:t>Orientation</a:t>
            </a:r>
          </a:p>
        </p:txBody>
      </p:sp>
      <p:sp>
        <p:nvSpPr>
          <p:cNvPr id="1237" name="stable">
            <a:extLst xmlns:a="http://schemas.openxmlformats.org/drawingml/2006/main">
              <a:ext uri="{FF2B5EF4-FFF2-40B4-BE49-F238E27FC236}">
                <a16:creationId xmlns:a16="http://schemas.microsoft.com/office/drawing/2014/main" id="{829F0B1B-7D04-4881-89EB-59DAFFDFC8D3}"/>
              </a:ext>
            </a:extLst>
          </p:cNvPr>
          <p:cNvSpPr>
            <a:spLocks xmlns:a="http://schemas.openxmlformats.org/drawingml/2006/main" noGrp="1"/>
          </p:cNvSpPr>
          <p:nvPr/>
        </p:nvSpPr>
        <p:spPr>
          <a:xfrm xmlns:a="http://schemas.openxmlformats.org/drawingml/2006/main" rot="0">
            <a:off x="5191125" y="5000625"/>
            <a:ext cx="8001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1" i="0">
                <a:solidFill>
                  <a:srgbClr val="252323"/>
                </a:solidFill>
                <a:latin typeface="Arial"/>
                <a:ea typeface="Arial"/>
                <a:cs typeface="Arial"/>
              </a:defRPr>
            </a:defPPr>
          </a:lstStyle>
          <a:p xmlns:a="http://schemas.openxmlformats.org/drawingml/2006/main">
            <a:pPr algn="ctr">
              <a:defRPr sz="1200" b="1" i="0">
                <a:solidFill>
                  <a:srgbClr val="252323"/>
                </a:solidFill>
                <a:latin typeface="Arial"/>
                <a:ea typeface="Arial"/>
                <a:cs typeface="Arial"/>
              </a:defRPr>
            </a:pPr>
            <a:r>
              <a:rPr sz="1200" b="1" i="0">
                <a:solidFill>
                  <a:srgbClr val="252323"/>
                </a:solidFill>
                <a:latin typeface="Arial"/>
                <a:ea typeface="Arial"/>
                <a:cs typeface="Arial"/>
              </a:rPr>
              <a:t>Stable</a:t>
            </a:r>
          </a:p>
          <a:p xmlns:a="http://schemas.openxmlformats.org/drawingml/2006/main">
            <a:pPr algn="ctr">
              <a:defRPr sz="1200" b="1" i="0">
                <a:solidFill>
                  <a:srgbClr val="252323"/>
                </a:solidFill>
                <a:latin typeface="Arial"/>
                <a:ea typeface="Arial"/>
                <a:cs typeface="Arial"/>
              </a:defRPr>
            </a:pPr>
            <a:r>
              <a:rPr sz="1200" b="1" i="0">
                <a:solidFill>
                  <a:srgbClr val="252323"/>
                </a:solidFill>
                <a:latin typeface="Arial"/>
                <a:ea typeface="Arial"/>
                <a:cs typeface="Arial"/>
              </a:rPr>
              <a:t>Orientation</a:t>
            </a:r>
          </a:p>
        </p:txBody>
      </p:sp>
      <p:sp>
        <p:nvSpPr>
          <p:cNvPr id="1238" name="goal-state">
            <a:extLst xmlns:a="http://schemas.openxmlformats.org/drawingml/2006/main">
              <a:ext uri="{FF2B5EF4-FFF2-40B4-BE49-F238E27FC236}">
                <a16:creationId xmlns:a16="http://schemas.microsoft.com/office/drawing/2014/main" id="{25EBDB07-DC46-4E91-9F11-3CA88FECB835}"/>
              </a:ext>
            </a:extLst>
          </p:cNvPr>
          <p:cNvSpPr>
            <a:spLocks xmlns:a="http://schemas.openxmlformats.org/drawingml/2006/main" noGrp="1"/>
          </p:cNvSpPr>
          <p:nvPr/>
        </p:nvSpPr>
        <p:spPr>
          <a:xfrm xmlns:a="http://schemas.openxmlformats.org/drawingml/2006/main" rot="0">
            <a:off x="12325350" y="4133850"/>
            <a:ext cx="6953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125" b="1" i="0">
                <a:solidFill>
                  <a:srgbClr val="FF0000"/>
                </a:solidFill>
                <a:latin typeface="Arial"/>
                <a:ea typeface="Arial"/>
                <a:cs typeface="Arial"/>
              </a:defRPr>
            </a:defPPr>
          </a:lstStyle>
          <a:p xmlns:a="http://schemas.openxmlformats.org/drawingml/2006/main">
            <a:pPr algn="ctr">
              <a:defRPr sz="1125" b="1" i="0">
                <a:solidFill>
                  <a:srgbClr val="FF0000"/>
                </a:solidFill>
                <a:latin typeface="Arial"/>
                <a:ea typeface="Arial"/>
                <a:cs typeface="Arial"/>
              </a:defRPr>
            </a:pPr>
            <a:r>
              <a:rPr sz="1125" b="1" i="0">
                <a:solidFill>
                  <a:srgbClr val="FF0000"/>
                </a:solidFill>
                <a:latin typeface="Arial"/>
                <a:ea typeface="Arial"/>
                <a:cs typeface="Arial"/>
              </a:rPr>
              <a:t>Goal state</a:t>
            </a:r>
          </a:p>
        </p:txBody>
      </p:sp>
      <p:sp>
        <p:nvSpPr>
          <p:cNvPr id="1239" name="init-state">
            <a:extLst xmlns:a="http://schemas.openxmlformats.org/drawingml/2006/main">
              <a:ext uri="{FF2B5EF4-FFF2-40B4-BE49-F238E27FC236}">
                <a16:creationId xmlns:a16="http://schemas.microsoft.com/office/drawing/2014/main" id="{A1B551CB-385E-4D01-8C2A-54474FC62801}"/>
              </a:ext>
            </a:extLst>
          </p:cNvPr>
          <p:cNvSpPr>
            <a:spLocks xmlns:a="http://schemas.openxmlformats.org/drawingml/2006/main" noGrp="1"/>
          </p:cNvSpPr>
          <p:nvPr/>
        </p:nvSpPr>
        <p:spPr>
          <a:xfrm xmlns:a="http://schemas.openxmlformats.org/drawingml/2006/main" rot="19500000">
            <a:off x="13020675" y="5010150"/>
            <a:ext cx="6191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050" b="1" i="0">
                <a:solidFill>
                  <a:srgbClr val="004AAD"/>
                </a:solidFill>
                <a:latin typeface="Arial"/>
                <a:ea typeface="Arial"/>
                <a:cs typeface="Arial"/>
              </a:defRPr>
            </a:defPPr>
          </a:lstStyle>
          <a:p xmlns:a="http://schemas.openxmlformats.org/drawingml/2006/main">
            <a:pPr algn="ctr">
              <a:defRPr sz="1050" b="1" i="0">
                <a:solidFill>
                  <a:srgbClr val="004AAD"/>
                </a:solidFill>
                <a:latin typeface="Arial"/>
                <a:ea typeface="Arial"/>
                <a:cs typeface="Arial"/>
              </a:defRPr>
            </a:pPr>
            <a:r>
              <a:rPr sz="1050" b="1" i="0">
                <a:solidFill>
                  <a:srgbClr val="004AAD"/>
                </a:solidFill>
                <a:latin typeface="Arial"/>
                <a:ea typeface="Arial"/>
                <a:cs typeface="Arial"/>
              </a:rPr>
              <a:t>Init state</a:t>
            </a:r>
          </a:p>
        </p:txBody>
      </p:sp>
      <p:sp>
        <p:nvSpPr>
          <p:cNvPr id="1240" name="denoising-label-0">
            <a:extLst xmlns:a="http://schemas.openxmlformats.org/drawingml/2006/main">
              <a:ext uri="{FF2B5EF4-FFF2-40B4-BE49-F238E27FC236}">
                <a16:creationId xmlns:a16="http://schemas.microsoft.com/office/drawing/2014/main" id="{3A06CC71-6DE6-4073-BC67-847FBA0B68F8}"/>
              </a:ext>
            </a:extLst>
          </p:cNvPr>
          <p:cNvSpPr>
            <a:spLocks xmlns:a="http://schemas.openxmlformats.org/drawingml/2006/main" noGrp="1"/>
          </p:cNvSpPr>
          <p:nvPr/>
        </p:nvSpPr>
        <p:spPr>
          <a:xfrm xmlns:a="http://schemas.openxmlformats.org/drawingml/2006/main" rot="0">
            <a:off x="2809875" y="438150"/>
            <a:ext cx="18192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350" b="1" i="0">
                <a:solidFill>
                  <a:srgbClr val="252323"/>
                </a:solidFill>
                <a:latin typeface="Times New Roman"/>
                <a:ea typeface="Times New Roman"/>
                <a:cs typeface="Times New Roman"/>
              </a:defRPr>
            </a:defPPr>
          </a:lstStyle>
          <a:p xmlns:a="http://schemas.openxmlformats.org/drawingml/2006/main">
            <a:pPr algn="ctr">
              <a:defRPr sz="1350" b="1" i="0">
                <a:solidFill>
                  <a:srgbClr val="252323"/>
                </a:solidFill>
                <a:latin typeface="Times New Roman"/>
                <a:ea typeface="Times New Roman"/>
                <a:cs typeface="Times New Roman"/>
              </a:defRPr>
            </a:pPr>
            <a:r>
              <a:rPr sz="1350" b="1" i="0">
                <a:solidFill>
                  <a:srgbClr val="252323"/>
                </a:solidFill>
                <a:latin typeface="Times New Roman"/>
                <a:ea typeface="Times New Roman"/>
                <a:cs typeface="Times New Roman"/>
              </a:rPr>
              <a:t>Denoising Step x (T-1)</a:t>
            </a:r>
          </a:p>
        </p:txBody>
      </p:sp>
      <p:sp>
        <p:nvSpPr>
          <p:cNvPr id="1241" name="denoising-label-1">
            <a:extLst xmlns:a="http://schemas.openxmlformats.org/drawingml/2006/main">
              <a:ext uri="{FF2B5EF4-FFF2-40B4-BE49-F238E27FC236}">
                <a16:creationId xmlns:a16="http://schemas.microsoft.com/office/drawing/2014/main" id="{30643C06-169C-488F-A9D7-62A0CCCA1EB6}"/>
              </a:ext>
            </a:extLst>
          </p:cNvPr>
          <p:cNvSpPr>
            <a:spLocks xmlns:a="http://schemas.openxmlformats.org/drawingml/2006/main" noGrp="1"/>
          </p:cNvSpPr>
          <p:nvPr/>
        </p:nvSpPr>
        <p:spPr>
          <a:xfrm xmlns:a="http://schemas.openxmlformats.org/drawingml/2006/main" rot="0">
            <a:off x="8534400" y="438150"/>
            <a:ext cx="18192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350" b="1" i="0">
                <a:solidFill>
                  <a:srgbClr val="252323"/>
                </a:solidFill>
                <a:latin typeface="Times New Roman"/>
                <a:ea typeface="Times New Roman"/>
                <a:cs typeface="Times New Roman"/>
              </a:defRPr>
            </a:defPPr>
          </a:lstStyle>
          <a:p xmlns:a="http://schemas.openxmlformats.org/drawingml/2006/main">
            <a:pPr algn="ctr">
              <a:defRPr sz="1350" b="1" i="0">
                <a:solidFill>
                  <a:srgbClr val="252323"/>
                </a:solidFill>
                <a:latin typeface="Times New Roman"/>
                <a:ea typeface="Times New Roman"/>
                <a:cs typeface="Times New Roman"/>
              </a:defRPr>
            </a:pPr>
            <a:r>
              <a:rPr sz="1350" b="1" i="0">
                <a:solidFill>
                  <a:srgbClr val="252323"/>
                </a:solidFill>
                <a:latin typeface="Times New Roman"/>
                <a:ea typeface="Times New Roman"/>
                <a:cs typeface="Times New Roman"/>
              </a:rPr>
              <a:t>Denoising Step x (T-1)</a:t>
            </a:r>
          </a:p>
        </p:txBody>
      </p:sp>
      <p:sp>
        <p:nvSpPr>
          <p:cNvPr id="1242" name="unet-static">
            <a:extLst xmlns:a="http://schemas.openxmlformats.org/drawingml/2006/main">
              <a:ext uri="{FF2B5EF4-FFF2-40B4-BE49-F238E27FC236}">
                <a16:creationId xmlns:a16="http://schemas.microsoft.com/office/drawing/2014/main" id="{58FD6913-CAA0-43F6-A068-B12D9A4CE4AB}"/>
              </a:ext>
            </a:extLst>
          </p:cNvPr>
          <p:cNvSpPr>
            <a:spLocks xmlns:a="http://schemas.openxmlformats.org/drawingml/2006/main" noGrp="1"/>
          </p:cNvSpPr>
          <p:nvPr/>
        </p:nvSpPr>
        <p:spPr>
          <a:xfrm xmlns:a="http://schemas.openxmlformats.org/drawingml/2006/main" rot="0">
            <a:off x="3371850" y="1162050"/>
            <a:ext cx="6096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0" i="0">
                <a:solidFill>
                  <a:srgbClr val="4B9B21"/>
                </a:solidFill>
                <a:latin typeface="Arial"/>
                <a:ea typeface="Arial"/>
                <a:cs typeface="Arial"/>
              </a:defRPr>
            </a:defPPr>
          </a:lstStyle>
          <a:p xmlns:a="http://schemas.openxmlformats.org/drawingml/2006/main">
            <a:pPr algn="ctr">
              <a:defRPr sz="1200" b="0" i="0">
                <a:solidFill>
                  <a:srgbClr val="4B9B21"/>
                </a:solidFill>
                <a:latin typeface="Arial"/>
                <a:ea typeface="Arial"/>
                <a:cs typeface="Arial"/>
              </a:defRPr>
            </a:pPr>
            <a:r>
              <a:rPr sz="1200" b="0" i="0">
                <a:solidFill>
                  <a:srgbClr val="4B9B21"/>
                </a:solidFill>
                <a:latin typeface="Arial"/>
                <a:ea typeface="Arial"/>
                <a:cs typeface="Arial"/>
              </a:rPr>
              <a:t>U-Net</a:t>
            </a:r>
          </a:p>
        </p:txBody>
      </p:sp>
      <p:sp>
        <p:nvSpPr>
          <p:cNvPr id="1243" name="unet-action">
            <a:extLst xmlns:a="http://schemas.openxmlformats.org/drawingml/2006/main">
              <a:ext uri="{FF2B5EF4-FFF2-40B4-BE49-F238E27FC236}">
                <a16:creationId xmlns:a16="http://schemas.microsoft.com/office/drawing/2014/main" id="{49B4F0F7-44CE-4C6E-B3F4-07F388C8DDC2}"/>
              </a:ext>
            </a:extLst>
          </p:cNvPr>
          <p:cNvSpPr>
            <a:spLocks xmlns:a="http://schemas.openxmlformats.org/drawingml/2006/main" noGrp="1"/>
          </p:cNvSpPr>
          <p:nvPr/>
        </p:nvSpPr>
        <p:spPr>
          <a:xfrm xmlns:a="http://schemas.openxmlformats.org/drawingml/2006/main" rot="0">
            <a:off x="9105900" y="1162050"/>
            <a:ext cx="6096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0" i="0">
                <a:solidFill>
                  <a:srgbClr val="4B9B21"/>
                </a:solidFill>
                <a:latin typeface="Arial"/>
                <a:ea typeface="Arial"/>
                <a:cs typeface="Arial"/>
              </a:defRPr>
            </a:defPPr>
          </a:lstStyle>
          <a:p xmlns:a="http://schemas.openxmlformats.org/drawingml/2006/main">
            <a:pPr algn="ctr">
              <a:defRPr sz="1200" b="0" i="0">
                <a:solidFill>
                  <a:srgbClr val="4B9B21"/>
                </a:solidFill>
                <a:latin typeface="Arial"/>
                <a:ea typeface="Arial"/>
                <a:cs typeface="Arial"/>
              </a:defRPr>
            </a:pPr>
            <a:r>
              <a:rPr sz="1200" b="0" i="0">
                <a:solidFill>
                  <a:srgbClr val="4B9B21"/>
                </a:solidFill>
                <a:latin typeface="Arial"/>
                <a:ea typeface="Arial"/>
                <a:cs typeface="Arial"/>
              </a:rPr>
              <a:t>U-Net</a:t>
            </a:r>
          </a:p>
        </p:txBody>
      </p:sp>
      <p:sp>
        <p:nvSpPr>
          <p:cNvPr id="1244" name="prompt">
            <a:extLst xmlns:a="http://schemas.openxmlformats.org/drawingml/2006/main">
              <a:ext uri="{FF2B5EF4-FFF2-40B4-BE49-F238E27FC236}">
                <a16:creationId xmlns:a16="http://schemas.microsoft.com/office/drawing/2014/main" id="{4C53F707-5DFF-49B9-89DD-D0675D5AED9B}"/>
              </a:ext>
            </a:extLst>
          </p:cNvPr>
          <p:cNvSpPr>
            <a:spLocks xmlns:a="http://schemas.openxmlformats.org/drawingml/2006/main" noGrp="1"/>
          </p:cNvSpPr>
          <p:nvPr/>
        </p:nvSpPr>
        <p:spPr>
          <a:xfrm xmlns:a="http://schemas.openxmlformats.org/drawingml/2006/main" rot="0">
            <a:off x="2552700" y="2419350"/>
            <a:ext cx="20193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500" b="1" i="1">
                <a:solidFill>
                  <a:srgbClr val="252323"/>
                </a:solidFill>
                <a:latin typeface="Arial"/>
                <a:ea typeface="Arial"/>
                <a:cs typeface="Arial"/>
              </a:defRPr>
            </a:defPPr>
          </a:lstStyle>
          <a:p xmlns:a="http://schemas.openxmlformats.org/drawingml/2006/main">
            <a:pPr algn="ctr">
              <a:defRPr sz="1500" b="1" i="1">
                <a:solidFill>
                  <a:srgbClr val="252323"/>
                </a:solidFill>
                <a:latin typeface="Arial"/>
                <a:ea typeface="Arial"/>
                <a:cs typeface="Arial"/>
              </a:defRPr>
            </a:pPr>
            <a:r>
              <a:rPr sz="1500" b="1" i="1">
                <a:solidFill>
                  <a:srgbClr val="252323"/>
                </a:solidFill>
                <a:latin typeface="Arial"/>
                <a:ea typeface="Arial"/>
                <a:cs typeface="Arial"/>
              </a:rPr>
              <a:t>“Pickup object 10cm”</a:t>
            </a:r>
          </a:p>
        </p:txBody>
      </p:sp>
      <p:sp>
        <p:nvSpPr>
          <p:cNvPr id="1245" name="gravity-left">
            <a:extLst xmlns:a="http://schemas.openxmlformats.org/drawingml/2006/main">
              <a:ext uri="{FF2B5EF4-FFF2-40B4-BE49-F238E27FC236}">
                <a16:creationId xmlns:a16="http://schemas.microsoft.com/office/drawing/2014/main" id="{874BB455-9D5B-4111-92D0-98CEB80F2D41}"/>
              </a:ext>
            </a:extLst>
          </p:cNvPr>
          <p:cNvSpPr>
            <a:spLocks xmlns:a="http://schemas.openxmlformats.org/drawingml/2006/main" noGrp="1"/>
          </p:cNvSpPr>
          <p:nvPr/>
        </p:nvSpPr>
        <p:spPr>
          <a:xfrm xmlns:a="http://schemas.openxmlformats.org/drawingml/2006/main" rot="0">
            <a:off x="3819525" y="3219450"/>
            <a:ext cx="5810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350" b="0" i="0">
                <a:solidFill>
                  <a:srgbClr val="252323"/>
                </a:solidFill>
                <a:latin typeface="Arial"/>
                <a:ea typeface="Arial"/>
                <a:cs typeface="Arial"/>
              </a:defRPr>
            </a:defPPr>
          </a:lstStyle>
          <a:p xmlns:a="http://schemas.openxmlformats.org/drawingml/2006/main">
            <a:pPr algn="ctr">
              <a:defRPr sz="1350" b="0" i="0">
                <a:solidFill>
                  <a:srgbClr val="252323"/>
                </a:solidFill>
                <a:latin typeface="Arial"/>
                <a:ea typeface="Arial"/>
                <a:cs typeface="Arial"/>
              </a:defRPr>
            </a:pPr>
            <a:r>
              <a:rPr sz="1350" b="0" i="0">
                <a:solidFill>
                  <a:srgbClr val="252323"/>
                </a:solidFill>
                <a:latin typeface="Arial"/>
                <a:ea typeface="Arial"/>
                <a:cs typeface="Arial"/>
              </a:rPr>
              <a:t>gravity</a:t>
            </a:r>
          </a:p>
        </p:txBody>
      </p:sp>
      <p:sp>
        <p:nvSpPr>
          <p:cNvPr id="1246" name="gravity-right">
            <a:extLst xmlns:a="http://schemas.openxmlformats.org/drawingml/2006/main">
              <a:ext uri="{FF2B5EF4-FFF2-40B4-BE49-F238E27FC236}">
                <a16:creationId xmlns:a16="http://schemas.microsoft.com/office/drawing/2014/main" id="{B45425EE-EE0D-4597-AA98-CEABC6874640}"/>
              </a:ext>
            </a:extLst>
          </p:cNvPr>
          <p:cNvSpPr>
            <a:spLocks xmlns:a="http://schemas.openxmlformats.org/drawingml/2006/main" noGrp="1"/>
          </p:cNvSpPr>
          <p:nvPr/>
        </p:nvSpPr>
        <p:spPr>
          <a:xfrm xmlns:a="http://schemas.openxmlformats.org/drawingml/2006/main" rot="0">
            <a:off x="5438775" y="3219450"/>
            <a:ext cx="590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350" b="0" i="0">
                <a:solidFill>
                  <a:srgbClr val="252323"/>
                </a:solidFill>
                <a:latin typeface="Arial"/>
                <a:ea typeface="Arial"/>
                <a:cs typeface="Arial"/>
              </a:defRPr>
            </a:defPPr>
          </a:lstStyle>
          <a:p xmlns:a="http://schemas.openxmlformats.org/drawingml/2006/main">
            <a:pPr algn="ctr">
              <a:defRPr sz="1350" b="0" i="0">
                <a:solidFill>
                  <a:srgbClr val="252323"/>
                </a:solidFill>
                <a:latin typeface="Arial"/>
                <a:ea typeface="Arial"/>
                <a:cs typeface="Arial"/>
              </a:defRPr>
            </a:pPr>
            <a:r>
              <a:rPr sz="1350" b="0" i="0">
                <a:solidFill>
                  <a:srgbClr val="252323"/>
                </a:solidFill>
                <a:latin typeface="Arial"/>
                <a:ea typeface="Arial"/>
                <a:cs typeface="Arial"/>
              </a:rPr>
              <a:t>gravity</a:t>
            </a:r>
          </a:p>
        </p:txBody>
      </p:sp>
      <p:sp>
        <p:nvSpPr>
          <p:cNvPr id="1247" name="residual-length-0">
            <a:extLst xmlns:a="http://schemas.openxmlformats.org/drawingml/2006/main">
              <a:ext uri="{FF2B5EF4-FFF2-40B4-BE49-F238E27FC236}">
                <a16:creationId xmlns:a16="http://schemas.microsoft.com/office/drawing/2014/main" id="{F6F4F2CB-C006-498E-A626-FCE53C11E925}"/>
              </a:ext>
            </a:extLst>
          </p:cNvPr>
          <p:cNvSpPr>
            <a:spLocks xmlns:a="http://schemas.openxmlformats.org/drawingml/2006/main" noGrp="1"/>
          </p:cNvSpPr>
          <p:nvPr/>
        </p:nvSpPr>
        <p:spPr>
          <a:xfrm xmlns:a="http://schemas.openxmlformats.org/drawingml/2006/main" rot="0">
            <a:off x="8362950" y="5534025"/>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1" i="0">
                <a:solidFill>
                  <a:srgbClr val="252323"/>
                </a:solidFill>
                <a:latin typeface="Arial"/>
                <a:ea typeface="Arial"/>
                <a:cs typeface="Arial"/>
              </a:defRPr>
            </a:defPPr>
          </a:lstStyle>
          <a:p xmlns:a="http://schemas.openxmlformats.org/drawingml/2006/main">
            <a:pPr algn="ctr">
              <a:defRPr sz="1200" b="1" i="0">
                <a:solidFill>
                  <a:srgbClr val="252323"/>
                </a:solidFill>
                <a:latin typeface="Arial"/>
                <a:ea typeface="Arial"/>
                <a:cs typeface="Arial"/>
              </a:defRPr>
            </a:pPr>
            <a:r>
              <a:rPr sz="1200" b="1" i="0">
                <a:solidFill>
                  <a:srgbClr val="252323"/>
                </a:solidFill>
                <a:latin typeface="Arial"/>
                <a:ea typeface="Arial"/>
                <a:cs typeface="Arial"/>
              </a:rPr>
              <a:t>10cm</a:t>
            </a:r>
          </a:p>
        </p:txBody>
      </p:sp>
      <p:sp>
        <p:nvSpPr>
          <p:cNvPr id="1248" name="residual-length-1">
            <a:extLst xmlns:a="http://schemas.openxmlformats.org/drawingml/2006/main">
              <a:ext uri="{FF2B5EF4-FFF2-40B4-BE49-F238E27FC236}">
                <a16:creationId xmlns:a16="http://schemas.microsoft.com/office/drawing/2014/main" id="{868745CD-28BF-4A11-B6BC-FFEA95769B9B}"/>
              </a:ext>
            </a:extLst>
          </p:cNvPr>
          <p:cNvSpPr>
            <a:spLocks xmlns:a="http://schemas.openxmlformats.org/drawingml/2006/main" noGrp="1"/>
          </p:cNvSpPr>
          <p:nvPr/>
        </p:nvSpPr>
        <p:spPr>
          <a:xfrm xmlns:a="http://schemas.openxmlformats.org/drawingml/2006/main" rot="0">
            <a:off x="9610725" y="5534025"/>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1" i="0">
                <a:solidFill>
                  <a:srgbClr val="252323"/>
                </a:solidFill>
                <a:latin typeface="Arial"/>
                <a:ea typeface="Arial"/>
                <a:cs typeface="Arial"/>
              </a:defRPr>
            </a:defPPr>
          </a:lstStyle>
          <a:p xmlns:a="http://schemas.openxmlformats.org/drawingml/2006/main">
            <a:pPr algn="ctr">
              <a:defRPr sz="1200" b="1" i="0">
                <a:solidFill>
                  <a:srgbClr val="252323"/>
                </a:solidFill>
                <a:latin typeface="Arial"/>
                <a:ea typeface="Arial"/>
                <a:cs typeface="Arial"/>
              </a:defRPr>
            </a:pPr>
            <a:r>
              <a:rPr sz="1200" b="1" i="0">
                <a:solidFill>
                  <a:srgbClr val="252323"/>
                </a:solidFill>
                <a:latin typeface="Arial"/>
                <a:ea typeface="Arial"/>
                <a:cs typeface="Arial"/>
              </a:rPr>
              <a:t>20cm</a:t>
            </a:r>
          </a:p>
        </p:txBody>
      </p:sp>
      <p:sp>
        <p:nvSpPr>
          <p:cNvPr id="1249" name="residual-length-2">
            <a:extLst xmlns:a="http://schemas.openxmlformats.org/drawingml/2006/main">
              <a:ext uri="{FF2B5EF4-FFF2-40B4-BE49-F238E27FC236}">
                <a16:creationId xmlns:a16="http://schemas.microsoft.com/office/drawing/2014/main" id="{2FE421FE-6CDE-4164-B7C5-0367E5B5BBE2}"/>
              </a:ext>
            </a:extLst>
          </p:cNvPr>
          <p:cNvSpPr>
            <a:spLocks xmlns:a="http://schemas.openxmlformats.org/drawingml/2006/main" noGrp="1"/>
          </p:cNvSpPr>
          <p:nvPr/>
        </p:nvSpPr>
        <p:spPr>
          <a:xfrm xmlns:a="http://schemas.openxmlformats.org/drawingml/2006/main" rot="0">
            <a:off x="10839450" y="5534025"/>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1" i="0">
                <a:solidFill>
                  <a:srgbClr val="252323"/>
                </a:solidFill>
                <a:latin typeface="Arial"/>
                <a:ea typeface="Arial"/>
                <a:cs typeface="Arial"/>
              </a:defRPr>
            </a:defPPr>
          </a:lstStyle>
          <a:p xmlns:a="http://schemas.openxmlformats.org/drawingml/2006/main">
            <a:pPr algn="ctr">
              <a:defRPr sz="1200" b="1" i="0">
                <a:solidFill>
                  <a:srgbClr val="252323"/>
                </a:solidFill>
                <a:latin typeface="Arial"/>
                <a:ea typeface="Arial"/>
                <a:cs typeface="Arial"/>
              </a:defRPr>
            </a:pPr>
            <a:r>
              <a:rPr sz="1200" b="1" i="0">
                <a:solidFill>
                  <a:srgbClr val="252323"/>
                </a:solidFill>
                <a:latin typeface="Arial"/>
                <a:ea typeface="Arial"/>
                <a:cs typeface="Arial"/>
              </a:rPr>
              <a:t>30cm</a:t>
            </a:r>
          </a:p>
        </p:txBody>
      </p:sp>
      <p:pic>
        <p:nvPicPr>
          <p:cNvPr id="1250" name="">
            <a:extLst xmlns:a="http://schemas.openxmlformats.org/drawingml/2006/main">
              <a:ext uri="{FF2B5EF4-FFF2-40B4-BE49-F238E27FC236}">
                <a16:creationId xmlns:a16="http://schemas.microsoft.com/office/drawing/2014/main" id="{6E9B665E-A5C6-4C60-86E6-AA9B783F84EC}"/>
              </a:ext>
            </a:extLst>
          </p:cNvPr>
          <p:cNvPicPr>
            <a:picLocks xmlns:a="http://schemas.openxmlformats.org/drawingml/2006/main" noChangeAspect="1"/>
          </p:cNvPicPr>
          <p:nvPr/>
        </p:nvPicPr>
        <p:blipFill>
          <a:blip xmlns:r="http://schemas.openxmlformats.org/officeDocument/2006/relationships" xmlns:a="http://schemas.openxmlformats.org/drawingml/2006/main" r:embed="Rcd40d1b7c48d4165"/>
          <a:srcRect xmlns:a="http://schemas.openxmlformats.org/drawingml/2006/main" l="0" t="0" r="0" b="0"/>
          <a:stretch xmlns:a="http://schemas.openxmlformats.org/drawingml/2006/main">
            <a:fillRect l="0" t="0" r="0" b="0"/>
          </a:stretch>
        </p:blipFill>
        <p:spPr>
          <a:xfrm xmlns:a="http://schemas.openxmlformats.org/drawingml/2006/main">
            <a:off x="914400" y="2114550"/>
            <a:ext cx="1162050" cy="495300"/>
          </a:xfrm>
          <a:prstGeom xmlns:a="http://schemas.openxmlformats.org/drawingml/2006/main" prst="rect">
            <a:avLst/>
          </a:prstGeom>
        </p:spPr>
      </p:pic>
      <p:sp>
        <p:nvSpPr>
          <p:cNvPr id="1251" name="state-equation">
            <a:extLst xmlns:a="http://schemas.openxmlformats.org/drawingml/2006/main">
              <a:ext uri="{FF2B5EF4-FFF2-40B4-BE49-F238E27FC236}">
                <a16:creationId xmlns:a16="http://schemas.microsoft.com/office/drawing/2014/main" id="{6A69327F-645E-4D7C-9206-E06EE3F8F11D}"/>
              </a:ext>
            </a:extLst>
          </p:cNvPr>
          <p:cNvSpPr>
            <a:spLocks xmlns:a="http://schemas.openxmlformats.org/drawingml/2006/main" noGrp="1"/>
          </p:cNvSpPr>
          <p:nvPr/>
        </p:nvSpPr>
        <p:spPr>
          <a:xfrm xmlns:a="http://schemas.openxmlformats.org/drawingml/2006/main" rot="0">
            <a:off x="914400" y="2114550"/>
            <a:ext cx="1162050" cy="495300"/>
          </a:xfrm>
          <a:prstGeom xmlns:a="http://schemas.openxmlformats.org/drawingml/2006/main" prst="rect">
            <a:avLst/>
          </a:prstGeom>
          <a:noFill xmlns:a="http://schemas.openxmlformats.org/drawingml/2006/main"/>
          <a:ln xmlns:a="http://schemas.openxmlformats.org/drawingml/2006/main" w="0">
            <a:noFill/>
          </a:ln>
        </p:spPr>
      </p:sp>
      <p:pic>
        <p:nvPicPr>
          <p:cNvPr id="1252" name="">
            <a:extLst xmlns:a="http://schemas.openxmlformats.org/drawingml/2006/main">
              <a:ext uri="{FF2B5EF4-FFF2-40B4-BE49-F238E27FC236}">
                <a16:creationId xmlns:a16="http://schemas.microsoft.com/office/drawing/2014/main" id="{2DA63585-37B3-4CB9-9639-D4D20DDBD31D}"/>
              </a:ext>
            </a:extLst>
          </p:cNvPr>
          <p:cNvPicPr>
            <a:picLocks xmlns:a="http://schemas.openxmlformats.org/drawingml/2006/main" noChangeAspect="1"/>
          </p:cNvPicPr>
          <p:nvPr/>
        </p:nvPicPr>
        <p:blipFill>
          <a:blip xmlns:r="http://schemas.openxmlformats.org/officeDocument/2006/relationships" xmlns:a="http://schemas.openxmlformats.org/drawingml/2006/main" r:embed="R69a0e67248184237"/>
          <a:srcRect xmlns:a="http://schemas.openxmlformats.org/drawingml/2006/main" l="0" t="0" r="0" b="0"/>
          <a:stretch xmlns:a="http://schemas.openxmlformats.org/drawingml/2006/main">
            <a:fillRect l="0" t="0" r="0" b="0"/>
          </a:stretch>
        </p:blipFill>
        <p:spPr>
          <a:xfrm xmlns:a="http://schemas.openxmlformats.org/drawingml/2006/main">
            <a:off x="6343650" y="2095500"/>
            <a:ext cx="1257300" cy="514350"/>
          </a:xfrm>
          <a:prstGeom xmlns:a="http://schemas.openxmlformats.org/drawingml/2006/main" prst="rect">
            <a:avLst/>
          </a:prstGeom>
        </p:spPr>
      </p:pic>
      <p:sp>
        <p:nvSpPr>
          <p:cNvPr id="1253" name="action-equation">
            <a:extLst xmlns:a="http://schemas.openxmlformats.org/drawingml/2006/main">
              <a:ext uri="{FF2B5EF4-FFF2-40B4-BE49-F238E27FC236}">
                <a16:creationId xmlns:a16="http://schemas.microsoft.com/office/drawing/2014/main" id="{BB927DD8-875B-4494-9109-86D07A2F6907}"/>
              </a:ext>
            </a:extLst>
          </p:cNvPr>
          <p:cNvSpPr>
            <a:spLocks xmlns:a="http://schemas.openxmlformats.org/drawingml/2006/main" noGrp="1"/>
          </p:cNvSpPr>
          <p:nvPr/>
        </p:nvSpPr>
        <p:spPr>
          <a:xfrm xmlns:a="http://schemas.openxmlformats.org/drawingml/2006/main" rot="0">
            <a:off x="6343650" y="2095500"/>
            <a:ext cx="1257300" cy="514350"/>
          </a:xfrm>
          <a:prstGeom xmlns:a="http://schemas.openxmlformats.org/drawingml/2006/main" prst="rect">
            <a:avLst/>
          </a:prstGeom>
          <a:noFill xmlns:a="http://schemas.openxmlformats.org/drawingml/2006/main"/>
          <a:ln xmlns:a="http://schemas.openxmlformats.org/drawingml/2006/main" w="0">
            <a:noFill/>
          </a:ln>
        </p:spPr>
      </p:sp>
      <p:pic>
        <p:nvPicPr>
          <p:cNvPr id="1254" name="">
            <a:extLst xmlns:a="http://schemas.openxmlformats.org/drawingml/2006/main">
              <a:ext uri="{FF2B5EF4-FFF2-40B4-BE49-F238E27FC236}">
                <a16:creationId xmlns:a16="http://schemas.microsoft.com/office/drawing/2014/main" id="{21E24676-EFFA-4F7B-9FFC-889660C1BAEC}"/>
              </a:ext>
            </a:extLst>
          </p:cNvPr>
          <p:cNvPicPr>
            <a:picLocks xmlns:a="http://schemas.openxmlformats.org/drawingml/2006/main" noChangeAspect="1"/>
          </p:cNvPicPr>
          <p:nvPr/>
        </p:nvPicPr>
        <p:blipFill>
          <a:blip xmlns:r="http://schemas.openxmlformats.org/officeDocument/2006/relationships" xmlns:a="http://schemas.openxmlformats.org/drawingml/2006/main" r:embed="R67110f1adbdd46c9"/>
          <a:srcRect xmlns:a="http://schemas.openxmlformats.org/drawingml/2006/main" l="0" t="0" r="0" b="0"/>
          <a:stretch xmlns:a="http://schemas.openxmlformats.org/drawingml/2006/main">
            <a:fillRect l="0" t="0" r="0" b="0"/>
          </a:stretch>
        </p:blipFill>
        <p:spPr>
          <a:xfrm xmlns:a="http://schemas.openxmlformats.org/drawingml/2006/main">
            <a:off x="904875" y="2981325"/>
            <a:ext cx="1181100" cy="342900"/>
          </a:xfrm>
          <a:prstGeom xmlns:a="http://schemas.openxmlformats.org/drawingml/2006/main" prst="rect">
            <a:avLst/>
          </a:prstGeom>
        </p:spPr>
      </p:pic>
      <p:sp>
        <p:nvSpPr>
          <p:cNvPr id="1255" name="layout-pose-equation">
            <a:extLst xmlns:a="http://schemas.openxmlformats.org/drawingml/2006/main">
              <a:ext uri="{FF2B5EF4-FFF2-40B4-BE49-F238E27FC236}">
                <a16:creationId xmlns:a16="http://schemas.microsoft.com/office/drawing/2014/main" id="{FE408E95-75D4-4270-BDFC-169A0CBF99E7}"/>
              </a:ext>
            </a:extLst>
          </p:cNvPr>
          <p:cNvSpPr>
            <a:spLocks xmlns:a="http://schemas.openxmlformats.org/drawingml/2006/main" noGrp="1"/>
          </p:cNvSpPr>
          <p:nvPr/>
        </p:nvSpPr>
        <p:spPr>
          <a:xfrm xmlns:a="http://schemas.openxmlformats.org/drawingml/2006/main" rot="0">
            <a:off x="904875" y="2981325"/>
            <a:ext cx="1181100" cy="342900"/>
          </a:xfrm>
          <a:prstGeom xmlns:a="http://schemas.openxmlformats.org/drawingml/2006/main" prst="rect">
            <a:avLst/>
          </a:prstGeom>
          <a:noFill xmlns:a="http://schemas.openxmlformats.org/drawingml/2006/main"/>
          <a:ln xmlns:a="http://schemas.openxmlformats.org/drawingml/2006/main" w="0">
            <a:noFill/>
          </a:ln>
        </p:spPr>
      </p:sp>
      <p:pic>
        <p:nvPicPr>
          <p:cNvPr id="1256" name="">
            <a:extLst xmlns:a="http://schemas.openxmlformats.org/drawingml/2006/main">
              <a:ext uri="{FF2B5EF4-FFF2-40B4-BE49-F238E27FC236}">
                <a16:creationId xmlns:a16="http://schemas.microsoft.com/office/drawing/2014/main" id="{56E5777B-F62E-49C3-A8C2-180153C5665D}"/>
              </a:ext>
            </a:extLst>
          </p:cNvPr>
          <p:cNvPicPr>
            <a:picLocks xmlns:a="http://schemas.openxmlformats.org/drawingml/2006/main" noChangeAspect="1"/>
          </p:cNvPicPr>
          <p:nvPr/>
        </p:nvPicPr>
        <p:blipFill>
          <a:blip xmlns:r="http://schemas.openxmlformats.org/officeDocument/2006/relationships" xmlns:a="http://schemas.openxmlformats.org/drawingml/2006/main" r:embed="R9cbf3a4087644a32"/>
          <a:srcRect xmlns:a="http://schemas.openxmlformats.org/drawingml/2006/main" l="0" t="0" r="0" b="0"/>
          <a:stretch xmlns:a="http://schemas.openxmlformats.org/drawingml/2006/main">
            <a:fillRect l="0" t="0" r="0" b="0"/>
          </a:stretch>
        </p:blipFill>
        <p:spPr>
          <a:xfrm xmlns:a="http://schemas.openxmlformats.org/drawingml/2006/main">
            <a:off x="1266825" y="4276725"/>
            <a:ext cx="581025" cy="228600"/>
          </a:xfrm>
          <a:prstGeom xmlns:a="http://schemas.openxmlformats.org/drawingml/2006/main" prst="rect">
            <a:avLst/>
          </a:prstGeom>
        </p:spPr>
      </p:pic>
      <p:sp>
        <p:nvSpPr>
          <p:cNvPr id="1257" name="equation6">
            <a:extLst xmlns:a="http://schemas.openxmlformats.org/drawingml/2006/main">
              <a:ext uri="{FF2B5EF4-FFF2-40B4-BE49-F238E27FC236}">
                <a16:creationId xmlns:a16="http://schemas.microsoft.com/office/drawing/2014/main" id="{F8E1E8FA-4EFC-4CEB-B593-E3BCFDEF1B33}"/>
              </a:ext>
            </a:extLst>
          </p:cNvPr>
          <p:cNvSpPr>
            <a:spLocks xmlns:a="http://schemas.openxmlformats.org/drawingml/2006/main" noGrp="1"/>
          </p:cNvSpPr>
          <p:nvPr/>
        </p:nvSpPr>
        <p:spPr>
          <a:xfrm xmlns:a="http://schemas.openxmlformats.org/drawingml/2006/main" rot="0">
            <a:off x="1266825" y="4276725"/>
            <a:ext cx="581025" cy="228600"/>
          </a:xfrm>
          <a:prstGeom xmlns:a="http://schemas.openxmlformats.org/drawingml/2006/main" prst="rect">
            <a:avLst/>
          </a:prstGeom>
          <a:noFill xmlns:a="http://schemas.openxmlformats.org/drawingml/2006/main"/>
          <a:ln xmlns:a="http://schemas.openxmlformats.org/drawingml/2006/main" w="0">
            <a:noFill/>
          </a:ln>
        </p:spPr>
      </p:sp>
      <p:pic>
        <p:nvPicPr>
          <p:cNvPr id="1258" name="">
            <a:extLst xmlns:a="http://schemas.openxmlformats.org/drawingml/2006/main">
              <a:ext uri="{FF2B5EF4-FFF2-40B4-BE49-F238E27FC236}">
                <a16:creationId xmlns:a16="http://schemas.microsoft.com/office/drawing/2014/main" id="{766E4D6F-4538-4A15-85BD-F700463AD1FD}"/>
              </a:ext>
            </a:extLst>
          </p:cNvPr>
          <p:cNvPicPr>
            <a:picLocks xmlns:a="http://schemas.openxmlformats.org/drawingml/2006/main" noChangeAspect="1"/>
          </p:cNvPicPr>
          <p:nvPr/>
        </p:nvPicPr>
        <p:blipFill>
          <a:blip xmlns:r="http://schemas.openxmlformats.org/officeDocument/2006/relationships" xmlns:a="http://schemas.openxmlformats.org/drawingml/2006/main" r:embed="Rf863c97789f64888"/>
          <a:srcRect xmlns:a="http://schemas.openxmlformats.org/drawingml/2006/main" l="0" t="0" r="0" b="0"/>
          <a:stretch xmlns:a="http://schemas.openxmlformats.org/drawingml/2006/main">
            <a:fillRect l="0" t="0" r="0" b="0"/>
          </a:stretch>
        </p:blipFill>
        <p:spPr>
          <a:xfrm xmlns:a="http://schemas.openxmlformats.org/drawingml/2006/main">
            <a:off x="4572000" y="3790950"/>
            <a:ext cx="581025" cy="276225"/>
          </a:xfrm>
          <a:prstGeom xmlns:a="http://schemas.openxmlformats.org/drawingml/2006/main" prst="rect">
            <a:avLst/>
          </a:prstGeom>
        </p:spPr>
      </p:pic>
      <p:sp>
        <p:nvSpPr>
          <p:cNvPr id="1259" name="equation7">
            <a:extLst xmlns:a="http://schemas.openxmlformats.org/drawingml/2006/main">
              <a:ext uri="{FF2B5EF4-FFF2-40B4-BE49-F238E27FC236}">
                <a16:creationId xmlns:a16="http://schemas.microsoft.com/office/drawing/2014/main" id="{64CB1165-D514-4FF2-9AC7-3862AF6D066C}"/>
              </a:ext>
            </a:extLst>
          </p:cNvPr>
          <p:cNvSpPr>
            <a:spLocks xmlns:a="http://schemas.openxmlformats.org/drawingml/2006/main" noGrp="1"/>
          </p:cNvSpPr>
          <p:nvPr/>
        </p:nvSpPr>
        <p:spPr>
          <a:xfrm xmlns:a="http://schemas.openxmlformats.org/drawingml/2006/main" rot="0">
            <a:off x="4572000" y="3790950"/>
            <a:ext cx="581025" cy="276225"/>
          </a:xfrm>
          <a:prstGeom xmlns:a="http://schemas.openxmlformats.org/drawingml/2006/main" prst="rect">
            <a:avLst/>
          </a:prstGeom>
          <a:noFill xmlns:a="http://schemas.openxmlformats.org/drawingml/2006/main"/>
          <a:ln xmlns:a="http://schemas.openxmlformats.org/drawingml/2006/main" w="0">
            <a:noFill/>
          </a:ln>
        </p:spPr>
      </p:sp>
      <p:pic>
        <p:nvPicPr>
          <p:cNvPr id="1260" name="">
            <a:extLst xmlns:a="http://schemas.openxmlformats.org/drawingml/2006/main">
              <a:ext uri="{FF2B5EF4-FFF2-40B4-BE49-F238E27FC236}">
                <a16:creationId xmlns:a16="http://schemas.microsoft.com/office/drawing/2014/main" id="{733CF23E-469A-4C9D-AD42-B32B6EF8AA2C}"/>
              </a:ext>
            </a:extLst>
          </p:cNvPr>
          <p:cNvPicPr>
            <a:picLocks xmlns:a="http://schemas.openxmlformats.org/drawingml/2006/main" noChangeAspect="1"/>
          </p:cNvPicPr>
          <p:nvPr/>
        </p:nvPicPr>
        <p:blipFill>
          <a:blip xmlns:r="http://schemas.openxmlformats.org/officeDocument/2006/relationships" xmlns:a="http://schemas.openxmlformats.org/drawingml/2006/main" r:embed="Rf9f60c894c834a83"/>
          <a:srcRect xmlns:a="http://schemas.openxmlformats.org/drawingml/2006/main" l="0" t="0" r="0" b="0"/>
          <a:stretch xmlns:a="http://schemas.openxmlformats.org/drawingml/2006/main">
            <a:fillRect l="0" t="0" r="0" b="0"/>
          </a:stretch>
        </p:blipFill>
        <p:spPr>
          <a:xfrm xmlns:a="http://schemas.openxmlformats.org/drawingml/2006/main">
            <a:off x="457200" y="4629150"/>
            <a:ext cx="295275" cy="247650"/>
          </a:xfrm>
          <a:prstGeom xmlns:a="http://schemas.openxmlformats.org/drawingml/2006/main" prst="rect">
            <a:avLst/>
          </a:prstGeom>
        </p:spPr>
      </p:pic>
      <p:sp>
        <p:nvSpPr>
          <p:cNvPr id="1261" name="layout-z">
            <a:extLst xmlns:a="http://schemas.openxmlformats.org/drawingml/2006/main">
              <a:ext uri="{FF2B5EF4-FFF2-40B4-BE49-F238E27FC236}">
                <a16:creationId xmlns:a16="http://schemas.microsoft.com/office/drawing/2014/main" id="{B400B03B-1D2F-4D2E-8BDB-901DEAA4EA0A}"/>
              </a:ext>
            </a:extLst>
          </p:cNvPr>
          <p:cNvSpPr>
            <a:spLocks xmlns:a="http://schemas.openxmlformats.org/drawingml/2006/main" noGrp="1"/>
          </p:cNvSpPr>
          <p:nvPr/>
        </p:nvSpPr>
        <p:spPr>
          <a:xfrm xmlns:a="http://schemas.openxmlformats.org/drawingml/2006/main" rot="0">
            <a:off x="457200" y="4629150"/>
            <a:ext cx="295275" cy="247650"/>
          </a:xfrm>
          <a:prstGeom xmlns:a="http://schemas.openxmlformats.org/drawingml/2006/main" prst="rect">
            <a:avLst/>
          </a:prstGeom>
          <a:noFill xmlns:a="http://schemas.openxmlformats.org/drawingml/2006/main"/>
          <a:ln xmlns:a="http://schemas.openxmlformats.org/drawingml/2006/main" w="0">
            <a:noFill/>
          </a:ln>
        </p:spPr>
      </p:sp>
      <p:pic>
        <p:nvPicPr>
          <p:cNvPr id="1262" name="">
            <a:extLst xmlns:a="http://schemas.openxmlformats.org/drawingml/2006/main">
              <a:ext uri="{FF2B5EF4-FFF2-40B4-BE49-F238E27FC236}">
                <a16:creationId xmlns:a16="http://schemas.microsoft.com/office/drawing/2014/main" id="{D1712347-DF84-4625-A9E7-56BA703451CE}"/>
              </a:ext>
            </a:extLst>
          </p:cNvPr>
          <p:cNvPicPr>
            <a:picLocks xmlns:a="http://schemas.openxmlformats.org/drawingml/2006/main" noChangeAspect="1"/>
          </p:cNvPicPr>
          <p:nvPr/>
        </p:nvPicPr>
        <p:blipFill>
          <a:blip xmlns:r="http://schemas.openxmlformats.org/officeDocument/2006/relationships" xmlns:a="http://schemas.openxmlformats.org/drawingml/2006/main" r:embed="R88bb038a806040a8"/>
          <a:srcRect xmlns:a="http://schemas.openxmlformats.org/drawingml/2006/main" l="0" t="0" r="0" b="0"/>
          <a:stretch xmlns:a="http://schemas.openxmlformats.org/drawingml/2006/main">
            <a:fillRect l="0" t="0" r="0" b="0"/>
          </a:stretch>
        </p:blipFill>
        <p:spPr>
          <a:xfrm xmlns:a="http://schemas.openxmlformats.org/drawingml/2006/main">
            <a:off x="2457450" y="4610100"/>
            <a:ext cx="342900" cy="266700"/>
          </a:xfrm>
          <a:prstGeom xmlns:a="http://schemas.openxmlformats.org/drawingml/2006/main" prst="rect">
            <a:avLst/>
          </a:prstGeom>
        </p:spPr>
      </p:pic>
      <p:sp>
        <p:nvSpPr>
          <p:cNvPr id="1263" name="layout-zhat">
            <a:extLst xmlns:a="http://schemas.openxmlformats.org/drawingml/2006/main">
              <a:ext uri="{FF2B5EF4-FFF2-40B4-BE49-F238E27FC236}">
                <a16:creationId xmlns:a16="http://schemas.microsoft.com/office/drawing/2014/main" id="{3E9A5A68-0BC2-42D8-8E02-50F2C6AD38F8}"/>
              </a:ext>
            </a:extLst>
          </p:cNvPr>
          <p:cNvSpPr>
            <a:spLocks xmlns:a="http://schemas.openxmlformats.org/drawingml/2006/main" noGrp="1"/>
          </p:cNvSpPr>
          <p:nvPr/>
        </p:nvSpPr>
        <p:spPr>
          <a:xfrm xmlns:a="http://schemas.openxmlformats.org/drawingml/2006/main" rot="0">
            <a:off x="2457450" y="4610100"/>
            <a:ext cx="342900" cy="266700"/>
          </a:xfrm>
          <a:prstGeom xmlns:a="http://schemas.openxmlformats.org/drawingml/2006/main" prst="rect">
            <a:avLst/>
          </a:prstGeom>
          <a:noFill xmlns:a="http://schemas.openxmlformats.org/drawingml/2006/main"/>
          <a:ln xmlns:a="http://schemas.openxmlformats.org/drawingml/2006/main" w="0">
            <a:noFill/>
          </a:ln>
        </p:spPr>
      </p:sp>
      <p:pic>
        <p:nvPicPr>
          <p:cNvPr id="1264" name="">
            <a:extLst xmlns:a="http://schemas.openxmlformats.org/drawingml/2006/main">
              <a:ext uri="{FF2B5EF4-FFF2-40B4-BE49-F238E27FC236}">
                <a16:creationId xmlns:a16="http://schemas.microsoft.com/office/drawing/2014/main" id="{FC7048F2-BA55-4878-A940-BDBDD5E7136D}"/>
              </a:ext>
            </a:extLst>
          </p:cNvPr>
          <p:cNvPicPr>
            <a:picLocks xmlns:a="http://schemas.openxmlformats.org/drawingml/2006/main" noChangeAspect="1"/>
          </p:cNvPicPr>
          <p:nvPr/>
        </p:nvPicPr>
        <p:blipFill>
          <a:blip xmlns:r="http://schemas.openxmlformats.org/officeDocument/2006/relationships" xmlns:a="http://schemas.openxmlformats.org/drawingml/2006/main" r:embed="Rea9325755b8b4e89"/>
          <a:srcRect xmlns:a="http://schemas.openxmlformats.org/drawingml/2006/main" l="0" t="0" r="0" b="0"/>
          <a:stretch xmlns:a="http://schemas.openxmlformats.org/drawingml/2006/main">
            <a:fillRect l="0" t="0" r="0" b="0"/>
          </a:stretch>
        </p:blipFill>
        <p:spPr>
          <a:xfrm xmlns:a="http://schemas.openxmlformats.org/drawingml/2006/main">
            <a:off x="657225" y="5381625"/>
            <a:ext cx="323850" cy="238125"/>
          </a:xfrm>
          <a:prstGeom xmlns:a="http://schemas.openxmlformats.org/drawingml/2006/main" prst="rect">
            <a:avLst/>
          </a:prstGeom>
        </p:spPr>
      </p:pic>
      <p:sp>
        <p:nvSpPr>
          <p:cNvPr id="1265" name="layout-z1">
            <a:extLst xmlns:a="http://schemas.openxmlformats.org/drawingml/2006/main">
              <a:ext uri="{FF2B5EF4-FFF2-40B4-BE49-F238E27FC236}">
                <a16:creationId xmlns:a16="http://schemas.microsoft.com/office/drawing/2014/main" id="{AA255CDA-D751-456E-B9E6-68074372D373}"/>
              </a:ext>
            </a:extLst>
          </p:cNvPr>
          <p:cNvSpPr>
            <a:spLocks xmlns:a="http://schemas.openxmlformats.org/drawingml/2006/main" noGrp="1"/>
          </p:cNvSpPr>
          <p:nvPr/>
        </p:nvSpPr>
        <p:spPr>
          <a:xfrm xmlns:a="http://schemas.openxmlformats.org/drawingml/2006/main" rot="0">
            <a:off x="657225" y="5381625"/>
            <a:ext cx="323850" cy="238125"/>
          </a:xfrm>
          <a:prstGeom xmlns:a="http://schemas.openxmlformats.org/drawingml/2006/main" prst="rect">
            <a:avLst/>
          </a:prstGeom>
          <a:noFill xmlns:a="http://schemas.openxmlformats.org/drawingml/2006/main"/>
          <a:ln xmlns:a="http://schemas.openxmlformats.org/drawingml/2006/main" w="0">
            <a:noFill/>
          </a:ln>
        </p:spPr>
      </p:sp>
      <p:pic>
        <p:nvPicPr>
          <p:cNvPr id="1266" name="">
            <a:extLst xmlns:a="http://schemas.openxmlformats.org/drawingml/2006/main">
              <a:ext uri="{FF2B5EF4-FFF2-40B4-BE49-F238E27FC236}">
                <a16:creationId xmlns:a16="http://schemas.microsoft.com/office/drawing/2014/main" id="{5F65F740-F61C-4A9A-B95E-31858B85B001}"/>
              </a:ext>
            </a:extLst>
          </p:cNvPr>
          <p:cNvPicPr>
            <a:picLocks xmlns:a="http://schemas.openxmlformats.org/drawingml/2006/main" noChangeAspect="1"/>
          </p:cNvPicPr>
          <p:nvPr/>
        </p:nvPicPr>
        <p:blipFill>
          <a:blip xmlns:r="http://schemas.openxmlformats.org/officeDocument/2006/relationships" xmlns:a="http://schemas.openxmlformats.org/drawingml/2006/main" r:embed="Rb4336247f52543a9"/>
          <a:srcRect xmlns:a="http://schemas.openxmlformats.org/drawingml/2006/main" l="0" t="0" r="0" b="0"/>
          <a:stretch xmlns:a="http://schemas.openxmlformats.org/drawingml/2006/main">
            <a:fillRect l="0" t="0" r="0" b="0"/>
          </a:stretch>
        </p:blipFill>
        <p:spPr>
          <a:xfrm xmlns:a="http://schemas.openxmlformats.org/drawingml/2006/main">
            <a:off x="1295400" y="5381625"/>
            <a:ext cx="371475" cy="238125"/>
          </a:xfrm>
          <a:prstGeom xmlns:a="http://schemas.openxmlformats.org/drawingml/2006/main" prst="rect">
            <a:avLst/>
          </a:prstGeom>
        </p:spPr>
      </p:pic>
      <p:sp>
        <p:nvSpPr>
          <p:cNvPr id="1267" name="layout-z2">
            <a:extLst xmlns:a="http://schemas.openxmlformats.org/drawingml/2006/main">
              <a:ext uri="{FF2B5EF4-FFF2-40B4-BE49-F238E27FC236}">
                <a16:creationId xmlns:a16="http://schemas.microsoft.com/office/drawing/2014/main" id="{0474C900-B2D3-416E-805F-31AC420AC6C5}"/>
              </a:ext>
            </a:extLst>
          </p:cNvPr>
          <p:cNvSpPr>
            <a:spLocks xmlns:a="http://schemas.openxmlformats.org/drawingml/2006/main" noGrp="1"/>
          </p:cNvSpPr>
          <p:nvPr/>
        </p:nvSpPr>
        <p:spPr>
          <a:xfrm xmlns:a="http://schemas.openxmlformats.org/drawingml/2006/main" rot="0">
            <a:off x="1295400" y="5381625"/>
            <a:ext cx="371475" cy="238125"/>
          </a:xfrm>
          <a:prstGeom xmlns:a="http://schemas.openxmlformats.org/drawingml/2006/main" prst="rect">
            <a:avLst/>
          </a:prstGeom>
          <a:noFill xmlns:a="http://schemas.openxmlformats.org/drawingml/2006/main"/>
          <a:ln xmlns:a="http://schemas.openxmlformats.org/drawingml/2006/main" w="0">
            <a:noFill/>
          </a:ln>
        </p:spPr>
      </p:sp>
      <p:pic>
        <p:nvPicPr>
          <p:cNvPr id="1268" name="">
            <a:extLst xmlns:a="http://schemas.openxmlformats.org/drawingml/2006/main">
              <a:ext uri="{FF2B5EF4-FFF2-40B4-BE49-F238E27FC236}">
                <a16:creationId xmlns:a16="http://schemas.microsoft.com/office/drawing/2014/main" id="{132DF6D5-2021-4963-A7C1-5179DD60FA88}"/>
              </a:ext>
            </a:extLst>
          </p:cNvPr>
          <p:cNvPicPr>
            <a:picLocks xmlns:a="http://schemas.openxmlformats.org/drawingml/2006/main" noChangeAspect="1"/>
          </p:cNvPicPr>
          <p:nvPr/>
        </p:nvPicPr>
        <p:blipFill>
          <a:blip xmlns:r="http://schemas.openxmlformats.org/officeDocument/2006/relationships" xmlns:a="http://schemas.openxmlformats.org/drawingml/2006/main" r:embed="R68712059ae3c4513"/>
          <a:srcRect xmlns:a="http://schemas.openxmlformats.org/drawingml/2006/main" l="0" t="0" r="0" b="0"/>
          <a:stretch xmlns:a="http://schemas.openxmlformats.org/drawingml/2006/main">
            <a:fillRect l="0" t="0" r="0" b="0"/>
          </a:stretch>
        </p:blipFill>
        <p:spPr>
          <a:xfrm xmlns:a="http://schemas.openxmlformats.org/drawingml/2006/main">
            <a:off x="2209800" y="5381625"/>
            <a:ext cx="381000" cy="238125"/>
          </a:xfrm>
          <a:prstGeom xmlns:a="http://schemas.openxmlformats.org/drawingml/2006/main" prst="rect">
            <a:avLst/>
          </a:prstGeom>
        </p:spPr>
      </p:pic>
      <p:sp>
        <p:nvSpPr>
          <p:cNvPr id="1269" name="layout-zk">
            <a:extLst xmlns:a="http://schemas.openxmlformats.org/drawingml/2006/main">
              <a:ext uri="{FF2B5EF4-FFF2-40B4-BE49-F238E27FC236}">
                <a16:creationId xmlns:a16="http://schemas.microsoft.com/office/drawing/2014/main" id="{D54E775E-5AC2-4D3A-8807-428D341435E8}"/>
              </a:ext>
            </a:extLst>
          </p:cNvPr>
          <p:cNvSpPr>
            <a:spLocks xmlns:a="http://schemas.openxmlformats.org/drawingml/2006/main" noGrp="1"/>
          </p:cNvSpPr>
          <p:nvPr/>
        </p:nvSpPr>
        <p:spPr>
          <a:xfrm xmlns:a="http://schemas.openxmlformats.org/drawingml/2006/main" rot="0">
            <a:off x="2209800" y="5381625"/>
            <a:ext cx="381000" cy="238125"/>
          </a:xfrm>
          <a:prstGeom xmlns:a="http://schemas.openxmlformats.org/drawingml/2006/main" prst="rect">
            <a:avLst/>
          </a:prstGeom>
          <a:noFill xmlns:a="http://schemas.openxmlformats.org/drawingml/2006/main"/>
          <a:ln xmlns:a="http://schemas.openxmlformats.org/drawingml/2006/main" w="0">
            <a:noFill/>
          </a:ln>
        </p:spPr>
      </p:sp>
      <p:pic>
        <p:nvPicPr>
          <p:cNvPr id="1270" name="">
            <a:extLst xmlns:a="http://schemas.openxmlformats.org/drawingml/2006/main">
              <a:ext uri="{FF2B5EF4-FFF2-40B4-BE49-F238E27FC236}">
                <a16:creationId xmlns:a16="http://schemas.microsoft.com/office/drawing/2014/main" id="{2E5691FB-D3B2-43BC-B30C-E7441BC4074A}"/>
              </a:ext>
            </a:extLst>
          </p:cNvPr>
          <p:cNvPicPr>
            <a:picLocks xmlns:a="http://schemas.openxmlformats.org/drawingml/2006/main" noChangeAspect="1"/>
          </p:cNvPicPr>
          <p:nvPr/>
        </p:nvPicPr>
        <p:blipFill>
          <a:blip xmlns:r="http://schemas.openxmlformats.org/officeDocument/2006/relationships" xmlns:a="http://schemas.openxmlformats.org/drawingml/2006/main" r:embed="Rd7c1a99f30954366"/>
          <a:srcRect xmlns:a="http://schemas.openxmlformats.org/drawingml/2006/main" l="0" t="0" r="0" b="0"/>
          <a:stretch xmlns:a="http://schemas.openxmlformats.org/drawingml/2006/main">
            <a:fillRect l="0" t="0" r="0" b="0"/>
          </a:stretch>
        </p:blipFill>
        <p:spPr>
          <a:xfrm xmlns:a="http://schemas.openxmlformats.org/drawingml/2006/main">
            <a:off x="3705225" y="5438775"/>
            <a:ext cx="695325" cy="400050"/>
          </a:xfrm>
          <a:prstGeom xmlns:a="http://schemas.openxmlformats.org/drawingml/2006/main" prst="rect">
            <a:avLst/>
          </a:prstGeom>
        </p:spPr>
      </p:pic>
      <p:sp>
        <p:nvSpPr>
          <p:cNvPr id="1271" name="quaternion-equation">
            <a:extLst xmlns:a="http://schemas.openxmlformats.org/drawingml/2006/main">
              <a:ext uri="{FF2B5EF4-FFF2-40B4-BE49-F238E27FC236}">
                <a16:creationId xmlns:a16="http://schemas.microsoft.com/office/drawing/2014/main" id="{40D93C37-5F3E-4A36-BDFD-CAE777DCF9C0}"/>
              </a:ext>
            </a:extLst>
          </p:cNvPr>
          <p:cNvSpPr>
            <a:spLocks xmlns:a="http://schemas.openxmlformats.org/drawingml/2006/main" noGrp="1"/>
          </p:cNvSpPr>
          <p:nvPr/>
        </p:nvSpPr>
        <p:spPr>
          <a:xfrm xmlns:a="http://schemas.openxmlformats.org/drawingml/2006/main" rot="0">
            <a:off x="3705225" y="5438775"/>
            <a:ext cx="695325" cy="400050"/>
          </a:xfrm>
          <a:prstGeom xmlns:a="http://schemas.openxmlformats.org/drawingml/2006/main" prst="rect">
            <a:avLst/>
          </a:prstGeom>
          <a:noFill xmlns:a="http://schemas.openxmlformats.org/drawingml/2006/main"/>
          <a:ln xmlns:a="http://schemas.openxmlformats.org/drawingml/2006/main" w="0">
            <a:noFill/>
          </a:ln>
        </p:spPr>
      </p:sp>
      <p:pic>
        <p:nvPicPr>
          <p:cNvPr id="1272" name="">
            <a:extLst xmlns:a="http://schemas.openxmlformats.org/drawingml/2006/main">
              <a:ext uri="{FF2B5EF4-FFF2-40B4-BE49-F238E27FC236}">
                <a16:creationId xmlns:a16="http://schemas.microsoft.com/office/drawing/2014/main" id="{03AF6719-B57C-4C72-B718-107EC76F7746}"/>
              </a:ext>
            </a:extLst>
          </p:cNvPr>
          <p:cNvPicPr>
            <a:picLocks xmlns:a="http://schemas.openxmlformats.org/drawingml/2006/main" noChangeAspect="1"/>
          </p:cNvPicPr>
          <p:nvPr/>
        </p:nvPicPr>
        <p:blipFill>
          <a:blip xmlns:r="http://schemas.openxmlformats.org/officeDocument/2006/relationships" xmlns:a="http://schemas.openxmlformats.org/drawingml/2006/main" r:embed="R4cb9270a4049407e"/>
          <a:srcRect xmlns:a="http://schemas.openxmlformats.org/drawingml/2006/main" l="0" t="0" r="0" b="0"/>
          <a:stretch xmlns:a="http://schemas.openxmlformats.org/drawingml/2006/main">
            <a:fillRect l="0" t="0" r="0" b="0"/>
          </a:stretch>
        </p:blipFill>
        <p:spPr>
          <a:xfrm xmlns:a="http://schemas.openxmlformats.org/drawingml/2006/main">
            <a:off x="5353050" y="5410200"/>
            <a:ext cx="590550" cy="428625"/>
          </a:xfrm>
          <a:prstGeom xmlns:a="http://schemas.openxmlformats.org/drawingml/2006/main" prst="rect">
            <a:avLst/>
          </a:prstGeom>
        </p:spPr>
      </p:pic>
      <p:sp>
        <p:nvSpPr>
          <p:cNvPr id="1273" name="stable-quaternion-equation">
            <a:extLst xmlns:a="http://schemas.openxmlformats.org/drawingml/2006/main">
              <a:ext uri="{FF2B5EF4-FFF2-40B4-BE49-F238E27FC236}">
                <a16:creationId xmlns:a16="http://schemas.microsoft.com/office/drawing/2014/main" id="{0037CB2D-7E33-40D1-A66E-DE73742A0319}"/>
              </a:ext>
            </a:extLst>
          </p:cNvPr>
          <p:cNvSpPr>
            <a:spLocks xmlns:a="http://schemas.openxmlformats.org/drawingml/2006/main" noGrp="1"/>
          </p:cNvSpPr>
          <p:nvPr/>
        </p:nvSpPr>
        <p:spPr>
          <a:xfrm xmlns:a="http://schemas.openxmlformats.org/drawingml/2006/main" rot="0">
            <a:off x="5353050" y="5410200"/>
            <a:ext cx="590550" cy="428625"/>
          </a:xfrm>
          <a:prstGeom xmlns:a="http://schemas.openxmlformats.org/drawingml/2006/main" prst="rect">
            <a:avLst/>
          </a:prstGeom>
          <a:noFill xmlns:a="http://schemas.openxmlformats.org/drawingml/2006/main"/>
          <a:ln xmlns:a="http://schemas.openxmlformats.org/drawingml/2006/main" w="0">
            <a:noFill/>
          </a:ln>
        </p:spPr>
      </p:sp>
    </p:spTree>
    <p:extLst>
      <p:ext uri="{BB962C8B-B14F-4D97-AF65-F5344CB8AC3E}">
        <p14:creationId xmlns:p14="http://schemas.microsoft.com/office/powerpoint/2010/main" val="10902072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2026-10-09T21:53:41.3150000Z</dcterms:created>
  <dcterms:modified xsi:type="dcterms:W3CDTF">2026-10-09T21:53:41.3150000Z</dcterms:modified>
</coreProperties>
</file>