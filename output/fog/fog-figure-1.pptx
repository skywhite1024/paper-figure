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4fbe2790642ab" /><Relationship Type="http://schemas.openxmlformats.org/officeDocument/2006/relationships/extended-properties" Target="/docProps/app.xml" Id="R37c6d991d04c4b25" /><Relationship Type="http://schemas.openxmlformats.org/officeDocument/2006/relationships/officeDocument" Target="/ppt/presentation.xml" Id="R1ed6c4834f644b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43bb5127684c5c"/>
  </p:sldMasterIdLst>
  <p:notesMasterIdLst>
    <p:notesMasterId xmlns:r="http://schemas.openxmlformats.org/officeDocument/2006/relationships" r:id="Reb133b0df19e4c32"/>
  </p:notesMasterIdLst>
  <p:sldIdLst>
    <p:sldId xmlns:r="http://schemas.openxmlformats.org/officeDocument/2006/relationships" id="256" r:id="Rcb944c9c44bd412f"/>
  </p:sldIdLst>
  <p:sldSz cx="13401675" cy="365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2ea2b282a640ff" /><Relationship Type="http://schemas.openxmlformats.org/officeDocument/2006/relationships/slideMaster" Target="/ppt/slideMasters/slideMaster1.xml" Id="R3a43bb5127684c5c" /><Relationship Type="http://schemas.openxmlformats.org/officeDocument/2006/relationships/notesMaster" Target="/ppt/notesMasters/notesMaster1.xml" Id="Reb133b0df19e4c32" /><Relationship Type="http://schemas.openxmlformats.org/officeDocument/2006/relationships/presProps" Target="/ppt/presProps.xml" Id="R46cecc7d26b34a80" /><Relationship Type="http://schemas.openxmlformats.org/officeDocument/2006/relationships/tableStyles" Target="/ppt/tableStyles.xml" Id="R8f5342764b1f4f55" /><Relationship Type="http://schemas.openxmlformats.org/officeDocument/2006/relationships/slide" Target="/ppt/slides/slide1.xml" Id="Rcb944c9c44bd41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acf341737947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731a07e5e342f4" /><Relationship Type="http://schemas.openxmlformats.org/officeDocument/2006/relationships/notesMaster" Target="/ppt/notesMasters/notesMaster1.xml" Id="R17e38366766f40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"Guiding Skill Discovery with Foundation Models",</a:t>
            </a:r>
          </a:p>
          <a:p xmlns:a="http://schemas.openxmlformats.org/drawingml/2006/main">
            <a:r>
              <a:t>  "paper_url": "https://arxiv.org/abs/2510.23167v1",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"CC BY4.0; https://creativecommons.org/licenses/by/4.0/",</a:t>
            </a:r>
          </a:p>
          <a:p xmlns:a="http://schemas.openxmlformats.org/drawingml/2006/main">
            <a:r>
              <a:t>  "notes": "Original FoG method architecture with native editable geometry and typeable ordinary labels/code. Six source formula raster instances become native glyph contours. Original environment/model icons and small transparent shadows remain individual clipped rasters, without a full-figure background.",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"522d2ad75780ebfbe265ba729f0e9d901adda3b88ed7524dd388dd4545ba3c9e",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72,</a:t>
            </a:r>
          </a:p>
          <a:p xmlns:a="http://schemas.openxmlformats.org/drawingml/2006/main">
            <a:r>
              <a:t>    81,</a:t>
            </a:r>
          </a:p>
          <a:p xmlns:a="http://schemas.openxmlformats.org/drawingml/2006/main">
            <a:r>
              <a:t>    541,</a:t>
            </a:r>
          </a:p>
          <a:p xmlns:a="http://schemas.openxmlformats.org/drawingml/2006/main">
            <a:r>
              <a:t>    209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"Custom unnamed source fonts use width-fitted Arial; code uses bold Courier New. Original mathematical formula bitmap contours retained.",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"40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3",</a:t>
            </a:r>
          </a:p>
          <a:p xmlns:a="http://schemas.openxmlformats.org/drawingml/2006/main">
            <a:r>
              <a:t>    "path crosses crop boundary: 86",</a:t>
            </a:r>
          </a:p>
          <a:p xmlns:a="http://schemas.openxmlformats.org/drawingml/2006/main">
            <a:r>
              <a:t>    "path crosses crop boundary: 99",</a:t>
            </a:r>
          </a:p>
          <a:p xmlns:a="http://schemas.openxmlformats.org/drawingml/2006/main">
            <a:r>
              <a:t>    "path crosses crop boundary: 103",</a:t>
            </a:r>
          </a:p>
          <a:p xmlns:a="http://schemas.openxmlformats.org/drawingml/2006/main">
            <a:r>
              <a:t>    "path crosses crop boundary: 107",</a:t>
            </a:r>
          </a:p>
          <a:p xmlns:a="http://schemas.openxmlformats.org/drawingml/2006/main">
            <a:r>
              <a:t>    "path crosses crop boundary: 111",</a:t>
            </a:r>
          </a:p>
          <a:p xmlns:a="http://schemas.openxmlformats.org/drawingml/2006/main">
            <a:r>
              <a:t>    "path crosses crop boundary: 120",</a:t>
            </a:r>
          </a:p>
          <a:p xmlns:a="http://schemas.openxmlformats.org/drawingml/2006/main">
            <a:r>
              <a:t>    "path crosses crop boundary: 122",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-",</a:t>
            </a:r>
          </a:p>
          <a:p xmlns:a="http://schemas.openxmlformats.org/drawingml/2006/main">
            <a:r>
              <a:t>    "rotated text needs manual reconstruction: b",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x",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-",</a:t>
            </a:r>
          </a:p>
          <a:p xmlns:a="http://schemas.openxmlformats.org/drawingml/2006/main">
            <a:r>
              <a:t>    "rotated text needs manual reconstruction: b",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"unhandled image/shading at seq 6: [254.93231201171875, 90.06785583496094, 363.1036376953125, 129.09100341796875]; requires reviewed raster region",</a:t>
            </a:r>
          </a:p>
          <a:p xmlns:a="http://schemas.openxmlformats.org/drawingml/2006/main">
            <a:r>
              <a:t>    "unhandled image/shading at seq 22: [124.67088317871094, 163.38308715820312, 134.49745178222656, 173.21054077148438]; requires reviewed raster region",</a:t>
            </a:r>
          </a:p>
          <a:p xmlns:a="http://schemas.openxmlformats.org/drawingml/2006/main">
            <a:r>
              <a:t>    "unhandled image/shading at seq 26: [124.82968139648438, 147.0977783203125, 134.33799743652344, 156.6060791015625]; requires reviewed raster region",</a:t>
            </a:r>
          </a:p>
          <a:p xmlns:a="http://schemas.openxmlformats.org/drawingml/2006/main">
            <a:r>
              <a:t>    "unhandled image/shading at seq 40: [287.49462890625, 152.64016723632812, 295.9004821777344, 161.04554748535156]; requires reviewed raster region",</a:t>
            </a:r>
          </a:p>
          <a:p xmlns:a="http://schemas.openxmlformats.org/drawingml/2006/main">
            <a:r>
              <a:t>    "unhandled image/shading at seq 46: [308.5577392578125, 152.6400909423828, 316.9623718261719, 161.04547119140625]; requires reviewed raster region",</a:t>
            </a:r>
          </a:p>
          <a:p xmlns:a="http://schemas.openxmlformats.org/drawingml/2006/main">
            <a:r>
              <a:t>    "unhandled image/shading at seq 55: [255.91943359375, 139.5603790283203, 285.8820495605469, 169.15847778320312]; requires reviewed raster region",</a:t>
            </a:r>
          </a:p>
          <a:p xmlns:a="http://schemas.openxmlformats.org/drawingml/2006/main">
            <a:r>
              <a:t>    "unhandled image/shading at seq 57: [259.1474609375, 141.7125701904297, 282.65411376953125, 164.8541259765625]; requires reviewed raster region",</a:t>
            </a:r>
          </a:p>
          <a:p xmlns:a="http://schemas.openxmlformats.org/drawingml/2006/main">
            <a:r>
              <a:t>    "unhandled image/shading at seq 65: [368.864990234375, 101.85760498046875, 430.077880859375, 162.2204132080078]; requires reviewed raster region",</a:t>
            </a:r>
          </a:p>
          <a:p xmlns:a="http://schemas.openxmlformats.org/drawingml/2006/main">
            <a:r>
              <a:t>    "unhandled image/shading at seq 67: [372.0929260253906, 104.00978088378906, 426.8498229980469, 157.91604614257812]; requires reviewed raster region",</a:t>
            </a:r>
          </a:p>
          <a:p xmlns:a="http://schemas.openxmlformats.org/drawingml/2006/main">
            <a:r>
              <a:t>    "unhandled image/shading at seq 69: [418.8273620605469, 126.36609649658203, 462.2908020019531, 139.54180908203125]; requires reviewed raster region",</a:t>
            </a:r>
          </a:p>
          <a:p xmlns:a="http://schemas.openxmlformats.org/drawingml/2006/main">
            <a:r>
              <a:t>    "unhandled image/shading at seq 79: [377.702392578125, 139.74676513671875, 417.8756408691406, 152.78553771972656]; requires reviewed raster region",</a:t>
            </a:r>
          </a:p>
          <a:p xmlns:a="http://schemas.openxmlformats.org/drawingml/2006/main">
            <a:r>
              <a:t>    "unhandled image/shading at seq 96: [335.7958679199219, 177.45236206054688, 365.75848388671875, 207.0504608154297]; requires reviewed raster region",</a:t>
            </a:r>
          </a:p>
          <a:p xmlns:a="http://schemas.openxmlformats.org/drawingml/2006/main">
            <a:r>
              <a:t>    "unhandled image/shading at seq 98: [339.02386474609375, 179.6045379638672, 362.530517578125, 202.74609375]; requires reviewed raster region",</a:t>
            </a:r>
          </a:p>
          <a:p xmlns:a="http://schemas.openxmlformats.org/drawingml/2006/main">
            <a:r>
              <a:t>    "unhandled image/shading at seq 102: [433.3296203613281, 190.63551330566406, 451.59613037109375, 203.67462158203125]; requires reviewed raster region",</a:t>
            </a:r>
          </a:p>
          <a:p xmlns:a="http://schemas.openxmlformats.org/drawingml/2006/main">
            <a:r>
              <a:t>    "unhandled image/shading at seq 106: [76.58500671386719, 194.16616821289062, 86.09333038330078, 203.67446899414062]; requires reviewed raster region",</a:t>
            </a:r>
          </a:p>
          <a:p xmlns:a="http://schemas.openxmlformats.org/drawingml/2006/main">
            <a:r>
              <a:t>    "unhandled image/shading at seq 110: [161.9522705078125, 194.71823120117188, 171.77883911132812, 204.54568481445312]; requires reviewed raster region",</a:t>
            </a:r>
          </a:p>
          <a:p xmlns:a="http://schemas.openxmlformats.org/drawingml/2006/main">
            <a:r>
              <a:t>    "unhandled image/shading at seq 125: [90.84215545654297, 144.1695556640625, 122.86783599853516, 176.1981201171875]; requires reviewed raster region",</a:t>
            </a:r>
          </a:p>
          <a:p xmlns:a="http://schemas.openxmlformats.org/drawingml/2006/main">
            <a:r>
              <a:t>    "unhandled image/shading at seq 137: [189.5741729736328, 114.3427734375, 207.8406524658203, 132.6108856201172]; requires reviewed raster region",</a:t>
            </a:r>
          </a:p>
          <a:p xmlns:a="http://schemas.openxmlformats.org/drawingml/2006/main">
            <a:r>
              <a:t>    "unhandled image/shading at seq 141: [204.1558837890625, 97.91165161132812, 222.42237854003906, 110.45646667480469]; requires reviewed raster region",</a:t>
            </a:r>
          </a:p>
          <a:p xmlns:a="http://schemas.openxmlformats.org/drawingml/2006/main">
            <a:r>
              <a:t>    "unhandled image/shading at seq 143: [344.06536865234375, 86.30213928222656, 362.33184814453125, 96.4850082397461]; requires reviewed raster region",</a:t>
            </a:r>
          </a:p>
          <a:p xmlns:a="http://schemas.openxmlformats.org/drawingml/2006/main">
            <a:r>
              <a:t>    "unhandled image/shading at seq 147: [343.80767822265625, 154.15802001953125, 362.07415771484375, 164.34088134765625]; requires reviewed raster region",</a:t>
            </a:r>
          </a:p>
          <a:p xmlns:a="http://schemas.openxmlformats.org/drawingml/2006/main">
            <a:r>
              <a:t>    "unhandled image/shading at seq 149: [466.7828369140625, 128.4891815185547, 485.04931640625, 138.6720428466797]; requires reviewed raster region",</a:t>
            </a:r>
          </a:p>
          <a:p xmlns:a="http://schemas.openxmlformats.org/drawingml/2006/main">
            <a:r>
              <a:t>    "unhandled image/shading at seq 150: [488.5721740722656, 111.3287353515625, 527.2827758789062, 150.03932189941406];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1,</a:t>
            </a:r>
          </a:p>
          <a:p xmlns:a="http://schemas.openxmlformats.org/drawingml/2006/main">
            <a:r>
              <a:t>  "stroke_scale_repair": "Source SVG verifies 0.00141212994857 local-to-page stroke scale; native line widths and dash intervals corrected from raw Office units.",</a:t>
            </a:r>
          </a:p>
          <a:p xmlns:a="http://schemas.openxmlformats.org/drawingml/2006/main">
            <a:r>
              <a:t>  "text_editability": "Ordinary labels, the state/pixel vertical labels and the complete score function code are native typeable text. Six source formula images are individual editable native glyph contours, not live equations.",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"All in-crop raster instances handled separately. Formula source bitmaps traced; model/environment icons isolated with source SVG clips/masks. Malformed surrogate emoji placeholders removed because the visible original globe image is retained. Rotated labels restored as native rotated text boxes."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fecae51cd44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d5b4549c340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3584221a04b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b325856cb4e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cb235bb5442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ef73988f84c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560B8B-3CFC-4E9B-A88E-32AFEB0586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0168" y="1381760"/>
            <a:ext cx="10721340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8F132E-92A4-49A8-AFB8-51D64CEF75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10251" y="2011680"/>
            <a:ext cx="9381172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1E2EB6-A54B-4E4F-B094-80D3F8F74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0168" y="1524000"/>
            <a:ext cx="107213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DC7EA8-0A0D-47E0-892B-5B8CBC036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844" y="284480"/>
            <a:ext cx="11893987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36D54B-A8DF-4D36-95E5-466E616A9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3844" y="1016000"/>
            <a:ext cx="11893987" cy="227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9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1pPr>
            <a:lvl2pPr marL="2844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2pPr>
            <a:lvl3pPr marL="4470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3pPr>
            <a:lvl4pPr marL="6096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4pPr>
            <a:lvl5pPr marL="77216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5pPr>
            <a:lvl6pPr marL="9347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6pPr>
            <a:lvl7pPr marL="10972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7pPr>
            <a:lvl8pPr marL="12598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8pPr>
            <a:lvl9pPr marL="14224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EE2B3B-8ECA-45FC-9D9E-3149CB1E13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844" y="284480"/>
            <a:ext cx="11893987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40BAAF-A547-47C7-AC3E-B26C33FCBB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3844" y="1016000"/>
            <a:ext cx="5528191" cy="227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9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1pPr>
            <a:lvl2pPr marL="2844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2pPr>
            <a:lvl3pPr marL="4470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3pPr>
            <a:lvl4pPr marL="6096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4pPr>
            <a:lvl5pPr marL="77216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5pPr>
            <a:lvl6pPr marL="9347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6pPr>
            <a:lvl7pPr marL="10972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7pPr>
            <a:lvl8pPr marL="12598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8pPr>
            <a:lvl9pPr marL="14224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A4A031-BF2D-49BE-B31B-1727CA776A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119640" y="1016000"/>
            <a:ext cx="5528191" cy="227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9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1pPr>
            <a:lvl2pPr marL="2844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2pPr>
            <a:lvl3pPr marL="4470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3pPr>
            <a:lvl4pPr marL="6096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4pPr>
            <a:lvl5pPr marL="77216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5pPr>
            <a:lvl6pPr marL="9347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6pPr>
            <a:lvl7pPr marL="10972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7pPr>
            <a:lvl8pPr marL="12598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8pPr>
            <a:lvl9pPr marL="14224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670D6A-D972-4B2B-9699-E4126B05F5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844" y="284480"/>
            <a:ext cx="11893987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32C3BF-DF8B-473C-9286-0B409A2BF7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3844" y="1016000"/>
            <a:ext cx="5528191" cy="227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9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1pPr>
            <a:lvl2pPr marL="2844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2pPr>
            <a:lvl3pPr marL="4470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3pPr>
            <a:lvl4pPr marL="6096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4pPr>
            <a:lvl5pPr marL="77216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5pPr>
            <a:lvl6pPr marL="9347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6pPr>
            <a:lvl7pPr marL="10972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7pPr>
            <a:lvl8pPr marL="12598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8pPr>
            <a:lvl9pPr marL="14224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16e405dae94640" /><Relationship Type="http://schemas.openxmlformats.org/officeDocument/2006/relationships/slideLayout" Target="/ppt/slideLayouts/slideLayout1.xml" Id="Re5937296460c4b20" /><Relationship Type="http://schemas.openxmlformats.org/officeDocument/2006/relationships/slideLayout" Target="/ppt/slideLayouts/slideLayout2.xml" Id="R3fa7e02de7134203" /><Relationship Type="http://schemas.openxmlformats.org/officeDocument/2006/relationships/slideLayout" Target="/ppt/slideLayouts/slideLayout3.xml" Id="Rc89a85b180d74d1f" /><Relationship Type="http://schemas.openxmlformats.org/officeDocument/2006/relationships/slideLayout" Target="/ppt/slideLayouts/slideLayout4.xml" Id="R949ea80b53be4b85" /><Relationship Type="http://schemas.openxmlformats.org/officeDocument/2006/relationships/slideLayout" Target="/ppt/slideLayouts/slideLayout5.xml" Id="R1885619e21fa4703" /><Relationship Type="http://schemas.openxmlformats.org/officeDocument/2006/relationships/slideLayout" Target="/ppt/slideLayouts/slideLayout6.xml" Id="R6004aa8717534c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937296460c4b20"/>
    <p:sldLayoutId xmlns:r="http://schemas.openxmlformats.org/officeDocument/2006/relationships" id="2147483650" r:id="R3fa7e02de7134203"/>
    <p:sldLayoutId xmlns:r="http://schemas.openxmlformats.org/officeDocument/2006/relationships" id="2147483651" r:id="Rc89a85b180d74d1f"/>
    <p:sldLayoutId xmlns:r="http://schemas.openxmlformats.org/officeDocument/2006/relationships" id="2147483652" r:id="R949ea80b53be4b85"/>
    <p:sldLayoutId xmlns:r="http://schemas.openxmlformats.org/officeDocument/2006/relationships" id="2147483653" r:id="R1885619e21fa4703"/>
    <p:sldLayoutId xmlns:r="http://schemas.openxmlformats.org/officeDocument/2006/relationships" id="2147483654" r:id="R6004aa8717534c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8ea2531ba4cc4" /><Relationship Type="http://schemas.openxmlformats.org/officeDocument/2006/relationships/image" Target="/ppt/media/image.png" Id="R5ac2d18f667f4fb3" /><Relationship Type="http://schemas.openxmlformats.org/officeDocument/2006/relationships/image" Target="/ppt/media/image2.png" Id="Rc4b6f2b771c94035" /><Relationship Type="http://schemas.openxmlformats.org/officeDocument/2006/relationships/image" Target="/ppt/media/image3.png" Id="Ree1906e837b44a01" /><Relationship Type="http://schemas.openxmlformats.org/officeDocument/2006/relationships/image" Target="/ppt/media/image4.png" Id="R8283fafb1bfc4734" /><Relationship Type="http://schemas.openxmlformats.org/officeDocument/2006/relationships/image" Target="/ppt/media/image5.png" Id="Radad891ce8b9427e" /><Relationship Type="http://schemas.openxmlformats.org/officeDocument/2006/relationships/image" Target="/ppt/media/image6.png" Id="Re3e3e34048494aee" /><Relationship Type="http://schemas.openxmlformats.org/officeDocument/2006/relationships/image" Target="/ppt/media/image7.png" Id="R8ec1a3425c4c46e5" /><Relationship Type="http://schemas.openxmlformats.org/officeDocument/2006/relationships/image" Target="/ppt/media/image8.png" Id="Rb7c57219d9d84053" /><Relationship Type="http://schemas.openxmlformats.org/officeDocument/2006/relationships/image" Target="/ppt/media/image9.png" Id="R83300d398c594ecf" /><Relationship Type="http://schemas.openxmlformats.org/officeDocument/2006/relationships/image" Target="/ppt/media/image10.png" Id="Rb02aa3a83e0849cb" /><Relationship Type="http://schemas.openxmlformats.org/officeDocument/2006/relationships/image" Target="/ppt/media/image11.png" Id="R1ba94f94f27544d7" /><Relationship Type="http://schemas.openxmlformats.org/officeDocument/2006/relationships/image" Target="/ppt/media/image12.png" Id="R1d09d7d0dba84bb4" /><Relationship Type="http://schemas.openxmlformats.org/officeDocument/2006/relationships/image" Target="/ppt/media/image13.png" Id="Ra94a0a2cec9a472c" /><Relationship Type="http://schemas.openxmlformats.org/officeDocument/2006/relationships/image" Target="/ppt/media/image14.png" Id="Re8c34d5550a146da" /><Relationship Type="http://schemas.openxmlformats.org/officeDocument/2006/relationships/image" Target="/ppt/media/image15.png" Id="Rc9c1dc29cd4d44d4" /><Relationship Type="http://schemas.openxmlformats.org/officeDocument/2006/relationships/image" Target="/ppt/media/image16.png" Id="R338701755aa3480e" /><Relationship Type="http://schemas.openxmlformats.org/officeDocument/2006/relationships/image" Target="/ppt/media/image17.png" Id="R4ee5c80321e94e53" /><Relationship Type="http://schemas.openxmlformats.org/officeDocument/2006/relationships/notesSlide" Target="/ppt/notesSlides/notesSlide1.xml" Id="R2faab6f56ef841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pdf-path-1">
            <a:extLst xmlns:a="http://schemas.openxmlformats.org/drawingml/2006/main">
              <a:ext uri="{FF2B5EF4-FFF2-40B4-BE49-F238E27FC236}">
                <a16:creationId xmlns:a16="http://schemas.microsoft.com/office/drawing/2014/main" id="{5CB5448A-F453-499D-8CB7-A53F4045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4645"/>
            <a:ext cx="13372919" cy="3549602"/>
          </a:xfrm>
          <a:custGeom xmlns:a="http://schemas.openxmlformats.org/drawingml/2006/main">
            <a:pathLst>
              <a:path w="13372919" h="3549602">
                <a:moveTo>
                  <a:pt x="0" y="3549602"/>
                </a:moveTo>
                <a:lnTo>
                  <a:pt x="13372919" y="3549602"/>
                </a:lnTo>
                <a:lnTo>
                  <a:pt x="133729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6F24AAC6-6D16-49A2-89FF-E1CFA3DC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4645"/>
            <a:ext cx="13372919" cy="3549602"/>
          </a:xfrm>
          <a:custGeom xmlns:a="http://schemas.openxmlformats.org/drawingml/2006/main">
            <a:pathLst>
              <a:path w="13372919" h="3549602">
                <a:moveTo>
                  <a:pt x="0" y="3549602"/>
                </a:moveTo>
                <a:lnTo>
                  <a:pt x="13372919" y="3549602"/>
                </a:lnTo>
                <a:lnTo>
                  <a:pt x="133729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4">
            <a:extLst xmlns:a="http://schemas.openxmlformats.org/drawingml/2006/main">
              <a:ext uri="{FF2B5EF4-FFF2-40B4-BE49-F238E27FC236}">
                <a16:creationId xmlns:a16="http://schemas.microsoft.com/office/drawing/2014/main" id="{0A8EAEEC-C1B4-4FF2-9EBB-276C2FE8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0978" y="1296038"/>
            <a:ext cx="721822" cy="412543"/>
          </a:xfrm>
          <a:custGeom xmlns:a="http://schemas.openxmlformats.org/drawingml/2006/main">
            <a:pathLst>
              <a:path w="721822" h="412543">
                <a:moveTo>
                  <a:pt x="116128" y="0"/>
                </a:moveTo>
                <a:lnTo>
                  <a:pt x="605695" y="0"/>
                </a:lnTo>
                <a:cubicBezTo>
                  <a:pt x="669831" y="0"/>
                  <a:pt x="721822" y="92351"/>
                  <a:pt x="721822" y="206270"/>
                </a:cubicBezTo>
                <a:cubicBezTo>
                  <a:pt x="721822" y="320192"/>
                  <a:pt x="669831" y="412543"/>
                  <a:pt x="605695" y="412543"/>
                </a:cubicBezTo>
                <a:lnTo>
                  <a:pt x="116128" y="412543"/>
                </a:lnTo>
                <a:cubicBezTo>
                  <a:pt x="51992" y="412543"/>
                  <a:pt x="0" y="320192"/>
                  <a:pt x="0" y="206270"/>
                </a:cubicBezTo>
                <a:cubicBezTo>
                  <a:pt x="0" y="92351"/>
                  <a:pt x="51992" y="0"/>
                  <a:pt x="116128" y="0"/>
                </a:cubicBez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CA21A18B-187A-4A8B-8724-5A6F1030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0977" y="1296037"/>
            <a:ext cx="721821" cy="412544"/>
          </a:xfrm>
          <a:custGeom xmlns:a="http://schemas.openxmlformats.org/drawingml/2006/main">
            <a:pathLst>
              <a:path w="721821" h="412544">
                <a:moveTo>
                  <a:pt x="116127" y="0"/>
                </a:moveTo>
                <a:lnTo>
                  <a:pt x="605695" y="0"/>
                </a:lnTo>
                <a:cubicBezTo>
                  <a:pt x="669831" y="0"/>
                  <a:pt x="721821" y="92351"/>
                  <a:pt x="721821" y="206273"/>
                </a:cubicBezTo>
                <a:cubicBezTo>
                  <a:pt x="721821" y="320193"/>
                  <a:pt x="669831" y="412544"/>
                  <a:pt x="605695" y="412544"/>
                </a:cubicBezTo>
                <a:lnTo>
                  <a:pt x="116127" y="412544"/>
                </a:lnTo>
                <a:cubicBezTo>
                  <a:pt x="51991" y="412544"/>
                  <a:pt x="0" y="320193"/>
                  <a:pt x="0" y="206273"/>
                </a:cubicBezTo>
                <a:cubicBezTo>
                  <a:pt x="0" y="92351"/>
                  <a:pt x="51991" y="0"/>
                  <a:pt x="11612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374">
            <a:solidFill>
              <a:srgbClr val="000000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143BF-DEF3-4E16-AF6C-F08B8D6A60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2d18f667f4fb3"/>
          <a:srcRect xmlns:a="http://schemas.openxmlformats.org/drawingml/2006/main" l="104" t="0" r="1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27291" y="259114"/>
            <a:ext cx="3090996" cy="1115086"/>
          </a:xfrm>
          <a:prstGeom xmlns:a="http://schemas.openxmlformats.org/drawingml/2006/main" prst="rect">
            <a:avLst/>
          </a:prstGeom>
        </p:spPr>
      </p:pic>
      <p:sp>
        <p:nvSpPr>
          <p:cNvPr id="6" name="fog-source-component-0">
            <a:extLst xmlns:a="http://schemas.openxmlformats.org/drawingml/2006/main">
              <a:ext uri="{FF2B5EF4-FFF2-40B4-BE49-F238E27FC236}">
                <a16:creationId xmlns:a16="http://schemas.microsoft.com/office/drawing/2014/main" id="{EA1B1C22-4CF0-47FA-98DF-4DA38BB5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291" y="259114"/>
            <a:ext cx="3090996" cy="111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A089A55E-D8C3-48B8-AB68-E3C558CE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7218" y="328301"/>
            <a:ext cx="2891145" cy="915214"/>
          </a:xfrm>
          <a:custGeom xmlns:a="http://schemas.openxmlformats.org/drawingml/2006/main">
            <a:pathLst>
              <a:path w="2891145" h="915214">
                <a:moveTo>
                  <a:pt x="0" y="0"/>
                </a:moveTo>
                <a:lnTo>
                  <a:pt x="2738619" y="0"/>
                </a:lnTo>
                <a:lnTo>
                  <a:pt x="2891145" y="152540"/>
                </a:lnTo>
                <a:lnTo>
                  <a:pt x="2891145" y="915214"/>
                </a:lnTo>
                <a:lnTo>
                  <a:pt x="0" y="91521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3D586DF9-0CD2-4CE9-AE63-2CDF0D85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7218" y="328301"/>
            <a:ext cx="2891143" cy="915216"/>
          </a:xfrm>
          <a:custGeom xmlns:a="http://schemas.openxmlformats.org/drawingml/2006/main">
            <a:pathLst>
              <a:path w="2891143" h="915216">
                <a:moveTo>
                  <a:pt x="0" y="0"/>
                </a:moveTo>
                <a:lnTo>
                  <a:pt x="2738617" y="0"/>
                </a:lnTo>
                <a:lnTo>
                  <a:pt x="2891143" y="152539"/>
                </a:lnTo>
                <a:lnTo>
                  <a:pt x="2891143" y="915216"/>
                </a:lnTo>
                <a:lnTo>
                  <a:pt x="0" y="91521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74">
            <a:solidFill>
              <a:srgbClr val="000000"/>
            </a:solidFill>
            <a:prstDash val="solid"/>
          </a:ln>
        </p:spPr>
      </p:sp>
      <p:sp>
        <p:nvSpPr>
          <p:cNvPr id="9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E9BE50F8-7997-4BEE-9916-0F53B157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5577" y="470397"/>
            <a:ext cx="2459743" cy="204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1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61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def score_fn(state):</a:t>
            </a:r>
          </a:p>
        </p:txBody>
      </p:sp>
      <p:sp>
        <p:nvSpPr>
          <p:cNvPr id="10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41260E2B-23F4-4E32-BC77-76CE31DB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5577" y="716392"/>
            <a:ext cx="2459743" cy="204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1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61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y_coord = state[1]</a:t>
            </a:r>
          </a:p>
        </p:txBody>
      </p:sp>
      <p:sp>
        <p:nvSpPr>
          <p:cNvPr id="11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DCCC4325-FDBD-47D7-816A-F2AB126D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5577" y="962386"/>
            <a:ext cx="614951" cy="204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1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61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...</a:t>
            </a:r>
          </a:p>
        </p:txBody>
      </p:sp>
      <p:sp>
        <p:nvSpPr>
          <p:cNvPr id="12" name="pdf-path-16">
            <a:extLst xmlns:a="http://schemas.openxmlformats.org/drawingml/2006/main">
              <a:ext uri="{FF2B5EF4-FFF2-40B4-BE49-F238E27FC236}">
                <a16:creationId xmlns:a16="http://schemas.microsoft.com/office/drawing/2014/main" id="{664D3B79-1620-4001-9A5A-44C44347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345" y="90720"/>
            <a:ext cx="721823" cy="412545"/>
          </a:xfrm>
          <a:custGeom xmlns:a="http://schemas.openxmlformats.org/drawingml/2006/main">
            <a:pathLst>
              <a:path w="721823" h="412545">
                <a:moveTo>
                  <a:pt x="116129" y="0"/>
                </a:moveTo>
                <a:lnTo>
                  <a:pt x="605698" y="0"/>
                </a:lnTo>
                <a:cubicBezTo>
                  <a:pt x="669832" y="0"/>
                  <a:pt x="721823" y="92351"/>
                  <a:pt x="721823" y="206272"/>
                </a:cubicBezTo>
                <a:cubicBezTo>
                  <a:pt x="721823" y="320193"/>
                  <a:pt x="669832" y="412545"/>
                  <a:pt x="605698" y="412545"/>
                </a:cubicBezTo>
                <a:lnTo>
                  <a:pt x="116129" y="412545"/>
                </a:lnTo>
                <a:cubicBezTo>
                  <a:pt x="51993" y="412545"/>
                  <a:pt x="0" y="320193"/>
                  <a:pt x="0" y="206272"/>
                </a:cubicBezTo>
                <a:cubicBezTo>
                  <a:pt x="0" y="92351"/>
                  <a:pt x="51993" y="0"/>
                  <a:pt x="116129" y="0"/>
                </a:cubicBez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7">
            <a:extLst xmlns:a="http://schemas.openxmlformats.org/drawingml/2006/main">
              <a:ext uri="{FF2B5EF4-FFF2-40B4-BE49-F238E27FC236}">
                <a16:creationId xmlns:a16="http://schemas.microsoft.com/office/drawing/2014/main" id="{48FF516B-CF26-4A9B-815C-066B8F3C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345" y="90720"/>
            <a:ext cx="721821" cy="412545"/>
          </a:xfrm>
          <a:custGeom xmlns:a="http://schemas.openxmlformats.org/drawingml/2006/main">
            <a:pathLst>
              <a:path w="721821" h="412545">
                <a:moveTo>
                  <a:pt x="116127" y="0"/>
                </a:moveTo>
                <a:lnTo>
                  <a:pt x="605694" y="0"/>
                </a:lnTo>
                <a:cubicBezTo>
                  <a:pt x="669830" y="0"/>
                  <a:pt x="721821" y="92351"/>
                  <a:pt x="721821" y="206272"/>
                </a:cubicBezTo>
                <a:cubicBezTo>
                  <a:pt x="721821" y="320193"/>
                  <a:pt x="669830" y="412545"/>
                  <a:pt x="605694" y="412545"/>
                </a:cubicBezTo>
                <a:lnTo>
                  <a:pt x="116127" y="412545"/>
                </a:lnTo>
                <a:cubicBezTo>
                  <a:pt x="51991" y="412545"/>
                  <a:pt x="0" y="320193"/>
                  <a:pt x="0" y="206272"/>
                </a:cubicBezTo>
                <a:cubicBezTo>
                  <a:pt x="0" y="92351"/>
                  <a:pt x="51991" y="0"/>
                  <a:pt x="11612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374">
            <a:solidFill>
              <a:srgbClr val="000000"/>
            </a:solidFill>
            <a:prstDash val="solid"/>
          </a:ln>
        </p:spPr>
      </p:sp>
      <p:sp>
        <p:nvSpPr>
          <p:cNvPr id="14" name="pdf-path-21">
            <a:extLst xmlns:a="http://schemas.openxmlformats.org/drawingml/2006/main">
              <a:ext uri="{FF2B5EF4-FFF2-40B4-BE49-F238E27FC236}">
                <a16:creationId xmlns:a16="http://schemas.microsoft.com/office/drawing/2014/main" id="{0142FE40-9BFD-42F3-8875-5B2B356F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070" y="2354097"/>
            <a:ext cx="280794" cy="280819"/>
          </a:xfrm>
          <a:custGeom xmlns:a="http://schemas.openxmlformats.org/drawingml/2006/main">
            <a:pathLst>
              <a:path w="280794" h="280819">
                <a:moveTo>
                  <a:pt x="0" y="280819"/>
                </a:moveTo>
                <a:lnTo>
                  <a:pt x="280794" y="280819"/>
                </a:lnTo>
                <a:lnTo>
                  <a:pt x="28079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5D715-0BD1-4BD5-A5B0-A40460645F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6f2b771c94035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5070" y="2354097"/>
            <a:ext cx="280794" cy="280819"/>
          </a:xfrm>
          <a:prstGeom xmlns:a="http://schemas.openxmlformats.org/drawingml/2006/main" prst="rect">
            <a:avLst/>
          </a:prstGeom>
        </p:spPr>
      </p:pic>
      <p:sp>
        <p:nvSpPr>
          <p:cNvPr id="16" name="fog-source-component-4">
            <a:extLst xmlns:a="http://schemas.openxmlformats.org/drawingml/2006/main">
              <a:ext uri="{FF2B5EF4-FFF2-40B4-BE49-F238E27FC236}">
                <a16:creationId xmlns:a16="http://schemas.microsoft.com/office/drawing/2014/main" id="{1ACB6F06-A17B-42A4-970B-5A82BCB2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070" y="2354097"/>
            <a:ext cx="280794" cy="280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pdf-path-23">
            <a:extLst xmlns:a="http://schemas.openxmlformats.org/drawingml/2006/main">
              <a:ext uri="{FF2B5EF4-FFF2-40B4-BE49-F238E27FC236}">
                <a16:creationId xmlns:a16="http://schemas.microsoft.com/office/drawing/2014/main" id="{768052A9-4B48-4092-86F1-0FAC40A3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2293" y="2196463"/>
            <a:ext cx="973721" cy="596101"/>
          </a:xfrm>
          <a:custGeom xmlns:a="http://schemas.openxmlformats.org/drawingml/2006/main">
            <a:pathLst>
              <a:path w="973721" h="596101">
                <a:moveTo>
                  <a:pt x="0" y="596101"/>
                </a:moveTo>
                <a:lnTo>
                  <a:pt x="973721" y="596101"/>
                </a:lnTo>
                <a:lnTo>
                  <a:pt x="97372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41E2CB87-CFE4-423D-8955-0E7E0E4F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0653" y="2354502"/>
            <a:ext cx="512074" cy="245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text2</a:t>
            </a:r>
          </a:p>
        </p:txBody>
      </p:sp>
      <p:sp>
        <p:nvSpPr>
          <p:cNvPr id="19" name="pdf-path-25">
            <a:extLst xmlns:a="http://schemas.openxmlformats.org/drawingml/2006/main">
              <a:ext uri="{FF2B5EF4-FFF2-40B4-BE49-F238E27FC236}">
                <a16:creationId xmlns:a16="http://schemas.microsoft.com/office/drawing/2014/main" id="{00E8D1E7-8CA6-402F-BA92-6AB59D56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608" y="1888744"/>
            <a:ext cx="271700" cy="271700"/>
          </a:xfrm>
          <a:custGeom xmlns:a="http://schemas.openxmlformats.org/drawingml/2006/main">
            <a:pathLst>
              <a:path w="271700" h="271700">
                <a:moveTo>
                  <a:pt x="0" y="271700"/>
                </a:moveTo>
                <a:lnTo>
                  <a:pt x="271700" y="271700"/>
                </a:lnTo>
                <a:lnTo>
                  <a:pt x="2717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F19A1-2C60-4539-B970-69FD10D62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906e837b44a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9608" y="1888744"/>
            <a:ext cx="271700" cy="271700"/>
          </a:xfrm>
          <a:prstGeom xmlns:a="http://schemas.openxmlformats.org/drawingml/2006/main" prst="rect">
            <a:avLst/>
          </a:prstGeom>
        </p:spPr>
      </p:pic>
      <p:sp>
        <p:nvSpPr>
          <p:cNvPr id="21" name="fog-source-component-5">
            <a:extLst xmlns:a="http://schemas.openxmlformats.org/drawingml/2006/main">
              <a:ext uri="{FF2B5EF4-FFF2-40B4-BE49-F238E27FC236}">
                <a16:creationId xmlns:a16="http://schemas.microsoft.com/office/drawing/2014/main" id="{14A5143A-53AF-435C-B18D-6A6EF254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608" y="1888744"/>
            <a:ext cx="271700" cy="2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pdf-path-27">
            <a:extLst xmlns:a="http://schemas.openxmlformats.org/drawingml/2006/main">
              <a:ext uri="{FF2B5EF4-FFF2-40B4-BE49-F238E27FC236}">
                <a16:creationId xmlns:a16="http://schemas.microsoft.com/office/drawing/2014/main" id="{12D2ABA7-F568-4EC9-8DF7-221C312B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2293" y="1726548"/>
            <a:ext cx="973722" cy="596101"/>
          </a:xfrm>
          <a:custGeom xmlns:a="http://schemas.openxmlformats.org/drawingml/2006/main">
            <a:pathLst>
              <a:path w="973722" h="596101">
                <a:moveTo>
                  <a:pt x="0" y="596101"/>
                </a:moveTo>
                <a:lnTo>
                  <a:pt x="973722" y="596101"/>
                </a:lnTo>
                <a:lnTo>
                  <a:pt x="973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CAD08163-8032-40BF-BA6A-AC882D7E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0653" y="1884585"/>
            <a:ext cx="512074" cy="245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text1</a:t>
            </a:r>
          </a:p>
        </p:txBody>
      </p:sp>
      <p:sp>
        <p:nvSpPr>
          <p:cNvPr id="24" name="pdf-path-29">
            <a:extLst xmlns:a="http://schemas.openxmlformats.org/drawingml/2006/main">
              <a:ext uri="{FF2B5EF4-FFF2-40B4-BE49-F238E27FC236}">
                <a16:creationId xmlns:a16="http://schemas.microsoft.com/office/drawing/2014/main" id="{DF0DE3DB-AA4A-43B2-9933-81B27523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33" y="1585836"/>
            <a:ext cx="8381944" cy="8716"/>
          </a:xfrm>
          <a:custGeom xmlns:a="http://schemas.openxmlformats.org/drawingml/2006/main">
            <a:pathLst>
              <a:path w="8381944" h="8716">
                <a:moveTo>
                  <a:pt x="0" y="0"/>
                </a:moveTo>
                <a:lnTo>
                  <a:pt x="8381944" y="871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30">
            <a:extLst xmlns:a="http://schemas.openxmlformats.org/drawingml/2006/main">
              <a:ext uri="{FF2B5EF4-FFF2-40B4-BE49-F238E27FC236}">
                <a16:creationId xmlns:a16="http://schemas.microsoft.com/office/drawing/2014/main" id="{A5924C92-5B19-466D-BB0A-6A4E3FA2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33" y="1585835"/>
            <a:ext cx="8381944" cy="8716"/>
          </a:xfrm>
          <a:custGeom xmlns:a="http://schemas.openxmlformats.org/drawingml/2006/main">
            <a:pathLst>
              <a:path w="8381944" h="8716">
                <a:moveTo>
                  <a:pt x="0" y="0"/>
                </a:moveTo>
                <a:lnTo>
                  <a:pt x="8381944" y="8716"/>
                </a:lnTo>
              </a:path>
            </a:pathLst>
          </a:custGeom>
          <a:noFill xmlns:a="http://schemas.openxmlformats.org/drawingml/2006/main"/>
          <a:ln xmlns:a="http://schemas.openxmlformats.org/drawingml/2006/main" w="30748">
            <a:solidFill>
              <a:srgbClr val="595959"/>
            </a:solidFill>
            <a:prstDash val="dash"/>
          </a:ln>
        </p:spPr>
      </p:sp>
      <p:sp>
        <p:nvSpPr>
          <p:cNvPr id="26" name="pdf-path-31">
            <a:extLst xmlns:a="http://schemas.openxmlformats.org/drawingml/2006/main">
              <a:ext uri="{FF2B5EF4-FFF2-40B4-BE49-F238E27FC236}">
                <a16:creationId xmlns:a16="http://schemas.microsoft.com/office/drawing/2014/main" id="{E059EAC5-E6C4-4BB9-A6E0-8B8D8D4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1973" y="263412"/>
            <a:ext cx="2007483" cy="2529192"/>
          </a:xfrm>
          <a:custGeom xmlns:a="http://schemas.openxmlformats.org/drawingml/2006/main">
            <a:pathLst>
              <a:path w="2007483" h="2529192">
                <a:moveTo>
                  <a:pt x="0" y="334618"/>
                </a:moveTo>
                <a:lnTo>
                  <a:pt x="0" y="334618"/>
                </a:lnTo>
                <a:cubicBezTo>
                  <a:pt x="0" y="149813"/>
                  <a:pt x="149800" y="0"/>
                  <a:pt x="334589" y="0"/>
                </a:cubicBezTo>
                <a:lnTo>
                  <a:pt x="1672898" y="0"/>
                </a:lnTo>
                <a:cubicBezTo>
                  <a:pt x="1761635" y="0"/>
                  <a:pt x="1846739" y="35255"/>
                  <a:pt x="1909486" y="98009"/>
                </a:cubicBezTo>
                <a:cubicBezTo>
                  <a:pt x="1972234" y="160759"/>
                  <a:pt x="2007483" y="245872"/>
                  <a:pt x="2007483" y="334618"/>
                </a:cubicBezTo>
                <a:lnTo>
                  <a:pt x="2007483" y="2194574"/>
                </a:lnTo>
                <a:cubicBezTo>
                  <a:pt x="2007483" y="2379377"/>
                  <a:pt x="1857683" y="2529192"/>
                  <a:pt x="1672898" y="2529192"/>
                </a:cubicBezTo>
                <a:lnTo>
                  <a:pt x="334589" y="2529192"/>
                </a:lnTo>
                <a:cubicBezTo>
                  <a:pt x="149800" y="2529192"/>
                  <a:pt x="0" y="2379377"/>
                  <a:pt x="0" y="2194574"/>
                </a:cubicBezTo>
                <a:lnTo>
                  <a:pt x="0" y="334618"/>
                </a:ln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32">
            <a:extLst xmlns:a="http://schemas.openxmlformats.org/drawingml/2006/main">
              <a:ext uri="{FF2B5EF4-FFF2-40B4-BE49-F238E27FC236}">
                <a16:creationId xmlns:a16="http://schemas.microsoft.com/office/drawing/2014/main" id="{41E5464C-A1B5-4422-9375-99DC840B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1973" y="263413"/>
            <a:ext cx="2007483" cy="2529191"/>
          </a:xfrm>
          <a:custGeom xmlns:a="http://schemas.openxmlformats.org/drawingml/2006/main">
            <a:pathLst>
              <a:path w="2007483" h="2529191">
                <a:moveTo>
                  <a:pt x="0" y="334617"/>
                </a:moveTo>
                <a:lnTo>
                  <a:pt x="0" y="334617"/>
                </a:lnTo>
                <a:cubicBezTo>
                  <a:pt x="0" y="149813"/>
                  <a:pt x="149800" y="0"/>
                  <a:pt x="334587" y="0"/>
                </a:cubicBezTo>
                <a:lnTo>
                  <a:pt x="1672894" y="0"/>
                </a:lnTo>
                <a:cubicBezTo>
                  <a:pt x="1761636" y="0"/>
                  <a:pt x="1846737" y="35254"/>
                  <a:pt x="1909485" y="98007"/>
                </a:cubicBezTo>
                <a:cubicBezTo>
                  <a:pt x="1972234" y="160760"/>
                  <a:pt x="2007483" y="245871"/>
                  <a:pt x="2007483" y="334617"/>
                </a:cubicBezTo>
                <a:lnTo>
                  <a:pt x="2007483" y="2194573"/>
                </a:lnTo>
                <a:cubicBezTo>
                  <a:pt x="2007483" y="2379379"/>
                  <a:pt x="1857685" y="2529191"/>
                  <a:pt x="1672894" y="2529191"/>
                </a:cubicBezTo>
                <a:lnTo>
                  <a:pt x="334587" y="2529191"/>
                </a:lnTo>
                <a:cubicBezTo>
                  <a:pt x="149800" y="2529191"/>
                  <a:pt x="0" y="2379379"/>
                  <a:pt x="0" y="2194573"/>
                </a:cubicBezTo>
                <a:lnTo>
                  <a:pt x="0" y="334617"/>
                </a:lnTo>
              </a:path>
            </a:pathLst>
          </a:custGeom>
          <a:noFill xmlns:a="http://schemas.openxmlformats.org/drawingml/2006/main"/>
          <a:ln xmlns:a="http://schemas.openxmlformats.org/drawingml/2006/main" w="15374">
            <a:solidFill>
              <a:srgbClr val="000000"/>
            </a:solidFill>
            <a:prstDash val="solid"/>
          </a:ln>
        </p:spPr>
      </p:sp>
      <p:sp>
        <p:nvSpPr>
          <p:cNvPr id="28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BF100F42-7539-4600-BE56-7EA353D7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863" y="1725855"/>
            <a:ext cx="1394398" cy="286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 </a:t>
            </a:r>
          </a:p>
        </p:txBody>
      </p:sp>
      <p:sp>
        <p:nvSpPr>
          <p:cNvPr id="29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068290CC-52BD-422E-A70D-8FC943EA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1792" y="2061540"/>
            <a:ext cx="867536" cy="286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30" name="pdf-path-35">
            <a:extLst xmlns:a="http://schemas.openxmlformats.org/drawingml/2006/main">
              <a:ext uri="{FF2B5EF4-FFF2-40B4-BE49-F238E27FC236}">
                <a16:creationId xmlns:a16="http://schemas.microsoft.com/office/drawing/2014/main" id="{7235FAD9-A12F-4967-B887-E2AEFF49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460" y="2192792"/>
            <a:ext cx="521965" cy="240184"/>
          </a:xfrm>
          <a:custGeom xmlns:a="http://schemas.openxmlformats.org/drawingml/2006/main">
            <a:pathLst>
              <a:path w="521965" h="240184">
                <a:moveTo>
                  <a:pt x="0" y="240184"/>
                </a:moveTo>
                <a:lnTo>
                  <a:pt x="521965" y="240184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36">
            <a:extLst xmlns:a="http://schemas.openxmlformats.org/drawingml/2006/main">
              <a:ext uri="{FF2B5EF4-FFF2-40B4-BE49-F238E27FC236}">
                <a16:creationId xmlns:a16="http://schemas.microsoft.com/office/drawing/2014/main" id="{467DF204-25AC-4323-B0DE-D5A9F726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7175" y="2232257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37">
            <a:extLst xmlns:a="http://schemas.openxmlformats.org/drawingml/2006/main">
              <a:ext uri="{FF2B5EF4-FFF2-40B4-BE49-F238E27FC236}">
                <a16:creationId xmlns:a16="http://schemas.microsoft.com/office/drawing/2014/main" id="{AE3740BF-FD00-4C30-BEED-252E357C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254" y="2232257"/>
            <a:ext cx="117175" cy="161252"/>
          </a:xfrm>
          <a:custGeom xmlns:a="http://schemas.openxmlformats.org/drawingml/2006/main">
            <a:pathLst>
              <a:path w="117175" h="161252">
                <a:moveTo>
                  <a:pt x="0" y="161252"/>
                </a:moveTo>
                <a:lnTo>
                  <a:pt x="117175" y="161252"/>
                </a:lnTo>
                <a:lnTo>
                  <a:pt x="11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38">
            <a:extLst xmlns:a="http://schemas.openxmlformats.org/drawingml/2006/main">
              <a:ext uri="{FF2B5EF4-FFF2-40B4-BE49-F238E27FC236}">
                <a16:creationId xmlns:a16="http://schemas.microsoft.com/office/drawing/2014/main" id="{AFA62188-0AA4-45EE-9817-AFB3F12F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924" y="2232257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39">
            <a:extLst xmlns:a="http://schemas.openxmlformats.org/drawingml/2006/main">
              <a:ext uri="{FF2B5EF4-FFF2-40B4-BE49-F238E27FC236}">
                <a16:creationId xmlns:a16="http://schemas.microsoft.com/office/drawing/2014/main" id="{EBDE5414-E512-424A-AEC4-AB93C283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7759" y="2047118"/>
            <a:ext cx="240196" cy="240184"/>
          </a:xfrm>
          <a:custGeom xmlns:a="http://schemas.openxmlformats.org/drawingml/2006/main">
            <a:pathLst>
              <a:path w="240196" h="240184">
                <a:moveTo>
                  <a:pt x="0" y="240184"/>
                </a:moveTo>
                <a:lnTo>
                  <a:pt x="240196" y="240184"/>
                </a:lnTo>
                <a:lnTo>
                  <a:pt x="24019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E2AC37-1A66-4355-BEBD-289C682C3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3fafb1bfc4734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7759" y="2047118"/>
            <a:ext cx="240197" cy="240184"/>
          </a:xfrm>
          <a:prstGeom xmlns:a="http://schemas.openxmlformats.org/drawingml/2006/main" prst="rect">
            <a:avLst/>
          </a:prstGeom>
        </p:spPr>
      </p:pic>
      <p:sp>
        <p:nvSpPr>
          <p:cNvPr id="36" name="fog-source-component-6">
            <a:extLst xmlns:a="http://schemas.openxmlformats.org/drawingml/2006/main">
              <a:ext uri="{FF2B5EF4-FFF2-40B4-BE49-F238E27FC236}">
                <a16:creationId xmlns:a16="http://schemas.microsoft.com/office/drawing/2014/main" id="{53125888-9DED-42ED-9C02-D92A6489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7759" y="2047118"/>
            <a:ext cx="240197" cy="24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pdf-path-41">
            <a:extLst xmlns:a="http://schemas.openxmlformats.org/drawingml/2006/main">
              <a:ext uri="{FF2B5EF4-FFF2-40B4-BE49-F238E27FC236}">
                <a16:creationId xmlns:a16="http://schemas.microsoft.com/office/drawing/2014/main" id="{3DA4AA11-7943-4589-B1F3-4DEC4572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1317" y="2192792"/>
            <a:ext cx="521966" cy="240184"/>
          </a:xfrm>
          <a:custGeom xmlns:a="http://schemas.openxmlformats.org/drawingml/2006/main">
            <a:pathLst>
              <a:path w="521966" h="240184">
                <a:moveTo>
                  <a:pt x="0" y="240184"/>
                </a:moveTo>
                <a:lnTo>
                  <a:pt x="521966" y="240184"/>
                </a:lnTo>
                <a:lnTo>
                  <a:pt x="52196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42">
            <a:extLst xmlns:a="http://schemas.openxmlformats.org/drawingml/2006/main">
              <a:ext uri="{FF2B5EF4-FFF2-40B4-BE49-F238E27FC236}">
                <a16:creationId xmlns:a16="http://schemas.microsoft.com/office/drawing/2014/main" id="{2780911B-D44A-4E86-9341-752C219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9032" y="2232257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43">
            <a:extLst xmlns:a="http://schemas.openxmlformats.org/drawingml/2006/main">
              <a:ext uri="{FF2B5EF4-FFF2-40B4-BE49-F238E27FC236}">
                <a16:creationId xmlns:a16="http://schemas.microsoft.com/office/drawing/2014/main" id="{004D70DB-ED17-4C25-8469-826C2A50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1110" y="2232257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44">
            <a:extLst xmlns:a="http://schemas.openxmlformats.org/drawingml/2006/main">
              <a:ext uri="{FF2B5EF4-FFF2-40B4-BE49-F238E27FC236}">
                <a16:creationId xmlns:a16="http://schemas.microsoft.com/office/drawing/2014/main" id="{BBEB0B00-4932-43B2-AA68-0CDEAD2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4782" y="2232257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45">
            <a:extLst xmlns:a="http://schemas.openxmlformats.org/drawingml/2006/main">
              <a:ext uri="{FF2B5EF4-FFF2-40B4-BE49-F238E27FC236}">
                <a16:creationId xmlns:a16="http://schemas.microsoft.com/office/drawing/2014/main" id="{54A67D38-76D7-449F-A853-FA6F6BA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9637" y="2047116"/>
            <a:ext cx="240163" cy="240184"/>
          </a:xfrm>
          <a:custGeom xmlns:a="http://schemas.openxmlformats.org/drawingml/2006/main">
            <a:pathLst>
              <a:path w="240163" h="240184">
                <a:moveTo>
                  <a:pt x="0" y="240184"/>
                </a:moveTo>
                <a:lnTo>
                  <a:pt x="240163" y="240184"/>
                </a:lnTo>
                <a:lnTo>
                  <a:pt x="24016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5362DF-B0E1-491A-B607-D8F29CAC55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d891ce8b9427e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9637" y="2047116"/>
            <a:ext cx="240162" cy="240184"/>
          </a:xfrm>
          <a:prstGeom xmlns:a="http://schemas.openxmlformats.org/drawingml/2006/main" prst="rect">
            <a:avLst/>
          </a:prstGeom>
        </p:spPr>
      </p:pic>
      <p:sp>
        <p:nvSpPr>
          <p:cNvPr id="43" name="fog-source-component-7">
            <a:extLst xmlns:a="http://schemas.openxmlformats.org/drawingml/2006/main">
              <a:ext uri="{FF2B5EF4-FFF2-40B4-BE49-F238E27FC236}">
                <a16:creationId xmlns:a16="http://schemas.microsoft.com/office/drawing/2014/main" id="{2F6D5D1E-5908-4063-9AC7-1D85CB6B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9637" y="2047116"/>
            <a:ext cx="240162" cy="24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pdf-path-47">
            <a:extLst xmlns:a="http://schemas.openxmlformats.org/drawingml/2006/main">
              <a:ext uri="{FF2B5EF4-FFF2-40B4-BE49-F238E27FC236}">
                <a16:creationId xmlns:a16="http://schemas.microsoft.com/office/drawing/2014/main" id="{44EA8D2D-84D0-44C4-A52C-A6BBE3DF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5209" y="1965138"/>
            <a:ext cx="521965" cy="240184"/>
          </a:xfrm>
          <a:custGeom xmlns:a="http://schemas.openxmlformats.org/drawingml/2006/main">
            <a:pathLst>
              <a:path w="521965" h="240184">
                <a:moveTo>
                  <a:pt x="0" y="240184"/>
                </a:moveTo>
                <a:lnTo>
                  <a:pt x="521965" y="240184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48">
            <a:extLst xmlns:a="http://schemas.openxmlformats.org/drawingml/2006/main">
              <a:ext uri="{FF2B5EF4-FFF2-40B4-BE49-F238E27FC236}">
                <a16:creationId xmlns:a16="http://schemas.microsoft.com/office/drawing/2014/main" id="{88A1586E-150D-478B-B0E0-C94E1F70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922" y="2004603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9">
            <a:extLst xmlns:a="http://schemas.openxmlformats.org/drawingml/2006/main">
              <a:ext uri="{FF2B5EF4-FFF2-40B4-BE49-F238E27FC236}">
                <a16:creationId xmlns:a16="http://schemas.microsoft.com/office/drawing/2014/main" id="{A45098B2-6B9C-4FDD-96D3-83C7204F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5000" y="2004603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50">
            <a:extLst xmlns:a="http://schemas.openxmlformats.org/drawingml/2006/main">
              <a:ext uri="{FF2B5EF4-FFF2-40B4-BE49-F238E27FC236}">
                <a16:creationId xmlns:a16="http://schemas.microsoft.com/office/drawing/2014/main" id="{1A5DB7FD-F930-465A-BAF0-EA24C501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673" y="2004603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51">
            <a:extLst xmlns:a="http://schemas.openxmlformats.org/drawingml/2006/main">
              <a:ext uri="{FF2B5EF4-FFF2-40B4-BE49-F238E27FC236}">
                <a16:creationId xmlns:a16="http://schemas.microsoft.com/office/drawing/2014/main" id="{32797628-50DA-4773-B935-41BE4558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5209" y="2187000"/>
            <a:ext cx="521965" cy="240184"/>
          </a:xfrm>
          <a:custGeom xmlns:a="http://schemas.openxmlformats.org/drawingml/2006/main">
            <a:pathLst>
              <a:path w="521965" h="240184">
                <a:moveTo>
                  <a:pt x="0" y="240184"/>
                </a:moveTo>
                <a:lnTo>
                  <a:pt x="521965" y="240184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52">
            <a:extLst xmlns:a="http://schemas.openxmlformats.org/drawingml/2006/main">
              <a:ext uri="{FF2B5EF4-FFF2-40B4-BE49-F238E27FC236}">
                <a16:creationId xmlns:a16="http://schemas.microsoft.com/office/drawing/2014/main" id="{2FD2D2D4-E875-46B1-AA57-94D71B1A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922" y="2226466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53">
            <a:extLst xmlns:a="http://schemas.openxmlformats.org/drawingml/2006/main">
              <a:ext uri="{FF2B5EF4-FFF2-40B4-BE49-F238E27FC236}">
                <a16:creationId xmlns:a16="http://schemas.microsoft.com/office/drawing/2014/main" id="{C91EA8B6-F978-4672-8C80-91B3EBFE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5000" y="2226466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54">
            <a:extLst xmlns:a="http://schemas.openxmlformats.org/drawingml/2006/main">
              <a:ext uri="{FF2B5EF4-FFF2-40B4-BE49-F238E27FC236}">
                <a16:creationId xmlns:a16="http://schemas.microsoft.com/office/drawing/2014/main" id="{C6A8BC56-AE8B-4B21-A6A6-FDED69A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673" y="2226466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ABD1D4-70C5-4F06-A2E9-3A336637E0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3e34048494aee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498" y="1673363"/>
            <a:ext cx="856182" cy="845766"/>
          </a:xfrm>
          <a:prstGeom xmlns:a="http://schemas.openxmlformats.org/drawingml/2006/main" prst="rect">
            <a:avLst/>
          </a:prstGeom>
        </p:spPr>
      </p:pic>
      <p:sp>
        <p:nvSpPr>
          <p:cNvPr id="53" name="fog-source-component-8">
            <a:extLst xmlns:a="http://schemas.openxmlformats.org/drawingml/2006/main">
              <a:ext uri="{FF2B5EF4-FFF2-40B4-BE49-F238E27FC236}">
                <a16:creationId xmlns:a16="http://schemas.microsoft.com/office/drawing/2014/main" id="{780D3F19-0DF5-4551-AE3B-2A3F5AEE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5498" y="1673363"/>
            <a:ext cx="856182" cy="845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pdf-path-56">
            <a:extLst xmlns:a="http://schemas.openxmlformats.org/drawingml/2006/main">
              <a:ext uri="{FF2B5EF4-FFF2-40B4-BE49-F238E27FC236}">
                <a16:creationId xmlns:a16="http://schemas.microsoft.com/office/drawing/2014/main" id="{A4EE310A-19C6-4090-BEB6-1B821384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7739" y="1734861"/>
            <a:ext cx="671702" cy="661270"/>
          </a:xfrm>
          <a:custGeom xmlns:a="http://schemas.openxmlformats.org/drawingml/2006/main">
            <a:pathLst>
              <a:path w="671702" h="661270">
                <a:moveTo>
                  <a:pt x="0" y="661270"/>
                </a:moveTo>
                <a:lnTo>
                  <a:pt x="671702" y="661270"/>
                </a:lnTo>
                <a:lnTo>
                  <a:pt x="6717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29FE99-AE90-40B7-8417-060C21C87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1a3425c4c46e5"/>
          <a:srcRect xmlns:a="http://schemas.openxmlformats.org/drawingml/2006/main" l="642" t="0" r="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47739" y="1734862"/>
            <a:ext cx="671703" cy="661270"/>
          </a:xfrm>
          <a:prstGeom xmlns:a="http://schemas.openxmlformats.org/drawingml/2006/main" prst="rect">
            <a:avLst/>
          </a:prstGeom>
        </p:spPr>
      </p:pic>
      <p:sp>
        <p:nvSpPr>
          <p:cNvPr id="56" name="fog-source-component-9">
            <a:extLst xmlns:a="http://schemas.openxmlformats.org/drawingml/2006/main">
              <a:ext uri="{FF2B5EF4-FFF2-40B4-BE49-F238E27FC236}">
                <a16:creationId xmlns:a16="http://schemas.microsoft.com/office/drawing/2014/main" id="{785C415C-4822-4360-BD0B-68E7B572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7739" y="1734862"/>
            <a:ext cx="671703" cy="66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pdf-path-58">
            <a:extLst xmlns:a="http://schemas.openxmlformats.org/drawingml/2006/main">
              <a:ext uri="{FF2B5EF4-FFF2-40B4-BE49-F238E27FC236}">
                <a16:creationId xmlns:a16="http://schemas.microsoft.com/office/drawing/2014/main" id="{687E96CE-51B5-40B6-9FEE-77E83ADE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615" y="333366"/>
            <a:ext cx="2081082" cy="513780"/>
          </a:xfrm>
          <a:custGeom xmlns:a="http://schemas.openxmlformats.org/drawingml/2006/main">
            <a:pathLst>
              <a:path w="2081082" h="513780">
                <a:moveTo>
                  <a:pt x="0" y="513780"/>
                </a:moveTo>
                <a:lnTo>
                  <a:pt x="2081082" y="513780"/>
                </a:lnTo>
                <a:lnTo>
                  <a:pt x="208108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F114A77C-466A-4E8A-924E-146FFEBC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124" y="472038"/>
            <a:ext cx="1600639" cy="245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description</a:t>
            </a:r>
          </a:p>
        </p:txBody>
      </p:sp>
      <p:sp>
        <p:nvSpPr>
          <p:cNvPr id="59" name="pdf-path-60">
            <a:extLst xmlns:a="http://schemas.openxmlformats.org/drawingml/2006/main">
              <a:ext uri="{FF2B5EF4-FFF2-40B4-BE49-F238E27FC236}">
                <a16:creationId xmlns:a16="http://schemas.microsoft.com/office/drawing/2014/main" id="{450F42D2-982E-46CF-A1DD-DD7BEE6C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615" y="940058"/>
            <a:ext cx="2081082" cy="513780"/>
          </a:xfrm>
          <a:custGeom xmlns:a="http://schemas.openxmlformats.org/drawingml/2006/main">
            <a:pathLst>
              <a:path w="2081082" h="513780">
                <a:moveTo>
                  <a:pt x="0" y="513780"/>
                </a:moveTo>
                <a:lnTo>
                  <a:pt x="2081082" y="513780"/>
                </a:lnTo>
                <a:lnTo>
                  <a:pt x="208108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C58EF6AE-6F84-4F76-A277-EFE3261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449" y="1075809"/>
            <a:ext cx="614596" cy="245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61" name="pdf-path-62">
            <a:extLst xmlns:a="http://schemas.openxmlformats.org/drawingml/2006/main">
              <a:ext uri="{FF2B5EF4-FFF2-40B4-BE49-F238E27FC236}">
                <a16:creationId xmlns:a16="http://schemas.microsoft.com/office/drawing/2014/main" id="{744B248D-94C5-4A87-97CE-531D2AD1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7504" y="657505"/>
            <a:ext cx="1241967" cy="1540371"/>
          </a:xfrm>
          <a:custGeom xmlns:a="http://schemas.openxmlformats.org/drawingml/2006/main">
            <a:pathLst>
              <a:path w="1241967" h="1540371">
                <a:moveTo>
                  <a:pt x="0" y="1540371"/>
                </a:moveTo>
                <a:lnTo>
                  <a:pt x="1241967" y="1540371"/>
                </a:lnTo>
                <a:lnTo>
                  <a:pt x="124196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E840C3-962A-42AB-AA2B-8947CD1FC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57219d9d84053"/>
          <a:srcRect xmlns:a="http://schemas.openxmlformats.org/drawingml/2006/main" l="123" t="0" r="1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2917" y="596006"/>
            <a:ext cx="1749158" cy="1724867"/>
          </a:xfrm>
          <a:prstGeom xmlns:a="http://schemas.openxmlformats.org/drawingml/2006/main" prst="rect">
            <a:avLst/>
          </a:prstGeom>
        </p:spPr>
      </p:pic>
      <p:sp>
        <p:nvSpPr>
          <p:cNvPr id="63" name="fog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262DB236-F361-40DD-9C9A-E7AE3394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2917" y="596006"/>
            <a:ext cx="1749158" cy="1724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pdf-path-66">
            <a:extLst xmlns:a="http://schemas.openxmlformats.org/drawingml/2006/main">
              <a:ext uri="{FF2B5EF4-FFF2-40B4-BE49-F238E27FC236}">
                <a16:creationId xmlns:a16="http://schemas.microsoft.com/office/drawing/2014/main" id="{F50F4688-1FD5-4953-B57A-EFFA8087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5155" y="657505"/>
            <a:ext cx="1564677" cy="1540371"/>
          </a:xfrm>
          <a:custGeom xmlns:a="http://schemas.openxmlformats.org/drawingml/2006/main">
            <a:pathLst>
              <a:path w="1564677" h="1540371">
                <a:moveTo>
                  <a:pt x="0" y="1540371"/>
                </a:moveTo>
                <a:lnTo>
                  <a:pt x="1564677" y="1540371"/>
                </a:lnTo>
                <a:lnTo>
                  <a:pt x="156467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4B7756-2534-4875-90D2-BC7FCD22F8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00d398c594ecf"/>
          <a:srcRect xmlns:a="http://schemas.openxmlformats.org/drawingml/2006/main" l="0" t="169" r="0" b="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5155" y="657504"/>
            <a:ext cx="1564678" cy="1540372"/>
          </a:xfrm>
          <a:prstGeom xmlns:a="http://schemas.openxmlformats.org/drawingml/2006/main" prst="rect">
            <a:avLst/>
          </a:prstGeom>
        </p:spPr>
      </p:pic>
      <p:sp>
        <p:nvSpPr>
          <p:cNvPr id="66" name="fog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A177DD22-AEA9-4629-B8C7-B6CDDB21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5155" y="657504"/>
            <a:ext cx="1564678" cy="154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pdf-path-68">
            <a:extLst xmlns:a="http://schemas.openxmlformats.org/drawingml/2006/main">
              <a:ext uri="{FF2B5EF4-FFF2-40B4-BE49-F238E27FC236}">
                <a16:creationId xmlns:a16="http://schemas.microsoft.com/office/drawing/2014/main" id="{FF9A76DC-79E7-470A-AF2E-69ECE03F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0592" y="1296336"/>
            <a:ext cx="1241969" cy="376496"/>
          </a:xfrm>
          <a:custGeom xmlns:a="http://schemas.openxmlformats.org/drawingml/2006/main">
            <a:pathLst>
              <a:path w="1241969" h="376496">
                <a:moveTo>
                  <a:pt x="0" y="376496"/>
                </a:moveTo>
                <a:lnTo>
                  <a:pt x="1241969" y="376496"/>
                </a:lnTo>
                <a:lnTo>
                  <a:pt x="124196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fog-math-12-glyph-0">
            <a:extLst xmlns:a="http://schemas.openxmlformats.org/drawingml/2006/main">
              <a:ext uri="{FF2B5EF4-FFF2-40B4-BE49-F238E27FC236}">
                <a16:creationId xmlns:a16="http://schemas.microsoft.com/office/drawing/2014/main" id="{B345D8D2-A1A7-4FE7-B405-9DC61B38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648" y="1415727"/>
            <a:ext cx="155420" cy="155760"/>
          </a:xfrm>
          <a:custGeom xmlns:a="http://schemas.openxmlformats.org/drawingml/2006/main">
            <a:pathLst>
              <a:path w="155420" h="155760">
                <a:moveTo>
                  <a:pt x="10717" y="1903"/>
                </a:moveTo>
                <a:lnTo>
                  <a:pt x="10825" y="1791"/>
                </a:lnTo>
                <a:lnTo>
                  <a:pt x="12765" y="254"/>
                </a:lnTo>
                <a:lnTo>
                  <a:pt x="14706" y="546"/>
                </a:lnTo>
                <a:lnTo>
                  <a:pt x="16031" y="1903"/>
                </a:lnTo>
                <a:lnTo>
                  <a:pt x="16646" y="2498"/>
                </a:lnTo>
                <a:lnTo>
                  <a:pt x="17914" y="3844"/>
                </a:lnTo>
                <a:lnTo>
                  <a:pt x="18587" y="4506"/>
                </a:lnTo>
                <a:lnTo>
                  <a:pt x="19966" y="5785"/>
                </a:lnTo>
                <a:lnTo>
                  <a:pt x="20527" y="6406"/>
                </a:lnTo>
                <a:lnTo>
                  <a:pt x="21916" y="7725"/>
                </a:lnTo>
                <a:lnTo>
                  <a:pt x="22468" y="8256"/>
                </a:lnTo>
                <a:lnTo>
                  <a:pt x="23843" y="9666"/>
                </a:lnTo>
                <a:lnTo>
                  <a:pt x="24409" y="10250"/>
                </a:lnTo>
                <a:lnTo>
                  <a:pt x="25801" y="11607"/>
                </a:lnTo>
                <a:lnTo>
                  <a:pt x="26349" y="12115"/>
                </a:lnTo>
                <a:lnTo>
                  <a:pt x="27715" y="13548"/>
                </a:lnTo>
                <a:lnTo>
                  <a:pt x="28290" y="14176"/>
                </a:lnTo>
                <a:lnTo>
                  <a:pt x="29653" y="15488"/>
                </a:lnTo>
                <a:lnTo>
                  <a:pt x="30230" y="16023"/>
                </a:lnTo>
                <a:lnTo>
                  <a:pt x="31571" y="17429"/>
                </a:lnTo>
                <a:lnTo>
                  <a:pt x="32171" y="18009"/>
                </a:lnTo>
                <a:lnTo>
                  <a:pt x="33446" y="19370"/>
                </a:lnTo>
                <a:lnTo>
                  <a:pt x="34112" y="20032"/>
                </a:lnTo>
                <a:lnTo>
                  <a:pt x="35498" y="21310"/>
                </a:lnTo>
                <a:lnTo>
                  <a:pt x="36052" y="21919"/>
                </a:lnTo>
                <a:lnTo>
                  <a:pt x="37454" y="23251"/>
                </a:lnTo>
                <a:lnTo>
                  <a:pt x="37993" y="23770"/>
                </a:lnTo>
                <a:lnTo>
                  <a:pt x="39380" y="25192"/>
                </a:lnTo>
                <a:lnTo>
                  <a:pt x="39933" y="25767"/>
                </a:lnTo>
                <a:lnTo>
                  <a:pt x="41335" y="27132"/>
                </a:lnTo>
                <a:lnTo>
                  <a:pt x="41874" y="27632"/>
                </a:lnTo>
                <a:lnTo>
                  <a:pt x="43240" y="29073"/>
                </a:lnTo>
                <a:lnTo>
                  <a:pt x="43814" y="29706"/>
                </a:lnTo>
                <a:lnTo>
                  <a:pt x="45174" y="31014"/>
                </a:lnTo>
                <a:lnTo>
                  <a:pt x="45755" y="31549"/>
                </a:lnTo>
                <a:lnTo>
                  <a:pt x="47088" y="32955"/>
                </a:lnTo>
                <a:lnTo>
                  <a:pt x="47696" y="33545"/>
                </a:lnTo>
                <a:lnTo>
                  <a:pt x="48967" y="34895"/>
                </a:lnTo>
                <a:lnTo>
                  <a:pt x="49636" y="35564"/>
                </a:lnTo>
                <a:lnTo>
                  <a:pt x="51009" y="36836"/>
                </a:lnTo>
                <a:lnTo>
                  <a:pt x="51577" y="37457"/>
                </a:lnTo>
                <a:lnTo>
                  <a:pt x="52966" y="38777"/>
                </a:lnTo>
                <a:lnTo>
                  <a:pt x="53517" y="39308"/>
                </a:lnTo>
                <a:lnTo>
                  <a:pt x="54892" y="40717"/>
                </a:lnTo>
                <a:lnTo>
                  <a:pt x="55458" y="41305"/>
                </a:lnTo>
                <a:lnTo>
                  <a:pt x="56838" y="42658"/>
                </a:lnTo>
                <a:lnTo>
                  <a:pt x="57398" y="43182"/>
                </a:lnTo>
                <a:lnTo>
                  <a:pt x="58758" y="44599"/>
                </a:lnTo>
                <a:lnTo>
                  <a:pt x="59339" y="45231"/>
                </a:lnTo>
                <a:lnTo>
                  <a:pt x="60690" y="46540"/>
                </a:lnTo>
                <a:lnTo>
                  <a:pt x="61280" y="47090"/>
                </a:lnTo>
                <a:lnTo>
                  <a:pt x="62590" y="48480"/>
                </a:lnTo>
                <a:lnTo>
                  <a:pt x="63220" y="49093"/>
                </a:lnTo>
                <a:lnTo>
                  <a:pt x="64485" y="50421"/>
                </a:lnTo>
                <a:lnTo>
                  <a:pt x="65161" y="51135"/>
                </a:lnTo>
                <a:lnTo>
                  <a:pt x="66500" y="52362"/>
                </a:lnTo>
                <a:lnTo>
                  <a:pt x="67101" y="52982"/>
                </a:lnTo>
                <a:lnTo>
                  <a:pt x="68465" y="54302"/>
                </a:lnTo>
                <a:lnTo>
                  <a:pt x="69042" y="54816"/>
                </a:lnTo>
                <a:lnTo>
                  <a:pt x="70437" y="56243"/>
                </a:lnTo>
                <a:lnTo>
                  <a:pt x="70982" y="56805"/>
                </a:lnTo>
                <a:lnTo>
                  <a:pt x="72278" y="58184"/>
                </a:lnTo>
                <a:lnTo>
                  <a:pt x="72923" y="58829"/>
                </a:lnTo>
                <a:lnTo>
                  <a:pt x="74318" y="60124"/>
                </a:lnTo>
                <a:lnTo>
                  <a:pt x="74864" y="60719"/>
                </a:lnTo>
                <a:lnTo>
                  <a:pt x="76113" y="62065"/>
                </a:lnTo>
                <a:lnTo>
                  <a:pt x="76804" y="62683"/>
                </a:lnTo>
                <a:lnTo>
                  <a:pt x="78745" y="62535"/>
                </a:lnTo>
                <a:lnTo>
                  <a:pt x="79250" y="62065"/>
                </a:lnTo>
                <a:lnTo>
                  <a:pt x="80685" y="60714"/>
                </a:lnTo>
                <a:lnTo>
                  <a:pt x="81204" y="60124"/>
                </a:lnTo>
                <a:lnTo>
                  <a:pt x="82626" y="58742"/>
                </a:lnTo>
                <a:lnTo>
                  <a:pt x="83210" y="58184"/>
                </a:lnTo>
                <a:lnTo>
                  <a:pt x="84566" y="56835"/>
                </a:lnTo>
                <a:lnTo>
                  <a:pt x="85142" y="56243"/>
                </a:lnTo>
                <a:lnTo>
                  <a:pt x="86507" y="54930"/>
                </a:lnTo>
                <a:lnTo>
                  <a:pt x="87163" y="54302"/>
                </a:lnTo>
                <a:lnTo>
                  <a:pt x="88448" y="52915"/>
                </a:lnTo>
                <a:lnTo>
                  <a:pt x="88988" y="52362"/>
                </a:lnTo>
                <a:lnTo>
                  <a:pt x="90388" y="51048"/>
                </a:lnTo>
                <a:lnTo>
                  <a:pt x="91001" y="50421"/>
                </a:lnTo>
                <a:lnTo>
                  <a:pt x="92329" y="49079"/>
                </a:lnTo>
                <a:lnTo>
                  <a:pt x="92959" y="48480"/>
                </a:lnTo>
                <a:lnTo>
                  <a:pt x="94269" y="47113"/>
                </a:lnTo>
                <a:lnTo>
                  <a:pt x="94854" y="46540"/>
                </a:lnTo>
                <a:lnTo>
                  <a:pt x="96210" y="45216"/>
                </a:lnTo>
                <a:lnTo>
                  <a:pt x="96792" y="44599"/>
                </a:lnTo>
                <a:lnTo>
                  <a:pt x="98150" y="43307"/>
                </a:lnTo>
                <a:lnTo>
                  <a:pt x="98796" y="42658"/>
                </a:lnTo>
                <a:lnTo>
                  <a:pt x="100091" y="41410"/>
                </a:lnTo>
                <a:lnTo>
                  <a:pt x="100769" y="40717"/>
                </a:lnTo>
                <a:lnTo>
                  <a:pt x="102032" y="39442"/>
                </a:lnTo>
                <a:lnTo>
                  <a:pt x="102753" y="38777"/>
                </a:lnTo>
                <a:lnTo>
                  <a:pt x="103972" y="37453"/>
                </a:lnTo>
                <a:lnTo>
                  <a:pt x="104551" y="36836"/>
                </a:lnTo>
                <a:lnTo>
                  <a:pt x="105913" y="35547"/>
                </a:lnTo>
                <a:lnTo>
                  <a:pt x="106576" y="34895"/>
                </a:lnTo>
                <a:lnTo>
                  <a:pt x="107853" y="33603"/>
                </a:lnTo>
                <a:lnTo>
                  <a:pt x="108540" y="32955"/>
                </a:lnTo>
                <a:lnTo>
                  <a:pt x="109794" y="31647"/>
                </a:lnTo>
                <a:lnTo>
                  <a:pt x="110431" y="31014"/>
                </a:lnTo>
                <a:lnTo>
                  <a:pt x="111735" y="29749"/>
                </a:lnTo>
                <a:lnTo>
                  <a:pt x="112376" y="29073"/>
                </a:lnTo>
                <a:lnTo>
                  <a:pt x="113675" y="27810"/>
                </a:lnTo>
                <a:lnTo>
                  <a:pt x="114334" y="27132"/>
                </a:lnTo>
                <a:lnTo>
                  <a:pt x="115616" y="25891"/>
                </a:lnTo>
                <a:lnTo>
                  <a:pt x="116300" y="25192"/>
                </a:lnTo>
                <a:lnTo>
                  <a:pt x="117556" y="23936"/>
                </a:lnTo>
                <a:lnTo>
                  <a:pt x="118310" y="23251"/>
                </a:lnTo>
                <a:lnTo>
                  <a:pt x="119497" y="21947"/>
                </a:lnTo>
                <a:lnTo>
                  <a:pt x="120080" y="21310"/>
                </a:lnTo>
                <a:lnTo>
                  <a:pt x="121437" y="20011"/>
                </a:lnTo>
                <a:lnTo>
                  <a:pt x="122093" y="19370"/>
                </a:lnTo>
                <a:lnTo>
                  <a:pt x="123378" y="18092"/>
                </a:lnTo>
                <a:lnTo>
                  <a:pt x="124091" y="17429"/>
                </a:lnTo>
                <a:lnTo>
                  <a:pt x="125319" y="16149"/>
                </a:lnTo>
                <a:lnTo>
                  <a:pt x="125983" y="15488"/>
                </a:lnTo>
                <a:lnTo>
                  <a:pt x="127259" y="14243"/>
                </a:lnTo>
                <a:lnTo>
                  <a:pt x="127915" y="13548"/>
                </a:lnTo>
                <a:lnTo>
                  <a:pt x="129200" y="12305"/>
                </a:lnTo>
                <a:lnTo>
                  <a:pt x="129894" y="11607"/>
                </a:lnTo>
                <a:lnTo>
                  <a:pt x="131140" y="10419"/>
                </a:lnTo>
                <a:lnTo>
                  <a:pt x="131856" y="9666"/>
                </a:lnTo>
                <a:lnTo>
                  <a:pt x="133081" y="8423"/>
                </a:lnTo>
                <a:lnTo>
                  <a:pt x="133860" y="7725"/>
                </a:lnTo>
                <a:lnTo>
                  <a:pt x="135021" y="6480"/>
                </a:lnTo>
                <a:lnTo>
                  <a:pt x="135677" y="5785"/>
                </a:lnTo>
                <a:lnTo>
                  <a:pt x="136962" y="4543"/>
                </a:lnTo>
                <a:lnTo>
                  <a:pt x="137660" y="3844"/>
                </a:lnTo>
                <a:lnTo>
                  <a:pt x="138903" y="2602"/>
                </a:lnTo>
                <a:lnTo>
                  <a:pt x="139642" y="1903"/>
                </a:lnTo>
                <a:lnTo>
                  <a:pt x="140843" y="635"/>
                </a:lnTo>
                <a:lnTo>
                  <a:pt x="142784" y="0"/>
                </a:lnTo>
                <a:lnTo>
                  <a:pt x="144724" y="1494"/>
                </a:lnTo>
                <a:lnTo>
                  <a:pt x="145125" y="1903"/>
                </a:lnTo>
                <a:lnTo>
                  <a:pt x="146665" y="3392"/>
                </a:lnTo>
                <a:lnTo>
                  <a:pt x="147130" y="3844"/>
                </a:lnTo>
                <a:lnTo>
                  <a:pt x="148605" y="5261"/>
                </a:lnTo>
                <a:lnTo>
                  <a:pt x="149119" y="5785"/>
                </a:lnTo>
                <a:lnTo>
                  <a:pt x="150546" y="7124"/>
                </a:lnTo>
                <a:lnTo>
                  <a:pt x="151136" y="7725"/>
                </a:lnTo>
                <a:lnTo>
                  <a:pt x="152487" y="9014"/>
                </a:lnTo>
                <a:lnTo>
                  <a:pt x="153179" y="9666"/>
                </a:lnTo>
                <a:lnTo>
                  <a:pt x="154427" y="10843"/>
                </a:lnTo>
                <a:lnTo>
                  <a:pt x="155174" y="11607"/>
                </a:lnTo>
                <a:lnTo>
                  <a:pt x="155415" y="13548"/>
                </a:lnTo>
                <a:lnTo>
                  <a:pt x="154427" y="14828"/>
                </a:lnTo>
                <a:lnTo>
                  <a:pt x="153778" y="15488"/>
                </a:lnTo>
                <a:lnTo>
                  <a:pt x="152487" y="16736"/>
                </a:lnTo>
                <a:lnTo>
                  <a:pt x="151785" y="17429"/>
                </a:lnTo>
                <a:lnTo>
                  <a:pt x="150546" y="18627"/>
                </a:lnTo>
                <a:lnTo>
                  <a:pt x="149803" y="19370"/>
                </a:lnTo>
                <a:lnTo>
                  <a:pt x="148605" y="20631"/>
                </a:lnTo>
                <a:lnTo>
                  <a:pt x="147938" y="21310"/>
                </a:lnTo>
                <a:lnTo>
                  <a:pt x="146665" y="22488"/>
                </a:lnTo>
                <a:lnTo>
                  <a:pt x="145955" y="23251"/>
                </a:lnTo>
                <a:lnTo>
                  <a:pt x="144724" y="24488"/>
                </a:lnTo>
                <a:lnTo>
                  <a:pt x="143960" y="25192"/>
                </a:lnTo>
                <a:lnTo>
                  <a:pt x="142784" y="26511"/>
                </a:lnTo>
                <a:lnTo>
                  <a:pt x="142159" y="27132"/>
                </a:lnTo>
                <a:lnTo>
                  <a:pt x="140843" y="28387"/>
                </a:lnTo>
                <a:lnTo>
                  <a:pt x="140180" y="29073"/>
                </a:lnTo>
                <a:lnTo>
                  <a:pt x="138903" y="30263"/>
                </a:lnTo>
                <a:lnTo>
                  <a:pt x="138193" y="31014"/>
                </a:lnTo>
                <a:lnTo>
                  <a:pt x="136962" y="32264"/>
                </a:lnTo>
                <a:lnTo>
                  <a:pt x="136264" y="32955"/>
                </a:lnTo>
                <a:lnTo>
                  <a:pt x="135021" y="34323"/>
                </a:lnTo>
                <a:lnTo>
                  <a:pt x="134396" y="34895"/>
                </a:lnTo>
                <a:lnTo>
                  <a:pt x="133081" y="36253"/>
                </a:lnTo>
                <a:lnTo>
                  <a:pt x="132501" y="36836"/>
                </a:lnTo>
                <a:lnTo>
                  <a:pt x="131140" y="38155"/>
                </a:lnTo>
                <a:lnTo>
                  <a:pt x="130558" y="38777"/>
                </a:lnTo>
                <a:lnTo>
                  <a:pt x="129200" y="40120"/>
                </a:lnTo>
                <a:lnTo>
                  <a:pt x="128574" y="40717"/>
                </a:lnTo>
                <a:lnTo>
                  <a:pt x="127259" y="42133"/>
                </a:lnTo>
                <a:lnTo>
                  <a:pt x="126753" y="42658"/>
                </a:lnTo>
                <a:lnTo>
                  <a:pt x="125319" y="44075"/>
                </a:lnTo>
                <a:lnTo>
                  <a:pt x="124816" y="44599"/>
                </a:lnTo>
                <a:lnTo>
                  <a:pt x="123378" y="46089"/>
                </a:lnTo>
                <a:lnTo>
                  <a:pt x="122928" y="46540"/>
                </a:lnTo>
                <a:lnTo>
                  <a:pt x="121437" y="47884"/>
                </a:lnTo>
                <a:lnTo>
                  <a:pt x="120835" y="48480"/>
                </a:lnTo>
                <a:lnTo>
                  <a:pt x="119497" y="50012"/>
                </a:lnTo>
                <a:lnTo>
                  <a:pt x="119063" y="50421"/>
                </a:lnTo>
                <a:lnTo>
                  <a:pt x="117556" y="51949"/>
                </a:lnTo>
                <a:lnTo>
                  <a:pt x="117149" y="52362"/>
                </a:lnTo>
                <a:lnTo>
                  <a:pt x="115616" y="53875"/>
                </a:lnTo>
                <a:lnTo>
                  <a:pt x="115212" y="54302"/>
                </a:lnTo>
                <a:lnTo>
                  <a:pt x="113675" y="55749"/>
                </a:lnTo>
                <a:lnTo>
                  <a:pt x="113167" y="56243"/>
                </a:lnTo>
                <a:lnTo>
                  <a:pt x="111735" y="57871"/>
                </a:lnTo>
                <a:lnTo>
                  <a:pt x="111411" y="58184"/>
                </a:lnTo>
                <a:lnTo>
                  <a:pt x="109794" y="59735"/>
                </a:lnTo>
                <a:lnTo>
                  <a:pt x="109429" y="60124"/>
                </a:lnTo>
                <a:lnTo>
                  <a:pt x="107853" y="61615"/>
                </a:lnTo>
                <a:lnTo>
                  <a:pt x="107403" y="62065"/>
                </a:lnTo>
                <a:lnTo>
                  <a:pt x="105913" y="63583"/>
                </a:lnTo>
                <a:lnTo>
                  <a:pt x="105490" y="64006"/>
                </a:lnTo>
                <a:lnTo>
                  <a:pt x="103972" y="65613"/>
                </a:lnTo>
                <a:lnTo>
                  <a:pt x="103632" y="65947"/>
                </a:lnTo>
                <a:lnTo>
                  <a:pt x="102032" y="67750"/>
                </a:lnTo>
                <a:lnTo>
                  <a:pt x="101897" y="67887"/>
                </a:lnTo>
                <a:lnTo>
                  <a:pt x="100091" y="69443"/>
                </a:lnTo>
                <a:lnTo>
                  <a:pt x="99707" y="69828"/>
                </a:lnTo>
                <a:lnTo>
                  <a:pt x="98150" y="71558"/>
                </a:lnTo>
                <a:lnTo>
                  <a:pt x="97936" y="71769"/>
                </a:lnTo>
                <a:lnTo>
                  <a:pt x="96210" y="73447"/>
                </a:lnTo>
                <a:lnTo>
                  <a:pt x="95951" y="73709"/>
                </a:lnTo>
                <a:lnTo>
                  <a:pt x="94269" y="75528"/>
                </a:lnTo>
                <a:lnTo>
                  <a:pt x="94138" y="75650"/>
                </a:lnTo>
                <a:lnTo>
                  <a:pt x="93026" y="77591"/>
                </a:lnTo>
                <a:lnTo>
                  <a:pt x="93716" y="79531"/>
                </a:lnTo>
                <a:lnTo>
                  <a:pt x="94269" y="80023"/>
                </a:lnTo>
                <a:lnTo>
                  <a:pt x="95642" y="81472"/>
                </a:lnTo>
                <a:lnTo>
                  <a:pt x="96210" y="82027"/>
                </a:lnTo>
                <a:lnTo>
                  <a:pt x="97572" y="83413"/>
                </a:lnTo>
                <a:lnTo>
                  <a:pt x="98150" y="84046"/>
                </a:lnTo>
                <a:lnTo>
                  <a:pt x="99536" y="85354"/>
                </a:lnTo>
                <a:lnTo>
                  <a:pt x="100091" y="85884"/>
                </a:lnTo>
                <a:lnTo>
                  <a:pt x="101466" y="87294"/>
                </a:lnTo>
                <a:lnTo>
                  <a:pt x="102032" y="87881"/>
                </a:lnTo>
                <a:lnTo>
                  <a:pt x="103411" y="89235"/>
                </a:lnTo>
                <a:lnTo>
                  <a:pt x="103972" y="89758"/>
                </a:lnTo>
                <a:lnTo>
                  <a:pt x="105324" y="91176"/>
                </a:lnTo>
                <a:lnTo>
                  <a:pt x="105913" y="91816"/>
                </a:lnTo>
                <a:lnTo>
                  <a:pt x="107272" y="93116"/>
                </a:lnTo>
                <a:lnTo>
                  <a:pt x="107853" y="93648"/>
                </a:lnTo>
                <a:lnTo>
                  <a:pt x="109197" y="95057"/>
                </a:lnTo>
                <a:lnTo>
                  <a:pt x="109794" y="95637"/>
                </a:lnTo>
                <a:lnTo>
                  <a:pt x="111069" y="96998"/>
                </a:lnTo>
                <a:lnTo>
                  <a:pt x="111735" y="97670"/>
                </a:lnTo>
                <a:lnTo>
                  <a:pt x="113096" y="98938"/>
                </a:lnTo>
                <a:lnTo>
                  <a:pt x="113675" y="99571"/>
                </a:lnTo>
                <a:lnTo>
                  <a:pt x="115060" y="100879"/>
                </a:lnTo>
                <a:lnTo>
                  <a:pt x="115616" y="101410"/>
                </a:lnTo>
                <a:lnTo>
                  <a:pt x="116991" y="102820"/>
                </a:lnTo>
                <a:lnTo>
                  <a:pt x="117556" y="103407"/>
                </a:lnTo>
                <a:lnTo>
                  <a:pt x="118936" y="104761"/>
                </a:lnTo>
                <a:lnTo>
                  <a:pt x="119497" y="105284"/>
                </a:lnTo>
                <a:lnTo>
                  <a:pt x="120848" y="106701"/>
                </a:lnTo>
                <a:lnTo>
                  <a:pt x="121437" y="107342"/>
                </a:lnTo>
                <a:lnTo>
                  <a:pt x="122797" y="108642"/>
                </a:lnTo>
                <a:lnTo>
                  <a:pt x="123378" y="109174"/>
                </a:lnTo>
                <a:lnTo>
                  <a:pt x="124722" y="110583"/>
                </a:lnTo>
                <a:lnTo>
                  <a:pt x="125319" y="111163"/>
                </a:lnTo>
                <a:lnTo>
                  <a:pt x="126594" y="112523"/>
                </a:lnTo>
                <a:lnTo>
                  <a:pt x="127259" y="113196"/>
                </a:lnTo>
                <a:lnTo>
                  <a:pt x="128621" y="114464"/>
                </a:lnTo>
                <a:lnTo>
                  <a:pt x="129200" y="115097"/>
                </a:lnTo>
                <a:lnTo>
                  <a:pt x="130585" y="116405"/>
                </a:lnTo>
                <a:lnTo>
                  <a:pt x="131140" y="116936"/>
                </a:lnTo>
                <a:lnTo>
                  <a:pt x="132515" y="118345"/>
                </a:lnTo>
                <a:lnTo>
                  <a:pt x="133081" y="118933"/>
                </a:lnTo>
                <a:lnTo>
                  <a:pt x="134461" y="120286"/>
                </a:lnTo>
                <a:lnTo>
                  <a:pt x="135021" y="120810"/>
                </a:lnTo>
                <a:lnTo>
                  <a:pt x="136373" y="122227"/>
                </a:lnTo>
                <a:lnTo>
                  <a:pt x="136962" y="122868"/>
                </a:lnTo>
                <a:lnTo>
                  <a:pt x="138322" y="124168"/>
                </a:lnTo>
                <a:lnTo>
                  <a:pt x="138903" y="124699"/>
                </a:lnTo>
                <a:lnTo>
                  <a:pt x="140246" y="126108"/>
                </a:lnTo>
                <a:lnTo>
                  <a:pt x="140843" y="126688"/>
                </a:lnTo>
                <a:lnTo>
                  <a:pt x="142118" y="128049"/>
                </a:lnTo>
                <a:lnTo>
                  <a:pt x="142784" y="128718"/>
                </a:lnTo>
                <a:lnTo>
                  <a:pt x="144119" y="129990"/>
                </a:lnTo>
                <a:lnTo>
                  <a:pt x="144724" y="130589"/>
                </a:lnTo>
                <a:lnTo>
                  <a:pt x="146185" y="131930"/>
                </a:lnTo>
                <a:lnTo>
                  <a:pt x="146665" y="132443"/>
                </a:lnTo>
                <a:lnTo>
                  <a:pt x="148066" y="133871"/>
                </a:lnTo>
                <a:lnTo>
                  <a:pt x="148605" y="134373"/>
                </a:lnTo>
                <a:lnTo>
                  <a:pt x="149965" y="135812"/>
                </a:lnTo>
                <a:lnTo>
                  <a:pt x="150546" y="136438"/>
                </a:lnTo>
                <a:lnTo>
                  <a:pt x="151861" y="137752"/>
                </a:lnTo>
                <a:lnTo>
                  <a:pt x="152487" y="138390"/>
                </a:lnTo>
                <a:lnTo>
                  <a:pt x="153901" y="139693"/>
                </a:lnTo>
                <a:lnTo>
                  <a:pt x="154427" y="140227"/>
                </a:lnTo>
                <a:lnTo>
                  <a:pt x="155420" y="141634"/>
                </a:lnTo>
                <a:lnTo>
                  <a:pt x="154996" y="143575"/>
                </a:lnTo>
                <a:lnTo>
                  <a:pt x="154427" y="144224"/>
                </a:lnTo>
                <a:lnTo>
                  <a:pt x="152989" y="145515"/>
                </a:lnTo>
                <a:lnTo>
                  <a:pt x="152487" y="145991"/>
                </a:lnTo>
                <a:lnTo>
                  <a:pt x="151195" y="147456"/>
                </a:lnTo>
                <a:lnTo>
                  <a:pt x="150546" y="148105"/>
                </a:lnTo>
                <a:lnTo>
                  <a:pt x="149173" y="149397"/>
                </a:lnTo>
                <a:lnTo>
                  <a:pt x="148605" y="149994"/>
                </a:lnTo>
                <a:lnTo>
                  <a:pt x="147330" y="151337"/>
                </a:lnTo>
                <a:lnTo>
                  <a:pt x="146665" y="151942"/>
                </a:lnTo>
                <a:lnTo>
                  <a:pt x="145336" y="153278"/>
                </a:lnTo>
                <a:lnTo>
                  <a:pt x="144724" y="153919"/>
                </a:lnTo>
                <a:lnTo>
                  <a:pt x="143259" y="155219"/>
                </a:lnTo>
                <a:lnTo>
                  <a:pt x="142784" y="155659"/>
                </a:lnTo>
                <a:lnTo>
                  <a:pt x="141852" y="155219"/>
                </a:lnTo>
                <a:lnTo>
                  <a:pt x="140843" y="154697"/>
                </a:lnTo>
                <a:lnTo>
                  <a:pt x="139298" y="153278"/>
                </a:lnTo>
                <a:lnTo>
                  <a:pt x="138903" y="152915"/>
                </a:lnTo>
                <a:lnTo>
                  <a:pt x="137471" y="151337"/>
                </a:lnTo>
                <a:lnTo>
                  <a:pt x="136962" y="150852"/>
                </a:lnTo>
                <a:lnTo>
                  <a:pt x="135523" y="149397"/>
                </a:lnTo>
                <a:lnTo>
                  <a:pt x="135021" y="148889"/>
                </a:lnTo>
                <a:lnTo>
                  <a:pt x="133342" y="147456"/>
                </a:lnTo>
                <a:lnTo>
                  <a:pt x="133081" y="147169"/>
                </a:lnTo>
                <a:lnTo>
                  <a:pt x="131487" y="145515"/>
                </a:lnTo>
                <a:lnTo>
                  <a:pt x="131140" y="145160"/>
                </a:lnTo>
                <a:lnTo>
                  <a:pt x="129324" y="143575"/>
                </a:lnTo>
                <a:lnTo>
                  <a:pt x="129200" y="143440"/>
                </a:lnTo>
                <a:lnTo>
                  <a:pt x="127518" y="141634"/>
                </a:lnTo>
                <a:lnTo>
                  <a:pt x="127259" y="141399"/>
                </a:lnTo>
                <a:lnTo>
                  <a:pt x="125711" y="139693"/>
                </a:lnTo>
                <a:lnTo>
                  <a:pt x="125319" y="139292"/>
                </a:lnTo>
                <a:lnTo>
                  <a:pt x="123696" y="137752"/>
                </a:lnTo>
                <a:lnTo>
                  <a:pt x="123378" y="137469"/>
                </a:lnTo>
                <a:lnTo>
                  <a:pt x="121856" y="135812"/>
                </a:lnTo>
                <a:lnTo>
                  <a:pt x="121437" y="135398"/>
                </a:lnTo>
                <a:lnTo>
                  <a:pt x="119901" y="133871"/>
                </a:lnTo>
                <a:lnTo>
                  <a:pt x="119497" y="133452"/>
                </a:lnTo>
                <a:lnTo>
                  <a:pt x="117882" y="131930"/>
                </a:lnTo>
                <a:lnTo>
                  <a:pt x="117556" y="131598"/>
                </a:lnTo>
                <a:lnTo>
                  <a:pt x="115937" y="129990"/>
                </a:lnTo>
                <a:lnTo>
                  <a:pt x="115616" y="129649"/>
                </a:lnTo>
                <a:lnTo>
                  <a:pt x="113767" y="128049"/>
                </a:lnTo>
                <a:lnTo>
                  <a:pt x="113675" y="127949"/>
                </a:lnTo>
                <a:lnTo>
                  <a:pt x="111962" y="126108"/>
                </a:lnTo>
                <a:lnTo>
                  <a:pt x="111735" y="125902"/>
                </a:lnTo>
                <a:lnTo>
                  <a:pt x="110103" y="124168"/>
                </a:lnTo>
                <a:lnTo>
                  <a:pt x="109794" y="123863"/>
                </a:lnTo>
                <a:lnTo>
                  <a:pt x="108070" y="122227"/>
                </a:lnTo>
                <a:lnTo>
                  <a:pt x="107853" y="122018"/>
                </a:lnTo>
                <a:lnTo>
                  <a:pt x="106121" y="120286"/>
                </a:lnTo>
                <a:lnTo>
                  <a:pt x="105913" y="120076"/>
                </a:lnTo>
                <a:lnTo>
                  <a:pt x="104244" y="118345"/>
                </a:lnTo>
                <a:lnTo>
                  <a:pt x="103972" y="118073"/>
                </a:lnTo>
                <a:lnTo>
                  <a:pt x="102146" y="116405"/>
                </a:lnTo>
                <a:lnTo>
                  <a:pt x="102032" y="116285"/>
                </a:lnTo>
                <a:lnTo>
                  <a:pt x="100322" y="114464"/>
                </a:lnTo>
                <a:lnTo>
                  <a:pt x="100091" y="114241"/>
                </a:lnTo>
                <a:lnTo>
                  <a:pt x="98150" y="112645"/>
                </a:lnTo>
                <a:lnTo>
                  <a:pt x="98029" y="112523"/>
                </a:lnTo>
                <a:lnTo>
                  <a:pt x="96210" y="110677"/>
                </a:lnTo>
                <a:lnTo>
                  <a:pt x="96116" y="110583"/>
                </a:lnTo>
                <a:lnTo>
                  <a:pt x="94463" y="108642"/>
                </a:lnTo>
                <a:lnTo>
                  <a:pt x="94269" y="108439"/>
                </a:lnTo>
                <a:lnTo>
                  <a:pt x="92476" y="106701"/>
                </a:lnTo>
                <a:lnTo>
                  <a:pt x="92329" y="106566"/>
                </a:lnTo>
                <a:lnTo>
                  <a:pt x="90497" y="104761"/>
                </a:lnTo>
                <a:lnTo>
                  <a:pt x="90388" y="104647"/>
                </a:lnTo>
                <a:lnTo>
                  <a:pt x="88617" y="102820"/>
                </a:lnTo>
                <a:lnTo>
                  <a:pt x="88448" y="102657"/>
                </a:lnTo>
                <a:lnTo>
                  <a:pt x="86530" y="100879"/>
                </a:lnTo>
                <a:lnTo>
                  <a:pt x="86507" y="100854"/>
                </a:lnTo>
                <a:lnTo>
                  <a:pt x="84685" y="98938"/>
                </a:lnTo>
                <a:lnTo>
                  <a:pt x="84566" y="98826"/>
                </a:lnTo>
                <a:lnTo>
                  <a:pt x="82626" y="97171"/>
                </a:lnTo>
                <a:lnTo>
                  <a:pt x="82453" y="96998"/>
                </a:lnTo>
                <a:lnTo>
                  <a:pt x="80685" y="95205"/>
                </a:lnTo>
                <a:lnTo>
                  <a:pt x="80538" y="95057"/>
                </a:lnTo>
                <a:lnTo>
                  <a:pt x="78813" y="93116"/>
                </a:lnTo>
                <a:lnTo>
                  <a:pt x="78745" y="93044"/>
                </a:lnTo>
                <a:lnTo>
                  <a:pt x="76804" y="92854"/>
                </a:lnTo>
                <a:lnTo>
                  <a:pt x="76530" y="93116"/>
                </a:lnTo>
                <a:lnTo>
                  <a:pt x="74864" y="94927"/>
                </a:lnTo>
                <a:lnTo>
                  <a:pt x="74735" y="95057"/>
                </a:lnTo>
                <a:lnTo>
                  <a:pt x="72923" y="96762"/>
                </a:lnTo>
                <a:lnTo>
                  <a:pt x="72701" y="96998"/>
                </a:lnTo>
                <a:lnTo>
                  <a:pt x="70982" y="98778"/>
                </a:lnTo>
                <a:lnTo>
                  <a:pt x="70820" y="98938"/>
                </a:lnTo>
                <a:lnTo>
                  <a:pt x="69042" y="100584"/>
                </a:lnTo>
                <a:lnTo>
                  <a:pt x="68751" y="100879"/>
                </a:lnTo>
                <a:lnTo>
                  <a:pt x="67101" y="102529"/>
                </a:lnTo>
                <a:lnTo>
                  <a:pt x="66802" y="102820"/>
                </a:lnTo>
                <a:lnTo>
                  <a:pt x="65161" y="104622"/>
                </a:lnTo>
                <a:lnTo>
                  <a:pt x="65018" y="104761"/>
                </a:lnTo>
                <a:lnTo>
                  <a:pt x="63220" y="106478"/>
                </a:lnTo>
                <a:lnTo>
                  <a:pt x="63010" y="106701"/>
                </a:lnTo>
                <a:lnTo>
                  <a:pt x="61280" y="108277"/>
                </a:lnTo>
                <a:lnTo>
                  <a:pt x="60915" y="108642"/>
                </a:lnTo>
                <a:lnTo>
                  <a:pt x="59339" y="110228"/>
                </a:lnTo>
                <a:lnTo>
                  <a:pt x="58984" y="110583"/>
                </a:lnTo>
                <a:lnTo>
                  <a:pt x="57398" y="112200"/>
                </a:lnTo>
                <a:lnTo>
                  <a:pt x="57073" y="112523"/>
                </a:lnTo>
                <a:lnTo>
                  <a:pt x="55458" y="114171"/>
                </a:lnTo>
                <a:lnTo>
                  <a:pt x="55157" y="114464"/>
                </a:lnTo>
                <a:lnTo>
                  <a:pt x="53517" y="116008"/>
                </a:lnTo>
                <a:lnTo>
                  <a:pt x="53133" y="116405"/>
                </a:lnTo>
                <a:lnTo>
                  <a:pt x="51577" y="117923"/>
                </a:lnTo>
                <a:lnTo>
                  <a:pt x="51154" y="118345"/>
                </a:lnTo>
                <a:lnTo>
                  <a:pt x="49636" y="119984"/>
                </a:lnTo>
                <a:lnTo>
                  <a:pt x="49317" y="120286"/>
                </a:lnTo>
                <a:lnTo>
                  <a:pt x="47696" y="121864"/>
                </a:lnTo>
                <a:lnTo>
                  <a:pt x="47351" y="122227"/>
                </a:lnTo>
                <a:lnTo>
                  <a:pt x="45755" y="123691"/>
                </a:lnTo>
                <a:lnTo>
                  <a:pt x="45278" y="124168"/>
                </a:lnTo>
                <a:lnTo>
                  <a:pt x="43814" y="125714"/>
                </a:lnTo>
                <a:lnTo>
                  <a:pt x="43420" y="126108"/>
                </a:lnTo>
                <a:lnTo>
                  <a:pt x="41874" y="127664"/>
                </a:lnTo>
                <a:lnTo>
                  <a:pt x="41469" y="128049"/>
                </a:lnTo>
                <a:lnTo>
                  <a:pt x="39933" y="129648"/>
                </a:lnTo>
                <a:lnTo>
                  <a:pt x="39603" y="129990"/>
                </a:lnTo>
                <a:lnTo>
                  <a:pt x="37993" y="131519"/>
                </a:lnTo>
                <a:lnTo>
                  <a:pt x="37589" y="131930"/>
                </a:lnTo>
                <a:lnTo>
                  <a:pt x="36052" y="133412"/>
                </a:lnTo>
                <a:lnTo>
                  <a:pt x="35585" y="133871"/>
                </a:lnTo>
                <a:lnTo>
                  <a:pt x="34112" y="135471"/>
                </a:lnTo>
                <a:lnTo>
                  <a:pt x="33757" y="135812"/>
                </a:lnTo>
                <a:lnTo>
                  <a:pt x="32171" y="137376"/>
                </a:lnTo>
                <a:lnTo>
                  <a:pt x="31816" y="137752"/>
                </a:lnTo>
                <a:lnTo>
                  <a:pt x="30230" y="139208"/>
                </a:lnTo>
                <a:lnTo>
                  <a:pt x="29745" y="139693"/>
                </a:lnTo>
                <a:lnTo>
                  <a:pt x="28290" y="141211"/>
                </a:lnTo>
                <a:lnTo>
                  <a:pt x="27859" y="141634"/>
                </a:lnTo>
                <a:lnTo>
                  <a:pt x="26349" y="143135"/>
                </a:lnTo>
                <a:lnTo>
                  <a:pt x="25889" y="143575"/>
                </a:lnTo>
                <a:lnTo>
                  <a:pt x="24409" y="145075"/>
                </a:lnTo>
                <a:lnTo>
                  <a:pt x="23974" y="145515"/>
                </a:lnTo>
                <a:lnTo>
                  <a:pt x="22468" y="146904"/>
                </a:lnTo>
                <a:lnTo>
                  <a:pt x="21941" y="147456"/>
                </a:lnTo>
                <a:lnTo>
                  <a:pt x="20527" y="148911"/>
                </a:lnTo>
                <a:lnTo>
                  <a:pt x="19999" y="149397"/>
                </a:lnTo>
                <a:lnTo>
                  <a:pt x="18587" y="150827"/>
                </a:lnTo>
                <a:lnTo>
                  <a:pt x="18070" y="151337"/>
                </a:lnTo>
                <a:lnTo>
                  <a:pt x="16646" y="152770"/>
                </a:lnTo>
                <a:lnTo>
                  <a:pt x="16155" y="153278"/>
                </a:lnTo>
                <a:lnTo>
                  <a:pt x="14706" y="154632"/>
                </a:lnTo>
                <a:lnTo>
                  <a:pt x="13716" y="155219"/>
                </a:lnTo>
                <a:lnTo>
                  <a:pt x="12765" y="155760"/>
                </a:lnTo>
                <a:lnTo>
                  <a:pt x="12154" y="155219"/>
                </a:lnTo>
                <a:lnTo>
                  <a:pt x="10825" y="154158"/>
                </a:lnTo>
                <a:lnTo>
                  <a:pt x="10035" y="153278"/>
                </a:lnTo>
                <a:lnTo>
                  <a:pt x="8884" y="152094"/>
                </a:lnTo>
                <a:lnTo>
                  <a:pt x="8073" y="151337"/>
                </a:lnTo>
                <a:lnTo>
                  <a:pt x="6943" y="150153"/>
                </a:lnTo>
                <a:lnTo>
                  <a:pt x="6179" y="149397"/>
                </a:lnTo>
                <a:lnTo>
                  <a:pt x="5003" y="148287"/>
                </a:lnTo>
                <a:lnTo>
                  <a:pt x="4159" y="147456"/>
                </a:lnTo>
                <a:lnTo>
                  <a:pt x="3062" y="146260"/>
                </a:lnTo>
                <a:lnTo>
                  <a:pt x="2366" y="145515"/>
                </a:lnTo>
                <a:lnTo>
                  <a:pt x="1122" y="144322"/>
                </a:lnTo>
                <a:lnTo>
                  <a:pt x="367" y="143575"/>
                </a:lnTo>
                <a:lnTo>
                  <a:pt x="112" y="141634"/>
                </a:lnTo>
                <a:lnTo>
                  <a:pt x="1122" y="140424"/>
                </a:lnTo>
                <a:lnTo>
                  <a:pt x="1844" y="139693"/>
                </a:lnTo>
                <a:lnTo>
                  <a:pt x="3062" y="138482"/>
                </a:lnTo>
                <a:lnTo>
                  <a:pt x="3759" y="137752"/>
                </a:lnTo>
                <a:lnTo>
                  <a:pt x="5003" y="136542"/>
                </a:lnTo>
                <a:lnTo>
                  <a:pt x="5721" y="135812"/>
                </a:lnTo>
                <a:lnTo>
                  <a:pt x="6943" y="134628"/>
                </a:lnTo>
                <a:lnTo>
                  <a:pt x="7659" y="133871"/>
                </a:lnTo>
                <a:lnTo>
                  <a:pt x="8884" y="132628"/>
                </a:lnTo>
                <a:lnTo>
                  <a:pt x="9664" y="131930"/>
                </a:lnTo>
                <a:lnTo>
                  <a:pt x="10825" y="130700"/>
                </a:lnTo>
                <a:lnTo>
                  <a:pt x="11503" y="129990"/>
                </a:lnTo>
                <a:lnTo>
                  <a:pt x="12765" y="128748"/>
                </a:lnTo>
                <a:lnTo>
                  <a:pt x="13453" y="128049"/>
                </a:lnTo>
                <a:lnTo>
                  <a:pt x="14706" y="126782"/>
                </a:lnTo>
                <a:lnTo>
                  <a:pt x="15423" y="126108"/>
                </a:lnTo>
                <a:lnTo>
                  <a:pt x="16646" y="124840"/>
                </a:lnTo>
                <a:lnTo>
                  <a:pt x="17319" y="124168"/>
                </a:lnTo>
                <a:lnTo>
                  <a:pt x="18587" y="122930"/>
                </a:lnTo>
                <a:lnTo>
                  <a:pt x="19246" y="122227"/>
                </a:lnTo>
                <a:lnTo>
                  <a:pt x="20527" y="120974"/>
                </a:lnTo>
                <a:lnTo>
                  <a:pt x="21204" y="120286"/>
                </a:lnTo>
                <a:lnTo>
                  <a:pt x="22468" y="119074"/>
                </a:lnTo>
                <a:lnTo>
                  <a:pt x="23172" y="118345"/>
                </a:lnTo>
                <a:lnTo>
                  <a:pt x="24409" y="117096"/>
                </a:lnTo>
                <a:lnTo>
                  <a:pt x="25169" y="116405"/>
                </a:lnTo>
                <a:lnTo>
                  <a:pt x="26349" y="115117"/>
                </a:lnTo>
                <a:lnTo>
                  <a:pt x="26961" y="114464"/>
                </a:lnTo>
                <a:lnTo>
                  <a:pt x="28290" y="113186"/>
                </a:lnTo>
                <a:lnTo>
                  <a:pt x="28953" y="112523"/>
                </a:lnTo>
                <a:lnTo>
                  <a:pt x="30230" y="111231"/>
                </a:lnTo>
                <a:lnTo>
                  <a:pt x="30917" y="110583"/>
                </a:lnTo>
                <a:lnTo>
                  <a:pt x="32171" y="109275"/>
                </a:lnTo>
                <a:lnTo>
                  <a:pt x="32804" y="108642"/>
                </a:lnTo>
                <a:lnTo>
                  <a:pt x="34112" y="107350"/>
                </a:lnTo>
                <a:lnTo>
                  <a:pt x="34727" y="106701"/>
                </a:lnTo>
                <a:lnTo>
                  <a:pt x="36052" y="105420"/>
                </a:lnTo>
                <a:lnTo>
                  <a:pt x="36694" y="104761"/>
                </a:lnTo>
                <a:lnTo>
                  <a:pt x="37993" y="103502"/>
                </a:lnTo>
                <a:lnTo>
                  <a:pt x="38664" y="102820"/>
                </a:lnTo>
                <a:lnTo>
                  <a:pt x="39933" y="101538"/>
                </a:lnTo>
                <a:lnTo>
                  <a:pt x="40647" y="100879"/>
                </a:lnTo>
                <a:lnTo>
                  <a:pt x="41874" y="99531"/>
                </a:lnTo>
                <a:lnTo>
                  <a:pt x="42420" y="98938"/>
                </a:lnTo>
                <a:lnTo>
                  <a:pt x="43814" y="97611"/>
                </a:lnTo>
                <a:lnTo>
                  <a:pt x="44438" y="96998"/>
                </a:lnTo>
                <a:lnTo>
                  <a:pt x="45755" y="95659"/>
                </a:lnTo>
                <a:lnTo>
                  <a:pt x="46385" y="95057"/>
                </a:lnTo>
                <a:lnTo>
                  <a:pt x="47696" y="93682"/>
                </a:lnTo>
                <a:lnTo>
                  <a:pt x="48302" y="93116"/>
                </a:lnTo>
                <a:lnTo>
                  <a:pt x="49636" y="91764"/>
                </a:lnTo>
                <a:lnTo>
                  <a:pt x="50171" y="91176"/>
                </a:lnTo>
                <a:lnTo>
                  <a:pt x="51577" y="89865"/>
                </a:lnTo>
                <a:lnTo>
                  <a:pt x="52183" y="89235"/>
                </a:lnTo>
                <a:lnTo>
                  <a:pt x="53517" y="87915"/>
                </a:lnTo>
                <a:lnTo>
                  <a:pt x="54135" y="87294"/>
                </a:lnTo>
                <a:lnTo>
                  <a:pt x="55458" y="85949"/>
                </a:lnTo>
                <a:lnTo>
                  <a:pt x="56081" y="85354"/>
                </a:lnTo>
                <a:lnTo>
                  <a:pt x="57398" y="83956"/>
                </a:lnTo>
                <a:lnTo>
                  <a:pt x="57917" y="83413"/>
                </a:lnTo>
                <a:lnTo>
                  <a:pt x="59339" y="82015"/>
                </a:lnTo>
                <a:lnTo>
                  <a:pt x="59914" y="81472"/>
                </a:lnTo>
                <a:lnTo>
                  <a:pt x="61280" y="79910"/>
                </a:lnTo>
                <a:lnTo>
                  <a:pt x="61686" y="79531"/>
                </a:lnTo>
                <a:lnTo>
                  <a:pt x="62568" y="77591"/>
                </a:lnTo>
                <a:lnTo>
                  <a:pt x="61514" y="75650"/>
                </a:lnTo>
                <a:lnTo>
                  <a:pt x="61280" y="75416"/>
                </a:lnTo>
                <a:lnTo>
                  <a:pt x="59652" y="73709"/>
                </a:lnTo>
                <a:lnTo>
                  <a:pt x="59339" y="73397"/>
                </a:lnTo>
                <a:lnTo>
                  <a:pt x="57436" y="71769"/>
                </a:lnTo>
                <a:lnTo>
                  <a:pt x="57398" y="71729"/>
                </a:lnTo>
                <a:lnTo>
                  <a:pt x="55627" y="69828"/>
                </a:lnTo>
                <a:lnTo>
                  <a:pt x="55458" y="69667"/>
                </a:lnTo>
                <a:lnTo>
                  <a:pt x="53728" y="67887"/>
                </a:lnTo>
                <a:lnTo>
                  <a:pt x="53517" y="67666"/>
                </a:lnTo>
                <a:lnTo>
                  <a:pt x="51577" y="66109"/>
                </a:lnTo>
                <a:lnTo>
                  <a:pt x="51416" y="65947"/>
                </a:lnTo>
                <a:lnTo>
                  <a:pt x="49636" y="64100"/>
                </a:lnTo>
                <a:lnTo>
                  <a:pt x="49542" y="64006"/>
                </a:lnTo>
                <a:lnTo>
                  <a:pt x="47956" y="62065"/>
                </a:lnTo>
                <a:lnTo>
                  <a:pt x="47696" y="61805"/>
                </a:lnTo>
                <a:lnTo>
                  <a:pt x="45912" y="60124"/>
                </a:lnTo>
                <a:lnTo>
                  <a:pt x="45755" y="59972"/>
                </a:lnTo>
                <a:lnTo>
                  <a:pt x="43993" y="58184"/>
                </a:lnTo>
                <a:lnTo>
                  <a:pt x="43814" y="58003"/>
                </a:lnTo>
                <a:lnTo>
                  <a:pt x="42118" y="56243"/>
                </a:lnTo>
                <a:lnTo>
                  <a:pt x="41874" y="55997"/>
                </a:lnTo>
                <a:lnTo>
                  <a:pt x="40018" y="54302"/>
                </a:lnTo>
                <a:lnTo>
                  <a:pt x="39933" y="54214"/>
                </a:lnTo>
                <a:lnTo>
                  <a:pt x="38209" y="52362"/>
                </a:lnTo>
                <a:lnTo>
                  <a:pt x="37993" y="52136"/>
                </a:lnTo>
                <a:lnTo>
                  <a:pt x="36144" y="50421"/>
                </a:lnTo>
                <a:lnTo>
                  <a:pt x="36052" y="50322"/>
                </a:lnTo>
                <a:lnTo>
                  <a:pt x="34322" y="48480"/>
                </a:lnTo>
                <a:lnTo>
                  <a:pt x="34112" y="48289"/>
                </a:lnTo>
                <a:lnTo>
                  <a:pt x="32490" y="46540"/>
                </a:lnTo>
                <a:lnTo>
                  <a:pt x="32171" y="46225"/>
                </a:lnTo>
                <a:lnTo>
                  <a:pt x="30471" y="44599"/>
                </a:lnTo>
                <a:lnTo>
                  <a:pt x="30230" y="44376"/>
                </a:lnTo>
                <a:lnTo>
                  <a:pt x="28703" y="42658"/>
                </a:lnTo>
                <a:lnTo>
                  <a:pt x="28290" y="42245"/>
                </a:lnTo>
                <a:lnTo>
                  <a:pt x="26743" y="40717"/>
                </a:lnTo>
                <a:lnTo>
                  <a:pt x="26349" y="40316"/>
                </a:lnTo>
                <a:lnTo>
                  <a:pt x="24694" y="38777"/>
                </a:lnTo>
                <a:lnTo>
                  <a:pt x="24409" y="38477"/>
                </a:lnTo>
                <a:lnTo>
                  <a:pt x="22791" y="36836"/>
                </a:lnTo>
                <a:lnTo>
                  <a:pt x="22468" y="36493"/>
                </a:lnTo>
                <a:lnTo>
                  <a:pt x="20636" y="34895"/>
                </a:lnTo>
                <a:lnTo>
                  <a:pt x="20527" y="34778"/>
                </a:lnTo>
                <a:lnTo>
                  <a:pt x="18829" y="32955"/>
                </a:lnTo>
                <a:lnTo>
                  <a:pt x="18587" y="32735"/>
                </a:lnTo>
                <a:lnTo>
                  <a:pt x="17025" y="31014"/>
                </a:lnTo>
                <a:lnTo>
                  <a:pt x="16646" y="30613"/>
                </a:lnTo>
                <a:lnTo>
                  <a:pt x="14940" y="29073"/>
                </a:lnTo>
                <a:lnTo>
                  <a:pt x="14706" y="28875"/>
                </a:lnTo>
                <a:lnTo>
                  <a:pt x="13259" y="27132"/>
                </a:lnTo>
                <a:lnTo>
                  <a:pt x="12765" y="26639"/>
                </a:lnTo>
                <a:lnTo>
                  <a:pt x="11284" y="25192"/>
                </a:lnTo>
                <a:lnTo>
                  <a:pt x="10825" y="24697"/>
                </a:lnTo>
                <a:lnTo>
                  <a:pt x="9279" y="23251"/>
                </a:lnTo>
                <a:lnTo>
                  <a:pt x="8884" y="22862"/>
                </a:lnTo>
                <a:lnTo>
                  <a:pt x="7384" y="21310"/>
                </a:lnTo>
                <a:lnTo>
                  <a:pt x="6943" y="20881"/>
                </a:lnTo>
                <a:lnTo>
                  <a:pt x="5412" y="19370"/>
                </a:lnTo>
                <a:lnTo>
                  <a:pt x="5003" y="18941"/>
                </a:lnTo>
                <a:lnTo>
                  <a:pt x="3531" y="17429"/>
                </a:lnTo>
                <a:lnTo>
                  <a:pt x="3062" y="16986"/>
                </a:lnTo>
                <a:lnTo>
                  <a:pt x="1583" y="15488"/>
                </a:lnTo>
                <a:lnTo>
                  <a:pt x="1122" y="15012"/>
                </a:lnTo>
                <a:lnTo>
                  <a:pt x="0" y="13548"/>
                </a:lnTo>
                <a:lnTo>
                  <a:pt x="585" y="11607"/>
                </a:lnTo>
                <a:lnTo>
                  <a:pt x="1122" y="11087"/>
                </a:lnTo>
                <a:lnTo>
                  <a:pt x="2577" y="9666"/>
                </a:lnTo>
                <a:lnTo>
                  <a:pt x="3062" y="9198"/>
                </a:lnTo>
                <a:lnTo>
                  <a:pt x="4535" y="7725"/>
                </a:lnTo>
                <a:lnTo>
                  <a:pt x="5003" y="7258"/>
                </a:lnTo>
                <a:lnTo>
                  <a:pt x="6530" y="5785"/>
                </a:lnTo>
                <a:lnTo>
                  <a:pt x="6943" y="5371"/>
                </a:lnTo>
                <a:lnTo>
                  <a:pt x="8550" y="3844"/>
                </a:lnTo>
                <a:lnTo>
                  <a:pt x="8884" y="3510"/>
                </a:lnTo>
                <a:lnTo>
                  <a:pt x="10717" y="1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fog-math-12-glyph-1">
            <a:extLst xmlns:a="http://schemas.openxmlformats.org/drawingml/2006/main">
              <a:ext uri="{FF2B5EF4-FFF2-40B4-BE49-F238E27FC236}">
                <a16:creationId xmlns:a16="http://schemas.microsoft.com/office/drawing/2014/main" id="{AFDF3226-0BF3-4599-BE4A-4F8A001D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8358" y="1440054"/>
            <a:ext cx="103301" cy="124368"/>
          </a:xfrm>
          <a:custGeom xmlns:a="http://schemas.openxmlformats.org/drawingml/2006/main">
            <a:pathLst>
              <a:path w="103301" h="124368">
                <a:moveTo>
                  <a:pt x="46144" y="865"/>
                </a:moveTo>
                <a:lnTo>
                  <a:pt x="47995" y="307"/>
                </a:lnTo>
                <a:lnTo>
                  <a:pt x="49936" y="44"/>
                </a:lnTo>
                <a:lnTo>
                  <a:pt x="51876" y="191"/>
                </a:lnTo>
                <a:lnTo>
                  <a:pt x="52549" y="865"/>
                </a:lnTo>
                <a:lnTo>
                  <a:pt x="52695" y="2806"/>
                </a:lnTo>
                <a:lnTo>
                  <a:pt x="51876" y="4578"/>
                </a:lnTo>
                <a:lnTo>
                  <a:pt x="51747" y="4746"/>
                </a:lnTo>
                <a:lnTo>
                  <a:pt x="51333" y="6687"/>
                </a:lnTo>
                <a:lnTo>
                  <a:pt x="50963" y="8628"/>
                </a:lnTo>
                <a:lnTo>
                  <a:pt x="50646" y="10568"/>
                </a:lnTo>
                <a:lnTo>
                  <a:pt x="50062" y="12509"/>
                </a:lnTo>
                <a:lnTo>
                  <a:pt x="49936" y="12735"/>
                </a:lnTo>
                <a:lnTo>
                  <a:pt x="49284" y="14450"/>
                </a:lnTo>
                <a:lnTo>
                  <a:pt x="48945" y="16390"/>
                </a:lnTo>
                <a:lnTo>
                  <a:pt x="48686" y="18331"/>
                </a:lnTo>
                <a:lnTo>
                  <a:pt x="47995" y="20180"/>
                </a:lnTo>
                <a:lnTo>
                  <a:pt x="47943" y="20272"/>
                </a:lnTo>
                <a:lnTo>
                  <a:pt x="47298" y="22213"/>
                </a:lnTo>
                <a:lnTo>
                  <a:pt x="46994" y="24153"/>
                </a:lnTo>
                <a:lnTo>
                  <a:pt x="46745" y="26094"/>
                </a:lnTo>
                <a:lnTo>
                  <a:pt x="46054" y="27704"/>
                </a:lnTo>
                <a:lnTo>
                  <a:pt x="45852" y="28035"/>
                </a:lnTo>
                <a:lnTo>
                  <a:pt x="45396" y="29975"/>
                </a:lnTo>
                <a:lnTo>
                  <a:pt x="45032" y="31916"/>
                </a:lnTo>
                <a:lnTo>
                  <a:pt x="44710" y="33857"/>
                </a:lnTo>
                <a:lnTo>
                  <a:pt x="44114" y="35597"/>
                </a:lnTo>
                <a:lnTo>
                  <a:pt x="44015" y="35797"/>
                </a:lnTo>
                <a:lnTo>
                  <a:pt x="43392" y="37738"/>
                </a:lnTo>
                <a:lnTo>
                  <a:pt x="43089" y="39679"/>
                </a:lnTo>
                <a:lnTo>
                  <a:pt x="42667" y="41620"/>
                </a:lnTo>
                <a:lnTo>
                  <a:pt x="42173" y="43413"/>
                </a:lnTo>
                <a:lnTo>
                  <a:pt x="42120" y="43560"/>
                </a:lnTo>
                <a:lnTo>
                  <a:pt x="41389" y="45501"/>
                </a:lnTo>
                <a:lnTo>
                  <a:pt x="41537" y="47442"/>
                </a:lnTo>
                <a:lnTo>
                  <a:pt x="42173" y="48223"/>
                </a:lnTo>
                <a:lnTo>
                  <a:pt x="42732" y="47442"/>
                </a:lnTo>
                <a:lnTo>
                  <a:pt x="43278" y="45501"/>
                </a:lnTo>
                <a:lnTo>
                  <a:pt x="44114" y="44415"/>
                </a:lnTo>
                <a:lnTo>
                  <a:pt x="44688" y="43560"/>
                </a:lnTo>
                <a:lnTo>
                  <a:pt x="45372" y="41620"/>
                </a:lnTo>
                <a:lnTo>
                  <a:pt x="46054" y="40716"/>
                </a:lnTo>
                <a:lnTo>
                  <a:pt x="46803" y="39679"/>
                </a:lnTo>
                <a:lnTo>
                  <a:pt x="47785" y="37738"/>
                </a:lnTo>
                <a:lnTo>
                  <a:pt x="47995" y="37507"/>
                </a:lnTo>
                <a:lnTo>
                  <a:pt x="49048" y="35797"/>
                </a:lnTo>
                <a:lnTo>
                  <a:pt x="49936" y="34389"/>
                </a:lnTo>
                <a:lnTo>
                  <a:pt x="50393" y="33857"/>
                </a:lnTo>
                <a:lnTo>
                  <a:pt x="51318" y="31916"/>
                </a:lnTo>
                <a:lnTo>
                  <a:pt x="51876" y="31275"/>
                </a:lnTo>
                <a:lnTo>
                  <a:pt x="52890" y="29975"/>
                </a:lnTo>
                <a:lnTo>
                  <a:pt x="53817" y="28831"/>
                </a:lnTo>
                <a:lnTo>
                  <a:pt x="54489" y="28035"/>
                </a:lnTo>
                <a:lnTo>
                  <a:pt x="55757" y="26117"/>
                </a:lnTo>
                <a:lnTo>
                  <a:pt x="55781" y="26094"/>
                </a:lnTo>
                <a:lnTo>
                  <a:pt x="57006" y="24153"/>
                </a:lnTo>
                <a:lnTo>
                  <a:pt x="57698" y="23336"/>
                </a:lnTo>
                <a:lnTo>
                  <a:pt x="58643" y="22213"/>
                </a:lnTo>
                <a:lnTo>
                  <a:pt x="59638" y="21038"/>
                </a:lnTo>
                <a:lnTo>
                  <a:pt x="60382" y="20272"/>
                </a:lnTo>
                <a:lnTo>
                  <a:pt x="61579" y="18888"/>
                </a:lnTo>
                <a:lnTo>
                  <a:pt x="62064" y="18331"/>
                </a:lnTo>
                <a:lnTo>
                  <a:pt x="63520" y="16576"/>
                </a:lnTo>
                <a:lnTo>
                  <a:pt x="63705" y="16390"/>
                </a:lnTo>
                <a:lnTo>
                  <a:pt x="65169" y="14450"/>
                </a:lnTo>
                <a:lnTo>
                  <a:pt x="65460" y="14157"/>
                </a:lnTo>
                <a:lnTo>
                  <a:pt x="66985" y="12509"/>
                </a:lnTo>
                <a:lnTo>
                  <a:pt x="67401" y="12093"/>
                </a:lnTo>
                <a:lnTo>
                  <a:pt x="69059" y="10568"/>
                </a:lnTo>
                <a:lnTo>
                  <a:pt x="69341" y="10255"/>
                </a:lnTo>
                <a:lnTo>
                  <a:pt x="71239" y="8628"/>
                </a:lnTo>
                <a:lnTo>
                  <a:pt x="71282" y="8590"/>
                </a:lnTo>
                <a:lnTo>
                  <a:pt x="73222" y="7052"/>
                </a:lnTo>
                <a:lnTo>
                  <a:pt x="73585" y="6687"/>
                </a:lnTo>
                <a:lnTo>
                  <a:pt x="75163" y="5588"/>
                </a:lnTo>
                <a:lnTo>
                  <a:pt x="76435" y="4746"/>
                </a:lnTo>
                <a:lnTo>
                  <a:pt x="77104" y="4193"/>
                </a:lnTo>
                <a:lnTo>
                  <a:pt x="79044" y="3256"/>
                </a:lnTo>
                <a:lnTo>
                  <a:pt x="79777" y="2806"/>
                </a:lnTo>
                <a:lnTo>
                  <a:pt x="80985" y="2128"/>
                </a:lnTo>
                <a:lnTo>
                  <a:pt x="82925" y="1500"/>
                </a:lnTo>
                <a:lnTo>
                  <a:pt x="84760" y="865"/>
                </a:lnTo>
                <a:lnTo>
                  <a:pt x="84866" y="807"/>
                </a:lnTo>
                <a:lnTo>
                  <a:pt x="86806" y="226"/>
                </a:lnTo>
                <a:lnTo>
                  <a:pt x="88747" y="9"/>
                </a:lnTo>
                <a:lnTo>
                  <a:pt x="90688" y="0"/>
                </a:lnTo>
                <a:lnTo>
                  <a:pt x="92628" y="223"/>
                </a:lnTo>
                <a:lnTo>
                  <a:pt x="94313" y="865"/>
                </a:lnTo>
                <a:lnTo>
                  <a:pt x="94569" y="999"/>
                </a:lnTo>
                <a:lnTo>
                  <a:pt x="96509" y="1732"/>
                </a:lnTo>
                <a:lnTo>
                  <a:pt x="98107" y="2806"/>
                </a:lnTo>
                <a:lnTo>
                  <a:pt x="98450" y="3141"/>
                </a:lnTo>
                <a:lnTo>
                  <a:pt x="99977" y="4746"/>
                </a:lnTo>
                <a:lnTo>
                  <a:pt x="100390" y="5212"/>
                </a:lnTo>
                <a:lnTo>
                  <a:pt x="101332" y="6687"/>
                </a:lnTo>
                <a:lnTo>
                  <a:pt x="102085" y="8628"/>
                </a:lnTo>
                <a:lnTo>
                  <a:pt x="102331" y="9100"/>
                </a:lnTo>
                <a:lnTo>
                  <a:pt x="102934" y="10568"/>
                </a:lnTo>
                <a:lnTo>
                  <a:pt x="103211" y="12509"/>
                </a:lnTo>
                <a:lnTo>
                  <a:pt x="103301" y="14450"/>
                </a:lnTo>
                <a:lnTo>
                  <a:pt x="103172" y="16390"/>
                </a:lnTo>
                <a:lnTo>
                  <a:pt x="102986" y="18331"/>
                </a:lnTo>
                <a:lnTo>
                  <a:pt x="102897" y="20272"/>
                </a:lnTo>
                <a:lnTo>
                  <a:pt x="102331" y="21312"/>
                </a:lnTo>
                <a:lnTo>
                  <a:pt x="101821" y="22213"/>
                </a:lnTo>
                <a:lnTo>
                  <a:pt x="101100" y="24153"/>
                </a:lnTo>
                <a:lnTo>
                  <a:pt x="100390" y="25092"/>
                </a:lnTo>
                <a:lnTo>
                  <a:pt x="99609" y="26094"/>
                </a:lnTo>
                <a:lnTo>
                  <a:pt x="98450" y="27136"/>
                </a:lnTo>
                <a:lnTo>
                  <a:pt x="97342" y="28035"/>
                </a:lnTo>
                <a:lnTo>
                  <a:pt x="96509" y="28831"/>
                </a:lnTo>
                <a:lnTo>
                  <a:pt x="94569" y="29473"/>
                </a:lnTo>
                <a:lnTo>
                  <a:pt x="92628" y="29936"/>
                </a:lnTo>
                <a:lnTo>
                  <a:pt x="92545" y="29975"/>
                </a:lnTo>
                <a:lnTo>
                  <a:pt x="90688" y="30598"/>
                </a:lnTo>
                <a:lnTo>
                  <a:pt x="88747" y="30671"/>
                </a:lnTo>
                <a:lnTo>
                  <a:pt x="86806" y="30161"/>
                </a:lnTo>
                <a:lnTo>
                  <a:pt x="86347" y="29975"/>
                </a:lnTo>
                <a:lnTo>
                  <a:pt x="84866" y="29444"/>
                </a:lnTo>
                <a:lnTo>
                  <a:pt x="82925" y="28245"/>
                </a:lnTo>
                <a:lnTo>
                  <a:pt x="82715" y="28035"/>
                </a:lnTo>
                <a:lnTo>
                  <a:pt x="81171" y="26094"/>
                </a:lnTo>
                <a:lnTo>
                  <a:pt x="80985" y="25906"/>
                </a:lnTo>
                <a:lnTo>
                  <a:pt x="79819" y="24153"/>
                </a:lnTo>
                <a:lnTo>
                  <a:pt x="79044" y="23087"/>
                </a:lnTo>
                <a:lnTo>
                  <a:pt x="78289" y="22213"/>
                </a:lnTo>
                <a:lnTo>
                  <a:pt x="77104" y="20570"/>
                </a:lnTo>
                <a:lnTo>
                  <a:pt x="76612" y="20272"/>
                </a:lnTo>
                <a:lnTo>
                  <a:pt x="75163" y="19655"/>
                </a:lnTo>
                <a:lnTo>
                  <a:pt x="73222" y="20176"/>
                </a:lnTo>
                <a:lnTo>
                  <a:pt x="73117" y="20272"/>
                </a:lnTo>
                <a:lnTo>
                  <a:pt x="71282" y="21357"/>
                </a:lnTo>
                <a:lnTo>
                  <a:pt x="70203" y="22213"/>
                </a:lnTo>
                <a:lnTo>
                  <a:pt x="69341" y="23048"/>
                </a:lnTo>
                <a:lnTo>
                  <a:pt x="68293" y="24153"/>
                </a:lnTo>
                <a:lnTo>
                  <a:pt x="67401" y="24998"/>
                </a:lnTo>
                <a:lnTo>
                  <a:pt x="66371" y="26094"/>
                </a:lnTo>
                <a:lnTo>
                  <a:pt x="65460" y="27120"/>
                </a:lnTo>
                <a:lnTo>
                  <a:pt x="64635" y="28035"/>
                </a:lnTo>
                <a:lnTo>
                  <a:pt x="63520" y="29527"/>
                </a:lnTo>
                <a:lnTo>
                  <a:pt x="63116" y="29975"/>
                </a:lnTo>
                <a:lnTo>
                  <a:pt x="61859" y="31916"/>
                </a:lnTo>
                <a:lnTo>
                  <a:pt x="61579" y="32230"/>
                </a:lnTo>
                <a:lnTo>
                  <a:pt x="60544" y="33857"/>
                </a:lnTo>
                <a:lnTo>
                  <a:pt x="59638" y="35047"/>
                </a:lnTo>
                <a:lnTo>
                  <a:pt x="58960" y="35797"/>
                </a:lnTo>
                <a:lnTo>
                  <a:pt x="58248" y="37738"/>
                </a:lnTo>
                <a:lnTo>
                  <a:pt x="57698" y="38355"/>
                </a:lnTo>
                <a:lnTo>
                  <a:pt x="56634" y="39679"/>
                </a:lnTo>
                <a:lnTo>
                  <a:pt x="55757" y="41151"/>
                </a:lnTo>
                <a:lnTo>
                  <a:pt x="55400" y="41620"/>
                </a:lnTo>
                <a:lnTo>
                  <a:pt x="54420" y="43560"/>
                </a:lnTo>
                <a:lnTo>
                  <a:pt x="53817" y="44352"/>
                </a:lnTo>
                <a:lnTo>
                  <a:pt x="53034" y="45501"/>
                </a:lnTo>
                <a:lnTo>
                  <a:pt x="52037" y="47442"/>
                </a:lnTo>
                <a:lnTo>
                  <a:pt x="51876" y="47619"/>
                </a:lnTo>
                <a:lnTo>
                  <a:pt x="50843" y="49382"/>
                </a:lnTo>
                <a:lnTo>
                  <a:pt x="49936" y="50955"/>
                </a:lnTo>
                <a:lnTo>
                  <a:pt x="49634" y="51323"/>
                </a:lnTo>
                <a:lnTo>
                  <a:pt x="48662" y="53264"/>
                </a:lnTo>
                <a:lnTo>
                  <a:pt x="47995" y="54339"/>
                </a:lnTo>
                <a:lnTo>
                  <a:pt x="47452" y="55205"/>
                </a:lnTo>
                <a:lnTo>
                  <a:pt x="46752" y="57145"/>
                </a:lnTo>
                <a:lnTo>
                  <a:pt x="46054" y="58143"/>
                </a:lnTo>
                <a:lnTo>
                  <a:pt x="45376" y="59086"/>
                </a:lnTo>
                <a:lnTo>
                  <a:pt x="44737" y="61027"/>
                </a:lnTo>
                <a:lnTo>
                  <a:pt x="44114" y="61989"/>
                </a:lnTo>
                <a:lnTo>
                  <a:pt x="43500" y="62967"/>
                </a:lnTo>
                <a:lnTo>
                  <a:pt x="42845" y="64908"/>
                </a:lnTo>
                <a:lnTo>
                  <a:pt x="42173" y="66000"/>
                </a:lnTo>
                <a:lnTo>
                  <a:pt x="41607" y="66849"/>
                </a:lnTo>
                <a:lnTo>
                  <a:pt x="41032" y="68789"/>
                </a:lnTo>
                <a:lnTo>
                  <a:pt x="40233" y="70302"/>
                </a:lnTo>
                <a:lnTo>
                  <a:pt x="39920" y="70730"/>
                </a:lnTo>
                <a:lnTo>
                  <a:pt x="39241" y="72671"/>
                </a:lnTo>
                <a:lnTo>
                  <a:pt x="38605" y="74612"/>
                </a:lnTo>
                <a:lnTo>
                  <a:pt x="38292" y="75078"/>
                </a:lnTo>
                <a:lnTo>
                  <a:pt x="37558" y="76552"/>
                </a:lnTo>
                <a:lnTo>
                  <a:pt x="37125" y="78493"/>
                </a:lnTo>
                <a:lnTo>
                  <a:pt x="36352" y="80040"/>
                </a:lnTo>
                <a:lnTo>
                  <a:pt x="36072" y="80434"/>
                </a:lnTo>
                <a:lnTo>
                  <a:pt x="35377" y="82374"/>
                </a:lnTo>
                <a:lnTo>
                  <a:pt x="34938" y="84315"/>
                </a:lnTo>
                <a:lnTo>
                  <a:pt x="34411" y="85296"/>
                </a:lnTo>
                <a:lnTo>
                  <a:pt x="33883" y="86256"/>
                </a:lnTo>
                <a:lnTo>
                  <a:pt x="33449" y="88196"/>
                </a:lnTo>
                <a:lnTo>
                  <a:pt x="32947" y="90137"/>
                </a:lnTo>
                <a:lnTo>
                  <a:pt x="32470" y="91013"/>
                </a:lnTo>
                <a:lnTo>
                  <a:pt x="31920" y="92078"/>
                </a:lnTo>
                <a:lnTo>
                  <a:pt x="31455" y="94019"/>
                </a:lnTo>
                <a:lnTo>
                  <a:pt x="31040" y="95959"/>
                </a:lnTo>
                <a:lnTo>
                  <a:pt x="30530" y="96860"/>
                </a:lnTo>
                <a:lnTo>
                  <a:pt x="29964" y="97900"/>
                </a:lnTo>
                <a:lnTo>
                  <a:pt x="29556" y="99841"/>
                </a:lnTo>
                <a:lnTo>
                  <a:pt x="29140" y="101781"/>
                </a:lnTo>
                <a:lnTo>
                  <a:pt x="28589" y="102858"/>
                </a:lnTo>
                <a:lnTo>
                  <a:pt x="28121" y="103722"/>
                </a:lnTo>
                <a:lnTo>
                  <a:pt x="27623" y="105663"/>
                </a:lnTo>
                <a:lnTo>
                  <a:pt x="27251" y="107603"/>
                </a:lnTo>
                <a:lnTo>
                  <a:pt x="26649" y="108991"/>
                </a:lnTo>
                <a:lnTo>
                  <a:pt x="26358" y="109544"/>
                </a:lnTo>
                <a:lnTo>
                  <a:pt x="25789" y="111485"/>
                </a:lnTo>
                <a:lnTo>
                  <a:pt x="25390" y="113426"/>
                </a:lnTo>
                <a:lnTo>
                  <a:pt x="24716" y="115366"/>
                </a:lnTo>
                <a:lnTo>
                  <a:pt x="24708" y="115379"/>
                </a:lnTo>
                <a:lnTo>
                  <a:pt x="23947" y="117307"/>
                </a:lnTo>
                <a:lnTo>
                  <a:pt x="23651" y="119248"/>
                </a:lnTo>
                <a:lnTo>
                  <a:pt x="22768" y="121161"/>
                </a:lnTo>
                <a:lnTo>
                  <a:pt x="22745" y="121188"/>
                </a:lnTo>
                <a:lnTo>
                  <a:pt x="22304" y="123129"/>
                </a:lnTo>
                <a:lnTo>
                  <a:pt x="20827" y="124300"/>
                </a:lnTo>
                <a:lnTo>
                  <a:pt x="18886" y="124291"/>
                </a:lnTo>
                <a:lnTo>
                  <a:pt x="16946" y="124291"/>
                </a:lnTo>
                <a:lnTo>
                  <a:pt x="15005" y="124291"/>
                </a:lnTo>
                <a:lnTo>
                  <a:pt x="13065" y="124291"/>
                </a:lnTo>
                <a:lnTo>
                  <a:pt x="11124" y="124291"/>
                </a:lnTo>
                <a:lnTo>
                  <a:pt x="9183" y="124291"/>
                </a:lnTo>
                <a:lnTo>
                  <a:pt x="7243" y="124291"/>
                </a:lnTo>
                <a:lnTo>
                  <a:pt x="5302" y="124291"/>
                </a:lnTo>
                <a:lnTo>
                  <a:pt x="3362" y="124280"/>
                </a:lnTo>
                <a:lnTo>
                  <a:pt x="1421" y="124368"/>
                </a:lnTo>
                <a:lnTo>
                  <a:pt x="0" y="123129"/>
                </a:lnTo>
                <a:lnTo>
                  <a:pt x="212" y="121188"/>
                </a:lnTo>
                <a:lnTo>
                  <a:pt x="612" y="119248"/>
                </a:lnTo>
                <a:lnTo>
                  <a:pt x="989" y="117307"/>
                </a:lnTo>
                <a:lnTo>
                  <a:pt x="1421" y="116399"/>
                </a:lnTo>
                <a:lnTo>
                  <a:pt x="1898" y="115366"/>
                </a:lnTo>
                <a:lnTo>
                  <a:pt x="2352" y="113426"/>
                </a:lnTo>
                <a:lnTo>
                  <a:pt x="2634" y="111485"/>
                </a:lnTo>
                <a:lnTo>
                  <a:pt x="3282" y="109544"/>
                </a:lnTo>
                <a:lnTo>
                  <a:pt x="3362" y="109414"/>
                </a:lnTo>
                <a:lnTo>
                  <a:pt x="4108" y="107603"/>
                </a:lnTo>
                <a:lnTo>
                  <a:pt x="4368" y="105663"/>
                </a:lnTo>
                <a:lnTo>
                  <a:pt x="4817" y="103722"/>
                </a:lnTo>
                <a:lnTo>
                  <a:pt x="5302" y="102607"/>
                </a:lnTo>
                <a:lnTo>
                  <a:pt x="5687" y="101781"/>
                </a:lnTo>
                <a:lnTo>
                  <a:pt x="6167" y="99841"/>
                </a:lnTo>
                <a:lnTo>
                  <a:pt x="6434" y="97900"/>
                </a:lnTo>
                <a:lnTo>
                  <a:pt x="7045" y="95959"/>
                </a:lnTo>
                <a:lnTo>
                  <a:pt x="7243" y="95574"/>
                </a:lnTo>
                <a:lnTo>
                  <a:pt x="7857" y="94019"/>
                </a:lnTo>
                <a:lnTo>
                  <a:pt x="8227" y="92078"/>
                </a:lnTo>
                <a:lnTo>
                  <a:pt x="8525" y="90137"/>
                </a:lnTo>
                <a:lnTo>
                  <a:pt x="9183" y="88587"/>
                </a:lnTo>
                <a:lnTo>
                  <a:pt x="9406" y="88196"/>
                </a:lnTo>
                <a:lnTo>
                  <a:pt x="9938" y="86256"/>
                </a:lnTo>
                <a:lnTo>
                  <a:pt x="10278" y="84315"/>
                </a:lnTo>
                <a:lnTo>
                  <a:pt x="10740" y="82374"/>
                </a:lnTo>
                <a:lnTo>
                  <a:pt x="11124" y="81638"/>
                </a:lnTo>
                <a:lnTo>
                  <a:pt x="11682" y="80434"/>
                </a:lnTo>
                <a:lnTo>
                  <a:pt x="12059" y="78493"/>
                </a:lnTo>
                <a:lnTo>
                  <a:pt x="12423" y="76552"/>
                </a:lnTo>
                <a:lnTo>
                  <a:pt x="13057" y="74612"/>
                </a:lnTo>
                <a:lnTo>
                  <a:pt x="13065" y="74598"/>
                </a:lnTo>
                <a:lnTo>
                  <a:pt x="13774" y="72671"/>
                </a:lnTo>
                <a:lnTo>
                  <a:pt x="14062" y="70730"/>
                </a:lnTo>
                <a:lnTo>
                  <a:pt x="14503" y="68789"/>
                </a:lnTo>
                <a:lnTo>
                  <a:pt x="15005" y="67710"/>
                </a:lnTo>
                <a:lnTo>
                  <a:pt x="15428" y="66849"/>
                </a:lnTo>
                <a:lnTo>
                  <a:pt x="15872" y="64908"/>
                </a:lnTo>
                <a:lnTo>
                  <a:pt x="16136" y="62967"/>
                </a:lnTo>
                <a:lnTo>
                  <a:pt x="16677" y="61027"/>
                </a:lnTo>
                <a:lnTo>
                  <a:pt x="16946" y="60466"/>
                </a:lnTo>
                <a:lnTo>
                  <a:pt x="17506" y="59086"/>
                </a:lnTo>
                <a:lnTo>
                  <a:pt x="17928" y="57145"/>
                </a:lnTo>
                <a:lnTo>
                  <a:pt x="18224" y="55205"/>
                </a:lnTo>
                <a:lnTo>
                  <a:pt x="18886" y="53595"/>
                </a:lnTo>
                <a:lnTo>
                  <a:pt x="19072" y="53264"/>
                </a:lnTo>
                <a:lnTo>
                  <a:pt x="19637" y="51323"/>
                </a:lnTo>
                <a:lnTo>
                  <a:pt x="19960" y="49382"/>
                </a:lnTo>
                <a:lnTo>
                  <a:pt x="20442" y="47442"/>
                </a:lnTo>
                <a:lnTo>
                  <a:pt x="20827" y="46687"/>
                </a:lnTo>
                <a:lnTo>
                  <a:pt x="21370" y="45501"/>
                </a:lnTo>
                <a:lnTo>
                  <a:pt x="21718" y="43560"/>
                </a:lnTo>
                <a:lnTo>
                  <a:pt x="22040" y="41620"/>
                </a:lnTo>
                <a:lnTo>
                  <a:pt x="22533" y="39679"/>
                </a:lnTo>
                <a:lnTo>
                  <a:pt x="22768" y="39249"/>
                </a:lnTo>
                <a:lnTo>
                  <a:pt x="23399" y="37738"/>
                </a:lnTo>
                <a:lnTo>
                  <a:pt x="23759" y="35797"/>
                </a:lnTo>
                <a:lnTo>
                  <a:pt x="24056" y="33857"/>
                </a:lnTo>
                <a:lnTo>
                  <a:pt x="24708" y="31989"/>
                </a:lnTo>
                <a:lnTo>
                  <a:pt x="24745" y="31916"/>
                </a:lnTo>
                <a:lnTo>
                  <a:pt x="25383" y="29975"/>
                </a:lnTo>
                <a:lnTo>
                  <a:pt x="25608" y="28035"/>
                </a:lnTo>
                <a:lnTo>
                  <a:pt x="25904" y="26094"/>
                </a:lnTo>
                <a:lnTo>
                  <a:pt x="26130" y="24153"/>
                </a:lnTo>
                <a:lnTo>
                  <a:pt x="26254" y="22213"/>
                </a:lnTo>
                <a:lnTo>
                  <a:pt x="26649" y="20711"/>
                </a:lnTo>
                <a:lnTo>
                  <a:pt x="26783" y="20272"/>
                </a:lnTo>
                <a:lnTo>
                  <a:pt x="26649" y="20005"/>
                </a:lnTo>
                <a:lnTo>
                  <a:pt x="26031" y="18331"/>
                </a:lnTo>
                <a:lnTo>
                  <a:pt x="25674" y="16390"/>
                </a:lnTo>
                <a:lnTo>
                  <a:pt x="24708" y="15380"/>
                </a:lnTo>
                <a:lnTo>
                  <a:pt x="23634" y="14450"/>
                </a:lnTo>
                <a:lnTo>
                  <a:pt x="22768" y="13652"/>
                </a:lnTo>
                <a:lnTo>
                  <a:pt x="20827" y="13374"/>
                </a:lnTo>
                <a:lnTo>
                  <a:pt x="18886" y="13112"/>
                </a:lnTo>
                <a:lnTo>
                  <a:pt x="16946" y="12745"/>
                </a:lnTo>
                <a:lnTo>
                  <a:pt x="15005" y="12979"/>
                </a:lnTo>
                <a:lnTo>
                  <a:pt x="13065" y="13133"/>
                </a:lnTo>
                <a:lnTo>
                  <a:pt x="11124" y="13272"/>
                </a:lnTo>
                <a:lnTo>
                  <a:pt x="9183" y="13497"/>
                </a:lnTo>
                <a:lnTo>
                  <a:pt x="7888" y="12509"/>
                </a:lnTo>
                <a:lnTo>
                  <a:pt x="7455" y="10568"/>
                </a:lnTo>
                <a:lnTo>
                  <a:pt x="7480" y="8628"/>
                </a:lnTo>
                <a:lnTo>
                  <a:pt x="9183" y="7385"/>
                </a:lnTo>
                <a:lnTo>
                  <a:pt x="11124" y="7164"/>
                </a:lnTo>
                <a:lnTo>
                  <a:pt x="12615" y="6687"/>
                </a:lnTo>
                <a:lnTo>
                  <a:pt x="13065" y="6510"/>
                </a:lnTo>
                <a:lnTo>
                  <a:pt x="15005" y="6021"/>
                </a:lnTo>
                <a:lnTo>
                  <a:pt x="16946" y="5832"/>
                </a:lnTo>
                <a:lnTo>
                  <a:pt x="18886" y="5669"/>
                </a:lnTo>
                <a:lnTo>
                  <a:pt x="20827" y="5364"/>
                </a:lnTo>
                <a:lnTo>
                  <a:pt x="22768" y="5061"/>
                </a:lnTo>
                <a:lnTo>
                  <a:pt x="23665" y="4746"/>
                </a:lnTo>
                <a:lnTo>
                  <a:pt x="24708" y="4392"/>
                </a:lnTo>
                <a:lnTo>
                  <a:pt x="26649" y="4007"/>
                </a:lnTo>
                <a:lnTo>
                  <a:pt x="28589" y="3829"/>
                </a:lnTo>
                <a:lnTo>
                  <a:pt x="30530" y="3624"/>
                </a:lnTo>
                <a:lnTo>
                  <a:pt x="32470" y="3340"/>
                </a:lnTo>
                <a:lnTo>
                  <a:pt x="34411" y="3030"/>
                </a:lnTo>
                <a:lnTo>
                  <a:pt x="34904" y="2806"/>
                </a:lnTo>
                <a:lnTo>
                  <a:pt x="36352" y="2271"/>
                </a:lnTo>
                <a:lnTo>
                  <a:pt x="38292" y="2021"/>
                </a:lnTo>
                <a:lnTo>
                  <a:pt x="40233" y="1802"/>
                </a:lnTo>
                <a:lnTo>
                  <a:pt x="42173" y="1627"/>
                </a:lnTo>
                <a:lnTo>
                  <a:pt x="44114" y="1390"/>
                </a:lnTo>
                <a:lnTo>
                  <a:pt x="46054" y="902"/>
                </a:lnTo>
                <a:lnTo>
                  <a:pt x="46144" y="8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fog-math-12-glyph-2">
            <a:extLst xmlns:a="http://schemas.openxmlformats.org/drawingml/2006/main">
              <a:ext uri="{FF2B5EF4-FFF2-40B4-BE49-F238E27FC236}">
                <a16:creationId xmlns:a16="http://schemas.microsoft.com/office/drawing/2014/main" id="{FBAE8016-8180-4BC6-A8EB-40FCA117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7746" y="1440046"/>
            <a:ext cx="103283" cy="124339"/>
          </a:xfrm>
          <a:custGeom xmlns:a="http://schemas.openxmlformats.org/drawingml/2006/main">
            <a:pathLst>
              <a:path w="103283" h="124339">
                <a:moveTo>
                  <a:pt x="45965" y="872"/>
                </a:moveTo>
                <a:lnTo>
                  <a:pt x="45988" y="864"/>
                </a:lnTo>
                <a:lnTo>
                  <a:pt x="47929" y="353"/>
                </a:lnTo>
                <a:lnTo>
                  <a:pt x="49869" y="66"/>
                </a:lnTo>
                <a:lnTo>
                  <a:pt x="51810" y="108"/>
                </a:lnTo>
                <a:lnTo>
                  <a:pt x="52567" y="872"/>
                </a:lnTo>
                <a:lnTo>
                  <a:pt x="52589" y="2813"/>
                </a:lnTo>
                <a:lnTo>
                  <a:pt x="51996" y="4753"/>
                </a:lnTo>
                <a:lnTo>
                  <a:pt x="51810" y="5190"/>
                </a:lnTo>
                <a:lnTo>
                  <a:pt x="51291" y="6694"/>
                </a:lnTo>
                <a:lnTo>
                  <a:pt x="50919" y="8635"/>
                </a:lnTo>
                <a:lnTo>
                  <a:pt x="50705" y="10575"/>
                </a:lnTo>
                <a:lnTo>
                  <a:pt x="49982" y="12516"/>
                </a:lnTo>
                <a:lnTo>
                  <a:pt x="49869" y="12807"/>
                </a:lnTo>
                <a:lnTo>
                  <a:pt x="49384" y="14457"/>
                </a:lnTo>
                <a:lnTo>
                  <a:pt x="48980" y="16398"/>
                </a:lnTo>
                <a:lnTo>
                  <a:pt x="48662" y="18338"/>
                </a:lnTo>
                <a:lnTo>
                  <a:pt x="48127" y="20279"/>
                </a:lnTo>
                <a:lnTo>
                  <a:pt x="47929" y="20699"/>
                </a:lnTo>
                <a:lnTo>
                  <a:pt x="47363" y="22220"/>
                </a:lnTo>
                <a:lnTo>
                  <a:pt x="46968" y="24160"/>
                </a:lnTo>
                <a:lnTo>
                  <a:pt x="46734" y="26101"/>
                </a:lnTo>
                <a:lnTo>
                  <a:pt x="46026" y="28042"/>
                </a:lnTo>
                <a:lnTo>
                  <a:pt x="45988" y="28130"/>
                </a:lnTo>
                <a:lnTo>
                  <a:pt x="45392" y="29982"/>
                </a:lnTo>
                <a:lnTo>
                  <a:pt x="45071" y="31923"/>
                </a:lnTo>
                <a:lnTo>
                  <a:pt x="44751" y="33864"/>
                </a:lnTo>
                <a:lnTo>
                  <a:pt x="44048" y="35691"/>
                </a:lnTo>
                <a:lnTo>
                  <a:pt x="43981" y="35805"/>
                </a:lnTo>
                <a:lnTo>
                  <a:pt x="43409" y="37745"/>
                </a:lnTo>
                <a:lnTo>
                  <a:pt x="43109" y="39686"/>
                </a:lnTo>
                <a:lnTo>
                  <a:pt x="42752" y="41627"/>
                </a:lnTo>
                <a:lnTo>
                  <a:pt x="42273" y="43567"/>
                </a:lnTo>
                <a:lnTo>
                  <a:pt x="42107" y="43736"/>
                </a:lnTo>
                <a:lnTo>
                  <a:pt x="41429" y="45508"/>
                </a:lnTo>
                <a:lnTo>
                  <a:pt x="41527" y="47449"/>
                </a:lnTo>
                <a:lnTo>
                  <a:pt x="42107" y="48332"/>
                </a:lnTo>
                <a:lnTo>
                  <a:pt x="42658" y="47449"/>
                </a:lnTo>
                <a:lnTo>
                  <a:pt x="43099" y="45508"/>
                </a:lnTo>
                <a:lnTo>
                  <a:pt x="44048" y="44566"/>
                </a:lnTo>
                <a:lnTo>
                  <a:pt x="44743" y="43567"/>
                </a:lnTo>
                <a:lnTo>
                  <a:pt x="45371" y="41627"/>
                </a:lnTo>
                <a:lnTo>
                  <a:pt x="45988" y="40857"/>
                </a:lnTo>
                <a:lnTo>
                  <a:pt x="46841" y="39686"/>
                </a:lnTo>
                <a:lnTo>
                  <a:pt x="47929" y="37935"/>
                </a:lnTo>
                <a:lnTo>
                  <a:pt x="48102" y="37745"/>
                </a:lnTo>
                <a:lnTo>
                  <a:pt x="49092" y="35805"/>
                </a:lnTo>
                <a:lnTo>
                  <a:pt x="49869" y="34654"/>
                </a:lnTo>
                <a:lnTo>
                  <a:pt x="50435" y="33864"/>
                </a:lnTo>
                <a:lnTo>
                  <a:pt x="51487" y="31923"/>
                </a:lnTo>
                <a:lnTo>
                  <a:pt x="51810" y="31582"/>
                </a:lnTo>
                <a:lnTo>
                  <a:pt x="52969" y="29982"/>
                </a:lnTo>
                <a:lnTo>
                  <a:pt x="53751" y="28968"/>
                </a:lnTo>
                <a:lnTo>
                  <a:pt x="54475" y="28042"/>
                </a:lnTo>
                <a:lnTo>
                  <a:pt x="55691" y="26366"/>
                </a:lnTo>
                <a:lnTo>
                  <a:pt x="55949" y="26101"/>
                </a:lnTo>
                <a:lnTo>
                  <a:pt x="57014" y="24160"/>
                </a:lnTo>
                <a:lnTo>
                  <a:pt x="57632" y="23522"/>
                </a:lnTo>
                <a:lnTo>
                  <a:pt x="58723" y="22220"/>
                </a:lnTo>
                <a:lnTo>
                  <a:pt x="59572" y="21153"/>
                </a:lnTo>
                <a:lnTo>
                  <a:pt x="60422" y="20279"/>
                </a:lnTo>
                <a:lnTo>
                  <a:pt x="61513" y="19130"/>
                </a:lnTo>
                <a:lnTo>
                  <a:pt x="62191" y="18338"/>
                </a:lnTo>
                <a:lnTo>
                  <a:pt x="63453" y="16710"/>
                </a:lnTo>
                <a:lnTo>
                  <a:pt x="63777" y="16398"/>
                </a:lnTo>
                <a:lnTo>
                  <a:pt x="65196" y="14457"/>
                </a:lnTo>
                <a:lnTo>
                  <a:pt x="65394" y="14256"/>
                </a:lnTo>
                <a:lnTo>
                  <a:pt x="67007" y="12516"/>
                </a:lnTo>
                <a:lnTo>
                  <a:pt x="67335" y="12193"/>
                </a:lnTo>
                <a:lnTo>
                  <a:pt x="68931" y="10575"/>
                </a:lnTo>
                <a:lnTo>
                  <a:pt x="69275" y="10231"/>
                </a:lnTo>
                <a:lnTo>
                  <a:pt x="71216" y="8821"/>
                </a:lnTo>
                <a:lnTo>
                  <a:pt x="71389" y="8635"/>
                </a:lnTo>
                <a:lnTo>
                  <a:pt x="73156" y="7237"/>
                </a:lnTo>
                <a:lnTo>
                  <a:pt x="73768" y="6694"/>
                </a:lnTo>
                <a:lnTo>
                  <a:pt x="75097" y="5724"/>
                </a:lnTo>
                <a:lnTo>
                  <a:pt x="76497" y="4753"/>
                </a:lnTo>
                <a:lnTo>
                  <a:pt x="77037" y="4244"/>
                </a:lnTo>
                <a:lnTo>
                  <a:pt x="78978" y="3522"/>
                </a:lnTo>
                <a:lnTo>
                  <a:pt x="79969" y="2813"/>
                </a:lnTo>
                <a:lnTo>
                  <a:pt x="80919" y="2122"/>
                </a:lnTo>
                <a:lnTo>
                  <a:pt x="82859" y="1563"/>
                </a:lnTo>
                <a:lnTo>
                  <a:pt x="84569" y="872"/>
                </a:lnTo>
                <a:lnTo>
                  <a:pt x="84800" y="727"/>
                </a:lnTo>
                <a:lnTo>
                  <a:pt x="86740" y="213"/>
                </a:lnTo>
                <a:lnTo>
                  <a:pt x="88681" y="21"/>
                </a:lnTo>
                <a:lnTo>
                  <a:pt x="90621" y="0"/>
                </a:lnTo>
                <a:lnTo>
                  <a:pt x="92562" y="168"/>
                </a:lnTo>
                <a:lnTo>
                  <a:pt x="94503" y="778"/>
                </a:lnTo>
                <a:lnTo>
                  <a:pt x="94644" y="872"/>
                </a:lnTo>
                <a:lnTo>
                  <a:pt x="96443" y="1742"/>
                </a:lnTo>
                <a:lnTo>
                  <a:pt x="98301" y="2813"/>
                </a:lnTo>
                <a:lnTo>
                  <a:pt x="98384" y="2879"/>
                </a:lnTo>
                <a:lnTo>
                  <a:pt x="99990" y="4753"/>
                </a:lnTo>
                <a:lnTo>
                  <a:pt x="100324" y="5168"/>
                </a:lnTo>
                <a:lnTo>
                  <a:pt x="101353" y="6694"/>
                </a:lnTo>
                <a:lnTo>
                  <a:pt x="102265" y="8624"/>
                </a:lnTo>
                <a:lnTo>
                  <a:pt x="102273" y="8635"/>
                </a:lnTo>
                <a:lnTo>
                  <a:pt x="103036" y="10575"/>
                </a:lnTo>
                <a:lnTo>
                  <a:pt x="103093" y="12516"/>
                </a:lnTo>
                <a:lnTo>
                  <a:pt x="103283" y="14457"/>
                </a:lnTo>
                <a:lnTo>
                  <a:pt x="103228" y="16398"/>
                </a:lnTo>
                <a:lnTo>
                  <a:pt x="103044" y="18338"/>
                </a:lnTo>
                <a:lnTo>
                  <a:pt x="102844" y="20279"/>
                </a:lnTo>
                <a:lnTo>
                  <a:pt x="102265" y="21383"/>
                </a:lnTo>
                <a:lnTo>
                  <a:pt x="101824" y="22220"/>
                </a:lnTo>
                <a:lnTo>
                  <a:pt x="101050" y="24160"/>
                </a:lnTo>
                <a:lnTo>
                  <a:pt x="100324" y="25251"/>
                </a:lnTo>
                <a:lnTo>
                  <a:pt x="99719" y="26101"/>
                </a:lnTo>
                <a:lnTo>
                  <a:pt x="98384" y="27291"/>
                </a:lnTo>
                <a:lnTo>
                  <a:pt x="97382" y="28042"/>
                </a:lnTo>
                <a:lnTo>
                  <a:pt x="96443" y="28901"/>
                </a:lnTo>
                <a:lnTo>
                  <a:pt x="94503" y="29440"/>
                </a:lnTo>
                <a:lnTo>
                  <a:pt x="92690" y="29982"/>
                </a:lnTo>
                <a:lnTo>
                  <a:pt x="92562" y="30038"/>
                </a:lnTo>
                <a:lnTo>
                  <a:pt x="90621" y="30648"/>
                </a:lnTo>
                <a:lnTo>
                  <a:pt x="88681" y="30698"/>
                </a:lnTo>
                <a:lnTo>
                  <a:pt x="86740" y="30131"/>
                </a:lnTo>
                <a:lnTo>
                  <a:pt x="86422" y="29982"/>
                </a:lnTo>
                <a:lnTo>
                  <a:pt x="84800" y="29406"/>
                </a:lnTo>
                <a:lnTo>
                  <a:pt x="82954" y="28042"/>
                </a:lnTo>
                <a:lnTo>
                  <a:pt x="82859" y="27948"/>
                </a:lnTo>
                <a:lnTo>
                  <a:pt x="81332" y="26101"/>
                </a:lnTo>
                <a:lnTo>
                  <a:pt x="80919" y="25683"/>
                </a:lnTo>
                <a:lnTo>
                  <a:pt x="79864" y="24160"/>
                </a:lnTo>
                <a:lnTo>
                  <a:pt x="78978" y="23017"/>
                </a:lnTo>
                <a:lnTo>
                  <a:pt x="78268" y="22220"/>
                </a:lnTo>
                <a:lnTo>
                  <a:pt x="77037" y="20559"/>
                </a:lnTo>
                <a:lnTo>
                  <a:pt x="76552" y="20279"/>
                </a:lnTo>
                <a:lnTo>
                  <a:pt x="75097" y="19602"/>
                </a:lnTo>
                <a:lnTo>
                  <a:pt x="73156" y="20198"/>
                </a:lnTo>
                <a:lnTo>
                  <a:pt x="73069" y="20279"/>
                </a:lnTo>
                <a:lnTo>
                  <a:pt x="71216" y="21335"/>
                </a:lnTo>
                <a:lnTo>
                  <a:pt x="70225" y="22220"/>
                </a:lnTo>
                <a:lnTo>
                  <a:pt x="69275" y="23145"/>
                </a:lnTo>
                <a:lnTo>
                  <a:pt x="68217" y="24160"/>
                </a:lnTo>
                <a:lnTo>
                  <a:pt x="67335" y="25043"/>
                </a:lnTo>
                <a:lnTo>
                  <a:pt x="66378" y="26101"/>
                </a:lnTo>
                <a:lnTo>
                  <a:pt x="65394" y="27334"/>
                </a:lnTo>
                <a:lnTo>
                  <a:pt x="64742" y="28042"/>
                </a:lnTo>
                <a:lnTo>
                  <a:pt x="63453" y="29598"/>
                </a:lnTo>
                <a:lnTo>
                  <a:pt x="63089" y="29982"/>
                </a:lnTo>
                <a:lnTo>
                  <a:pt x="61998" y="31923"/>
                </a:lnTo>
                <a:lnTo>
                  <a:pt x="61513" y="32466"/>
                </a:lnTo>
                <a:lnTo>
                  <a:pt x="60481" y="33864"/>
                </a:lnTo>
                <a:lnTo>
                  <a:pt x="59572" y="35251"/>
                </a:lnTo>
                <a:lnTo>
                  <a:pt x="59122" y="35805"/>
                </a:lnTo>
                <a:lnTo>
                  <a:pt x="58073" y="37745"/>
                </a:lnTo>
                <a:lnTo>
                  <a:pt x="57632" y="38254"/>
                </a:lnTo>
                <a:lnTo>
                  <a:pt x="56730" y="39686"/>
                </a:lnTo>
                <a:lnTo>
                  <a:pt x="55691" y="41420"/>
                </a:lnTo>
                <a:lnTo>
                  <a:pt x="55489" y="41627"/>
                </a:lnTo>
                <a:lnTo>
                  <a:pt x="54465" y="43567"/>
                </a:lnTo>
                <a:lnTo>
                  <a:pt x="53751" y="44489"/>
                </a:lnTo>
                <a:lnTo>
                  <a:pt x="53047" y="45508"/>
                </a:lnTo>
                <a:lnTo>
                  <a:pt x="52067" y="47449"/>
                </a:lnTo>
                <a:lnTo>
                  <a:pt x="51810" y="47747"/>
                </a:lnTo>
                <a:lnTo>
                  <a:pt x="50849" y="49389"/>
                </a:lnTo>
                <a:lnTo>
                  <a:pt x="49869" y="51160"/>
                </a:lnTo>
                <a:lnTo>
                  <a:pt x="49722" y="51330"/>
                </a:lnTo>
                <a:lnTo>
                  <a:pt x="48744" y="53271"/>
                </a:lnTo>
                <a:lnTo>
                  <a:pt x="47929" y="54696"/>
                </a:lnTo>
                <a:lnTo>
                  <a:pt x="47564" y="55212"/>
                </a:lnTo>
                <a:lnTo>
                  <a:pt x="46762" y="57152"/>
                </a:lnTo>
                <a:lnTo>
                  <a:pt x="45988" y="58291"/>
                </a:lnTo>
                <a:lnTo>
                  <a:pt x="45371" y="59093"/>
                </a:lnTo>
                <a:lnTo>
                  <a:pt x="44736" y="61034"/>
                </a:lnTo>
                <a:lnTo>
                  <a:pt x="44048" y="62200"/>
                </a:lnTo>
                <a:lnTo>
                  <a:pt x="43537" y="62974"/>
                </a:lnTo>
                <a:lnTo>
                  <a:pt x="42830" y="64915"/>
                </a:lnTo>
                <a:lnTo>
                  <a:pt x="42107" y="66110"/>
                </a:lnTo>
                <a:lnTo>
                  <a:pt x="41589" y="66856"/>
                </a:lnTo>
                <a:lnTo>
                  <a:pt x="41026" y="68797"/>
                </a:lnTo>
                <a:lnTo>
                  <a:pt x="40167" y="70554"/>
                </a:lnTo>
                <a:lnTo>
                  <a:pt x="40019" y="70737"/>
                </a:lnTo>
                <a:lnTo>
                  <a:pt x="39257" y="72678"/>
                </a:lnTo>
                <a:lnTo>
                  <a:pt x="38582" y="74619"/>
                </a:lnTo>
                <a:lnTo>
                  <a:pt x="38226" y="75181"/>
                </a:lnTo>
                <a:lnTo>
                  <a:pt x="37588" y="76559"/>
                </a:lnTo>
                <a:lnTo>
                  <a:pt x="37097" y="78500"/>
                </a:lnTo>
                <a:lnTo>
                  <a:pt x="36285" y="80348"/>
                </a:lnTo>
                <a:lnTo>
                  <a:pt x="36218" y="80441"/>
                </a:lnTo>
                <a:lnTo>
                  <a:pt x="35405" y="82381"/>
                </a:lnTo>
                <a:lnTo>
                  <a:pt x="35010" y="84322"/>
                </a:lnTo>
                <a:lnTo>
                  <a:pt x="34345" y="85725"/>
                </a:lnTo>
                <a:lnTo>
                  <a:pt x="34017" y="86263"/>
                </a:lnTo>
                <a:lnTo>
                  <a:pt x="33417" y="88204"/>
                </a:lnTo>
                <a:lnTo>
                  <a:pt x="32950" y="90144"/>
                </a:lnTo>
                <a:lnTo>
                  <a:pt x="32404" y="91229"/>
                </a:lnTo>
                <a:lnTo>
                  <a:pt x="31963" y="92085"/>
                </a:lnTo>
                <a:lnTo>
                  <a:pt x="31447" y="94026"/>
                </a:lnTo>
                <a:lnTo>
                  <a:pt x="30998" y="95966"/>
                </a:lnTo>
                <a:lnTo>
                  <a:pt x="30464" y="97001"/>
                </a:lnTo>
                <a:lnTo>
                  <a:pt x="29979" y="97907"/>
                </a:lnTo>
                <a:lnTo>
                  <a:pt x="29525" y="99848"/>
                </a:lnTo>
                <a:lnTo>
                  <a:pt x="29075" y="101788"/>
                </a:lnTo>
                <a:lnTo>
                  <a:pt x="28523" y="103161"/>
                </a:lnTo>
                <a:lnTo>
                  <a:pt x="28252" y="103729"/>
                </a:lnTo>
                <a:lnTo>
                  <a:pt x="27631" y="105670"/>
                </a:lnTo>
                <a:lnTo>
                  <a:pt x="27282" y="107611"/>
                </a:lnTo>
                <a:lnTo>
                  <a:pt x="26583" y="109252"/>
                </a:lnTo>
                <a:lnTo>
                  <a:pt x="26409" y="109551"/>
                </a:lnTo>
                <a:lnTo>
                  <a:pt x="25820" y="111492"/>
                </a:lnTo>
                <a:lnTo>
                  <a:pt x="25436" y="113433"/>
                </a:lnTo>
                <a:lnTo>
                  <a:pt x="24815" y="115373"/>
                </a:lnTo>
                <a:lnTo>
                  <a:pt x="24642" y="115669"/>
                </a:lnTo>
                <a:lnTo>
                  <a:pt x="23940" y="117314"/>
                </a:lnTo>
                <a:lnTo>
                  <a:pt x="23611" y="119255"/>
                </a:lnTo>
                <a:lnTo>
                  <a:pt x="23088" y="121195"/>
                </a:lnTo>
                <a:lnTo>
                  <a:pt x="22701" y="122025"/>
                </a:lnTo>
                <a:lnTo>
                  <a:pt x="22242" y="123136"/>
                </a:lnTo>
                <a:lnTo>
                  <a:pt x="20761" y="124298"/>
                </a:lnTo>
                <a:lnTo>
                  <a:pt x="18820" y="124298"/>
                </a:lnTo>
                <a:lnTo>
                  <a:pt x="16880" y="124298"/>
                </a:lnTo>
                <a:lnTo>
                  <a:pt x="14939" y="124298"/>
                </a:lnTo>
                <a:lnTo>
                  <a:pt x="12999" y="124298"/>
                </a:lnTo>
                <a:lnTo>
                  <a:pt x="11058" y="124298"/>
                </a:lnTo>
                <a:lnTo>
                  <a:pt x="9117" y="124298"/>
                </a:lnTo>
                <a:lnTo>
                  <a:pt x="7177" y="124298"/>
                </a:lnTo>
                <a:lnTo>
                  <a:pt x="5236" y="124309"/>
                </a:lnTo>
                <a:lnTo>
                  <a:pt x="3296" y="124296"/>
                </a:lnTo>
                <a:lnTo>
                  <a:pt x="1355" y="124339"/>
                </a:lnTo>
                <a:lnTo>
                  <a:pt x="0" y="123136"/>
                </a:lnTo>
                <a:lnTo>
                  <a:pt x="241" y="121195"/>
                </a:lnTo>
                <a:lnTo>
                  <a:pt x="598" y="119255"/>
                </a:lnTo>
                <a:lnTo>
                  <a:pt x="1121" y="117314"/>
                </a:lnTo>
                <a:lnTo>
                  <a:pt x="1355" y="116895"/>
                </a:lnTo>
                <a:lnTo>
                  <a:pt x="2000" y="115373"/>
                </a:lnTo>
                <a:lnTo>
                  <a:pt x="2364" y="113433"/>
                </a:lnTo>
                <a:lnTo>
                  <a:pt x="2737" y="111492"/>
                </a:lnTo>
                <a:lnTo>
                  <a:pt x="3296" y="110084"/>
                </a:lnTo>
                <a:lnTo>
                  <a:pt x="3553" y="109551"/>
                </a:lnTo>
                <a:lnTo>
                  <a:pt x="4107" y="107611"/>
                </a:lnTo>
                <a:lnTo>
                  <a:pt x="4344" y="105670"/>
                </a:lnTo>
                <a:lnTo>
                  <a:pt x="4924" y="103729"/>
                </a:lnTo>
                <a:lnTo>
                  <a:pt x="5236" y="103005"/>
                </a:lnTo>
                <a:lnTo>
                  <a:pt x="5695" y="101788"/>
                </a:lnTo>
                <a:lnTo>
                  <a:pt x="6123" y="99848"/>
                </a:lnTo>
                <a:lnTo>
                  <a:pt x="6455" y="97907"/>
                </a:lnTo>
                <a:lnTo>
                  <a:pt x="7177" y="95979"/>
                </a:lnTo>
                <a:lnTo>
                  <a:pt x="7184" y="95966"/>
                </a:lnTo>
                <a:lnTo>
                  <a:pt x="7855" y="94026"/>
                </a:lnTo>
                <a:lnTo>
                  <a:pt x="8251" y="92085"/>
                </a:lnTo>
                <a:lnTo>
                  <a:pt x="8567" y="90144"/>
                </a:lnTo>
                <a:lnTo>
                  <a:pt x="9117" y="89164"/>
                </a:lnTo>
                <a:lnTo>
                  <a:pt x="9660" y="88204"/>
                </a:lnTo>
                <a:lnTo>
                  <a:pt x="9962" y="86263"/>
                </a:lnTo>
                <a:lnTo>
                  <a:pt x="10279" y="84322"/>
                </a:lnTo>
                <a:lnTo>
                  <a:pt x="10756" y="82381"/>
                </a:lnTo>
                <a:lnTo>
                  <a:pt x="11058" y="81804"/>
                </a:lnTo>
                <a:lnTo>
                  <a:pt x="11646" y="80441"/>
                </a:lnTo>
                <a:lnTo>
                  <a:pt x="12024" y="78500"/>
                </a:lnTo>
                <a:lnTo>
                  <a:pt x="12403" y="76559"/>
                </a:lnTo>
                <a:lnTo>
                  <a:pt x="12999" y="74898"/>
                </a:lnTo>
                <a:lnTo>
                  <a:pt x="13140" y="74619"/>
                </a:lnTo>
                <a:lnTo>
                  <a:pt x="13809" y="72678"/>
                </a:lnTo>
                <a:lnTo>
                  <a:pt x="14048" y="70737"/>
                </a:lnTo>
                <a:lnTo>
                  <a:pt x="14571" y="68797"/>
                </a:lnTo>
                <a:lnTo>
                  <a:pt x="14939" y="68055"/>
                </a:lnTo>
                <a:lnTo>
                  <a:pt x="15441" y="66856"/>
                </a:lnTo>
                <a:lnTo>
                  <a:pt x="15845" y="64915"/>
                </a:lnTo>
                <a:lnTo>
                  <a:pt x="16158" y="62974"/>
                </a:lnTo>
                <a:lnTo>
                  <a:pt x="16880" y="61072"/>
                </a:lnTo>
                <a:lnTo>
                  <a:pt x="16902" y="61034"/>
                </a:lnTo>
                <a:lnTo>
                  <a:pt x="17558" y="59093"/>
                </a:lnTo>
                <a:lnTo>
                  <a:pt x="17884" y="57152"/>
                </a:lnTo>
                <a:lnTo>
                  <a:pt x="18237" y="55212"/>
                </a:lnTo>
                <a:lnTo>
                  <a:pt x="18820" y="53976"/>
                </a:lnTo>
                <a:lnTo>
                  <a:pt x="19195" y="53271"/>
                </a:lnTo>
                <a:lnTo>
                  <a:pt x="19675" y="51330"/>
                </a:lnTo>
                <a:lnTo>
                  <a:pt x="19940" y="49389"/>
                </a:lnTo>
                <a:lnTo>
                  <a:pt x="20448" y="47449"/>
                </a:lnTo>
                <a:lnTo>
                  <a:pt x="20761" y="46883"/>
                </a:lnTo>
                <a:lnTo>
                  <a:pt x="21378" y="45508"/>
                </a:lnTo>
                <a:lnTo>
                  <a:pt x="21696" y="43567"/>
                </a:lnTo>
                <a:lnTo>
                  <a:pt x="22135" y="41627"/>
                </a:lnTo>
                <a:lnTo>
                  <a:pt x="22701" y="39807"/>
                </a:lnTo>
                <a:lnTo>
                  <a:pt x="22753" y="39686"/>
                </a:lnTo>
                <a:lnTo>
                  <a:pt x="23433" y="37745"/>
                </a:lnTo>
                <a:lnTo>
                  <a:pt x="23767" y="35805"/>
                </a:lnTo>
                <a:lnTo>
                  <a:pt x="24061" y="33864"/>
                </a:lnTo>
                <a:lnTo>
                  <a:pt x="24642" y="32308"/>
                </a:lnTo>
                <a:lnTo>
                  <a:pt x="24836" y="31923"/>
                </a:lnTo>
                <a:lnTo>
                  <a:pt x="25432" y="29982"/>
                </a:lnTo>
                <a:lnTo>
                  <a:pt x="25628" y="28042"/>
                </a:lnTo>
                <a:lnTo>
                  <a:pt x="25873" y="26101"/>
                </a:lnTo>
                <a:lnTo>
                  <a:pt x="26185" y="24160"/>
                </a:lnTo>
                <a:lnTo>
                  <a:pt x="26409" y="22220"/>
                </a:lnTo>
                <a:lnTo>
                  <a:pt x="26583" y="20602"/>
                </a:lnTo>
                <a:lnTo>
                  <a:pt x="26627" y="20279"/>
                </a:lnTo>
                <a:lnTo>
                  <a:pt x="26583" y="20106"/>
                </a:lnTo>
                <a:lnTo>
                  <a:pt x="26259" y="18338"/>
                </a:lnTo>
                <a:lnTo>
                  <a:pt x="25639" y="16398"/>
                </a:lnTo>
                <a:lnTo>
                  <a:pt x="24642" y="15219"/>
                </a:lnTo>
                <a:lnTo>
                  <a:pt x="23747" y="14457"/>
                </a:lnTo>
                <a:lnTo>
                  <a:pt x="22701" y="13689"/>
                </a:lnTo>
                <a:lnTo>
                  <a:pt x="20761" y="13311"/>
                </a:lnTo>
                <a:lnTo>
                  <a:pt x="18820" y="13132"/>
                </a:lnTo>
                <a:lnTo>
                  <a:pt x="16880" y="12785"/>
                </a:lnTo>
                <a:lnTo>
                  <a:pt x="14939" y="12992"/>
                </a:lnTo>
                <a:lnTo>
                  <a:pt x="12999" y="13060"/>
                </a:lnTo>
                <a:lnTo>
                  <a:pt x="11058" y="13381"/>
                </a:lnTo>
                <a:lnTo>
                  <a:pt x="9117" y="13432"/>
                </a:lnTo>
                <a:lnTo>
                  <a:pt x="7928" y="12516"/>
                </a:lnTo>
                <a:lnTo>
                  <a:pt x="7551" y="10575"/>
                </a:lnTo>
                <a:lnTo>
                  <a:pt x="7617" y="8635"/>
                </a:lnTo>
                <a:lnTo>
                  <a:pt x="9117" y="7368"/>
                </a:lnTo>
                <a:lnTo>
                  <a:pt x="11058" y="7204"/>
                </a:lnTo>
                <a:lnTo>
                  <a:pt x="12756" y="6694"/>
                </a:lnTo>
                <a:lnTo>
                  <a:pt x="12999" y="6592"/>
                </a:lnTo>
                <a:lnTo>
                  <a:pt x="14939" y="6022"/>
                </a:lnTo>
                <a:lnTo>
                  <a:pt x="16880" y="5820"/>
                </a:lnTo>
                <a:lnTo>
                  <a:pt x="18820" y="5711"/>
                </a:lnTo>
                <a:lnTo>
                  <a:pt x="20761" y="5425"/>
                </a:lnTo>
                <a:lnTo>
                  <a:pt x="22701" y="4999"/>
                </a:lnTo>
                <a:lnTo>
                  <a:pt x="23727" y="4753"/>
                </a:lnTo>
                <a:lnTo>
                  <a:pt x="24642" y="4528"/>
                </a:lnTo>
                <a:lnTo>
                  <a:pt x="26583" y="4088"/>
                </a:lnTo>
                <a:lnTo>
                  <a:pt x="28523" y="3853"/>
                </a:lnTo>
                <a:lnTo>
                  <a:pt x="30464" y="3678"/>
                </a:lnTo>
                <a:lnTo>
                  <a:pt x="32404" y="3409"/>
                </a:lnTo>
                <a:lnTo>
                  <a:pt x="34345" y="2866"/>
                </a:lnTo>
                <a:lnTo>
                  <a:pt x="34533" y="2813"/>
                </a:lnTo>
                <a:lnTo>
                  <a:pt x="36285" y="2408"/>
                </a:lnTo>
                <a:lnTo>
                  <a:pt x="38226" y="2007"/>
                </a:lnTo>
                <a:lnTo>
                  <a:pt x="40167" y="1873"/>
                </a:lnTo>
                <a:lnTo>
                  <a:pt x="42107" y="1664"/>
                </a:lnTo>
                <a:lnTo>
                  <a:pt x="44048" y="1349"/>
                </a:lnTo>
                <a:lnTo>
                  <a:pt x="45965" y="8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fog-math-12-glyph-3">
            <a:extLst xmlns:a="http://schemas.openxmlformats.org/drawingml/2006/main">
              <a:ext uri="{FF2B5EF4-FFF2-40B4-BE49-F238E27FC236}">
                <a16:creationId xmlns:a16="http://schemas.microsoft.com/office/drawing/2014/main" id="{67C7760C-F415-4A10-930B-8A9289C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8894" y="1455444"/>
            <a:ext cx="166222" cy="19556"/>
          </a:xfrm>
          <a:custGeom xmlns:a="http://schemas.openxmlformats.org/drawingml/2006/main">
            <a:pathLst>
              <a:path w="166222" h="19556">
                <a:moveTo>
                  <a:pt x="147" y="1000"/>
                </a:moveTo>
                <a:lnTo>
                  <a:pt x="468" y="690"/>
                </a:lnTo>
                <a:lnTo>
                  <a:pt x="2408" y="0"/>
                </a:lnTo>
                <a:lnTo>
                  <a:pt x="4349" y="25"/>
                </a:lnTo>
                <a:lnTo>
                  <a:pt x="6290" y="29"/>
                </a:lnTo>
                <a:lnTo>
                  <a:pt x="8230" y="53"/>
                </a:lnTo>
                <a:lnTo>
                  <a:pt x="10171" y="14"/>
                </a:lnTo>
                <a:lnTo>
                  <a:pt x="12111" y="25"/>
                </a:lnTo>
                <a:lnTo>
                  <a:pt x="14052" y="25"/>
                </a:lnTo>
                <a:lnTo>
                  <a:pt x="15992" y="25"/>
                </a:lnTo>
                <a:lnTo>
                  <a:pt x="17933" y="25"/>
                </a:lnTo>
                <a:lnTo>
                  <a:pt x="19874" y="25"/>
                </a:lnTo>
                <a:lnTo>
                  <a:pt x="21814" y="25"/>
                </a:lnTo>
                <a:lnTo>
                  <a:pt x="23755" y="25"/>
                </a:lnTo>
                <a:lnTo>
                  <a:pt x="25695" y="25"/>
                </a:lnTo>
                <a:lnTo>
                  <a:pt x="27636" y="25"/>
                </a:lnTo>
                <a:lnTo>
                  <a:pt x="29576" y="25"/>
                </a:lnTo>
                <a:lnTo>
                  <a:pt x="31517" y="25"/>
                </a:lnTo>
                <a:lnTo>
                  <a:pt x="33458" y="25"/>
                </a:lnTo>
                <a:lnTo>
                  <a:pt x="35398" y="25"/>
                </a:lnTo>
                <a:lnTo>
                  <a:pt x="37339" y="25"/>
                </a:lnTo>
                <a:lnTo>
                  <a:pt x="39279" y="25"/>
                </a:lnTo>
                <a:lnTo>
                  <a:pt x="41220" y="25"/>
                </a:lnTo>
                <a:lnTo>
                  <a:pt x="43160" y="25"/>
                </a:lnTo>
                <a:lnTo>
                  <a:pt x="45101" y="25"/>
                </a:lnTo>
                <a:lnTo>
                  <a:pt x="47042" y="25"/>
                </a:lnTo>
                <a:lnTo>
                  <a:pt x="48982" y="25"/>
                </a:lnTo>
                <a:lnTo>
                  <a:pt x="50923" y="25"/>
                </a:lnTo>
                <a:lnTo>
                  <a:pt x="52863" y="25"/>
                </a:lnTo>
                <a:lnTo>
                  <a:pt x="54804" y="25"/>
                </a:lnTo>
                <a:lnTo>
                  <a:pt x="56744" y="25"/>
                </a:lnTo>
                <a:lnTo>
                  <a:pt x="58685" y="25"/>
                </a:lnTo>
                <a:lnTo>
                  <a:pt x="60626" y="25"/>
                </a:lnTo>
                <a:lnTo>
                  <a:pt x="62566" y="25"/>
                </a:lnTo>
                <a:lnTo>
                  <a:pt x="64507" y="25"/>
                </a:lnTo>
                <a:lnTo>
                  <a:pt x="66447" y="25"/>
                </a:lnTo>
                <a:lnTo>
                  <a:pt x="68388" y="25"/>
                </a:lnTo>
                <a:lnTo>
                  <a:pt x="70329" y="25"/>
                </a:lnTo>
                <a:lnTo>
                  <a:pt x="72269" y="25"/>
                </a:lnTo>
                <a:lnTo>
                  <a:pt x="74210" y="25"/>
                </a:lnTo>
                <a:lnTo>
                  <a:pt x="76150" y="25"/>
                </a:lnTo>
                <a:lnTo>
                  <a:pt x="78091" y="25"/>
                </a:lnTo>
                <a:lnTo>
                  <a:pt x="80031" y="25"/>
                </a:lnTo>
                <a:lnTo>
                  <a:pt x="81972" y="25"/>
                </a:lnTo>
                <a:lnTo>
                  <a:pt x="83913" y="25"/>
                </a:lnTo>
                <a:lnTo>
                  <a:pt x="85853" y="25"/>
                </a:lnTo>
                <a:lnTo>
                  <a:pt x="87794" y="25"/>
                </a:lnTo>
                <a:lnTo>
                  <a:pt x="89734" y="25"/>
                </a:lnTo>
                <a:lnTo>
                  <a:pt x="91675" y="25"/>
                </a:lnTo>
                <a:lnTo>
                  <a:pt x="93615" y="25"/>
                </a:lnTo>
                <a:lnTo>
                  <a:pt x="95556" y="25"/>
                </a:lnTo>
                <a:lnTo>
                  <a:pt x="97497" y="25"/>
                </a:lnTo>
                <a:lnTo>
                  <a:pt x="99437" y="25"/>
                </a:lnTo>
                <a:lnTo>
                  <a:pt x="101378" y="25"/>
                </a:lnTo>
                <a:lnTo>
                  <a:pt x="103318" y="25"/>
                </a:lnTo>
                <a:lnTo>
                  <a:pt x="105259" y="25"/>
                </a:lnTo>
                <a:lnTo>
                  <a:pt x="107199" y="25"/>
                </a:lnTo>
                <a:lnTo>
                  <a:pt x="109140" y="25"/>
                </a:lnTo>
                <a:lnTo>
                  <a:pt x="111081" y="25"/>
                </a:lnTo>
                <a:lnTo>
                  <a:pt x="113021" y="25"/>
                </a:lnTo>
                <a:lnTo>
                  <a:pt x="114962" y="25"/>
                </a:lnTo>
                <a:lnTo>
                  <a:pt x="116902" y="25"/>
                </a:lnTo>
                <a:lnTo>
                  <a:pt x="118843" y="25"/>
                </a:lnTo>
                <a:lnTo>
                  <a:pt x="120783" y="25"/>
                </a:lnTo>
                <a:lnTo>
                  <a:pt x="122724" y="25"/>
                </a:lnTo>
                <a:lnTo>
                  <a:pt x="124665" y="25"/>
                </a:lnTo>
                <a:lnTo>
                  <a:pt x="126605" y="25"/>
                </a:lnTo>
                <a:lnTo>
                  <a:pt x="128546" y="25"/>
                </a:lnTo>
                <a:lnTo>
                  <a:pt x="130486" y="25"/>
                </a:lnTo>
                <a:lnTo>
                  <a:pt x="132427" y="25"/>
                </a:lnTo>
                <a:lnTo>
                  <a:pt x="134367" y="25"/>
                </a:lnTo>
                <a:lnTo>
                  <a:pt x="136308" y="25"/>
                </a:lnTo>
                <a:lnTo>
                  <a:pt x="138249" y="25"/>
                </a:lnTo>
                <a:lnTo>
                  <a:pt x="140189" y="25"/>
                </a:lnTo>
                <a:lnTo>
                  <a:pt x="142130" y="25"/>
                </a:lnTo>
                <a:lnTo>
                  <a:pt x="144070" y="25"/>
                </a:lnTo>
                <a:lnTo>
                  <a:pt x="146011" y="25"/>
                </a:lnTo>
                <a:lnTo>
                  <a:pt x="147951" y="25"/>
                </a:lnTo>
                <a:lnTo>
                  <a:pt x="149892" y="25"/>
                </a:lnTo>
                <a:lnTo>
                  <a:pt x="151833" y="29"/>
                </a:lnTo>
                <a:lnTo>
                  <a:pt x="153773" y="6"/>
                </a:lnTo>
                <a:lnTo>
                  <a:pt x="155714" y="57"/>
                </a:lnTo>
                <a:lnTo>
                  <a:pt x="157654" y="17"/>
                </a:lnTo>
                <a:lnTo>
                  <a:pt x="159595" y="6"/>
                </a:lnTo>
                <a:lnTo>
                  <a:pt x="161536" y="21"/>
                </a:lnTo>
                <a:lnTo>
                  <a:pt x="163476" y="49"/>
                </a:lnTo>
                <a:lnTo>
                  <a:pt x="165417" y="221"/>
                </a:lnTo>
                <a:lnTo>
                  <a:pt x="166196" y="1000"/>
                </a:lnTo>
                <a:lnTo>
                  <a:pt x="166162" y="2940"/>
                </a:lnTo>
                <a:lnTo>
                  <a:pt x="166138" y="4881"/>
                </a:lnTo>
                <a:lnTo>
                  <a:pt x="166162" y="6822"/>
                </a:lnTo>
                <a:lnTo>
                  <a:pt x="166168" y="8762"/>
                </a:lnTo>
                <a:lnTo>
                  <a:pt x="166144" y="10703"/>
                </a:lnTo>
                <a:lnTo>
                  <a:pt x="166138" y="12644"/>
                </a:lnTo>
                <a:lnTo>
                  <a:pt x="166132" y="14585"/>
                </a:lnTo>
                <a:lnTo>
                  <a:pt x="166144" y="16525"/>
                </a:lnTo>
                <a:lnTo>
                  <a:pt x="166222" y="18466"/>
                </a:lnTo>
                <a:lnTo>
                  <a:pt x="165417" y="19306"/>
                </a:lnTo>
                <a:lnTo>
                  <a:pt x="163476" y="19539"/>
                </a:lnTo>
                <a:lnTo>
                  <a:pt x="161536" y="19537"/>
                </a:lnTo>
                <a:lnTo>
                  <a:pt x="159595" y="19524"/>
                </a:lnTo>
                <a:lnTo>
                  <a:pt x="157654" y="19537"/>
                </a:lnTo>
                <a:lnTo>
                  <a:pt x="155714" y="19523"/>
                </a:lnTo>
                <a:lnTo>
                  <a:pt x="153773" y="19556"/>
                </a:lnTo>
                <a:lnTo>
                  <a:pt x="151833" y="19525"/>
                </a:lnTo>
                <a:lnTo>
                  <a:pt x="149892" y="19538"/>
                </a:lnTo>
                <a:lnTo>
                  <a:pt x="147951" y="19538"/>
                </a:lnTo>
                <a:lnTo>
                  <a:pt x="146011" y="19538"/>
                </a:lnTo>
                <a:lnTo>
                  <a:pt x="144070" y="19538"/>
                </a:lnTo>
                <a:lnTo>
                  <a:pt x="142130" y="19538"/>
                </a:lnTo>
                <a:lnTo>
                  <a:pt x="140189" y="19538"/>
                </a:lnTo>
                <a:lnTo>
                  <a:pt x="138249" y="19538"/>
                </a:lnTo>
                <a:lnTo>
                  <a:pt x="136308" y="19538"/>
                </a:lnTo>
                <a:lnTo>
                  <a:pt x="134367" y="19538"/>
                </a:lnTo>
                <a:lnTo>
                  <a:pt x="132427" y="19538"/>
                </a:lnTo>
                <a:lnTo>
                  <a:pt x="130486" y="19538"/>
                </a:lnTo>
                <a:lnTo>
                  <a:pt x="128546" y="19538"/>
                </a:lnTo>
                <a:lnTo>
                  <a:pt x="126605" y="19538"/>
                </a:lnTo>
                <a:lnTo>
                  <a:pt x="124665" y="19538"/>
                </a:lnTo>
                <a:lnTo>
                  <a:pt x="122724" y="19538"/>
                </a:lnTo>
                <a:lnTo>
                  <a:pt x="120783" y="19538"/>
                </a:lnTo>
                <a:lnTo>
                  <a:pt x="118843" y="19538"/>
                </a:lnTo>
                <a:lnTo>
                  <a:pt x="116902" y="19538"/>
                </a:lnTo>
                <a:lnTo>
                  <a:pt x="114962" y="19538"/>
                </a:lnTo>
                <a:lnTo>
                  <a:pt x="113021" y="19538"/>
                </a:lnTo>
                <a:lnTo>
                  <a:pt x="111081" y="19538"/>
                </a:lnTo>
                <a:lnTo>
                  <a:pt x="109140" y="19538"/>
                </a:lnTo>
                <a:lnTo>
                  <a:pt x="107199" y="19538"/>
                </a:lnTo>
                <a:lnTo>
                  <a:pt x="105259" y="19538"/>
                </a:lnTo>
                <a:lnTo>
                  <a:pt x="103318" y="19538"/>
                </a:lnTo>
                <a:lnTo>
                  <a:pt x="101378" y="19538"/>
                </a:lnTo>
                <a:lnTo>
                  <a:pt x="99437" y="19538"/>
                </a:lnTo>
                <a:lnTo>
                  <a:pt x="97497" y="19538"/>
                </a:lnTo>
                <a:lnTo>
                  <a:pt x="95556" y="19538"/>
                </a:lnTo>
                <a:lnTo>
                  <a:pt x="93615" y="19538"/>
                </a:lnTo>
                <a:lnTo>
                  <a:pt x="91675" y="19538"/>
                </a:lnTo>
                <a:lnTo>
                  <a:pt x="89734" y="19538"/>
                </a:lnTo>
                <a:lnTo>
                  <a:pt x="87794" y="19538"/>
                </a:lnTo>
                <a:lnTo>
                  <a:pt x="85853" y="19538"/>
                </a:lnTo>
                <a:lnTo>
                  <a:pt x="83913" y="19538"/>
                </a:lnTo>
                <a:lnTo>
                  <a:pt x="81972" y="19538"/>
                </a:lnTo>
                <a:lnTo>
                  <a:pt x="80031" y="19538"/>
                </a:lnTo>
                <a:lnTo>
                  <a:pt x="78091" y="19538"/>
                </a:lnTo>
                <a:lnTo>
                  <a:pt x="76150" y="19538"/>
                </a:lnTo>
                <a:lnTo>
                  <a:pt x="74210" y="19538"/>
                </a:lnTo>
                <a:lnTo>
                  <a:pt x="72269" y="19538"/>
                </a:lnTo>
                <a:lnTo>
                  <a:pt x="70329" y="19538"/>
                </a:lnTo>
                <a:lnTo>
                  <a:pt x="68388" y="19538"/>
                </a:lnTo>
                <a:lnTo>
                  <a:pt x="66447" y="19538"/>
                </a:lnTo>
                <a:lnTo>
                  <a:pt x="64507" y="19538"/>
                </a:lnTo>
                <a:lnTo>
                  <a:pt x="62566" y="19538"/>
                </a:lnTo>
                <a:lnTo>
                  <a:pt x="60626" y="19538"/>
                </a:lnTo>
                <a:lnTo>
                  <a:pt x="58685" y="19538"/>
                </a:lnTo>
                <a:lnTo>
                  <a:pt x="56744" y="19538"/>
                </a:lnTo>
                <a:lnTo>
                  <a:pt x="54804" y="19538"/>
                </a:lnTo>
                <a:lnTo>
                  <a:pt x="52863" y="19538"/>
                </a:lnTo>
                <a:lnTo>
                  <a:pt x="50923" y="19538"/>
                </a:lnTo>
                <a:lnTo>
                  <a:pt x="48982" y="19538"/>
                </a:lnTo>
                <a:lnTo>
                  <a:pt x="47042" y="19538"/>
                </a:lnTo>
                <a:lnTo>
                  <a:pt x="45101" y="19538"/>
                </a:lnTo>
                <a:lnTo>
                  <a:pt x="43160" y="19538"/>
                </a:lnTo>
                <a:lnTo>
                  <a:pt x="41220" y="19538"/>
                </a:lnTo>
                <a:lnTo>
                  <a:pt x="39279" y="19538"/>
                </a:lnTo>
                <a:lnTo>
                  <a:pt x="37339" y="19538"/>
                </a:lnTo>
                <a:lnTo>
                  <a:pt x="35398" y="19538"/>
                </a:lnTo>
                <a:lnTo>
                  <a:pt x="33458" y="19538"/>
                </a:lnTo>
                <a:lnTo>
                  <a:pt x="31517" y="19538"/>
                </a:lnTo>
                <a:lnTo>
                  <a:pt x="29576" y="19538"/>
                </a:lnTo>
                <a:lnTo>
                  <a:pt x="27636" y="19538"/>
                </a:lnTo>
                <a:lnTo>
                  <a:pt x="25695" y="19538"/>
                </a:lnTo>
                <a:lnTo>
                  <a:pt x="23755" y="19538"/>
                </a:lnTo>
                <a:lnTo>
                  <a:pt x="21814" y="19538"/>
                </a:lnTo>
                <a:lnTo>
                  <a:pt x="19874" y="19538"/>
                </a:lnTo>
                <a:lnTo>
                  <a:pt x="17933" y="19538"/>
                </a:lnTo>
                <a:lnTo>
                  <a:pt x="15992" y="19538"/>
                </a:lnTo>
                <a:lnTo>
                  <a:pt x="14052" y="19538"/>
                </a:lnTo>
                <a:lnTo>
                  <a:pt x="12111" y="19538"/>
                </a:lnTo>
                <a:lnTo>
                  <a:pt x="10171" y="19533"/>
                </a:lnTo>
                <a:lnTo>
                  <a:pt x="8230" y="19488"/>
                </a:lnTo>
                <a:lnTo>
                  <a:pt x="6290" y="19501"/>
                </a:lnTo>
                <a:lnTo>
                  <a:pt x="4349" y="19484"/>
                </a:lnTo>
                <a:lnTo>
                  <a:pt x="2408" y="19496"/>
                </a:lnTo>
                <a:lnTo>
                  <a:pt x="468" y="18718"/>
                </a:lnTo>
                <a:lnTo>
                  <a:pt x="239" y="18466"/>
                </a:lnTo>
                <a:lnTo>
                  <a:pt x="144" y="16525"/>
                </a:lnTo>
                <a:lnTo>
                  <a:pt x="144" y="14585"/>
                </a:lnTo>
                <a:lnTo>
                  <a:pt x="111" y="12644"/>
                </a:lnTo>
                <a:lnTo>
                  <a:pt x="142" y="10703"/>
                </a:lnTo>
                <a:lnTo>
                  <a:pt x="103" y="8762"/>
                </a:lnTo>
                <a:lnTo>
                  <a:pt x="74" y="6822"/>
                </a:lnTo>
                <a:lnTo>
                  <a:pt x="0" y="4881"/>
                </a:lnTo>
                <a:lnTo>
                  <a:pt x="113" y="2940"/>
                </a:lnTo>
                <a:lnTo>
                  <a:pt x="147" y="1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fog-math-12-glyph-4">
            <a:extLst xmlns:a="http://schemas.openxmlformats.org/drawingml/2006/main">
              <a:ext uri="{FF2B5EF4-FFF2-40B4-BE49-F238E27FC236}">
                <a16:creationId xmlns:a16="http://schemas.microsoft.com/office/drawing/2014/main" id="{B1CE7744-35E1-4C57-8D67-F2D2697A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3703" y="1498029"/>
            <a:ext cx="89796" cy="138295"/>
          </a:xfrm>
          <a:custGeom xmlns:a="http://schemas.openxmlformats.org/drawingml/2006/main">
            <a:pathLst>
              <a:path w="89796" h="138295">
                <a:moveTo>
                  <a:pt x="41739" y="1111"/>
                </a:moveTo>
                <a:lnTo>
                  <a:pt x="43040" y="767"/>
                </a:lnTo>
                <a:lnTo>
                  <a:pt x="44981" y="353"/>
                </a:lnTo>
                <a:lnTo>
                  <a:pt x="46921" y="58"/>
                </a:lnTo>
                <a:lnTo>
                  <a:pt x="48862" y="0"/>
                </a:lnTo>
                <a:lnTo>
                  <a:pt x="50802" y="429"/>
                </a:lnTo>
                <a:lnTo>
                  <a:pt x="51384" y="1111"/>
                </a:lnTo>
                <a:lnTo>
                  <a:pt x="51038" y="3052"/>
                </a:lnTo>
                <a:lnTo>
                  <a:pt x="50802" y="3537"/>
                </a:lnTo>
                <a:lnTo>
                  <a:pt x="50247" y="4992"/>
                </a:lnTo>
                <a:lnTo>
                  <a:pt x="49930" y="6933"/>
                </a:lnTo>
                <a:lnTo>
                  <a:pt x="49595" y="8874"/>
                </a:lnTo>
                <a:lnTo>
                  <a:pt x="48942" y="10814"/>
                </a:lnTo>
                <a:lnTo>
                  <a:pt x="48862" y="10989"/>
                </a:lnTo>
                <a:lnTo>
                  <a:pt x="48273" y="12755"/>
                </a:lnTo>
                <a:lnTo>
                  <a:pt x="47863" y="14696"/>
                </a:lnTo>
                <a:lnTo>
                  <a:pt x="47539" y="16637"/>
                </a:lnTo>
                <a:lnTo>
                  <a:pt x="46921" y="18499"/>
                </a:lnTo>
                <a:lnTo>
                  <a:pt x="46884" y="18577"/>
                </a:lnTo>
                <a:lnTo>
                  <a:pt x="46206" y="20518"/>
                </a:lnTo>
                <a:lnTo>
                  <a:pt x="45908" y="22459"/>
                </a:lnTo>
                <a:lnTo>
                  <a:pt x="45523" y="24399"/>
                </a:lnTo>
                <a:lnTo>
                  <a:pt x="44981" y="25734"/>
                </a:lnTo>
                <a:lnTo>
                  <a:pt x="44690" y="26340"/>
                </a:lnTo>
                <a:lnTo>
                  <a:pt x="44163" y="28281"/>
                </a:lnTo>
                <a:lnTo>
                  <a:pt x="43928" y="30221"/>
                </a:lnTo>
                <a:lnTo>
                  <a:pt x="43493" y="32162"/>
                </a:lnTo>
                <a:lnTo>
                  <a:pt x="43040" y="33387"/>
                </a:lnTo>
                <a:lnTo>
                  <a:pt x="42749" y="34103"/>
                </a:lnTo>
                <a:lnTo>
                  <a:pt x="42208" y="36044"/>
                </a:lnTo>
                <a:lnTo>
                  <a:pt x="41915" y="37984"/>
                </a:lnTo>
                <a:lnTo>
                  <a:pt x="41412" y="39925"/>
                </a:lnTo>
                <a:lnTo>
                  <a:pt x="41100" y="40604"/>
                </a:lnTo>
                <a:lnTo>
                  <a:pt x="40589" y="41866"/>
                </a:lnTo>
                <a:lnTo>
                  <a:pt x="40194" y="43806"/>
                </a:lnTo>
                <a:lnTo>
                  <a:pt x="39932" y="45747"/>
                </a:lnTo>
                <a:lnTo>
                  <a:pt x="39309" y="47688"/>
                </a:lnTo>
                <a:lnTo>
                  <a:pt x="39159" y="48022"/>
                </a:lnTo>
                <a:lnTo>
                  <a:pt x="38602" y="49628"/>
                </a:lnTo>
                <a:lnTo>
                  <a:pt x="38193" y="51569"/>
                </a:lnTo>
                <a:lnTo>
                  <a:pt x="37934" y="53510"/>
                </a:lnTo>
                <a:lnTo>
                  <a:pt x="37299" y="55451"/>
                </a:lnTo>
                <a:lnTo>
                  <a:pt x="37218" y="55595"/>
                </a:lnTo>
                <a:lnTo>
                  <a:pt x="36540" y="57391"/>
                </a:lnTo>
                <a:lnTo>
                  <a:pt x="36170" y="59332"/>
                </a:lnTo>
                <a:lnTo>
                  <a:pt x="35855" y="61273"/>
                </a:lnTo>
                <a:lnTo>
                  <a:pt x="35278" y="62494"/>
                </a:lnTo>
                <a:lnTo>
                  <a:pt x="34893" y="63213"/>
                </a:lnTo>
                <a:lnTo>
                  <a:pt x="34533" y="65154"/>
                </a:lnTo>
                <a:lnTo>
                  <a:pt x="34239" y="67095"/>
                </a:lnTo>
                <a:lnTo>
                  <a:pt x="33834" y="69035"/>
                </a:lnTo>
                <a:lnTo>
                  <a:pt x="33337" y="70078"/>
                </a:lnTo>
                <a:lnTo>
                  <a:pt x="32896" y="70976"/>
                </a:lnTo>
                <a:lnTo>
                  <a:pt x="32472" y="72917"/>
                </a:lnTo>
                <a:lnTo>
                  <a:pt x="32202" y="74858"/>
                </a:lnTo>
                <a:lnTo>
                  <a:pt x="31793" y="76798"/>
                </a:lnTo>
                <a:lnTo>
                  <a:pt x="31397" y="77607"/>
                </a:lnTo>
                <a:lnTo>
                  <a:pt x="30886" y="78739"/>
                </a:lnTo>
                <a:lnTo>
                  <a:pt x="30482" y="80680"/>
                </a:lnTo>
                <a:lnTo>
                  <a:pt x="30262" y="82620"/>
                </a:lnTo>
                <a:lnTo>
                  <a:pt x="29617" y="84561"/>
                </a:lnTo>
                <a:lnTo>
                  <a:pt x="29456" y="84833"/>
                </a:lnTo>
                <a:lnTo>
                  <a:pt x="28765" y="86502"/>
                </a:lnTo>
                <a:lnTo>
                  <a:pt x="29072" y="88442"/>
                </a:lnTo>
                <a:lnTo>
                  <a:pt x="29456" y="88845"/>
                </a:lnTo>
                <a:lnTo>
                  <a:pt x="29885" y="88442"/>
                </a:lnTo>
                <a:lnTo>
                  <a:pt x="31397" y="87405"/>
                </a:lnTo>
                <a:lnTo>
                  <a:pt x="32464" y="86502"/>
                </a:lnTo>
                <a:lnTo>
                  <a:pt x="33337" y="85716"/>
                </a:lnTo>
                <a:lnTo>
                  <a:pt x="34979" y="84561"/>
                </a:lnTo>
                <a:lnTo>
                  <a:pt x="35278" y="84292"/>
                </a:lnTo>
                <a:lnTo>
                  <a:pt x="37218" y="82975"/>
                </a:lnTo>
                <a:lnTo>
                  <a:pt x="37592" y="82620"/>
                </a:lnTo>
                <a:lnTo>
                  <a:pt x="39159" y="81489"/>
                </a:lnTo>
                <a:lnTo>
                  <a:pt x="40051" y="80680"/>
                </a:lnTo>
                <a:lnTo>
                  <a:pt x="41100" y="79746"/>
                </a:lnTo>
                <a:lnTo>
                  <a:pt x="42368" y="78739"/>
                </a:lnTo>
                <a:lnTo>
                  <a:pt x="43040" y="78126"/>
                </a:lnTo>
                <a:lnTo>
                  <a:pt x="44942" y="76798"/>
                </a:lnTo>
                <a:lnTo>
                  <a:pt x="44981" y="76755"/>
                </a:lnTo>
                <a:lnTo>
                  <a:pt x="46921" y="75271"/>
                </a:lnTo>
                <a:lnTo>
                  <a:pt x="47365" y="74858"/>
                </a:lnTo>
                <a:lnTo>
                  <a:pt x="48862" y="73594"/>
                </a:lnTo>
                <a:lnTo>
                  <a:pt x="49543" y="72917"/>
                </a:lnTo>
                <a:lnTo>
                  <a:pt x="50802" y="71796"/>
                </a:lnTo>
                <a:lnTo>
                  <a:pt x="51750" y="70976"/>
                </a:lnTo>
                <a:lnTo>
                  <a:pt x="52743" y="70082"/>
                </a:lnTo>
                <a:lnTo>
                  <a:pt x="53718" y="69035"/>
                </a:lnTo>
                <a:lnTo>
                  <a:pt x="54684" y="68147"/>
                </a:lnTo>
                <a:lnTo>
                  <a:pt x="55857" y="67095"/>
                </a:lnTo>
                <a:lnTo>
                  <a:pt x="56624" y="66299"/>
                </a:lnTo>
                <a:lnTo>
                  <a:pt x="57724" y="65154"/>
                </a:lnTo>
                <a:lnTo>
                  <a:pt x="58565" y="64288"/>
                </a:lnTo>
                <a:lnTo>
                  <a:pt x="59572" y="63213"/>
                </a:lnTo>
                <a:lnTo>
                  <a:pt x="60505" y="62130"/>
                </a:lnTo>
                <a:lnTo>
                  <a:pt x="61254" y="61273"/>
                </a:lnTo>
                <a:lnTo>
                  <a:pt x="62352" y="59332"/>
                </a:lnTo>
                <a:lnTo>
                  <a:pt x="62446" y="59080"/>
                </a:lnTo>
                <a:lnTo>
                  <a:pt x="62967" y="57391"/>
                </a:lnTo>
                <a:lnTo>
                  <a:pt x="62446" y="56710"/>
                </a:lnTo>
                <a:lnTo>
                  <a:pt x="60801" y="55451"/>
                </a:lnTo>
                <a:lnTo>
                  <a:pt x="60505" y="55250"/>
                </a:lnTo>
                <a:lnTo>
                  <a:pt x="58565" y="54645"/>
                </a:lnTo>
                <a:lnTo>
                  <a:pt x="56624" y="54504"/>
                </a:lnTo>
                <a:lnTo>
                  <a:pt x="54684" y="54520"/>
                </a:lnTo>
                <a:lnTo>
                  <a:pt x="53417" y="53510"/>
                </a:lnTo>
                <a:lnTo>
                  <a:pt x="53370" y="51569"/>
                </a:lnTo>
                <a:lnTo>
                  <a:pt x="54684" y="50338"/>
                </a:lnTo>
                <a:lnTo>
                  <a:pt x="56624" y="50444"/>
                </a:lnTo>
                <a:lnTo>
                  <a:pt x="58565" y="50359"/>
                </a:lnTo>
                <a:lnTo>
                  <a:pt x="60505" y="50412"/>
                </a:lnTo>
                <a:lnTo>
                  <a:pt x="62446" y="50385"/>
                </a:lnTo>
                <a:lnTo>
                  <a:pt x="64386" y="50402"/>
                </a:lnTo>
                <a:lnTo>
                  <a:pt x="66327" y="50395"/>
                </a:lnTo>
                <a:lnTo>
                  <a:pt x="68268" y="50326"/>
                </a:lnTo>
                <a:lnTo>
                  <a:pt x="70208" y="50422"/>
                </a:lnTo>
                <a:lnTo>
                  <a:pt x="72149" y="50439"/>
                </a:lnTo>
                <a:lnTo>
                  <a:pt x="74089" y="50337"/>
                </a:lnTo>
                <a:lnTo>
                  <a:pt x="76030" y="50402"/>
                </a:lnTo>
                <a:lnTo>
                  <a:pt x="77970" y="50418"/>
                </a:lnTo>
                <a:lnTo>
                  <a:pt x="79911" y="50368"/>
                </a:lnTo>
                <a:lnTo>
                  <a:pt x="81852" y="50417"/>
                </a:lnTo>
                <a:lnTo>
                  <a:pt x="83792" y="50402"/>
                </a:lnTo>
                <a:lnTo>
                  <a:pt x="85733" y="50374"/>
                </a:lnTo>
                <a:lnTo>
                  <a:pt x="87673" y="50379"/>
                </a:lnTo>
                <a:lnTo>
                  <a:pt x="89614" y="51372"/>
                </a:lnTo>
                <a:lnTo>
                  <a:pt x="89796" y="51569"/>
                </a:lnTo>
                <a:lnTo>
                  <a:pt x="89748" y="53510"/>
                </a:lnTo>
                <a:lnTo>
                  <a:pt x="89614" y="53669"/>
                </a:lnTo>
                <a:lnTo>
                  <a:pt x="87673" y="54840"/>
                </a:lnTo>
                <a:lnTo>
                  <a:pt x="85733" y="55252"/>
                </a:lnTo>
                <a:lnTo>
                  <a:pt x="85279" y="55451"/>
                </a:lnTo>
                <a:lnTo>
                  <a:pt x="83792" y="55977"/>
                </a:lnTo>
                <a:lnTo>
                  <a:pt x="81852" y="56426"/>
                </a:lnTo>
                <a:lnTo>
                  <a:pt x="79911" y="57384"/>
                </a:lnTo>
                <a:lnTo>
                  <a:pt x="79902" y="57391"/>
                </a:lnTo>
                <a:lnTo>
                  <a:pt x="77970" y="58462"/>
                </a:lnTo>
                <a:lnTo>
                  <a:pt x="76430" y="59332"/>
                </a:lnTo>
                <a:lnTo>
                  <a:pt x="76030" y="59663"/>
                </a:lnTo>
                <a:lnTo>
                  <a:pt x="74089" y="60684"/>
                </a:lnTo>
                <a:lnTo>
                  <a:pt x="73403" y="61273"/>
                </a:lnTo>
                <a:lnTo>
                  <a:pt x="72149" y="62253"/>
                </a:lnTo>
                <a:lnTo>
                  <a:pt x="70993" y="63213"/>
                </a:lnTo>
                <a:lnTo>
                  <a:pt x="70208" y="63933"/>
                </a:lnTo>
                <a:lnTo>
                  <a:pt x="68341" y="65154"/>
                </a:lnTo>
                <a:lnTo>
                  <a:pt x="68268" y="65227"/>
                </a:lnTo>
                <a:lnTo>
                  <a:pt x="66327" y="66691"/>
                </a:lnTo>
                <a:lnTo>
                  <a:pt x="65885" y="67095"/>
                </a:lnTo>
                <a:lnTo>
                  <a:pt x="64386" y="68375"/>
                </a:lnTo>
                <a:lnTo>
                  <a:pt x="63654" y="69035"/>
                </a:lnTo>
                <a:lnTo>
                  <a:pt x="62446" y="70016"/>
                </a:lnTo>
                <a:lnTo>
                  <a:pt x="61410" y="70976"/>
                </a:lnTo>
                <a:lnTo>
                  <a:pt x="60505" y="71765"/>
                </a:lnTo>
                <a:lnTo>
                  <a:pt x="59105" y="72917"/>
                </a:lnTo>
                <a:lnTo>
                  <a:pt x="58565" y="73474"/>
                </a:lnTo>
                <a:lnTo>
                  <a:pt x="56841" y="74858"/>
                </a:lnTo>
                <a:lnTo>
                  <a:pt x="56624" y="75056"/>
                </a:lnTo>
                <a:lnTo>
                  <a:pt x="54684" y="76732"/>
                </a:lnTo>
                <a:lnTo>
                  <a:pt x="54614" y="76798"/>
                </a:lnTo>
                <a:lnTo>
                  <a:pt x="52743" y="78169"/>
                </a:lnTo>
                <a:lnTo>
                  <a:pt x="52149" y="78739"/>
                </a:lnTo>
                <a:lnTo>
                  <a:pt x="50802" y="80046"/>
                </a:lnTo>
                <a:lnTo>
                  <a:pt x="50169" y="80680"/>
                </a:lnTo>
                <a:lnTo>
                  <a:pt x="48862" y="81733"/>
                </a:lnTo>
                <a:lnTo>
                  <a:pt x="47916" y="82620"/>
                </a:lnTo>
                <a:lnTo>
                  <a:pt x="46921" y="83537"/>
                </a:lnTo>
                <a:lnTo>
                  <a:pt x="46007" y="84561"/>
                </a:lnTo>
                <a:lnTo>
                  <a:pt x="46042" y="86502"/>
                </a:lnTo>
                <a:lnTo>
                  <a:pt x="46921" y="88432"/>
                </a:lnTo>
                <a:lnTo>
                  <a:pt x="46929" y="88442"/>
                </a:lnTo>
                <a:lnTo>
                  <a:pt x="47879" y="90383"/>
                </a:lnTo>
                <a:lnTo>
                  <a:pt x="48430" y="92324"/>
                </a:lnTo>
                <a:lnTo>
                  <a:pt x="48862" y="92900"/>
                </a:lnTo>
                <a:lnTo>
                  <a:pt x="49646" y="94265"/>
                </a:lnTo>
                <a:lnTo>
                  <a:pt x="50098" y="96205"/>
                </a:lnTo>
                <a:lnTo>
                  <a:pt x="50802" y="97599"/>
                </a:lnTo>
                <a:lnTo>
                  <a:pt x="51139" y="98146"/>
                </a:lnTo>
                <a:lnTo>
                  <a:pt x="51825" y="100087"/>
                </a:lnTo>
                <a:lnTo>
                  <a:pt x="52663" y="102027"/>
                </a:lnTo>
                <a:lnTo>
                  <a:pt x="52743" y="102132"/>
                </a:lnTo>
                <a:lnTo>
                  <a:pt x="53630" y="103968"/>
                </a:lnTo>
                <a:lnTo>
                  <a:pt x="54329" y="105909"/>
                </a:lnTo>
                <a:lnTo>
                  <a:pt x="54684" y="106451"/>
                </a:lnTo>
                <a:lnTo>
                  <a:pt x="55393" y="107849"/>
                </a:lnTo>
                <a:lnTo>
                  <a:pt x="55976" y="109790"/>
                </a:lnTo>
                <a:lnTo>
                  <a:pt x="56624" y="110745"/>
                </a:lnTo>
                <a:lnTo>
                  <a:pt x="57276" y="111731"/>
                </a:lnTo>
                <a:lnTo>
                  <a:pt x="57867" y="113672"/>
                </a:lnTo>
                <a:lnTo>
                  <a:pt x="58565" y="114809"/>
                </a:lnTo>
                <a:lnTo>
                  <a:pt x="59115" y="115612"/>
                </a:lnTo>
                <a:lnTo>
                  <a:pt x="59892" y="117553"/>
                </a:lnTo>
                <a:lnTo>
                  <a:pt x="60505" y="118499"/>
                </a:lnTo>
                <a:lnTo>
                  <a:pt x="61150" y="119494"/>
                </a:lnTo>
                <a:lnTo>
                  <a:pt x="62133" y="121434"/>
                </a:lnTo>
                <a:lnTo>
                  <a:pt x="62446" y="121792"/>
                </a:lnTo>
                <a:lnTo>
                  <a:pt x="63473" y="123375"/>
                </a:lnTo>
                <a:lnTo>
                  <a:pt x="64386" y="124316"/>
                </a:lnTo>
                <a:lnTo>
                  <a:pt x="65401" y="125316"/>
                </a:lnTo>
                <a:lnTo>
                  <a:pt x="66327" y="126137"/>
                </a:lnTo>
                <a:lnTo>
                  <a:pt x="68268" y="126472"/>
                </a:lnTo>
                <a:lnTo>
                  <a:pt x="70208" y="126165"/>
                </a:lnTo>
                <a:lnTo>
                  <a:pt x="71238" y="125316"/>
                </a:lnTo>
                <a:lnTo>
                  <a:pt x="72149" y="124395"/>
                </a:lnTo>
                <a:lnTo>
                  <a:pt x="73046" y="123375"/>
                </a:lnTo>
                <a:lnTo>
                  <a:pt x="74089" y="122141"/>
                </a:lnTo>
                <a:lnTo>
                  <a:pt x="74721" y="121434"/>
                </a:lnTo>
                <a:lnTo>
                  <a:pt x="75562" y="119494"/>
                </a:lnTo>
                <a:lnTo>
                  <a:pt x="76030" y="119017"/>
                </a:lnTo>
                <a:lnTo>
                  <a:pt x="77085" y="117553"/>
                </a:lnTo>
                <a:lnTo>
                  <a:pt x="77970" y="115774"/>
                </a:lnTo>
                <a:lnTo>
                  <a:pt x="78105" y="115612"/>
                </a:lnTo>
                <a:lnTo>
                  <a:pt x="79858" y="113672"/>
                </a:lnTo>
                <a:lnTo>
                  <a:pt x="79911" y="113618"/>
                </a:lnTo>
                <a:lnTo>
                  <a:pt x="79978" y="113672"/>
                </a:lnTo>
                <a:lnTo>
                  <a:pt x="81852" y="114595"/>
                </a:lnTo>
                <a:lnTo>
                  <a:pt x="82966" y="115612"/>
                </a:lnTo>
                <a:lnTo>
                  <a:pt x="82914" y="117553"/>
                </a:lnTo>
                <a:lnTo>
                  <a:pt x="81906" y="119494"/>
                </a:lnTo>
                <a:lnTo>
                  <a:pt x="81852" y="119551"/>
                </a:lnTo>
                <a:lnTo>
                  <a:pt x="80894" y="121434"/>
                </a:lnTo>
                <a:lnTo>
                  <a:pt x="79911" y="122935"/>
                </a:lnTo>
                <a:lnTo>
                  <a:pt x="79498" y="123375"/>
                </a:lnTo>
                <a:lnTo>
                  <a:pt x="78629" y="125316"/>
                </a:lnTo>
                <a:lnTo>
                  <a:pt x="77970" y="126136"/>
                </a:lnTo>
                <a:lnTo>
                  <a:pt x="77098" y="127256"/>
                </a:lnTo>
                <a:lnTo>
                  <a:pt x="76030" y="128917"/>
                </a:lnTo>
                <a:lnTo>
                  <a:pt x="75784" y="129197"/>
                </a:lnTo>
                <a:lnTo>
                  <a:pt x="74493" y="131138"/>
                </a:lnTo>
                <a:lnTo>
                  <a:pt x="74089" y="131609"/>
                </a:lnTo>
                <a:lnTo>
                  <a:pt x="72853" y="133079"/>
                </a:lnTo>
                <a:lnTo>
                  <a:pt x="72149" y="133770"/>
                </a:lnTo>
                <a:lnTo>
                  <a:pt x="70853" y="135019"/>
                </a:lnTo>
                <a:lnTo>
                  <a:pt x="70208" y="135593"/>
                </a:lnTo>
                <a:lnTo>
                  <a:pt x="68268" y="136669"/>
                </a:lnTo>
                <a:lnTo>
                  <a:pt x="67835" y="136960"/>
                </a:lnTo>
                <a:lnTo>
                  <a:pt x="66327" y="137700"/>
                </a:lnTo>
                <a:lnTo>
                  <a:pt x="64386" y="137930"/>
                </a:lnTo>
                <a:lnTo>
                  <a:pt x="62446" y="138197"/>
                </a:lnTo>
                <a:lnTo>
                  <a:pt x="60505" y="138295"/>
                </a:lnTo>
                <a:lnTo>
                  <a:pt x="58565" y="138055"/>
                </a:lnTo>
                <a:lnTo>
                  <a:pt x="56624" y="137824"/>
                </a:lnTo>
                <a:lnTo>
                  <a:pt x="55197" y="136960"/>
                </a:lnTo>
                <a:lnTo>
                  <a:pt x="54684" y="136514"/>
                </a:lnTo>
                <a:lnTo>
                  <a:pt x="52743" y="135299"/>
                </a:lnTo>
                <a:lnTo>
                  <a:pt x="52463" y="135019"/>
                </a:lnTo>
                <a:lnTo>
                  <a:pt x="51025" y="133079"/>
                </a:lnTo>
                <a:lnTo>
                  <a:pt x="50802" y="132856"/>
                </a:lnTo>
                <a:lnTo>
                  <a:pt x="49534" y="131138"/>
                </a:lnTo>
                <a:lnTo>
                  <a:pt x="48862" y="130344"/>
                </a:lnTo>
                <a:lnTo>
                  <a:pt x="47994" y="129197"/>
                </a:lnTo>
                <a:lnTo>
                  <a:pt x="46921" y="127412"/>
                </a:lnTo>
                <a:lnTo>
                  <a:pt x="46774" y="127256"/>
                </a:lnTo>
                <a:lnTo>
                  <a:pt x="45890" y="125316"/>
                </a:lnTo>
                <a:lnTo>
                  <a:pt x="44981" y="123841"/>
                </a:lnTo>
                <a:lnTo>
                  <a:pt x="44558" y="123375"/>
                </a:lnTo>
                <a:lnTo>
                  <a:pt x="43910" y="121434"/>
                </a:lnTo>
                <a:lnTo>
                  <a:pt x="43040" y="119952"/>
                </a:lnTo>
                <a:lnTo>
                  <a:pt x="42717" y="119494"/>
                </a:lnTo>
                <a:lnTo>
                  <a:pt x="41983" y="117553"/>
                </a:lnTo>
                <a:lnTo>
                  <a:pt x="41100" y="115835"/>
                </a:lnTo>
                <a:lnTo>
                  <a:pt x="40926" y="115612"/>
                </a:lnTo>
                <a:lnTo>
                  <a:pt x="40125" y="113672"/>
                </a:lnTo>
                <a:lnTo>
                  <a:pt x="39345" y="111731"/>
                </a:lnTo>
                <a:lnTo>
                  <a:pt x="39159" y="111509"/>
                </a:lnTo>
                <a:lnTo>
                  <a:pt x="38250" y="109790"/>
                </a:lnTo>
                <a:lnTo>
                  <a:pt x="37769" y="107849"/>
                </a:lnTo>
                <a:lnTo>
                  <a:pt x="37218" y="106829"/>
                </a:lnTo>
                <a:lnTo>
                  <a:pt x="36683" y="105909"/>
                </a:lnTo>
                <a:lnTo>
                  <a:pt x="36119" y="103968"/>
                </a:lnTo>
                <a:lnTo>
                  <a:pt x="35278" y="102149"/>
                </a:lnTo>
                <a:lnTo>
                  <a:pt x="35173" y="102027"/>
                </a:lnTo>
                <a:lnTo>
                  <a:pt x="34390" y="100087"/>
                </a:lnTo>
                <a:lnTo>
                  <a:pt x="33687" y="98146"/>
                </a:lnTo>
                <a:lnTo>
                  <a:pt x="33337" y="97367"/>
                </a:lnTo>
                <a:lnTo>
                  <a:pt x="32435" y="96205"/>
                </a:lnTo>
                <a:lnTo>
                  <a:pt x="31397" y="95695"/>
                </a:lnTo>
                <a:lnTo>
                  <a:pt x="30886" y="96205"/>
                </a:lnTo>
                <a:lnTo>
                  <a:pt x="29456" y="97315"/>
                </a:lnTo>
                <a:lnTo>
                  <a:pt x="28481" y="98146"/>
                </a:lnTo>
                <a:lnTo>
                  <a:pt x="27516" y="99077"/>
                </a:lnTo>
                <a:lnTo>
                  <a:pt x="26249" y="100087"/>
                </a:lnTo>
                <a:lnTo>
                  <a:pt x="25575" y="100968"/>
                </a:lnTo>
                <a:lnTo>
                  <a:pt x="24916" y="102027"/>
                </a:lnTo>
                <a:lnTo>
                  <a:pt x="24551" y="103968"/>
                </a:lnTo>
                <a:lnTo>
                  <a:pt x="24276" y="105909"/>
                </a:lnTo>
                <a:lnTo>
                  <a:pt x="23634" y="107803"/>
                </a:lnTo>
                <a:lnTo>
                  <a:pt x="23610" y="107849"/>
                </a:lnTo>
                <a:lnTo>
                  <a:pt x="22866" y="109790"/>
                </a:lnTo>
                <a:lnTo>
                  <a:pt x="22622" y="111731"/>
                </a:lnTo>
                <a:lnTo>
                  <a:pt x="22236" y="113672"/>
                </a:lnTo>
                <a:lnTo>
                  <a:pt x="21694" y="114988"/>
                </a:lnTo>
                <a:lnTo>
                  <a:pt x="21392" y="115612"/>
                </a:lnTo>
                <a:lnTo>
                  <a:pt x="20845" y="117553"/>
                </a:lnTo>
                <a:lnTo>
                  <a:pt x="20538" y="119494"/>
                </a:lnTo>
                <a:lnTo>
                  <a:pt x="20033" y="121434"/>
                </a:lnTo>
                <a:lnTo>
                  <a:pt x="19753" y="122107"/>
                </a:lnTo>
                <a:lnTo>
                  <a:pt x="19268" y="123375"/>
                </a:lnTo>
                <a:lnTo>
                  <a:pt x="18807" y="125316"/>
                </a:lnTo>
                <a:lnTo>
                  <a:pt x="18588" y="127256"/>
                </a:lnTo>
                <a:lnTo>
                  <a:pt x="17820" y="129197"/>
                </a:lnTo>
                <a:lnTo>
                  <a:pt x="17813" y="129214"/>
                </a:lnTo>
                <a:lnTo>
                  <a:pt x="17217" y="131138"/>
                </a:lnTo>
                <a:lnTo>
                  <a:pt x="16829" y="133079"/>
                </a:lnTo>
                <a:lnTo>
                  <a:pt x="16563" y="135019"/>
                </a:lnTo>
                <a:lnTo>
                  <a:pt x="15872" y="135845"/>
                </a:lnTo>
                <a:lnTo>
                  <a:pt x="13931" y="136145"/>
                </a:lnTo>
                <a:lnTo>
                  <a:pt x="11991" y="136160"/>
                </a:lnTo>
                <a:lnTo>
                  <a:pt x="10050" y="136212"/>
                </a:lnTo>
                <a:lnTo>
                  <a:pt x="8110" y="136198"/>
                </a:lnTo>
                <a:lnTo>
                  <a:pt x="6169" y="136144"/>
                </a:lnTo>
                <a:lnTo>
                  <a:pt x="4229" y="136203"/>
                </a:lnTo>
                <a:lnTo>
                  <a:pt x="2288" y="136116"/>
                </a:lnTo>
                <a:lnTo>
                  <a:pt x="347" y="135451"/>
                </a:lnTo>
                <a:lnTo>
                  <a:pt x="0" y="135019"/>
                </a:lnTo>
                <a:lnTo>
                  <a:pt x="347" y="133701"/>
                </a:lnTo>
                <a:lnTo>
                  <a:pt x="521" y="133079"/>
                </a:lnTo>
                <a:lnTo>
                  <a:pt x="1099" y="131138"/>
                </a:lnTo>
                <a:lnTo>
                  <a:pt x="1435" y="129197"/>
                </a:lnTo>
                <a:lnTo>
                  <a:pt x="1894" y="127256"/>
                </a:lnTo>
                <a:lnTo>
                  <a:pt x="2288" y="126255"/>
                </a:lnTo>
                <a:lnTo>
                  <a:pt x="2663" y="125316"/>
                </a:lnTo>
                <a:lnTo>
                  <a:pt x="3216" y="123375"/>
                </a:lnTo>
                <a:lnTo>
                  <a:pt x="3414" y="121434"/>
                </a:lnTo>
                <a:lnTo>
                  <a:pt x="3974" y="119494"/>
                </a:lnTo>
                <a:lnTo>
                  <a:pt x="4229" y="119002"/>
                </a:lnTo>
                <a:lnTo>
                  <a:pt x="4810" y="117553"/>
                </a:lnTo>
                <a:lnTo>
                  <a:pt x="5153" y="115612"/>
                </a:lnTo>
                <a:lnTo>
                  <a:pt x="5447" y="113672"/>
                </a:lnTo>
                <a:lnTo>
                  <a:pt x="6169" y="111840"/>
                </a:lnTo>
                <a:lnTo>
                  <a:pt x="6235" y="111731"/>
                </a:lnTo>
                <a:lnTo>
                  <a:pt x="6847" y="109790"/>
                </a:lnTo>
                <a:lnTo>
                  <a:pt x="7177" y="107849"/>
                </a:lnTo>
                <a:lnTo>
                  <a:pt x="7504" y="105909"/>
                </a:lnTo>
                <a:lnTo>
                  <a:pt x="8110" y="104521"/>
                </a:lnTo>
                <a:lnTo>
                  <a:pt x="8401" y="103968"/>
                </a:lnTo>
                <a:lnTo>
                  <a:pt x="8905" y="102027"/>
                </a:lnTo>
                <a:lnTo>
                  <a:pt x="9156" y="100087"/>
                </a:lnTo>
                <a:lnTo>
                  <a:pt x="9557" y="98146"/>
                </a:lnTo>
                <a:lnTo>
                  <a:pt x="10050" y="97129"/>
                </a:lnTo>
                <a:lnTo>
                  <a:pt x="10526" y="96205"/>
                </a:lnTo>
                <a:lnTo>
                  <a:pt x="10906" y="94265"/>
                </a:lnTo>
                <a:lnTo>
                  <a:pt x="11234" y="92324"/>
                </a:lnTo>
                <a:lnTo>
                  <a:pt x="11700" y="90383"/>
                </a:lnTo>
                <a:lnTo>
                  <a:pt x="11991" y="89823"/>
                </a:lnTo>
                <a:lnTo>
                  <a:pt x="12586" y="88442"/>
                </a:lnTo>
                <a:lnTo>
                  <a:pt x="12961" y="86502"/>
                </a:lnTo>
                <a:lnTo>
                  <a:pt x="13222" y="84561"/>
                </a:lnTo>
                <a:lnTo>
                  <a:pt x="13824" y="82620"/>
                </a:lnTo>
                <a:lnTo>
                  <a:pt x="13931" y="82431"/>
                </a:lnTo>
                <a:lnTo>
                  <a:pt x="14641" y="80680"/>
                </a:lnTo>
                <a:lnTo>
                  <a:pt x="14926" y="78739"/>
                </a:lnTo>
                <a:lnTo>
                  <a:pt x="15335" y="76798"/>
                </a:lnTo>
                <a:lnTo>
                  <a:pt x="15872" y="75388"/>
                </a:lnTo>
                <a:lnTo>
                  <a:pt x="16106" y="74858"/>
                </a:lnTo>
                <a:lnTo>
                  <a:pt x="16666" y="72917"/>
                </a:lnTo>
                <a:lnTo>
                  <a:pt x="16957" y="70976"/>
                </a:lnTo>
                <a:lnTo>
                  <a:pt x="17390" y="69035"/>
                </a:lnTo>
                <a:lnTo>
                  <a:pt x="17813" y="68079"/>
                </a:lnTo>
                <a:lnTo>
                  <a:pt x="18264" y="67095"/>
                </a:lnTo>
                <a:lnTo>
                  <a:pt x="18714" y="65154"/>
                </a:lnTo>
                <a:lnTo>
                  <a:pt x="18893" y="63213"/>
                </a:lnTo>
                <a:lnTo>
                  <a:pt x="19571" y="61273"/>
                </a:lnTo>
                <a:lnTo>
                  <a:pt x="19753" y="60894"/>
                </a:lnTo>
                <a:lnTo>
                  <a:pt x="20312" y="59332"/>
                </a:lnTo>
                <a:lnTo>
                  <a:pt x="20683" y="57391"/>
                </a:lnTo>
                <a:lnTo>
                  <a:pt x="21009" y="55451"/>
                </a:lnTo>
                <a:lnTo>
                  <a:pt x="21694" y="53676"/>
                </a:lnTo>
                <a:lnTo>
                  <a:pt x="21789" y="53510"/>
                </a:lnTo>
                <a:lnTo>
                  <a:pt x="22391" y="51569"/>
                </a:lnTo>
                <a:lnTo>
                  <a:pt x="22736" y="49628"/>
                </a:lnTo>
                <a:lnTo>
                  <a:pt x="22996" y="47688"/>
                </a:lnTo>
                <a:lnTo>
                  <a:pt x="23634" y="46294"/>
                </a:lnTo>
                <a:lnTo>
                  <a:pt x="23947" y="45747"/>
                </a:lnTo>
                <a:lnTo>
                  <a:pt x="24361" y="43806"/>
                </a:lnTo>
                <a:lnTo>
                  <a:pt x="24718" y="41866"/>
                </a:lnTo>
                <a:lnTo>
                  <a:pt x="25098" y="39925"/>
                </a:lnTo>
                <a:lnTo>
                  <a:pt x="25575" y="38905"/>
                </a:lnTo>
                <a:lnTo>
                  <a:pt x="26021" y="37984"/>
                </a:lnTo>
                <a:lnTo>
                  <a:pt x="26444" y="36044"/>
                </a:lnTo>
                <a:lnTo>
                  <a:pt x="26742" y="34103"/>
                </a:lnTo>
                <a:lnTo>
                  <a:pt x="27263" y="32162"/>
                </a:lnTo>
                <a:lnTo>
                  <a:pt x="27516" y="31663"/>
                </a:lnTo>
                <a:lnTo>
                  <a:pt x="28099" y="30221"/>
                </a:lnTo>
                <a:lnTo>
                  <a:pt x="28446" y="28281"/>
                </a:lnTo>
                <a:lnTo>
                  <a:pt x="28728" y="26340"/>
                </a:lnTo>
                <a:lnTo>
                  <a:pt x="29322" y="24399"/>
                </a:lnTo>
                <a:lnTo>
                  <a:pt x="29456" y="24132"/>
                </a:lnTo>
                <a:lnTo>
                  <a:pt x="30074" y="22459"/>
                </a:lnTo>
                <a:lnTo>
                  <a:pt x="30330" y="20518"/>
                </a:lnTo>
                <a:lnTo>
                  <a:pt x="30513" y="18577"/>
                </a:lnTo>
                <a:lnTo>
                  <a:pt x="30794" y="16637"/>
                </a:lnTo>
                <a:lnTo>
                  <a:pt x="30993" y="14696"/>
                </a:lnTo>
                <a:lnTo>
                  <a:pt x="30918" y="12755"/>
                </a:lnTo>
                <a:lnTo>
                  <a:pt x="29456" y="10977"/>
                </a:lnTo>
                <a:lnTo>
                  <a:pt x="29276" y="10814"/>
                </a:lnTo>
                <a:lnTo>
                  <a:pt x="27516" y="9950"/>
                </a:lnTo>
                <a:lnTo>
                  <a:pt x="25575" y="9725"/>
                </a:lnTo>
                <a:lnTo>
                  <a:pt x="23634" y="9608"/>
                </a:lnTo>
                <a:lnTo>
                  <a:pt x="21694" y="9440"/>
                </a:lnTo>
                <a:lnTo>
                  <a:pt x="19753" y="9466"/>
                </a:lnTo>
                <a:lnTo>
                  <a:pt x="18495" y="8874"/>
                </a:lnTo>
                <a:lnTo>
                  <a:pt x="17813" y="7645"/>
                </a:lnTo>
                <a:lnTo>
                  <a:pt x="17582" y="6933"/>
                </a:lnTo>
                <a:lnTo>
                  <a:pt x="17813" y="6512"/>
                </a:lnTo>
                <a:lnTo>
                  <a:pt x="19155" y="4992"/>
                </a:lnTo>
                <a:lnTo>
                  <a:pt x="19753" y="4652"/>
                </a:lnTo>
                <a:lnTo>
                  <a:pt x="21694" y="4347"/>
                </a:lnTo>
                <a:lnTo>
                  <a:pt x="23634" y="4116"/>
                </a:lnTo>
                <a:lnTo>
                  <a:pt x="25575" y="3999"/>
                </a:lnTo>
                <a:lnTo>
                  <a:pt x="27516" y="3857"/>
                </a:lnTo>
                <a:lnTo>
                  <a:pt x="29456" y="3531"/>
                </a:lnTo>
                <a:lnTo>
                  <a:pt x="31324" y="3052"/>
                </a:lnTo>
                <a:lnTo>
                  <a:pt x="31397" y="3029"/>
                </a:lnTo>
                <a:lnTo>
                  <a:pt x="33337" y="2621"/>
                </a:lnTo>
                <a:lnTo>
                  <a:pt x="35278" y="2354"/>
                </a:lnTo>
                <a:lnTo>
                  <a:pt x="37218" y="2016"/>
                </a:lnTo>
                <a:lnTo>
                  <a:pt x="39159" y="1917"/>
                </a:lnTo>
                <a:lnTo>
                  <a:pt x="41100" y="1305"/>
                </a:lnTo>
                <a:lnTo>
                  <a:pt x="41739" y="11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fog-math-12-glyph-5">
            <a:extLst xmlns:a="http://schemas.openxmlformats.org/drawingml/2006/main">
              <a:ext uri="{FF2B5EF4-FFF2-40B4-BE49-F238E27FC236}">
                <a16:creationId xmlns:a16="http://schemas.microsoft.com/office/drawing/2014/main" id="{B2E8F411-BD35-4640-BA04-6BC4E782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8326" y="1498025"/>
            <a:ext cx="48449" cy="138323"/>
          </a:xfrm>
          <a:custGeom xmlns:a="http://schemas.openxmlformats.org/drawingml/2006/main">
            <a:pathLst>
              <a:path w="48449" h="138323">
                <a:moveTo>
                  <a:pt x="39077" y="1115"/>
                </a:moveTo>
                <a:lnTo>
                  <a:pt x="39782" y="781"/>
                </a:lnTo>
                <a:lnTo>
                  <a:pt x="41722" y="504"/>
                </a:lnTo>
                <a:lnTo>
                  <a:pt x="43663" y="157"/>
                </a:lnTo>
                <a:lnTo>
                  <a:pt x="45604" y="0"/>
                </a:lnTo>
                <a:lnTo>
                  <a:pt x="47544" y="54"/>
                </a:lnTo>
                <a:lnTo>
                  <a:pt x="48449" y="1115"/>
                </a:lnTo>
                <a:lnTo>
                  <a:pt x="48301" y="3055"/>
                </a:lnTo>
                <a:lnTo>
                  <a:pt x="47802" y="4996"/>
                </a:lnTo>
                <a:lnTo>
                  <a:pt x="47544" y="5494"/>
                </a:lnTo>
                <a:lnTo>
                  <a:pt x="46925" y="6937"/>
                </a:lnTo>
                <a:lnTo>
                  <a:pt x="46599" y="8877"/>
                </a:lnTo>
                <a:lnTo>
                  <a:pt x="46366" y="10818"/>
                </a:lnTo>
                <a:lnTo>
                  <a:pt x="45626" y="12759"/>
                </a:lnTo>
                <a:lnTo>
                  <a:pt x="45604" y="12799"/>
                </a:lnTo>
                <a:lnTo>
                  <a:pt x="44909" y="14699"/>
                </a:lnTo>
                <a:lnTo>
                  <a:pt x="44584" y="16640"/>
                </a:lnTo>
                <a:lnTo>
                  <a:pt x="44301" y="18581"/>
                </a:lnTo>
                <a:lnTo>
                  <a:pt x="43663" y="20220"/>
                </a:lnTo>
                <a:lnTo>
                  <a:pt x="43502" y="20522"/>
                </a:lnTo>
                <a:lnTo>
                  <a:pt x="42923" y="22462"/>
                </a:lnTo>
                <a:lnTo>
                  <a:pt x="42641" y="24403"/>
                </a:lnTo>
                <a:lnTo>
                  <a:pt x="42288" y="26344"/>
                </a:lnTo>
                <a:lnTo>
                  <a:pt x="41722" y="27617"/>
                </a:lnTo>
                <a:lnTo>
                  <a:pt x="41374" y="28284"/>
                </a:lnTo>
                <a:lnTo>
                  <a:pt x="40917" y="30225"/>
                </a:lnTo>
                <a:lnTo>
                  <a:pt x="40593" y="32166"/>
                </a:lnTo>
                <a:lnTo>
                  <a:pt x="40219" y="34107"/>
                </a:lnTo>
                <a:lnTo>
                  <a:pt x="39782" y="35051"/>
                </a:lnTo>
                <a:lnTo>
                  <a:pt x="39329" y="36047"/>
                </a:lnTo>
                <a:lnTo>
                  <a:pt x="38902" y="37988"/>
                </a:lnTo>
                <a:lnTo>
                  <a:pt x="38633" y="39929"/>
                </a:lnTo>
                <a:lnTo>
                  <a:pt x="38165" y="41869"/>
                </a:lnTo>
                <a:lnTo>
                  <a:pt x="37841" y="42512"/>
                </a:lnTo>
                <a:lnTo>
                  <a:pt x="37277" y="43810"/>
                </a:lnTo>
                <a:lnTo>
                  <a:pt x="36935" y="45751"/>
                </a:lnTo>
                <a:lnTo>
                  <a:pt x="36610" y="47691"/>
                </a:lnTo>
                <a:lnTo>
                  <a:pt x="36114" y="49632"/>
                </a:lnTo>
                <a:lnTo>
                  <a:pt x="35901" y="50023"/>
                </a:lnTo>
                <a:lnTo>
                  <a:pt x="35269" y="51573"/>
                </a:lnTo>
                <a:lnTo>
                  <a:pt x="34926" y="53514"/>
                </a:lnTo>
                <a:lnTo>
                  <a:pt x="34657" y="55454"/>
                </a:lnTo>
                <a:lnTo>
                  <a:pt x="34012" y="57395"/>
                </a:lnTo>
                <a:lnTo>
                  <a:pt x="33960" y="57485"/>
                </a:lnTo>
                <a:lnTo>
                  <a:pt x="33245" y="59336"/>
                </a:lnTo>
                <a:lnTo>
                  <a:pt x="32952" y="61276"/>
                </a:lnTo>
                <a:lnTo>
                  <a:pt x="32623" y="63217"/>
                </a:lnTo>
                <a:lnTo>
                  <a:pt x="32019" y="65046"/>
                </a:lnTo>
                <a:lnTo>
                  <a:pt x="31968" y="65158"/>
                </a:lnTo>
                <a:lnTo>
                  <a:pt x="31259" y="67098"/>
                </a:lnTo>
                <a:lnTo>
                  <a:pt x="30934" y="69039"/>
                </a:lnTo>
                <a:lnTo>
                  <a:pt x="30581" y="70980"/>
                </a:lnTo>
                <a:lnTo>
                  <a:pt x="30079" y="72179"/>
                </a:lnTo>
                <a:lnTo>
                  <a:pt x="29735" y="72921"/>
                </a:lnTo>
                <a:lnTo>
                  <a:pt x="29220" y="74861"/>
                </a:lnTo>
                <a:lnTo>
                  <a:pt x="28998" y="76802"/>
                </a:lnTo>
                <a:lnTo>
                  <a:pt x="28462" y="78743"/>
                </a:lnTo>
                <a:lnTo>
                  <a:pt x="28138" y="79549"/>
                </a:lnTo>
                <a:lnTo>
                  <a:pt x="27725" y="80683"/>
                </a:lnTo>
                <a:lnTo>
                  <a:pt x="27278" y="82624"/>
                </a:lnTo>
                <a:lnTo>
                  <a:pt x="26977" y="84565"/>
                </a:lnTo>
                <a:lnTo>
                  <a:pt x="26420" y="86505"/>
                </a:lnTo>
                <a:lnTo>
                  <a:pt x="26198" y="86963"/>
                </a:lnTo>
                <a:lnTo>
                  <a:pt x="25624" y="88446"/>
                </a:lnTo>
                <a:lnTo>
                  <a:pt x="25236" y="90387"/>
                </a:lnTo>
                <a:lnTo>
                  <a:pt x="25047" y="92328"/>
                </a:lnTo>
                <a:lnTo>
                  <a:pt x="24257" y="94257"/>
                </a:lnTo>
                <a:lnTo>
                  <a:pt x="24250" y="94268"/>
                </a:lnTo>
                <a:lnTo>
                  <a:pt x="23647" y="96209"/>
                </a:lnTo>
                <a:lnTo>
                  <a:pt x="23269" y="98150"/>
                </a:lnTo>
                <a:lnTo>
                  <a:pt x="22969" y="100090"/>
                </a:lnTo>
                <a:lnTo>
                  <a:pt x="22317" y="101879"/>
                </a:lnTo>
                <a:lnTo>
                  <a:pt x="22236" y="102031"/>
                </a:lnTo>
                <a:lnTo>
                  <a:pt x="21595" y="103972"/>
                </a:lnTo>
                <a:lnTo>
                  <a:pt x="21249" y="105912"/>
                </a:lnTo>
                <a:lnTo>
                  <a:pt x="20933" y="107853"/>
                </a:lnTo>
                <a:lnTo>
                  <a:pt x="20376" y="109253"/>
                </a:lnTo>
                <a:lnTo>
                  <a:pt x="20119" y="109794"/>
                </a:lnTo>
                <a:lnTo>
                  <a:pt x="19629" y="111735"/>
                </a:lnTo>
                <a:lnTo>
                  <a:pt x="19296" y="113675"/>
                </a:lnTo>
                <a:lnTo>
                  <a:pt x="18954" y="115616"/>
                </a:lnTo>
                <a:lnTo>
                  <a:pt x="18435" y="116803"/>
                </a:lnTo>
                <a:lnTo>
                  <a:pt x="18068" y="117557"/>
                </a:lnTo>
                <a:lnTo>
                  <a:pt x="17609" y="119497"/>
                </a:lnTo>
                <a:lnTo>
                  <a:pt x="17373" y="121438"/>
                </a:lnTo>
                <a:lnTo>
                  <a:pt x="17129" y="123379"/>
                </a:lnTo>
                <a:lnTo>
                  <a:pt x="16932" y="125319"/>
                </a:lnTo>
                <a:lnTo>
                  <a:pt x="17378" y="127260"/>
                </a:lnTo>
                <a:lnTo>
                  <a:pt x="18435" y="128238"/>
                </a:lnTo>
                <a:lnTo>
                  <a:pt x="20376" y="128279"/>
                </a:lnTo>
                <a:lnTo>
                  <a:pt x="22317" y="127545"/>
                </a:lnTo>
                <a:lnTo>
                  <a:pt x="22612" y="127260"/>
                </a:lnTo>
                <a:lnTo>
                  <a:pt x="24257" y="126223"/>
                </a:lnTo>
                <a:lnTo>
                  <a:pt x="25238" y="125319"/>
                </a:lnTo>
                <a:lnTo>
                  <a:pt x="26198" y="124426"/>
                </a:lnTo>
                <a:lnTo>
                  <a:pt x="27261" y="123379"/>
                </a:lnTo>
                <a:lnTo>
                  <a:pt x="28138" y="122414"/>
                </a:lnTo>
                <a:lnTo>
                  <a:pt x="28979" y="121438"/>
                </a:lnTo>
                <a:lnTo>
                  <a:pt x="30079" y="119983"/>
                </a:lnTo>
                <a:lnTo>
                  <a:pt x="30558" y="119497"/>
                </a:lnTo>
                <a:lnTo>
                  <a:pt x="31885" y="117557"/>
                </a:lnTo>
                <a:lnTo>
                  <a:pt x="32019" y="117416"/>
                </a:lnTo>
                <a:lnTo>
                  <a:pt x="33198" y="115616"/>
                </a:lnTo>
                <a:lnTo>
                  <a:pt x="33960" y="114698"/>
                </a:lnTo>
                <a:lnTo>
                  <a:pt x="34805" y="113675"/>
                </a:lnTo>
                <a:lnTo>
                  <a:pt x="35901" y="112187"/>
                </a:lnTo>
                <a:lnTo>
                  <a:pt x="36314" y="111735"/>
                </a:lnTo>
                <a:lnTo>
                  <a:pt x="37841" y="110704"/>
                </a:lnTo>
                <a:lnTo>
                  <a:pt x="39782" y="111654"/>
                </a:lnTo>
                <a:lnTo>
                  <a:pt x="39862" y="111735"/>
                </a:lnTo>
                <a:lnTo>
                  <a:pt x="40738" y="113675"/>
                </a:lnTo>
                <a:lnTo>
                  <a:pt x="39789" y="115616"/>
                </a:lnTo>
                <a:lnTo>
                  <a:pt x="39782" y="115624"/>
                </a:lnTo>
                <a:lnTo>
                  <a:pt x="38583" y="117557"/>
                </a:lnTo>
                <a:lnTo>
                  <a:pt x="37841" y="118502"/>
                </a:lnTo>
                <a:lnTo>
                  <a:pt x="37075" y="119497"/>
                </a:lnTo>
                <a:lnTo>
                  <a:pt x="35901" y="121139"/>
                </a:lnTo>
                <a:lnTo>
                  <a:pt x="35610" y="121438"/>
                </a:lnTo>
                <a:lnTo>
                  <a:pt x="34570" y="123379"/>
                </a:lnTo>
                <a:lnTo>
                  <a:pt x="33960" y="124067"/>
                </a:lnTo>
                <a:lnTo>
                  <a:pt x="32957" y="125319"/>
                </a:lnTo>
                <a:lnTo>
                  <a:pt x="32019" y="126275"/>
                </a:lnTo>
                <a:lnTo>
                  <a:pt x="31155" y="127260"/>
                </a:lnTo>
                <a:lnTo>
                  <a:pt x="30079" y="128650"/>
                </a:lnTo>
                <a:lnTo>
                  <a:pt x="29466" y="129201"/>
                </a:lnTo>
                <a:lnTo>
                  <a:pt x="28138" y="130627"/>
                </a:lnTo>
                <a:lnTo>
                  <a:pt x="27679" y="131142"/>
                </a:lnTo>
                <a:lnTo>
                  <a:pt x="26198" y="132391"/>
                </a:lnTo>
                <a:lnTo>
                  <a:pt x="25442" y="133082"/>
                </a:lnTo>
                <a:lnTo>
                  <a:pt x="24257" y="134103"/>
                </a:lnTo>
                <a:lnTo>
                  <a:pt x="22935" y="135023"/>
                </a:lnTo>
                <a:lnTo>
                  <a:pt x="22317" y="135567"/>
                </a:lnTo>
                <a:lnTo>
                  <a:pt x="20376" y="136264"/>
                </a:lnTo>
                <a:lnTo>
                  <a:pt x="18962" y="136964"/>
                </a:lnTo>
                <a:lnTo>
                  <a:pt x="18435" y="137298"/>
                </a:lnTo>
                <a:lnTo>
                  <a:pt x="16495" y="137773"/>
                </a:lnTo>
                <a:lnTo>
                  <a:pt x="14554" y="137915"/>
                </a:lnTo>
                <a:lnTo>
                  <a:pt x="12614" y="138125"/>
                </a:lnTo>
                <a:lnTo>
                  <a:pt x="10673" y="138323"/>
                </a:lnTo>
                <a:lnTo>
                  <a:pt x="8733" y="138122"/>
                </a:lnTo>
                <a:lnTo>
                  <a:pt x="6792" y="137984"/>
                </a:lnTo>
                <a:lnTo>
                  <a:pt x="4851" y="137432"/>
                </a:lnTo>
                <a:lnTo>
                  <a:pt x="4251" y="136964"/>
                </a:lnTo>
                <a:lnTo>
                  <a:pt x="2911" y="135960"/>
                </a:lnTo>
                <a:lnTo>
                  <a:pt x="2137" y="135023"/>
                </a:lnTo>
                <a:lnTo>
                  <a:pt x="1239" y="133082"/>
                </a:lnTo>
                <a:lnTo>
                  <a:pt x="970" y="132545"/>
                </a:lnTo>
                <a:lnTo>
                  <a:pt x="337" y="131142"/>
                </a:lnTo>
                <a:lnTo>
                  <a:pt x="252" y="129201"/>
                </a:lnTo>
                <a:lnTo>
                  <a:pt x="0" y="127260"/>
                </a:lnTo>
                <a:lnTo>
                  <a:pt x="80" y="125319"/>
                </a:lnTo>
                <a:lnTo>
                  <a:pt x="162" y="123379"/>
                </a:lnTo>
                <a:lnTo>
                  <a:pt x="485" y="121438"/>
                </a:lnTo>
                <a:lnTo>
                  <a:pt x="970" y="120243"/>
                </a:lnTo>
                <a:lnTo>
                  <a:pt x="1304" y="119497"/>
                </a:lnTo>
                <a:lnTo>
                  <a:pt x="1744" y="117557"/>
                </a:lnTo>
                <a:lnTo>
                  <a:pt x="2017" y="115616"/>
                </a:lnTo>
                <a:lnTo>
                  <a:pt x="2470" y="113675"/>
                </a:lnTo>
                <a:lnTo>
                  <a:pt x="2911" y="112692"/>
                </a:lnTo>
                <a:lnTo>
                  <a:pt x="3343" y="111735"/>
                </a:lnTo>
                <a:lnTo>
                  <a:pt x="3710" y="109794"/>
                </a:lnTo>
                <a:lnTo>
                  <a:pt x="4050" y="107853"/>
                </a:lnTo>
                <a:lnTo>
                  <a:pt x="4448" y="105912"/>
                </a:lnTo>
                <a:lnTo>
                  <a:pt x="4851" y="105009"/>
                </a:lnTo>
                <a:lnTo>
                  <a:pt x="5302" y="103972"/>
                </a:lnTo>
                <a:lnTo>
                  <a:pt x="5723" y="102031"/>
                </a:lnTo>
                <a:lnTo>
                  <a:pt x="6024" y="100090"/>
                </a:lnTo>
                <a:lnTo>
                  <a:pt x="6546" y="98150"/>
                </a:lnTo>
                <a:lnTo>
                  <a:pt x="6792" y="97677"/>
                </a:lnTo>
                <a:lnTo>
                  <a:pt x="7395" y="96209"/>
                </a:lnTo>
                <a:lnTo>
                  <a:pt x="7713" y="94268"/>
                </a:lnTo>
                <a:lnTo>
                  <a:pt x="8067" y="92328"/>
                </a:lnTo>
                <a:lnTo>
                  <a:pt x="8572" y="90387"/>
                </a:lnTo>
                <a:lnTo>
                  <a:pt x="8733" y="90081"/>
                </a:lnTo>
                <a:lnTo>
                  <a:pt x="9364" y="88446"/>
                </a:lnTo>
                <a:lnTo>
                  <a:pt x="9707" y="86505"/>
                </a:lnTo>
                <a:lnTo>
                  <a:pt x="10035" y="84565"/>
                </a:lnTo>
                <a:lnTo>
                  <a:pt x="10673" y="82860"/>
                </a:lnTo>
                <a:lnTo>
                  <a:pt x="10794" y="82624"/>
                </a:lnTo>
                <a:lnTo>
                  <a:pt x="11433" y="80683"/>
                </a:lnTo>
                <a:lnTo>
                  <a:pt x="11689" y="78743"/>
                </a:lnTo>
                <a:lnTo>
                  <a:pt x="12079" y="76802"/>
                </a:lnTo>
                <a:lnTo>
                  <a:pt x="12614" y="75397"/>
                </a:lnTo>
                <a:lnTo>
                  <a:pt x="12860" y="74861"/>
                </a:lnTo>
                <a:lnTo>
                  <a:pt x="13435" y="72921"/>
                </a:lnTo>
                <a:lnTo>
                  <a:pt x="13667" y="70980"/>
                </a:lnTo>
                <a:lnTo>
                  <a:pt x="14122" y="69039"/>
                </a:lnTo>
                <a:lnTo>
                  <a:pt x="14554" y="68107"/>
                </a:lnTo>
                <a:lnTo>
                  <a:pt x="15013" y="67098"/>
                </a:lnTo>
                <a:lnTo>
                  <a:pt x="15424" y="65158"/>
                </a:lnTo>
                <a:lnTo>
                  <a:pt x="15642" y="63217"/>
                </a:lnTo>
                <a:lnTo>
                  <a:pt x="16110" y="61276"/>
                </a:lnTo>
                <a:lnTo>
                  <a:pt x="16495" y="60439"/>
                </a:lnTo>
                <a:lnTo>
                  <a:pt x="16974" y="59336"/>
                </a:lnTo>
                <a:lnTo>
                  <a:pt x="17424" y="57395"/>
                </a:lnTo>
                <a:lnTo>
                  <a:pt x="17646" y="55454"/>
                </a:lnTo>
                <a:lnTo>
                  <a:pt x="18200" y="53514"/>
                </a:lnTo>
                <a:lnTo>
                  <a:pt x="18435" y="53048"/>
                </a:lnTo>
                <a:lnTo>
                  <a:pt x="19027" y="51573"/>
                </a:lnTo>
                <a:lnTo>
                  <a:pt x="19406" y="49632"/>
                </a:lnTo>
                <a:lnTo>
                  <a:pt x="19647" y="47691"/>
                </a:lnTo>
                <a:lnTo>
                  <a:pt x="20309" y="45751"/>
                </a:lnTo>
                <a:lnTo>
                  <a:pt x="20376" y="45612"/>
                </a:lnTo>
                <a:lnTo>
                  <a:pt x="20986" y="43810"/>
                </a:lnTo>
                <a:lnTo>
                  <a:pt x="21355" y="41869"/>
                </a:lnTo>
                <a:lnTo>
                  <a:pt x="21721" y="39929"/>
                </a:lnTo>
                <a:lnTo>
                  <a:pt x="22317" y="38486"/>
                </a:lnTo>
                <a:lnTo>
                  <a:pt x="22574" y="37988"/>
                </a:lnTo>
                <a:lnTo>
                  <a:pt x="23068" y="36047"/>
                </a:lnTo>
                <a:lnTo>
                  <a:pt x="23384" y="34107"/>
                </a:lnTo>
                <a:lnTo>
                  <a:pt x="23661" y="32166"/>
                </a:lnTo>
                <a:lnTo>
                  <a:pt x="24257" y="30845"/>
                </a:lnTo>
                <a:lnTo>
                  <a:pt x="24591" y="30225"/>
                </a:lnTo>
                <a:lnTo>
                  <a:pt x="24997" y="28284"/>
                </a:lnTo>
                <a:lnTo>
                  <a:pt x="25344" y="26344"/>
                </a:lnTo>
                <a:lnTo>
                  <a:pt x="25713" y="24403"/>
                </a:lnTo>
                <a:lnTo>
                  <a:pt x="26198" y="23359"/>
                </a:lnTo>
                <a:lnTo>
                  <a:pt x="26630" y="22462"/>
                </a:lnTo>
                <a:lnTo>
                  <a:pt x="27070" y="20522"/>
                </a:lnTo>
                <a:lnTo>
                  <a:pt x="27395" y="18581"/>
                </a:lnTo>
                <a:lnTo>
                  <a:pt x="27785" y="16640"/>
                </a:lnTo>
                <a:lnTo>
                  <a:pt x="28138" y="15765"/>
                </a:lnTo>
                <a:lnTo>
                  <a:pt x="28542" y="14699"/>
                </a:lnTo>
                <a:lnTo>
                  <a:pt x="28412" y="12759"/>
                </a:lnTo>
                <a:lnTo>
                  <a:pt x="28138" y="12495"/>
                </a:lnTo>
                <a:lnTo>
                  <a:pt x="26269" y="10818"/>
                </a:lnTo>
                <a:lnTo>
                  <a:pt x="26198" y="10751"/>
                </a:lnTo>
                <a:lnTo>
                  <a:pt x="24257" y="9927"/>
                </a:lnTo>
                <a:lnTo>
                  <a:pt x="22317" y="9785"/>
                </a:lnTo>
                <a:lnTo>
                  <a:pt x="20376" y="9628"/>
                </a:lnTo>
                <a:lnTo>
                  <a:pt x="18435" y="9516"/>
                </a:lnTo>
                <a:lnTo>
                  <a:pt x="16495" y="9492"/>
                </a:lnTo>
                <a:lnTo>
                  <a:pt x="15905" y="8877"/>
                </a:lnTo>
                <a:lnTo>
                  <a:pt x="15419" y="6937"/>
                </a:lnTo>
                <a:lnTo>
                  <a:pt x="16326" y="4996"/>
                </a:lnTo>
                <a:lnTo>
                  <a:pt x="16495" y="4833"/>
                </a:lnTo>
                <a:lnTo>
                  <a:pt x="18435" y="4455"/>
                </a:lnTo>
                <a:lnTo>
                  <a:pt x="20376" y="4206"/>
                </a:lnTo>
                <a:lnTo>
                  <a:pt x="22317" y="4017"/>
                </a:lnTo>
                <a:lnTo>
                  <a:pt x="24257" y="3959"/>
                </a:lnTo>
                <a:lnTo>
                  <a:pt x="26198" y="3673"/>
                </a:lnTo>
                <a:lnTo>
                  <a:pt x="28138" y="3290"/>
                </a:lnTo>
                <a:lnTo>
                  <a:pt x="29032" y="3055"/>
                </a:lnTo>
                <a:lnTo>
                  <a:pt x="30079" y="2786"/>
                </a:lnTo>
                <a:lnTo>
                  <a:pt x="32019" y="2310"/>
                </a:lnTo>
                <a:lnTo>
                  <a:pt x="33960" y="2140"/>
                </a:lnTo>
                <a:lnTo>
                  <a:pt x="35901" y="1882"/>
                </a:lnTo>
                <a:lnTo>
                  <a:pt x="37841" y="1662"/>
                </a:lnTo>
                <a:lnTo>
                  <a:pt x="39077" y="1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fog-math-12-glyph-6">
            <a:extLst xmlns:a="http://schemas.openxmlformats.org/drawingml/2006/main">
              <a:ext uri="{FF2B5EF4-FFF2-40B4-BE49-F238E27FC236}">
                <a16:creationId xmlns:a16="http://schemas.microsoft.com/office/drawing/2014/main" id="{3391BD9D-105D-44E0-85E6-C6BBFB07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3538" y="1497927"/>
            <a:ext cx="48244" cy="138347"/>
          </a:xfrm>
          <a:custGeom xmlns:a="http://schemas.openxmlformats.org/drawingml/2006/main">
            <a:pathLst>
              <a:path w="48244" h="138347">
                <a:moveTo>
                  <a:pt x="39181" y="1213"/>
                </a:moveTo>
                <a:lnTo>
                  <a:pt x="40846" y="651"/>
                </a:lnTo>
                <a:lnTo>
                  <a:pt x="42787" y="413"/>
                </a:lnTo>
                <a:lnTo>
                  <a:pt x="44727" y="98"/>
                </a:lnTo>
                <a:lnTo>
                  <a:pt x="46668" y="0"/>
                </a:lnTo>
                <a:lnTo>
                  <a:pt x="48244" y="1213"/>
                </a:lnTo>
                <a:lnTo>
                  <a:pt x="47812" y="3154"/>
                </a:lnTo>
                <a:lnTo>
                  <a:pt x="47664" y="5094"/>
                </a:lnTo>
                <a:lnTo>
                  <a:pt x="47234" y="7035"/>
                </a:lnTo>
                <a:lnTo>
                  <a:pt x="46668" y="8491"/>
                </a:lnTo>
                <a:lnTo>
                  <a:pt x="46434" y="8976"/>
                </a:lnTo>
                <a:lnTo>
                  <a:pt x="45923" y="10916"/>
                </a:lnTo>
                <a:lnTo>
                  <a:pt x="45596" y="12857"/>
                </a:lnTo>
                <a:lnTo>
                  <a:pt x="45278" y="14798"/>
                </a:lnTo>
                <a:lnTo>
                  <a:pt x="44727" y="15979"/>
                </a:lnTo>
                <a:lnTo>
                  <a:pt x="44331" y="16739"/>
                </a:lnTo>
                <a:lnTo>
                  <a:pt x="43895" y="18679"/>
                </a:lnTo>
                <a:lnTo>
                  <a:pt x="43647" y="20620"/>
                </a:lnTo>
                <a:lnTo>
                  <a:pt x="43237" y="22561"/>
                </a:lnTo>
                <a:lnTo>
                  <a:pt x="42787" y="23450"/>
                </a:lnTo>
                <a:lnTo>
                  <a:pt x="42270" y="24501"/>
                </a:lnTo>
                <a:lnTo>
                  <a:pt x="41885" y="26442"/>
                </a:lnTo>
                <a:lnTo>
                  <a:pt x="41607" y="28383"/>
                </a:lnTo>
                <a:lnTo>
                  <a:pt x="41221" y="30323"/>
                </a:lnTo>
                <a:lnTo>
                  <a:pt x="40846" y="31054"/>
                </a:lnTo>
                <a:lnTo>
                  <a:pt x="40286" y="32264"/>
                </a:lnTo>
                <a:lnTo>
                  <a:pt x="39973" y="34205"/>
                </a:lnTo>
                <a:lnTo>
                  <a:pt x="39627" y="36146"/>
                </a:lnTo>
                <a:lnTo>
                  <a:pt x="38972" y="38086"/>
                </a:lnTo>
                <a:lnTo>
                  <a:pt x="38906" y="38213"/>
                </a:lnTo>
                <a:lnTo>
                  <a:pt x="38250" y="40027"/>
                </a:lnTo>
                <a:lnTo>
                  <a:pt x="37953" y="41968"/>
                </a:lnTo>
                <a:lnTo>
                  <a:pt x="37571" y="43908"/>
                </a:lnTo>
                <a:lnTo>
                  <a:pt x="36965" y="45832"/>
                </a:lnTo>
                <a:lnTo>
                  <a:pt x="36957" y="45849"/>
                </a:lnTo>
                <a:lnTo>
                  <a:pt x="36159" y="47790"/>
                </a:lnTo>
                <a:lnTo>
                  <a:pt x="35981" y="49730"/>
                </a:lnTo>
                <a:lnTo>
                  <a:pt x="35583" y="51671"/>
                </a:lnTo>
                <a:lnTo>
                  <a:pt x="35024" y="53127"/>
                </a:lnTo>
                <a:lnTo>
                  <a:pt x="34802" y="53612"/>
                </a:lnTo>
                <a:lnTo>
                  <a:pt x="34268" y="55553"/>
                </a:lnTo>
                <a:lnTo>
                  <a:pt x="33952" y="57493"/>
                </a:lnTo>
                <a:lnTo>
                  <a:pt x="33507" y="59434"/>
                </a:lnTo>
                <a:lnTo>
                  <a:pt x="33084" y="60563"/>
                </a:lnTo>
                <a:lnTo>
                  <a:pt x="32760" y="61375"/>
                </a:lnTo>
                <a:lnTo>
                  <a:pt x="32224" y="63315"/>
                </a:lnTo>
                <a:lnTo>
                  <a:pt x="32002" y="65256"/>
                </a:lnTo>
                <a:lnTo>
                  <a:pt x="31498" y="67197"/>
                </a:lnTo>
                <a:lnTo>
                  <a:pt x="31143" y="67965"/>
                </a:lnTo>
                <a:lnTo>
                  <a:pt x="30650" y="69137"/>
                </a:lnTo>
                <a:lnTo>
                  <a:pt x="30293" y="71078"/>
                </a:lnTo>
                <a:lnTo>
                  <a:pt x="29963" y="73019"/>
                </a:lnTo>
                <a:lnTo>
                  <a:pt x="29255" y="74960"/>
                </a:lnTo>
                <a:lnTo>
                  <a:pt x="29203" y="75071"/>
                </a:lnTo>
                <a:lnTo>
                  <a:pt x="28600" y="76900"/>
                </a:lnTo>
                <a:lnTo>
                  <a:pt x="28278" y="78841"/>
                </a:lnTo>
                <a:lnTo>
                  <a:pt x="27967" y="80782"/>
                </a:lnTo>
                <a:lnTo>
                  <a:pt x="27262" y="82656"/>
                </a:lnTo>
                <a:lnTo>
                  <a:pt x="27225" y="82722"/>
                </a:lnTo>
                <a:lnTo>
                  <a:pt x="26578" y="84663"/>
                </a:lnTo>
                <a:lnTo>
                  <a:pt x="26292" y="86604"/>
                </a:lnTo>
                <a:lnTo>
                  <a:pt x="25956" y="88544"/>
                </a:lnTo>
                <a:lnTo>
                  <a:pt x="25322" y="90136"/>
                </a:lnTo>
                <a:lnTo>
                  <a:pt x="25136" y="90485"/>
                </a:lnTo>
                <a:lnTo>
                  <a:pt x="24602" y="92426"/>
                </a:lnTo>
                <a:lnTo>
                  <a:pt x="24291" y="94367"/>
                </a:lnTo>
                <a:lnTo>
                  <a:pt x="23946" y="96307"/>
                </a:lnTo>
                <a:lnTo>
                  <a:pt x="23381" y="97622"/>
                </a:lnTo>
                <a:lnTo>
                  <a:pt x="23068" y="98248"/>
                </a:lnTo>
                <a:lnTo>
                  <a:pt x="22593" y="100189"/>
                </a:lnTo>
                <a:lnTo>
                  <a:pt x="22330" y="102129"/>
                </a:lnTo>
                <a:lnTo>
                  <a:pt x="21893" y="104070"/>
                </a:lnTo>
                <a:lnTo>
                  <a:pt x="21440" y="105080"/>
                </a:lnTo>
                <a:lnTo>
                  <a:pt x="21015" y="106011"/>
                </a:lnTo>
                <a:lnTo>
                  <a:pt x="20638" y="107951"/>
                </a:lnTo>
                <a:lnTo>
                  <a:pt x="20268" y="109892"/>
                </a:lnTo>
                <a:lnTo>
                  <a:pt x="19861" y="111833"/>
                </a:lnTo>
                <a:lnTo>
                  <a:pt x="19500" y="112551"/>
                </a:lnTo>
                <a:lnTo>
                  <a:pt x="18965" y="113774"/>
                </a:lnTo>
                <a:lnTo>
                  <a:pt x="18581" y="115714"/>
                </a:lnTo>
                <a:lnTo>
                  <a:pt x="18299" y="117655"/>
                </a:lnTo>
                <a:lnTo>
                  <a:pt x="17861" y="119596"/>
                </a:lnTo>
                <a:lnTo>
                  <a:pt x="17559" y="120320"/>
                </a:lnTo>
                <a:lnTo>
                  <a:pt x="17100" y="121536"/>
                </a:lnTo>
                <a:lnTo>
                  <a:pt x="16727" y="123477"/>
                </a:lnTo>
                <a:lnTo>
                  <a:pt x="16641" y="125418"/>
                </a:lnTo>
                <a:lnTo>
                  <a:pt x="16974" y="127359"/>
                </a:lnTo>
                <a:lnTo>
                  <a:pt x="17559" y="127925"/>
                </a:lnTo>
                <a:lnTo>
                  <a:pt x="19500" y="128456"/>
                </a:lnTo>
                <a:lnTo>
                  <a:pt x="21440" y="128182"/>
                </a:lnTo>
                <a:lnTo>
                  <a:pt x="22577" y="127359"/>
                </a:lnTo>
                <a:lnTo>
                  <a:pt x="23381" y="126700"/>
                </a:lnTo>
                <a:lnTo>
                  <a:pt x="25020" y="125418"/>
                </a:lnTo>
                <a:lnTo>
                  <a:pt x="25322" y="125116"/>
                </a:lnTo>
                <a:lnTo>
                  <a:pt x="27115" y="123477"/>
                </a:lnTo>
                <a:lnTo>
                  <a:pt x="27262" y="123328"/>
                </a:lnTo>
                <a:lnTo>
                  <a:pt x="28657" y="121536"/>
                </a:lnTo>
                <a:lnTo>
                  <a:pt x="29203" y="120994"/>
                </a:lnTo>
                <a:lnTo>
                  <a:pt x="30333" y="119596"/>
                </a:lnTo>
                <a:lnTo>
                  <a:pt x="31143" y="118604"/>
                </a:lnTo>
                <a:lnTo>
                  <a:pt x="31992" y="117655"/>
                </a:lnTo>
                <a:lnTo>
                  <a:pt x="33084" y="116219"/>
                </a:lnTo>
                <a:lnTo>
                  <a:pt x="33543" y="115714"/>
                </a:lnTo>
                <a:lnTo>
                  <a:pt x="34522" y="113774"/>
                </a:lnTo>
                <a:lnTo>
                  <a:pt x="35024" y="113271"/>
                </a:lnTo>
                <a:lnTo>
                  <a:pt x="36091" y="111833"/>
                </a:lnTo>
                <a:lnTo>
                  <a:pt x="36965" y="110881"/>
                </a:lnTo>
                <a:lnTo>
                  <a:pt x="38906" y="111136"/>
                </a:lnTo>
                <a:lnTo>
                  <a:pt x="39722" y="111833"/>
                </a:lnTo>
                <a:lnTo>
                  <a:pt x="40732" y="113774"/>
                </a:lnTo>
                <a:lnTo>
                  <a:pt x="39695" y="115714"/>
                </a:lnTo>
                <a:lnTo>
                  <a:pt x="38906" y="116831"/>
                </a:lnTo>
                <a:lnTo>
                  <a:pt x="38222" y="117655"/>
                </a:lnTo>
                <a:lnTo>
                  <a:pt x="37354" y="119596"/>
                </a:lnTo>
                <a:lnTo>
                  <a:pt x="36965" y="119980"/>
                </a:lnTo>
                <a:lnTo>
                  <a:pt x="35781" y="121536"/>
                </a:lnTo>
                <a:lnTo>
                  <a:pt x="35024" y="122495"/>
                </a:lnTo>
                <a:lnTo>
                  <a:pt x="34222" y="123477"/>
                </a:lnTo>
                <a:lnTo>
                  <a:pt x="33084" y="124942"/>
                </a:lnTo>
                <a:lnTo>
                  <a:pt x="32634" y="125418"/>
                </a:lnTo>
                <a:lnTo>
                  <a:pt x="31209" y="127359"/>
                </a:lnTo>
                <a:lnTo>
                  <a:pt x="31143" y="127425"/>
                </a:lnTo>
                <a:lnTo>
                  <a:pt x="29597" y="129299"/>
                </a:lnTo>
                <a:lnTo>
                  <a:pt x="29203" y="129740"/>
                </a:lnTo>
                <a:lnTo>
                  <a:pt x="27553" y="131240"/>
                </a:lnTo>
                <a:lnTo>
                  <a:pt x="27262" y="131508"/>
                </a:lnTo>
                <a:lnTo>
                  <a:pt x="25578" y="133181"/>
                </a:lnTo>
                <a:lnTo>
                  <a:pt x="25322" y="133427"/>
                </a:lnTo>
                <a:lnTo>
                  <a:pt x="23381" y="134595"/>
                </a:lnTo>
                <a:lnTo>
                  <a:pt x="22805" y="135121"/>
                </a:lnTo>
                <a:lnTo>
                  <a:pt x="21440" y="136031"/>
                </a:lnTo>
                <a:lnTo>
                  <a:pt x="19500" y="136791"/>
                </a:lnTo>
                <a:lnTo>
                  <a:pt x="19032" y="137062"/>
                </a:lnTo>
                <a:lnTo>
                  <a:pt x="17559" y="137717"/>
                </a:lnTo>
                <a:lnTo>
                  <a:pt x="15619" y="137972"/>
                </a:lnTo>
                <a:lnTo>
                  <a:pt x="13678" y="138122"/>
                </a:lnTo>
                <a:lnTo>
                  <a:pt x="11738" y="138347"/>
                </a:lnTo>
                <a:lnTo>
                  <a:pt x="9797" y="138331"/>
                </a:lnTo>
                <a:lnTo>
                  <a:pt x="7856" y="138167"/>
                </a:lnTo>
                <a:lnTo>
                  <a:pt x="5916" y="137935"/>
                </a:lnTo>
                <a:lnTo>
                  <a:pt x="4307" y="137062"/>
                </a:lnTo>
                <a:lnTo>
                  <a:pt x="3975" y="136794"/>
                </a:lnTo>
                <a:lnTo>
                  <a:pt x="2279" y="135121"/>
                </a:lnTo>
                <a:lnTo>
                  <a:pt x="2035" y="134838"/>
                </a:lnTo>
                <a:lnTo>
                  <a:pt x="1020" y="133181"/>
                </a:lnTo>
                <a:lnTo>
                  <a:pt x="753" y="131240"/>
                </a:lnTo>
                <a:lnTo>
                  <a:pt x="456" y="129299"/>
                </a:lnTo>
                <a:lnTo>
                  <a:pt x="94" y="127515"/>
                </a:lnTo>
                <a:lnTo>
                  <a:pt x="57" y="127359"/>
                </a:lnTo>
                <a:lnTo>
                  <a:pt x="0" y="125418"/>
                </a:lnTo>
                <a:lnTo>
                  <a:pt x="94" y="124951"/>
                </a:lnTo>
                <a:lnTo>
                  <a:pt x="363" y="123477"/>
                </a:lnTo>
                <a:lnTo>
                  <a:pt x="759" y="121536"/>
                </a:lnTo>
                <a:lnTo>
                  <a:pt x="1060" y="119596"/>
                </a:lnTo>
                <a:lnTo>
                  <a:pt x="1337" y="117655"/>
                </a:lnTo>
                <a:lnTo>
                  <a:pt x="2035" y="115805"/>
                </a:lnTo>
                <a:lnTo>
                  <a:pt x="2087" y="115714"/>
                </a:lnTo>
                <a:lnTo>
                  <a:pt x="2772" y="113774"/>
                </a:lnTo>
                <a:lnTo>
                  <a:pt x="3084" y="111833"/>
                </a:lnTo>
                <a:lnTo>
                  <a:pt x="3337" y="109892"/>
                </a:lnTo>
                <a:lnTo>
                  <a:pt x="3975" y="108275"/>
                </a:lnTo>
                <a:lnTo>
                  <a:pt x="4155" y="107951"/>
                </a:lnTo>
                <a:lnTo>
                  <a:pt x="4722" y="106011"/>
                </a:lnTo>
                <a:lnTo>
                  <a:pt x="5046" y="104070"/>
                </a:lnTo>
                <a:lnTo>
                  <a:pt x="5414" y="102129"/>
                </a:lnTo>
                <a:lnTo>
                  <a:pt x="5916" y="100962"/>
                </a:lnTo>
                <a:lnTo>
                  <a:pt x="6280" y="100189"/>
                </a:lnTo>
                <a:lnTo>
                  <a:pt x="6716" y="98248"/>
                </a:lnTo>
                <a:lnTo>
                  <a:pt x="7036" y="96307"/>
                </a:lnTo>
                <a:lnTo>
                  <a:pt x="7380" y="94367"/>
                </a:lnTo>
                <a:lnTo>
                  <a:pt x="7856" y="93462"/>
                </a:lnTo>
                <a:lnTo>
                  <a:pt x="8383" y="92426"/>
                </a:lnTo>
                <a:lnTo>
                  <a:pt x="8689" y="90485"/>
                </a:lnTo>
                <a:lnTo>
                  <a:pt x="9018" y="88544"/>
                </a:lnTo>
                <a:lnTo>
                  <a:pt x="9563" y="86604"/>
                </a:lnTo>
                <a:lnTo>
                  <a:pt x="9797" y="86139"/>
                </a:lnTo>
                <a:lnTo>
                  <a:pt x="10386" y="84663"/>
                </a:lnTo>
                <a:lnTo>
                  <a:pt x="10689" y="82722"/>
                </a:lnTo>
                <a:lnTo>
                  <a:pt x="11053" y="80782"/>
                </a:lnTo>
                <a:lnTo>
                  <a:pt x="11616" y="78841"/>
                </a:lnTo>
                <a:lnTo>
                  <a:pt x="11738" y="78618"/>
                </a:lnTo>
                <a:lnTo>
                  <a:pt x="12396" y="76900"/>
                </a:lnTo>
                <a:lnTo>
                  <a:pt x="12653" y="74960"/>
                </a:lnTo>
                <a:lnTo>
                  <a:pt x="13043" y="73019"/>
                </a:lnTo>
                <a:lnTo>
                  <a:pt x="13678" y="71406"/>
                </a:lnTo>
                <a:lnTo>
                  <a:pt x="13853" y="71078"/>
                </a:lnTo>
                <a:lnTo>
                  <a:pt x="14407" y="69137"/>
                </a:lnTo>
                <a:lnTo>
                  <a:pt x="14671" y="67197"/>
                </a:lnTo>
                <a:lnTo>
                  <a:pt x="15070" y="65256"/>
                </a:lnTo>
                <a:lnTo>
                  <a:pt x="15619" y="63541"/>
                </a:lnTo>
                <a:lnTo>
                  <a:pt x="15714" y="63315"/>
                </a:lnTo>
                <a:lnTo>
                  <a:pt x="16440" y="61375"/>
                </a:lnTo>
                <a:lnTo>
                  <a:pt x="16655" y="59434"/>
                </a:lnTo>
                <a:lnTo>
                  <a:pt x="17104" y="57493"/>
                </a:lnTo>
                <a:lnTo>
                  <a:pt x="17559" y="56361"/>
                </a:lnTo>
                <a:lnTo>
                  <a:pt x="17904" y="55553"/>
                </a:lnTo>
                <a:lnTo>
                  <a:pt x="18354" y="53612"/>
                </a:lnTo>
                <a:lnTo>
                  <a:pt x="18664" y="51671"/>
                </a:lnTo>
                <a:lnTo>
                  <a:pt x="19156" y="49730"/>
                </a:lnTo>
                <a:lnTo>
                  <a:pt x="19500" y="48883"/>
                </a:lnTo>
                <a:lnTo>
                  <a:pt x="19933" y="47790"/>
                </a:lnTo>
                <a:lnTo>
                  <a:pt x="20401" y="45849"/>
                </a:lnTo>
                <a:lnTo>
                  <a:pt x="20632" y="43908"/>
                </a:lnTo>
                <a:lnTo>
                  <a:pt x="21160" y="41968"/>
                </a:lnTo>
                <a:lnTo>
                  <a:pt x="21440" y="41396"/>
                </a:lnTo>
                <a:lnTo>
                  <a:pt x="22002" y="40027"/>
                </a:lnTo>
                <a:lnTo>
                  <a:pt x="22359" y="38086"/>
                </a:lnTo>
                <a:lnTo>
                  <a:pt x="22659" y="36146"/>
                </a:lnTo>
                <a:lnTo>
                  <a:pt x="23358" y="34205"/>
                </a:lnTo>
                <a:lnTo>
                  <a:pt x="23381" y="34155"/>
                </a:lnTo>
                <a:lnTo>
                  <a:pt x="23977" y="32264"/>
                </a:lnTo>
                <a:lnTo>
                  <a:pt x="24347" y="30323"/>
                </a:lnTo>
                <a:lnTo>
                  <a:pt x="24656" y="28383"/>
                </a:lnTo>
                <a:lnTo>
                  <a:pt x="25322" y="26842"/>
                </a:lnTo>
                <a:lnTo>
                  <a:pt x="25544" y="26442"/>
                </a:lnTo>
                <a:lnTo>
                  <a:pt x="26078" y="24501"/>
                </a:lnTo>
                <a:lnTo>
                  <a:pt x="26340" y="22561"/>
                </a:lnTo>
                <a:lnTo>
                  <a:pt x="26724" y="20620"/>
                </a:lnTo>
                <a:lnTo>
                  <a:pt x="27262" y="19331"/>
                </a:lnTo>
                <a:lnTo>
                  <a:pt x="27577" y="18679"/>
                </a:lnTo>
                <a:lnTo>
                  <a:pt x="28008" y="16739"/>
                </a:lnTo>
                <a:lnTo>
                  <a:pt x="28260" y="14798"/>
                </a:lnTo>
                <a:lnTo>
                  <a:pt x="28288" y="12857"/>
                </a:lnTo>
                <a:lnTo>
                  <a:pt x="27262" y="11704"/>
                </a:lnTo>
                <a:lnTo>
                  <a:pt x="26081" y="10916"/>
                </a:lnTo>
                <a:lnTo>
                  <a:pt x="25322" y="10313"/>
                </a:lnTo>
                <a:lnTo>
                  <a:pt x="23381" y="9926"/>
                </a:lnTo>
                <a:lnTo>
                  <a:pt x="21440" y="9807"/>
                </a:lnTo>
                <a:lnTo>
                  <a:pt x="19500" y="9645"/>
                </a:lnTo>
                <a:lnTo>
                  <a:pt x="17559" y="9648"/>
                </a:lnTo>
                <a:lnTo>
                  <a:pt x="15619" y="8984"/>
                </a:lnTo>
                <a:lnTo>
                  <a:pt x="15611" y="8976"/>
                </a:lnTo>
                <a:lnTo>
                  <a:pt x="15350" y="7035"/>
                </a:lnTo>
                <a:lnTo>
                  <a:pt x="15619" y="6206"/>
                </a:lnTo>
                <a:lnTo>
                  <a:pt x="16370" y="5094"/>
                </a:lnTo>
                <a:lnTo>
                  <a:pt x="17559" y="4601"/>
                </a:lnTo>
                <a:lnTo>
                  <a:pt x="19500" y="4385"/>
                </a:lnTo>
                <a:lnTo>
                  <a:pt x="21440" y="4176"/>
                </a:lnTo>
                <a:lnTo>
                  <a:pt x="23381" y="4100"/>
                </a:lnTo>
                <a:lnTo>
                  <a:pt x="25322" y="3840"/>
                </a:lnTo>
                <a:lnTo>
                  <a:pt x="27262" y="3521"/>
                </a:lnTo>
                <a:lnTo>
                  <a:pt x="29203" y="3176"/>
                </a:lnTo>
                <a:lnTo>
                  <a:pt x="29257" y="3154"/>
                </a:lnTo>
                <a:lnTo>
                  <a:pt x="31143" y="2588"/>
                </a:lnTo>
                <a:lnTo>
                  <a:pt x="33084" y="2287"/>
                </a:lnTo>
                <a:lnTo>
                  <a:pt x="35024" y="2151"/>
                </a:lnTo>
                <a:lnTo>
                  <a:pt x="36965" y="1787"/>
                </a:lnTo>
                <a:lnTo>
                  <a:pt x="38906" y="1338"/>
                </a:lnTo>
                <a:lnTo>
                  <a:pt x="39181" y="12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fog-math-12-glyph-7">
            <a:extLst xmlns:a="http://schemas.openxmlformats.org/drawingml/2006/main">
              <a:ext uri="{FF2B5EF4-FFF2-40B4-BE49-F238E27FC236}">
                <a16:creationId xmlns:a16="http://schemas.microsoft.com/office/drawing/2014/main" id="{D55DC122-B821-4127-96D0-14F8C381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8316" y="1503571"/>
            <a:ext cx="20245" cy="21898"/>
          </a:xfrm>
          <a:custGeom xmlns:a="http://schemas.openxmlformats.org/drawingml/2006/main">
            <a:pathLst>
              <a:path w="20245" h="21898">
                <a:moveTo>
                  <a:pt x="4782" y="1390"/>
                </a:moveTo>
                <a:lnTo>
                  <a:pt x="5752" y="585"/>
                </a:lnTo>
                <a:lnTo>
                  <a:pt x="7693" y="296"/>
                </a:lnTo>
                <a:lnTo>
                  <a:pt x="9634" y="0"/>
                </a:lnTo>
                <a:lnTo>
                  <a:pt x="11574" y="200"/>
                </a:lnTo>
                <a:lnTo>
                  <a:pt x="13515" y="450"/>
                </a:lnTo>
                <a:lnTo>
                  <a:pt x="15186" y="1390"/>
                </a:lnTo>
                <a:lnTo>
                  <a:pt x="15455" y="1650"/>
                </a:lnTo>
                <a:lnTo>
                  <a:pt x="17051" y="3331"/>
                </a:lnTo>
                <a:lnTo>
                  <a:pt x="17396" y="3676"/>
                </a:lnTo>
                <a:lnTo>
                  <a:pt x="18620" y="5272"/>
                </a:lnTo>
                <a:lnTo>
                  <a:pt x="19329" y="7213"/>
                </a:lnTo>
                <a:lnTo>
                  <a:pt x="19336" y="7223"/>
                </a:lnTo>
                <a:lnTo>
                  <a:pt x="20152" y="9153"/>
                </a:lnTo>
                <a:lnTo>
                  <a:pt x="20197" y="11094"/>
                </a:lnTo>
                <a:lnTo>
                  <a:pt x="20245" y="13035"/>
                </a:lnTo>
                <a:lnTo>
                  <a:pt x="19844" y="14975"/>
                </a:lnTo>
                <a:lnTo>
                  <a:pt x="19336" y="15814"/>
                </a:lnTo>
                <a:lnTo>
                  <a:pt x="18669" y="16916"/>
                </a:lnTo>
                <a:lnTo>
                  <a:pt x="17807" y="18857"/>
                </a:lnTo>
                <a:lnTo>
                  <a:pt x="17396" y="19261"/>
                </a:lnTo>
                <a:lnTo>
                  <a:pt x="15455" y="20233"/>
                </a:lnTo>
                <a:lnTo>
                  <a:pt x="14722" y="20797"/>
                </a:lnTo>
                <a:lnTo>
                  <a:pt x="13515" y="21559"/>
                </a:lnTo>
                <a:lnTo>
                  <a:pt x="11574" y="21795"/>
                </a:lnTo>
                <a:lnTo>
                  <a:pt x="9634" y="21898"/>
                </a:lnTo>
                <a:lnTo>
                  <a:pt x="7693" y="21820"/>
                </a:lnTo>
                <a:lnTo>
                  <a:pt x="5752" y="21408"/>
                </a:lnTo>
                <a:lnTo>
                  <a:pt x="4918" y="20797"/>
                </a:lnTo>
                <a:lnTo>
                  <a:pt x="3812" y="20022"/>
                </a:lnTo>
                <a:lnTo>
                  <a:pt x="2563" y="18857"/>
                </a:lnTo>
                <a:lnTo>
                  <a:pt x="1871" y="18065"/>
                </a:lnTo>
                <a:lnTo>
                  <a:pt x="1050" y="16916"/>
                </a:lnTo>
                <a:lnTo>
                  <a:pt x="606" y="14975"/>
                </a:lnTo>
                <a:lnTo>
                  <a:pt x="265" y="13035"/>
                </a:lnTo>
                <a:lnTo>
                  <a:pt x="0" y="11094"/>
                </a:lnTo>
                <a:lnTo>
                  <a:pt x="173" y="9153"/>
                </a:lnTo>
                <a:lnTo>
                  <a:pt x="646" y="7213"/>
                </a:lnTo>
                <a:lnTo>
                  <a:pt x="1126" y="5272"/>
                </a:lnTo>
                <a:lnTo>
                  <a:pt x="1871" y="4208"/>
                </a:lnTo>
                <a:lnTo>
                  <a:pt x="2530" y="3331"/>
                </a:lnTo>
                <a:lnTo>
                  <a:pt x="3812" y="2196"/>
                </a:lnTo>
                <a:lnTo>
                  <a:pt x="4782" y="1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fog-math-12-glyph-8">
            <a:extLst xmlns:a="http://schemas.openxmlformats.org/drawingml/2006/main">
              <a:ext uri="{FF2B5EF4-FFF2-40B4-BE49-F238E27FC236}">
                <a16:creationId xmlns:a16="http://schemas.microsoft.com/office/drawing/2014/main" id="{52D1D44A-67F5-4720-A59E-D2B4AE06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8997" y="1511442"/>
            <a:ext cx="166053" cy="19645"/>
          </a:xfrm>
          <a:custGeom xmlns:a="http://schemas.openxmlformats.org/drawingml/2006/main">
            <a:pathLst>
              <a:path w="166053" h="19645">
                <a:moveTo>
                  <a:pt x="71" y="1282"/>
                </a:moveTo>
                <a:lnTo>
                  <a:pt x="365" y="896"/>
                </a:lnTo>
                <a:lnTo>
                  <a:pt x="2305" y="11"/>
                </a:lnTo>
                <a:lnTo>
                  <a:pt x="4246" y="72"/>
                </a:lnTo>
                <a:lnTo>
                  <a:pt x="6186" y="32"/>
                </a:lnTo>
                <a:lnTo>
                  <a:pt x="8127" y="81"/>
                </a:lnTo>
                <a:lnTo>
                  <a:pt x="10068" y="30"/>
                </a:lnTo>
                <a:lnTo>
                  <a:pt x="12008" y="57"/>
                </a:lnTo>
                <a:lnTo>
                  <a:pt x="13949" y="57"/>
                </a:lnTo>
                <a:lnTo>
                  <a:pt x="15889" y="57"/>
                </a:lnTo>
                <a:lnTo>
                  <a:pt x="17830" y="57"/>
                </a:lnTo>
                <a:lnTo>
                  <a:pt x="19770" y="57"/>
                </a:lnTo>
                <a:lnTo>
                  <a:pt x="21711" y="57"/>
                </a:lnTo>
                <a:lnTo>
                  <a:pt x="23652" y="57"/>
                </a:lnTo>
                <a:lnTo>
                  <a:pt x="25592" y="57"/>
                </a:lnTo>
                <a:lnTo>
                  <a:pt x="27533" y="57"/>
                </a:lnTo>
                <a:lnTo>
                  <a:pt x="29473" y="57"/>
                </a:lnTo>
                <a:lnTo>
                  <a:pt x="31414" y="57"/>
                </a:lnTo>
                <a:lnTo>
                  <a:pt x="33354" y="57"/>
                </a:lnTo>
                <a:lnTo>
                  <a:pt x="35295" y="57"/>
                </a:lnTo>
                <a:lnTo>
                  <a:pt x="37236" y="57"/>
                </a:lnTo>
                <a:lnTo>
                  <a:pt x="39176" y="57"/>
                </a:lnTo>
                <a:lnTo>
                  <a:pt x="41117" y="57"/>
                </a:lnTo>
                <a:lnTo>
                  <a:pt x="43057" y="57"/>
                </a:lnTo>
                <a:lnTo>
                  <a:pt x="44998" y="57"/>
                </a:lnTo>
                <a:lnTo>
                  <a:pt x="46938" y="57"/>
                </a:lnTo>
                <a:lnTo>
                  <a:pt x="48879" y="57"/>
                </a:lnTo>
                <a:lnTo>
                  <a:pt x="50820" y="57"/>
                </a:lnTo>
                <a:lnTo>
                  <a:pt x="52760" y="57"/>
                </a:lnTo>
                <a:lnTo>
                  <a:pt x="54701" y="57"/>
                </a:lnTo>
                <a:lnTo>
                  <a:pt x="56641" y="57"/>
                </a:lnTo>
                <a:lnTo>
                  <a:pt x="58582" y="57"/>
                </a:lnTo>
                <a:lnTo>
                  <a:pt x="60522" y="57"/>
                </a:lnTo>
                <a:lnTo>
                  <a:pt x="62463" y="57"/>
                </a:lnTo>
                <a:lnTo>
                  <a:pt x="64404" y="57"/>
                </a:lnTo>
                <a:lnTo>
                  <a:pt x="66344" y="57"/>
                </a:lnTo>
                <a:lnTo>
                  <a:pt x="68285" y="57"/>
                </a:lnTo>
                <a:lnTo>
                  <a:pt x="70225" y="57"/>
                </a:lnTo>
                <a:lnTo>
                  <a:pt x="72166" y="57"/>
                </a:lnTo>
                <a:lnTo>
                  <a:pt x="74106" y="57"/>
                </a:lnTo>
                <a:lnTo>
                  <a:pt x="76047" y="57"/>
                </a:lnTo>
                <a:lnTo>
                  <a:pt x="77988" y="57"/>
                </a:lnTo>
                <a:lnTo>
                  <a:pt x="79928" y="57"/>
                </a:lnTo>
                <a:lnTo>
                  <a:pt x="81869" y="57"/>
                </a:lnTo>
                <a:lnTo>
                  <a:pt x="83809" y="57"/>
                </a:lnTo>
                <a:lnTo>
                  <a:pt x="85750" y="57"/>
                </a:lnTo>
                <a:lnTo>
                  <a:pt x="87690" y="57"/>
                </a:lnTo>
                <a:lnTo>
                  <a:pt x="89631" y="57"/>
                </a:lnTo>
                <a:lnTo>
                  <a:pt x="91572" y="57"/>
                </a:lnTo>
                <a:lnTo>
                  <a:pt x="93512" y="57"/>
                </a:lnTo>
                <a:lnTo>
                  <a:pt x="95453" y="57"/>
                </a:lnTo>
                <a:lnTo>
                  <a:pt x="97393" y="57"/>
                </a:lnTo>
                <a:lnTo>
                  <a:pt x="99334" y="57"/>
                </a:lnTo>
                <a:lnTo>
                  <a:pt x="101275" y="57"/>
                </a:lnTo>
                <a:lnTo>
                  <a:pt x="103215" y="57"/>
                </a:lnTo>
                <a:lnTo>
                  <a:pt x="105156" y="57"/>
                </a:lnTo>
                <a:lnTo>
                  <a:pt x="107096" y="57"/>
                </a:lnTo>
                <a:lnTo>
                  <a:pt x="109037" y="57"/>
                </a:lnTo>
                <a:lnTo>
                  <a:pt x="110977" y="57"/>
                </a:lnTo>
                <a:lnTo>
                  <a:pt x="112918" y="57"/>
                </a:lnTo>
                <a:lnTo>
                  <a:pt x="114859" y="57"/>
                </a:lnTo>
                <a:lnTo>
                  <a:pt x="116799" y="57"/>
                </a:lnTo>
                <a:lnTo>
                  <a:pt x="118740" y="57"/>
                </a:lnTo>
                <a:lnTo>
                  <a:pt x="120680" y="57"/>
                </a:lnTo>
                <a:lnTo>
                  <a:pt x="122621" y="57"/>
                </a:lnTo>
                <a:lnTo>
                  <a:pt x="124561" y="57"/>
                </a:lnTo>
                <a:lnTo>
                  <a:pt x="126502" y="57"/>
                </a:lnTo>
                <a:lnTo>
                  <a:pt x="128443" y="57"/>
                </a:lnTo>
                <a:lnTo>
                  <a:pt x="130383" y="57"/>
                </a:lnTo>
                <a:lnTo>
                  <a:pt x="132324" y="57"/>
                </a:lnTo>
                <a:lnTo>
                  <a:pt x="134264" y="57"/>
                </a:lnTo>
                <a:lnTo>
                  <a:pt x="136205" y="57"/>
                </a:lnTo>
                <a:lnTo>
                  <a:pt x="138145" y="57"/>
                </a:lnTo>
                <a:lnTo>
                  <a:pt x="140086" y="57"/>
                </a:lnTo>
                <a:lnTo>
                  <a:pt x="142027" y="57"/>
                </a:lnTo>
                <a:lnTo>
                  <a:pt x="143967" y="57"/>
                </a:lnTo>
                <a:lnTo>
                  <a:pt x="145908" y="57"/>
                </a:lnTo>
                <a:lnTo>
                  <a:pt x="147848" y="57"/>
                </a:lnTo>
                <a:lnTo>
                  <a:pt x="149789" y="57"/>
                </a:lnTo>
                <a:lnTo>
                  <a:pt x="151729" y="32"/>
                </a:lnTo>
                <a:lnTo>
                  <a:pt x="153670" y="86"/>
                </a:lnTo>
                <a:lnTo>
                  <a:pt x="155611" y="39"/>
                </a:lnTo>
                <a:lnTo>
                  <a:pt x="157551" y="42"/>
                </a:lnTo>
                <a:lnTo>
                  <a:pt x="159492" y="84"/>
                </a:lnTo>
                <a:lnTo>
                  <a:pt x="161432" y="0"/>
                </a:lnTo>
                <a:lnTo>
                  <a:pt x="163373" y="92"/>
                </a:lnTo>
                <a:lnTo>
                  <a:pt x="165313" y="592"/>
                </a:lnTo>
                <a:lnTo>
                  <a:pt x="165945" y="1282"/>
                </a:lnTo>
                <a:lnTo>
                  <a:pt x="166053" y="3223"/>
                </a:lnTo>
                <a:lnTo>
                  <a:pt x="166053" y="5163"/>
                </a:lnTo>
                <a:lnTo>
                  <a:pt x="166053" y="7104"/>
                </a:lnTo>
                <a:lnTo>
                  <a:pt x="166053" y="9045"/>
                </a:lnTo>
                <a:lnTo>
                  <a:pt x="166053" y="10986"/>
                </a:lnTo>
                <a:lnTo>
                  <a:pt x="166053" y="12926"/>
                </a:lnTo>
                <a:lnTo>
                  <a:pt x="166053" y="14867"/>
                </a:lnTo>
                <a:lnTo>
                  <a:pt x="166053" y="16808"/>
                </a:lnTo>
                <a:lnTo>
                  <a:pt x="165992" y="18748"/>
                </a:lnTo>
                <a:lnTo>
                  <a:pt x="165313" y="19427"/>
                </a:lnTo>
                <a:lnTo>
                  <a:pt x="163373" y="19547"/>
                </a:lnTo>
                <a:lnTo>
                  <a:pt x="161432" y="19645"/>
                </a:lnTo>
                <a:lnTo>
                  <a:pt x="159492" y="19629"/>
                </a:lnTo>
                <a:lnTo>
                  <a:pt x="157551" y="19593"/>
                </a:lnTo>
                <a:lnTo>
                  <a:pt x="155611" y="19609"/>
                </a:lnTo>
                <a:lnTo>
                  <a:pt x="153670" y="19619"/>
                </a:lnTo>
                <a:lnTo>
                  <a:pt x="151729" y="19599"/>
                </a:lnTo>
                <a:lnTo>
                  <a:pt x="149789" y="19612"/>
                </a:lnTo>
                <a:lnTo>
                  <a:pt x="147848" y="19612"/>
                </a:lnTo>
                <a:lnTo>
                  <a:pt x="145908" y="19612"/>
                </a:lnTo>
                <a:lnTo>
                  <a:pt x="143967" y="19612"/>
                </a:lnTo>
                <a:lnTo>
                  <a:pt x="142027" y="19612"/>
                </a:lnTo>
                <a:lnTo>
                  <a:pt x="140086" y="19612"/>
                </a:lnTo>
                <a:lnTo>
                  <a:pt x="138145" y="19612"/>
                </a:lnTo>
                <a:lnTo>
                  <a:pt x="136205" y="19612"/>
                </a:lnTo>
                <a:lnTo>
                  <a:pt x="134264" y="19612"/>
                </a:lnTo>
                <a:lnTo>
                  <a:pt x="132324" y="19612"/>
                </a:lnTo>
                <a:lnTo>
                  <a:pt x="130383" y="19612"/>
                </a:lnTo>
                <a:lnTo>
                  <a:pt x="128443" y="19612"/>
                </a:lnTo>
                <a:lnTo>
                  <a:pt x="126502" y="19612"/>
                </a:lnTo>
                <a:lnTo>
                  <a:pt x="124561" y="19612"/>
                </a:lnTo>
                <a:lnTo>
                  <a:pt x="122621" y="19612"/>
                </a:lnTo>
                <a:lnTo>
                  <a:pt x="120680" y="19612"/>
                </a:lnTo>
                <a:lnTo>
                  <a:pt x="118740" y="19612"/>
                </a:lnTo>
                <a:lnTo>
                  <a:pt x="116799" y="19612"/>
                </a:lnTo>
                <a:lnTo>
                  <a:pt x="114859" y="19612"/>
                </a:lnTo>
                <a:lnTo>
                  <a:pt x="112918" y="19612"/>
                </a:lnTo>
                <a:lnTo>
                  <a:pt x="110977" y="19612"/>
                </a:lnTo>
                <a:lnTo>
                  <a:pt x="109037" y="19612"/>
                </a:lnTo>
                <a:lnTo>
                  <a:pt x="107096" y="19612"/>
                </a:lnTo>
                <a:lnTo>
                  <a:pt x="105156" y="19612"/>
                </a:lnTo>
                <a:lnTo>
                  <a:pt x="103215" y="19612"/>
                </a:lnTo>
                <a:lnTo>
                  <a:pt x="101275" y="19612"/>
                </a:lnTo>
                <a:lnTo>
                  <a:pt x="99334" y="19612"/>
                </a:lnTo>
                <a:lnTo>
                  <a:pt x="97393" y="19612"/>
                </a:lnTo>
                <a:lnTo>
                  <a:pt x="95453" y="19612"/>
                </a:lnTo>
                <a:lnTo>
                  <a:pt x="93512" y="19612"/>
                </a:lnTo>
                <a:lnTo>
                  <a:pt x="91572" y="19612"/>
                </a:lnTo>
                <a:lnTo>
                  <a:pt x="89631" y="19612"/>
                </a:lnTo>
                <a:lnTo>
                  <a:pt x="87690" y="19612"/>
                </a:lnTo>
                <a:lnTo>
                  <a:pt x="85750" y="19612"/>
                </a:lnTo>
                <a:lnTo>
                  <a:pt x="83809" y="19612"/>
                </a:lnTo>
                <a:lnTo>
                  <a:pt x="81869" y="19612"/>
                </a:lnTo>
                <a:lnTo>
                  <a:pt x="79928" y="19612"/>
                </a:lnTo>
                <a:lnTo>
                  <a:pt x="77988" y="19612"/>
                </a:lnTo>
                <a:lnTo>
                  <a:pt x="76047" y="19612"/>
                </a:lnTo>
                <a:lnTo>
                  <a:pt x="74106" y="19612"/>
                </a:lnTo>
                <a:lnTo>
                  <a:pt x="72166" y="19612"/>
                </a:lnTo>
                <a:lnTo>
                  <a:pt x="70225" y="19612"/>
                </a:lnTo>
                <a:lnTo>
                  <a:pt x="68285" y="19612"/>
                </a:lnTo>
                <a:lnTo>
                  <a:pt x="66344" y="19612"/>
                </a:lnTo>
                <a:lnTo>
                  <a:pt x="64404" y="19612"/>
                </a:lnTo>
                <a:lnTo>
                  <a:pt x="62463" y="19612"/>
                </a:lnTo>
                <a:lnTo>
                  <a:pt x="60522" y="19612"/>
                </a:lnTo>
                <a:lnTo>
                  <a:pt x="58582" y="19612"/>
                </a:lnTo>
                <a:lnTo>
                  <a:pt x="56641" y="19612"/>
                </a:lnTo>
                <a:lnTo>
                  <a:pt x="54701" y="19612"/>
                </a:lnTo>
                <a:lnTo>
                  <a:pt x="52760" y="19612"/>
                </a:lnTo>
                <a:lnTo>
                  <a:pt x="50820" y="19612"/>
                </a:lnTo>
                <a:lnTo>
                  <a:pt x="48879" y="19612"/>
                </a:lnTo>
                <a:lnTo>
                  <a:pt x="46938" y="19612"/>
                </a:lnTo>
                <a:lnTo>
                  <a:pt x="44998" y="19612"/>
                </a:lnTo>
                <a:lnTo>
                  <a:pt x="43057" y="19612"/>
                </a:lnTo>
                <a:lnTo>
                  <a:pt x="41117" y="19612"/>
                </a:lnTo>
                <a:lnTo>
                  <a:pt x="39176" y="19612"/>
                </a:lnTo>
                <a:lnTo>
                  <a:pt x="37236" y="19612"/>
                </a:lnTo>
                <a:lnTo>
                  <a:pt x="35295" y="19612"/>
                </a:lnTo>
                <a:lnTo>
                  <a:pt x="33354" y="19612"/>
                </a:lnTo>
                <a:lnTo>
                  <a:pt x="31414" y="19612"/>
                </a:lnTo>
                <a:lnTo>
                  <a:pt x="29473" y="19612"/>
                </a:lnTo>
                <a:lnTo>
                  <a:pt x="27533" y="19612"/>
                </a:lnTo>
                <a:lnTo>
                  <a:pt x="25592" y="19612"/>
                </a:lnTo>
                <a:lnTo>
                  <a:pt x="23652" y="19612"/>
                </a:lnTo>
                <a:lnTo>
                  <a:pt x="21711" y="19612"/>
                </a:lnTo>
                <a:lnTo>
                  <a:pt x="19770" y="19612"/>
                </a:lnTo>
                <a:lnTo>
                  <a:pt x="17830" y="19612"/>
                </a:lnTo>
                <a:lnTo>
                  <a:pt x="15889" y="19612"/>
                </a:lnTo>
                <a:lnTo>
                  <a:pt x="13949" y="19612"/>
                </a:lnTo>
                <a:lnTo>
                  <a:pt x="12008" y="19612"/>
                </a:lnTo>
                <a:lnTo>
                  <a:pt x="10068" y="19594"/>
                </a:lnTo>
                <a:lnTo>
                  <a:pt x="8127" y="19644"/>
                </a:lnTo>
                <a:lnTo>
                  <a:pt x="6186" y="19579"/>
                </a:lnTo>
                <a:lnTo>
                  <a:pt x="4246" y="19645"/>
                </a:lnTo>
                <a:lnTo>
                  <a:pt x="2305" y="19626"/>
                </a:lnTo>
                <a:lnTo>
                  <a:pt x="653" y="18748"/>
                </a:lnTo>
                <a:lnTo>
                  <a:pt x="365" y="18052"/>
                </a:lnTo>
                <a:lnTo>
                  <a:pt x="0" y="16808"/>
                </a:lnTo>
                <a:lnTo>
                  <a:pt x="0" y="14867"/>
                </a:lnTo>
                <a:lnTo>
                  <a:pt x="0" y="12926"/>
                </a:lnTo>
                <a:lnTo>
                  <a:pt x="0" y="10986"/>
                </a:lnTo>
                <a:lnTo>
                  <a:pt x="0" y="9045"/>
                </a:lnTo>
                <a:lnTo>
                  <a:pt x="0" y="7104"/>
                </a:lnTo>
                <a:lnTo>
                  <a:pt x="0" y="5163"/>
                </a:lnTo>
                <a:lnTo>
                  <a:pt x="0" y="3223"/>
                </a:lnTo>
                <a:lnTo>
                  <a:pt x="71" y="12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og-math-12-glyph-9">
            <a:extLst xmlns:a="http://schemas.openxmlformats.org/drawingml/2006/main">
              <a:ext uri="{FF2B5EF4-FFF2-40B4-BE49-F238E27FC236}">
                <a16:creationId xmlns:a16="http://schemas.microsoft.com/office/drawing/2014/main" id="{5E0DB9E0-87E2-4746-95E6-8727A2AA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7120" y="1545294"/>
            <a:ext cx="70156" cy="91628"/>
          </a:xfrm>
          <a:custGeom xmlns:a="http://schemas.openxmlformats.org/drawingml/2006/main">
            <a:pathLst>
              <a:path w="70156" h="91628">
                <a:moveTo>
                  <a:pt x="41717" y="423"/>
                </a:moveTo>
                <a:lnTo>
                  <a:pt x="42000" y="371"/>
                </a:lnTo>
                <a:lnTo>
                  <a:pt x="42339" y="423"/>
                </a:lnTo>
                <a:lnTo>
                  <a:pt x="43940" y="645"/>
                </a:lnTo>
                <a:lnTo>
                  <a:pt x="45881" y="705"/>
                </a:lnTo>
                <a:lnTo>
                  <a:pt x="47821" y="1000"/>
                </a:lnTo>
                <a:lnTo>
                  <a:pt x="49762" y="1301"/>
                </a:lnTo>
                <a:lnTo>
                  <a:pt x="51702" y="1508"/>
                </a:lnTo>
                <a:lnTo>
                  <a:pt x="53643" y="2109"/>
                </a:lnTo>
                <a:lnTo>
                  <a:pt x="54308" y="2363"/>
                </a:lnTo>
                <a:lnTo>
                  <a:pt x="55584" y="2811"/>
                </a:lnTo>
                <a:lnTo>
                  <a:pt x="57524" y="3238"/>
                </a:lnTo>
                <a:lnTo>
                  <a:pt x="59465" y="3416"/>
                </a:lnTo>
                <a:lnTo>
                  <a:pt x="61405" y="3407"/>
                </a:lnTo>
                <a:lnTo>
                  <a:pt x="63346" y="3246"/>
                </a:lnTo>
                <a:lnTo>
                  <a:pt x="64346" y="2363"/>
                </a:lnTo>
                <a:lnTo>
                  <a:pt x="65286" y="1408"/>
                </a:lnTo>
                <a:lnTo>
                  <a:pt x="66709" y="423"/>
                </a:lnTo>
                <a:lnTo>
                  <a:pt x="67227" y="0"/>
                </a:lnTo>
                <a:lnTo>
                  <a:pt x="69168" y="58"/>
                </a:lnTo>
                <a:lnTo>
                  <a:pt x="69560" y="423"/>
                </a:lnTo>
                <a:lnTo>
                  <a:pt x="70156" y="2363"/>
                </a:lnTo>
                <a:lnTo>
                  <a:pt x="69947" y="4304"/>
                </a:lnTo>
                <a:lnTo>
                  <a:pt x="69881" y="6245"/>
                </a:lnTo>
                <a:lnTo>
                  <a:pt x="69448" y="8185"/>
                </a:lnTo>
                <a:lnTo>
                  <a:pt x="69168" y="9055"/>
                </a:lnTo>
                <a:lnTo>
                  <a:pt x="68834" y="10126"/>
                </a:lnTo>
                <a:lnTo>
                  <a:pt x="68666" y="12067"/>
                </a:lnTo>
                <a:lnTo>
                  <a:pt x="68354" y="14008"/>
                </a:lnTo>
                <a:lnTo>
                  <a:pt x="68221" y="15948"/>
                </a:lnTo>
                <a:lnTo>
                  <a:pt x="68017" y="17889"/>
                </a:lnTo>
                <a:lnTo>
                  <a:pt x="67901" y="19830"/>
                </a:lnTo>
                <a:lnTo>
                  <a:pt x="67378" y="21770"/>
                </a:lnTo>
                <a:lnTo>
                  <a:pt x="67227" y="22428"/>
                </a:lnTo>
                <a:lnTo>
                  <a:pt x="66949" y="23711"/>
                </a:lnTo>
                <a:lnTo>
                  <a:pt x="66684" y="25652"/>
                </a:lnTo>
                <a:lnTo>
                  <a:pt x="66488" y="27592"/>
                </a:lnTo>
                <a:lnTo>
                  <a:pt x="65286" y="28927"/>
                </a:lnTo>
                <a:lnTo>
                  <a:pt x="63346" y="28972"/>
                </a:lnTo>
                <a:lnTo>
                  <a:pt x="61935" y="27592"/>
                </a:lnTo>
                <a:lnTo>
                  <a:pt x="61413" y="25652"/>
                </a:lnTo>
                <a:lnTo>
                  <a:pt x="61405" y="25634"/>
                </a:lnTo>
                <a:lnTo>
                  <a:pt x="60817" y="23711"/>
                </a:lnTo>
                <a:lnTo>
                  <a:pt x="60574" y="21770"/>
                </a:lnTo>
                <a:lnTo>
                  <a:pt x="60221" y="19830"/>
                </a:lnTo>
                <a:lnTo>
                  <a:pt x="59519" y="17889"/>
                </a:lnTo>
                <a:lnTo>
                  <a:pt x="59465" y="17824"/>
                </a:lnTo>
                <a:lnTo>
                  <a:pt x="58581" y="15948"/>
                </a:lnTo>
                <a:lnTo>
                  <a:pt x="57790" y="14008"/>
                </a:lnTo>
                <a:lnTo>
                  <a:pt x="57524" y="13744"/>
                </a:lnTo>
                <a:lnTo>
                  <a:pt x="56492" y="12067"/>
                </a:lnTo>
                <a:lnTo>
                  <a:pt x="55584" y="11137"/>
                </a:lnTo>
                <a:lnTo>
                  <a:pt x="54322" y="10126"/>
                </a:lnTo>
                <a:lnTo>
                  <a:pt x="53643" y="9444"/>
                </a:lnTo>
                <a:lnTo>
                  <a:pt x="51884" y="8185"/>
                </a:lnTo>
                <a:lnTo>
                  <a:pt x="51702" y="8021"/>
                </a:lnTo>
                <a:lnTo>
                  <a:pt x="49762" y="7145"/>
                </a:lnTo>
                <a:lnTo>
                  <a:pt x="47821" y="6967"/>
                </a:lnTo>
                <a:lnTo>
                  <a:pt x="45881" y="6596"/>
                </a:lnTo>
                <a:lnTo>
                  <a:pt x="43940" y="6536"/>
                </a:lnTo>
                <a:lnTo>
                  <a:pt x="42000" y="6883"/>
                </a:lnTo>
                <a:lnTo>
                  <a:pt x="40059" y="7234"/>
                </a:lnTo>
                <a:lnTo>
                  <a:pt x="38316" y="8185"/>
                </a:lnTo>
                <a:lnTo>
                  <a:pt x="38118" y="8348"/>
                </a:lnTo>
                <a:lnTo>
                  <a:pt x="36415" y="10126"/>
                </a:lnTo>
                <a:lnTo>
                  <a:pt x="36178" y="10383"/>
                </a:lnTo>
                <a:lnTo>
                  <a:pt x="35110" y="12067"/>
                </a:lnTo>
                <a:lnTo>
                  <a:pt x="34506" y="14008"/>
                </a:lnTo>
                <a:lnTo>
                  <a:pt x="34237" y="14803"/>
                </a:lnTo>
                <a:lnTo>
                  <a:pt x="33873" y="15948"/>
                </a:lnTo>
                <a:lnTo>
                  <a:pt x="33874" y="17889"/>
                </a:lnTo>
                <a:lnTo>
                  <a:pt x="34237" y="18978"/>
                </a:lnTo>
                <a:lnTo>
                  <a:pt x="34517" y="19830"/>
                </a:lnTo>
                <a:lnTo>
                  <a:pt x="35041" y="21770"/>
                </a:lnTo>
                <a:lnTo>
                  <a:pt x="35605" y="23711"/>
                </a:lnTo>
                <a:lnTo>
                  <a:pt x="36178" y="24602"/>
                </a:lnTo>
                <a:lnTo>
                  <a:pt x="36830" y="25652"/>
                </a:lnTo>
                <a:lnTo>
                  <a:pt x="37833" y="27592"/>
                </a:lnTo>
                <a:lnTo>
                  <a:pt x="38118" y="27934"/>
                </a:lnTo>
                <a:lnTo>
                  <a:pt x="39084" y="29533"/>
                </a:lnTo>
                <a:lnTo>
                  <a:pt x="40059" y="30734"/>
                </a:lnTo>
                <a:lnTo>
                  <a:pt x="40718" y="31474"/>
                </a:lnTo>
                <a:lnTo>
                  <a:pt x="42000" y="33183"/>
                </a:lnTo>
                <a:lnTo>
                  <a:pt x="42222" y="33415"/>
                </a:lnTo>
                <a:lnTo>
                  <a:pt x="43441" y="35355"/>
                </a:lnTo>
                <a:lnTo>
                  <a:pt x="43940" y="35858"/>
                </a:lnTo>
                <a:lnTo>
                  <a:pt x="45048" y="37296"/>
                </a:lnTo>
                <a:lnTo>
                  <a:pt x="45881" y="38321"/>
                </a:lnTo>
                <a:lnTo>
                  <a:pt x="46734" y="39237"/>
                </a:lnTo>
                <a:lnTo>
                  <a:pt x="47821" y="40489"/>
                </a:lnTo>
                <a:lnTo>
                  <a:pt x="48432" y="41177"/>
                </a:lnTo>
                <a:lnTo>
                  <a:pt x="49516" y="43118"/>
                </a:lnTo>
                <a:lnTo>
                  <a:pt x="49762" y="43364"/>
                </a:lnTo>
                <a:lnTo>
                  <a:pt x="50981" y="45059"/>
                </a:lnTo>
                <a:lnTo>
                  <a:pt x="51702" y="46010"/>
                </a:lnTo>
                <a:lnTo>
                  <a:pt x="52442" y="46999"/>
                </a:lnTo>
                <a:lnTo>
                  <a:pt x="53467" y="48940"/>
                </a:lnTo>
                <a:lnTo>
                  <a:pt x="53643" y="49159"/>
                </a:lnTo>
                <a:lnTo>
                  <a:pt x="54604" y="50881"/>
                </a:lnTo>
                <a:lnTo>
                  <a:pt x="55338" y="52822"/>
                </a:lnTo>
                <a:lnTo>
                  <a:pt x="55584" y="53167"/>
                </a:lnTo>
                <a:lnTo>
                  <a:pt x="56397" y="54762"/>
                </a:lnTo>
                <a:lnTo>
                  <a:pt x="56802" y="56703"/>
                </a:lnTo>
                <a:lnTo>
                  <a:pt x="57278" y="58644"/>
                </a:lnTo>
                <a:lnTo>
                  <a:pt x="57524" y="59499"/>
                </a:lnTo>
                <a:lnTo>
                  <a:pt x="57826" y="60584"/>
                </a:lnTo>
                <a:lnTo>
                  <a:pt x="58067" y="62525"/>
                </a:lnTo>
                <a:lnTo>
                  <a:pt x="58123" y="64466"/>
                </a:lnTo>
                <a:lnTo>
                  <a:pt x="58026" y="66407"/>
                </a:lnTo>
                <a:lnTo>
                  <a:pt x="57804" y="68347"/>
                </a:lnTo>
                <a:lnTo>
                  <a:pt x="57524" y="69506"/>
                </a:lnTo>
                <a:lnTo>
                  <a:pt x="57322" y="70288"/>
                </a:lnTo>
                <a:lnTo>
                  <a:pt x="56821" y="72229"/>
                </a:lnTo>
                <a:lnTo>
                  <a:pt x="56421" y="74169"/>
                </a:lnTo>
                <a:lnTo>
                  <a:pt x="55731" y="76110"/>
                </a:lnTo>
                <a:lnTo>
                  <a:pt x="55584" y="76287"/>
                </a:lnTo>
                <a:lnTo>
                  <a:pt x="54580" y="78051"/>
                </a:lnTo>
                <a:lnTo>
                  <a:pt x="53643" y="79564"/>
                </a:lnTo>
                <a:lnTo>
                  <a:pt x="53299" y="79991"/>
                </a:lnTo>
                <a:lnTo>
                  <a:pt x="52002" y="81932"/>
                </a:lnTo>
                <a:lnTo>
                  <a:pt x="51702" y="82223"/>
                </a:lnTo>
                <a:lnTo>
                  <a:pt x="50272" y="83873"/>
                </a:lnTo>
                <a:lnTo>
                  <a:pt x="49762" y="84383"/>
                </a:lnTo>
                <a:lnTo>
                  <a:pt x="47821" y="85566"/>
                </a:lnTo>
                <a:lnTo>
                  <a:pt x="47566" y="85814"/>
                </a:lnTo>
                <a:lnTo>
                  <a:pt x="45881" y="86896"/>
                </a:lnTo>
                <a:lnTo>
                  <a:pt x="44309" y="87754"/>
                </a:lnTo>
                <a:lnTo>
                  <a:pt x="43940" y="88073"/>
                </a:lnTo>
                <a:lnTo>
                  <a:pt x="42000" y="88763"/>
                </a:lnTo>
                <a:lnTo>
                  <a:pt x="40059" y="89497"/>
                </a:lnTo>
                <a:lnTo>
                  <a:pt x="39496" y="89695"/>
                </a:lnTo>
                <a:lnTo>
                  <a:pt x="38118" y="90145"/>
                </a:lnTo>
                <a:lnTo>
                  <a:pt x="36178" y="90630"/>
                </a:lnTo>
                <a:lnTo>
                  <a:pt x="34237" y="90795"/>
                </a:lnTo>
                <a:lnTo>
                  <a:pt x="32297" y="90846"/>
                </a:lnTo>
                <a:lnTo>
                  <a:pt x="30356" y="90926"/>
                </a:lnTo>
                <a:lnTo>
                  <a:pt x="28416" y="91134"/>
                </a:lnTo>
                <a:lnTo>
                  <a:pt x="26475" y="90945"/>
                </a:lnTo>
                <a:lnTo>
                  <a:pt x="24534" y="90877"/>
                </a:lnTo>
                <a:lnTo>
                  <a:pt x="22594" y="90697"/>
                </a:lnTo>
                <a:lnTo>
                  <a:pt x="20653" y="90468"/>
                </a:lnTo>
                <a:lnTo>
                  <a:pt x="18790" y="89695"/>
                </a:lnTo>
                <a:lnTo>
                  <a:pt x="18713" y="89642"/>
                </a:lnTo>
                <a:lnTo>
                  <a:pt x="16772" y="88955"/>
                </a:lnTo>
                <a:lnTo>
                  <a:pt x="14832" y="88565"/>
                </a:lnTo>
                <a:lnTo>
                  <a:pt x="12891" y="87988"/>
                </a:lnTo>
                <a:lnTo>
                  <a:pt x="11747" y="87754"/>
                </a:lnTo>
                <a:lnTo>
                  <a:pt x="10950" y="87588"/>
                </a:lnTo>
                <a:lnTo>
                  <a:pt x="9711" y="87754"/>
                </a:lnTo>
                <a:lnTo>
                  <a:pt x="9010" y="87848"/>
                </a:lnTo>
                <a:lnTo>
                  <a:pt x="7069" y="88403"/>
                </a:lnTo>
                <a:lnTo>
                  <a:pt x="5347" y="89695"/>
                </a:lnTo>
                <a:lnTo>
                  <a:pt x="5129" y="89919"/>
                </a:lnTo>
                <a:lnTo>
                  <a:pt x="3188" y="91628"/>
                </a:lnTo>
                <a:lnTo>
                  <a:pt x="1248" y="91628"/>
                </a:lnTo>
                <a:lnTo>
                  <a:pt x="0" y="89695"/>
                </a:lnTo>
                <a:lnTo>
                  <a:pt x="102" y="87754"/>
                </a:lnTo>
                <a:lnTo>
                  <a:pt x="305" y="85814"/>
                </a:lnTo>
                <a:lnTo>
                  <a:pt x="364" y="83873"/>
                </a:lnTo>
                <a:lnTo>
                  <a:pt x="646" y="81932"/>
                </a:lnTo>
                <a:lnTo>
                  <a:pt x="844" y="79991"/>
                </a:lnTo>
                <a:lnTo>
                  <a:pt x="1248" y="78514"/>
                </a:lnTo>
                <a:lnTo>
                  <a:pt x="1395" y="78051"/>
                </a:lnTo>
                <a:lnTo>
                  <a:pt x="1632" y="76110"/>
                </a:lnTo>
                <a:lnTo>
                  <a:pt x="1875" y="74169"/>
                </a:lnTo>
                <a:lnTo>
                  <a:pt x="2105" y="72229"/>
                </a:lnTo>
                <a:lnTo>
                  <a:pt x="2246" y="70288"/>
                </a:lnTo>
                <a:lnTo>
                  <a:pt x="2337" y="68347"/>
                </a:lnTo>
                <a:lnTo>
                  <a:pt x="2523" y="66407"/>
                </a:lnTo>
                <a:lnTo>
                  <a:pt x="2854" y="64466"/>
                </a:lnTo>
                <a:lnTo>
                  <a:pt x="3188" y="62759"/>
                </a:lnTo>
                <a:lnTo>
                  <a:pt x="3242" y="62525"/>
                </a:lnTo>
                <a:lnTo>
                  <a:pt x="3707" y="60584"/>
                </a:lnTo>
                <a:lnTo>
                  <a:pt x="5129" y="59048"/>
                </a:lnTo>
                <a:lnTo>
                  <a:pt x="7069" y="59043"/>
                </a:lnTo>
                <a:lnTo>
                  <a:pt x="8166" y="60584"/>
                </a:lnTo>
                <a:lnTo>
                  <a:pt x="8491" y="62525"/>
                </a:lnTo>
                <a:lnTo>
                  <a:pt x="9010" y="64367"/>
                </a:lnTo>
                <a:lnTo>
                  <a:pt x="9049" y="64466"/>
                </a:lnTo>
                <a:lnTo>
                  <a:pt x="9715" y="66407"/>
                </a:lnTo>
                <a:lnTo>
                  <a:pt x="9980" y="68347"/>
                </a:lnTo>
                <a:lnTo>
                  <a:pt x="10416" y="70288"/>
                </a:lnTo>
                <a:lnTo>
                  <a:pt x="10950" y="71184"/>
                </a:lnTo>
                <a:lnTo>
                  <a:pt x="11546" y="72229"/>
                </a:lnTo>
                <a:lnTo>
                  <a:pt x="12097" y="74169"/>
                </a:lnTo>
                <a:lnTo>
                  <a:pt x="12891" y="75823"/>
                </a:lnTo>
                <a:lnTo>
                  <a:pt x="13089" y="76110"/>
                </a:lnTo>
                <a:lnTo>
                  <a:pt x="14110" y="78051"/>
                </a:lnTo>
                <a:lnTo>
                  <a:pt x="14832" y="78908"/>
                </a:lnTo>
                <a:lnTo>
                  <a:pt x="15666" y="79991"/>
                </a:lnTo>
                <a:lnTo>
                  <a:pt x="16772" y="81172"/>
                </a:lnTo>
                <a:lnTo>
                  <a:pt x="17529" y="81932"/>
                </a:lnTo>
                <a:lnTo>
                  <a:pt x="18713" y="83003"/>
                </a:lnTo>
                <a:lnTo>
                  <a:pt x="19952" y="83873"/>
                </a:lnTo>
                <a:lnTo>
                  <a:pt x="20653" y="84483"/>
                </a:lnTo>
                <a:lnTo>
                  <a:pt x="22594" y="84868"/>
                </a:lnTo>
                <a:lnTo>
                  <a:pt x="24534" y="85391"/>
                </a:lnTo>
                <a:lnTo>
                  <a:pt x="26475" y="85640"/>
                </a:lnTo>
                <a:lnTo>
                  <a:pt x="28416" y="85484"/>
                </a:lnTo>
                <a:lnTo>
                  <a:pt x="30356" y="85098"/>
                </a:lnTo>
                <a:lnTo>
                  <a:pt x="32297" y="84930"/>
                </a:lnTo>
                <a:lnTo>
                  <a:pt x="34237" y="84065"/>
                </a:lnTo>
                <a:lnTo>
                  <a:pt x="34421" y="83873"/>
                </a:lnTo>
                <a:lnTo>
                  <a:pt x="36178" y="82864"/>
                </a:lnTo>
                <a:lnTo>
                  <a:pt x="37403" y="81932"/>
                </a:lnTo>
                <a:lnTo>
                  <a:pt x="38118" y="81159"/>
                </a:lnTo>
                <a:lnTo>
                  <a:pt x="38967" y="79991"/>
                </a:lnTo>
                <a:lnTo>
                  <a:pt x="40059" y="78323"/>
                </a:lnTo>
                <a:lnTo>
                  <a:pt x="40328" y="78051"/>
                </a:lnTo>
                <a:lnTo>
                  <a:pt x="40947" y="76110"/>
                </a:lnTo>
                <a:lnTo>
                  <a:pt x="41087" y="74169"/>
                </a:lnTo>
                <a:lnTo>
                  <a:pt x="41334" y="72229"/>
                </a:lnTo>
                <a:lnTo>
                  <a:pt x="41418" y="70288"/>
                </a:lnTo>
                <a:lnTo>
                  <a:pt x="41165" y="68347"/>
                </a:lnTo>
                <a:lnTo>
                  <a:pt x="40909" y="66407"/>
                </a:lnTo>
                <a:lnTo>
                  <a:pt x="40245" y="64466"/>
                </a:lnTo>
                <a:lnTo>
                  <a:pt x="40059" y="64178"/>
                </a:lnTo>
                <a:lnTo>
                  <a:pt x="39299" y="62525"/>
                </a:lnTo>
                <a:lnTo>
                  <a:pt x="38707" y="60584"/>
                </a:lnTo>
                <a:lnTo>
                  <a:pt x="38118" y="59815"/>
                </a:lnTo>
                <a:lnTo>
                  <a:pt x="37315" y="58644"/>
                </a:lnTo>
                <a:lnTo>
                  <a:pt x="36258" y="56703"/>
                </a:lnTo>
                <a:lnTo>
                  <a:pt x="36178" y="56623"/>
                </a:lnTo>
                <a:lnTo>
                  <a:pt x="35048" y="54762"/>
                </a:lnTo>
                <a:lnTo>
                  <a:pt x="34237" y="53730"/>
                </a:lnTo>
                <a:lnTo>
                  <a:pt x="33411" y="52822"/>
                </a:lnTo>
                <a:lnTo>
                  <a:pt x="32297" y="51307"/>
                </a:lnTo>
                <a:lnTo>
                  <a:pt x="31922" y="50881"/>
                </a:lnTo>
                <a:lnTo>
                  <a:pt x="30719" y="48940"/>
                </a:lnTo>
                <a:lnTo>
                  <a:pt x="30356" y="48545"/>
                </a:lnTo>
                <a:lnTo>
                  <a:pt x="29328" y="46999"/>
                </a:lnTo>
                <a:lnTo>
                  <a:pt x="28416" y="45987"/>
                </a:lnTo>
                <a:lnTo>
                  <a:pt x="27615" y="45059"/>
                </a:lnTo>
                <a:lnTo>
                  <a:pt x="26475" y="43357"/>
                </a:lnTo>
                <a:lnTo>
                  <a:pt x="26241" y="43118"/>
                </a:lnTo>
                <a:lnTo>
                  <a:pt x="25183" y="41177"/>
                </a:lnTo>
                <a:lnTo>
                  <a:pt x="24534" y="40199"/>
                </a:lnTo>
                <a:lnTo>
                  <a:pt x="23849" y="39237"/>
                </a:lnTo>
                <a:lnTo>
                  <a:pt x="22804" y="37296"/>
                </a:lnTo>
                <a:lnTo>
                  <a:pt x="22594" y="37041"/>
                </a:lnTo>
                <a:lnTo>
                  <a:pt x="21710" y="35355"/>
                </a:lnTo>
                <a:lnTo>
                  <a:pt x="20966" y="33415"/>
                </a:lnTo>
                <a:lnTo>
                  <a:pt x="20653" y="32982"/>
                </a:lnTo>
                <a:lnTo>
                  <a:pt x="19844" y="31474"/>
                </a:lnTo>
                <a:lnTo>
                  <a:pt x="19472" y="29533"/>
                </a:lnTo>
                <a:lnTo>
                  <a:pt x="19069" y="27592"/>
                </a:lnTo>
                <a:lnTo>
                  <a:pt x="18713" y="26671"/>
                </a:lnTo>
                <a:lnTo>
                  <a:pt x="18305" y="25652"/>
                </a:lnTo>
                <a:lnTo>
                  <a:pt x="18034" y="23711"/>
                </a:lnTo>
                <a:lnTo>
                  <a:pt x="17997" y="21770"/>
                </a:lnTo>
                <a:lnTo>
                  <a:pt x="18129" y="19830"/>
                </a:lnTo>
                <a:lnTo>
                  <a:pt x="18534" y="17889"/>
                </a:lnTo>
                <a:lnTo>
                  <a:pt x="18713" y="17196"/>
                </a:lnTo>
                <a:lnTo>
                  <a:pt x="19004" y="15948"/>
                </a:lnTo>
                <a:lnTo>
                  <a:pt x="19577" y="14008"/>
                </a:lnTo>
                <a:lnTo>
                  <a:pt x="20150" y="12067"/>
                </a:lnTo>
                <a:lnTo>
                  <a:pt x="20653" y="11451"/>
                </a:lnTo>
                <a:lnTo>
                  <a:pt x="21503" y="10126"/>
                </a:lnTo>
                <a:lnTo>
                  <a:pt x="22594" y="8543"/>
                </a:lnTo>
                <a:lnTo>
                  <a:pt x="22953" y="8185"/>
                </a:lnTo>
                <a:lnTo>
                  <a:pt x="24534" y="6498"/>
                </a:lnTo>
                <a:lnTo>
                  <a:pt x="24790" y="6245"/>
                </a:lnTo>
                <a:lnTo>
                  <a:pt x="26475" y="5197"/>
                </a:lnTo>
                <a:lnTo>
                  <a:pt x="27957" y="4304"/>
                </a:lnTo>
                <a:lnTo>
                  <a:pt x="28416" y="3887"/>
                </a:lnTo>
                <a:lnTo>
                  <a:pt x="30356" y="3233"/>
                </a:lnTo>
                <a:lnTo>
                  <a:pt x="31581" y="2363"/>
                </a:lnTo>
                <a:lnTo>
                  <a:pt x="32297" y="1732"/>
                </a:lnTo>
                <a:lnTo>
                  <a:pt x="34237" y="1393"/>
                </a:lnTo>
                <a:lnTo>
                  <a:pt x="36178" y="1107"/>
                </a:lnTo>
                <a:lnTo>
                  <a:pt x="38118" y="685"/>
                </a:lnTo>
                <a:lnTo>
                  <a:pt x="40059" y="705"/>
                </a:lnTo>
                <a:lnTo>
                  <a:pt x="41717" y="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fog-math-12-glyph-10">
            <a:extLst xmlns:a="http://schemas.openxmlformats.org/drawingml/2006/main">
              <a:ext uri="{FF2B5EF4-FFF2-40B4-BE49-F238E27FC236}">
                <a16:creationId xmlns:a16="http://schemas.microsoft.com/office/drawing/2014/main" id="{82C8CBF3-405F-4323-AD73-6C5620F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4800" y="1545797"/>
            <a:ext cx="37978" cy="90545"/>
          </a:xfrm>
          <a:custGeom xmlns:a="http://schemas.openxmlformats.org/drawingml/2006/main">
            <a:pathLst>
              <a:path w="37978" h="90545">
                <a:moveTo>
                  <a:pt x="24030" y="1860"/>
                </a:moveTo>
                <a:lnTo>
                  <a:pt x="25388" y="1476"/>
                </a:lnTo>
                <a:lnTo>
                  <a:pt x="27329" y="1071"/>
                </a:lnTo>
                <a:lnTo>
                  <a:pt x="29269" y="882"/>
                </a:lnTo>
                <a:lnTo>
                  <a:pt x="31210" y="704"/>
                </a:lnTo>
                <a:lnTo>
                  <a:pt x="33150" y="297"/>
                </a:lnTo>
                <a:lnTo>
                  <a:pt x="35091" y="0"/>
                </a:lnTo>
                <a:lnTo>
                  <a:pt x="36421" y="1860"/>
                </a:lnTo>
                <a:lnTo>
                  <a:pt x="36157" y="3801"/>
                </a:lnTo>
                <a:lnTo>
                  <a:pt x="35736" y="5742"/>
                </a:lnTo>
                <a:lnTo>
                  <a:pt x="35129" y="7683"/>
                </a:lnTo>
                <a:lnTo>
                  <a:pt x="35091" y="7741"/>
                </a:lnTo>
                <a:lnTo>
                  <a:pt x="34329" y="9623"/>
                </a:lnTo>
                <a:lnTo>
                  <a:pt x="34096" y="11564"/>
                </a:lnTo>
                <a:lnTo>
                  <a:pt x="33669" y="13505"/>
                </a:lnTo>
                <a:lnTo>
                  <a:pt x="33150" y="14741"/>
                </a:lnTo>
                <a:lnTo>
                  <a:pt x="32816" y="15445"/>
                </a:lnTo>
                <a:lnTo>
                  <a:pt x="32314" y="17386"/>
                </a:lnTo>
                <a:lnTo>
                  <a:pt x="32005" y="19327"/>
                </a:lnTo>
                <a:lnTo>
                  <a:pt x="31490" y="21267"/>
                </a:lnTo>
                <a:lnTo>
                  <a:pt x="31210" y="21796"/>
                </a:lnTo>
                <a:lnTo>
                  <a:pt x="30593" y="23208"/>
                </a:lnTo>
                <a:lnTo>
                  <a:pt x="30253" y="25149"/>
                </a:lnTo>
                <a:lnTo>
                  <a:pt x="29904" y="27090"/>
                </a:lnTo>
                <a:lnTo>
                  <a:pt x="29306" y="29030"/>
                </a:lnTo>
                <a:lnTo>
                  <a:pt x="29269" y="29088"/>
                </a:lnTo>
                <a:lnTo>
                  <a:pt x="28486" y="30971"/>
                </a:lnTo>
                <a:lnTo>
                  <a:pt x="28256" y="32912"/>
                </a:lnTo>
                <a:lnTo>
                  <a:pt x="27839" y="34852"/>
                </a:lnTo>
                <a:lnTo>
                  <a:pt x="27329" y="36079"/>
                </a:lnTo>
                <a:lnTo>
                  <a:pt x="26995" y="36793"/>
                </a:lnTo>
                <a:lnTo>
                  <a:pt x="26508" y="38734"/>
                </a:lnTo>
                <a:lnTo>
                  <a:pt x="26183" y="40674"/>
                </a:lnTo>
                <a:lnTo>
                  <a:pt x="25509" y="42615"/>
                </a:lnTo>
                <a:lnTo>
                  <a:pt x="25388" y="42861"/>
                </a:lnTo>
                <a:lnTo>
                  <a:pt x="24778" y="44556"/>
                </a:lnTo>
                <a:lnTo>
                  <a:pt x="24437" y="46497"/>
                </a:lnTo>
                <a:lnTo>
                  <a:pt x="24120" y="48437"/>
                </a:lnTo>
                <a:lnTo>
                  <a:pt x="23447" y="49956"/>
                </a:lnTo>
                <a:lnTo>
                  <a:pt x="23202" y="50378"/>
                </a:lnTo>
                <a:lnTo>
                  <a:pt x="22658" y="52319"/>
                </a:lnTo>
                <a:lnTo>
                  <a:pt x="22405" y="54259"/>
                </a:lnTo>
                <a:lnTo>
                  <a:pt x="21992" y="56200"/>
                </a:lnTo>
                <a:lnTo>
                  <a:pt x="21507" y="57244"/>
                </a:lnTo>
                <a:lnTo>
                  <a:pt x="21070" y="58141"/>
                </a:lnTo>
                <a:lnTo>
                  <a:pt x="20683" y="60081"/>
                </a:lnTo>
                <a:lnTo>
                  <a:pt x="20344" y="62022"/>
                </a:lnTo>
                <a:lnTo>
                  <a:pt x="19777" y="63963"/>
                </a:lnTo>
                <a:lnTo>
                  <a:pt x="19566" y="64393"/>
                </a:lnTo>
                <a:lnTo>
                  <a:pt x="18985" y="65904"/>
                </a:lnTo>
                <a:lnTo>
                  <a:pt x="18592" y="67844"/>
                </a:lnTo>
                <a:lnTo>
                  <a:pt x="18257" y="69785"/>
                </a:lnTo>
                <a:lnTo>
                  <a:pt x="17626" y="71335"/>
                </a:lnTo>
                <a:lnTo>
                  <a:pt x="17408" y="71726"/>
                </a:lnTo>
                <a:lnTo>
                  <a:pt x="16789" y="73666"/>
                </a:lnTo>
                <a:lnTo>
                  <a:pt x="16632" y="75607"/>
                </a:lnTo>
                <a:lnTo>
                  <a:pt x="16460" y="77548"/>
                </a:lnTo>
                <a:lnTo>
                  <a:pt x="17474" y="79488"/>
                </a:lnTo>
                <a:lnTo>
                  <a:pt x="17626" y="79653"/>
                </a:lnTo>
                <a:lnTo>
                  <a:pt x="19566" y="79912"/>
                </a:lnTo>
                <a:lnTo>
                  <a:pt x="20037" y="79488"/>
                </a:lnTo>
                <a:lnTo>
                  <a:pt x="21507" y="78605"/>
                </a:lnTo>
                <a:lnTo>
                  <a:pt x="22910" y="77548"/>
                </a:lnTo>
                <a:lnTo>
                  <a:pt x="23447" y="77001"/>
                </a:lnTo>
                <a:lnTo>
                  <a:pt x="24970" y="75607"/>
                </a:lnTo>
                <a:lnTo>
                  <a:pt x="25388" y="75213"/>
                </a:lnTo>
                <a:lnTo>
                  <a:pt x="26770" y="73666"/>
                </a:lnTo>
                <a:lnTo>
                  <a:pt x="27329" y="73095"/>
                </a:lnTo>
                <a:lnTo>
                  <a:pt x="28645" y="71726"/>
                </a:lnTo>
                <a:lnTo>
                  <a:pt x="29269" y="71058"/>
                </a:lnTo>
                <a:lnTo>
                  <a:pt x="30346" y="69785"/>
                </a:lnTo>
                <a:lnTo>
                  <a:pt x="31210" y="68861"/>
                </a:lnTo>
                <a:lnTo>
                  <a:pt x="32056" y="67844"/>
                </a:lnTo>
                <a:lnTo>
                  <a:pt x="33150" y="66406"/>
                </a:lnTo>
                <a:lnTo>
                  <a:pt x="33693" y="65904"/>
                </a:lnTo>
                <a:lnTo>
                  <a:pt x="35091" y="64875"/>
                </a:lnTo>
                <a:lnTo>
                  <a:pt x="36737" y="65904"/>
                </a:lnTo>
                <a:lnTo>
                  <a:pt x="37031" y="66188"/>
                </a:lnTo>
                <a:lnTo>
                  <a:pt x="37978" y="67844"/>
                </a:lnTo>
                <a:lnTo>
                  <a:pt x="37031" y="69656"/>
                </a:lnTo>
                <a:lnTo>
                  <a:pt x="36905" y="69785"/>
                </a:lnTo>
                <a:lnTo>
                  <a:pt x="35870" y="71726"/>
                </a:lnTo>
                <a:lnTo>
                  <a:pt x="35091" y="72623"/>
                </a:lnTo>
                <a:lnTo>
                  <a:pt x="34213" y="73666"/>
                </a:lnTo>
                <a:lnTo>
                  <a:pt x="33150" y="75246"/>
                </a:lnTo>
                <a:lnTo>
                  <a:pt x="32804" y="75607"/>
                </a:lnTo>
                <a:lnTo>
                  <a:pt x="31752" y="77548"/>
                </a:lnTo>
                <a:lnTo>
                  <a:pt x="31210" y="78113"/>
                </a:lnTo>
                <a:lnTo>
                  <a:pt x="30046" y="79488"/>
                </a:lnTo>
                <a:lnTo>
                  <a:pt x="29269" y="80319"/>
                </a:lnTo>
                <a:lnTo>
                  <a:pt x="28378" y="81429"/>
                </a:lnTo>
                <a:lnTo>
                  <a:pt x="27329" y="82604"/>
                </a:lnTo>
                <a:lnTo>
                  <a:pt x="26516" y="83370"/>
                </a:lnTo>
                <a:lnTo>
                  <a:pt x="25388" y="84509"/>
                </a:lnTo>
                <a:lnTo>
                  <a:pt x="24469" y="85311"/>
                </a:lnTo>
                <a:lnTo>
                  <a:pt x="23447" y="86255"/>
                </a:lnTo>
                <a:lnTo>
                  <a:pt x="22165" y="87251"/>
                </a:lnTo>
                <a:lnTo>
                  <a:pt x="21507" y="87786"/>
                </a:lnTo>
                <a:lnTo>
                  <a:pt x="19566" y="88576"/>
                </a:lnTo>
                <a:lnTo>
                  <a:pt x="18489" y="89192"/>
                </a:lnTo>
                <a:lnTo>
                  <a:pt x="17626" y="89663"/>
                </a:lnTo>
                <a:lnTo>
                  <a:pt x="15685" y="90028"/>
                </a:lnTo>
                <a:lnTo>
                  <a:pt x="13745" y="90240"/>
                </a:lnTo>
                <a:lnTo>
                  <a:pt x="11804" y="90349"/>
                </a:lnTo>
                <a:lnTo>
                  <a:pt x="9863" y="90545"/>
                </a:lnTo>
                <a:lnTo>
                  <a:pt x="7923" y="90297"/>
                </a:lnTo>
                <a:lnTo>
                  <a:pt x="5982" y="90087"/>
                </a:lnTo>
                <a:lnTo>
                  <a:pt x="4042" y="89258"/>
                </a:lnTo>
                <a:lnTo>
                  <a:pt x="3970" y="89192"/>
                </a:lnTo>
                <a:lnTo>
                  <a:pt x="2127" y="87251"/>
                </a:lnTo>
                <a:lnTo>
                  <a:pt x="2101" y="87227"/>
                </a:lnTo>
                <a:lnTo>
                  <a:pt x="1025" y="85311"/>
                </a:lnTo>
                <a:lnTo>
                  <a:pt x="679" y="83370"/>
                </a:lnTo>
                <a:lnTo>
                  <a:pt x="231" y="81429"/>
                </a:lnTo>
                <a:lnTo>
                  <a:pt x="161" y="80883"/>
                </a:lnTo>
                <a:lnTo>
                  <a:pt x="0" y="79488"/>
                </a:lnTo>
                <a:lnTo>
                  <a:pt x="161" y="77894"/>
                </a:lnTo>
                <a:lnTo>
                  <a:pt x="198" y="77548"/>
                </a:lnTo>
                <a:lnTo>
                  <a:pt x="441" y="75607"/>
                </a:lnTo>
                <a:lnTo>
                  <a:pt x="711" y="73666"/>
                </a:lnTo>
                <a:lnTo>
                  <a:pt x="998" y="71726"/>
                </a:lnTo>
                <a:lnTo>
                  <a:pt x="1212" y="69785"/>
                </a:lnTo>
                <a:lnTo>
                  <a:pt x="1443" y="67844"/>
                </a:lnTo>
                <a:lnTo>
                  <a:pt x="2035" y="65904"/>
                </a:lnTo>
                <a:lnTo>
                  <a:pt x="2101" y="65781"/>
                </a:lnTo>
                <a:lnTo>
                  <a:pt x="2770" y="63963"/>
                </a:lnTo>
                <a:lnTo>
                  <a:pt x="3043" y="62022"/>
                </a:lnTo>
                <a:lnTo>
                  <a:pt x="3383" y="60081"/>
                </a:lnTo>
                <a:lnTo>
                  <a:pt x="3948" y="58141"/>
                </a:lnTo>
                <a:lnTo>
                  <a:pt x="4042" y="57975"/>
                </a:lnTo>
                <a:lnTo>
                  <a:pt x="4744" y="56200"/>
                </a:lnTo>
                <a:lnTo>
                  <a:pt x="5086" y="54259"/>
                </a:lnTo>
                <a:lnTo>
                  <a:pt x="5365" y="52319"/>
                </a:lnTo>
                <a:lnTo>
                  <a:pt x="5982" y="50569"/>
                </a:lnTo>
                <a:lnTo>
                  <a:pt x="6083" y="50378"/>
                </a:lnTo>
                <a:lnTo>
                  <a:pt x="6768" y="48437"/>
                </a:lnTo>
                <a:lnTo>
                  <a:pt x="7011" y="46497"/>
                </a:lnTo>
                <a:lnTo>
                  <a:pt x="7484" y="44556"/>
                </a:lnTo>
                <a:lnTo>
                  <a:pt x="7923" y="43612"/>
                </a:lnTo>
                <a:lnTo>
                  <a:pt x="8364" y="42615"/>
                </a:lnTo>
                <a:lnTo>
                  <a:pt x="8819" y="40674"/>
                </a:lnTo>
                <a:lnTo>
                  <a:pt x="9074" y="38734"/>
                </a:lnTo>
                <a:lnTo>
                  <a:pt x="9742" y="36793"/>
                </a:lnTo>
                <a:lnTo>
                  <a:pt x="9863" y="36579"/>
                </a:lnTo>
                <a:lnTo>
                  <a:pt x="10542" y="34852"/>
                </a:lnTo>
                <a:lnTo>
                  <a:pt x="10889" y="32912"/>
                </a:lnTo>
                <a:lnTo>
                  <a:pt x="11155" y="30971"/>
                </a:lnTo>
                <a:lnTo>
                  <a:pt x="11804" y="29492"/>
                </a:lnTo>
                <a:lnTo>
                  <a:pt x="12074" y="29030"/>
                </a:lnTo>
                <a:lnTo>
                  <a:pt x="12539" y="27090"/>
                </a:lnTo>
                <a:lnTo>
                  <a:pt x="12884" y="25149"/>
                </a:lnTo>
                <a:lnTo>
                  <a:pt x="13313" y="23208"/>
                </a:lnTo>
                <a:lnTo>
                  <a:pt x="13745" y="22276"/>
                </a:lnTo>
                <a:lnTo>
                  <a:pt x="14204" y="21267"/>
                </a:lnTo>
                <a:lnTo>
                  <a:pt x="14586" y="19327"/>
                </a:lnTo>
                <a:lnTo>
                  <a:pt x="14866" y="17386"/>
                </a:lnTo>
                <a:lnTo>
                  <a:pt x="15142" y="15445"/>
                </a:lnTo>
                <a:lnTo>
                  <a:pt x="15191" y="13505"/>
                </a:lnTo>
                <a:lnTo>
                  <a:pt x="14999" y="11564"/>
                </a:lnTo>
                <a:lnTo>
                  <a:pt x="13745" y="10494"/>
                </a:lnTo>
                <a:lnTo>
                  <a:pt x="11804" y="10197"/>
                </a:lnTo>
                <a:lnTo>
                  <a:pt x="10014" y="9623"/>
                </a:lnTo>
                <a:lnTo>
                  <a:pt x="9863" y="9556"/>
                </a:lnTo>
                <a:lnTo>
                  <a:pt x="7923" y="9147"/>
                </a:lnTo>
                <a:lnTo>
                  <a:pt x="5982" y="9010"/>
                </a:lnTo>
                <a:lnTo>
                  <a:pt x="4042" y="9081"/>
                </a:lnTo>
                <a:lnTo>
                  <a:pt x="3052" y="7683"/>
                </a:lnTo>
                <a:lnTo>
                  <a:pt x="3048" y="5742"/>
                </a:lnTo>
                <a:lnTo>
                  <a:pt x="4042" y="4740"/>
                </a:lnTo>
                <a:lnTo>
                  <a:pt x="5982" y="4703"/>
                </a:lnTo>
                <a:lnTo>
                  <a:pt x="7923" y="4517"/>
                </a:lnTo>
                <a:lnTo>
                  <a:pt x="9863" y="4312"/>
                </a:lnTo>
                <a:lnTo>
                  <a:pt x="11804" y="4032"/>
                </a:lnTo>
                <a:lnTo>
                  <a:pt x="12585" y="3801"/>
                </a:lnTo>
                <a:lnTo>
                  <a:pt x="13745" y="3488"/>
                </a:lnTo>
                <a:lnTo>
                  <a:pt x="15685" y="3163"/>
                </a:lnTo>
                <a:lnTo>
                  <a:pt x="17626" y="2946"/>
                </a:lnTo>
                <a:lnTo>
                  <a:pt x="19566" y="2761"/>
                </a:lnTo>
                <a:lnTo>
                  <a:pt x="21507" y="2485"/>
                </a:lnTo>
                <a:lnTo>
                  <a:pt x="23447" y="2050"/>
                </a:lnTo>
                <a:lnTo>
                  <a:pt x="24030" y="18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70">
            <a:extLst xmlns:a="http://schemas.openxmlformats.org/drawingml/2006/main">
              <a:ext uri="{FF2B5EF4-FFF2-40B4-BE49-F238E27FC236}">
                <a16:creationId xmlns:a16="http://schemas.microsoft.com/office/drawing/2014/main" id="{FB03C43B-86FA-4986-BFDB-885E3A57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7496" y="273137"/>
            <a:ext cx="3020908" cy="385337"/>
          </a:xfrm>
          <a:custGeom xmlns:a="http://schemas.openxmlformats.org/drawingml/2006/main">
            <a:pathLst>
              <a:path w="3020908" h="385337">
                <a:moveTo>
                  <a:pt x="0" y="384367"/>
                </a:moveTo>
                <a:lnTo>
                  <a:pt x="0" y="0"/>
                </a:lnTo>
                <a:lnTo>
                  <a:pt x="3020908" y="0"/>
                </a:lnTo>
                <a:lnTo>
                  <a:pt x="3020908" y="38533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71">
            <a:extLst xmlns:a="http://schemas.openxmlformats.org/drawingml/2006/main">
              <a:ext uri="{FF2B5EF4-FFF2-40B4-BE49-F238E27FC236}">
                <a16:creationId xmlns:a16="http://schemas.microsoft.com/office/drawing/2014/main" id="{FD797D18-72F0-4A63-BAA6-82D6CA8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7493" y="273138"/>
            <a:ext cx="3020909" cy="384367"/>
          </a:xfrm>
          <a:custGeom xmlns:a="http://schemas.openxmlformats.org/drawingml/2006/main">
            <a:pathLst>
              <a:path w="3020909" h="384367">
                <a:moveTo>
                  <a:pt x="0" y="384367"/>
                </a:moveTo>
                <a:lnTo>
                  <a:pt x="0" y="0"/>
                </a:lnTo>
                <a:lnTo>
                  <a:pt x="3020909" y="0"/>
                </a:lnTo>
                <a:lnTo>
                  <a:pt x="3020909" y="200839"/>
                </a:lnTo>
              </a:path>
            </a:pathLst>
          </a:custGeom>
          <a:noFill xmlns:a="http://schemas.openxmlformats.org/drawingml/2006/main"/>
          <a:ln xmlns:a="http://schemas.openxmlformats.org/drawingml/2006/main" w="30748">
            <a:solidFill>
              <a:srgbClr val="000000"/>
            </a:solidFill>
            <a:prstDash val="solid"/>
          </a:ln>
        </p:spPr>
      </p:sp>
      <p:sp>
        <p:nvSpPr>
          <p:cNvPr id="81" name="pdf-path-72">
            <a:extLst xmlns:a="http://schemas.openxmlformats.org/drawingml/2006/main">
              <a:ext uri="{FF2B5EF4-FFF2-40B4-BE49-F238E27FC236}">
                <a16:creationId xmlns:a16="http://schemas.microsoft.com/office/drawing/2014/main" id="{E7184559-5F52-4798-9585-71477CE9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7618" y="473977"/>
            <a:ext cx="101568" cy="139544"/>
          </a:xfrm>
          <a:custGeom xmlns:a="http://schemas.openxmlformats.org/drawingml/2006/main">
            <a:pathLst>
              <a:path w="101568" h="139544">
                <a:moveTo>
                  <a:pt x="0" y="0"/>
                </a:moveTo>
                <a:lnTo>
                  <a:pt x="50784" y="139544"/>
                </a:lnTo>
                <a:lnTo>
                  <a:pt x="101568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0748">
            <a:solidFill>
              <a:srgbClr val="000000"/>
            </a:solidFill>
            <a:prstDash val="solid"/>
          </a:ln>
        </p:spPr>
      </p:sp>
      <p:sp>
        <p:nvSpPr>
          <p:cNvPr id="82" name="pdf-path-74">
            <a:extLst xmlns:a="http://schemas.openxmlformats.org/drawingml/2006/main">
              <a:ext uri="{FF2B5EF4-FFF2-40B4-BE49-F238E27FC236}">
                <a16:creationId xmlns:a16="http://schemas.microsoft.com/office/drawing/2014/main" id="{619A622A-272E-478A-9163-4DBBFAAA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7496" y="2197876"/>
            <a:ext cx="3020908" cy="384366"/>
          </a:xfrm>
          <a:custGeom xmlns:a="http://schemas.openxmlformats.org/drawingml/2006/main">
            <a:pathLst>
              <a:path w="3020908" h="384366">
                <a:moveTo>
                  <a:pt x="0" y="0"/>
                </a:moveTo>
                <a:lnTo>
                  <a:pt x="0" y="384366"/>
                </a:lnTo>
                <a:lnTo>
                  <a:pt x="3020908" y="384366"/>
                </a:lnTo>
                <a:lnTo>
                  <a:pt x="3020908" y="968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75">
            <a:extLst xmlns:a="http://schemas.openxmlformats.org/drawingml/2006/main">
              <a:ext uri="{FF2B5EF4-FFF2-40B4-BE49-F238E27FC236}">
                <a16:creationId xmlns:a16="http://schemas.microsoft.com/office/drawing/2014/main" id="{FAFDBE33-E2ED-45A7-9739-D61C99ED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7493" y="2198844"/>
            <a:ext cx="3020909" cy="383398"/>
          </a:xfrm>
          <a:custGeom xmlns:a="http://schemas.openxmlformats.org/drawingml/2006/main">
            <a:pathLst>
              <a:path w="3020909" h="383398">
                <a:moveTo>
                  <a:pt x="0" y="183527"/>
                </a:moveTo>
                <a:lnTo>
                  <a:pt x="0" y="383398"/>
                </a:lnTo>
                <a:lnTo>
                  <a:pt x="3020909" y="383398"/>
                </a:lnTo>
                <a:lnTo>
                  <a:pt x="30209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748">
            <a:solidFill>
              <a:srgbClr val="000000"/>
            </a:solidFill>
            <a:prstDash val="solid"/>
          </a:ln>
        </p:spPr>
      </p:sp>
      <p:sp>
        <p:nvSpPr>
          <p:cNvPr id="84" name="pdf-path-76">
            <a:extLst xmlns:a="http://schemas.openxmlformats.org/drawingml/2006/main">
              <a:ext uri="{FF2B5EF4-FFF2-40B4-BE49-F238E27FC236}">
                <a16:creationId xmlns:a16="http://schemas.microsoft.com/office/drawing/2014/main" id="{BCB1EBF9-4A49-43E4-B44A-23A075B4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6708" y="2242829"/>
            <a:ext cx="101573" cy="139542"/>
          </a:xfrm>
          <a:custGeom xmlns:a="http://schemas.openxmlformats.org/drawingml/2006/main">
            <a:pathLst>
              <a:path w="101573" h="139542">
                <a:moveTo>
                  <a:pt x="101573" y="139542"/>
                </a:moveTo>
                <a:lnTo>
                  <a:pt x="50785" y="0"/>
                </a:lnTo>
                <a:lnTo>
                  <a:pt x="0" y="139542"/>
                </a:lnTo>
                <a:lnTo>
                  <a:pt x="101573" y="1395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0748">
            <a:solidFill>
              <a:srgbClr val="000000"/>
            </a:solidFill>
            <a:prstDash val="solid"/>
          </a:ln>
        </p:spPr>
      </p:sp>
      <p:sp>
        <p:nvSpPr>
          <p:cNvPr id="85" name="pdf-path-78">
            <a:extLst xmlns:a="http://schemas.openxmlformats.org/drawingml/2006/main">
              <a:ext uri="{FF2B5EF4-FFF2-40B4-BE49-F238E27FC236}">
                <a16:creationId xmlns:a16="http://schemas.microsoft.com/office/drawing/2014/main" id="{FBA47D8E-1319-498A-83A6-F983363E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5446" y="1678689"/>
            <a:ext cx="1147951" cy="372583"/>
          </a:xfrm>
          <a:custGeom xmlns:a="http://schemas.openxmlformats.org/drawingml/2006/main">
            <a:pathLst>
              <a:path w="1147951" h="372583">
                <a:moveTo>
                  <a:pt x="0" y="372583"/>
                </a:moveTo>
                <a:lnTo>
                  <a:pt x="1147951" y="372583"/>
                </a:lnTo>
                <a:lnTo>
                  <a:pt x="114795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fog-math-13-glyph-0">
            <a:extLst xmlns:a="http://schemas.openxmlformats.org/drawingml/2006/main">
              <a:ext uri="{FF2B5EF4-FFF2-40B4-BE49-F238E27FC236}">
                <a16:creationId xmlns:a16="http://schemas.microsoft.com/office/drawing/2014/main" id="{23E4FD44-11B1-4548-AB98-823B2B0A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0156" y="1732839"/>
            <a:ext cx="23496" cy="293895"/>
          </a:xfrm>
          <a:custGeom xmlns:a="http://schemas.openxmlformats.org/drawingml/2006/main">
            <a:pathLst>
              <a:path w="23496" h="293895">
                <a:moveTo>
                  <a:pt x="85" y="1087"/>
                </a:moveTo>
                <a:lnTo>
                  <a:pt x="532" y="676"/>
                </a:lnTo>
                <a:lnTo>
                  <a:pt x="2698" y="48"/>
                </a:lnTo>
                <a:lnTo>
                  <a:pt x="4864" y="0"/>
                </a:lnTo>
                <a:lnTo>
                  <a:pt x="7030" y="4"/>
                </a:lnTo>
                <a:lnTo>
                  <a:pt x="9196" y="4"/>
                </a:lnTo>
                <a:lnTo>
                  <a:pt x="11362" y="17"/>
                </a:lnTo>
                <a:lnTo>
                  <a:pt x="13528" y="4"/>
                </a:lnTo>
                <a:lnTo>
                  <a:pt x="15693" y="56"/>
                </a:lnTo>
                <a:lnTo>
                  <a:pt x="17859" y="4"/>
                </a:lnTo>
                <a:lnTo>
                  <a:pt x="20025" y="4"/>
                </a:lnTo>
                <a:lnTo>
                  <a:pt x="22191" y="48"/>
                </a:lnTo>
                <a:lnTo>
                  <a:pt x="23496" y="1087"/>
                </a:lnTo>
                <a:lnTo>
                  <a:pt x="23397" y="3254"/>
                </a:lnTo>
                <a:lnTo>
                  <a:pt x="23434" y="5420"/>
                </a:lnTo>
                <a:lnTo>
                  <a:pt x="23447" y="7586"/>
                </a:lnTo>
                <a:lnTo>
                  <a:pt x="23419" y="9752"/>
                </a:lnTo>
                <a:lnTo>
                  <a:pt x="23416" y="11918"/>
                </a:lnTo>
                <a:lnTo>
                  <a:pt x="23421" y="14084"/>
                </a:lnTo>
                <a:lnTo>
                  <a:pt x="23442" y="16251"/>
                </a:lnTo>
                <a:lnTo>
                  <a:pt x="23442" y="18417"/>
                </a:lnTo>
                <a:lnTo>
                  <a:pt x="23442" y="20583"/>
                </a:lnTo>
                <a:lnTo>
                  <a:pt x="23442" y="22749"/>
                </a:lnTo>
                <a:lnTo>
                  <a:pt x="23442" y="24915"/>
                </a:lnTo>
                <a:lnTo>
                  <a:pt x="23442" y="27082"/>
                </a:lnTo>
                <a:lnTo>
                  <a:pt x="23442" y="29248"/>
                </a:lnTo>
                <a:lnTo>
                  <a:pt x="23442" y="31414"/>
                </a:lnTo>
                <a:lnTo>
                  <a:pt x="23442" y="33580"/>
                </a:lnTo>
                <a:lnTo>
                  <a:pt x="23442" y="35746"/>
                </a:lnTo>
                <a:lnTo>
                  <a:pt x="23442" y="37912"/>
                </a:lnTo>
                <a:lnTo>
                  <a:pt x="23442" y="40079"/>
                </a:lnTo>
                <a:lnTo>
                  <a:pt x="23442" y="42245"/>
                </a:lnTo>
                <a:lnTo>
                  <a:pt x="23442" y="44411"/>
                </a:lnTo>
                <a:lnTo>
                  <a:pt x="23442" y="46577"/>
                </a:lnTo>
                <a:lnTo>
                  <a:pt x="23442" y="48743"/>
                </a:lnTo>
                <a:lnTo>
                  <a:pt x="23442" y="50909"/>
                </a:lnTo>
                <a:lnTo>
                  <a:pt x="23442" y="53076"/>
                </a:lnTo>
                <a:lnTo>
                  <a:pt x="23442" y="55242"/>
                </a:lnTo>
                <a:lnTo>
                  <a:pt x="23442" y="57408"/>
                </a:lnTo>
                <a:lnTo>
                  <a:pt x="23442" y="59574"/>
                </a:lnTo>
                <a:lnTo>
                  <a:pt x="23442" y="61740"/>
                </a:lnTo>
                <a:lnTo>
                  <a:pt x="23442" y="63907"/>
                </a:lnTo>
                <a:lnTo>
                  <a:pt x="23442" y="66073"/>
                </a:lnTo>
                <a:lnTo>
                  <a:pt x="23442" y="68239"/>
                </a:lnTo>
                <a:lnTo>
                  <a:pt x="23442" y="70405"/>
                </a:lnTo>
                <a:lnTo>
                  <a:pt x="23442" y="72571"/>
                </a:lnTo>
                <a:lnTo>
                  <a:pt x="23442" y="74737"/>
                </a:lnTo>
                <a:lnTo>
                  <a:pt x="23442" y="76904"/>
                </a:lnTo>
                <a:lnTo>
                  <a:pt x="23442" y="79070"/>
                </a:lnTo>
                <a:lnTo>
                  <a:pt x="23442" y="81236"/>
                </a:lnTo>
                <a:lnTo>
                  <a:pt x="23442" y="83402"/>
                </a:lnTo>
                <a:lnTo>
                  <a:pt x="23442" y="85568"/>
                </a:lnTo>
                <a:lnTo>
                  <a:pt x="23442" y="87735"/>
                </a:lnTo>
                <a:lnTo>
                  <a:pt x="23442" y="89901"/>
                </a:lnTo>
                <a:lnTo>
                  <a:pt x="23442" y="92067"/>
                </a:lnTo>
                <a:lnTo>
                  <a:pt x="23442" y="94233"/>
                </a:lnTo>
                <a:lnTo>
                  <a:pt x="23442" y="96399"/>
                </a:lnTo>
                <a:lnTo>
                  <a:pt x="23442" y="98565"/>
                </a:lnTo>
                <a:lnTo>
                  <a:pt x="23442" y="100732"/>
                </a:lnTo>
                <a:lnTo>
                  <a:pt x="23442" y="102898"/>
                </a:lnTo>
                <a:lnTo>
                  <a:pt x="23442" y="105064"/>
                </a:lnTo>
                <a:lnTo>
                  <a:pt x="23442" y="107230"/>
                </a:lnTo>
                <a:lnTo>
                  <a:pt x="23442" y="109396"/>
                </a:lnTo>
                <a:lnTo>
                  <a:pt x="23442" y="111563"/>
                </a:lnTo>
                <a:lnTo>
                  <a:pt x="23442" y="113729"/>
                </a:lnTo>
                <a:lnTo>
                  <a:pt x="23442" y="115895"/>
                </a:lnTo>
                <a:lnTo>
                  <a:pt x="23442" y="118061"/>
                </a:lnTo>
                <a:lnTo>
                  <a:pt x="23442" y="120227"/>
                </a:lnTo>
                <a:lnTo>
                  <a:pt x="23442" y="122393"/>
                </a:lnTo>
                <a:lnTo>
                  <a:pt x="23442" y="124560"/>
                </a:lnTo>
                <a:lnTo>
                  <a:pt x="23442" y="126726"/>
                </a:lnTo>
                <a:lnTo>
                  <a:pt x="23442" y="128892"/>
                </a:lnTo>
                <a:lnTo>
                  <a:pt x="23442" y="131058"/>
                </a:lnTo>
                <a:lnTo>
                  <a:pt x="23442" y="133224"/>
                </a:lnTo>
                <a:lnTo>
                  <a:pt x="23442" y="135391"/>
                </a:lnTo>
                <a:lnTo>
                  <a:pt x="23442" y="137557"/>
                </a:lnTo>
                <a:lnTo>
                  <a:pt x="23442" y="139723"/>
                </a:lnTo>
                <a:lnTo>
                  <a:pt x="23442" y="141889"/>
                </a:lnTo>
                <a:lnTo>
                  <a:pt x="23442" y="144055"/>
                </a:lnTo>
                <a:lnTo>
                  <a:pt x="23442" y="146221"/>
                </a:lnTo>
                <a:lnTo>
                  <a:pt x="23442" y="148388"/>
                </a:lnTo>
                <a:lnTo>
                  <a:pt x="23442" y="150554"/>
                </a:lnTo>
                <a:lnTo>
                  <a:pt x="23442" y="152720"/>
                </a:lnTo>
                <a:lnTo>
                  <a:pt x="23442" y="154886"/>
                </a:lnTo>
                <a:lnTo>
                  <a:pt x="23442" y="157052"/>
                </a:lnTo>
                <a:lnTo>
                  <a:pt x="23442" y="159218"/>
                </a:lnTo>
                <a:lnTo>
                  <a:pt x="23442" y="161385"/>
                </a:lnTo>
                <a:lnTo>
                  <a:pt x="23442" y="163551"/>
                </a:lnTo>
                <a:lnTo>
                  <a:pt x="23442" y="165717"/>
                </a:lnTo>
                <a:lnTo>
                  <a:pt x="23442" y="167883"/>
                </a:lnTo>
                <a:lnTo>
                  <a:pt x="23442" y="170049"/>
                </a:lnTo>
                <a:lnTo>
                  <a:pt x="23442" y="172216"/>
                </a:lnTo>
                <a:lnTo>
                  <a:pt x="23442" y="174382"/>
                </a:lnTo>
                <a:lnTo>
                  <a:pt x="23442" y="176548"/>
                </a:lnTo>
                <a:lnTo>
                  <a:pt x="23442" y="178714"/>
                </a:lnTo>
                <a:lnTo>
                  <a:pt x="23442" y="180880"/>
                </a:lnTo>
                <a:lnTo>
                  <a:pt x="23442" y="183046"/>
                </a:lnTo>
                <a:lnTo>
                  <a:pt x="23442" y="185213"/>
                </a:lnTo>
                <a:lnTo>
                  <a:pt x="23442" y="187379"/>
                </a:lnTo>
                <a:lnTo>
                  <a:pt x="23442" y="189545"/>
                </a:lnTo>
                <a:lnTo>
                  <a:pt x="23442" y="191711"/>
                </a:lnTo>
                <a:lnTo>
                  <a:pt x="23442" y="193877"/>
                </a:lnTo>
                <a:lnTo>
                  <a:pt x="23442" y="196044"/>
                </a:lnTo>
                <a:lnTo>
                  <a:pt x="23442" y="198210"/>
                </a:lnTo>
                <a:lnTo>
                  <a:pt x="23442" y="200376"/>
                </a:lnTo>
                <a:lnTo>
                  <a:pt x="23442" y="202542"/>
                </a:lnTo>
                <a:lnTo>
                  <a:pt x="23442" y="204708"/>
                </a:lnTo>
                <a:lnTo>
                  <a:pt x="23442" y="206874"/>
                </a:lnTo>
                <a:lnTo>
                  <a:pt x="23442" y="209041"/>
                </a:lnTo>
                <a:lnTo>
                  <a:pt x="23442" y="211207"/>
                </a:lnTo>
                <a:lnTo>
                  <a:pt x="23442" y="213373"/>
                </a:lnTo>
                <a:lnTo>
                  <a:pt x="23442" y="215539"/>
                </a:lnTo>
                <a:lnTo>
                  <a:pt x="23442" y="217705"/>
                </a:lnTo>
                <a:lnTo>
                  <a:pt x="23442" y="219872"/>
                </a:lnTo>
                <a:lnTo>
                  <a:pt x="23442" y="222038"/>
                </a:lnTo>
                <a:lnTo>
                  <a:pt x="23442" y="224204"/>
                </a:lnTo>
                <a:lnTo>
                  <a:pt x="23442" y="226370"/>
                </a:lnTo>
                <a:lnTo>
                  <a:pt x="23442" y="228536"/>
                </a:lnTo>
                <a:lnTo>
                  <a:pt x="23442" y="230702"/>
                </a:lnTo>
                <a:lnTo>
                  <a:pt x="23442" y="232869"/>
                </a:lnTo>
                <a:lnTo>
                  <a:pt x="23442" y="235035"/>
                </a:lnTo>
                <a:lnTo>
                  <a:pt x="23442" y="237201"/>
                </a:lnTo>
                <a:lnTo>
                  <a:pt x="23442" y="239367"/>
                </a:lnTo>
                <a:lnTo>
                  <a:pt x="23442" y="241533"/>
                </a:lnTo>
                <a:lnTo>
                  <a:pt x="23442" y="243699"/>
                </a:lnTo>
                <a:lnTo>
                  <a:pt x="23442" y="245866"/>
                </a:lnTo>
                <a:lnTo>
                  <a:pt x="23442" y="248032"/>
                </a:lnTo>
                <a:lnTo>
                  <a:pt x="23442" y="250198"/>
                </a:lnTo>
                <a:lnTo>
                  <a:pt x="23442" y="252364"/>
                </a:lnTo>
                <a:lnTo>
                  <a:pt x="23442" y="254530"/>
                </a:lnTo>
                <a:lnTo>
                  <a:pt x="23442" y="256697"/>
                </a:lnTo>
                <a:lnTo>
                  <a:pt x="23442" y="258863"/>
                </a:lnTo>
                <a:lnTo>
                  <a:pt x="23442" y="261029"/>
                </a:lnTo>
                <a:lnTo>
                  <a:pt x="23442" y="263195"/>
                </a:lnTo>
                <a:lnTo>
                  <a:pt x="23442" y="265361"/>
                </a:lnTo>
                <a:lnTo>
                  <a:pt x="23442" y="267527"/>
                </a:lnTo>
                <a:lnTo>
                  <a:pt x="23442" y="269694"/>
                </a:lnTo>
                <a:lnTo>
                  <a:pt x="23442" y="271860"/>
                </a:lnTo>
                <a:lnTo>
                  <a:pt x="23442" y="274026"/>
                </a:lnTo>
                <a:lnTo>
                  <a:pt x="23442" y="276192"/>
                </a:lnTo>
                <a:lnTo>
                  <a:pt x="23442" y="278358"/>
                </a:lnTo>
                <a:lnTo>
                  <a:pt x="23442" y="280525"/>
                </a:lnTo>
                <a:lnTo>
                  <a:pt x="23442" y="282691"/>
                </a:lnTo>
                <a:lnTo>
                  <a:pt x="23442" y="284857"/>
                </a:lnTo>
                <a:lnTo>
                  <a:pt x="23442" y="287023"/>
                </a:lnTo>
                <a:lnTo>
                  <a:pt x="23442" y="289189"/>
                </a:lnTo>
                <a:lnTo>
                  <a:pt x="23442" y="291355"/>
                </a:lnTo>
                <a:lnTo>
                  <a:pt x="22191" y="293356"/>
                </a:lnTo>
                <a:lnTo>
                  <a:pt x="21158" y="293522"/>
                </a:lnTo>
                <a:lnTo>
                  <a:pt x="20025" y="293705"/>
                </a:lnTo>
                <a:lnTo>
                  <a:pt x="17859" y="293807"/>
                </a:lnTo>
                <a:lnTo>
                  <a:pt x="16137" y="293522"/>
                </a:lnTo>
                <a:lnTo>
                  <a:pt x="15693" y="293448"/>
                </a:lnTo>
                <a:lnTo>
                  <a:pt x="15287" y="293522"/>
                </a:lnTo>
                <a:lnTo>
                  <a:pt x="13528" y="293813"/>
                </a:lnTo>
                <a:lnTo>
                  <a:pt x="11362" y="293729"/>
                </a:lnTo>
                <a:lnTo>
                  <a:pt x="9196" y="293627"/>
                </a:lnTo>
                <a:lnTo>
                  <a:pt x="7030" y="293743"/>
                </a:lnTo>
                <a:lnTo>
                  <a:pt x="4864" y="293895"/>
                </a:lnTo>
                <a:lnTo>
                  <a:pt x="2891" y="293522"/>
                </a:lnTo>
                <a:lnTo>
                  <a:pt x="2698" y="293479"/>
                </a:lnTo>
                <a:lnTo>
                  <a:pt x="532" y="292123"/>
                </a:lnTo>
                <a:lnTo>
                  <a:pt x="50" y="291355"/>
                </a:lnTo>
                <a:lnTo>
                  <a:pt x="50" y="289189"/>
                </a:lnTo>
                <a:lnTo>
                  <a:pt x="50" y="287023"/>
                </a:lnTo>
                <a:lnTo>
                  <a:pt x="50" y="284857"/>
                </a:lnTo>
                <a:lnTo>
                  <a:pt x="50" y="282691"/>
                </a:lnTo>
                <a:lnTo>
                  <a:pt x="50" y="280525"/>
                </a:lnTo>
                <a:lnTo>
                  <a:pt x="50" y="278358"/>
                </a:lnTo>
                <a:lnTo>
                  <a:pt x="50" y="276192"/>
                </a:lnTo>
                <a:lnTo>
                  <a:pt x="50" y="274026"/>
                </a:lnTo>
                <a:lnTo>
                  <a:pt x="50" y="271860"/>
                </a:lnTo>
                <a:lnTo>
                  <a:pt x="50" y="269694"/>
                </a:lnTo>
                <a:lnTo>
                  <a:pt x="50" y="267527"/>
                </a:lnTo>
                <a:lnTo>
                  <a:pt x="50" y="265361"/>
                </a:lnTo>
                <a:lnTo>
                  <a:pt x="50" y="263195"/>
                </a:lnTo>
                <a:lnTo>
                  <a:pt x="50" y="261029"/>
                </a:lnTo>
                <a:lnTo>
                  <a:pt x="50" y="258863"/>
                </a:lnTo>
                <a:lnTo>
                  <a:pt x="50" y="256697"/>
                </a:lnTo>
                <a:lnTo>
                  <a:pt x="50" y="254530"/>
                </a:lnTo>
                <a:lnTo>
                  <a:pt x="50" y="252364"/>
                </a:lnTo>
                <a:lnTo>
                  <a:pt x="50" y="250198"/>
                </a:lnTo>
                <a:lnTo>
                  <a:pt x="50" y="248032"/>
                </a:lnTo>
                <a:lnTo>
                  <a:pt x="50" y="245866"/>
                </a:lnTo>
                <a:lnTo>
                  <a:pt x="50" y="243699"/>
                </a:lnTo>
                <a:lnTo>
                  <a:pt x="50" y="241533"/>
                </a:lnTo>
                <a:lnTo>
                  <a:pt x="50" y="239367"/>
                </a:lnTo>
                <a:lnTo>
                  <a:pt x="50" y="237201"/>
                </a:lnTo>
                <a:lnTo>
                  <a:pt x="50" y="235035"/>
                </a:lnTo>
                <a:lnTo>
                  <a:pt x="50" y="232869"/>
                </a:lnTo>
                <a:lnTo>
                  <a:pt x="50" y="230702"/>
                </a:lnTo>
                <a:lnTo>
                  <a:pt x="50" y="228536"/>
                </a:lnTo>
                <a:lnTo>
                  <a:pt x="50" y="226370"/>
                </a:lnTo>
                <a:lnTo>
                  <a:pt x="50" y="224204"/>
                </a:lnTo>
                <a:lnTo>
                  <a:pt x="50" y="222038"/>
                </a:lnTo>
                <a:lnTo>
                  <a:pt x="50" y="219872"/>
                </a:lnTo>
                <a:lnTo>
                  <a:pt x="50" y="217705"/>
                </a:lnTo>
                <a:lnTo>
                  <a:pt x="50" y="215539"/>
                </a:lnTo>
                <a:lnTo>
                  <a:pt x="50" y="213373"/>
                </a:lnTo>
                <a:lnTo>
                  <a:pt x="50" y="211207"/>
                </a:lnTo>
                <a:lnTo>
                  <a:pt x="50" y="209041"/>
                </a:lnTo>
                <a:lnTo>
                  <a:pt x="50" y="206874"/>
                </a:lnTo>
                <a:lnTo>
                  <a:pt x="50" y="204708"/>
                </a:lnTo>
                <a:lnTo>
                  <a:pt x="50" y="202542"/>
                </a:lnTo>
                <a:lnTo>
                  <a:pt x="50" y="200376"/>
                </a:lnTo>
                <a:lnTo>
                  <a:pt x="50" y="198210"/>
                </a:lnTo>
                <a:lnTo>
                  <a:pt x="50" y="196044"/>
                </a:lnTo>
                <a:lnTo>
                  <a:pt x="50" y="193877"/>
                </a:lnTo>
                <a:lnTo>
                  <a:pt x="50" y="191711"/>
                </a:lnTo>
                <a:lnTo>
                  <a:pt x="50" y="189545"/>
                </a:lnTo>
                <a:lnTo>
                  <a:pt x="50" y="187379"/>
                </a:lnTo>
                <a:lnTo>
                  <a:pt x="50" y="185213"/>
                </a:lnTo>
                <a:lnTo>
                  <a:pt x="50" y="183046"/>
                </a:lnTo>
                <a:lnTo>
                  <a:pt x="50" y="180880"/>
                </a:lnTo>
                <a:lnTo>
                  <a:pt x="50" y="178714"/>
                </a:lnTo>
                <a:lnTo>
                  <a:pt x="50" y="176548"/>
                </a:lnTo>
                <a:lnTo>
                  <a:pt x="50" y="174382"/>
                </a:lnTo>
                <a:lnTo>
                  <a:pt x="50" y="172216"/>
                </a:lnTo>
                <a:lnTo>
                  <a:pt x="50" y="170049"/>
                </a:lnTo>
                <a:lnTo>
                  <a:pt x="50" y="167883"/>
                </a:lnTo>
                <a:lnTo>
                  <a:pt x="50" y="165717"/>
                </a:lnTo>
                <a:lnTo>
                  <a:pt x="50" y="163551"/>
                </a:lnTo>
                <a:lnTo>
                  <a:pt x="50" y="161385"/>
                </a:lnTo>
                <a:lnTo>
                  <a:pt x="50" y="159218"/>
                </a:lnTo>
                <a:lnTo>
                  <a:pt x="50" y="157052"/>
                </a:lnTo>
                <a:lnTo>
                  <a:pt x="50" y="154886"/>
                </a:lnTo>
                <a:lnTo>
                  <a:pt x="50" y="152720"/>
                </a:lnTo>
                <a:lnTo>
                  <a:pt x="50" y="150554"/>
                </a:lnTo>
                <a:lnTo>
                  <a:pt x="50" y="148388"/>
                </a:lnTo>
                <a:lnTo>
                  <a:pt x="50" y="146221"/>
                </a:lnTo>
                <a:lnTo>
                  <a:pt x="50" y="144055"/>
                </a:lnTo>
                <a:lnTo>
                  <a:pt x="50" y="141889"/>
                </a:lnTo>
                <a:lnTo>
                  <a:pt x="50" y="139723"/>
                </a:lnTo>
                <a:lnTo>
                  <a:pt x="50" y="137557"/>
                </a:lnTo>
                <a:lnTo>
                  <a:pt x="50" y="135391"/>
                </a:lnTo>
                <a:lnTo>
                  <a:pt x="50" y="133224"/>
                </a:lnTo>
                <a:lnTo>
                  <a:pt x="50" y="131058"/>
                </a:lnTo>
                <a:lnTo>
                  <a:pt x="50" y="128892"/>
                </a:lnTo>
                <a:lnTo>
                  <a:pt x="50" y="126726"/>
                </a:lnTo>
                <a:lnTo>
                  <a:pt x="50" y="124560"/>
                </a:lnTo>
                <a:lnTo>
                  <a:pt x="50" y="122393"/>
                </a:lnTo>
                <a:lnTo>
                  <a:pt x="50" y="120227"/>
                </a:lnTo>
                <a:lnTo>
                  <a:pt x="50" y="118061"/>
                </a:lnTo>
                <a:lnTo>
                  <a:pt x="50" y="115895"/>
                </a:lnTo>
                <a:lnTo>
                  <a:pt x="50" y="113729"/>
                </a:lnTo>
                <a:lnTo>
                  <a:pt x="50" y="111563"/>
                </a:lnTo>
                <a:lnTo>
                  <a:pt x="50" y="109396"/>
                </a:lnTo>
                <a:lnTo>
                  <a:pt x="50" y="107230"/>
                </a:lnTo>
                <a:lnTo>
                  <a:pt x="50" y="105064"/>
                </a:lnTo>
                <a:lnTo>
                  <a:pt x="50" y="102898"/>
                </a:lnTo>
                <a:lnTo>
                  <a:pt x="50" y="100732"/>
                </a:lnTo>
                <a:lnTo>
                  <a:pt x="50" y="98565"/>
                </a:lnTo>
                <a:lnTo>
                  <a:pt x="50" y="96399"/>
                </a:lnTo>
                <a:lnTo>
                  <a:pt x="50" y="94233"/>
                </a:lnTo>
                <a:lnTo>
                  <a:pt x="50" y="92067"/>
                </a:lnTo>
                <a:lnTo>
                  <a:pt x="50" y="89901"/>
                </a:lnTo>
                <a:lnTo>
                  <a:pt x="50" y="87735"/>
                </a:lnTo>
                <a:lnTo>
                  <a:pt x="50" y="85568"/>
                </a:lnTo>
                <a:lnTo>
                  <a:pt x="50" y="83402"/>
                </a:lnTo>
                <a:lnTo>
                  <a:pt x="50" y="81236"/>
                </a:lnTo>
                <a:lnTo>
                  <a:pt x="50" y="79070"/>
                </a:lnTo>
                <a:lnTo>
                  <a:pt x="50" y="76904"/>
                </a:lnTo>
                <a:lnTo>
                  <a:pt x="50" y="74737"/>
                </a:lnTo>
                <a:lnTo>
                  <a:pt x="50" y="72571"/>
                </a:lnTo>
                <a:lnTo>
                  <a:pt x="50" y="70405"/>
                </a:lnTo>
                <a:lnTo>
                  <a:pt x="50" y="68239"/>
                </a:lnTo>
                <a:lnTo>
                  <a:pt x="50" y="66073"/>
                </a:lnTo>
                <a:lnTo>
                  <a:pt x="50" y="63907"/>
                </a:lnTo>
                <a:lnTo>
                  <a:pt x="50" y="61740"/>
                </a:lnTo>
                <a:lnTo>
                  <a:pt x="50" y="59574"/>
                </a:lnTo>
                <a:lnTo>
                  <a:pt x="50" y="57408"/>
                </a:lnTo>
                <a:lnTo>
                  <a:pt x="50" y="55242"/>
                </a:lnTo>
                <a:lnTo>
                  <a:pt x="50" y="53076"/>
                </a:lnTo>
                <a:lnTo>
                  <a:pt x="50" y="50909"/>
                </a:lnTo>
                <a:lnTo>
                  <a:pt x="50" y="48743"/>
                </a:lnTo>
                <a:lnTo>
                  <a:pt x="50" y="46577"/>
                </a:lnTo>
                <a:lnTo>
                  <a:pt x="50" y="44411"/>
                </a:lnTo>
                <a:lnTo>
                  <a:pt x="50" y="42245"/>
                </a:lnTo>
                <a:lnTo>
                  <a:pt x="50" y="40079"/>
                </a:lnTo>
                <a:lnTo>
                  <a:pt x="50" y="37912"/>
                </a:lnTo>
                <a:lnTo>
                  <a:pt x="50" y="35746"/>
                </a:lnTo>
                <a:lnTo>
                  <a:pt x="50" y="33580"/>
                </a:lnTo>
                <a:lnTo>
                  <a:pt x="50" y="31414"/>
                </a:lnTo>
                <a:lnTo>
                  <a:pt x="50" y="29248"/>
                </a:lnTo>
                <a:lnTo>
                  <a:pt x="50" y="27082"/>
                </a:lnTo>
                <a:lnTo>
                  <a:pt x="50" y="24915"/>
                </a:lnTo>
                <a:lnTo>
                  <a:pt x="50" y="22749"/>
                </a:lnTo>
                <a:lnTo>
                  <a:pt x="50" y="20583"/>
                </a:lnTo>
                <a:lnTo>
                  <a:pt x="50" y="18417"/>
                </a:lnTo>
                <a:lnTo>
                  <a:pt x="50" y="16251"/>
                </a:lnTo>
                <a:lnTo>
                  <a:pt x="103" y="14084"/>
                </a:lnTo>
                <a:lnTo>
                  <a:pt x="0" y="11918"/>
                </a:lnTo>
                <a:lnTo>
                  <a:pt x="15" y="9752"/>
                </a:lnTo>
                <a:lnTo>
                  <a:pt x="100" y="7586"/>
                </a:lnTo>
                <a:lnTo>
                  <a:pt x="159" y="5420"/>
                </a:lnTo>
                <a:lnTo>
                  <a:pt x="71" y="3254"/>
                </a:lnTo>
                <a:lnTo>
                  <a:pt x="85" y="10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fog-math-13-glyph-1">
            <a:extLst xmlns:a="http://schemas.openxmlformats.org/drawingml/2006/main">
              <a:ext uri="{FF2B5EF4-FFF2-40B4-BE49-F238E27FC236}">
                <a16:creationId xmlns:a16="http://schemas.microsoft.com/office/drawing/2014/main" id="{5698F2C1-6085-460A-96C5-10CFC99F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8984" y="1737546"/>
            <a:ext cx="86687" cy="285590"/>
          </a:xfrm>
          <a:custGeom xmlns:a="http://schemas.openxmlformats.org/drawingml/2006/main">
            <a:pathLst>
              <a:path w="86687" h="285590">
                <a:moveTo>
                  <a:pt x="80900" y="713"/>
                </a:moveTo>
                <a:lnTo>
                  <a:pt x="81790" y="0"/>
                </a:lnTo>
                <a:lnTo>
                  <a:pt x="83811" y="713"/>
                </a:lnTo>
                <a:lnTo>
                  <a:pt x="83956" y="792"/>
                </a:lnTo>
                <a:lnTo>
                  <a:pt x="85173" y="2879"/>
                </a:lnTo>
                <a:lnTo>
                  <a:pt x="86122" y="4606"/>
                </a:lnTo>
                <a:lnTo>
                  <a:pt x="86459" y="5045"/>
                </a:lnTo>
                <a:lnTo>
                  <a:pt x="86122" y="5752"/>
                </a:lnTo>
                <a:lnTo>
                  <a:pt x="85526" y="7211"/>
                </a:lnTo>
                <a:lnTo>
                  <a:pt x="83956" y="8635"/>
                </a:lnTo>
                <a:lnTo>
                  <a:pt x="83206" y="9377"/>
                </a:lnTo>
                <a:lnTo>
                  <a:pt x="81790" y="10871"/>
                </a:lnTo>
                <a:lnTo>
                  <a:pt x="81062" y="11543"/>
                </a:lnTo>
                <a:lnTo>
                  <a:pt x="79625" y="12863"/>
                </a:lnTo>
                <a:lnTo>
                  <a:pt x="78729" y="13710"/>
                </a:lnTo>
                <a:lnTo>
                  <a:pt x="77459" y="14924"/>
                </a:lnTo>
                <a:lnTo>
                  <a:pt x="76469" y="15876"/>
                </a:lnTo>
                <a:lnTo>
                  <a:pt x="75293" y="16874"/>
                </a:lnTo>
                <a:lnTo>
                  <a:pt x="74090" y="18042"/>
                </a:lnTo>
                <a:lnTo>
                  <a:pt x="73127" y="18977"/>
                </a:lnTo>
                <a:lnTo>
                  <a:pt x="71748" y="20208"/>
                </a:lnTo>
                <a:lnTo>
                  <a:pt x="70961" y="21046"/>
                </a:lnTo>
                <a:lnTo>
                  <a:pt x="69691" y="22374"/>
                </a:lnTo>
                <a:lnTo>
                  <a:pt x="68795" y="23302"/>
                </a:lnTo>
                <a:lnTo>
                  <a:pt x="67749" y="24541"/>
                </a:lnTo>
                <a:lnTo>
                  <a:pt x="66629" y="25683"/>
                </a:lnTo>
                <a:lnTo>
                  <a:pt x="65662" y="26707"/>
                </a:lnTo>
                <a:lnTo>
                  <a:pt x="64463" y="28094"/>
                </a:lnTo>
                <a:lnTo>
                  <a:pt x="63705" y="28873"/>
                </a:lnTo>
                <a:lnTo>
                  <a:pt x="62297" y="30437"/>
                </a:lnTo>
                <a:lnTo>
                  <a:pt x="61692" y="31039"/>
                </a:lnTo>
                <a:lnTo>
                  <a:pt x="60131" y="33129"/>
                </a:lnTo>
                <a:lnTo>
                  <a:pt x="60057" y="33205"/>
                </a:lnTo>
                <a:lnTo>
                  <a:pt x="58200" y="35371"/>
                </a:lnTo>
                <a:lnTo>
                  <a:pt x="57965" y="35636"/>
                </a:lnTo>
                <a:lnTo>
                  <a:pt x="56674" y="37538"/>
                </a:lnTo>
                <a:lnTo>
                  <a:pt x="55799" y="38714"/>
                </a:lnTo>
                <a:lnTo>
                  <a:pt x="55079" y="39704"/>
                </a:lnTo>
                <a:lnTo>
                  <a:pt x="53633" y="41845"/>
                </a:lnTo>
                <a:lnTo>
                  <a:pt x="53606" y="41870"/>
                </a:lnTo>
                <a:lnTo>
                  <a:pt x="52297" y="44036"/>
                </a:lnTo>
                <a:lnTo>
                  <a:pt x="51467" y="44993"/>
                </a:lnTo>
                <a:lnTo>
                  <a:pt x="50518" y="46202"/>
                </a:lnTo>
                <a:lnTo>
                  <a:pt x="49301" y="48084"/>
                </a:lnTo>
                <a:lnTo>
                  <a:pt x="49027" y="48369"/>
                </a:lnTo>
                <a:lnTo>
                  <a:pt x="47941" y="50535"/>
                </a:lnTo>
                <a:lnTo>
                  <a:pt x="47135" y="51886"/>
                </a:lnTo>
                <a:lnTo>
                  <a:pt x="46566" y="52701"/>
                </a:lnTo>
                <a:lnTo>
                  <a:pt x="45813" y="54867"/>
                </a:lnTo>
                <a:lnTo>
                  <a:pt x="44969" y="56232"/>
                </a:lnTo>
                <a:lnTo>
                  <a:pt x="44400" y="57033"/>
                </a:lnTo>
                <a:lnTo>
                  <a:pt x="43579" y="59199"/>
                </a:lnTo>
                <a:lnTo>
                  <a:pt x="42803" y="60682"/>
                </a:lnTo>
                <a:lnTo>
                  <a:pt x="42364" y="61366"/>
                </a:lnTo>
                <a:lnTo>
                  <a:pt x="41525" y="63532"/>
                </a:lnTo>
                <a:lnTo>
                  <a:pt x="40638" y="65323"/>
                </a:lnTo>
                <a:lnTo>
                  <a:pt x="40363" y="65698"/>
                </a:lnTo>
                <a:lnTo>
                  <a:pt x="39657" y="67864"/>
                </a:lnTo>
                <a:lnTo>
                  <a:pt x="39277" y="70030"/>
                </a:lnTo>
                <a:lnTo>
                  <a:pt x="38472" y="71789"/>
                </a:lnTo>
                <a:lnTo>
                  <a:pt x="38210" y="72196"/>
                </a:lnTo>
                <a:lnTo>
                  <a:pt x="37608" y="74363"/>
                </a:lnTo>
                <a:lnTo>
                  <a:pt x="37148" y="76529"/>
                </a:lnTo>
                <a:lnTo>
                  <a:pt x="36306" y="78680"/>
                </a:lnTo>
                <a:lnTo>
                  <a:pt x="36297" y="78695"/>
                </a:lnTo>
                <a:lnTo>
                  <a:pt x="35407" y="80861"/>
                </a:lnTo>
                <a:lnTo>
                  <a:pt x="35194" y="83027"/>
                </a:lnTo>
                <a:lnTo>
                  <a:pt x="34939" y="85194"/>
                </a:lnTo>
                <a:lnTo>
                  <a:pt x="34558" y="87360"/>
                </a:lnTo>
                <a:lnTo>
                  <a:pt x="34140" y="88561"/>
                </a:lnTo>
                <a:lnTo>
                  <a:pt x="33791" y="89526"/>
                </a:lnTo>
                <a:lnTo>
                  <a:pt x="33308" y="91692"/>
                </a:lnTo>
                <a:lnTo>
                  <a:pt x="33052" y="93858"/>
                </a:lnTo>
                <a:lnTo>
                  <a:pt x="32896" y="96024"/>
                </a:lnTo>
                <a:lnTo>
                  <a:pt x="32320" y="98191"/>
                </a:lnTo>
                <a:lnTo>
                  <a:pt x="32096" y="100357"/>
                </a:lnTo>
                <a:lnTo>
                  <a:pt x="31974" y="101034"/>
                </a:lnTo>
                <a:lnTo>
                  <a:pt x="31726" y="102523"/>
                </a:lnTo>
                <a:lnTo>
                  <a:pt x="31442" y="104689"/>
                </a:lnTo>
                <a:lnTo>
                  <a:pt x="31239" y="106855"/>
                </a:lnTo>
                <a:lnTo>
                  <a:pt x="31080" y="109022"/>
                </a:lnTo>
                <a:lnTo>
                  <a:pt x="30949" y="111188"/>
                </a:lnTo>
                <a:lnTo>
                  <a:pt x="30869" y="113354"/>
                </a:lnTo>
                <a:lnTo>
                  <a:pt x="30718" y="115520"/>
                </a:lnTo>
                <a:lnTo>
                  <a:pt x="30633" y="117686"/>
                </a:lnTo>
                <a:lnTo>
                  <a:pt x="30535" y="119852"/>
                </a:lnTo>
                <a:lnTo>
                  <a:pt x="30456" y="122019"/>
                </a:lnTo>
                <a:lnTo>
                  <a:pt x="30414" y="124185"/>
                </a:lnTo>
                <a:lnTo>
                  <a:pt x="30375" y="126351"/>
                </a:lnTo>
                <a:lnTo>
                  <a:pt x="30296" y="128517"/>
                </a:lnTo>
                <a:lnTo>
                  <a:pt x="30215" y="130683"/>
                </a:lnTo>
                <a:lnTo>
                  <a:pt x="30073" y="132850"/>
                </a:lnTo>
                <a:lnTo>
                  <a:pt x="30043" y="135016"/>
                </a:lnTo>
                <a:lnTo>
                  <a:pt x="29987" y="137182"/>
                </a:lnTo>
                <a:lnTo>
                  <a:pt x="29943" y="139348"/>
                </a:lnTo>
                <a:lnTo>
                  <a:pt x="29943" y="141514"/>
                </a:lnTo>
                <a:lnTo>
                  <a:pt x="29987" y="143680"/>
                </a:lnTo>
                <a:lnTo>
                  <a:pt x="30043" y="145847"/>
                </a:lnTo>
                <a:lnTo>
                  <a:pt x="30073" y="148013"/>
                </a:lnTo>
                <a:lnTo>
                  <a:pt x="30145" y="150179"/>
                </a:lnTo>
                <a:lnTo>
                  <a:pt x="30231" y="152345"/>
                </a:lnTo>
                <a:lnTo>
                  <a:pt x="30316" y="154511"/>
                </a:lnTo>
                <a:lnTo>
                  <a:pt x="30359" y="156678"/>
                </a:lnTo>
                <a:lnTo>
                  <a:pt x="30396" y="158844"/>
                </a:lnTo>
                <a:lnTo>
                  <a:pt x="30481" y="161010"/>
                </a:lnTo>
                <a:lnTo>
                  <a:pt x="30586" y="163176"/>
                </a:lnTo>
                <a:lnTo>
                  <a:pt x="30682" y="165342"/>
                </a:lnTo>
                <a:lnTo>
                  <a:pt x="30869" y="167508"/>
                </a:lnTo>
                <a:lnTo>
                  <a:pt x="30913" y="169675"/>
                </a:lnTo>
                <a:lnTo>
                  <a:pt x="31031" y="171841"/>
                </a:lnTo>
                <a:lnTo>
                  <a:pt x="31185" y="174007"/>
                </a:lnTo>
                <a:lnTo>
                  <a:pt x="31379" y="176173"/>
                </a:lnTo>
                <a:lnTo>
                  <a:pt x="31632" y="178339"/>
                </a:lnTo>
                <a:lnTo>
                  <a:pt x="31965" y="180505"/>
                </a:lnTo>
                <a:lnTo>
                  <a:pt x="31974" y="180583"/>
                </a:lnTo>
                <a:lnTo>
                  <a:pt x="32181" y="182672"/>
                </a:lnTo>
                <a:lnTo>
                  <a:pt x="32806" y="184838"/>
                </a:lnTo>
                <a:lnTo>
                  <a:pt x="32920" y="187004"/>
                </a:lnTo>
                <a:lnTo>
                  <a:pt x="33165" y="189170"/>
                </a:lnTo>
                <a:lnTo>
                  <a:pt x="33455" y="191336"/>
                </a:lnTo>
                <a:lnTo>
                  <a:pt x="33903" y="193503"/>
                </a:lnTo>
                <a:lnTo>
                  <a:pt x="34140" y="194161"/>
                </a:lnTo>
                <a:lnTo>
                  <a:pt x="34611" y="195669"/>
                </a:lnTo>
                <a:lnTo>
                  <a:pt x="35022" y="197835"/>
                </a:lnTo>
                <a:lnTo>
                  <a:pt x="35214" y="200001"/>
                </a:lnTo>
                <a:lnTo>
                  <a:pt x="35492" y="202167"/>
                </a:lnTo>
                <a:lnTo>
                  <a:pt x="36306" y="204047"/>
                </a:lnTo>
                <a:lnTo>
                  <a:pt x="36492" y="204333"/>
                </a:lnTo>
                <a:lnTo>
                  <a:pt x="37232" y="206500"/>
                </a:lnTo>
                <a:lnTo>
                  <a:pt x="37553" y="208666"/>
                </a:lnTo>
                <a:lnTo>
                  <a:pt x="38307" y="210832"/>
                </a:lnTo>
                <a:lnTo>
                  <a:pt x="38472" y="211135"/>
                </a:lnTo>
                <a:lnTo>
                  <a:pt x="39199" y="212998"/>
                </a:lnTo>
                <a:lnTo>
                  <a:pt x="39611" y="215164"/>
                </a:lnTo>
                <a:lnTo>
                  <a:pt x="40115" y="217331"/>
                </a:lnTo>
                <a:lnTo>
                  <a:pt x="40638" y="218150"/>
                </a:lnTo>
                <a:lnTo>
                  <a:pt x="41380" y="219497"/>
                </a:lnTo>
                <a:lnTo>
                  <a:pt x="42050" y="221663"/>
                </a:lnTo>
                <a:lnTo>
                  <a:pt x="42803" y="222980"/>
                </a:lnTo>
                <a:lnTo>
                  <a:pt x="43354" y="223829"/>
                </a:lnTo>
                <a:lnTo>
                  <a:pt x="44096" y="225995"/>
                </a:lnTo>
                <a:lnTo>
                  <a:pt x="44969" y="227718"/>
                </a:lnTo>
                <a:lnTo>
                  <a:pt x="45295" y="228161"/>
                </a:lnTo>
                <a:lnTo>
                  <a:pt x="46136" y="230328"/>
                </a:lnTo>
                <a:lnTo>
                  <a:pt x="47015" y="232494"/>
                </a:lnTo>
                <a:lnTo>
                  <a:pt x="47135" y="232628"/>
                </a:lnTo>
                <a:lnTo>
                  <a:pt x="48223" y="234660"/>
                </a:lnTo>
                <a:lnTo>
                  <a:pt x="49301" y="236193"/>
                </a:lnTo>
                <a:lnTo>
                  <a:pt x="49880" y="236826"/>
                </a:lnTo>
                <a:lnTo>
                  <a:pt x="50881" y="238992"/>
                </a:lnTo>
                <a:lnTo>
                  <a:pt x="51467" y="239691"/>
                </a:lnTo>
                <a:lnTo>
                  <a:pt x="52512" y="241159"/>
                </a:lnTo>
                <a:lnTo>
                  <a:pt x="53633" y="242853"/>
                </a:lnTo>
                <a:lnTo>
                  <a:pt x="54029" y="243325"/>
                </a:lnTo>
                <a:lnTo>
                  <a:pt x="55072" y="245491"/>
                </a:lnTo>
                <a:lnTo>
                  <a:pt x="55799" y="246422"/>
                </a:lnTo>
                <a:lnTo>
                  <a:pt x="56749" y="247657"/>
                </a:lnTo>
                <a:lnTo>
                  <a:pt x="57965" y="249756"/>
                </a:lnTo>
                <a:lnTo>
                  <a:pt x="58034" y="249823"/>
                </a:lnTo>
                <a:lnTo>
                  <a:pt x="59713" y="251989"/>
                </a:lnTo>
                <a:lnTo>
                  <a:pt x="60131" y="252408"/>
                </a:lnTo>
                <a:lnTo>
                  <a:pt x="61616" y="254156"/>
                </a:lnTo>
                <a:lnTo>
                  <a:pt x="62297" y="254901"/>
                </a:lnTo>
                <a:lnTo>
                  <a:pt x="63529" y="256322"/>
                </a:lnTo>
                <a:lnTo>
                  <a:pt x="64463" y="257295"/>
                </a:lnTo>
                <a:lnTo>
                  <a:pt x="65607" y="258488"/>
                </a:lnTo>
                <a:lnTo>
                  <a:pt x="66629" y="259756"/>
                </a:lnTo>
                <a:lnTo>
                  <a:pt x="67473" y="260654"/>
                </a:lnTo>
                <a:lnTo>
                  <a:pt x="68795" y="262125"/>
                </a:lnTo>
                <a:lnTo>
                  <a:pt x="69409" y="262820"/>
                </a:lnTo>
                <a:lnTo>
                  <a:pt x="70961" y="264638"/>
                </a:lnTo>
                <a:lnTo>
                  <a:pt x="71362" y="264986"/>
                </a:lnTo>
                <a:lnTo>
                  <a:pt x="73127" y="266635"/>
                </a:lnTo>
                <a:lnTo>
                  <a:pt x="73622" y="267153"/>
                </a:lnTo>
                <a:lnTo>
                  <a:pt x="75293" y="268524"/>
                </a:lnTo>
                <a:lnTo>
                  <a:pt x="76028" y="269319"/>
                </a:lnTo>
                <a:lnTo>
                  <a:pt x="77459" y="270677"/>
                </a:lnTo>
                <a:lnTo>
                  <a:pt x="78348" y="271485"/>
                </a:lnTo>
                <a:lnTo>
                  <a:pt x="79625" y="272651"/>
                </a:lnTo>
                <a:lnTo>
                  <a:pt x="80610" y="273651"/>
                </a:lnTo>
                <a:lnTo>
                  <a:pt x="81790" y="274696"/>
                </a:lnTo>
                <a:lnTo>
                  <a:pt x="82981" y="275817"/>
                </a:lnTo>
                <a:lnTo>
                  <a:pt x="83956" y="276780"/>
                </a:lnTo>
                <a:lnTo>
                  <a:pt x="85244" y="277984"/>
                </a:lnTo>
                <a:lnTo>
                  <a:pt x="86122" y="279396"/>
                </a:lnTo>
                <a:lnTo>
                  <a:pt x="86687" y="280150"/>
                </a:lnTo>
                <a:lnTo>
                  <a:pt x="86122" y="280770"/>
                </a:lnTo>
                <a:lnTo>
                  <a:pt x="85044" y="282316"/>
                </a:lnTo>
                <a:lnTo>
                  <a:pt x="83956" y="283771"/>
                </a:lnTo>
                <a:lnTo>
                  <a:pt x="83254" y="284482"/>
                </a:lnTo>
                <a:lnTo>
                  <a:pt x="81790" y="285590"/>
                </a:lnTo>
                <a:lnTo>
                  <a:pt x="79625" y="285043"/>
                </a:lnTo>
                <a:lnTo>
                  <a:pt x="78941" y="284482"/>
                </a:lnTo>
                <a:lnTo>
                  <a:pt x="77459" y="283432"/>
                </a:lnTo>
                <a:lnTo>
                  <a:pt x="75814" y="282316"/>
                </a:lnTo>
                <a:lnTo>
                  <a:pt x="75293" y="281820"/>
                </a:lnTo>
                <a:lnTo>
                  <a:pt x="73127" y="280632"/>
                </a:lnTo>
                <a:lnTo>
                  <a:pt x="72603" y="280150"/>
                </a:lnTo>
                <a:lnTo>
                  <a:pt x="70961" y="278952"/>
                </a:lnTo>
                <a:lnTo>
                  <a:pt x="69676" y="277984"/>
                </a:lnTo>
                <a:lnTo>
                  <a:pt x="68795" y="277240"/>
                </a:lnTo>
                <a:lnTo>
                  <a:pt x="66629" y="276092"/>
                </a:lnTo>
                <a:lnTo>
                  <a:pt x="66334" y="275817"/>
                </a:lnTo>
                <a:lnTo>
                  <a:pt x="64463" y="274551"/>
                </a:lnTo>
                <a:lnTo>
                  <a:pt x="63311" y="273651"/>
                </a:lnTo>
                <a:lnTo>
                  <a:pt x="62297" y="272800"/>
                </a:lnTo>
                <a:lnTo>
                  <a:pt x="60503" y="271485"/>
                </a:lnTo>
                <a:lnTo>
                  <a:pt x="60131" y="271136"/>
                </a:lnTo>
                <a:lnTo>
                  <a:pt x="58008" y="269319"/>
                </a:lnTo>
                <a:lnTo>
                  <a:pt x="57965" y="269274"/>
                </a:lnTo>
                <a:lnTo>
                  <a:pt x="55799" y="267414"/>
                </a:lnTo>
                <a:lnTo>
                  <a:pt x="55501" y="267153"/>
                </a:lnTo>
                <a:lnTo>
                  <a:pt x="53633" y="265369"/>
                </a:lnTo>
                <a:lnTo>
                  <a:pt x="53277" y="264986"/>
                </a:lnTo>
                <a:lnTo>
                  <a:pt x="51467" y="263499"/>
                </a:lnTo>
                <a:lnTo>
                  <a:pt x="50773" y="262820"/>
                </a:lnTo>
                <a:lnTo>
                  <a:pt x="49301" y="261423"/>
                </a:lnTo>
                <a:lnTo>
                  <a:pt x="48492" y="260654"/>
                </a:lnTo>
                <a:lnTo>
                  <a:pt x="47135" y="259477"/>
                </a:lnTo>
                <a:lnTo>
                  <a:pt x="46151" y="258488"/>
                </a:lnTo>
                <a:lnTo>
                  <a:pt x="44969" y="257256"/>
                </a:lnTo>
                <a:lnTo>
                  <a:pt x="44069" y="256322"/>
                </a:lnTo>
                <a:lnTo>
                  <a:pt x="42803" y="254845"/>
                </a:lnTo>
                <a:lnTo>
                  <a:pt x="42163" y="254156"/>
                </a:lnTo>
                <a:lnTo>
                  <a:pt x="40638" y="252277"/>
                </a:lnTo>
                <a:lnTo>
                  <a:pt x="40350" y="251989"/>
                </a:lnTo>
                <a:lnTo>
                  <a:pt x="38838" y="249823"/>
                </a:lnTo>
                <a:lnTo>
                  <a:pt x="38472" y="249475"/>
                </a:lnTo>
                <a:lnTo>
                  <a:pt x="37037" y="247657"/>
                </a:lnTo>
                <a:lnTo>
                  <a:pt x="36306" y="246917"/>
                </a:lnTo>
                <a:lnTo>
                  <a:pt x="35075" y="245491"/>
                </a:lnTo>
                <a:lnTo>
                  <a:pt x="34140" y="244365"/>
                </a:lnTo>
                <a:lnTo>
                  <a:pt x="33161" y="243325"/>
                </a:lnTo>
                <a:lnTo>
                  <a:pt x="31974" y="241824"/>
                </a:lnTo>
                <a:lnTo>
                  <a:pt x="31404" y="241159"/>
                </a:lnTo>
                <a:lnTo>
                  <a:pt x="30290" y="238992"/>
                </a:lnTo>
                <a:lnTo>
                  <a:pt x="29808" y="238402"/>
                </a:lnTo>
                <a:lnTo>
                  <a:pt x="28835" y="236826"/>
                </a:lnTo>
                <a:lnTo>
                  <a:pt x="27642" y="235156"/>
                </a:lnTo>
                <a:lnTo>
                  <a:pt x="27170" y="234660"/>
                </a:lnTo>
                <a:lnTo>
                  <a:pt x="26164" y="232494"/>
                </a:lnTo>
                <a:lnTo>
                  <a:pt x="25476" y="231575"/>
                </a:lnTo>
                <a:lnTo>
                  <a:pt x="24642" y="230328"/>
                </a:lnTo>
                <a:lnTo>
                  <a:pt x="23310" y="228247"/>
                </a:lnTo>
                <a:lnTo>
                  <a:pt x="23236" y="228161"/>
                </a:lnTo>
                <a:lnTo>
                  <a:pt x="21977" y="225995"/>
                </a:lnTo>
                <a:lnTo>
                  <a:pt x="21144" y="224756"/>
                </a:lnTo>
                <a:lnTo>
                  <a:pt x="20497" y="223829"/>
                </a:lnTo>
                <a:lnTo>
                  <a:pt x="19633" y="221663"/>
                </a:lnTo>
                <a:lnTo>
                  <a:pt x="18978" y="220443"/>
                </a:lnTo>
                <a:lnTo>
                  <a:pt x="18423" y="219497"/>
                </a:lnTo>
                <a:lnTo>
                  <a:pt x="17675" y="217331"/>
                </a:lnTo>
                <a:lnTo>
                  <a:pt x="16812" y="215711"/>
                </a:lnTo>
                <a:lnTo>
                  <a:pt x="16403" y="215164"/>
                </a:lnTo>
                <a:lnTo>
                  <a:pt x="15542" y="212998"/>
                </a:lnTo>
                <a:lnTo>
                  <a:pt x="14646" y="211215"/>
                </a:lnTo>
                <a:lnTo>
                  <a:pt x="14385" y="210832"/>
                </a:lnTo>
                <a:lnTo>
                  <a:pt x="13563" y="208666"/>
                </a:lnTo>
                <a:lnTo>
                  <a:pt x="12480" y="206652"/>
                </a:lnTo>
                <a:lnTo>
                  <a:pt x="12345" y="206500"/>
                </a:lnTo>
                <a:lnTo>
                  <a:pt x="11456" y="204333"/>
                </a:lnTo>
                <a:lnTo>
                  <a:pt x="10955" y="202167"/>
                </a:lnTo>
                <a:lnTo>
                  <a:pt x="10314" y="200934"/>
                </a:lnTo>
                <a:lnTo>
                  <a:pt x="9792" y="200001"/>
                </a:lnTo>
                <a:lnTo>
                  <a:pt x="9316" y="197835"/>
                </a:lnTo>
                <a:lnTo>
                  <a:pt x="8876" y="195669"/>
                </a:lnTo>
                <a:lnTo>
                  <a:pt x="8148" y="193944"/>
                </a:lnTo>
                <a:lnTo>
                  <a:pt x="7900" y="193503"/>
                </a:lnTo>
                <a:lnTo>
                  <a:pt x="7186" y="191336"/>
                </a:lnTo>
                <a:lnTo>
                  <a:pt x="6774" y="189170"/>
                </a:lnTo>
                <a:lnTo>
                  <a:pt x="5982" y="187361"/>
                </a:lnTo>
                <a:lnTo>
                  <a:pt x="5761" y="187004"/>
                </a:lnTo>
                <a:lnTo>
                  <a:pt x="5077" y="184838"/>
                </a:lnTo>
                <a:lnTo>
                  <a:pt x="4787" y="182672"/>
                </a:lnTo>
                <a:lnTo>
                  <a:pt x="4567" y="180505"/>
                </a:lnTo>
                <a:lnTo>
                  <a:pt x="3970" y="178339"/>
                </a:lnTo>
                <a:lnTo>
                  <a:pt x="3816" y="177978"/>
                </a:lnTo>
                <a:lnTo>
                  <a:pt x="3229" y="176173"/>
                </a:lnTo>
                <a:lnTo>
                  <a:pt x="2917" y="174007"/>
                </a:lnTo>
                <a:lnTo>
                  <a:pt x="2729" y="171841"/>
                </a:lnTo>
                <a:lnTo>
                  <a:pt x="2429" y="169675"/>
                </a:lnTo>
                <a:lnTo>
                  <a:pt x="2112" y="167508"/>
                </a:lnTo>
                <a:lnTo>
                  <a:pt x="1651" y="166341"/>
                </a:lnTo>
                <a:lnTo>
                  <a:pt x="1244" y="165342"/>
                </a:lnTo>
                <a:lnTo>
                  <a:pt x="1019" y="163176"/>
                </a:lnTo>
                <a:lnTo>
                  <a:pt x="789" y="161010"/>
                </a:lnTo>
                <a:lnTo>
                  <a:pt x="660" y="158844"/>
                </a:lnTo>
                <a:lnTo>
                  <a:pt x="603" y="156678"/>
                </a:lnTo>
                <a:lnTo>
                  <a:pt x="559" y="154511"/>
                </a:lnTo>
                <a:lnTo>
                  <a:pt x="475" y="152345"/>
                </a:lnTo>
                <a:lnTo>
                  <a:pt x="418" y="150179"/>
                </a:lnTo>
                <a:lnTo>
                  <a:pt x="287" y="148013"/>
                </a:lnTo>
                <a:lnTo>
                  <a:pt x="205" y="145847"/>
                </a:lnTo>
                <a:lnTo>
                  <a:pt x="90" y="143680"/>
                </a:lnTo>
                <a:lnTo>
                  <a:pt x="0" y="141514"/>
                </a:lnTo>
                <a:lnTo>
                  <a:pt x="20" y="139348"/>
                </a:lnTo>
                <a:lnTo>
                  <a:pt x="140" y="137182"/>
                </a:lnTo>
                <a:lnTo>
                  <a:pt x="282" y="135016"/>
                </a:lnTo>
                <a:lnTo>
                  <a:pt x="365" y="132850"/>
                </a:lnTo>
                <a:lnTo>
                  <a:pt x="445" y="130683"/>
                </a:lnTo>
                <a:lnTo>
                  <a:pt x="499" y="128517"/>
                </a:lnTo>
                <a:lnTo>
                  <a:pt x="563" y="126351"/>
                </a:lnTo>
                <a:lnTo>
                  <a:pt x="621" y="124185"/>
                </a:lnTo>
                <a:lnTo>
                  <a:pt x="720" y="122019"/>
                </a:lnTo>
                <a:lnTo>
                  <a:pt x="971" y="119852"/>
                </a:lnTo>
                <a:lnTo>
                  <a:pt x="1470" y="117686"/>
                </a:lnTo>
                <a:lnTo>
                  <a:pt x="1651" y="116883"/>
                </a:lnTo>
                <a:lnTo>
                  <a:pt x="1938" y="115520"/>
                </a:lnTo>
                <a:lnTo>
                  <a:pt x="2393" y="113354"/>
                </a:lnTo>
                <a:lnTo>
                  <a:pt x="2605" y="111188"/>
                </a:lnTo>
                <a:lnTo>
                  <a:pt x="2769" y="109022"/>
                </a:lnTo>
                <a:lnTo>
                  <a:pt x="2959" y="106855"/>
                </a:lnTo>
                <a:lnTo>
                  <a:pt x="3460" y="104689"/>
                </a:lnTo>
                <a:lnTo>
                  <a:pt x="3816" y="103920"/>
                </a:lnTo>
                <a:lnTo>
                  <a:pt x="4377" y="102523"/>
                </a:lnTo>
                <a:lnTo>
                  <a:pt x="4831" y="100357"/>
                </a:lnTo>
                <a:lnTo>
                  <a:pt x="5089" y="98191"/>
                </a:lnTo>
                <a:lnTo>
                  <a:pt x="5734" y="96024"/>
                </a:lnTo>
                <a:lnTo>
                  <a:pt x="5982" y="95521"/>
                </a:lnTo>
                <a:lnTo>
                  <a:pt x="6631" y="93858"/>
                </a:lnTo>
                <a:lnTo>
                  <a:pt x="7024" y="91692"/>
                </a:lnTo>
                <a:lnTo>
                  <a:pt x="7413" y="89526"/>
                </a:lnTo>
                <a:lnTo>
                  <a:pt x="8148" y="88017"/>
                </a:lnTo>
                <a:lnTo>
                  <a:pt x="8544" y="87360"/>
                </a:lnTo>
                <a:lnTo>
                  <a:pt x="9195" y="85194"/>
                </a:lnTo>
                <a:lnTo>
                  <a:pt x="9907" y="83027"/>
                </a:lnTo>
                <a:lnTo>
                  <a:pt x="10314" y="82238"/>
                </a:lnTo>
                <a:lnTo>
                  <a:pt x="10978" y="80861"/>
                </a:lnTo>
                <a:lnTo>
                  <a:pt x="11570" y="78695"/>
                </a:lnTo>
                <a:lnTo>
                  <a:pt x="12472" y="76529"/>
                </a:lnTo>
                <a:lnTo>
                  <a:pt x="12480" y="76518"/>
                </a:lnTo>
                <a:lnTo>
                  <a:pt x="13477" y="74363"/>
                </a:lnTo>
                <a:lnTo>
                  <a:pt x="14124" y="72196"/>
                </a:lnTo>
                <a:lnTo>
                  <a:pt x="14646" y="71495"/>
                </a:lnTo>
                <a:lnTo>
                  <a:pt x="15552" y="70030"/>
                </a:lnTo>
                <a:lnTo>
                  <a:pt x="16383" y="67864"/>
                </a:lnTo>
                <a:lnTo>
                  <a:pt x="16812" y="67249"/>
                </a:lnTo>
                <a:lnTo>
                  <a:pt x="17709" y="65698"/>
                </a:lnTo>
                <a:lnTo>
                  <a:pt x="18446" y="63532"/>
                </a:lnTo>
                <a:lnTo>
                  <a:pt x="18978" y="62903"/>
                </a:lnTo>
                <a:lnTo>
                  <a:pt x="19960" y="61366"/>
                </a:lnTo>
                <a:lnTo>
                  <a:pt x="21144" y="59340"/>
                </a:lnTo>
                <a:lnTo>
                  <a:pt x="21279" y="59199"/>
                </a:lnTo>
                <a:lnTo>
                  <a:pt x="22488" y="57033"/>
                </a:lnTo>
                <a:lnTo>
                  <a:pt x="23310" y="55735"/>
                </a:lnTo>
                <a:lnTo>
                  <a:pt x="23924" y="54867"/>
                </a:lnTo>
                <a:lnTo>
                  <a:pt x="25139" y="52701"/>
                </a:lnTo>
                <a:lnTo>
                  <a:pt x="25476" y="52287"/>
                </a:lnTo>
                <a:lnTo>
                  <a:pt x="26660" y="50535"/>
                </a:lnTo>
                <a:lnTo>
                  <a:pt x="27642" y="49343"/>
                </a:lnTo>
                <a:lnTo>
                  <a:pt x="28441" y="48369"/>
                </a:lnTo>
                <a:lnTo>
                  <a:pt x="29808" y="46230"/>
                </a:lnTo>
                <a:lnTo>
                  <a:pt x="29833" y="46202"/>
                </a:lnTo>
                <a:lnTo>
                  <a:pt x="31312" y="44036"/>
                </a:lnTo>
                <a:lnTo>
                  <a:pt x="31974" y="43292"/>
                </a:lnTo>
                <a:lnTo>
                  <a:pt x="32997" y="41870"/>
                </a:lnTo>
                <a:lnTo>
                  <a:pt x="34140" y="40579"/>
                </a:lnTo>
                <a:lnTo>
                  <a:pt x="34955" y="39704"/>
                </a:lnTo>
                <a:lnTo>
                  <a:pt x="36306" y="38148"/>
                </a:lnTo>
                <a:lnTo>
                  <a:pt x="36898" y="37538"/>
                </a:lnTo>
                <a:lnTo>
                  <a:pt x="38472" y="35464"/>
                </a:lnTo>
                <a:lnTo>
                  <a:pt x="38563" y="35371"/>
                </a:lnTo>
                <a:lnTo>
                  <a:pt x="40444" y="33205"/>
                </a:lnTo>
                <a:lnTo>
                  <a:pt x="40638" y="32995"/>
                </a:lnTo>
                <a:lnTo>
                  <a:pt x="42507" y="31039"/>
                </a:lnTo>
                <a:lnTo>
                  <a:pt x="42803" y="30763"/>
                </a:lnTo>
                <a:lnTo>
                  <a:pt x="44969" y="28978"/>
                </a:lnTo>
                <a:lnTo>
                  <a:pt x="45075" y="28873"/>
                </a:lnTo>
                <a:lnTo>
                  <a:pt x="47135" y="26955"/>
                </a:lnTo>
                <a:lnTo>
                  <a:pt x="47384" y="26707"/>
                </a:lnTo>
                <a:lnTo>
                  <a:pt x="49301" y="25172"/>
                </a:lnTo>
                <a:lnTo>
                  <a:pt x="49933" y="24541"/>
                </a:lnTo>
                <a:lnTo>
                  <a:pt x="51467" y="23160"/>
                </a:lnTo>
                <a:lnTo>
                  <a:pt x="52260" y="22374"/>
                </a:lnTo>
                <a:lnTo>
                  <a:pt x="53633" y="21061"/>
                </a:lnTo>
                <a:lnTo>
                  <a:pt x="54548" y="20208"/>
                </a:lnTo>
                <a:lnTo>
                  <a:pt x="55799" y="19036"/>
                </a:lnTo>
                <a:lnTo>
                  <a:pt x="56918" y="18042"/>
                </a:lnTo>
                <a:lnTo>
                  <a:pt x="57965" y="17011"/>
                </a:lnTo>
                <a:lnTo>
                  <a:pt x="59082" y="15876"/>
                </a:lnTo>
                <a:lnTo>
                  <a:pt x="60131" y="14962"/>
                </a:lnTo>
                <a:lnTo>
                  <a:pt x="61874" y="13710"/>
                </a:lnTo>
                <a:lnTo>
                  <a:pt x="62297" y="13291"/>
                </a:lnTo>
                <a:lnTo>
                  <a:pt x="64463" y="12152"/>
                </a:lnTo>
                <a:lnTo>
                  <a:pt x="65149" y="11543"/>
                </a:lnTo>
                <a:lnTo>
                  <a:pt x="66629" y="10460"/>
                </a:lnTo>
                <a:lnTo>
                  <a:pt x="68363" y="9377"/>
                </a:lnTo>
                <a:lnTo>
                  <a:pt x="68795" y="9016"/>
                </a:lnTo>
                <a:lnTo>
                  <a:pt x="70961" y="7643"/>
                </a:lnTo>
                <a:lnTo>
                  <a:pt x="71450" y="7211"/>
                </a:lnTo>
                <a:lnTo>
                  <a:pt x="73127" y="6118"/>
                </a:lnTo>
                <a:lnTo>
                  <a:pt x="74587" y="5045"/>
                </a:lnTo>
                <a:lnTo>
                  <a:pt x="75293" y="4439"/>
                </a:lnTo>
                <a:lnTo>
                  <a:pt x="77459" y="3271"/>
                </a:lnTo>
                <a:lnTo>
                  <a:pt x="77900" y="2879"/>
                </a:lnTo>
                <a:lnTo>
                  <a:pt x="79625" y="1697"/>
                </a:lnTo>
                <a:lnTo>
                  <a:pt x="80900" y="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g-math-13-glyph-2">
            <a:extLst xmlns:a="http://schemas.openxmlformats.org/drawingml/2006/main">
              <a:ext uri="{FF2B5EF4-FFF2-40B4-BE49-F238E27FC236}">
                <a16:creationId xmlns:a16="http://schemas.microsoft.com/office/drawing/2014/main" id="{9D50CCF3-EE46-47B3-A976-560AA604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0204" y="1737633"/>
            <a:ext cx="86630" cy="285506"/>
          </a:xfrm>
          <a:custGeom xmlns:a="http://schemas.openxmlformats.org/drawingml/2006/main">
            <a:pathLst>
              <a:path w="86630" h="285506">
                <a:moveTo>
                  <a:pt x="3178" y="626"/>
                </a:moveTo>
                <a:lnTo>
                  <a:pt x="3812" y="0"/>
                </a:lnTo>
                <a:lnTo>
                  <a:pt x="5978" y="230"/>
                </a:lnTo>
                <a:lnTo>
                  <a:pt x="6460" y="626"/>
                </a:lnTo>
                <a:lnTo>
                  <a:pt x="8144" y="1742"/>
                </a:lnTo>
                <a:lnTo>
                  <a:pt x="9580" y="2792"/>
                </a:lnTo>
                <a:lnTo>
                  <a:pt x="10310" y="3408"/>
                </a:lnTo>
                <a:lnTo>
                  <a:pt x="12476" y="4293"/>
                </a:lnTo>
                <a:lnTo>
                  <a:pt x="13173" y="4958"/>
                </a:lnTo>
                <a:lnTo>
                  <a:pt x="14641" y="6027"/>
                </a:lnTo>
                <a:lnTo>
                  <a:pt x="15985" y="7124"/>
                </a:lnTo>
                <a:lnTo>
                  <a:pt x="16807" y="7908"/>
                </a:lnTo>
                <a:lnTo>
                  <a:pt x="18818" y="9290"/>
                </a:lnTo>
                <a:lnTo>
                  <a:pt x="18973" y="9441"/>
                </a:lnTo>
                <a:lnTo>
                  <a:pt x="21139" y="10954"/>
                </a:lnTo>
                <a:lnTo>
                  <a:pt x="21667" y="11457"/>
                </a:lnTo>
                <a:lnTo>
                  <a:pt x="23305" y="12771"/>
                </a:lnTo>
                <a:lnTo>
                  <a:pt x="24238" y="13623"/>
                </a:lnTo>
                <a:lnTo>
                  <a:pt x="25471" y="14733"/>
                </a:lnTo>
                <a:lnTo>
                  <a:pt x="26870" y="15789"/>
                </a:lnTo>
                <a:lnTo>
                  <a:pt x="27637" y="16440"/>
                </a:lnTo>
                <a:lnTo>
                  <a:pt x="29497" y="17955"/>
                </a:lnTo>
                <a:lnTo>
                  <a:pt x="29803" y="18255"/>
                </a:lnTo>
                <a:lnTo>
                  <a:pt x="31969" y="20113"/>
                </a:lnTo>
                <a:lnTo>
                  <a:pt x="31978" y="20121"/>
                </a:lnTo>
                <a:lnTo>
                  <a:pt x="34110" y="22287"/>
                </a:lnTo>
                <a:lnTo>
                  <a:pt x="34135" y="22314"/>
                </a:lnTo>
                <a:lnTo>
                  <a:pt x="36301" y="24411"/>
                </a:lnTo>
                <a:lnTo>
                  <a:pt x="36344" y="24454"/>
                </a:lnTo>
                <a:lnTo>
                  <a:pt x="38390" y="26620"/>
                </a:lnTo>
                <a:lnTo>
                  <a:pt x="38467" y="26696"/>
                </a:lnTo>
                <a:lnTo>
                  <a:pt x="40419" y="28786"/>
                </a:lnTo>
                <a:lnTo>
                  <a:pt x="40633" y="29001"/>
                </a:lnTo>
                <a:lnTo>
                  <a:pt x="42390" y="30952"/>
                </a:lnTo>
                <a:lnTo>
                  <a:pt x="42799" y="31375"/>
                </a:lnTo>
                <a:lnTo>
                  <a:pt x="44617" y="33118"/>
                </a:lnTo>
                <a:lnTo>
                  <a:pt x="44965" y="33448"/>
                </a:lnTo>
                <a:lnTo>
                  <a:pt x="46411" y="35285"/>
                </a:lnTo>
                <a:lnTo>
                  <a:pt x="47131" y="36100"/>
                </a:lnTo>
                <a:lnTo>
                  <a:pt x="48208" y="37451"/>
                </a:lnTo>
                <a:lnTo>
                  <a:pt x="49297" y="38831"/>
                </a:lnTo>
                <a:lnTo>
                  <a:pt x="49986" y="39617"/>
                </a:lnTo>
                <a:lnTo>
                  <a:pt x="51463" y="41618"/>
                </a:lnTo>
                <a:lnTo>
                  <a:pt x="51627" y="41783"/>
                </a:lnTo>
                <a:lnTo>
                  <a:pt x="52997" y="43949"/>
                </a:lnTo>
                <a:lnTo>
                  <a:pt x="53629" y="44630"/>
                </a:lnTo>
                <a:lnTo>
                  <a:pt x="54821" y="46115"/>
                </a:lnTo>
                <a:lnTo>
                  <a:pt x="55794" y="47414"/>
                </a:lnTo>
                <a:lnTo>
                  <a:pt x="56559" y="48282"/>
                </a:lnTo>
                <a:lnTo>
                  <a:pt x="57935" y="50448"/>
                </a:lnTo>
                <a:lnTo>
                  <a:pt x="57960" y="50476"/>
                </a:lnTo>
                <a:lnTo>
                  <a:pt x="59277" y="52614"/>
                </a:lnTo>
                <a:lnTo>
                  <a:pt x="60126" y="53875"/>
                </a:lnTo>
                <a:lnTo>
                  <a:pt x="60767" y="54780"/>
                </a:lnTo>
                <a:lnTo>
                  <a:pt x="61723" y="56946"/>
                </a:lnTo>
                <a:lnTo>
                  <a:pt x="62292" y="57687"/>
                </a:lnTo>
                <a:lnTo>
                  <a:pt x="63269" y="59112"/>
                </a:lnTo>
                <a:lnTo>
                  <a:pt x="64417" y="61279"/>
                </a:lnTo>
                <a:lnTo>
                  <a:pt x="64458" y="61320"/>
                </a:lnTo>
                <a:lnTo>
                  <a:pt x="65680" y="63445"/>
                </a:lnTo>
                <a:lnTo>
                  <a:pt x="66624" y="64849"/>
                </a:lnTo>
                <a:lnTo>
                  <a:pt x="67272" y="65611"/>
                </a:lnTo>
                <a:lnTo>
                  <a:pt x="68033" y="67777"/>
                </a:lnTo>
                <a:lnTo>
                  <a:pt x="68790" y="69218"/>
                </a:lnTo>
                <a:lnTo>
                  <a:pt x="69279" y="69943"/>
                </a:lnTo>
                <a:lnTo>
                  <a:pt x="69958" y="72110"/>
                </a:lnTo>
                <a:lnTo>
                  <a:pt x="70956" y="74023"/>
                </a:lnTo>
                <a:lnTo>
                  <a:pt x="71149" y="74276"/>
                </a:lnTo>
                <a:lnTo>
                  <a:pt x="72069" y="76442"/>
                </a:lnTo>
                <a:lnTo>
                  <a:pt x="72867" y="78608"/>
                </a:lnTo>
                <a:lnTo>
                  <a:pt x="73122" y="78903"/>
                </a:lnTo>
                <a:lnTo>
                  <a:pt x="74098" y="80774"/>
                </a:lnTo>
                <a:lnTo>
                  <a:pt x="74760" y="82940"/>
                </a:lnTo>
                <a:lnTo>
                  <a:pt x="75288" y="83727"/>
                </a:lnTo>
                <a:lnTo>
                  <a:pt x="76038" y="85107"/>
                </a:lnTo>
                <a:lnTo>
                  <a:pt x="76464" y="87273"/>
                </a:lnTo>
                <a:lnTo>
                  <a:pt x="77014" y="89439"/>
                </a:lnTo>
                <a:lnTo>
                  <a:pt x="77454" y="90330"/>
                </a:lnTo>
                <a:lnTo>
                  <a:pt x="78033" y="91605"/>
                </a:lnTo>
                <a:lnTo>
                  <a:pt x="78578" y="93771"/>
                </a:lnTo>
                <a:lnTo>
                  <a:pt x="78892" y="95938"/>
                </a:lnTo>
                <a:lnTo>
                  <a:pt x="79620" y="97243"/>
                </a:lnTo>
                <a:lnTo>
                  <a:pt x="80161" y="98104"/>
                </a:lnTo>
                <a:lnTo>
                  <a:pt x="80605" y="100270"/>
                </a:lnTo>
                <a:lnTo>
                  <a:pt x="81121" y="102436"/>
                </a:lnTo>
                <a:lnTo>
                  <a:pt x="81786" y="104290"/>
                </a:lnTo>
                <a:lnTo>
                  <a:pt x="81936" y="104602"/>
                </a:lnTo>
                <a:lnTo>
                  <a:pt x="82376" y="106768"/>
                </a:lnTo>
                <a:lnTo>
                  <a:pt x="82679" y="108935"/>
                </a:lnTo>
                <a:lnTo>
                  <a:pt x="82946" y="111101"/>
                </a:lnTo>
                <a:lnTo>
                  <a:pt x="83247" y="113267"/>
                </a:lnTo>
                <a:lnTo>
                  <a:pt x="83800" y="115433"/>
                </a:lnTo>
                <a:lnTo>
                  <a:pt x="83952" y="115935"/>
                </a:lnTo>
                <a:lnTo>
                  <a:pt x="84381" y="117599"/>
                </a:lnTo>
                <a:lnTo>
                  <a:pt x="84821" y="119766"/>
                </a:lnTo>
                <a:lnTo>
                  <a:pt x="85021" y="121932"/>
                </a:lnTo>
                <a:lnTo>
                  <a:pt x="85174" y="124098"/>
                </a:lnTo>
                <a:lnTo>
                  <a:pt x="85326" y="126264"/>
                </a:lnTo>
                <a:lnTo>
                  <a:pt x="85441" y="128430"/>
                </a:lnTo>
                <a:lnTo>
                  <a:pt x="85495" y="130596"/>
                </a:lnTo>
                <a:lnTo>
                  <a:pt x="85646" y="132763"/>
                </a:lnTo>
                <a:lnTo>
                  <a:pt x="85818" y="134929"/>
                </a:lnTo>
                <a:lnTo>
                  <a:pt x="86118" y="136779"/>
                </a:lnTo>
                <a:lnTo>
                  <a:pt x="86176" y="137095"/>
                </a:lnTo>
                <a:lnTo>
                  <a:pt x="86502" y="139261"/>
                </a:lnTo>
                <a:lnTo>
                  <a:pt x="86630" y="141427"/>
                </a:lnTo>
                <a:lnTo>
                  <a:pt x="86610" y="143594"/>
                </a:lnTo>
                <a:lnTo>
                  <a:pt x="86493" y="145760"/>
                </a:lnTo>
                <a:lnTo>
                  <a:pt x="86381" y="147926"/>
                </a:lnTo>
                <a:lnTo>
                  <a:pt x="86286" y="150092"/>
                </a:lnTo>
                <a:lnTo>
                  <a:pt x="86126" y="152258"/>
                </a:lnTo>
                <a:lnTo>
                  <a:pt x="86118" y="152330"/>
                </a:lnTo>
                <a:lnTo>
                  <a:pt x="85893" y="154424"/>
                </a:lnTo>
                <a:lnTo>
                  <a:pt x="85733" y="156591"/>
                </a:lnTo>
                <a:lnTo>
                  <a:pt x="85576" y="158757"/>
                </a:lnTo>
                <a:lnTo>
                  <a:pt x="85413" y="160923"/>
                </a:lnTo>
                <a:lnTo>
                  <a:pt x="85267" y="163089"/>
                </a:lnTo>
                <a:lnTo>
                  <a:pt x="85174" y="165255"/>
                </a:lnTo>
                <a:lnTo>
                  <a:pt x="84922" y="167421"/>
                </a:lnTo>
                <a:lnTo>
                  <a:pt x="84703" y="169588"/>
                </a:lnTo>
                <a:lnTo>
                  <a:pt x="84267" y="171754"/>
                </a:lnTo>
                <a:lnTo>
                  <a:pt x="83952" y="173285"/>
                </a:lnTo>
                <a:lnTo>
                  <a:pt x="83814" y="173920"/>
                </a:lnTo>
                <a:lnTo>
                  <a:pt x="83420" y="176086"/>
                </a:lnTo>
                <a:lnTo>
                  <a:pt x="83068" y="178252"/>
                </a:lnTo>
                <a:lnTo>
                  <a:pt x="82726" y="180419"/>
                </a:lnTo>
                <a:lnTo>
                  <a:pt x="82426" y="182585"/>
                </a:lnTo>
                <a:lnTo>
                  <a:pt x="81786" y="184151"/>
                </a:lnTo>
                <a:lnTo>
                  <a:pt x="81486" y="184751"/>
                </a:lnTo>
                <a:lnTo>
                  <a:pt x="80887" y="186917"/>
                </a:lnTo>
                <a:lnTo>
                  <a:pt x="80601" y="189083"/>
                </a:lnTo>
                <a:lnTo>
                  <a:pt x="80168" y="191249"/>
                </a:lnTo>
                <a:lnTo>
                  <a:pt x="79620" y="192386"/>
                </a:lnTo>
                <a:lnTo>
                  <a:pt x="79117" y="193416"/>
                </a:lnTo>
                <a:lnTo>
                  <a:pt x="78678" y="195582"/>
                </a:lnTo>
                <a:lnTo>
                  <a:pt x="78109" y="197748"/>
                </a:lnTo>
                <a:lnTo>
                  <a:pt x="77454" y="198981"/>
                </a:lnTo>
                <a:lnTo>
                  <a:pt x="76932" y="199914"/>
                </a:lnTo>
                <a:lnTo>
                  <a:pt x="76337" y="202080"/>
                </a:lnTo>
                <a:lnTo>
                  <a:pt x="75695" y="204247"/>
                </a:lnTo>
                <a:lnTo>
                  <a:pt x="75288" y="204905"/>
                </a:lnTo>
                <a:lnTo>
                  <a:pt x="74538" y="206413"/>
                </a:lnTo>
                <a:lnTo>
                  <a:pt x="74047" y="208579"/>
                </a:lnTo>
                <a:lnTo>
                  <a:pt x="73122" y="210394"/>
                </a:lnTo>
                <a:lnTo>
                  <a:pt x="72861" y="210745"/>
                </a:lnTo>
                <a:lnTo>
                  <a:pt x="71952" y="212911"/>
                </a:lnTo>
                <a:lnTo>
                  <a:pt x="70956" y="214874"/>
                </a:lnTo>
                <a:lnTo>
                  <a:pt x="70806" y="215077"/>
                </a:lnTo>
                <a:lnTo>
                  <a:pt x="69798" y="217244"/>
                </a:lnTo>
                <a:lnTo>
                  <a:pt x="68832" y="219410"/>
                </a:lnTo>
                <a:lnTo>
                  <a:pt x="68790" y="219453"/>
                </a:lnTo>
                <a:lnTo>
                  <a:pt x="67610" y="221576"/>
                </a:lnTo>
                <a:lnTo>
                  <a:pt x="66624" y="223294"/>
                </a:lnTo>
                <a:lnTo>
                  <a:pt x="66251" y="223742"/>
                </a:lnTo>
                <a:lnTo>
                  <a:pt x="65215" y="225908"/>
                </a:lnTo>
                <a:lnTo>
                  <a:pt x="64458" y="226932"/>
                </a:lnTo>
                <a:lnTo>
                  <a:pt x="63621" y="228075"/>
                </a:lnTo>
                <a:lnTo>
                  <a:pt x="62500" y="230241"/>
                </a:lnTo>
                <a:lnTo>
                  <a:pt x="62292" y="230453"/>
                </a:lnTo>
                <a:lnTo>
                  <a:pt x="61078" y="232407"/>
                </a:lnTo>
                <a:lnTo>
                  <a:pt x="60126" y="233719"/>
                </a:lnTo>
                <a:lnTo>
                  <a:pt x="59406" y="234573"/>
                </a:lnTo>
                <a:lnTo>
                  <a:pt x="57960" y="236619"/>
                </a:lnTo>
                <a:lnTo>
                  <a:pt x="57839" y="236739"/>
                </a:lnTo>
                <a:lnTo>
                  <a:pt x="56595" y="238905"/>
                </a:lnTo>
                <a:lnTo>
                  <a:pt x="55794" y="239826"/>
                </a:lnTo>
                <a:lnTo>
                  <a:pt x="54856" y="241072"/>
                </a:lnTo>
                <a:lnTo>
                  <a:pt x="53629" y="242616"/>
                </a:lnTo>
                <a:lnTo>
                  <a:pt x="53058" y="243238"/>
                </a:lnTo>
                <a:lnTo>
                  <a:pt x="51463" y="245328"/>
                </a:lnTo>
                <a:lnTo>
                  <a:pt x="51388" y="245404"/>
                </a:lnTo>
                <a:lnTo>
                  <a:pt x="49669" y="247570"/>
                </a:lnTo>
                <a:lnTo>
                  <a:pt x="49297" y="247943"/>
                </a:lnTo>
                <a:lnTo>
                  <a:pt x="47828" y="249736"/>
                </a:lnTo>
                <a:lnTo>
                  <a:pt x="47131" y="250503"/>
                </a:lnTo>
                <a:lnTo>
                  <a:pt x="45808" y="251902"/>
                </a:lnTo>
                <a:lnTo>
                  <a:pt x="44965" y="252785"/>
                </a:lnTo>
                <a:lnTo>
                  <a:pt x="43808" y="254069"/>
                </a:lnTo>
                <a:lnTo>
                  <a:pt x="42799" y="254988"/>
                </a:lnTo>
                <a:lnTo>
                  <a:pt x="41521" y="256235"/>
                </a:lnTo>
                <a:lnTo>
                  <a:pt x="40633" y="257246"/>
                </a:lnTo>
                <a:lnTo>
                  <a:pt x="39403" y="258401"/>
                </a:lnTo>
                <a:lnTo>
                  <a:pt x="38467" y="259316"/>
                </a:lnTo>
                <a:lnTo>
                  <a:pt x="37309" y="260567"/>
                </a:lnTo>
                <a:lnTo>
                  <a:pt x="36301" y="261570"/>
                </a:lnTo>
                <a:lnTo>
                  <a:pt x="34952" y="262733"/>
                </a:lnTo>
                <a:lnTo>
                  <a:pt x="34135" y="263551"/>
                </a:lnTo>
                <a:lnTo>
                  <a:pt x="32482" y="264900"/>
                </a:lnTo>
                <a:lnTo>
                  <a:pt x="31969" y="265364"/>
                </a:lnTo>
                <a:lnTo>
                  <a:pt x="29803" y="267057"/>
                </a:lnTo>
                <a:lnTo>
                  <a:pt x="29795" y="267066"/>
                </a:lnTo>
                <a:lnTo>
                  <a:pt x="27637" y="268808"/>
                </a:lnTo>
                <a:lnTo>
                  <a:pt x="27214" y="269232"/>
                </a:lnTo>
                <a:lnTo>
                  <a:pt x="25471" y="270641"/>
                </a:lnTo>
                <a:lnTo>
                  <a:pt x="24404" y="271398"/>
                </a:lnTo>
                <a:lnTo>
                  <a:pt x="23305" y="272258"/>
                </a:lnTo>
                <a:lnTo>
                  <a:pt x="21401" y="273564"/>
                </a:lnTo>
                <a:lnTo>
                  <a:pt x="21139" y="273787"/>
                </a:lnTo>
                <a:lnTo>
                  <a:pt x="18973" y="275006"/>
                </a:lnTo>
                <a:lnTo>
                  <a:pt x="18194" y="275730"/>
                </a:lnTo>
                <a:lnTo>
                  <a:pt x="16807" y="276794"/>
                </a:lnTo>
                <a:lnTo>
                  <a:pt x="15179" y="277897"/>
                </a:lnTo>
                <a:lnTo>
                  <a:pt x="14641" y="278414"/>
                </a:lnTo>
                <a:lnTo>
                  <a:pt x="12476" y="279457"/>
                </a:lnTo>
                <a:lnTo>
                  <a:pt x="11830" y="280063"/>
                </a:lnTo>
                <a:lnTo>
                  <a:pt x="10310" y="281215"/>
                </a:lnTo>
                <a:lnTo>
                  <a:pt x="9048" y="282229"/>
                </a:lnTo>
                <a:lnTo>
                  <a:pt x="8144" y="283021"/>
                </a:lnTo>
                <a:lnTo>
                  <a:pt x="5978" y="284334"/>
                </a:lnTo>
                <a:lnTo>
                  <a:pt x="5917" y="284395"/>
                </a:lnTo>
                <a:lnTo>
                  <a:pt x="3812" y="285506"/>
                </a:lnTo>
                <a:lnTo>
                  <a:pt x="2370" y="284395"/>
                </a:lnTo>
                <a:lnTo>
                  <a:pt x="1646" y="283521"/>
                </a:lnTo>
                <a:lnTo>
                  <a:pt x="753" y="282229"/>
                </a:lnTo>
                <a:lnTo>
                  <a:pt x="0" y="280063"/>
                </a:lnTo>
                <a:lnTo>
                  <a:pt x="865" y="277897"/>
                </a:lnTo>
                <a:lnTo>
                  <a:pt x="1646" y="277169"/>
                </a:lnTo>
                <a:lnTo>
                  <a:pt x="3550" y="275730"/>
                </a:lnTo>
                <a:lnTo>
                  <a:pt x="3812" y="275469"/>
                </a:lnTo>
                <a:lnTo>
                  <a:pt x="5978" y="273772"/>
                </a:lnTo>
                <a:lnTo>
                  <a:pt x="6221" y="273564"/>
                </a:lnTo>
                <a:lnTo>
                  <a:pt x="8144" y="271951"/>
                </a:lnTo>
                <a:lnTo>
                  <a:pt x="8671" y="271398"/>
                </a:lnTo>
                <a:lnTo>
                  <a:pt x="10310" y="269977"/>
                </a:lnTo>
                <a:lnTo>
                  <a:pt x="11050" y="269232"/>
                </a:lnTo>
                <a:lnTo>
                  <a:pt x="12476" y="267913"/>
                </a:lnTo>
                <a:lnTo>
                  <a:pt x="13365" y="267066"/>
                </a:lnTo>
                <a:lnTo>
                  <a:pt x="14641" y="265882"/>
                </a:lnTo>
                <a:lnTo>
                  <a:pt x="15566" y="264900"/>
                </a:lnTo>
                <a:lnTo>
                  <a:pt x="16807" y="263699"/>
                </a:lnTo>
                <a:lnTo>
                  <a:pt x="17729" y="262733"/>
                </a:lnTo>
                <a:lnTo>
                  <a:pt x="18973" y="261280"/>
                </a:lnTo>
                <a:lnTo>
                  <a:pt x="19751" y="260567"/>
                </a:lnTo>
                <a:lnTo>
                  <a:pt x="21139" y="258778"/>
                </a:lnTo>
                <a:lnTo>
                  <a:pt x="21508" y="258401"/>
                </a:lnTo>
                <a:lnTo>
                  <a:pt x="23305" y="256385"/>
                </a:lnTo>
                <a:lnTo>
                  <a:pt x="23441" y="256235"/>
                </a:lnTo>
                <a:lnTo>
                  <a:pt x="25471" y="254204"/>
                </a:lnTo>
                <a:lnTo>
                  <a:pt x="25607" y="254069"/>
                </a:lnTo>
                <a:lnTo>
                  <a:pt x="27230" y="251902"/>
                </a:lnTo>
                <a:lnTo>
                  <a:pt x="27637" y="251493"/>
                </a:lnTo>
                <a:lnTo>
                  <a:pt x="29007" y="249736"/>
                </a:lnTo>
                <a:lnTo>
                  <a:pt x="29803" y="248722"/>
                </a:lnTo>
                <a:lnTo>
                  <a:pt x="30750" y="247570"/>
                </a:lnTo>
                <a:lnTo>
                  <a:pt x="31969" y="245646"/>
                </a:lnTo>
                <a:lnTo>
                  <a:pt x="32176" y="245404"/>
                </a:lnTo>
                <a:lnTo>
                  <a:pt x="33454" y="243238"/>
                </a:lnTo>
                <a:lnTo>
                  <a:pt x="34135" y="242488"/>
                </a:lnTo>
                <a:lnTo>
                  <a:pt x="35167" y="241072"/>
                </a:lnTo>
                <a:lnTo>
                  <a:pt x="36301" y="239384"/>
                </a:lnTo>
                <a:lnTo>
                  <a:pt x="36786" y="238905"/>
                </a:lnTo>
                <a:lnTo>
                  <a:pt x="37922" y="236739"/>
                </a:lnTo>
                <a:lnTo>
                  <a:pt x="38467" y="236117"/>
                </a:lnTo>
                <a:lnTo>
                  <a:pt x="39492" y="234573"/>
                </a:lnTo>
                <a:lnTo>
                  <a:pt x="40240" y="232407"/>
                </a:lnTo>
                <a:lnTo>
                  <a:pt x="40633" y="231894"/>
                </a:lnTo>
                <a:lnTo>
                  <a:pt x="41527" y="230241"/>
                </a:lnTo>
                <a:lnTo>
                  <a:pt x="42327" y="228075"/>
                </a:lnTo>
                <a:lnTo>
                  <a:pt x="42799" y="227474"/>
                </a:lnTo>
                <a:lnTo>
                  <a:pt x="43709" y="225908"/>
                </a:lnTo>
                <a:lnTo>
                  <a:pt x="44547" y="223742"/>
                </a:lnTo>
                <a:lnTo>
                  <a:pt x="44965" y="223218"/>
                </a:lnTo>
                <a:lnTo>
                  <a:pt x="45892" y="221576"/>
                </a:lnTo>
                <a:lnTo>
                  <a:pt x="46301" y="219410"/>
                </a:lnTo>
                <a:lnTo>
                  <a:pt x="47131" y="217391"/>
                </a:lnTo>
                <a:lnTo>
                  <a:pt x="47220" y="217244"/>
                </a:lnTo>
                <a:lnTo>
                  <a:pt x="47877" y="215077"/>
                </a:lnTo>
                <a:lnTo>
                  <a:pt x="48353" y="212911"/>
                </a:lnTo>
                <a:lnTo>
                  <a:pt x="48997" y="210745"/>
                </a:lnTo>
                <a:lnTo>
                  <a:pt x="49297" y="210257"/>
                </a:lnTo>
                <a:lnTo>
                  <a:pt x="50068" y="208579"/>
                </a:lnTo>
                <a:lnTo>
                  <a:pt x="50462" y="206413"/>
                </a:lnTo>
                <a:lnTo>
                  <a:pt x="50912" y="204247"/>
                </a:lnTo>
                <a:lnTo>
                  <a:pt x="51463" y="202702"/>
                </a:lnTo>
                <a:lnTo>
                  <a:pt x="51724" y="202080"/>
                </a:lnTo>
                <a:lnTo>
                  <a:pt x="52234" y="199914"/>
                </a:lnTo>
                <a:lnTo>
                  <a:pt x="52394" y="197748"/>
                </a:lnTo>
                <a:lnTo>
                  <a:pt x="52639" y="195582"/>
                </a:lnTo>
                <a:lnTo>
                  <a:pt x="52872" y="193416"/>
                </a:lnTo>
                <a:lnTo>
                  <a:pt x="53328" y="191249"/>
                </a:lnTo>
                <a:lnTo>
                  <a:pt x="53629" y="190395"/>
                </a:lnTo>
                <a:lnTo>
                  <a:pt x="54060" y="189083"/>
                </a:lnTo>
                <a:lnTo>
                  <a:pt x="54427" y="186917"/>
                </a:lnTo>
                <a:lnTo>
                  <a:pt x="54573" y="184751"/>
                </a:lnTo>
                <a:lnTo>
                  <a:pt x="54699" y="182585"/>
                </a:lnTo>
                <a:lnTo>
                  <a:pt x="54760" y="180419"/>
                </a:lnTo>
                <a:lnTo>
                  <a:pt x="54884" y="178252"/>
                </a:lnTo>
                <a:lnTo>
                  <a:pt x="55037" y="176086"/>
                </a:lnTo>
                <a:lnTo>
                  <a:pt x="55202" y="173920"/>
                </a:lnTo>
                <a:lnTo>
                  <a:pt x="55454" y="171754"/>
                </a:lnTo>
                <a:lnTo>
                  <a:pt x="55794" y="169635"/>
                </a:lnTo>
                <a:lnTo>
                  <a:pt x="55803" y="169588"/>
                </a:lnTo>
                <a:lnTo>
                  <a:pt x="56043" y="167421"/>
                </a:lnTo>
                <a:lnTo>
                  <a:pt x="56224" y="165255"/>
                </a:lnTo>
                <a:lnTo>
                  <a:pt x="56256" y="163089"/>
                </a:lnTo>
                <a:lnTo>
                  <a:pt x="56297" y="160923"/>
                </a:lnTo>
                <a:lnTo>
                  <a:pt x="56355" y="158757"/>
                </a:lnTo>
                <a:lnTo>
                  <a:pt x="56409" y="156591"/>
                </a:lnTo>
                <a:lnTo>
                  <a:pt x="56451" y="154424"/>
                </a:lnTo>
                <a:lnTo>
                  <a:pt x="56491" y="152258"/>
                </a:lnTo>
                <a:lnTo>
                  <a:pt x="56507" y="150092"/>
                </a:lnTo>
                <a:lnTo>
                  <a:pt x="56586" y="147926"/>
                </a:lnTo>
                <a:lnTo>
                  <a:pt x="56586" y="145760"/>
                </a:lnTo>
                <a:lnTo>
                  <a:pt x="56586" y="143594"/>
                </a:lnTo>
                <a:lnTo>
                  <a:pt x="56573" y="141427"/>
                </a:lnTo>
                <a:lnTo>
                  <a:pt x="56544" y="139261"/>
                </a:lnTo>
                <a:lnTo>
                  <a:pt x="56507" y="137095"/>
                </a:lnTo>
                <a:lnTo>
                  <a:pt x="56460" y="134929"/>
                </a:lnTo>
                <a:lnTo>
                  <a:pt x="56426" y="132763"/>
                </a:lnTo>
                <a:lnTo>
                  <a:pt x="56382" y="130596"/>
                </a:lnTo>
                <a:lnTo>
                  <a:pt x="56355" y="128430"/>
                </a:lnTo>
                <a:lnTo>
                  <a:pt x="56307" y="126264"/>
                </a:lnTo>
                <a:lnTo>
                  <a:pt x="56224" y="124098"/>
                </a:lnTo>
                <a:lnTo>
                  <a:pt x="56069" y="121932"/>
                </a:lnTo>
                <a:lnTo>
                  <a:pt x="55794" y="119823"/>
                </a:lnTo>
                <a:lnTo>
                  <a:pt x="55786" y="119766"/>
                </a:lnTo>
                <a:lnTo>
                  <a:pt x="55470" y="117599"/>
                </a:lnTo>
                <a:lnTo>
                  <a:pt x="55296" y="115433"/>
                </a:lnTo>
                <a:lnTo>
                  <a:pt x="55102" y="113267"/>
                </a:lnTo>
                <a:lnTo>
                  <a:pt x="54963" y="111101"/>
                </a:lnTo>
                <a:lnTo>
                  <a:pt x="54809" y="108935"/>
                </a:lnTo>
                <a:lnTo>
                  <a:pt x="54729" y="106768"/>
                </a:lnTo>
                <a:lnTo>
                  <a:pt x="54676" y="104602"/>
                </a:lnTo>
                <a:lnTo>
                  <a:pt x="54506" y="102436"/>
                </a:lnTo>
                <a:lnTo>
                  <a:pt x="54173" y="100270"/>
                </a:lnTo>
                <a:lnTo>
                  <a:pt x="53822" y="98104"/>
                </a:lnTo>
                <a:lnTo>
                  <a:pt x="53629" y="97620"/>
                </a:lnTo>
                <a:lnTo>
                  <a:pt x="53078" y="95938"/>
                </a:lnTo>
                <a:lnTo>
                  <a:pt x="52814" y="93771"/>
                </a:lnTo>
                <a:lnTo>
                  <a:pt x="52560" y="91605"/>
                </a:lnTo>
                <a:lnTo>
                  <a:pt x="52368" y="89439"/>
                </a:lnTo>
                <a:lnTo>
                  <a:pt x="52136" y="87273"/>
                </a:lnTo>
                <a:lnTo>
                  <a:pt x="51600" y="85107"/>
                </a:lnTo>
                <a:lnTo>
                  <a:pt x="51463" y="84819"/>
                </a:lnTo>
                <a:lnTo>
                  <a:pt x="50791" y="82940"/>
                </a:lnTo>
                <a:lnTo>
                  <a:pt x="50389" y="80774"/>
                </a:lnTo>
                <a:lnTo>
                  <a:pt x="50009" y="78608"/>
                </a:lnTo>
                <a:lnTo>
                  <a:pt x="49297" y="77015"/>
                </a:lnTo>
                <a:lnTo>
                  <a:pt x="48972" y="76442"/>
                </a:lnTo>
                <a:lnTo>
                  <a:pt x="48347" y="74276"/>
                </a:lnTo>
                <a:lnTo>
                  <a:pt x="48031" y="72110"/>
                </a:lnTo>
                <a:lnTo>
                  <a:pt x="47173" y="69943"/>
                </a:lnTo>
                <a:lnTo>
                  <a:pt x="47131" y="69877"/>
                </a:lnTo>
                <a:lnTo>
                  <a:pt x="46305" y="67777"/>
                </a:lnTo>
                <a:lnTo>
                  <a:pt x="45832" y="65611"/>
                </a:lnTo>
                <a:lnTo>
                  <a:pt x="44965" y="63821"/>
                </a:lnTo>
                <a:lnTo>
                  <a:pt x="44717" y="63445"/>
                </a:lnTo>
                <a:lnTo>
                  <a:pt x="43882" y="61279"/>
                </a:lnTo>
                <a:lnTo>
                  <a:pt x="42843" y="59112"/>
                </a:lnTo>
                <a:lnTo>
                  <a:pt x="42799" y="59060"/>
                </a:lnTo>
                <a:lnTo>
                  <a:pt x="41790" y="56946"/>
                </a:lnTo>
                <a:lnTo>
                  <a:pt x="41062" y="54780"/>
                </a:lnTo>
                <a:lnTo>
                  <a:pt x="40633" y="54197"/>
                </a:lnTo>
                <a:lnTo>
                  <a:pt x="39763" y="52614"/>
                </a:lnTo>
                <a:lnTo>
                  <a:pt x="38874" y="50448"/>
                </a:lnTo>
                <a:lnTo>
                  <a:pt x="38467" y="49964"/>
                </a:lnTo>
                <a:lnTo>
                  <a:pt x="37458" y="48282"/>
                </a:lnTo>
                <a:lnTo>
                  <a:pt x="36301" y="46660"/>
                </a:lnTo>
                <a:lnTo>
                  <a:pt x="35789" y="46115"/>
                </a:lnTo>
                <a:lnTo>
                  <a:pt x="34867" y="43949"/>
                </a:lnTo>
                <a:lnTo>
                  <a:pt x="34135" y="43132"/>
                </a:lnTo>
                <a:lnTo>
                  <a:pt x="33167" y="41783"/>
                </a:lnTo>
                <a:lnTo>
                  <a:pt x="31969" y="39983"/>
                </a:lnTo>
                <a:lnTo>
                  <a:pt x="31606" y="39617"/>
                </a:lnTo>
                <a:lnTo>
                  <a:pt x="30553" y="37451"/>
                </a:lnTo>
                <a:lnTo>
                  <a:pt x="29803" y="36591"/>
                </a:lnTo>
                <a:lnTo>
                  <a:pt x="28816" y="35285"/>
                </a:lnTo>
                <a:lnTo>
                  <a:pt x="27637" y="33858"/>
                </a:lnTo>
                <a:lnTo>
                  <a:pt x="26917" y="33118"/>
                </a:lnTo>
                <a:lnTo>
                  <a:pt x="25471" y="31301"/>
                </a:lnTo>
                <a:lnTo>
                  <a:pt x="25081" y="30952"/>
                </a:lnTo>
                <a:lnTo>
                  <a:pt x="23305" y="28939"/>
                </a:lnTo>
                <a:lnTo>
                  <a:pt x="23170" y="28786"/>
                </a:lnTo>
                <a:lnTo>
                  <a:pt x="21464" y="26620"/>
                </a:lnTo>
                <a:lnTo>
                  <a:pt x="21139" y="26295"/>
                </a:lnTo>
                <a:lnTo>
                  <a:pt x="19647" y="24454"/>
                </a:lnTo>
                <a:lnTo>
                  <a:pt x="18973" y="23780"/>
                </a:lnTo>
                <a:lnTo>
                  <a:pt x="17557" y="22287"/>
                </a:lnTo>
                <a:lnTo>
                  <a:pt x="16807" y="21484"/>
                </a:lnTo>
                <a:lnTo>
                  <a:pt x="15474" y="20121"/>
                </a:lnTo>
                <a:lnTo>
                  <a:pt x="14641" y="19293"/>
                </a:lnTo>
                <a:lnTo>
                  <a:pt x="13116" y="17955"/>
                </a:lnTo>
                <a:lnTo>
                  <a:pt x="12476" y="17298"/>
                </a:lnTo>
                <a:lnTo>
                  <a:pt x="10887" y="15789"/>
                </a:lnTo>
                <a:lnTo>
                  <a:pt x="10310" y="15257"/>
                </a:lnTo>
                <a:lnTo>
                  <a:pt x="8614" y="13623"/>
                </a:lnTo>
                <a:lnTo>
                  <a:pt x="8144" y="13159"/>
                </a:lnTo>
                <a:lnTo>
                  <a:pt x="5978" y="11644"/>
                </a:lnTo>
                <a:lnTo>
                  <a:pt x="5799" y="11457"/>
                </a:lnTo>
                <a:lnTo>
                  <a:pt x="3812" y="9878"/>
                </a:lnTo>
                <a:lnTo>
                  <a:pt x="3161" y="9290"/>
                </a:lnTo>
                <a:lnTo>
                  <a:pt x="1646" y="8075"/>
                </a:lnTo>
                <a:lnTo>
                  <a:pt x="633" y="7124"/>
                </a:lnTo>
                <a:lnTo>
                  <a:pt x="349" y="4958"/>
                </a:lnTo>
                <a:lnTo>
                  <a:pt x="1424" y="2792"/>
                </a:lnTo>
                <a:lnTo>
                  <a:pt x="1646" y="2560"/>
                </a:lnTo>
                <a:lnTo>
                  <a:pt x="3178" y="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fog-math-13-glyph-3">
            <a:extLst xmlns:a="http://schemas.openxmlformats.org/drawingml/2006/main">
              <a:ext uri="{FF2B5EF4-FFF2-40B4-BE49-F238E27FC236}">
                <a16:creationId xmlns:a16="http://schemas.microsoft.com/office/drawing/2014/main" id="{41000CC0-1632-457C-9EA8-3427FF00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9411" y="1815652"/>
            <a:ext cx="154091" cy="152247"/>
          </a:xfrm>
          <a:custGeom xmlns:a="http://schemas.openxmlformats.org/drawingml/2006/main">
            <a:pathLst>
              <a:path w="154091" h="152247">
                <a:moveTo>
                  <a:pt x="90022" y="589"/>
                </a:moveTo>
                <a:lnTo>
                  <a:pt x="91827" y="328"/>
                </a:lnTo>
                <a:lnTo>
                  <a:pt x="93993" y="138"/>
                </a:lnTo>
                <a:lnTo>
                  <a:pt x="96158" y="0"/>
                </a:lnTo>
                <a:lnTo>
                  <a:pt x="98324" y="87"/>
                </a:lnTo>
                <a:lnTo>
                  <a:pt x="100490" y="230"/>
                </a:lnTo>
                <a:lnTo>
                  <a:pt x="101851" y="589"/>
                </a:lnTo>
                <a:lnTo>
                  <a:pt x="102656" y="810"/>
                </a:lnTo>
                <a:lnTo>
                  <a:pt x="104822" y="1393"/>
                </a:lnTo>
                <a:lnTo>
                  <a:pt x="106988" y="1667"/>
                </a:lnTo>
                <a:lnTo>
                  <a:pt x="109154" y="2233"/>
                </a:lnTo>
                <a:lnTo>
                  <a:pt x="109873" y="2755"/>
                </a:lnTo>
                <a:lnTo>
                  <a:pt x="111320" y="3600"/>
                </a:lnTo>
                <a:lnTo>
                  <a:pt x="113486" y="4894"/>
                </a:lnTo>
                <a:lnTo>
                  <a:pt x="113516" y="4921"/>
                </a:lnTo>
                <a:lnTo>
                  <a:pt x="115652" y="6134"/>
                </a:lnTo>
                <a:lnTo>
                  <a:pt x="116572" y="7088"/>
                </a:lnTo>
                <a:lnTo>
                  <a:pt x="117818" y="8386"/>
                </a:lnTo>
                <a:lnTo>
                  <a:pt x="118659" y="9254"/>
                </a:lnTo>
                <a:lnTo>
                  <a:pt x="119984" y="11376"/>
                </a:lnTo>
                <a:lnTo>
                  <a:pt x="120026" y="11420"/>
                </a:lnTo>
                <a:lnTo>
                  <a:pt x="121239" y="13586"/>
                </a:lnTo>
                <a:lnTo>
                  <a:pt x="122150" y="15570"/>
                </a:lnTo>
                <a:lnTo>
                  <a:pt x="123275" y="13586"/>
                </a:lnTo>
                <a:lnTo>
                  <a:pt x="123794" y="11420"/>
                </a:lnTo>
                <a:lnTo>
                  <a:pt x="124316" y="10005"/>
                </a:lnTo>
                <a:lnTo>
                  <a:pt x="124648" y="9254"/>
                </a:lnTo>
                <a:lnTo>
                  <a:pt x="125191" y="7088"/>
                </a:lnTo>
                <a:lnTo>
                  <a:pt x="125517" y="4921"/>
                </a:lnTo>
                <a:lnTo>
                  <a:pt x="126482" y="3148"/>
                </a:lnTo>
                <a:lnTo>
                  <a:pt x="127159" y="2755"/>
                </a:lnTo>
                <a:lnTo>
                  <a:pt x="128648" y="2149"/>
                </a:lnTo>
                <a:lnTo>
                  <a:pt x="130814" y="1868"/>
                </a:lnTo>
                <a:lnTo>
                  <a:pt x="132980" y="1737"/>
                </a:lnTo>
                <a:lnTo>
                  <a:pt x="135145" y="1600"/>
                </a:lnTo>
                <a:lnTo>
                  <a:pt x="137311" y="1483"/>
                </a:lnTo>
                <a:lnTo>
                  <a:pt x="139477" y="1281"/>
                </a:lnTo>
                <a:lnTo>
                  <a:pt x="141643" y="938"/>
                </a:lnTo>
                <a:lnTo>
                  <a:pt x="143412" y="589"/>
                </a:lnTo>
                <a:lnTo>
                  <a:pt x="143809" y="497"/>
                </a:lnTo>
                <a:lnTo>
                  <a:pt x="145975" y="180"/>
                </a:lnTo>
                <a:lnTo>
                  <a:pt x="148141" y="38"/>
                </a:lnTo>
                <a:lnTo>
                  <a:pt x="148981" y="589"/>
                </a:lnTo>
                <a:lnTo>
                  <a:pt x="150307" y="1823"/>
                </a:lnTo>
                <a:lnTo>
                  <a:pt x="150941" y="2755"/>
                </a:lnTo>
                <a:lnTo>
                  <a:pt x="150307" y="4670"/>
                </a:lnTo>
                <a:lnTo>
                  <a:pt x="150202" y="4921"/>
                </a:lnTo>
                <a:lnTo>
                  <a:pt x="149475" y="7088"/>
                </a:lnTo>
                <a:lnTo>
                  <a:pt x="149050" y="9254"/>
                </a:lnTo>
                <a:lnTo>
                  <a:pt x="148403" y="11420"/>
                </a:lnTo>
                <a:lnTo>
                  <a:pt x="148141" y="11961"/>
                </a:lnTo>
                <a:lnTo>
                  <a:pt x="147509" y="13586"/>
                </a:lnTo>
                <a:lnTo>
                  <a:pt x="147094" y="15752"/>
                </a:lnTo>
                <a:lnTo>
                  <a:pt x="146832" y="17918"/>
                </a:lnTo>
                <a:lnTo>
                  <a:pt x="145975" y="19906"/>
                </a:lnTo>
                <a:lnTo>
                  <a:pt x="145855" y="20085"/>
                </a:lnTo>
                <a:lnTo>
                  <a:pt x="145239" y="22251"/>
                </a:lnTo>
                <a:lnTo>
                  <a:pt x="144862" y="24417"/>
                </a:lnTo>
                <a:lnTo>
                  <a:pt x="144498" y="26583"/>
                </a:lnTo>
                <a:lnTo>
                  <a:pt x="143809" y="28251"/>
                </a:lnTo>
                <a:lnTo>
                  <a:pt x="143548" y="28749"/>
                </a:lnTo>
                <a:lnTo>
                  <a:pt x="142934" y="30916"/>
                </a:lnTo>
                <a:lnTo>
                  <a:pt x="142562" y="33082"/>
                </a:lnTo>
                <a:lnTo>
                  <a:pt x="142095" y="35248"/>
                </a:lnTo>
                <a:lnTo>
                  <a:pt x="141643" y="36117"/>
                </a:lnTo>
                <a:lnTo>
                  <a:pt x="141046" y="37414"/>
                </a:lnTo>
                <a:lnTo>
                  <a:pt x="140696" y="39580"/>
                </a:lnTo>
                <a:lnTo>
                  <a:pt x="140359" y="41746"/>
                </a:lnTo>
                <a:lnTo>
                  <a:pt x="139765" y="43913"/>
                </a:lnTo>
                <a:lnTo>
                  <a:pt x="139477" y="44441"/>
                </a:lnTo>
                <a:lnTo>
                  <a:pt x="138780" y="46079"/>
                </a:lnTo>
                <a:lnTo>
                  <a:pt x="138434" y="48245"/>
                </a:lnTo>
                <a:lnTo>
                  <a:pt x="138061" y="50411"/>
                </a:lnTo>
                <a:lnTo>
                  <a:pt x="137311" y="52530"/>
                </a:lnTo>
                <a:lnTo>
                  <a:pt x="137286" y="52577"/>
                </a:lnTo>
                <a:lnTo>
                  <a:pt x="136499" y="54744"/>
                </a:lnTo>
                <a:lnTo>
                  <a:pt x="136272" y="56910"/>
                </a:lnTo>
                <a:lnTo>
                  <a:pt x="135917" y="59076"/>
                </a:lnTo>
                <a:lnTo>
                  <a:pt x="135145" y="61085"/>
                </a:lnTo>
                <a:lnTo>
                  <a:pt x="135052" y="61242"/>
                </a:lnTo>
                <a:lnTo>
                  <a:pt x="134314" y="63408"/>
                </a:lnTo>
                <a:lnTo>
                  <a:pt x="134045" y="65574"/>
                </a:lnTo>
                <a:lnTo>
                  <a:pt x="133645" y="67741"/>
                </a:lnTo>
                <a:lnTo>
                  <a:pt x="132980" y="69514"/>
                </a:lnTo>
                <a:lnTo>
                  <a:pt x="132786" y="69907"/>
                </a:lnTo>
                <a:lnTo>
                  <a:pt x="132088" y="72073"/>
                </a:lnTo>
                <a:lnTo>
                  <a:pt x="131867" y="74239"/>
                </a:lnTo>
                <a:lnTo>
                  <a:pt x="131495" y="76405"/>
                </a:lnTo>
                <a:lnTo>
                  <a:pt x="130814" y="78095"/>
                </a:lnTo>
                <a:lnTo>
                  <a:pt x="130565" y="78572"/>
                </a:lnTo>
                <a:lnTo>
                  <a:pt x="129950" y="80738"/>
                </a:lnTo>
                <a:lnTo>
                  <a:pt x="129693" y="82904"/>
                </a:lnTo>
                <a:lnTo>
                  <a:pt x="129230" y="85070"/>
                </a:lnTo>
                <a:lnTo>
                  <a:pt x="128648" y="86749"/>
                </a:lnTo>
                <a:lnTo>
                  <a:pt x="128440" y="87236"/>
                </a:lnTo>
                <a:lnTo>
                  <a:pt x="127835" y="89402"/>
                </a:lnTo>
                <a:lnTo>
                  <a:pt x="127544" y="91569"/>
                </a:lnTo>
                <a:lnTo>
                  <a:pt x="127163" y="93735"/>
                </a:lnTo>
                <a:lnTo>
                  <a:pt x="126482" y="95812"/>
                </a:lnTo>
                <a:lnTo>
                  <a:pt x="126440" y="95901"/>
                </a:lnTo>
                <a:lnTo>
                  <a:pt x="125703" y="98067"/>
                </a:lnTo>
                <a:lnTo>
                  <a:pt x="125390" y="100233"/>
                </a:lnTo>
                <a:lnTo>
                  <a:pt x="125058" y="102399"/>
                </a:lnTo>
                <a:lnTo>
                  <a:pt x="124483" y="104566"/>
                </a:lnTo>
                <a:lnTo>
                  <a:pt x="124316" y="104861"/>
                </a:lnTo>
                <a:lnTo>
                  <a:pt x="123573" y="106732"/>
                </a:lnTo>
                <a:lnTo>
                  <a:pt x="123345" y="108898"/>
                </a:lnTo>
                <a:lnTo>
                  <a:pt x="123011" y="111064"/>
                </a:lnTo>
                <a:lnTo>
                  <a:pt x="122511" y="113230"/>
                </a:lnTo>
                <a:lnTo>
                  <a:pt x="122150" y="114199"/>
                </a:lnTo>
                <a:lnTo>
                  <a:pt x="121721" y="115397"/>
                </a:lnTo>
                <a:lnTo>
                  <a:pt x="121324" y="117563"/>
                </a:lnTo>
                <a:lnTo>
                  <a:pt x="121023" y="119729"/>
                </a:lnTo>
                <a:lnTo>
                  <a:pt x="120803" y="121895"/>
                </a:lnTo>
                <a:lnTo>
                  <a:pt x="120205" y="124061"/>
                </a:lnTo>
                <a:lnTo>
                  <a:pt x="119984" y="124809"/>
                </a:lnTo>
                <a:lnTo>
                  <a:pt x="119600" y="126227"/>
                </a:lnTo>
                <a:lnTo>
                  <a:pt x="119204" y="128394"/>
                </a:lnTo>
                <a:lnTo>
                  <a:pt x="119756" y="130560"/>
                </a:lnTo>
                <a:lnTo>
                  <a:pt x="119984" y="130862"/>
                </a:lnTo>
                <a:lnTo>
                  <a:pt x="121560" y="132726"/>
                </a:lnTo>
                <a:lnTo>
                  <a:pt x="122150" y="133177"/>
                </a:lnTo>
                <a:lnTo>
                  <a:pt x="124316" y="133222"/>
                </a:lnTo>
                <a:lnTo>
                  <a:pt x="125190" y="132726"/>
                </a:lnTo>
                <a:lnTo>
                  <a:pt x="126482" y="132094"/>
                </a:lnTo>
                <a:lnTo>
                  <a:pt x="128648" y="130885"/>
                </a:lnTo>
                <a:lnTo>
                  <a:pt x="129001" y="130560"/>
                </a:lnTo>
                <a:lnTo>
                  <a:pt x="130814" y="129079"/>
                </a:lnTo>
                <a:lnTo>
                  <a:pt x="131597" y="128394"/>
                </a:lnTo>
                <a:lnTo>
                  <a:pt x="132980" y="127098"/>
                </a:lnTo>
                <a:lnTo>
                  <a:pt x="133798" y="126227"/>
                </a:lnTo>
                <a:lnTo>
                  <a:pt x="135145" y="125004"/>
                </a:lnTo>
                <a:lnTo>
                  <a:pt x="136017" y="124061"/>
                </a:lnTo>
                <a:lnTo>
                  <a:pt x="137311" y="122647"/>
                </a:lnTo>
                <a:lnTo>
                  <a:pt x="138076" y="121895"/>
                </a:lnTo>
                <a:lnTo>
                  <a:pt x="139477" y="120509"/>
                </a:lnTo>
                <a:lnTo>
                  <a:pt x="140236" y="119729"/>
                </a:lnTo>
                <a:lnTo>
                  <a:pt x="141643" y="118181"/>
                </a:lnTo>
                <a:lnTo>
                  <a:pt x="142254" y="117563"/>
                </a:lnTo>
                <a:lnTo>
                  <a:pt x="143809" y="115826"/>
                </a:lnTo>
                <a:lnTo>
                  <a:pt x="144238" y="115397"/>
                </a:lnTo>
                <a:lnTo>
                  <a:pt x="145975" y="113323"/>
                </a:lnTo>
                <a:lnTo>
                  <a:pt x="146066" y="113230"/>
                </a:lnTo>
                <a:lnTo>
                  <a:pt x="148052" y="111064"/>
                </a:lnTo>
                <a:lnTo>
                  <a:pt x="148141" y="110975"/>
                </a:lnTo>
                <a:lnTo>
                  <a:pt x="150307" y="110329"/>
                </a:lnTo>
                <a:lnTo>
                  <a:pt x="151100" y="111064"/>
                </a:lnTo>
                <a:lnTo>
                  <a:pt x="152473" y="112229"/>
                </a:lnTo>
                <a:lnTo>
                  <a:pt x="153584" y="113230"/>
                </a:lnTo>
                <a:lnTo>
                  <a:pt x="154091" y="115397"/>
                </a:lnTo>
                <a:lnTo>
                  <a:pt x="152798" y="117563"/>
                </a:lnTo>
                <a:lnTo>
                  <a:pt x="152473" y="117911"/>
                </a:lnTo>
                <a:lnTo>
                  <a:pt x="150912" y="119729"/>
                </a:lnTo>
                <a:lnTo>
                  <a:pt x="150307" y="120365"/>
                </a:lnTo>
                <a:lnTo>
                  <a:pt x="149109" y="121895"/>
                </a:lnTo>
                <a:lnTo>
                  <a:pt x="148141" y="122909"/>
                </a:lnTo>
                <a:lnTo>
                  <a:pt x="147047" y="124061"/>
                </a:lnTo>
                <a:lnTo>
                  <a:pt x="145975" y="125347"/>
                </a:lnTo>
                <a:lnTo>
                  <a:pt x="145198" y="126227"/>
                </a:lnTo>
                <a:lnTo>
                  <a:pt x="143809" y="127736"/>
                </a:lnTo>
                <a:lnTo>
                  <a:pt x="143178" y="128394"/>
                </a:lnTo>
                <a:lnTo>
                  <a:pt x="141643" y="130142"/>
                </a:lnTo>
                <a:lnTo>
                  <a:pt x="141223" y="130560"/>
                </a:lnTo>
                <a:lnTo>
                  <a:pt x="139712" y="132726"/>
                </a:lnTo>
                <a:lnTo>
                  <a:pt x="139477" y="132961"/>
                </a:lnTo>
                <a:lnTo>
                  <a:pt x="137636" y="134892"/>
                </a:lnTo>
                <a:lnTo>
                  <a:pt x="137311" y="135217"/>
                </a:lnTo>
                <a:lnTo>
                  <a:pt x="135658" y="137058"/>
                </a:lnTo>
                <a:lnTo>
                  <a:pt x="135145" y="137574"/>
                </a:lnTo>
                <a:lnTo>
                  <a:pt x="133411" y="139225"/>
                </a:lnTo>
                <a:lnTo>
                  <a:pt x="132980" y="139654"/>
                </a:lnTo>
                <a:lnTo>
                  <a:pt x="131209" y="141391"/>
                </a:lnTo>
                <a:lnTo>
                  <a:pt x="130814" y="141786"/>
                </a:lnTo>
                <a:lnTo>
                  <a:pt x="128648" y="143547"/>
                </a:lnTo>
                <a:lnTo>
                  <a:pt x="128638" y="143557"/>
                </a:lnTo>
                <a:lnTo>
                  <a:pt x="126482" y="145143"/>
                </a:lnTo>
                <a:lnTo>
                  <a:pt x="125785" y="145723"/>
                </a:lnTo>
                <a:lnTo>
                  <a:pt x="124316" y="146726"/>
                </a:lnTo>
                <a:lnTo>
                  <a:pt x="122810" y="147889"/>
                </a:lnTo>
                <a:lnTo>
                  <a:pt x="122150" y="148450"/>
                </a:lnTo>
                <a:lnTo>
                  <a:pt x="119984" y="149186"/>
                </a:lnTo>
                <a:lnTo>
                  <a:pt x="118186" y="150055"/>
                </a:lnTo>
                <a:lnTo>
                  <a:pt x="117818" y="150317"/>
                </a:lnTo>
                <a:lnTo>
                  <a:pt x="115652" y="151064"/>
                </a:lnTo>
                <a:lnTo>
                  <a:pt x="113486" y="151311"/>
                </a:lnTo>
                <a:lnTo>
                  <a:pt x="111320" y="151409"/>
                </a:lnTo>
                <a:lnTo>
                  <a:pt x="109154" y="151671"/>
                </a:lnTo>
                <a:lnTo>
                  <a:pt x="106988" y="151709"/>
                </a:lnTo>
                <a:lnTo>
                  <a:pt x="104822" y="151449"/>
                </a:lnTo>
                <a:lnTo>
                  <a:pt x="102656" y="151267"/>
                </a:lnTo>
                <a:lnTo>
                  <a:pt x="100490" y="150967"/>
                </a:lnTo>
                <a:lnTo>
                  <a:pt x="99083" y="150055"/>
                </a:lnTo>
                <a:lnTo>
                  <a:pt x="98324" y="149468"/>
                </a:lnTo>
                <a:lnTo>
                  <a:pt x="96378" y="147889"/>
                </a:lnTo>
                <a:lnTo>
                  <a:pt x="96158" y="147641"/>
                </a:lnTo>
                <a:lnTo>
                  <a:pt x="95021" y="145723"/>
                </a:lnTo>
                <a:lnTo>
                  <a:pt x="94411" y="143557"/>
                </a:lnTo>
                <a:lnTo>
                  <a:pt x="93993" y="142209"/>
                </a:lnTo>
                <a:lnTo>
                  <a:pt x="93718" y="141391"/>
                </a:lnTo>
                <a:lnTo>
                  <a:pt x="93480" y="139225"/>
                </a:lnTo>
                <a:lnTo>
                  <a:pt x="93348" y="137058"/>
                </a:lnTo>
                <a:lnTo>
                  <a:pt x="93319" y="134892"/>
                </a:lnTo>
                <a:lnTo>
                  <a:pt x="93469" y="132726"/>
                </a:lnTo>
                <a:lnTo>
                  <a:pt x="93964" y="130560"/>
                </a:lnTo>
                <a:lnTo>
                  <a:pt x="93993" y="130343"/>
                </a:lnTo>
                <a:lnTo>
                  <a:pt x="94200" y="128394"/>
                </a:lnTo>
                <a:lnTo>
                  <a:pt x="94571" y="126227"/>
                </a:lnTo>
                <a:lnTo>
                  <a:pt x="94988" y="124061"/>
                </a:lnTo>
                <a:lnTo>
                  <a:pt x="95220" y="121895"/>
                </a:lnTo>
                <a:lnTo>
                  <a:pt x="95704" y="119729"/>
                </a:lnTo>
                <a:lnTo>
                  <a:pt x="96158" y="118610"/>
                </a:lnTo>
                <a:lnTo>
                  <a:pt x="96565" y="117563"/>
                </a:lnTo>
                <a:lnTo>
                  <a:pt x="97069" y="115397"/>
                </a:lnTo>
                <a:lnTo>
                  <a:pt x="97369" y="113230"/>
                </a:lnTo>
                <a:lnTo>
                  <a:pt x="97842" y="111064"/>
                </a:lnTo>
                <a:lnTo>
                  <a:pt x="98324" y="109600"/>
                </a:lnTo>
                <a:lnTo>
                  <a:pt x="98591" y="108898"/>
                </a:lnTo>
                <a:lnTo>
                  <a:pt x="98847" y="106732"/>
                </a:lnTo>
                <a:lnTo>
                  <a:pt x="98324" y="106072"/>
                </a:lnTo>
                <a:lnTo>
                  <a:pt x="97799" y="106732"/>
                </a:lnTo>
                <a:lnTo>
                  <a:pt x="96429" y="108898"/>
                </a:lnTo>
                <a:lnTo>
                  <a:pt x="96158" y="108940"/>
                </a:lnTo>
                <a:lnTo>
                  <a:pt x="94831" y="111064"/>
                </a:lnTo>
                <a:lnTo>
                  <a:pt x="93993" y="112084"/>
                </a:lnTo>
                <a:lnTo>
                  <a:pt x="93022" y="113230"/>
                </a:lnTo>
                <a:lnTo>
                  <a:pt x="91827" y="114712"/>
                </a:lnTo>
                <a:lnTo>
                  <a:pt x="91203" y="115397"/>
                </a:lnTo>
                <a:lnTo>
                  <a:pt x="89811" y="117563"/>
                </a:lnTo>
                <a:lnTo>
                  <a:pt x="89661" y="117713"/>
                </a:lnTo>
                <a:lnTo>
                  <a:pt x="88222" y="119729"/>
                </a:lnTo>
                <a:lnTo>
                  <a:pt x="87495" y="120492"/>
                </a:lnTo>
                <a:lnTo>
                  <a:pt x="86339" y="121895"/>
                </a:lnTo>
                <a:lnTo>
                  <a:pt x="85329" y="123075"/>
                </a:lnTo>
                <a:lnTo>
                  <a:pt x="84392" y="124061"/>
                </a:lnTo>
                <a:lnTo>
                  <a:pt x="83163" y="125579"/>
                </a:lnTo>
                <a:lnTo>
                  <a:pt x="82481" y="126227"/>
                </a:lnTo>
                <a:lnTo>
                  <a:pt x="80997" y="127772"/>
                </a:lnTo>
                <a:lnTo>
                  <a:pt x="80455" y="128394"/>
                </a:lnTo>
                <a:lnTo>
                  <a:pt x="78831" y="129981"/>
                </a:lnTo>
                <a:lnTo>
                  <a:pt x="78252" y="130560"/>
                </a:lnTo>
                <a:lnTo>
                  <a:pt x="76665" y="132519"/>
                </a:lnTo>
                <a:lnTo>
                  <a:pt x="76458" y="132726"/>
                </a:lnTo>
                <a:lnTo>
                  <a:pt x="74499" y="134360"/>
                </a:lnTo>
                <a:lnTo>
                  <a:pt x="73964" y="134892"/>
                </a:lnTo>
                <a:lnTo>
                  <a:pt x="72333" y="136305"/>
                </a:lnTo>
                <a:lnTo>
                  <a:pt x="71488" y="137058"/>
                </a:lnTo>
                <a:lnTo>
                  <a:pt x="70167" y="138224"/>
                </a:lnTo>
                <a:lnTo>
                  <a:pt x="69135" y="139225"/>
                </a:lnTo>
                <a:lnTo>
                  <a:pt x="68001" y="140308"/>
                </a:lnTo>
                <a:lnTo>
                  <a:pt x="66111" y="141391"/>
                </a:lnTo>
                <a:lnTo>
                  <a:pt x="65835" y="141646"/>
                </a:lnTo>
                <a:lnTo>
                  <a:pt x="63669" y="142852"/>
                </a:lnTo>
                <a:lnTo>
                  <a:pt x="62826" y="143557"/>
                </a:lnTo>
                <a:lnTo>
                  <a:pt x="61503" y="144587"/>
                </a:lnTo>
                <a:lnTo>
                  <a:pt x="59628" y="145723"/>
                </a:lnTo>
                <a:lnTo>
                  <a:pt x="59337" y="145971"/>
                </a:lnTo>
                <a:lnTo>
                  <a:pt x="57171" y="146888"/>
                </a:lnTo>
                <a:lnTo>
                  <a:pt x="55006" y="147848"/>
                </a:lnTo>
                <a:lnTo>
                  <a:pt x="54950" y="147889"/>
                </a:lnTo>
                <a:lnTo>
                  <a:pt x="52840" y="148873"/>
                </a:lnTo>
                <a:lnTo>
                  <a:pt x="50674" y="149432"/>
                </a:lnTo>
                <a:lnTo>
                  <a:pt x="49206" y="150055"/>
                </a:lnTo>
                <a:lnTo>
                  <a:pt x="48508" y="150405"/>
                </a:lnTo>
                <a:lnTo>
                  <a:pt x="46342" y="150929"/>
                </a:lnTo>
                <a:lnTo>
                  <a:pt x="44176" y="151262"/>
                </a:lnTo>
                <a:lnTo>
                  <a:pt x="42010" y="151416"/>
                </a:lnTo>
                <a:lnTo>
                  <a:pt x="39844" y="151709"/>
                </a:lnTo>
                <a:lnTo>
                  <a:pt x="37678" y="152033"/>
                </a:lnTo>
                <a:lnTo>
                  <a:pt x="35762" y="152222"/>
                </a:lnTo>
                <a:lnTo>
                  <a:pt x="35512" y="152247"/>
                </a:lnTo>
                <a:lnTo>
                  <a:pt x="34971" y="152222"/>
                </a:lnTo>
                <a:lnTo>
                  <a:pt x="33346" y="152146"/>
                </a:lnTo>
                <a:lnTo>
                  <a:pt x="31180" y="151856"/>
                </a:lnTo>
                <a:lnTo>
                  <a:pt x="29014" y="151651"/>
                </a:lnTo>
                <a:lnTo>
                  <a:pt x="26848" y="151430"/>
                </a:lnTo>
                <a:lnTo>
                  <a:pt x="24682" y="151129"/>
                </a:lnTo>
                <a:lnTo>
                  <a:pt x="22516" y="150696"/>
                </a:lnTo>
                <a:lnTo>
                  <a:pt x="21309" y="150055"/>
                </a:lnTo>
                <a:lnTo>
                  <a:pt x="20350" y="149514"/>
                </a:lnTo>
                <a:lnTo>
                  <a:pt x="18184" y="148657"/>
                </a:lnTo>
                <a:lnTo>
                  <a:pt x="16854" y="147889"/>
                </a:lnTo>
                <a:lnTo>
                  <a:pt x="16019" y="147338"/>
                </a:lnTo>
                <a:lnTo>
                  <a:pt x="13853" y="145990"/>
                </a:lnTo>
                <a:lnTo>
                  <a:pt x="13564" y="145723"/>
                </a:lnTo>
                <a:lnTo>
                  <a:pt x="11687" y="144385"/>
                </a:lnTo>
                <a:lnTo>
                  <a:pt x="10844" y="143557"/>
                </a:lnTo>
                <a:lnTo>
                  <a:pt x="9521" y="142048"/>
                </a:lnTo>
                <a:lnTo>
                  <a:pt x="8897" y="141391"/>
                </a:lnTo>
                <a:lnTo>
                  <a:pt x="7355" y="139326"/>
                </a:lnTo>
                <a:lnTo>
                  <a:pt x="7259" y="139225"/>
                </a:lnTo>
                <a:lnTo>
                  <a:pt x="6137" y="137058"/>
                </a:lnTo>
                <a:lnTo>
                  <a:pt x="5189" y="135570"/>
                </a:lnTo>
                <a:lnTo>
                  <a:pt x="4686" y="134892"/>
                </a:lnTo>
                <a:lnTo>
                  <a:pt x="3961" y="132726"/>
                </a:lnTo>
                <a:lnTo>
                  <a:pt x="3023" y="130936"/>
                </a:lnTo>
                <a:lnTo>
                  <a:pt x="2723" y="130560"/>
                </a:lnTo>
                <a:lnTo>
                  <a:pt x="2058" y="128394"/>
                </a:lnTo>
                <a:lnTo>
                  <a:pt x="1755" y="126227"/>
                </a:lnTo>
                <a:lnTo>
                  <a:pt x="1362" y="124061"/>
                </a:lnTo>
                <a:lnTo>
                  <a:pt x="857" y="122517"/>
                </a:lnTo>
                <a:lnTo>
                  <a:pt x="622" y="121895"/>
                </a:lnTo>
                <a:lnTo>
                  <a:pt x="428" y="119729"/>
                </a:lnTo>
                <a:lnTo>
                  <a:pt x="205" y="117563"/>
                </a:lnTo>
                <a:lnTo>
                  <a:pt x="57" y="115397"/>
                </a:lnTo>
                <a:lnTo>
                  <a:pt x="0" y="113230"/>
                </a:lnTo>
                <a:lnTo>
                  <a:pt x="43" y="111064"/>
                </a:lnTo>
                <a:lnTo>
                  <a:pt x="144" y="108898"/>
                </a:lnTo>
                <a:lnTo>
                  <a:pt x="217" y="106732"/>
                </a:lnTo>
                <a:lnTo>
                  <a:pt x="473" y="104566"/>
                </a:lnTo>
                <a:lnTo>
                  <a:pt x="631" y="102399"/>
                </a:lnTo>
                <a:lnTo>
                  <a:pt x="857" y="101527"/>
                </a:lnTo>
                <a:lnTo>
                  <a:pt x="1187" y="100233"/>
                </a:lnTo>
                <a:lnTo>
                  <a:pt x="1657" y="98067"/>
                </a:lnTo>
                <a:lnTo>
                  <a:pt x="1872" y="95901"/>
                </a:lnTo>
                <a:lnTo>
                  <a:pt x="2039" y="93735"/>
                </a:lnTo>
                <a:lnTo>
                  <a:pt x="2541" y="91569"/>
                </a:lnTo>
                <a:lnTo>
                  <a:pt x="3023" y="90314"/>
                </a:lnTo>
                <a:lnTo>
                  <a:pt x="3406" y="89402"/>
                </a:lnTo>
                <a:lnTo>
                  <a:pt x="3988" y="87236"/>
                </a:lnTo>
                <a:lnTo>
                  <a:pt x="4291" y="85070"/>
                </a:lnTo>
                <a:lnTo>
                  <a:pt x="4914" y="82904"/>
                </a:lnTo>
                <a:lnTo>
                  <a:pt x="5189" y="82486"/>
                </a:lnTo>
                <a:lnTo>
                  <a:pt x="6008" y="80738"/>
                </a:lnTo>
                <a:lnTo>
                  <a:pt x="6570" y="78572"/>
                </a:lnTo>
                <a:lnTo>
                  <a:pt x="7355" y="76787"/>
                </a:lnTo>
                <a:lnTo>
                  <a:pt x="7590" y="76405"/>
                </a:lnTo>
                <a:lnTo>
                  <a:pt x="8372" y="74239"/>
                </a:lnTo>
                <a:lnTo>
                  <a:pt x="8933" y="72073"/>
                </a:lnTo>
                <a:lnTo>
                  <a:pt x="9521" y="71396"/>
                </a:lnTo>
                <a:lnTo>
                  <a:pt x="10536" y="69907"/>
                </a:lnTo>
                <a:lnTo>
                  <a:pt x="11328" y="67741"/>
                </a:lnTo>
                <a:lnTo>
                  <a:pt x="11687" y="67286"/>
                </a:lnTo>
                <a:lnTo>
                  <a:pt x="12680" y="65574"/>
                </a:lnTo>
                <a:lnTo>
                  <a:pt x="13604" y="63408"/>
                </a:lnTo>
                <a:lnTo>
                  <a:pt x="13853" y="63113"/>
                </a:lnTo>
                <a:lnTo>
                  <a:pt x="14877" y="61242"/>
                </a:lnTo>
                <a:lnTo>
                  <a:pt x="15977" y="59076"/>
                </a:lnTo>
                <a:lnTo>
                  <a:pt x="16019" y="59028"/>
                </a:lnTo>
                <a:lnTo>
                  <a:pt x="17186" y="56910"/>
                </a:lnTo>
                <a:lnTo>
                  <a:pt x="18184" y="54799"/>
                </a:lnTo>
                <a:lnTo>
                  <a:pt x="18226" y="54744"/>
                </a:lnTo>
                <a:lnTo>
                  <a:pt x="19570" y="52577"/>
                </a:lnTo>
                <a:lnTo>
                  <a:pt x="20350" y="51678"/>
                </a:lnTo>
                <a:lnTo>
                  <a:pt x="21323" y="50411"/>
                </a:lnTo>
                <a:lnTo>
                  <a:pt x="22516" y="48776"/>
                </a:lnTo>
                <a:lnTo>
                  <a:pt x="23019" y="48245"/>
                </a:lnTo>
                <a:lnTo>
                  <a:pt x="24337" y="46079"/>
                </a:lnTo>
                <a:lnTo>
                  <a:pt x="24682" y="45720"/>
                </a:lnTo>
                <a:lnTo>
                  <a:pt x="25990" y="43913"/>
                </a:lnTo>
                <a:lnTo>
                  <a:pt x="26848" y="42768"/>
                </a:lnTo>
                <a:lnTo>
                  <a:pt x="27691" y="41746"/>
                </a:lnTo>
                <a:lnTo>
                  <a:pt x="29014" y="39631"/>
                </a:lnTo>
                <a:lnTo>
                  <a:pt x="29064" y="39580"/>
                </a:lnTo>
                <a:lnTo>
                  <a:pt x="30557" y="37414"/>
                </a:lnTo>
                <a:lnTo>
                  <a:pt x="31180" y="36725"/>
                </a:lnTo>
                <a:lnTo>
                  <a:pt x="32605" y="35248"/>
                </a:lnTo>
                <a:lnTo>
                  <a:pt x="33346" y="34524"/>
                </a:lnTo>
                <a:lnTo>
                  <a:pt x="34755" y="33082"/>
                </a:lnTo>
                <a:lnTo>
                  <a:pt x="35512" y="32350"/>
                </a:lnTo>
                <a:lnTo>
                  <a:pt x="36824" y="30916"/>
                </a:lnTo>
                <a:lnTo>
                  <a:pt x="37678" y="30048"/>
                </a:lnTo>
                <a:lnTo>
                  <a:pt x="38990" y="28749"/>
                </a:lnTo>
                <a:lnTo>
                  <a:pt x="39844" y="27908"/>
                </a:lnTo>
                <a:lnTo>
                  <a:pt x="41232" y="26583"/>
                </a:lnTo>
                <a:lnTo>
                  <a:pt x="42010" y="25801"/>
                </a:lnTo>
                <a:lnTo>
                  <a:pt x="43379" y="24417"/>
                </a:lnTo>
                <a:lnTo>
                  <a:pt x="44176" y="23557"/>
                </a:lnTo>
                <a:lnTo>
                  <a:pt x="45504" y="22251"/>
                </a:lnTo>
                <a:lnTo>
                  <a:pt x="46342" y="21485"/>
                </a:lnTo>
                <a:lnTo>
                  <a:pt x="48249" y="20085"/>
                </a:lnTo>
                <a:lnTo>
                  <a:pt x="48508" y="19831"/>
                </a:lnTo>
                <a:lnTo>
                  <a:pt x="50674" y="18229"/>
                </a:lnTo>
                <a:lnTo>
                  <a:pt x="51032" y="17918"/>
                </a:lnTo>
                <a:lnTo>
                  <a:pt x="52840" y="16560"/>
                </a:lnTo>
                <a:lnTo>
                  <a:pt x="53791" y="15752"/>
                </a:lnTo>
                <a:lnTo>
                  <a:pt x="55006" y="14898"/>
                </a:lnTo>
                <a:lnTo>
                  <a:pt x="57029" y="13586"/>
                </a:lnTo>
                <a:lnTo>
                  <a:pt x="57171" y="13451"/>
                </a:lnTo>
                <a:lnTo>
                  <a:pt x="59337" y="12232"/>
                </a:lnTo>
                <a:lnTo>
                  <a:pt x="60393" y="11420"/>
                </a:lnTo>
                <a:lnTo>
                  <a:pt x="61503" y="10548"/>
                </a:lnTo>
                <a:lnTo>
                  <a:pt x="63669" y="9726"/>
                </a:lnTo>
                <a:lnTo>
                  <a:pt x="64252" y="9254"/>
                </a:lnTo>
                <a:lnTo>
                  <a:pt x="65835" y="8312"/>
                </a:lnTo>
                <a:lnTo>
                  <a:pt x="68001" y="7483"/>
                </a:lnTo>
                <a:lnTo>
                  <a:pt x="68462" y="7088"/>
                </a:lnTo>
                <a:lnTo>
                  <a:pt x="70167" y="6098"/>
                </a:lnTo>
                <a:lnTo>
                  <a:pt x="72333" y="5536"/>
                </a:lnTo>
                <a:lnTo>
                  <a:pt x="73365" y="4921"/>
                </a:lnTo>
                <a:lnTo>
                  <a:pt x="74499" y="4261"/>
                </a:lnTo>
                <a:lnTo>
                  <a:pt x="76665" y="3803"/>
                </a:lnTo>
                <a:lnTo>
                  <a:pt x="78831" y="2860"/>
                </a:lnTo>
                <a:lnTo>
                  <a:pt x="79070" y="2755"/>
                </a:lnTo>
                <a:lnTo>
                  <a:pt x="80997" y="2123"/>
                </a:lnTo>
                <a:lnTo>
                  <a:pt x="83163" y="1720"/>
                </a:lnTo>
                <a:lnTo>
                  <a:pt x="85329" y="1446"/>
                </a:lnTo>
                <a:lnTo>
                  <a:pt x="87495" y="1101"/>
                </a:lnTo>
                <a:lnTo>
                  <a:pt x="89661" y="648"/>
                </a:lnTo>
                <a:lnTo>
                  <a:pt x="90022" y="589"/>
                </a:lnTo>
                <a:close/>
                <a:moveTo>
                  <a:pt x="96158" y="8975"/>
                </a:moveTo>
                <a:lnTo>
                  <a:pt x="94250" y="9254"/>
                </a:lnTo>
                <a:lnTo>
                  <a:pt x="93993" y="9295"/>
                </a:lnTo>
                <a:lnTo>
                  <a:pt x="91827" y="9868"/>
                </a:lnTo>
                <a:lnTo>
                  <a:pt x="89661" y="10219"/>
                </a:lnTo>
                <a:lnTo>
                  <a:pt x="87495" y="10747"/>
                </a:lnTo>
                <a:lnTo>
                  <a:pt x="86297" y="11420"/>
                </a:lnTo>
                <a:lnTo>
                  <a:pt x="85329" y="11999"/>
                </a:lnTo>
                <a:lnTo>
                  <a:pt x="83163" y="12676"/>
                </a:lnTo>
                <a:lnTo>
                  <a:pt x="81543" y="13586"/>
                </a:lnTo>
                <a:lnTo>
                  <a:pt x="80997" y="13970"/>
                </a:lnTo>
                <a:lnTo>
                  <a:pt x="78831" y="15036"/>
                </a:lnTo>
                <a:lnTo>
                  <a:pt x="77827" y="15752"/>
                </a:lnTo>
                <a:lnTo>
                  <a:pt x="76665" y="16544"/>
                </a:lnTo>
                <a:lnTo>
                  <a:pt x="74852" y="17918"/>
                </a:lnTo>
                <a:lnTo>
                  <a:pt x="74499" y="18243"/>
                </a:lnTo>
                <a:lnTo>
                  <a:pt x="72333" y="19823"/>
                </a:lnTo>
                <a:lnTo>
                  <a:pt x="72048" y="20085"/>
                </a:lnTo>
                <a:lnTo>
                  <a:pt x="70167" y="21775"/>
                </a:lnTo>
                <a:lnTo>
                  <a:pt x="69688" y="22251"/>
                </a:lnTo>
                <a:lnTo>
                  <a:pt x="68001" y="23811"/>
                </a:lnTo>
                <a:lnTo>
                  <a:pt x="67413" y="24417"/>
                </a:lnTo>
                <a:lnTo>
                  <a:pt x="65835" y="26131"/>
                </a:lnTo>
                <a:lnTo>
                  <a:pt x="65368" y="26583"/>
                </a:lnTo>
                <a:lnTo>
                  <a:pt x="63669" y="28552"/>
                </a:lnTo>
                <a:lnTo>
                  <a:pt x="63490" y="28749"/>
                </a:lnTo>
                <a:lnTo>
                  <a:pt x="61683" y="30916"/>
                </a:lnTo>
                <a:lnTo>
                  <a:pt x="61503" y="31107"/>
                </a:lnTo>
                <a:lnTo>
                  <a:pt x="59957" y="33082"/>
                </a:lnTo>
                <a:lnTo>
                  <a:pt x="59337" y="33777"/>
                </a:lnTo>
                <a:lnTo>
                  <a:pt x="58296" y="35248"/>
                </a:lnTo>
                <a:lnTo>
                  <a:pt x="57171" y="36717"/>
                </a:lnTo>
                <a:lnTo>
                  <a:pt x="56515" y="37414"/>
                </a:lnTo>
                <a:lnTo>
                  <a:pt x="55330" y="39580"/>
                </a:lnTo>
                <a:lnTo>
                  <a:pt x="55006" y="39947"/>
                </a:lnTo>
                <a:lnTo>
                  <a:pt x="53892" y="41746"/>
                </a:lnTo>
                <a:lnTo>
                  <a:pt x="52840" y="43436"/>
                </a:lnTo>
                <a:lnTo>
                  <a:pt x="52422" y="43913"/>
                </a:lnTo>
                <a:lnTo>
                  <a:pt x="51492" y="46079"/>
                </a:lnTo>
                <a:lnTo>
                  <a:pt x="50674" y="47341"/>
                </a:lnTo>
                <a:lnTo>
                  <a:pt x="50002" y="48245"/>
                </a:lnTo>
                <a:lnTo>
                  <a:pt x="48810" y="50411"/>
                </a:lnTo>
                <a:lnTo>
                  <a:pt x="48508" y="50797"/>
                </a:lnTo>
                <a:lnTo>
                  <a:pt x="47509" y="52577"/>
                </a:lnTo>
                <a:lnTo>
                  <a:pt x="46342" y="54419"/>
                </a:lnTo>
                <a:lnTo>
                  <a:pt x="46054" y="54744"/>
                </a:lnTo>
                <a:lnTo>
                  <a:pt x="45254" y="56910"/>
                </a:lnTo>
                <a:lnTo>
                  <a:pt x="44176" y="59025"/>
                </a:lnTo>
                <a:lnTo>
                  <a:pt x="44134" y="59076"/>
                </a:lnTo>
                <a:lnTo>
                  <a:pt x="43135" y="61242"/>
                </a:lnTo>
                <a:lnTo>
                  <a:pt x="42471" y="63408"/>
                </a:lnTo>
                <a:lnTo>
                  <a:pt x="42010" y="64047"/>
                </a:lnTo>
                <a:lnTo>
                  <a:pt x="41159" y="65574"/>
                </a:lnTo>
                <a:lnTo>
                  <a:pt x="40541" y="67741"/>
                </a:lnTo>
                <a:lnTo>
                  <a:pt x="39844" y="68861"/>
                </a:lnTo>
                <a:lnTo>
                  <a:pt x="39179" y="69907"/>
                </a:lnTo>
                <a:lnTo>
                  <a:pt x="38585" y="72073"/>
                </a:lnTo>
                <a:lnTo>
                  <a:pt x="37678" y="74068"/>
                </a:lnTo>
                <a:lnTo>
                  <a:pt x="37557" y="74239"/>
                </a:lnTo>
                <a:lnTo>
                  <a:pt x="36674" y="76405"/>
                </a:lnTo>
                <a:lnTo>
                  <a:pt x="36193" y="78572"/>
                </a:lnTo>
                <a:lnTo>
                  <a:pt x="35512" y="79940"/>
                </a:lnTo>
                <a:lnTo>
                  <a:pt x="35061" y="80738"/>
                </a:lnTo>
                <a:lnTo>
                  <a:pt x="34486" y="82904"/>
                </a:lnTo>
                <a:lnTo>
                  <a:pt x="34019" y="85070"/>
                </a:lnTo>
                <a:lnTo>
                  <a:pt x="33346" y="86776"/>
                </a:lnTo>
                <a:lnTo>
                  <a:pt x="33111" y="87236"/>
                </a:lnTo>
                <a:lnTo>
                  <a:pt x="32477" y="89402"/>
                </a:lnTo>
                <a:lnTo>
                  <a:pt x="32201" y="91569"/>
                </a:lnTo>
                <a:lnTo>
                  <a:pt x="31777" y="93735"/>
                </a:lnTo>
                <a:lnTo>
                  <a:pt x="31189" y="95901"/>
                </a:lnTo>
                <a:lnTo>
                  <a:pt x="31180" y="95926"/>
                </a:lnTo>
                <a:lnTo>
                  <a:pt x="30626" y="98067"/>
                </a:lnTo>
                <a:lnTo>
                  <a:pt x="30315" y="100233"/>
                </a:lnTo>
                <a:lnTo>
                  <a:pt x="30097" y="102399"/>
                </a:lnTo>
                <a:lnTo>
                  <a:pt x="29974" y="104566"/>
                </a:lnTo>
                <a:lnTo>
                  <a:pt x="29890" y="106732"/>
                </a:lnTo>
                <a:lnTo>
                  <a:pt x="29772" y="108898"/>
                </a:lnTo>
                <a:lnTo>
                  <a:pt x="29718" y="111064"/>
                </a:lnTo>
                <a:lnTo>
                  <a:pt x="29806" y="113230"/>
                </a:lnTo>
                <a:lnTo>
                  <a:pt x="29964" y="115397"/>
                </a:lnTo>
                <a:lnTo>
                  <a:pt x="30053" y="117563"/>
                </a:lnTo>
                <a:lnTo>
                  <a:pt x="30404" y="119729"/>
                </a:lnTo>
                <a:lnTo>
                  <a:pt x="30971" y="121895"/>
                </a:lnTo>
                <a:lnTo>
                  <a:pt x="31180" y="122200"/>
                </a:lnTo>
                <a:lnTo>
                  <a:pt x="32031" y="124061"/>
                </a:lnTo>
                <a:lnTo>
                  <a:pt x="32782" y="126227"/>
                </a:lnTo>
                <a:lnTo>
                  <a:pt x="33346" y="126906"/>
                </a:lnTo>
                <a:lnTo>
                  <a:pt x="34407" y="128394"/>
                </a:lnTo>
                <a:lnTo>
                  <a:pt x="35512" y="129493"/>
                </a:lnTo>
                <a:lnTo>
                  <a:pt x="36934" y="130560"/>
                </a:lnTo>
                <a:lnTo>
                  <a:pt x="37678" y="131183"/>
                </a:lnTo>
                <a:lnTo>
                  <a:pt x="39844" y="132249"/>
                </a:lnTo>
                <a:lnTo>
                  <a:pt x="40420" y="132726"/>
                </a:lnTo>
                <a:lnTo>
                  <a:pt x="42010" y="133637"/>
                </a:lnTo>
                <a:lnTo>
                  <a:pt x="44176" y="133819"/>
                </a:lnTo>
                <a:lnTo>
                  <a:pt x="46342" y="133993"/>
                </a:lnTo>
                <a:lnTo>
                  <a:pt x="48508" y="134134"/>
                </a:lnTo>
                <a:lnTo>
                  <a:pt x="50674" y="134141"/>
                </a:lnTo>
                <a:lnTo>
                  <a:pt x="52840" y="133932"/>
                </a:lnTo>
                <a:lnTo>
                  <a:pt x="55006" y="133631"/>
                </a:lnTo>
                <a:lnTo>
                  <a:pt x="57171" y="132768"/>
                </a:lnTo>
                <a:lnTo>
                  <a:pt x="57234" y="132726"/>
                </a:lnTo>
                <a:lnTo>
                  <a:pt x="59337" y="131773"/>
                </a:lnTo>
                <a:lnTo>
                  <a:pt x="61503" y="131082"/>
                </a:lnTo>
                <a:lnTo>
                  <a:pt x="62096" y="130560"/>
                </a:lnTo>
                <a:lnTo>
                  <a:pt x="63669" y="129569"/>
                </a:lnTo>
                <a:lnTo>
                  <a:pt x="65440" y="128394"/>
                </a:lnTo>
                <a:lnTo>
                  <a:pt x="65835" y="127998"/>
                </a:lnTo>
                <a:lnTo>
                  <a:pt x="68001" y="126782"/>
                </a:lnTo>
                <a:lnTo>
                  <a:pt x="68567" y="126227"/>
                </a:lnTo>
                <a:lnTo>
                  <a:pt x="70167" y="124992"/>
                </a:lnTo>
                <a:lnTo>
                  <a:pt x="71256" y="124061"/>
                </a:lnTo>
                <a:lnTo>
                  <a:pt x="72333" y="123069"/>
                </a:lnTo>
                <a:lnTo>
                  <a:pt x="73519" y="121895"/>
                </a:lnTo>
                <a:lnTo>
                  <a:pt x="74499" y="120978"/>
                </a:lnTo>
                <a:lnTo>
                  <a:pt x="75601" y="119729"/>
                </a:lnTo>
                <a:lnTo>
                  <a:pt x="76665" y="118611"/>
                </a:lnTo>
                <a:lnTo>
                  <a:pt x="77802" y="117563"/>
                </a:lnTo>
                <a:lnTo>
                  <a:pt x="78831" y="116426"/>
                </a:lnTo>
                <a:lnTo>
                  <a:pt x="79849" y="115397"/>
                </a:lnTo>
                <a:lnTo>
                  <a:pt x="80997" y="114154"/>
                </a:lnTo>
                <a:lnTo>
                  <a:pt x="81832" y="113230"/>
                </a:lnTo>
                <a:lnTo>
                  <a:pt x="83163" y="111759"/>
                </a:lnTo>
                <a:lnTo>
                  <a:pt x="83811" y="111064"/>
                </a:lnTo>
                <a:lnTo>
                  <a:pt x="85319" y="108898"/>
                </a:lnTo>
                <a:lnTo>
                  <a:pt x="85329" y="108889"/>
                </a:lnTo>
                <a:lnTo>
                  <a:pt x="86666" y="106732"/>
                </a:lnTo>
                <a:lnTo>
                  <a:pt x="87495" y="105846"/>
                </a:lnTo>
                <a:lnTo>
                  <a:pt x="88573" y="104566"/>
                </a:lnTo>
                <a:lnTo>
                  <a:pt x="89661" y="103153"/>
                </a:lnTo>
                <a:lnTo>
                  <a:pt x="90350" y="102399"/>
                </a:lnTo>
                <a:lnTo>
                  <a:pt x="91397" y="100233"/>
                </a:lnTo>
                <a:lnTo>
                  <a:pt x="91827" y="99704"/>
                </a:lnTo>
                <a:lnTo>
                  <a:pt x="92823" y="98067"/>
                </a:lnTo>
                <a:lnTo>
                  <a:pt x="93993" y="96243"/>
                </a:lnTo>
                <a:lnTo>
                  <a:pt x="94305" y="95901"/>
                </a:lnTo>
                <a:lnTo>
                  <a:pt x="95315" y="93735"/>
                </a:lnTo>
                <a:lnTo>
                  <a:pt x="96158" y="92392"/>
                </a:lnTo>
                <a:lnTo>
                  <a:pt x="96814" y="91569"/>
                </a:lnTo>
                <a:lnTo>
                  <a:pt x="97582" y="89402"/>
                </a:lnTo>
                <a:lnTo>
                  <a:pt x="98324" y="88545"/>
                </a:lnTo>
                <a:lnTo>
                  <a:pt x="99284" y="87236"/>
                </a:lnTo>
                <a:lnTo>
                  <a:pt x="100490" y="85160"/>
                </a:lnTo>
                <a:lnTo>
                  <a:pt x="100580" y="85070"/>
                </a:lnTo>
                <a:lnTo>
                  <a:pt x="101592" y="82904"/>
                </a:lnTo>
                <a:lnTo>
                  <a:pt x="102435" y="80738"/>
                </a:lnTo>
                <a:lnTo>
                  <a:pt x="102656" y="80447"/>
                </a:lnTo>
                <a:lnTo>
                  <a:pt x="103573" y="78572"/>
                </a:lnTo>
                <a:lnTo>
                  <a:pt x="104149" y="76405"/>
                </a:lnTo>
                <a:lnTo>
                  <a:pt x="104822" y="75196"/>
                </a:lnTo>
                <a:lnTo>
                  <a:pt x="105405" y="74239"/>
                </a:lnTo>
                <a:lnTo>
                  <a:pt x="106051" y="72073"/>
                </a:lnTo>
                <a:lnTo>
                  <a:pt x="106988" y="70312"/>
                </a:lnTo>
                <a:lnTo>
                  <a:pt x="107301" y="69907"/>
                </a:lnTo>
                <a:lnTo>
                  <a:pt x="107959" y="67741"/>
                </a:lnTo>
                <a:lnTo>
                  <a:pt x="108613" y="65574"/>
                </a:lnTo>
                <a:lnTo>
                  <a:pt x="109154" y="64625"/>
                </a:lnTo>
                <a:lnTo>
                  <a:pt x="109803" y="63408"/>
                </a:lnTo>
                <a:lnTo>
                  <a:pt x="110246" y="61242"/>
                </a:lnTo>
                <a:lnTo>
                  <a:pt x="110501" y="59076"/>
                </a:lnTo>
                <a:lnTo>
                  <a:pt x="111311" y="56910"/>
                </a:lnTo>
                <a:lnTo>
                  <a:pt x="111320" y="56894"/>
                </a:lnTo>
                <a:lnTo>
                  <a:pt x="112099" y="54744"/>
                </a:lnTo>
                <a:lnTo>
                  <a:pt x="112472" y="52577"/>
                </a:lnTo>
                <a:lnTo>
                  <a:pt x="112813" y="50411"/>
                </a:lnTo>
                <a:lnTo>
                  <a:pt x="113486" y="48750"/>
                </a:lnTo>
                <a:lnTo>
                  <a:pt x="113747" y="48245"/>
                </a:lnTo>
                <a:lnTo>
                  <a:pt x="114343" y="46079"/>
                </a:lnTo>
                <a:lnTo>
                  <a:pt x="114583" y="43913"/>
                </a:lnTo>
                <a:lnTo>
                  <a:pt x="114770" y="41746"/>
                </a:lnTo>
                <a:lnTo>
                  <a:pt x="115055" y="39580"/>
                </a:lnTo>
                <a:lnTo>
                  <a:pt x="115378" y="37414"/>
                </a:lnTo>
                <a:lnTo>
                  <a:pt x="115652" y="35983"/>
                </a:lnTo>
                <a:lnTo>
                  <a:pt x="115808" y="35248"/>
                </a:lnTo>
                <a:lnTo>
                  <a:pt x="116028" y="33082"/>
                </a:lnTo>
                <a:lnTo>
                  <a:pt x="116190" y="30916"/>
                </a:lnTo>
                <a:lnTo>
                  <a:pt x="116184" y="28749"/>
                </a:lnTo>
                <a:lnTo>
                  <a:pt x="116013" y="26583"/>
                </a:lnTo>
                <a:lnTo>
                  <a:pt x="115652" y="25005"/>
                </a:lnTo>
                <a:lnTo>
                  <a:pt x="115502" y="24417"/>
                </a:lnTo>
                <a:lnTo>
                  <a:pt x="114987" y="22251"/>
                </a:lnTo>
                <a:lnTo>
                  <a:pt x="114730" y="20085"/>
                </a:lnTo>
                <a:lnTo>
                  <a:pt x="113530" y="17918"/>
                </a:lnTo>
                <a:lnTo>
                  <a:pt x="113486" y="17867"/>
                </a:lnTo>
                <a:lnTo>
                  <a:pt x="112273" y="15752"/>
                </a:lnTo>
                <a:lnTo>
                  <a:pt x="111320" y="14597"/>
                </a:lnTo>
                <a:lnTo>
                  <a:pt x="110295" y="13586"/>
                </a:lnTo>
                <a:lnTo>
                  <a:pt x="109154" y="12753"/>
                </a:lnTo>
                <a:lnTo>
                  <a:pt x="107253" y="11420"/>
                </a:lnTo>
                <a:lnTo>
                  <a:pt x="106988" y="11159"/>
                </a:lnTo>
                <a:lnTo>
                  <a:pt x="104822" y="10235"/>
                </a:lnTo>
                <a:lnTo>
                  <a:pt x="102656" y="9882"/>
                </a:lnTo>
                <a:lnTo>
                  <a:pt x="100553" y="9254"/>
                </a:lnTo>
                <a:lnTo>
                  <a:pt x="100490" y="9229"/>
                </a:lnTo>
                <a:lnTo>
                  <a:pt x="98324" y="8803"/>
                </a:lnTo>
                <a:lnTo>
                  <a:pt x="96158" y="89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g-math-13-glyph-4">
            <a:extLst xmlns:a="http://schemas.openxmlformats.org/drawingml/2006/main">
              <a:ext uri="{FF2B5EF4-FFF2-40B4-BE49-F238E27FC236}">
                <a16:creationId xmlns:a16="http://schemas.microsoft.com/office/drawing/2014/main" id="{14FCAFC6-F7B7-4A85-815C-A68CEB68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7618" y="1815360"/>
            <a:ext cx="117271" cy="153393"/>
          </a:xfrm>
          <a:custGeom xmlns:a="http://schemas.openxmlformats.org/drawingml/2006/main">
            <a:pathLst>
              <a:path w="117271" h="153393">
                <a:moveTo>
                  <a:pt x="65545" y="882"/>
                </a:moveTo>
                <a:lnTo>
                  <a:pt x="66345" y="746"/>
                </a:lnTo>
                <a:lnTo>
                  <a:pt x="68511" y="439"/>
                </a:lnTo>
                <a:lnTo>
                  <a:pt x="70677" y="301"/>
                </a:lnTo>
                <a:lnTo>
                  <a:pt x="72843" y="371"/>
                </a:lnTo>
                <a:lnTo>
                  <a:pt x="75009" y="645"/>
                </a:lnTo>
                <a:lnTo>
                  <a:pt x="76776" y="882"/>
                </a:lnTo>
                <a:lnTo>
                  <a:pt x="77175" y="939"/>
                </a:lnTo>
                <a:lnTo>
                  <a:pt x="79341" y="1359"/>
                </a:lnTo>
                <a:lnTo>
                  <a:pt x="81507" y="1666"/>
                </a:lnTo>
                <a:lnTo>
                  <a:pt x="83673" y="1877"/>
                </a:lnTo>
                <a:lnTo>
                  <a:pt x="85839" y="2242"/>
                </a:lnTo>
                <a:lnTo>
                  <a:pt x="87963" y="3048"/>
                </a:lnTo>
                <a:lnTo>
                  <a:pt x="88005" y="3073"/>
                </a:lnTo>
                <a:lnTo>
                  <a:pt x="90171" y="3755"/>
                </a:lnTo>
                <a:lnTo>
                  <a:pt x="92337" y="4131"/>
                </a:lnTo>
                <a:lnTo>
                  <a:pt x="94503" y="4717"/>
                </a:lnTo>
                <a:lnTo>
                  <a:pt x="95940" y="5214"/>
                </a:lnTo>
                <a:lnTo>
                  <a:pt x="96669" y="5502"/>
                </a:lnTo>
                <a:lnTo>
                  <a:pt x="98835" y="5887"/>
                </a:lnTo>
                <a:lnTo>
                  <a:pt x="101001" y="6158"/>
                </a:lnTo>
                <a:lnTo>
                  <a:pt x="103167" y="6174"/>
                </a:lnTo>
                <a:lnTo>
                  <a:pt x="105332" y="5792"/>
                </a:lnTo>
                <a:lnTo>
                  <a:pt x="106324" y="5214"/>
                </a:lnTo>
                <a:lnTo>
                  <a:pt x="107498" y="4534"/>
                </a:lnTo>
                <a:lnTo>
                  <a:pt x="109529" y="3048"/>
                </a:lnTo>
                <a:lnTo>
                  <a:pt x="109664" y="2910"/>
                </a:lnTo>
                <a:lnTo>
                  <a:pt x="111081" y="882"/>
                </a:lnTo>
                <a:lnTo>
                  <a:pt x="111830" y="162"/>
                </a:lnTo>
                <a:lnTo>
                  <a:pt x="113996" y="0"/>
                </a:lnTo>
                <a:lnTo>
                  <a:pt x="116162" y="68"/>
                </a:lnTo>
                <a:lnTo>
                  <a:pt x="116948" y="882"/>
                </a:lnTo>
                <a:lnTo>
                  <a:pt x="117271" y="3048"/>
                </a:lnTo>
                <a:lnTo>
                  <a:pt x="117171" y="5214"/>
                </a:lnTo>
                <a:lnTo>
                  <a:pt x="116972" y="7380"/>
                </a:lnTo>
                <a:lnTo>
                  <a:pt x="116637" y="9546"/>
                </a:lnTo>
                <a:lnTo>
                  <a:pt x="116162" y="11422"/>
                </a:lnTo>
                <a:lnTo>
                  <a:pt x="116073" y="11712"/>
                </a:lnTo>
                <a:lnTo>
                  <a:pt x="115593" y="13879"/>
                </a:lnTo>
                <a:lnTo>
                  <a:pt x="115326" y="16045"/>
                </a:lnTo>
                <a:lnTo>
                  <a:pt x="115201" y="18211"/>
                </a:lnTo>
                <a:lnTo>
                  <a:pt x="114969" y="20377"/>
                </a:lnTo>
                <a:lnTo>
                  <a:pt x="114802" y="22543"/>
                </a:lnTo>
                <a:lnTo>
                  <a:pt x="114468" y="24710"/>
                </a:lnTo>
                <a:lnTo>
                  <a:pt x="113996" y="26632"/>
                </a:lnTo>
                <a:lnTo>
                  <a:pt x="113922" y="26876"/>
                </a:lnTo>
                <a:lnTo>
                  <a:pt x="113461" y="29042"/>
                </a:lnTo>
                <a:lnTo>
                  <a:pt x="113177" y="31208"/>
                </a:lnTo>
                <a:lnTo>
                  <a:pt x="112977" y="33374"/>
                </a:lnTo>
                <a:lnTo>
                  <a:pt x="112811" y="35540"/>
                </a:lnTo>
                <a:lnTo>
                  <a:pt x="112601" y="37707"/>
                </a:lnTo>
                <a:lnTo>
                  <a:pt x="112226" y="39873"/>
                </a:lnTo>
                <a:lnTo>
                  <a:pt x="111830" y="41931"/>
                </a:lnTo>
                <a:lnTo>
                  <a:pt x="111805" y="42039"/>
                </a:lnTo>
                <a:lnTo>
                  <a:pt x="111336" y="44205"/>
                </a:lnTo>
                <a:lnTo>
                  <a:pt x="111021" y="46371"/>
                </a:lnTo>
                <a:lnTo>
                  <a:pt x="109664" y="47986"/>
                </a:lnTo>
                <a:lnTo>
                  <a:pt x="107498" y="47881"/>
                </a:lnTo>
                <a:lnTo>
                  <a:pt x="105332" y="47946"/>
                </a:lnTo>
                <a:lnTo>
                  <a:pt x="104150" y="46371"/>
                </a:lnTo>
                <a:lnTo>
                  <a:pt x="103807" y="44205"/>
                </a:lnTo>
                <a:lnTo>
                  <a:pt x="103516" y="42039"/>
                </a:lnTo>
                <a:lnTo>
                  <a:pt x="103167" y="41169"/>
                </a:lnTo>
                <a:lnTo>
                  <a:pt x="102636" y="39873"/>
                </a:lnTo>
                <a:lnTo>
                  <a:pt x="102341" y="37707"/>
                </a:lnTo>
                <a:lnTo>
                  <a:pt x="101955" y="35540"/>
                </a:lnTo>
                <a:lnTo>
                  <a:pt x="101615" y="33374"/>
                </a:lnTo>
                <a:lnTo>
                  <a:pt x="101001" y="32024"/>
                </a:lnTo>
                <a:lnTo>
                  <a:pt x="100582" y="31208"/>
                </a:lnTo>
                <a:lnTo>
                  <a:pt x="99998" y="29042"/>
                </a:lnTo>
                <a:lnTo>
                  <a:pt x="99242" y="26876"/>
                </a:lnTo>
                <a:lnTo>
                  <a:pt x="98835" y="26305"/>
                </a:lnTo>
                <a:lnTo>
                  <a:pt x="97984" y="24710"/>
                </a:lnTo>
                <a:lnTo>
                  <a:pt x="97174" y="22543"/>
                </a:lnTo>
                <a:lnTo>
                  <a:pt x="96669" y="21980"/>
                </a:lnTo>
                <a:lnTo>
                  <a:pt x="95624" y="20377"/>
                </a:lnTo>
                <a:lnTo>
                  <a:pt x="94503" y="18862"/>
                </a:lnTo>
                <a:lnTo>
                  <a:pt x="93888" y="18211"/>
                </a:lnTo>
                <a:lnTo>
                  <a:pt x="92337" y="16633"/>
                </a:lnTo>
                <a:lnTo>
                  <a:pt x="91702" y="16045"/>
                </a:lnTo>
                <a:lnTo>
                  <a:pt x="90171" y="14568"/>
                </a:lnTo>
                <a:lnTo>
                  <a:pt x="89388" y="13879"/>
                </a:lnTo>
                <a:lnTo>
                  <a:pt x="88005" y="12807"/>
                </a:lnTo>
                <a:lnTo>
                  <a:pt x="85839" y="11722"/>
                </a:lnTo>
                <a:lnTo>
                  <a:pt x="85826" y="11712"/>
                </a:lnTo>
                <a:lnTo>
                  <a:pt x="83673" y="10855"/>
                </a:lnTo>
                <a:lnTo>
                  <a:pt x="81507" y="10428"/>
                </a:lnTo>
                <a:lnTo>
                  <a:pt x="79341" y="10078"/>
                </a:lnTo>
                <a:lnTo>
                  <a:pt x="77175" y="9726"/>
                </a:lnTo>
                <a:lnTo>
                  <a:pt x="75009" y="9846"/>
                </a:lnTo>
                <a:lnTo>
                  <a:pt x="72843" y="10088"/>
                </a:lnTo>
                <a:lnTo>
                  <a:pt x="70677" y="10353"/>
                </a:lnTo>
                <a:lnTo>
                  <a:pt x="68511" y="10597"/>
                </a:lnTo>
                <a:lnTo>
                  <a:pt x="66345" y="11519"/>
                </a:lnTo>
                <a:lnTo>
                  <a:pt x="66124" y="11712"/>
                </a:lnTo>
                <a:lnTo>
                  <a:pt x="64180" y="12870"/>
                </a:lnTo>
                <a:lnTo>
                  <a:pt x="62681" y="13879"/>
                </a:lnTo>
                <a:lnTo>
                  <a:pt x="62014" y="14420"/>
                </a:lnTo>
                <a:lnTo>
                  <a:pt x="60537" y="16045"/>
                </a:lnTo>
                <a:lnTo>
                  <a:pt x="59848" y="16965"/>
                </a:lnTo>
                <a:lnTo>
                  <a:pt x="58953" y="18211"/>
                </a:lnTo>
                <a:lnTo>
                  <a:pt x="57682" y="20368"/>
                </a:lnTo>
                <a:lnTo>
                  <a:pt x="57673" y="20377"/>
                </a:lnTo>
                <a:lnTo>
                  <a:pt x="57153" y="22543"/>
                </a:lnTo>
                <a:lnTo>
                  <a:pt x="56754" y="24710"/>
                </a:lnTo>
                <a:lnTo>
                  <a:pt x="56581" y="26876"/>
                </a:lnTo>
                <a:lnTo>
                  <a:pt x="56573" y="29042"/>
                </a:lnTo>
                <a:lnTo>
                  <a:pt x="56693" y="31208"/>
                </a:lnTo>
                <a:lnTo>
                  <a:pt x="57101" y="33374"/>
                </a:lnTo>
                <a:lnTo>
                  <a:pt x="57673" y="35540"/>
                </a:lnTo>
                <a:lnTo>
                  <a:pt x="57682" y="35551"/>
                </a:lnTo>
                <a:lnTo>
                  <a:pt x="58695" y="37707"/>
                </a:lnTo>
                <a:lnTo>
                  <a:pt x="59462" y="39873"/>
                </a:lnTo>
                <a:lnTo>
                  <a:pt x="59848" y="40441"/>
                </a:lnTo>
                <a:lnTo>
                  <a:pt x="60692" y="42039"/>
                </a:lnTo>
                <a:lnTo>
                  <a:pt x="61695" y="44205"/>
                </a:lnTo>
                <a:lnTo>
                  <a:pt x="62014" y="44569"/>
                </a:lnTo>
                <a:lnTo>
                  <a:pt x="63197" y="46371"/>
                </a:lnTo>
                <a:lnTo>
                  <a:pt x="64180" y="47857"/>
                </a:lnTo>
                <a:lnTo>
                  <a:pt x="64705" y="48538"/>
                </a:lnTo>
                <a:lnTo>
                  <a:pt x="65843" y="50704"/>
                </a:lnTo>
                <a:lnTo>
                  <a:pt x="66345" y="51249"/>
                </a:lnTo>
                <a:lnTo>
                  <a:pt x="67624" y="52870"/>
                </a:lnTo>
                <a:lnTo>
                  <a:pt x="68511" y="53860"/>
                </a:lnTo>
                <a:lnTo>
                  <a:pt x="69486" y="55036"/>
                </a:lnTo>
                <a:lnTo>
                  <a:pt x="70677" y="56600"/>
                </a:lnTo>
                <a:lnTo>
                  <a:pt x="71272" y="57202"/>
                </a:lnTo>
                <a:lnTo>
                  <a:pt x="72843" y="59359"/>
                </a:lnTo>
                <a:lnTo>
                  <a:pt x="72852" y="59368"/>
                </a:lnTo>
                <a:lnTo>
                  <a:pt x="74432" y="61535"/>
                </a:lnTo>
                <a:lnTo>
                  <a:pt x="75009" y="62186"/>
                </a:lnTo>
                <a:lnTo>
                  <a:pt x="76290" y="63701"/>
                </a:lnTo>
                <a:lnTo>
                  <a:pt x="77175" y="64784"/>
                </a:lnTo>
                <a:lnTo>
                  <a:pt x="78108" y="65867"/>
                </a:lnTo>
                <a:lnTo>
                  <a:pt x="79341" y="67430"/>
                </a:lnTo>
                <a:lnTo>
                  <a:pt x="79931" y="68033"/>
                </a:lnTo>
                <a:lnTo>
                  <a:pt x="81357" y="70199"/>
                </a:lnTo>
                <a:lnTo>
                  <a:pt x="81507" y="70350"/>
                </a:lnTo>
                <a:lnTo>
                  <a:pt x="83016" y="72366"/>
                </a:lnTo>
                <a:lnTo>
                  <a:pt x="83673" y="73151"/>
                </a:lnTo>
                <a:lnTo>
                  <a:pt x="84767" y="74532"/>
                </a:lnTo>
                <a:lnTo>
                  <a:pt x="85839" y="76227"/>
                </a:lnTo>
                <a:lnTo>
                  <a:pt x="86219" y="76698"/>
                </a:lnTo>
                <a:lnTo>
                  <a:pt x="87529" y="78864"/>
                </a:lnTo>
                <a:lnTo>
                  <a:pt x="88005" y="79439"/>
                </a:lnTo>
                <a:lnTo>
                  <a:pt x="88967" y="81030"/>
                </a:lnTo>
                <a:lnTo>
                  <a:pt x="90146" y="83196"/>
                </a:lnTo>
                <a:lnTo>
                  <a:pt x="90171" y="83223"/>
                </a:lnTo>
                <a:lnTo>
                  <a:pt x="91376" y="85363"/>
                </a:lnTo>
                <a:lnTo>
                  <a:pt x="92158" y="87529"/>
                </a:lnTo>
                <a:lnTo>
                  <a:pt x="92337" y="87751"/>
                </a:lnTo>
                <a:lnTo>
                  <a:pt x="93292" y="89695"/>
                </a:lnTo>
                <a:lnTo>
                  <a:pt x="93719" y="91861"/>
                </a:lnTo>
                <a:lnTo>
                  <a:pt x="94503" y="93387"/>
                </a:lnTo>
                <a:lnTo>
                  <a:pt x="94887" y="94027"/>
                </a:lnTo>
                <a:lnTo>
                  <a:pt x="95471" y="96193"/>
                </a:lnTo>
                <a:lnTo>
                  <a:pt x="95747" y="98360"/>
                </a:lnTo>
                <a:lnTo>
                  <a:pt x="96012" y="100526"/>
                </a:lnTo>
                <a:lnTo>
                  <a:pt x="96394" y="102692"/>
                </a:lnTo>
                <a:lnTo>
                  <a:pt x="96669" y="104362"/>
                </a:lnTo>
                <a:lnTo>
                  <a:pt x="96758" y="104858"/>
                </a:lnTo>
                <a:lnTo>
                  <a:pt x="97053" y="107024"/>
                </a:lnTo>
                <a:lnTo>
                  <a:pt x="96917" y="109191"/>
                </a:lnTo>
                <a:lnTo>
                  <a:pt x="96669" y="110893"/>
                </a:lnTo>
                <a:lnTo>
                  <a:pt x="96595" y="111357"/>
                </a:lnTo>
                <a:lnTo>
                  <a:pt x="96217" y="113523"/>
                </a:lnTo>
                <a:lnTo>
                  <a:pt x="95937" y="115689"/>
                </a:lnTo>
                <a:lnTo>
                  <a:pt x="95752" y="117855"/>
                </a:lnTo>
                <a:lnTo>
                  <a:pt x="95432" y="120021"/>
                </a:lnTo>
                <a:lnTo>
                  <a:pt x="94764" y="122188"/>
                </a:lnTo>
                <a:lnTo>
                  <a:pt x="94503" y="122644"/>
                </a:lnTo>
                <a:lnTo>
                  <a:pt x="93768" y="124354"/>
                </a:lnTo>
                <a:lnTo>
                  <a:pt x="93310" y="126520"/>
                </a:lnTo>
                <a:lnTo>
                  <a:pt x="92337" y="128223"/>
                </a:lnTo>
                <a:lnTo>
                  <a:pt x="91964" y="128686"/>
                </a:lnTo>
                <a:lnTo>
                  <a:pt x="90917" y="130852"/>
                </a:lnTo>
                <a:lnTo>
                  <a:pt x="90171" y="131969"/>
                </a:lnTo>
                <a:lnTo>
                  <a:pt x="89458" y="133019"/>
                </a:lnTo>
                <a:lnTo>
                  <a:pt x="88214" y="135185"/>
                </a:lnTo>
                <a:lnTo>
                  <a:pt x="88005" y="135421"/>
                </a:lnTo>
                <a:lnTo>
                  <a:pt x="86258" y="137351"/>
                </a:lnTo>
                <a:lnTo>
                  <a:pt x="85839" y="137761"/>
                </a:lnTo>
                <a:lnTo>
                  <a:pt x="84450" y="139517"/>
                </a:lnTo>
                <a:lnTo>
                  <a:pt x="83673" y="140331"/>
                </a:lnTo>
                <a:lnTo>
                  <a:pt x="81686" y="141683"/>
                </a:lnTo>
                <a:lnTo>
                  <a:pt x="81507" y="141864"/>
                </a:lnTo>
                <a:lnTo>
                  <a:pt x="79341" y="143176"/>
                </a:lnTo>
                <a:lnTo>
                  <a:pt x="78617" y="143849"/>
                </a:lnTo>
                <a:lnTo>
                  <a:pt x="77175" y="145003"/>
                </a:lnTo>
                <a:lnTo>
                  <a:pt x="75539" y="146016"/>
                </a:lnTo>
                <a:lnTo>
                  <a:pt x="75009" y="146456"/>
                </a:lnTo>
                <a:lnTo>
                  <a:pt x="72843" y="147238"/>
                </a:lnTo>
                <a:lnTo>
                  <a:pt x="70886" y="148182"/>
                </a:lnTo>
                <a:lnTo>
                  <a:pt x="70677" y="148347"/>
                </a:lnTo>
                <a:lnTo>
                  <a:pt x="68511" y="149265"/>
                </a:lnTo>
                <a:lnTo>
                  <a:pt x="66345" y="149651"/>
                </a:lnTo>
                <a:lnTo>
                  <a:pt x="64500" y="150348"/>
                </a:lnTo>
                <a:lnTo>
                  <a:pt x="64180" y="150513"/>
                </a:lnTo>
                <a:lnTo>
                  <a:pt x="62014" y="151147"/>
                </a:lnTo>
                <a:lnTo>
                  <a:pt x="59848" y="151522"/>
                </a:lnTo>
                <a:lnTo>
                  <a:pt x="57682" y="151636"/>
                </a:lnTo>
                <a:lnTo>
                  <a:pt x="55516" y="151818"/>
                </a:lnTo>
                <a:lnTo>
                  <a:pt x="53350" y="152053"/>
                </a:lnTo>
                <a:lnTo>
                  <a:pt x="51184" y="152386"/>
                </a:lnTo>
                <a:lnTo>
                  <a:pt x="49559" y="152514"/>
                </a:lnTo>
                <a:lnTo>
                  <a:pt x="49018" y="152556"/>
                </a:lnTo>
                <a:lnTo>
                  <a:pt x="48526" y="152514"/>
                </a:lnTo>
                <a:lnTo>
                  <a:pt x="46852" y="152379"/>
                </a:lnTo>
                <a:lnTo>
                  <a:pt x="44686" y="152165"/>
                </a:lnTo>
                <a:lnTo>
                  <a:pt x="42520" y="152032"/>
                </a:lnTo>
                <a:lnTo>
                  <a:pt x="40354" y="152006"/>
                </a:lnTo>
                <a:lnTo>
                  <a:pt x="38188" y="151608"/>
                </a:lnTo>
                <a:lnTo>
                  <a:pt x="36022" y="151354"/>
                </a:lnTo>
                <a:lnTo>
                  <a:pt x="33856" y="151045"/>
                </a:lnTo>
                <a:lnTo>
                  <a:pt x="32572" y="150348"/>
                </a:lnTo>
                <a:lnTo>
                  <a:pt x="31690" y="149816"/>
                </a:lnTo>
                <a:lnTo>
                  <a:pt x="29524" y="149260"/>
                </a:lnTo>
                <a:lnTo>
                  <a:pt x="27358" y="148826"/>
                </a:lnTo>
                <a:lnTo>
                  <a:pt x="26286" y="148182"/>
                </a:lnTo>
                <a:lnTo>
                  <a:pt x="25193" y="147533"/>
                </a:lnTo>
                <a:lnTo>
                  <a:pt x="23027" y="147099"/>
                </a:lnTo>
                <a:lnTo>
                  <a:pt x="20861" y="146891"/>
                </a:lnTo>
                <a:lnTo>
                  <a:pt x="18695" y="146748"/>
                </a:lnTo>
                <a:lnTo>
                  <a:pt x="16529" y="146534"/>
                </a:lnTo>
                <a:lnTo>
                  <a:pt x="14363" y="146557"/>
                </a:lnTo>
                <a:lnTo>
                  <a:pt x="12197" y="147083"/>
                </a:lnTo>
                <a:lnTo>
                  <a:pt x="10031" y="148157"/>
                </a:lnTo>
                <a:lnTo>
                  <a:pt x="10006" y="148182"/>
                </a:lnTo>
                <a:lnTo>
                  <a:pt x="7865" y="150213"/>
                </a:lnTo>
                <a:lnTo>
                  <a:pt x="7725" y="150348"/>
                </a:lnTo>
                <a:lnTo>
                  <a:pt x="6482" y="152514"/>
                </a:lnTo>
                <a:lnTo>
                  <a:pt x="5699" y="153180"/>
                </a:lnTo>
                <a:lnTo>
                  <a:pt x="3533" y="153340"/>
                </a:lnTo>
                <a:lnTo>
                  <a:pt x="1367" y="153393"/>
                </a:lnTo>
                <a:lnTo>
                  <a:pt x="185" y="152514"/>
                </a:lnTo>
                <a:lnTo>
                  <a:pt x="0" y="150348"/>
                </a:lnTo>
                <a:lnTo>
                  <a:pt x="156" y="148182"/>
                </a:lnTo>
                <a:lnTo>
                  <a:pt x="271" y="146016"/>
                </a:lnTo>
                <a:lnTo>
                  <a:pt x="486" y="143849"/>
                </a:lnTo>
                <a:lnTo>
                  <a:pt x="628" y="141683"/>
                </a:lnTo>
                <a:lnTo>
                  <a:pt x="875" y="139517"/>
                </a:lnTo>
                <a:lnTo>
                  <a:pt x="1232" y="137351"/>
                </a:lnTo>
                <a:lnTo>
                  <a:pt x="1367" y="136932"/>
                </a:lnTo>
                <a:lnTo>
                  <a:pt x="1839" y="135185"/>
                </a:lnTo>
                <a:lnTo>
                  <a:pt x="2179" y="133019"/>
                </a:lnTo>
                <a:lnTo>
                  <a:pt x="2343" y="130852"/>
                </a:lnTo>
                <a:lnTo>
                  <a:pt x="2478" y="128686"/>
                </a:lnTo>
                <a:lnTo>
                  <a:pt x="2657" y="126520"/>
                </a:lnTo>
                <a:lnTo>
                  <a:pt x="2798" y="124354"/>
                </a:lnTo>
                <a:lnTo>
                  <a:pt x="3180" y="122188"/>
                </a:lnTo>
                <a:lnTo>
                  <a:pt x="3524" y="120021"/>
                </a:lnTo>
                <a:lnTo>
                  <a:pt x="3533" y="119991"/>
                </a:lnTo>
                <a:lnTo>
                  <a:pt x="4005" y="117855"/>
                </a:lnTo>
                <a:lnTo>
                  <a:pt x="4311" y="115689"/>
                </a:lnTo>
                <a:lnTo>
                  <a:pt x="4499" y="113523"/>
                </a:lnTo>
                <a:lnTo>
                  <a:pt x="4665" y="111357"/>
                </a:lnTo>
                <a:lnTo>
                  <a:pt x="4821" y="109191"/>
                </a:lnTo>
                <a:lnTo>
                  <a:pt x="4928" y="107024"/>
                </a:lnTo>
                <a:lnTo>
                  <a:pt x="5343" y="104858"/>
                </a:lnTo>
                <a:lnTo>
                  <a:pt x="5699" y="103316"/>
                </a:lnTo>
                <a:lnTo>
                  <a:pt x="5849" y="102692"/>
                </a:lnTo>
                <a:lnTo>
                  <a:pt x="6212" y="100526"/>
                </a:lnTo>
                <a:lnTo>
                  <a:pt x="7865" y="98946"/>
                </a:lnTo>
                <a:lnTo>
                  <a:pt x="10031" y="99033"/>
                </a:lnTo>
                <a:lnTo>
                  <a:pt x="12197" y="99201"/>
                </a:lnTo>
                <a:lnTo>
                  <a:pt x="13251" y="100526"/>
                </a:lnTo>
                <a:lnTo>
                  <a:pt x="13419" y="102692"/>
                </a:lnTo>
                <a:lnTo>
                  <a:pt x="13885" y="104858"/>
                </a:lnTo>
                <a:lnTo>
                  <a:pt x="14363" y="106882"/>
                </a:lnTo>
                <a:lnTo>
                  <a:pt x="14404" y="107024"/>
                </a:lnTo>
                <a:lnTo>
                  <a:pt x="14948" y="109191"/>
                </a:lnTo>
                <a:lnTo>
                  <a:pt x="15348" y="111357"/>
                </a:lnTo>
                <a:lnTo>
                  <a:pt x="15746" y="113523"/>
                </a:lnTo>
                <a:lnTo>
                  <a:pt x="16529" y="115532"/>
                </a:lnTo>
                <a:lnTo>
                  <a:pt x="16618" y="115689"/>
                </a:lnTo>
                <a:lnTo>
                  <a:pt x="17341" y="117855"/>
                </a:lnTo>
                <a:lnTo>
                  <a:pt x="17823" y="120021"/>
                </a:lnTo>
                <a:lnTo>
                  <a:pt x="18695" y="122073"/>
                </a:lnTo>
                <a:lnTo>
                  <a:pt x="18769" y="122188"/>
                </a:lnTo>
                <a:lnTo>
                  <a:pt x="19756" y="124354"/>
                </a:lnTo>
                <a:lnTo>
                  <a:pt x="20604" y="126520"/>
                </a:lnTo>
                <a:lnTo>
                  <a:pt x="20861" y="126842"/>
                </a:lnTo>
                <a:lnTo>
                  <a:pt x="21905" y="128686"/>
                </a:lnTo>
                <a:lnTo>
                  <a:pt x="23027" y="130445"/>
                </a:lnTo>
                <a:lnTo>
                  <a:pt x="23364" y="130852"/>
                </a:lnTo>
                <a:lnTo>
                  <a:pt x="24520" y="133019"/>
                </a:lnTo>
                <a:lnTo>
                  <a:pt x="25193" y="133925"/>
                </a:lnTo>
                <a:lnTo>
                  <a:pt x="26217" y="135185"/>
                </a:lnTo>
                <a:lnTo>
                  <a:pt x="27358" y="136256"/>
                </a:lnTo>
                <a:lnTo>
                  <a:pt x="28473" y="137351"/>
                </a:lnTo>
                <a:lnTo>
                  <a:pt x="29524" y="138330"/>
                </a:lnTo>
                <a:lnTo>
                  <a:pt x="31157" y="139517"/>
                </a:lnTo>
                <a:lnTo>
                  <a:pt x="31690" y="139968"/>
                </a:lnTo>
                <a:lnTo>
                  <a:pt x="33856" y="141077"/>
                </a:lnTo>
                <a:lnTo>
                  <a:pt x="34781" y="141683"/>
                </a:lnTo>
                <a:lnTo>
                  <a:pt x="36022" y="142426"/>
                </a:lnTo>
                <a:lnTo>
                  <a:pt x="38188" y="142872"/>
                </a:lnTo>
                <a:lnTo>
                  <a:pt x="40354" y="143308"/>
                </a:lnTo>
                <a:lnTo>
                  <a:pt x="42313" y="143849"/>
                </a:lnTo>
                <a:lnTo>
                  <a:pt x="42520" y="143923"/>
                </a:lnTo>
                <a:lnTo>
                  <a:pt x="44686" y="144122"/>
                </a:lnTo>
                <a:lnTo>
                  <a:pt x="46852" y="144230"/>
                </a:lnTo>
                <a:lnTo>
                  <a:pt x="49018" y="144040"/>
                </a:lnTo>
                <a:lnTo>
                  <a:pt x="49559" y="143849"/>
                </a:lnTo>
                <a:lnTo>
                  <a:pt x="51184" y="143388"/>
                </a:lnTo>
                <a:lnTo>
                  <a:pt x="53350" y="142958"/>
                </a:lnTo>
                <a:lnTo>
                  <a:pt x="55516" y="142479"/>
                </a:lnTo>
                <a:lnTo>
                  <a:pt x="56891" y="141683"/>
                </a:lnTo>
                <a:lnTo>
                  <a:pt x="57682" y="141121"/>
                </a:lnTo>
                <a:lnTo>
                  <a:pt x="59848" y="140039"/>
                </a:lnTo>
                <a:lnTo>
                  <a:pt x="60403" y="139517"/>
                </a:lnTo>
                <a:lnTo>
                  <a:pt x="62014" y="138396"/>
                </a:lnTo>
                <a:lnTo>
                  <a:pt x="63249" y="137351"/>
                </a:lnTo>
                <a:lnTo>
                  <a:pt x="64180" y="136220"/>
                </a:lnTo>
                <a:lnTo>
                  <a:pt x="64985" y="135185"/>
                </a:lnTo>
                <a:lnTo>
                  <a:pt x="66272" y="133019"/>
                </a:lnTo>
                <a:lnTo>
                  <a:pt x="66345" y="132941"/>
                </a:lnTo>
                <a:lnTo>
                  <a:pt x="67542" y="130852"/>
                </a:lnTo>
                <a:lnTo>
                  <a:pt x="68511" y="129248"/>
                </a:lnTo>
                <a:lnTo>
                  <a:pt x="68973" y="128686"/>
                </a:lnTo>
                <a:lnTo>
                  <a:pt x="69343" y="126520"/>
                </a:lnTo>
                <a:lnTo>
                  <a:pt x="69702" y="124354"/>
                </a:lnTo>
                <a:lnTo>
                  <a:pt x="69861" y="122188"/>
                </a:lnTo>
                <a:lnTo>
                  <a:pt x="69891" y="120021"/>
                </a:lnTo>
                <a:lnTo>
                  <a:pt x="69814" y="117855"/>
                </a:lnTo>
                <a:lnTo>
                  <a:pt x="69655" y="115689"/>
                </a:lnTo>
                <a:lnTo>
                  <a:pt x="69531" y="113523"/>
                </a:lnTo>
                <a:lnTo>
                  <a:pt x="69224" y="111357"/>
                </a:lnTo>
                <a:lnTo>
                  <a:pt x="68511" y="109975"/>
                </a:lnTo>
                <a:lnTo>
                  <a:pt x="68037" y="109191"/>
                </a:lnTo>
                <a:lnTo>
                  <a:pt x="67410" y="107024"/>
                </a:lnTo>
                <a:lnTo>
                  <a:pt x="66788" y="104858"/>
                </a:lnTo>
                <a:lnTo>
                  <a:pt x="66345" y="104200"/>
                </a:lnTo>
                <a:lnTo>
                  <a:pt x="65547" y="102692"/>
                </a:lnTo>
                <a:lnTo>
                  <a:pt x="64672" y="100526"/>
                </a:lnTo>
                <a:lnTo>
                  <a:pt x="64180" y="99937"/>
                </a:lnTo>
                <a:lnTo>
                  <a:pt x="63148" y="98360"/>
                </a:lnTo>
                <a:lnTo>
                  <a:pt x="62014" y="96260"/>
                </a:lnTo>
                <a:lnTo>
                  <a:pt x="61956" y="96193"/>
                </a:lnTo>
                <a:lnTo>
                  <a:pt x="60783" y="94027"/>
                </a:lnTo>
                <a:lnTo>
                  <a:pt x="59848" y="92598"/>
                </a:lnTo>
                <a:lnTo>
                  <a:pt x="59190" y="91861"/>
                </a:lnTo>
                <a:lnTo>
                  <a:pt x="57817" y="89695"/>
                </a:lnTo>
                <a:lnTo>
                  <a:pt x="57682" y="89560"/>
                </a:lnTo>
                <a:lnTo>
                  <a:pt x="56287" y="87529"/>
                </a:lnTo>
                <a:lnTo>
                  <a:pt x="55516" y="86676"/>
                </a:lnTo>
                <a:lnTo>
                  <a:pt x="54391" y="85363"/>
                </a:lnTo>
                <a:lnTo>
                  <a:pt x="53350" y="83930"/>
                </a:lnTo>
                <a:lnTo>
                  <a:pt x="52727" y="83196"/>
                </a:lnTo>
                <a:lnTo>
                  <a:pt x="51419" y="81030"/>
                </a:lnTo>
                <a:lnTo>
                  <a:pt x="51184" y="80790"/>
                </a:lnTo>
                <a:lnTo>
                  <a:pt x="49726" y="78864"/>
                </a:lnTo>
                <a:lnTo>
                  <a:pt x="49018" y="78013"/>
                </a:lnTo>
                <a:lnTo>
                  <a:pt x="48058" y="76698"/>
                </a:lnTo>
                <a:lnTo>
                  <a:pt x="46852" y="75087"/>
                </a:lnTo>
                <a:lnTo>
                  <a:pt x="46279" y="74532"/>
                </a:lnTo>
                <a:lnTo>
                  <a:pt x="45078" y="72366"/>
                </a:lnTo>
                <a:lnTo>
                  <a:pt x="44686" y="71981"/>
                </a:lnTo>
                <a:lnTo>
                  <a:pt x="43396" y="70199"/>
                </a:lnTo>
                <a:lnTo>
                  <a:pt x="42520" y="68861"/>
                </a:lnTo>
                <a:lnTo>
                  <a:pt x="41880" y="68033"/>
                </a:lnTo>
                <a:lnTo>
                  <a:pt x="40808" y="65867"/>
                </a:lnTo>
                <a:lnTo>
                  <a:pt x="40354" y="65313"/>
                </a:lnTo>
                <a:lnTo>
                  <a:pt x="39349" y="63701"/>
                </a:lnTo>
                <a:lnTo>
                  <a:pt x="38188" y="61751"/>
                </a:lnTo>
                <a:lnTo>
                  <a:pt x="37991" y="61535"/>
                </a:lnTo>
                <a:lnTo>
                  <a:pt x="37065" y="59368"/>
                </a:lnTo>
                <a:lnTo>
                  <a:pt x="36128" y="57202"/>
                </a:lnTo>
                <a:lnTo>
                  <a:pt x="36022" y="57089"/>
                </a:lnTo>
                <a:lnTo>
                  <a:pt x="34966" y="55036"/>
                </a:lnTo>
                <a:lnTo>
                  <a:pt x="34064" y="52870"/>
                </a:lnTo>
                <a:lnTo>
                  <a:pt x="33856" y="52504"/>
                </a:lnTo>
                <a:lnTo>
                  <a:pt x="33114" y="50704"/>
                </a:lnTo>
                <a:lnTo>
                  <a:pt x="32645" y="48538"/>
                </a:lnTo>
                <a:lnTo>
                  <a:pt x="32130" y="46371"/>
                </a:lnTo>
                <a:lnTo>
                  <a:pt x="31690" y="45336"/>
                </a:lnTo>
                <a:lnTo>
                  <a:pt x="31210" y="44205"/>
                </a:lnTo>
                <a:lnTo>
                  <a:pt x="30892" y="42039"/>
                </a:lnTo>
                <a:lnTo>
                  <a:pt x="30730" y="39873"/>
                </a:lnTo>
                <a:lnTo>
                  <a:pt x="30607" y="37707"/>
                </a:lnTo>
                <a:lnTo>
                  <a:pt x="30653" y="35540"/>
                </a:lnTo>
                <a:lnTo>
                  <a:pt x="30774" y="33374"/>
                </a:lnTo>
                <a:lnTo>
                  <a:pt x="30885" y="31208"/>
                </a:lnTo>
                <a:lnTo>
                  <a:pt x="31112" y="29042"/>
                </a:lnTo>
                <a:lnTo>
                  <a:pt x="31690" y="27417"/>
                </a:lnTo>
                <a:lnTo>
                  <a:pt x="31925" y="26876"/>
                </a:lnTo>
                <a:lnTo>
                  <a:pt x="32560" y="24710"/>
                </a:lnTo>
                <a:lnTo>
                  <a:pt x="33077" y="22543"/>
                </a:lnTo>
                <a:lnTo>
                  <a:pt x="33856" y="20768"/>
                </a:lnTo>
                <a:lnTo>
                  <a:pt x="34098" y="20377"/>
                </a:lnTo>
                <a:lnTo>
                  <a:pt x="35106" y="18211"/>
                </a:lnTo>
                <a:lnTo>
                  <a:pt x="36022" y="16785"/>
                </a:lnTo>
                <a:lnTo>
                  <a:pt x="36629" y="16045"/>
                </a:lnTo>
                <a:lnTo>
                  <a:pt x="38188" y="13970"/>
                </a:lnTo>
                <a:lnTo>
                  <a:pt x="38280" y="13879"/>
                </a:lnTo>
                <a:lnTo>
                  <a:pt x="40052" y="11712"/>
                </a:lnTo>
                <a:lnTo>
                  <a:pt x="40354" y="11395"/>
                </a:lnTo>
                <a:lnTo>
                  <a:pt x="42520" y="9589"/>
                </a:lnTo>
                <a:lnTo>
                  <a:pt x="42563" y="9546"/>
                </a:lnTo>
                <a:lnTo>
                  <a:pt x="44686" y="8160"/>
                </a:lnTo>
                <a:lnTo>
                  <a:pt x="45556" y="7380"/>
                </a:lnTo>
                <a:lnTo>
                  <a:pt x="46852" y="6410"/>
                </a:lnTo>
                <a:lnTo>
                  <a:pt x="49018" y="5407"/>
                </a:lnTo>
                <a:lnTo>
                  <a:pt x="49240" y="5214"/>
                </a:lnTo>
                <a:lnTo>
                  <a:pt x="51184" y="4213"/>
                </a:lnTo>
                <a:lnTo>
                  <a:pt x="53350" y="3566"/>
                </a:lnTo>
                <a:lnTo>
                  <a:pt x="54218" y="3048"/>
                </a:lnTo>
                <a:lnTo>
                  <a:pt x="55516" y="2374"/>
                </a:lnTo>
                <a:lnTo>
                  <a:pt x="57682" y="2066"/>
                </a:lnTo>
                <a:lnTo>
                  <a:pt x="59848" y="1836"/>
                </a:lnTo>
                <a:lnTo>
                  <a:pt x="62014" y="1268"/>
                </a:lnTo>
                <a:lnTo>
                  <a:pt x="64180" y="1103"/>
                </a:lnTo>
                <a:lnTo>
                  <a:pt x="65545" y="8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fog-math-13-glyph-5">
            <a:extLst xmlns:a="http://schemas.openxmlformats.org/drawingml/2006/main">
              <a:ext uri="{FF2B5EF4-FFF2-40B4-BE49-F238E27FC236}">
                <a16:creationId xmlns:a16="http://schemas.microsoft.com/office/drawing/2014/main" id="{9E4BFB86-E422-40BB-8B87-E1562927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1222" y="1819977"/>
            <a:ext cx="173216" cy="150424"/>
          </a:xfrm>
          <a:custGeom xmlns:a="http://schemas.openxmlformats.org/drawingml/2006/main">
            <a:pathLst>
              <a:path w="173216" h="150424">
                <a:moveTo>
                  <a:pt x="72714" y="597"/>
                </a:moveTo>
                <a:lnTo>
                  <a:pt x="73281" y="507"/>
                </a:lnTo>
                <a:lnTo>
                  <a:pt x="75447" y="362"/>
                </a:lnTo>
                <a:lnTo>
                  <a:pt x="77613" y="282"/>
                </a:lnTo>
                <a:lnTo>
                  <a:pt x="79779" y="228"/>
                </a:lnTo>
                <a:lnTo>
                  <a:pt x="81945" y="0"/>
                </a:lnTo>
                <a:lnTo>
                  <a:pt x="84111" y="0"/>
                </a:lnTo>
                <a:lnTo>
                  <a:pt x="86277" y="0"/>
                </a:lnTo>
                <a:lnTo>
                  <a:pt x="88443" y="0"/>
                </a:lnTo>
                <a:lnTo>
                  <a:pt x="90609" y="0"/>
                </a:lnTo>
                <a:lnTo>
                  <a:pt x="92775" y="0"/>
                </a:lnTo>
                <a:lnTo>
                  <a:pt x="94941" y="0"/>
                </a:lnTo>
                <a:lnTo>
                  <a:pt x="97107" y="0"/>
                </a:lnTo>
                <a:lnTo>
                  <a:pt x="99272" y="0"/>
                </a:lnTo>
                <a:lnTo>
                  <a:pt x="101438" y="0"/>
                </a:lnTo>
                <a:lnTo>
                  <a:pt x="103604" y="0"/>
                </a:lnTo>
                <a:lnTo>
                  <a:pt x="105770" y="0"/>
                </a:lnTo>
                <a:lnTo>
                  <a:pt x="107936" y="0"/>
                </a:lnTo>
                <a:lnTo>
                  <a:pt x="110102" y="0"/>
                </a:lnTo>
                <a:lnTo>
                  <a:pt x="112268" y="0"/>
                </a:lnTo>
                <a:lnTo>
                  <a:pt x="114434" y="0"/>
                </a:lnTo>
                <a:lnTo>
                  <a:pt x="116600" y="0"/>
                </a:lnTo>
                <a:lnTo>
                  <a:pt x="118766" y="0"/>
                </a:lnTo>
                <a:lnTo>
                  <a:pt x="120932" y="0"/>
                </a:lnTo>
                <a:lnTo>
                  <a:pt x="123098" y="0"/>
                </a:lnTo>
                <a:lnTo>
                  <a:pt x="125264" y="0"/>
                </a:lnTo>
                <a:lnTo>
                  <a:pt x="127430" y="0"/>
                </a:lnTo>
                <a:lnTo>
                  <a:pt x="129596" y="0"/>
                </a:lnTo>
                <a:lnTo>
                  <a:pt x="131762" y="0"/>
                </a:lnTo>
                <a:lnTo>
                  <a:pt x="133928" y="0"/>
                </a:lnTo>
                <a:lnTo>
                  <a:pt x="136094" y="0"/>
                </a:lnTo>
                <a:lnTo>
                  <a:pt x="138259" y="0"/>
                </a:lnTo>
                <a:lnTo>
                  <a:pt x="140425" y="0"/>
                </a:lnTo>
                <a:lnTo>
                  <a:pt x="142591" y="0"/>
                </a:lnTo>
                <a:lnTo>
                  <a:pt x="144757" y="0"/>
                </a:lnTo>
                <a:lnTo>
                  <a:pt x="146923" y="0"/>
                </a:lnTo>
                <a:lnTo>
                  <a:pt x="149089" y="0"/>
                </a:lnTo>
                <a:lnTo>
                  <a:pt x="151255" y="0"/>
                </a:lnTo>
                <a:lnTo>
                  <a:pt x="153421" y="0"/>
                </a:lnTo>
                <a:lnTo>
                  <a:pt x="155587" y="0"/>
                </a:lnTo>
                <a:lnTo>
                  <a:pt x="157753" y="0"/>
                </a:lnTo>
                <a:lnTo>
                  <a:pt x="159919" y="0"/>
                </a:lnTo>
                <a:lnTo>
                  <a:pt x="162085" y="0"/>
                </a:lnTo>
                <a:lnTo>
                  <a:pt x="164251" y="0"/>
                </a:lnTo>
                <a:lnTo>
                  <a:pt x="166417" y="0"/>
                </a:lnTo>
                <a:lnTo>
                  <a:pt x="168583" y="55"/>
                </a:lnTo>
                <a:lnTo>
                  <a:pt x="170749" y="24"/>
                </a:lnTo>
                <a:lnTo>
                  <a:pt x="172131" y="597"/>
                </a:lnTo>
                <a:lnTo>
                  <a:pt x="172915" y="1781"/>
                </a:lnTo>
                <a:lnTo>
                  <a:pt x="173216" y="2763"/>
                </a:lnTo>
                <a:lnTo>
                  <a:pt x="172915" y="3479"/>
                </a:lnTo>
                <a:lnTo>
                  <a:pt x="172399" y="4929"/>
                </a:lnTo>
                <a:lnTo>
                  <a:pt x="171900" y="7095"/>
                </a:lnTo>
                <a:lnTo>
                  <a:pt x="171567" y="9262"/>
                </a:lnTo>
                <a:lnTo>
                  <a:pt x="170749" y="11086"/>
                </a:lnTo>
                <a:lnTo>
                  <a:pt x="170521" y="11428"/>
                </a:lnTo>
                <a:lnTo>
                  <a:pt x="169879" y="13594"/>
                </a:lnTo>
                <a:lnTo>
                  <a:pt x="169578" y="15760"/>
                </a:lnTo>
                <a:lnTo>
                  <a:pt x="169104" y="17926"/>
                </a:lnTo>
                <a:lnTo>
                  <a:pt x="168583" y="18863"/>
                </a:lnTo>
                <a:lnTo>
                  <a:pt x="167968" y="20093"/>
                </a:lnTo>
                <a:lnTo>
                  <a:pt x="167547" y="22259"/>
                </a:lnTo>
                <a:lnTo>
                  <a:pt x="167300" y="24425"/>
                </a:lnTo>
                <a:lnTo>
                  <a:pt x="166417" y="25508"/>
                </a:lnTo>
                <a:lnTo>
                  <a:pt x="164251" y="25888"/>
                </a:lnTo>
                <a:lnTo>
                  <a:pt x="162085" y="26031"/>
                </a:lnTo>
                <a:lnTo>
                  <a:pt x="159919" y="25959"/>
                </a:lnTo>
                <a:lnTo>
                  <a:pt x="157753" y="25951"/>
                </a:lnTo>
                <a:lnTo>
                  <a:pt x="155587" y="25985"/>
                </a:lnTo>
                <a:lnTo>
                  <a:pt x="153421" y="25959"/>
                </a:lnTo>
                <a:lnTo>
                  <a:pt x="151255" y="25910"/>
                </a:lnTo>
                <a:lnTo>
                  <a:pt x="149089" y="25959"/>
                </a:lnTo>
                <a:lnTo>
                  <a:pt x="146923" y="25959"/>
                </a:lnTo>
                <a:lnTo>
                  <a:pt x="144757" y="25959"/>
                </a:lnTo>
                <a:lnTo>
                  <a:pt x="142591" y="25959"/>
                </a:lnTo>
                <a:lnTo>
                  <a:pt x="140425" y="25959"/>
                </a:lnTo>
                <a:lnTo>
                  <a:pt x="138259" y="25959"/>
                </a:lnTo>
                <a:lnTo>
                  <a:pt x="136094" y="25959"/>
                </a:lnTo>
                <a:lnTo>
                  <a:pt x="133928" y="25959"/>
                </a:lnTo>
                <a:lnTo>
                  <a:pt x="133079" y="26591"/>
                </a:lnTo>
                <a:lnTo>
                  <a:pt x="131762" y="28744"/>
                </a:lnTo>
                <a:lnTo>
                  <a:pt x="131753" y="28757"/>
                </a:lnTo>
                <a:lnTo>
                  <a:pt x="130957" y="30923"/>
                </a:lnTo>
                <a:lnTo>
                  <a:pt x="130576" y="33090"/>
                </a:lnTo>
                <a:lnTo>
                  <a:pt x="130098" y="35256"/>
                </a:lnTo>
                <a:lnTo>
                  <a:pt x="129596" y="36273"/>
                </a:lnTo>
                <a:lnTo>
                  <a:pt x="129045" y="37422"/>
                </a:lnTo>
                <a:lnTo>
                  <a:pt x="128559" y="39588"/>
                </a:lnTo>
                <a:lnTo>
                  <a:pt x="128064" y="41754"/>
                </a:lnTo>
                <a:lnTo>
                  <a:pt x="127430" y="43304"/>
                </a:lnTo>
                <a:lnTo>
                  <a:pt x="127130" y="43921"/>
                </a:lnTo>
                <a:lnTo>
                  <a:pt x="126526" y="46087"/>
                </a:lnTo>
                <a:lnTo>
                  <a:pt x="126191" y="48253"/>
                </a:lnTo>
                <a:lnTo>
                  <a:pt x="125499" y="50419"/>
                </a:lnTo>
                <a:lnTo>
                  <a:pt x="125264" y="50906"/>
                </a:lnTo>
                <a:lnTo>
                  <a:pt x="124624" y="52585"/>
                </a:lnTo>
                <a:lnTo>
                  <a:pt x="124181" y="54751"/>
                </a:lnTo>
                <a:lnTo>
                  <a:pt x="123771" y="56918"/>
                </a:lnTo>
                <a:lnTo>
                  <a:pt x="123098" y="58271"/>
                </a:lnTo>
                <a:lnTo>
                  <a:pt x="122637" y="59084"/>
                </a:lnTo>
                <a:lnTo>
                  <a:pt x="122127" y="61250"/>
                </a:lnTo>
                <a:lnTo>
                  <a:pt x="121731" y="63416"/>
                </a:lnTo>
                <a:lnTo>
                  <a:pt x="120932" y="65568"/>
                </a:lnTo>
                <a:lnTo>
                  <a:pt x="120923" y="65582"/>
                </a:lnTo>
                <a:lnTo>
                  <a:pt x="120126" y="67749"/>
                </a:lnTo>
                <a:lnTo>
                  <a:pt x="119792" y="69915"/>
                </a:lnTo>
                <a:lnTo>
                  <a:pt x="119298" y="72081"/>
                </a:lnTo>
                <a:lnTo>
                  <a:pt x="118766" y="73219"/>
                </a:lnTo>
                <a:lnTo>
                  <a:pt x="118271" y="74247"/>
                </a:lnTo>
                <a:lnTo>
                  <a:pt x="117721" y="76413"/>
                </a:lnTo>
                <a:lnTo>
                  <a:pt x="117451" y="78579"/>
                </a:lnTo>
                <a:lnTo>
                  <a:pt x="116608" y="80746"/>
                </a:lnTo>
                <a:lnTo>
                  <a:pt x="116600" y="80759"/>
                </a:lnTo>
                <a:lnTo>
                  <a:pt x="115747" y="82912"/>
                </a:lnTo>
                <a:lnTo>
                  <a:pt x="115430" y="85078"/>
                </a:lnTo>
                <a:lnTo>
                  <a:pt x="115031" y="87244"/>
                </a:lnTo>
                <a:lnTo>
                  <a:pt x="114434" y="88510"/>
                </a:lnTo>
                <a:lnTo>
                  <a:pt x="113973" y="89410"/>
                </a:lnTo>
                <a:lnTo>
                  <a:pt x="113471" y="91576"/>
                </a:lnTo>
                <a:lnTo>
                  <a:pt x="113172" y="93743"/>
                </a:lnTo>
                <a:lnTo>
                  <a:pt x="112652" y="95909"/>
                </a:lnTo>
                <a:lnTo>
                  <a:pt x="112268" y="96725"/>
                </a:lnTo>
                <a:lnTo>
                  <a:pt x="111688" y="98075"/>
                </a:lnTo>
                <a:lnTo>
                  <a:pt x="111305" y="100241"/>
                </a:lnTo>
                <a:lnTo>
                  <a:pt x="111049" y="102407"/>
                </a:lnTo>
                <a:lnTo>
                  <a:pt x="110644" y="104574"/>
                </a:lnTo>
                <a:lnTo>
                  <a:pt x="110681" y="106740"/>
                </a:lnTo>
                <a:lnTo>
                  <a:pt x="110751" y="108906"/>
                </a:lnTo>
                <a:lnTo>
                  <a:pt x="110961" y="111072"/>
                </a:lnTo>
                <a:lnTo>
                  <a:pt x="111636" y="113238"/>
                </a:lnTo>
                <a:lnTo>
                  <a:pt x="112268" y="114531"/>
                </a:lnTo>
                <a:lnTo>
                  <a:pt x="112798" y="115404"/>
                </a:lnTo>
                <a:lnTo>
                  <a:pt x="114434" y="116935"/>
                </a:lnTo>
                <a:lnTo>
                  <a:pt x="115062" y="117571"/>
                </a:lnTo>
                <a:lnTo>
                  <a:pt x="116600" y="118616"/>
                </a:lnTo>
                <a:lnTo>
                  <a:pt x="118766" y="118952"/>
                </a:lnTo>
                <a:lnTo>
                  <a:pt x="120932" y="119316"/>
                </a:lnTo>
                <a:lnTo>
                  <a:pt x="123098" y="118952"/>
                </a:lnTo>
                <a:lnTo>
                  <a:pt x="125264" y="118600"/>
                </a:lnTo>
                <a:lnTo>
                  <a:pt x="127430" y="117694"/>
                </a:lnTo>
                <a:lnTo>
                  <a:pt x="127577" y="117571"/>
                </a:lnTo>
                <a:lnTo>
                  <a:pt x="129596" y="116482"/>
                </a:lnTo>
                <a:lnTo>
                  <a:pt x="131383" y="115404"/>
                </a:lnTo>
                <a:lnTo>
                  <a:pt x="131762" y="115085"/>
                </a:lnTo>
                <a:lnTo>
                  <a:pt x="133928" y="113280"/>
                </a:lnTo>
                <a:lnTo>
                  <a:pt x="133969" y="113238"/>
                </a:lnTo>
                <a:lnTo>
                  <a:pt x="135611" y="111072"/>
                </a:lnTo>
                <a:lnTo>
                  <a:pt x="136094" y="110581"/>
                </a:lnTo>
                <a:lnTo>
                  <a:pt x="137428" y="108906"/>
                </a:lnTo>
                <a:lnTo>
                  <a:pt x="138259" y="107615"/>
                </a:lnTo>
                <a:lnTo>
                  <a:pt x="138895" y="106740"/>
                </a:lnTo>
                <a:lnTo>
                  <a:pt x="140101" y="104574"/>
                </a:lnTo>
                <a:lnTo>
                  <a:pt x="140425" y="104164"/>
                </a:lnTo>
                <a:lnTo>
                  <a:pt x="141380" y="102407"/>
                </a:lnTo>
                <a:lnTo>
                  <a:pt x="142488" y="100241"/>
                </a:lnTo>
                <a:lnTo>
                  <a:pt x="142591" y="100152"/>
                </a:lnTo>
                <a:lnTo>
                  <a:pt x="144757" y="99175"/>
                </a:lnTo>
                <a:lnTo>
                  <a:pt x="146923" y="99202"/>
                </a:lnTo>
                <a:lnTo>
                  <a:pt x="149089" y="99767"/>
                </a:lnTo>
                <a:lnTo>
                  <a:pt x="149561" y="100241"/>
                </a:lnTo>
                <a:lnTo>
                  <a:pt x="149089" y="101692"/>
                </a:lnTo>
                <a:lnTo>
                  <a:pt x="148828" y="102407"/>
                </a:lnTo>
                <a:lnTo>
                  <a:pt x="148202" y="104574"/>
                </a:lnTo>
                <a:lnTo>
                  <a:pt x="147840" y="106740"/>
                </a:lnTo>
                <a:lnTo>
                  <a:pt x="147144" y="108906"/>
                </a:lnTo>
                <a:lnTo>
                  <a:pt x="146923" y="109237"/>
                </a:lnTo>
                <a:lnTo>
                  <a:pt x="146047" y="111072"/>
                </a:lnTo>
                <a:lnTo>
                  <a:pt x="145430" y="113238"/>
                </a:lnTo>
                <a:lnTo>
                  <a:pt x="144757" y="114425"/>
                </a:lnTo>
                <a:lnTo>
                  <a:pt x="144122" y="115404"/>
                </a:lnTo>
                <a:lnTo>
                  <a:pt x="143474" y="117571"/>
                </a:lnTo>
                <a:lnTo>
                  <a:pt x="142591" y="118901"/>
                </a:lnTo>
                <a:lnTo>
                  <a:pt x="141960" y="119737"/>
                </a:lnTo>
                <a:lnTo>
                  <a:pt x="141190" y="121903"/>
                </a:lnTo>
                <a:lnTo>
                  <a:pt x="140425" y="122874"/>
                </a:lnTo>
                <a:lnTo>
                  <a:pt x="139556" y="124069"/>
                </a:lnTo>
                <a:lnTo>
                  <a:pt x="138419" y="126235"/>
                </a:lnTo>
                <a:lnTo>
                  <a:pt x="138259" y="126400"/>
                </a:lnTo>
                <a:lnTo>
                  <a:pt x="136990" y="128402"/>
                </a:lnTo>
                <a:lnTo>
                  <a:pt x="136094" y="129446"/>
                </a:lnTo>
                <a:lnTo>
                  <a:pt x="135091" y="130568"/>
                </a:lnTo>
                <a:lnTo>
                  <a:pt x="133928" y="132116"/>
                </a:lnTo>
                <a:lnTo>
                  <a:pt x="133331" y="132734"/>
                </a:lnTo>
                <a:lnTo>
                  <a:pt x="131762" y="134359"/>
                </a:lnTo>
                <a:lnTo>
                  <a:pt x="131266" y="134900"/>
                </a:lnTo>
                <a:lnTo>
                  <a:pt x="129596" y="136776"/>
                </a:lnTo>
                <a:lnTo>
                  <a:pt x="129283" y="137066"/>
                </a:lnTo>
                <a:lnTo>
                  <a:pt x="127430" y="138627"/>
                </a:lnTo>
                <a:lnTo>
                  <a:pt x="126820" y="139232"/>
                </a:lnTo>
                <a:lnTo>
                  <a:pt x="125264" y="140331"/>
                </a:lnTo>
                <a:lnTo>
                  <a:pt x="123887" y="141399"/>
                </a:lnTo>
                <a:lnTo>
                  <a:pt x="123098" y="142096"/>
                </a:lnTo>
                <a:lnTo>
                  <a:pt x="120932" y="143246"/>
                </a:lnTo>
                <a:lnTo>
                  <a:pt x="120488" y="143565"/>
                </a:lnTo>
                <a:lnTo>
                  <a:pt x="118766" y="144422"/>
                </a:lnTo>
                <a:lnTo>
                  <a:pt x="116600" y="144960"/>
                </a:lnTo>
                <a:lnTo>
                  <a:pt x="115378" y="145731"/>
                </a:lnTo>
                <a:lnTo>
                  <a:pt x="114434" y="146380"/>
                </a:lnTo>
                <a:lnTo>
                  <a:pt x="112268" y="146726"/>
                </a:lnTo>
                <a:lnTo>
                  <a:pt x="110102" y="146932"/>
                </a:lnTo>
                <a:lnTo>
                  <a:pt x="107936" y="147105"/>
                </a:lnTo>
                <a:lnTo>
                  <a:pt x="105770" y="147531"/>
                </a:lnTo>
                <a:lnTo>
                  <a:pt x="104097" y="147897"/>
                </a:lnTo>
                <a:lnTo>
                  <a:pt x="103604" y="148018"/>
                </a:lnTo>
                <a:lnTo>
                  <a:pt x="102444" y="147897"/>
                </a:lnTo>
                <a:lnTo>
                  <a:pt x="101438" y="147792"/>
                </a:lnTo>
                <a:lnTo>
                  <a:pt x="99272" y="147346"/>
                </a:lnTo>
                <a:lnTo>
                  <a:pt x="97107" y="146992"/>
                </a:lnTo>
                <a:lnTo>
                  <a:pt x="94941" y="146566"/>
                </a:lnTo>
                <a:lnTo>
                  <a:pt x="93455" y="145731"/>
                </a:lnTo>
                <a:lnTo>
                  <a:pt x="92775" y="145259"/>
                </a:lnTo>
                <a:lnTo>
                  <a:pt x="90609" y="144153"/>
                </a:lnTo>
                <a:lnTo>
                  <a:pt x="90021" y="143565"/>
                </a:lnTo>
                <a:lnTo>
                  <a:pt x="88443" y="141724"/>
                </a:lnTo>
                <a:lnTo>
                  <a:pt x="88095" y="141399"/>
                </a:lnTo>
                <a:lnTo>
                  <a:pt x="87076" y="139232"/>
                </a:lnTo>
                <a:lnTo>
                  <a:pt x="86277" y="137962"/>
                </a:lnTo>
                <a:lnTo>
                  <a:pt x="85645" y="137066"/>
                </a:lnTo>
                <a:lnTo>
                  <a:pt x="85033" y="134900"/>
                </a:lnTo>
                <a:lnTo>
                  <a:pt x="84385" y="132734"/>
                </a:lnTo>
                <a:lnTo>
                  <a:pt x="84111" y="132207"/>
                </a:lnTo>
                <a:lnTo>
                  <a:pt x="83430" y="130568"/>
                </a:lnTo>
                <a:lnTo>
                  <a:pt x="83200" y="128402"/>
                </a:lnTo>
                <a:lnTo>
                  <a:pt x="83151" y="126235"/>
                </a:lnTo>
                <a:lnTo>
                  <a:pt x="83014" y="124069"/>
                </a:lnTo>
                <a:lnTo>
                  <a:pt x="82960" y="121903"/>
                </a:lnTo>
                <a:lnTo>
                  <a:pt x="83028" y="119737"/>
                </a:lnTo>
                <a:lnTo>
                  <a:pt x="83135" y="117571"/>
                </a:lnTo>
                <a:lnTo>
                  <a:pt x="83243" y="115404"/>
                </a:lnTo>
                <a:lnTo>
                  <a:pt x="83553" y="113238"/>
                </a:lnTo>
                <a:lnTo>
                  <a:pt x="84111" y="111525"/>
                </a:lnTo>
                <a:lnTo>
                  <a:pt x="84290" y="111072"/>
                </a:lnTo>
                <a:lnTo>
                  <a:pt x="84831" y="108906"/>
                </a:lnTo>
                <a:lnTo>
                  <a:pt x="85092" y="106740"/>
                </a:lnTo>
                <a:lnTo>
                  <a:pt x="85511" y="104574"/>
                </a:lnTo>
                <a:lnTo>
                  <a:pt x="86042" y="102407"/>
                </a:lnTo>
                <a:lnTo>
                  <a:pt x="86277" y="101966"/>
                </a:lnTo>
                <a:lnTo>
                  <a:pt x="86974" y="100241"/>
                </a:lnTo>
                <a:lnTo>
                  <a:pt x="87397" y="98075"/>
                </a:lnTo>
                <a:lnTo>
                  <a:pt x="88025" y="95909"/>
                </a:lnTo>
                <a:lnTo>
                  <a:pt x="88443" y="95158"/>
                </a:lnTo>
                <a:lnTo>
                  <a:pt x="89116" y="93743"/>
                </a:lnTo>
                <a:lnTo>
                  <a:pt x="89694" y="91576"/>
                </a:lnTo>
                <a:lnTo>
                  <a:pt x="90519" y="89410"/>
                </a:lnTo>
                <a:lnTo>
                  <a:pt x="90609" y="89263"/>
                </a:lnTo>
                <a:lnTo>
                  <a:pt x="91456" y="87244"/>
                </a:lnTo>
                <a:lnTo>
                  <a:pt x="91887" y="85078"/>
                </a:lnTo>
                <a:lnTo>
                  <a:pt x="92775" y="83041"/>
                </a:lnTo>
                <a:lnTo>
                  <a:pt x="92867" y="82912"/>
                </a:lnTo>
                <a:lnTo>
                  <a:pt x="93682" y="80746"/>
                </a:lnTo>
                <a:lnTo>
                  <a:pt x="94275" y="78579"/>
                </a:lnTo>
                <a:lnTo>
                  <a:pt x="94941" y="77305"/>
                </a:lnTo>
                <a:lnTo>
                  <a:pt x="95453" y="76413"/>
                </a:lnTo>
                <a:lnTo>
                  <a:pt x="96034" y="74247"/>
                </a:lnTo>
                <a:lnTo>
                  <a:pt x="96558" y="72081"/>
                </a:lnTo>
                <a:lnTo>
                  <a:pt x="97107" y="71114"/>
                </a:lnTo>
                <a:lnTo>
                  <a:pt x="97759" y="69915"/>
                </a:lnTo>
                <a:lnTo>
                  <a:pt x="98235" y="67749"/>
                </a:lnTo>
                <a:lnTo>
                  <a:pt x="99051" y="65582"/>
                </a:lnTo>
                <a:lnTo>
                  <a:pt x="99272" y="65208"/>
                </a:lnTo>
                <a:lnTo>
                  <a:pt x="100082" y="63416"/>
                </a:lnTo>
                <a:lnTo>
                  <a:pt x="100596" y="61250"/>
                </a:lnTo>
                <a:lnTo>
                  <a:pt x="101413" y="59084"/>
                </a:lnTo>
                <a:lnTo>
                  <a:pt x="101438" y="59049"/>
                </a:lnTo>
                <a:lnTo>
                  <a:pt x="102400" y="56918"/>
                </a:lnTo>
                <a:lnTo>
                  <a:pt x="102799" y="54751"/>
                </a:lnTo>
                <a:lnTo>
                  <a:pt x="103604" y="53012"/>
                </a:lnTo>
                <a:lnTo>
                  <a:pt x="103885" y="52585"/>
                </a:lnTo>
                <a:lnTo>
                  <a:pt x="104687" y="50419"/>
                </a:lnTo>
                <a:lnTo>
                  <a:pt x="105302" y="48253"/>
                </a:lnTo>
                <a:lnTo>
                  <a:pt x="105770" y="47272"/>
                </a:lnTo>
                <a:lnTo>
                  <a:pt x="106312" y="46087"/>
                </a:lnTo>
                <a:lnTo>
                  <a:pt x="106944" y="43921"/>
                </a:lnTo>
                <a:lnTo>
                  <a:pt x="107599" y="41754"/>
                </a:lnTo>
                <a:lnTo>
                  <a:pt x="107936" y="41195"/>
                </a:lnTo>
                <a:lnTo>
                  <a:pt x="108686" y="39588"/>
                </a:lnTo>
                <a:lnTo>
                  <a:pt x="109169" y="37422"/>
                </a:lnTo>
                <a:lnTo>
                  <a:pt x="110061" y="35256"/>
                </a:lnTo>
                <a:lnTo>
                  <a:pt x="110102" y="35200"/>
                </a:lnTo>
                <a:lnTo>
                  <a:pt x="111033" y="33090"/>
                </a:lnTo>
                <a:lnTo>
                  <a:pt x="111469" y="30923"/>
                </a:lnTo>
                <a:lnTo>
                  <a:pt x="112268" y="29188"/>
                </a:lnTo>
                <a:lnTo>
                  <a:pt x="112543" y="28757"/>
                </a:lnTo>
                <a:lnTo>
                  <a:pt x="112763" y="26591"/>
                </a:lnTo>
                <a:lnTo>
                  <a:pt x="112268" y="26086"/>
                </a:lnTo>
                <a:lnTo>
                  <a:pt x="110102" y="26050"/>
                </a:lnTo>
                <a:lnTo>
                  <a:pt x="107936" y="25989"/>
                </a:lnTo>
                <a:lnTo>
                  <a:pt x="105770" y="25942"/>
                </a:lnTo>
                <a:lnTo>
                  <a:pt x="103604" y="25977"/>
                </a:lnTo>
                <a:lnTo>
                  <a:pt x="101438" y="25996"/>
                </a:lnTo>
                <a:lnTo>
                  <a:pt x="99272" y="25953"/>
                </a:lnTo>
                <a:lnTo>
                  <a:pt x="97107" y="25959"/>
                </a:lnTo>
                <a:lnTo>
                  <a:pt x="94941" y="25959"/>
                </a:lnTo>
                <a:lnTo>
                  <a:pt x="92775" y="25959"/>
                </a:lnTo>
                <a:lnTo>
                  <a:pt x="90609" y="25959"/>
                </a:lnTo>
                <a:lnTo>
                  <a:pt x="88443" y="25959"/>
                </a:lnTo>
                <a:lnTo>
                  <a:pt x="86277" y="25959"/>
                </a:lnTo>
                <a:lnTo>
                  <a:pt x="84111" y="25959"/>
                </a:lnTo>
                <a:lnTo>
                  <a:pt x="81945" y="25959"/>
                </a:lnTo>
                <a:lnTo>
                  <a:pt x="81028" y="26591"/>
                </a:lnTo>
                <a:lnTo>
                  <a:pt x="79779" y="28256"/>
                </a:lnTo>
                <a:lnTo>
                  <a:pt x="79466" y="28757"/>
                </a:lnTo>
                <a:lnTo>
                  <a:pt x="78781" y="30923"/>
                </a:lnTo>
                <a:lnTo>
                  <a:pt x="78363" y="33090"/>
                </a:lnTo>
                <a:lnTo>
                  <a:pt x="77613" y="34645"/>
                </a:lnTo>
                <a:lnTo>
                  <a:pt x="77240" y="35256"/>
                </a:lnTo>
                <a:lnTo>
                  <a:pt x="76606" y="37422"/>
                </a:lnTo>
                <a:lnTo>
                  <a:pt x="76209" y="39588"/>
                </a:lnTo>
                <a:lnTo>
                  <a:pt x="75447" y="41213"/>
                </a:lnTo>
                <a:lnTo>
                  <a:pt x="75118" y="41754"/>
                </a:lnTo>
                <a:lnTo>
                  <a:pt x="74500" y="43921"/>
                </a:lnTo>
                <a:lnTo>
                  <a:pt x="74049" y="46087"/>
                </a:lnTo>
                <a:lnTo>
                  <a:pt x="73281" y="48042"/>
                </a:lnTo>
                <a:lnTo>
                  <a:pt x="73161" y="48253"/>
                </a:lnTo>
                <a:lnTo>
                  <a:pt x="72359" y="50419"/>
                </a:lnTo>
                <a:lnTo>
                  <a:pt x="72108" y="52585"/>
                </a:lnTo>
                <a:lnTo>
                  <a:pt x="71447" y="54751"/>
                </a:lnTo>
                <a:lnTo>
                  <a:pt x="71115" y="55401"/>
                </a:lnTo>
                <a:lnTo>
                  <a:pt x="70483" y="56918"/>
                </a:lnTo>
                <a:lnTo>
                  <a:pt x="70070" y="59084"/>
                </a:lnTo>
                <a:lnTo>
                  <a:pt x="69654" y="61250"/>
                </a:lnTo>
                <a:lnTo>
                  <a:pt x="68949" y="62799"/>
                </a:lnTo>
                <a:lnTo>
                  <a:pt x="68595" y="63416"/>
                </a:lnTo>
                <a:lnTo>
                  <a:pt x="68022" y="65582"/>
                </a:lnTo>
                <a:lnTo>
                  <a:pt x="67622" y="67749"/>
                </a:lnTo>
                <a:lnTo>
                  <a:pt x="66890" y="69915"/>
                </a:lnTo>
                <a:lnTo>
                  <a:pt x="66783" y="70084"/>
                </a:lnTo>
                <a:lnTo>
                  <a:pt x="65971" y="72081"/>
                </a:lnTo>
                <a:lnTo>
                  <a:pt x="65662" y="74247"/>
                </a:lnTo>
                <a:lnTo>
                  <a:pt x="65152" y="76413"/>
                </a:lnTo>
                <a:lnTo>
                  <a:pt x="64617" y="77397"/>
                </a:lnTo>
                <a:lnTo>
                  <a:pt x="64029" y="78579"/>
                </a:lnTo>
                <a:lnTo>
                  <a:pt x="63559" y="80746"/>
                </a:lnTo>
                <a:lnTo>
                  <a:pt x="63216" y="82912"/>
                </a:lnTo>
                <a:lnTo>
                  <a:pt x="62451" y="84480"/>
                </a:lnTo>
                <a:lnTo>
                  <a:pt x="62079" y="85078"/>
                </a:lnTo>
                <a:lnTo>
                  <a:pt x="61487" y="87244"/>
                </a:lnTo>
                <a:lnTo>
                  <a:pt x="61091" y="89410"/>
                </a:lnTo>
                <a:lnTo>
                  <a:pt x="60285" y="91429"/>
                </a:lnTo>
                <a:lnTo>
                  <a:pt x="60196" y="91576"/>
                </a:lnTo>
                <a:lnTo>
                  <a:pt x="59351" y="93743"/>
                </a:lnTo>
                <a:lnTo>
                  <a:pt x="59001" y="95909"/>
                </a:lnTo>
                <a:lnTo>
                  <a:pt x="58120" y="97749"/>
                </a:lnTo>
                <a:lnTo>
                  <a:pt x="57885" y="98075"/>
                </a:lnTo>
                <a:lnTo>
                  <a:pt x="57041" y="100241"/>
                </a:lnTo>
                <a:lnTo>
                  <a:pt x="56532" y="102407"/>
                </a:lnTo>
                <a:lnTo>
                  <a:pt x="55954" y="103490"/>
                </a:lnTo>
                <a:lnTo>
                  <a:pt x="55375" y="104574"/>
                </a:lnTo>
                <a:lnTo>
                  <a:pt x="54810" y="106740"/>
                </a:lnTo>
                <a:lnTo>
                  <a:pt x="54100" y="108906"/>
                </a:lnTo>
                <a:lnTo>
                  <a:pt x="53788" y="109367"/>
                </a:lnTo>
                <a:lnTo>
                  <a:pt x="52895" y="111072"/>
                </a:lnTo>
                <a:lnTo>
                  <a:pt x="52154" y="113238"/>
                </a:lnTo>
                <a:lnTo>
                  <a:pt x="51622" y="114156"/>
                </a:lnTo>
                <a:lnTo>
                  <a:pt x="50906" y="115404"/>
                </a:lnTo>
                <a:lnTo>
                  <a:pt x="50255" y="117571"/>
                </a:lnTo>
                <a:lnTo>
                  <a:pt x="49456" y="118793"/>
                </a:lnTo>
                <a:lnTo>
                  <a:pt x="48783" y="119737"/>
                </a:lnTo>
                <a:lnTo>
                  <a:pt x="48217" y="121903"/>
                </a:lnTo>
                <a:lnTo>
                  <a:pt x="47290" y="123443"/>
                </a:lnTo>
                <a:lnTo>
                  <a:pt x="46861" y="124069"/>
                </a:lnTo>
                <a:lnTo>
                  <a:pt x="45848" y="126235"/>
                </a:lnTo>
                <a:lnTo>
                  <a:pt x="45124" y="127156"/>
                </a:lnTo>
                <a:lnTo>
                  <a:pt x="44286" y="128402"/>
                </a:lnTo>
                <a:lnTo>
                  <a:pt x="42983" y="130568"/>
                </a:lnTo>
                <a:lnTo>
                  <a:pt x="42958" y="130594"/>
                </a:lnTo>
                <a:lnTo>
                  <a:pt x="41664" y="132734"/>
                </a:lnTo>
                <a:lnTo>
                  <a:pt x="40792" y="133984"/>
                </a:lnTo>
                <a:lnTo>
                  <a:pt x="40076" y="134900"/>
                </a:lnTo>
                <a:lnTo>
                  <a:pt x="38731" y="137066"/>
                </a:lnTo>
                <a:lnTo>
                  <a:pt x="38626" y="137171"/>
                </a:lnTo>
                <a:lnTo>
                  <a:pt x="36610" y="139232"/>
                </a:lnTo>
                <a:lnTo>
                  <a:pt x="36460" y="139383"/>
                </a:lnTo>
                <a:lnTo>
                  <a:pt x="34529" y="141399"/>
                </a:lnTo>
                <a:lnTo>
                  <a:pt x="34294" y="141640"/>
                </a:lnTo>
                <a:lnTo>
                  <a:pt x="32437" y="143565"/>
                </a:lnTo>
                <a:lnTo>
                  <a:pt x="32128" y="143865"/>
                </a:lnTo>
                <a:lnTo>
                  <a:pt x="30299" y="145731"/>
                </a:lnTo>
                <a:lnTo>
                  <a:pt x="29962" y="146092"/>
                </a:lnTo>
                <a:lnTo>
                  <a:pt x="27796" y="147147"/>
                </a:lnTo>
                <a:lnTo>
                  <a:pt x="26349" y="147897"/>
                </a:lnTo>
                <a:lnTo>
                  <a:pt x="25630" y="148394"/>
                </a:lnTo>
                <a:lnTo>
                  <a:pt x="23464" y="149153"/>
                </a:lnTo>
                <a:lnTo>
                  <a:pt x="21298" y="149398"/>
                </a:lnTo>
                <a:lnTo>
                  <a:pt x="19133" y="149970"/>
                </a:lnTo>
                <a:lnTo>
                  <a:pt x="18748" y="150063"/>
                </a:lnTo>
                <a:lnTo>
                  <a:pt x="16967" y="150424"/>
                </a:lnTo>
                <a:lnTo>
                  <a:pt x="15293" y="150063"/>
                </a:lnTo>
                <a:lnTo>
                  <a:pt x="14801" y="149943"/>
                </a:lnTo>
                <a:lnTo>
                  <a:pt x="12635" y="149336"/>
                </a:lnTo>
                <a:lnTo>
                  <a:pt x="10469" y="149011"/>
                </a:lnTo>
                <a:lnTo>
                  <a:pt x="8377" y="147897"/>
                </a:lnTo>
                <a:lnTo>
                  <a:pt x="8303" y="147823"/>
                </a:lnTo>
                <a:lnTo>
                  <a:pt x="6137" y="146695"/>
                </a:lnTo>
                <a:lnTo>
                  <a:pt x="4970" y="145731"/>
                </a:lnTo>
                <a:lnTo>
                  <a:pt x="3971" y="144679"/>
                </a:lnTo>
                <a:lnTo>
                  <a:pt x="3058" y="143565"/>
                </a:lnTo>
                <a:lnTo>
                  <a:pt x="1805" y="142061"/>
                </a:lnTo>
                <a:lnTo>
                  <a:pt x="1165" y="141399"/>
                </a:lnTo>
                <a:lnTo>
                  <a:pt x="676" y="139232"/>
                </a:lnTo>
                <a:lnTo>
                  <a:pt x="359" y="137066"/>
                </a:lnTo>
                <a:lnTo>
                  <a:pt x="0" y="134900"/>
                </a:lnTo>
                <a:lnTo>
                  <a:pt x="134" y="132734"/>
                </a:lnTo>
                <a:lnTo>
                  <a:pt x="463" y="130568"/>
                </a:lnTo>
                <a:lnTo>
                  <a:pt x="654" y="128402"/>
                </a:lnTo>
                <a:lnTo>
                  <a:pt x="1124" y="126235"/>
                </a:lnTo>
                <a:lnTo>
                  <a:pt x="1805" y="125205"/>
                </a:lnTo>
                <a:lnTo>
                  <a:pt x="2556" y="124069"/>
                </a:lnTo>
                <a:lnTo>
                  <a:pt x="3650" y="121903"/>
                </a:lnTo>
                <a:lnTo>
                  <a:pt x="3971" y="121590"/>
                </a:lnTo>
                <a:lnTo>
                  <a:pt x="6137" y="120312"/>
                </a:lnTo>
                <a:lnTo>
                  <a:pt x="6769" y="119737"/>
                </a:lnTo>
                <a:lnTo>
                  <a:pt x="8303" y="118734"/>
                </a:lnTo>
                <a:lnTo>
                  <a:pt x="10469" y="117871"/>
                </a:lnTo>
                <a:lnTo>
                  <a:pt x="10842" y="117571"/>
                </a:lnTo>
                <a:lnTo>
                  <a:pt x="12635" y="116605"/>
                </a:lnTo>
                <a:lnTo>
                  <a:pt x="14801" y="115803"/>
                </a:lnTo>
                <a:lnTo>
                  <a:pt x="15535" y="115404"/>
                </a:lnTo>
                <a:lnTo>
                  <a:pt x="16967" y="114748"/>
                </a:lnTo>
                <a:lnTo>
                  <a:pt x="19133" y="113909"/>
                </a:lnTo>
                <a:lnTo>
                  <a:pt x="19852" y="113238"/>
                </a:lnTo>
                <a:lnTo>
                  <a:pt x="21298" y="112070"/>
                </a:lnTo>
                <a:lnTo>
                  <a:pt x="22399" y="111072"/>
                </a:lnTo>
                <a:lnTo>
                  <a:pt x="23464" y="110067"/>
                </a:lnTo>
                <a:lnTo>
                  <a:pt x="24736" y="108906"/>
                </a:lnTo>
                <a:lnTo>
                  <a:pt x="25630" y="108006"/>
                </a:lnTo>
                <a:lnTo>
                  <a:pt x="26735" y="106740"/>
                </a:lnTo>
                <a:lnTo>
                  <a:pt x="27796" y="105479"/>
                </a:lnTo>
                <a:lnTo>
                  <a:pt x="28643" y="104574"/>
                </a:lnTo>
                <a:lnTo>
                  <a:pt x="29684" y="102407"/>
                </a:lnTo>
                <a:lnTo>
                  <a:pt x="29962" y="102113"/>
                </a:lnTo>
                <a:lnTo>
                  <a:pt x="31114" y="100241"/>
                </a:lnTo>
                <a:lnTo>
                  <a:pt x="32008" y="98075"/>
                </a:lnTo>
                <a:lnTo>
                  <a:pt x="32128" y="97917"/>
                </a:lnTo>
                <a:lnTo>
                  <a:pt x="33206" y="95909"/>
                </a:lnTo>
                <a:lnTo>
                  <a:pt x="33957" y="93743"/>
                </a:lnTo>
                <a:lnTo>
                  <a:pt x="34294" y="93207"/>
                </a:lnTo>
                <a:lnTo>
                  <a:pt x="35088" y="91576"/>
                </a:lnTo>
                <a:lnTo>
                  <a:pt x="35710" y="89410"/>
                </a:lnTo>
                <a:lnTo>
                  <a:pt x="36460" y="87887"/>
                </a:lnTo>
                <a:lnTo>
                  <a:pt x="36856" y="87244"/>
                </a:lnTo>
                <a:lnTo>
                  <a:pt x="37524" y="85078"/>
                </a:lnTo>
                <a:lnTo>
                  <a:pt x="38393" y="82912"/>
                </a:lnTo>
                <a:lnTo>
                  <a:pt x="38626" y="82533"/>
                </a:lnTo>
                <a:lnTo>
                  <a:pt x="39383" y="80746"/>
                </a:lnTo>
                <a:lnTo>
                  <a:pt x="39899" y="78579"/>
                </a:lnTo>
                <a:lnTo>
                  <a:pt x="40792" y="76864"/>
                </a:lnTo>
                <a:lnTo>
                  <a:pt x="41129" y="76413"/>
                </a:lnTo>
                <a:lnTo>
                  <a:pt x="41875" y="74247"/>
                </a:lnTo>
                <a:lnTo>
                  <a:pt x="42426" y="72081"/>
                </a:lnTo>
                <a:lnTo>
                  <a:pt x="42958" y="71182"/>
                </a:lnTo>
                <a:lnTo>
                  <a:pt x="43666" y="69915"/>
                </a:lnTo>
                <a:lnTo>
                  <a:pt x="44180" y="67749"/>
                </a:lnTo>
                <a:lnTo>
                  <a:pt x="45124" y="65893"/>
                </a:lnTo>
                <a:lnTo>
                  <a:pt x="45372" y="65582"/>
                </a:lnTo>
                <a:lnTo>
                  <a:pt x="46054" y="63416"/>
                </a:lnTo>
                <a:lnTo>
                  <a:pt x="46693" y="61250"/>
                </a:lnTo>
                <a:lnTo>
                  <a:pt x="47290" y="60259"/>
                </a:lnTo>
                <a:lnTo>
                  <a:pt x="47963" y="59084"/>
                </a:lnTo>
                <a:lnTo>
                  <a:pt x="48508" y="56918"/>
                </a:lnTo>
                <a:lnTo>
                  <a:pt x="49456" y="54924"/>
                </a:lnTo>
                <a:lnTo>
                  <a:pt x="49591" y="54751"/>
                </a:lnTo>
                <a:lnTo>
                  <a:pt x="50454" y="52585"/>
                </a:lnTo>
                <a:lnTo>
                  <a:pt x="50967" y="50419"/>
                </a:lnTo>
                <a:lnTo>
                  <a:pt x="51622" y="49117"/>
                </a:lnTo>
                <a:lnTo>
                  <a:pt x="52093" y="48253"/>
                </a:lnTo>
                <a:lnTo>
                  <a:pt x="52776" y="46087"/>
                </a:lnTo>
                <a:lnTo>
                  <a:pt x="53566" y="43921"/>
                </a:lnTo>
                <a:lnTo>
                  <a:pt x="53788" y="43610"/>
                </a:lnTo>
                <a:lnTo>
                  <a:pt x="54715" y="41754"/>
                </a:lnTo>
                <a:lnTo>
                  <a:pt x="55206" y="39588"/>
                </a:lnTo>
                <a:lnTo>
                  <a:pt x="55954" y="38218"/>
                </a:lnTo>
                <a:lnTo>
                  <a:pt x="56446" y="37422"/>
                </a:lnTo>
                <a:lnTo>
                  <a:pt x="57046" y="35256"/>
                </a:lnTo>
                <a:lnTo>
                  <a:pt x="57903" y="33090"/>
                </a:lnTo>
                <a:lnTo>
                  <a:pt x="58120" y="32779"/>
                </a:lnTo>
                <a:lnTo>
                  <a:pt x="58958" y="30923"/>
                </a:lnTo>
                <a:lnTo>
                  <a:pt x="59465" y="28757"/>
                </a:lnTo>
                <a:lnTo>
                  <a:pt x="59003" y="26591"/>
                </a:lnTo>
                <a:lnTo>
                  <a:pt x="58120" y="25992"/>
                </a:lnTo>
                <a:lnTo>
                  <a:pt x="55954" y="26050"/>
                </a:lnTo>
                <a:lnTo>
                  <a:pt x="53788" y="26291"/>
                </a:lnTo>
                <a:lnTo>
                  <a:pt x="51622" y="26287"/>
                </a:lnTo>
                <a:lnTo>
                  <a:pt x="49456" y="26565"/>
                </a:lnTo>
                <a:lnTo>
                  <a:pt x="49335" y="26591"/>
                </a:lnTo>
                <a:lnTo>
                  <a:pt x="47290" y="26957"/>
                </a:lnTo>
                <a:lnTo>
                  <a:pt x="45124" y="27546"/>
                </a:lnTo>
                <a:lnTo>
                  <a:pt x="42958" y="27684"/>
                </a:lnTo>
                <a:lnTo>
                  <a:pt x="40792" y="27982"/>
                </a:lnTo>
                <a:lnTo>
                  <a:pt x="38952" y="28757"/>
                </a:lnTo>
                <a:lnTo>
                  <a:pt x="38626" y="28952"/>
                </a:lnTo>
                <a:lnTo>
                  <a:pt x="36460" y="29738"/>
                </a:lnTo>
                <a:lnTo>
                  <a:pt x="34294" y="30788"/>
                </a:lnTo>
                <a:lnTo>
                  <a:pt x="34159" y="30923"/>
                </a:lnTo>
                <a:lnTo>
                  <a:pt x="32128" y="32340"/>
                </a:lnTo>
                <a:lnTo>
                  <a:pt x="31053" y="33090"/>
                </a:lnTo>
                <a:lnTo>
                  <a:pt x="29962" y="33938"/>
                </a:lnTo>
                <a:lnTo>
                  <a:pt x="28464" y="35256"/>
                </a:lnTo>
                <a:lnTo>
                  <a:pt x="27796" y="35844"/>
                </a:lnTo>
                <a:lnTo>
                  <a:pt x="26133" y="37422"/>
                </a:lnTo>
                <a:lnTo>
                  <a:pt x="25630" y="37940"/>
                </a:lnTo>
                <a:lnTo>
                  <a:pt x="24032" y="39588"/>
                </a:lnTo>
                <a:lnTo>
                  <a:pt x="23464" y="40139"/>
                </a:lnTo>
                <a:lnTo>
                  <a:pt x="22048" y="41754"/>
                </a:lnTo>
                <a:lnTo>
                  <a:pt x="21298" y="42609"/>
                </a:lnTo>
                <a:lnTo>
                  <a:pt x="19784" y="43921"/>
                </a:lnTo>
                <a:lnTo>
                  <a:pt x="19133" y="44481"/>
                </a:lnTo>
                <a:lnTo>
                  <a:pt x="16967" y="44734"/>
                </a:lnTo>
                <a:lnTo>
                  <a:pt x="14801" y="44633"/>
                </a:lnTo>
                <a:lnTo>
                  <a:pt x="13592" y="43921"/>
                </a:lnTo>
                <a:lnTo>
                  <a:pt x="13645" y="41754"/>
                </a:lnTo>
                <a:lnTo>
                  <a:pt x="14801" y="40167"/>
                </a:lnTo>
                <a:lnTo>
                  <a:pt x="15379" y="39588"/>
                </a:lnTo>
                <a:lnTo>
                  <a:pt x="16246" y="37422"/>
                </a:lnTo>
                <a:lnTo>
                  <a:pt x="16967" y="36578"/>
                </a:lnTo>
                <a:lnTo>
                  <a:pt x="18003" y="35256"/>
                </a:lnTo>
                <a:lnTo>
                  <a:pt x="19133" y="33475"/>
                </a:lnTo>
                <a:lnTo>
                  <a:pt x="19479" y="33090"/>
                </a:lnTo>
                <a:lnTo>
                  <a:pt x="20727" y="30923"/>
                </a:lnTo>
                <a:lnTo>
                  <a:pt x="21298" y="30306"/>
                </a:lnTo>
                <a:lnTo>
                  <a:pt x="22397" y="28757"/>
                </a:lnTo>
                <a:lnTo>
                  <a:pt x="23464" y="27491"/>
                </a:lnTo>
                <a:lnTo>
                  <a:pt x="24325" y="26591"/>
                </a:lnTo>
                <a:lnTo>
                  <a:pt x="25630" y="24719"/>
                </a:lnTo>
                <a:lnTo>
                  <a:pt x="25913" y="24425"/>
                </a:lnTo>
                <a:lnTo>
                  <a:pt x="27796" y="22438"/>
                </a:lnTo>
                <a:lnTo>
                  <a:pt x="27961" y="22259"/>
                </a:lnTo>
                <a:lnTo>
                  <a:pt x="29884" y="20093"/>
                </a:lnTo>
                <a:lnTo>
                  <a:pt x="29962" y="20019"/>
                </a:lnTo>
                <a:lnTo>
                  <a:pt x="31854" y="17926"/>
                </a:lnTo>
                <a:lnTo>
                  <a:pt x="32128" y="17652"/>
                </a:lnTo>
                <a:lnTo>
                  <a:pt x="34294" y="15769"/>
                </a:lnTo>
                <a:lnTo>
                  <a:pt x="34303" y="15760"/>
                </a:lnTo>
                <a:lnTo>
                  <a:pt x="36460" y="14243"/>
                </a:lnTo>
                <a:lnTo>
                  <a:pt x="37309" y="13594"/>
                </a:lnTo>
                <a:lnTo>
                  <a:pt x="38626" y="12471"/>
                </a:lnTo>
                <a:lnTo>
                  <a:pt x="39885" y="11428"/>
                </a:lnTo>
                <a:lnTo>
                  <a:pt x="40792" y="10752"/>
                </a:lnTo>
                <a:lnTo>
                  <a:pt x="42958" y="9867"/>
                </a:lnTo>
                <a:lnTo>
                  <a:pt x="43663" y="9262"/>
                </a:lnTo>
                <a:lnTo>
                  <a:pt x="45124" y="8224"/>
                </a:lnTo>
                <a:lnTo>
                  <a:pt x="47290" y="7246"/>
                </a:lnTo>
                <a:lnTo>
                  <a:pt x="47516" y="7095"/>
                </a:lnTo>
                <a:lnTo>
                  <a:pt x="49456" y="6151"/>
                </a:lnTo>
                <a:lnTo>
                  <a:pt x="51622" y="5471"/>
                </a:lnTo>
                <a:lnTo>
                  <a:pt x="52581" y="4929"/>
                </a:lnTo>
                <a:lnTo>
                  <a:pt x="53788" y="4289"/>
                </a:lnTo>
                <a:lnTo>
                  <a:pt x="55954" y="3812"/>
                </a:lnTo>
                <a:lnTo>
                  <a:pt x="58120" y="3274"/>
                </a:lnTo>
                <a:lnTo>
                  <a:pt x="59202" y="2763"/>
                </a:lnTo>
                <a:lnTo>
                  <a:pt x="60285" y="2271"/>
                </a:lnTo>
                <a:lnTo>
                  <a:pt x="62451" y="1912"/>
                </a:lnTo>
                <a:lnTo>
                  <a:pt x="64617" y="1680"/>
                </a:lnTo>
                <a:lnTo>
                  <a:pt x="66783" y="1509"/>
                </a:lnTo>
                <a:lnTo>
                  <a:pt x="68949" y="1211"/>
                </a:lnTo>
                <a:lnTo>
                  <a:pt x="71115" y="832"/>
                </a:lnTo>
                <a:lnTo>
                  <a:pt x="72714" y="5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fog-math-13-glyph-6">
            <a:extLst xmlns:a="http://schemas.openxmlformats.org/drawingml/2006/main">
              <a:ext uri="{FF2B5EF4-FFF2-40B4-BE49-F238E27FC236}">
                <a16:creationId xmlns:a16="http://schemas.microsoft.com/office/drawing/2014/main" id="{90E6DDE8-D094-456C-8D59-1F93DEEE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0230" y="1819892"/>
            <a:ext cx="128337" cy="171169"/>
          </a:xfrm>
          <a:custGeom xmlns:a="http://schemas.openxmlformats.org/drawingml/2006/main">
            <a:pathLst>
              <a:path w="128337" h="171169">
                <a:moveTo>
                  <a:pt x="32923" y="681"/>
                </a:moveTo>
                <a:lnTo>
                  <a:pt x="33323" y="279"/>
                </a:lnTo>
                <a:lnTo>
                  <a:pt x="35489" y="93"/>
                </a:lnTo>
                <a:lnTo>
                  <a:pt x="37655" y="49"/>
                </a:lnTo>
                <a:lnTo>
                  <a:pt x="39820" y="30"/>
                </a:lnTo>
                <a:lnTo>
                  <a:pt x="41986" y="84"/>
                </a:lnTo>
                <a:lnTo>
                  <a:pt x="44152" y="84"/>
                </a:lnTo>
                <a:lnTo>
                  <a:pt x="46318" y="84"/>
                </a:lnTo>
                <a:lnTo>
                  <a:pt x="48484" y="84"/>
                </a:lnTo>
                <a:lnTo>
                  <a:pt x="50650" y="84"/>
                </a:lnTo>
                <a:lnTo>
                  <a:pt x="52816" y="84"/>
                </a:lnTo>
                <a:lnTo>
                  <a:pt x="54982" y="84"/>
                </a:lnTo>
                <a:lnTo>
                  <a:pt x="57148" y="84"/>
                </a:lnTo>
                <a:lnTo>
                  <a:pt x="59314" y="84"/>
                </a:lnTo>
                <a:lnTo>
                  <a:pt x="61480" y="84"/>
                </a:lnTo>
                <a:lnTo>
                  <a:pt x="63646" y="84"/>
                </a:lnTo>
                <a:lnTo>
                  <a:pt x="65812" y="84"/>
                </a:lnTo>
                <a:lnTo>
                  <a:pt x="67978" y="84"/>
                </a:lnTo>
                <a:lnTo>
                  <a:pt x="70144" y="84"/>
                </a:lnTo>
                <a:lnTo>
                  <a:pt x="72310" y="84"/>
                </a:lnTo>
                <a:lnTo>
                  <a:pt x="74476" y="84"/>
                </a:lnTo>
                <a:lnTo>
                  <a:pt x="76642" y="84"/>
                </a:lnTo>
                <a:lnTo>
                  <a:pt x="78807" y="84"/>
                </a:lnTo>
                <a:lnTo>
                  <a:pt x="80973" y="84"/>
                </a:lnTo>
                <a:lnTo>
                  <a:pt x="83139" y="84"/>
                </a:lnTo>
                <a:lnTo>
                  <a:pt x="85305" y="84"/>
                </a:lnTo>
                <a:lnTo>
                  <a:pt x="87471" y="84"/>
                </a:lnTo>
                <a:lnTo>
                  <a:pt x="89637" y="84"/>
                </a:lnTo>
                <a:lnTo>
                  <a:pt x="91803" y="84"/>
                </a:lnTo>
                <a:lnTo>
                  <a:pt x="93969" y="84"/>
                </a:lnTo>
                <a:lnTo>
                  <a:pt x="96135" y="84"/>
                </a:lnTo>
                <a:lnTo>
                  <a:pt x="98301" y="84"/>
                </a:lnTo>
                <a:lnTo>
                  <a:pt x="100467" y="84"/>
                </a:lnTo>
                <a:lnTo>
                  <a:pt x="102633" y="84"/>
                </a:lnTo>
                <a:lnTo>
                  <a:pt x="104799" y="84"/>
                </a:lnTo>
                <a:lnTo>
                  <a:pt x="106965" y="84"/>
                </a:lnTo>
                <a:lnTo>
                  <a:pt x="109131" y="84"/>
                </a:lnTo>
                <a:lnTo>
                  <a:pt x="111297" y="84"/>
                </a:lnTo>
                <a:lnTo>
                  <a:pt x="113463" y="69"/>
                </a:lnTo>
                <a:lnTo>
                  <a:pt x="115629" y="24"/>
                </a:lnTo>
                <a:lnTo>
                  <a:pt x="117794" y="49"/>
                </a:lnTo>
                <a:lnTo>
                  <a:pt x="119960" y="160"/>
                </a:lnTo>
                <a:lnTo>
                  <a:pt x="122126" y="41"/>
                </a:lnTo>
                <a:lnTo>
                  <a:pt x="124292" y="198"/>
                </a:lnTo>
                <a:lnTo>
                  <a:pt x="126458" y="0"/>
                </a:lnTo>
                <a:lnTo>
                  <a:pt x="127541" y="681"/>
                </a:lnTo>
                <a:lnTo>
                  <a:pt x="128337" y="2847"/>
                </a:lnTo>
                <a:lnTo>
                  <a:pt x="127951" y="5014"/>
                </a:lnTo>
                <a:lnTo>
                  <a:pt x="126902" y="7180"/>
                </a:lnTo>
                <a:lnTo>
                  <a:pt x="126458" y="7627"/>
                </a:lnTo>
                <a:lnTo>
                  <a:pt x="125100" y="9346"/>
                </a:lnTo>
                <a:lnTo>
                  <a:pt x="124292" y="10096"/>
                </a:lnTo>
                <a:lnTo>
                  <a:pt x="123151" y="11512"/>
                </a:lnTo>
                <a:lnTo>
                  <a:pt x="122126" y="12752"/>
                </a:lnTo>
                <a:lnTo>
                  <a:pt x="121200" y="13678"/>
                </a:lnTo>
                <a:lnTo>
                  <a:pt x="119960" y="15072"/>
                </a:lnTo>
                <a:lnTo>
                  <a:pt x="119240" y="15845"/>
                </a:lnTo>
                <a:lnTo>
                  <a:pt x="117794" y="17803"/>
                </a:lnTo>
                <a:lnTo>
                  <a:pt x="117568" y="18011"/>
                </a:lnTo>
                <a:lnTo>
                  <a:pt x="116058" y="20177"/>
                </a:lnTo>
                <a:lnTo>
                  <a:pt x="115629" y="20606"/>
                </a:lnTo>
                <a:lnTo>
                  <a:pt x="114220" y="22343"/>
                </a:lnTo>
                <a:lnTo>
                  <a:pt x="113463" y="23132"/>
                </a:lnTo>
                <a:lnTo>
                  <a:pt x="112168" y="24509"/>
                </a:lnTo>
                <a:lnTo>
                  <a:pt x="111297" y="25627"/>
                </a:lnTo>
                <a:lnTo>
                  <a:pt x="110417" y="26675"/>
                </a:lnTo>
                <a:lnTo>
                  <a:pt x="109131" y="28075"/>
                </a:lnTo>
                <a:lnTo>
                  <a:pt x="108434" y="28842"/>
                </a:lnTo>
                <a:lnTo>
                  <a:pt x="106965" y="30568"/>
                </a:lnTo>
                <a:lnTo>
                  <a:pt x="106525" y="31008"/>
                </a:lnTo>
                <a:lnTo>
                  <a:pt x="105060" y="33174"/>
                </a:lnTo>
                <a:lnTo>
                  <a:pt x="104799" y="33441"/>
                </a:lnTo>
                <a:lnTo>
                  <a:pt x="103222" y="35340"/>
                </a:lnTo>
                <a:lnTo>
                  <a:pt x="102633" y="35999"/>
                </a:lnTo>
                <a:lnTo>
                  <a:pt x="101412" y="37506"/>
                </a:lnTo>
                <a:lnTo>
                  <a:pt x="100467" y="38516"/>
                </a:lnTo>
                <a:lnTo>
                  <a:pt x="99378" y="39673"/>
                </a:lnTo>
                <a:lnTo>
                  <a:pt x="98301" y="40971"/>
                </a:lnTo>
                <a:lnTo>
                  <a:pt x="97490" y="41839"/>
                </a:lnTo>
                <a:lnTo>
                  <a:pt x="96135" y="43503"/>
                </a:lnTo>
                <a:lnTo>
                  <a:pt x="95692" y="44005"/>
                </a:lnTo>
                <a:lnTo>
                  <a:pt x="93995" y="46171"/>
                </a:lnTo>
                <a:lnTo>
                  <a:pt x="93969" y="46196"/>
                </a:lnTo>
                <a:lnTo>
                  <a:pt x="92354" y="48337"/>
                </a:lnTo>
                <a:lnTo>
                  <a:pt x="91803" y="48912"/>
                </a:lnTo>
                <a:lnTo>
                  <a:pt x="90485" y="50503"/>
                </a:lnTo>
                <a:lnTo>
                  <a:pt x="89637" y="51441"/>
                </a:lnTo>
                <a:lnTo>
                  <a:pt x="88575" y="52670"/>
                </a:lnTo>
                <a:lnTo>
                  <a:pt x="87471" y="53983"/>
                </a:lnTo>
                <a:lnTo>
                  <a:pt x="86633" y="54836"/>
                </a:lnTo>
                <a:lnTo>
                  <a:pt x="85305" y="56527"/>
                </a:lnTo>
                <a:lnTo>
                  <a:pt x="84871" y="57002"/>
                </a:lnTo>
                <a:lnTo>
                  <a:pt x="83148" y="59168"/>
                </a:lnTo>
                <a:lnTo>
                  <a:pt x="83139" y="59177"/>
                </a:lnTo>
                <a:lnTo>
                  <a:pt x="81455" y="61334"/>
                </a:lnTo>
                <a:lnTo>
                  <a:pt x="80973" y="61816"/>
                </a:lnTo>
                <a:lnTo>
                  <a:pt x="79586" y="63501"/>
                </a:lnTo>
                <a:lnTo>
                  <a:pt x="78807" y="64316"/>
                </a:lnTo>
                <a:lnTo>
                  <a:pt x="77625" y="65667"/>
                </a:lnTo>
                <a:lnTo>
                  <a:pt x="76642" y="66767"/>
                </a:lnTo>
                <a:lnTo>
                  <a:pt x="75652" y="67833"/>
                </a:lnTo>
                <a:lnTo>
                  <a:pt x="74476" y="69288"/>
                </a:lnTo>
                <a:lnTo>
                  <a:pt x="73819" y="69999"/>
                </a:lnTo>
                <a:lnTo>
                  <a:pt x="72310" y="71816"/>
                </a:lnTo>
                <a:lnTo>
                  <a:pt x="71961" y="72165"/>
                </a:lnTo>
                <a:lnTo>
                  <a:pt x="70378" y="74331"/>
                </a:lnTo>
                <a:lnTo>
                  <a:pt x="70144" y="74589"/>
                </a:lnTo>
                <a:lnTo>
                  <a:pt x="68758" y="76498"/>
                </a:lnTo>
                <a:lnTo>
                  <a:pt x="67978" y="77238"/>
                </a:lnTo>
                <a:lnTo>
                  <a:pt x="66722" y="78664"/>
                </a:lnTo>
                <a:lnTo>
                  <a:pt x="65812" y="79692"/>
                </a:lnTo>
                <a:lnTo>
                  <a:pt x="64779" y="80830"/>
                </a:lnTo>
                <a:lnTo>
                  <a:pt x="63646" y="82201"/>
                </a:lnTo>
                <a:lnTo>
                  <a:pt x="62949" y="82996"/>
                </a:lnTo>
                <a:lnTo>
                  <a:pt x="61480" y="84634"/>
                </a:lnTo>
                <a:lnTo>
                  <a:pt x="60958" y="85162"/>
                </a:lnTo>
                <a:lnTo>
                  <a:pt x="59314" y="87255"/>
                </a:lnTo>
                <a:lnTo>
                  <a:pt x="59240" y="87328"/>
                </a:lnTo>
                <a:lnTo>
                  <a:pt x="57756" y="89495"/>
                </a:lnTo>
                <a:lnTo>
                  <a:pt x="57148" y="90078"/>
                </a:lnTo>
                <a:lnTo>
                  <a:pt x="55904" y="91661"/>
                </a:lnTo>
                <a:lnTo>
                  <a:pt x="54982" y="92710"/>
                </a:lnTo>
                <a:lnTo>
                  <a:pt x="53899" y="93827"/>
                </a:lnTo>
                <a:lnTo>
                  <a:pt x="52816" y="95131"/>
                </a:lnTo>
                <a:lnTo>
                  <a:pt x="52053" y="95993"/>
                </a:lnTo>
                <a:lnTo>
                  <a:pt x="50650" y="97728"/>
                </a:lnTo>
                <a:lnTo>
                  <a:pt x="50243" y="98159"/>
                </a:lnTo>
                <a:lnTo>
                  <a:pt x="48484" y="100317"/>
                </a:lnTo>
                <a:lnTo>
                  <a:pt x="48476" y="100326"/>
                </a:lnTo>
                <a:lnTo>
                  <a:pt x="46926" y="102492"/>
                </a:lnTo>
                <a:lnTo>
                  <a:pt x="46318" y="103089"/>
                </a:lnTo>
                <a:lnTo>
                  <a:pt x="45052" y="104658"/>
                </a:lnTo>
                <a:lnTo>
                  <a:pt x="44152" y="105643"/>
                </a:lnTo>
                <a:lnTo>
                  <a:pt x="42983" y="106824"/>
                </a:lnTo>
                <a:lnTo>
                  <a:pt x="41986" y="108017"/>
                </a:lnTo>
                <a:lnTo>
                  <a:pt x="41117" y="108990"/>
                </a:lnTo>
                <a:lnTo>
                  <a:pt x="39820" y="110583"/>
                </a:lnTo>
                <a:lnTo>
                  <a:pt x="39286" y="111156"/>
                </a:lnTo>
                <a:lnTo>
                  <a:pt x="37655" y="113214"/>
                </a:lnTo>
                <a:lnTo>
                  <a:pt x="37549" y="113323"/>
                </a:lnTo>
                <a:lnTo>
                  <a:pt x="35878" y="115489"/>
                </a:lnTo>
                <a:lnTo>
                  <a:pt x="35489" y="115886"/>
                </a:lnTo>
                <a:lnTo>
                  <a:pt x="34128" y="117655"/>
                </a:lnTo>
                <a:lnTo>
                  <a:pt x="35489" y="119273"/>
                </a:lnTo>
                <a:lnTo>
                  <a:pt x="36612" y="119821"/>
                </a:lnTo>
                <a:lnTo>
                  <a:pt x="37655" y="120324"/>
                </a:lnTo>
                <a:lnTo>
                  <a:pt x="39820" y="120756"/>
                </a:lnTo>
                <a:lnTo>
                  <a:pt x="41986" y="121101"/>
                </a:lnTo>
                <a:lnTo>
                  <a:pt x="44044" y="121987"/>
                </a:lnTo>
                <a:lnTo>
                  <a:pt x="44152" y="122063"/>
                </a:lnTo>
                <a:lnTo>
                  <a:pt x="46318" y="122953"/>
                </a:lnTo>
                <a:lnTo>
                  <a:pt x="48484" y="123793"/>
                </a:lnTo>
                <a:lnTo>
                  <a:pt x="48969" y="124154"/>
                </a:lnTo>
                <a:lnTo>
                  <a:pt x="50650" y="125066"/>
                </a:lnTo>
                <a:lnTo>
                  <a:pt x="52816" y="126007"/>
                </a:lnTo>
                <a:lnTo>
                  <a:pt x="53211" y="126320"/>
                </a:lnTo>
                <a:lnTo>
                  <a:pt x="54982" y="127426"/>
                </a:lnTo>
                <a:lnTo>
                  <a:pt x="56413" y="128486"/>
                </a:lnTo>
                <a:lnTo>
                  <a:pt x="57148" y="129102"/>
                </a:lnTo>
                <a:lnTo>
                  <a:pt x="59235" y="130652"/>
                </a:lnTo>
                <a:lnTo>
                  <a:pt x="59314" y="130732"/>
                </a:lnTo>
                <a:lnTo>
                  <a:pt x="61145" y="132818"/>
                </a:lnTo>
                <a:lnTo>
                  <a:pt x="61480" y="133139"/>
                </a:lnTo>
                <a:lnTo>
                  <a:pt x="63173" y="134984"/>
                </a:lnTo>
                <a:lnTo>
                  <a:pt x="63646" y="135483"/>
                </a:lnTo>
                <a:lnTo>
                  <a:pt x="65036" y="137151"/>
                </a:lnTo>
                <a:lnTo>
                  <a:pt x="65812" y="137958"/>
                </a:lnTo>
                <a:lnTo>
                  <a:pt x="66885" y="139317"/>
                </a:lnTo>
                <a:lnTo>
                  <a:pt x="67978" y="140654"/>
                </a:lnTo>
                <a:lnTo>
                  <a:pt x="68759" y="141483"/>
                </a:lnTo>
                <a:lnTo>
                  <a:pt x="70022" y="143649"/>
                </a:lnTo>
                <a:lnTo>
                  <a:pt x="70144" y="143786"/>
                </a:lnTo>
                <a:lnTo>
                  <a:pt x="71428" y="145815"/>
                </a:lnTo>
                <a:lnTo>
                  <a:pt x="72310" y="146741"/>
                </a:lnTo>
                <a:lnTo>
                  <a:pt x="73357" y="147982"/>
                </a:lnTo>
                <a:lnTo>
                  <a:pt x="74476" y="149428"/>
                </a:lnTo>
                <a:lnTo>
                  <a:pt x="75187" y="150148"/>
                </a:lnTo>
                <a:lnTo>
                  <a:pt x="76403" y="152314"/>
                </a:lnTo>
                <a:lnTo>
                  <a:pt x="76642" y="152570"/>
                </a:lnTo>
                <a:lnTo>
                  <a:pt x="78309" y="154480"/>
                </a:lnTo>
                <a:lnTo>
                  <a:pt x="78807" y="154992"/>
                </a:lnTo>
                <a:lnTo>
                  <a:pt x="80755" y="156646"/>
                </a:lnTo>
                <a:lnTo>
                  <a:pt x="80973" y="156863"/>
                </a:lnTo>
                <a:lnTo>
                  <a:pt x="83139" y="158755"/>
                </a:lnTo>
                <a:lnTo>
                  <a:pt x="83199" y="158812"/>
                </a:lnTo>
                <a:lnTo>
                  <a:pt x="85305" y="160061"/>
                </a:lnTo>
                <a:lnTo>
                  <a:pt x="86818" y="160979"/>
                </a:lnTo>
                <a:lnTo>
                  <a:pt x="87471" y="161491"/>
                </a:lnTo>
                <a:lnTo>
                  <a:pt x="89637" y="162134"/>
                </a:lnTo>
                <a:lnTo>
                  <a:pt x="91803" y="162460"/>
                </a:lnTo>
                <a:lnTo>
                  <a:pt x="93969" y="162691"/>
                </a:lnTo>
                <a:lnTo>
                  <a:pt x="96135" y="162603"/>
                </a:lnTo>
                <a:lnTo>
                  <a:pt x="98301" y="162306"/>
                </a:lnTo>
                <a:lnTo>
                  <a:pt x="100467" y="161854"/>
                </a:lnTo>
                <a:lnTo>
                  <a:pt x="101519" y="160979"/>
                </a:lnTo>
                <a:lnTo>
                  <a:pt x="102633" y="159016"/>
                </a:lnTo>
                <a:lnTo>
                  <a:pt x="102790" y="158812"/>
                </a:lnTo>
                <a:lnTo>
                  <a:pt x="102633" y="158189"/>
                </a:lnTo>
                <a:lnTo>
                  <a:pt x="102264" y="156646"/>
                </a:lnTo>
                <a:lnTo>
                  <a:pt x="101513" y="154480"/>
                </a:lnTo>
                <a:lnTo>
                  <a:pt x="100702" y="152314"/>
                </a:lnTo>
                <a:lnTo>
                  <a:pt x="100467" y="151994"/>
                </a:lnTo>
                <a:lnTo>
                  <a:pt x="99574" y="150148"/>
                </a:lnTo>
                <a:lnTo>
                  <a:pt x="99307" y="147982"/>
                </a:lnTo>
                <a:lnTo>
                  <a:pt x="98985" y="145815"/>
                </a:lnTo>
                <a:lnTo>
                  <a:pt x="99013" y="143649"/>
                </a:lnTo>
                <a:lnTo>
                  <a:pt x="99353" y="141483"/>
                </a:lnTo>
                <a:lnTo>
                  <a:pt x="99916" y="139317"/>
                </a:lnTo>
                <a:lnTo>
                  <a:pt x="100467" y="138676"/>
                </a:lnTo>
                <a:lnTo>
                  <a:pt x="101505" y="137151"/>
                </a:lnTo>
                <a:lnTo>
                  <a:pt x="102633" y="135742"/>
                </a:lnTo>
                <a:lnTo>
                  <a:pt x="103641" y="134984"/>
                </a:lnTo>
                <a:lnTo>
                  <a:pt x="104799" y="134088"/>
                </a:lnTo>
                <a:lnTo>
                  <a:pt x="106965" y="133236"/>
                </a:lnTo>
                <a:lnTo>
                  <a:pt x="108084" y="132818"/>
                </a:lnTo>
                <a:lnTo>
                  <a:pt x="109131" y="132404"/>
                </a:lnTo>
                <a:lnTo>
                  <a:pt x="111297" y="132186"/>
                </a:lnTo>
                <a:lnTo>
                  <a:pt x="113442" y="132818"/>
                </a:lnTo>
                <a:lnTo>
                  <a:pt x="113463" y="132827"/>
                </a:lnTo>
                <a:lnTo>
                  <a:pt x="115629" y="133492"/>
                </a:lnTo>
                <a:lnTo>
                  <a:pt x="117794" y="134282"/>
                </a:lnTo>
                <a:lnTo>
                  <a:pt x="118588" y="134984"/>
                </a:lnTo>
                <a:lnTo>
                  <a:pt x="119960" y="136184"/>
                </a:lnTo>
                <a:lnTo>
                  <a:pt x="120759" y="137151"/>
                </a:lnTo>
                <a:lnTo>
                  <a:pt x="121360" y="139317"/>
                </a:lnTo>
                <a:lnTo>
                  <a:pt x="122126" y="141041"/>
                </a:lnTo>
                <a:lnTo>
                  <a:pt x="122377" y="141483"/>
                </a:lnTo>
                <a:lnTo>
                  <a:pt x="122751" y="143649"/>
                </a:lnTo>
                <a:lnTo>
                  <a:pt x="122800" y="145815"/>
                </a:lnTo>
                <a:lnTo>
                  <a:pt x="122678" y="147982"/>
                </a:lnTo>
                <a:lnTo>
                  <a:pt x="122135" y="150148"/>
                </a:lnTo>
                <a:lnTo>
                  <a:pt x="122126" y="150172"/>
                </a:lnTo>
                <a:lnTo>
                  <a:pt x="121546" y="152314"/>
                </a:lnTo>
                <a:lnTo>
                  <a:pt x="120959" y="154480"/>
                </a:lnTo>
                <a:lnTo>
                  <a:pt x="119960" y="156419"/>
                </a:lnTo>
                <a:lnTo>
                  <a:pt x="119764" y="156646"/>
                </a:lnTo>
                <a:lnTo>
                  <a:pt x="118694" y="158812"/>
                </a:lnTo>
                <a:lnTo>
                  <a:pt x="117794" y="159855"/>
                </a:lnTo>
                <a:lnTo>
                  <a:pt x="116759" y="160979"/>
                </a:lnTo>
                <a:lnTo>
                  <a:pt x="115629" y="162138"/>
                </a:lnTo>
                <a:lnTo>
                  <a:pt x="114670" y="163145"/>
                </a:lnTo>
                <a:lnTo>
                  <a:pt x="113463" y="164292"/>
                </a:lnTo>
                <a:lnTo>
                  <a:pt x="112016" y="165311"/>
                </a:lnTo>
                <a:lnTo>
                  <a:pt x="111297" y="165987"/>
                </a:lnTo>
                <a:lnTo>
                  <a:pt x="109131" y="166926"/>
                </a:lnTo>
                <a:lnTo>
                  <a:pt x="108337" y="167477"/>
                </a:lnTo>
                <a:lnTo>
                  <a:pt x="106965" y="168269"/>
                </a:lnTo>
                <a:lnTo>
                  <a:pt x="104799" y="168954"/>
                </a:lnTo>
                <a:lnTo>
                  <a:pt x="102931" y="169643"/>
                </a:lnTo>
                <a:lnTo>
                  <a:pt x="102633" y="169794"/>
                </a:lnTo>
                <a:lnTo>
                  <a:pt x="100467" y="170363"/>
                </a:lnTo>
                <a:lnTo>
                  <a:pt x="98301" y="170789"/>
                </a:lnTo>
                <a:lnTo>
                  <a:pt x="96135" y="170889"/>
                </a:lnTo>
                <a:lnTo>
                  <a:pt x="93969" y="170972"/>
                </a:lnTo>
                <a:lnTo>
                  <a:pt x="91803" y="171169"/>
                </a:lnTo>
                <a:lnTo>
                  <a:pt x="89637" y="171052"/>
                </a:lnTo>
                <a:lnTo>
                  <a:pt x="87471" y="170904"/>
                </a:lnTo>
                <a:lnTo>
                  <a:pt x="85305" y="170759"/>
                </a:lnTo>
                <a:lnTo>
                  <a:pt x="83139" y="170614"/>
                </a:lnTo>
                <a:lnTo>
                  <a:pt x="80973" y="170222"/>
                </a:lnTo>
                <a:lnTo>
                  <a:pt x="79854" y="169643"/>
                </a:lnTo>
                <a:lnTo>
                  <a:pt x="78807" y="169089"/>
                </a:lnTo>
                <a:lnTo>
                  <a:pt x="76642" y="168584"/>
                </a:lnTo>
                <a:lnTo>
                  <a:pt x="74476" y="168182"/>
                </a:lnTo>
                <a:lnTo>
                  <a:pt x="73366" y="167477"/>
                </a:lnTo>
                <a:lnTo>
                  <a:pt x="72310" y="166785"/>
                </a:lnTo>
                <a:lnTo>
                  <a:pt x="70144" y="166168"/>
                </a:lnTo>
                <a:lnTo>
                  <a:pt x="68543" y="165311"/>
                </a:lnTo>
                <a:lnTo>
                  <a:pt x="67978" y="164904"/>
                </a:lnTo>
                <a:lnTo>
                  <a:pt x="65812" y="164131"/>
                </a:lnTo>
                <a:lnTo>
                  <a:pt x="64077" y="163145"/>
                </a:lnTo>
                <a:lnTo>
                  <a:pt x="63646" y="162772"/>
                </a:lnTo>
                <a:lnTo>
                  <a:pt x="61480" y="161848"/>
                </a:lnTo>
                <a:lnTo>
                  <a:pt x="60167" y="160979"/>
                </a:lnTo>
                <a:lnTo>
                  <a:pt x="59314" y="160322"/>
                </a:lnTo>
                <a:lnTo>
                  <a:pt x="57148" y="159354"/>
                </a:lnTo>
                <a:lnTo>
                  <a:pt x="56456" y="158812"/>
                </a:lnTo>
                <a:lnTo>
                  <a:pt x="54982" y="157913"/>
                </a:lnTo>
                <a:lnTo>
                  <a:pt x="52816" y="156671"/>
                </a:lnTo>
                <a:lnTo>
                  <a:pt x="52789" y="156646"/>
                </a:lnTo>
                <a:lnTo>
                  <a:pt x="50650" y="155501"/>
                </a:lnTo>
                <a:lnTo>
                  <a:pt x="48979" y="154480"/>
                </a:lnTo>
                <a:lnTo>
                  <a:pt x="48484" y="154051"/>
                </a:lnTo>
                <a:lnTo>
                  <a:pt x="46318" y="153071"/>
                </a:lnTo>
                <a:lnTo>
                  <a:pt x="44982" y="152314"/>
                </a:lnTo>
                <a:lnTo>
                  <a:pt x="44152" y="151652"/>
                </a:lnTo>
                <a:lnTo>
                  <a:pt x="41986" y="150813"/>
                </a:lnTo>
                <a:lnTo>
                  <a:pt x="41137" y="150148"/>
                </a:lnTo>
                <a:lnTo>
                  <a:pt x="39820" y="149266"/>
                </a:lnTo>
                <a:lnTo>
                  <a:pt x="37655" y="148537"/>
                </a:lnTo>
                <a:lnTo>
                  <a:pt x="36855" y="147982"/>
                </a:lnTo>
                <a:lnTo>
                  <a:pt x="35489" y="147232"/>
                </a:lnTo>
                <a:lnTo>
                  <a:pt x="33323" y="146595"/>
                </a:lnTo>
                <a:lnTo>
                  <a:pt x="31845" y="145815"/>
                </a:lnTo>
                <a:lnTo>
                  <a:pt x="31157" y="145397"/>
                </a:lnTo>
                <a:lnTo>
                  <a:pt x="28991" y="144852"/>
                </a:lnTo>
                <a:lnTo>
                  <a:pt x="26825" y="144413"/>
                </a:lnTo>
                <a:lnTo>
                  <a:pt x="24659" y="143674"/>
                </a:lnTo>
                <a:lnTo>
                  <a:pt x="24573" y="143649"/>
                </a:lnTo>
                <a:lnTo>
                  <a:pt x="22493" y="143136"/>
                </a:lnTo>
                <a:lnTo>
                  <a:pt x="20327" y="142804"/>
                </a:lnTo>
                <a:lnTo>
                  <a:pt x="18161" y="142776"/>
                </a:lnTo>
                <a:lnTo>
                  <a:pt x="15995" y="142994"/>
                </a:lnTo>
                <a:lnTo>
                  <a:pt x="13829" y="143456"/>
                </a:lnTo>
                <a:lnTo>
                  <a:pt x="13392" y="143649"/>
                </a:lnTo>
                <a:lnTo>
                  <a:pt x="11663" y="144255"/>
                </a:lnTo>
                <a:lnTo>
                  <a:pt x="9497" y="144964"/>
                </a:lnTo>
                <a:lnTo>
                  <a:pt x="8185" y="145815"/>
                </a:lnTo>
                <a:lnTo>
                  <a:pt x="7331" y="146411"/>
                </a:lnTo>
                <a:lnTo>
                  <a:pt x="5165" y="147747"/>
                </a:lnTo>
                <a:lnTo>
                  <a:pt x="4686" y="147982"/>
                </a:lnTo>
                <a:lnTo>
                  <a:pt x="2999" y="148630"/>
                </a:lnTo>
                <a:lnTo>
                  <a:pt x="2144" y="147982"/>
                </a:lnTo>
                <a:lnTo>
                  <a:pt x="833" y="146865"/>
                </a:lnTo>
                <a:lnTo>
                  <a:pt x="0" y="145815"/>
                </a:lnTo>
                <a:lnTo>
                  <a:pt x="55" y="143649"/>
                </a:lnTo>
                <a:lnTo>
                  <a:pt x="833" y="142749"/>
                </a:lnTo>
                <a:lnTo>
                  <a:pt x="2063" y="141483"/>
                </a:lnTo>
                <a:lnTo>
                  <a:pt x="2999" y="140414"/>
                </a:lnTo>
                <a:lnTo>
                  <a:pt x="3885" y="139317"/>
                </a:lnTo>
                <a:lnTo>
                  <a:pt x="5165" y="137879"/>
                </a:lnTo>
                <a:lnTo>
                  <a:pt x="5839" y="137151"/>
                </a:lnTo>
                <a:lnTo>
                  <a:pt x="7331" y="135259"/>
                </a:lnTo>
                <a:lnTo>
                  <a:pt x="7606" y="134984"/>
                </a:lnTo>
                <a:lnTo>
                  <a:pt x="9225" y="132818"/>
                </a:lnTo>
                <a:lnTo>
                  <a:pt x="9497" y="132555"/>
                </a:lnTo>
                <a:lnTo>
                  <a:pt x="10939" y="130652"/>
                </a:lnTo>
                <a:lnTo>
                  <a:pt x="11663" y="129875"/>
                </a:lnTo>
                <a:lnTo>
                  <a:pt x="12868" y="128486"/>
                </a:lnTo>
                <a:lnTo>
                  <a:pt x="13829" y="127378"/>
                </a:lnTo>
                <a:lnTo>
                  <a:pt x="14820" y="126320"/>
                </a:lnTo>
                <a:lnTo>
                  <a:pt x="15995" y="124914"/>
                </a:lnTo>
                <a:lnTo>
                  <a:pt x="16652" y="124154"/>
                </a:lnTo>
                <a:lnTo>
                  <a:pt x="18161" y="122417"/>
                </a:lnTo>
                <a:lnTo>
                  <a:pt x="18590" y="121987"/>
                </a:lnTo>
                <a:lnTo>
                  <a:pt x="19968" y="119821"/>
                </a:lnTo>
                <a:lnTo>
                  <a:pt x="20327" y="119428"/>
                </a:lnTo>
                <a:lnTo>
                  <a:pt x="21777" y="117655"/>
                </a:lnTo>
                <a:lnTo>
                  <a:pt x="22493" y="116888"/>
                </a:lnTo>
                <a:lnTo>
                  <a:pt x="23560" y="115489"/>
                </a:lnTo>
                <a:lnTo>
                  <a:pt x="24659" y="114332"/>
                </a:lnTo>
                <a:lnTo>
                  <a:pt x="25614" y="113323"/>
                </a:lnTo>
                <a:lnTo>
                  <a:pt x="26825" y="111901"/>
                </a:lnTo>
                <a:lnTo>
                  <a:pt x="27514" y="111156"/>
                </a:lnTo>
                <a:lnTo>
                  <a:pt x="28991" y="109363"/>
                </a:lnTo>
                <a:lnTo>
                  <a:pt x="29373" y="108990"/>
                </a:lnTo>
                <a:lnTo>
                  <a:pt x="30772" y="106824"/>
                </a:lnTo>
                <a:lnTo>
                  <a:pt x="31157" y="106440"/>
                </a:lnTo>
                <a:lnTo>
                  <a:pt x="32524" y="104658"/>
                </a:lnTo>
                <a:lnTo>
                  <a:pt x="33323" y="103817"/>
                </a:lnTo>
                <a:lnTo>
                  <a:pt x="34552" y="102492"/>
                </a:lnTo>
                <a:lnTo>
                  <a:pt x="35489" y="101421"/>
                </a:lnTo>
                <a:lnTo>
                  <a:pt x="36479" y="100326"/>
                </a:lnTo>
                <a:lnTo>
                  <a:pt x="37655" y="98838"/>
                </a:lnTo>
                <a:lnTo>
                  <a:pt x="38293" y="98159"/>
                </a:lnTo>
                <a:lnTo>
                  <a:pt x="39820" y="96185"/>
                </a:lnTo>
                <a:lnTo>
                  <a:pt x="40000" y="95993"/>
                </a:lnTo>
                <a:lnTo>
                  <a:pt x="41712" y="93827"/>
                </a:lnTo>
                <a:lnTo>
                  <a:pt x="41986" y="93553"/>
                </a:lnTo>
                <a:lnTo>
                  <a:pt x="43440" y="91661"/>
                </a:lnTo>
                <a:lnTo>
                  <a:pt x="44152" y="90909"/>
                </a:lnTo>
                <a:lnTo>
                  <a:pt x="45336" y="89495"/>
                </a:lnTo>
                <a:lnTo>
                  <a:pt x="46318" y="88433"/>
                </a:lnTo>
                <a:lnTo>
                  <a:pt x="47350" y="87328"/>
                </a:lnTo>
                <a:lnTo>
                  <a:pt x="48484" y="85882"/>
                </a:lnTo>
                <a:lnTo>
                  <a:pt x="49163" y="85162"/>
                </a:lnTo>
                <a:lnTo>
                  <a:pt x="50650" y="83213"/>
                </a:lnTo>
                <a:lnTo>
                  <a:pt x="50867" y="82996"/>
                </a:lnTo>
                <a:lnTo>
                  <a:pt x="52376" y="80830"/>
                </a:lnTo>
                <a:lnTo>
                  <a:pt x="52816" y="80390"/>
                </a:lnTo>
                <a:lnTo>
                  <a:pt x="54285" y="78664"/>
                </a:lnTo>
                <a:lnTo>
                  <a:pt x="54982" y="77884"/>
                </a:lnTo>
                <a:lnTo>
                  <a:pt x="56176" y="76498"/>
                </a:lnTo>
                <a:lnTo>
                  <a:pt x="57148" y="75356"/>
                </a:lnTo>
                <a:lnTo>
                  <a:pt x="58114" y="74331"/>
                </a:lnTo>
                <a:lnTo>
                  <a:pt x="59314" y="72904"/>
                </a:lnTo>
                <a:lnTo>
                  <a:pt x="59928" y="72165"/>
                </a:lnTo>
                <a:lnTo>
                  <a:pt x="61480" y="70383"/>
                </a:lnTo>
                <a:lnTo>
                  <a:pt x="61899" y="69999"/>
                </a:lnTo>
                <a:lnTo>
                  <a:pt x="63254" y="67833"/>
                </a:lnTo>
                <a:lnTo>
                  <a:pt x="63646" y="67436"/>
                </a:lnTo>
                <a:lnTo>
                  <a:pt x="65145" y="65667"/>
                </a:lnTo>
                <a:lnTo>
                  <a:pt x="65812" y="64942"/>
                </a:lnTo>
                <a:lnTo>
                  <a:pt x="66999" y="63501"/>
                </a:lnTo>
                <a:lnTo>
                  <a:pt x="67978" y="62380"/>
                </a:lnTo>
                <a:lnTo>
                  <a:pt x="68910" y="61334"/>
                </a:lnTo>
                <a:lnTo>
                  <a:pt x="70144" y="59959"/>
                </a:lnTo>
                <a:lnTo>
                  <a:pt x="70871" y="59168"/>
                </a:lnTo>
                <a:lnTo>
                  <a:pt x="72310" y="57267"/>
                </a:lnTo>
                <a:lnTo>
                  <a:pt x="72571" y="57002"/>
                </a:lnTo>
                <a:lnTo>
                  <a:pt x="74254" y="54836"/>
                </a:lnTo>
                <a:lnTo>
                  <a:pt x="74476" y="54607"/>
                </a:lnTo>
                <a:lnTo>
                  <a:pt x="75958" y="52670"/>
                </a:lnTo>
                <a:lnTo>
                  <a:pt x="76642" y="51937"/>
                </a:lnTo>
                <a:lnTo>
                  <a:pt x="77803" y="50503"/>
                </a:lnTo>
                <a:lnTo>
                  <a:pt x="78807" y="49379"/>
                </a:lnTo>
                <a:lnTo>
                  <a:pt x="79729" y="48337"/>
                </a:lnTo>
                <a:lnTo>
                  <a:pt x="80973" y="46915"/>
                </a:lnTo>
                <a:lnTo>
                  <a:pt x="81686" y="46171"/>
                </a:lnTo>
                <a:lnTo>
                  <a:pt x="83139" y="44317"/>
                </a:lnTo>
                <a:lnTo>
                  <a:pt x="83467" y="44005"/>
                </a:lnTo>
                <a:lnTo>
                  <a:pt x="84949" y="41839"/>
                </a:lnTo>
                <a:lnTo>
                  <a:pt x="85305" y="41454"/>
                </a:lnTo>
                <a:lnTo>
                  <a:pt x="86777" y="39673"/>
                </a:lnTo>
                <a:lnTo>
                  <a:pt x="87471" y="39006"/>
                </a:lnTo>
                <a:lnTo>
                  <a:pt x="88680" y="37506"/>
                </a:lnTo>
                <a:lnTo>
                  <a:pt x="89637" y="36370"/>
                </a:lnTo>
                <a:lnTo>
                  <a:pt x="90603" y="35340"/>
                </a:lnTo>
                <a:lnTo>
                  <a:pt x="91803" y="33929"/>
                </a:lnTo>
                <a:lnTo>
                  <a:pt x="92519" y="33174"/>
                </a:lnTo>
                <a:lnTo>
                  <a:pt x="93969" y="31277"/>
                </a:lnTo>
                <a:lnTo>
                  <a:pt x="94230" y="31008"/>
                </a:lnTo>
                <a:lnTo>
                  <a:pt x="95698" y="28842"/>
                </a:lnTo>
                <a:lnTo>
                  <a:pt x="96135" y="28387"/>
                </a:lnTo>
                <a:lnTo>
                  <a:pt x="97500" y="26675"/>
                </a:lnTo>
                <a:lnTo>
                  <a:pt x="98301" y="25875"/>
                </a:lnTo>
                <a:lnTo>
                  <a:pt x="99547" y="24509"/>
                </a:lnTo>
                <a:lnTo>
                  <a:pt x="100467" y="23116"/>
                </a:lnTo>
                <a:lnTo>
                  <a:pt x="101064" y="22343"/>
                </a:lnTo>
                <a:lnTo>
                  <a:pt x="100467" y="21746"/>
                </a:lnTo>
                <a:lnTo>
                  <a:pt x="98301" y="21498"/>
                </a:lnTo>
                <a:lnTo>
                  <a:pt x="96135" y="21450"/>
                </a:lnTo>
                <a:lnTo>
                  <a:pt x="93969" y="21456"/>
                </a:lnTo>
                <a:lnTo>
                  <a:pt x="91803" y="21450"/>
                </a:lnTo>
                <a:lnTo>
                  <a:pt x="89637" y="21450"/>
                </a:lnTo>
                <a:lnTo>
                  <a:pt x="87471" y="21450"/>
                </a:lnTo>
                <a:lnTo>
                  <a:pt x="85305" y="21450"/>
                </a:lnTo>
                <a:lnTo>
                  <a:pt x="83139" y="21450"/>
                </a:lnTo>
                <a:lnTo>
                  <a:pt x="80973" y="21450"/>
                </a:lnTo>
                <a:lnTo>
                  <a:pt x="78807" y="21450"/>
                </a:lnTo>
                <a:lnTo>
                  <a:pt x="76642" y="21450"/>
                </a:lnTo>
                <a:lnTo>
                  <a:pt x="74476" y="21450"/>
                </a:lnTo>
                <a:lnTo>
                  <a:pt x="72310" y="21450"/>
                </a:lnTo>
                <a:lnTo>
                  <a:pt x="70144" y="21450"/>
                </a:lnTo>
                <a:lnTo>
                  <a:pt x="67978" y="21450"/>
                </a:lnTo>
                <a:lnTo>
                  <a:pt x="65812" y="21450"/>
                </a:lnTo>
                <a:lnTo>
                  <a:pt x="63646" y="21450"/>
                </a:lnTo>
                <a:lnTo>
                  <a:pt x="61480" y="21450"/>
                </a:lnTo>
                <a:lnTo>
                  <a:pt x="59314" y="21450"/>
                </a:lnTo>
                <a:lnTo>
                  <a:pt x="57148" y="21436"/>
                </a:lnTo>
                <a:lnTo>
                  <a:pt x="54982" y="21608"/>
                </a:lnTo>
                <a:lnTo>
                  <a:pt x="52816" y="21654"/>
                </a:lnTo>
                <a:lnTo>
                  <a:pt x="50650" y="21638"/>
                </a:lnTo>
                <a:lnTo>
                  <a:pt x="48484" y="22164"/>
                </a:lnTo>
                <a:lnTo>
                  <a:pt x="48204" y="22343"/>
                </a:lnTo>
                <a:lnTo>
                  <a:pt x="46318" y="23162"/>
                </a:lnTo>
                <a:lnTo>
                  <a:pt x="44152" y="23610"/>
                </a:lnTo>
                <a:lnTo>
                  <a:pt x="41986" y="24344"/>
                </a:lnTo>
                <a:lnTo>
                  <a:pt x="41702" y="24509"/>
                </a:lnTo>
                <a:lnTo>
                  <a:pt x="39820" y="25365"/>
                </a:lnTo>
                <a:lnTo>
                  <a:pt x="38207" y="26675"/>
                </a:lnTo>
                <a:lnTo>
                  <a:pt x="37655" y="27158"/>
                </a:lnTo>
                <a:lnTo>
                  <a:pt x="35907" y="28842"/>
                </a:lnTo>
                <a:lnTo>
                  <a:pt x="35489" y="29279"/>
                </a:lnTo>
                <a:lnTo>
                  <a:pt x="34170" y="31008"/>
                </a:lnTo>
                <a:lnTo>
                  <a:pt x="33323" y="32025"/>
                </a:lnTo>
                <a:lnTo>
                  <a:pt x="32441" y="33174"/>
                </a:lnTo>
                <a:lnTo>
                  <a:pt x="31506" y="35340"/>
                </a:lnTo>
                <a:lnTo>
                  <a:pt x="31157" y="35832"/>
                </a:lnTo>
                <a:lnTo>
                  <a:pt x="30279" y="37506"/>
                </a:lnTo>
                <a:lnTo>
                  <a:pt x="29648" y="39673"/>
                </a:lnTo>
                <a:lnTo>
                  <a:pt x="28991" y="40557"/>
                </a:lnTo>
                <a:lnTo>
                  <a:pt x="26825" y="41224"/>
                </a:lnTo>
                <a:lnTo>
                  <a:pt x="24659" y="40794"/>
                </a:lnTo>
                <a:lnTo>
                  <a:pt x="22493" y="40059"/>
                </a:lnTo>
                <a:lnTo>
                  <a:pt x="22117" y="39673"/>
                </a:lnTo>
                <a:lnTo>
                  <a:pt x="22272" y="37506"/>
                </a:lnTo>
                <a:lnTo>
                  <a:pt x="22493" y="37137"/>
                </a:lnTo>
                <a:lnTo>
                  <a:pt x="23276" y="35340"/>
                </a:lnTo>
                <a:lnTo>
                  <a:pt x="23562" y="33174"/>
                </a:lnTo>
                <a:lnTo>
                  <a:pt x="24027" y="31008"/>
                </a:lnTo>
                <a:lnTo>
                  <a:pt x="24659" y="29285"/>
                </a:lnTo>
                <a:lnTo>
                  <a:pt x="24875" y="28842"/>
                </a:lnTo>
                <a:lnTo>
                  <a:pt x="25546" y="26675"/>
                </a:lnTo>
                <a:lnTo>
                  <a:pt x="25944" y="24509"/>
                </a:lnTo>
                <a:lnTo>
                  <a:pt x="26293" y="22343"/>
                </a:lnTo>
                <a:lnTo>
                  <a:pt x="26825" y="21160"/>
                </a:lnTo>
                <a:lnTo>
                  <a:pt x="27313" y="20177"/>
                </a:lnTo>
                <a:lnTo>
                  <a:pt x="27908" y="18011"/>
                </a:lnTo>
                <a:lnTo>
                  <a:pt x="28236" y="15845"/>
                </a:lnTo>
                <a:lnTo>
                  <a:pt x="28991" y="13758"/>
                </a:lnTo>
                <a:lnTo>
                  <a:pt x="29032" y="13678"/>
                </a:lnTo>
                <a:lnTo>
                  <a:pt x="29769" y="11512"/>
                </a:lnTo>
                <a:lnTo>
                  <a:pt x="30141" y="9346"/>
                </a:lnTo>
                <a:lnTo>
                  <a:pt x="30492" y="7180"/>
                </a:lnTo>
                <a:lnTo>
                  <a:pt x="31157" y="5878"/>
                </a:lnTo>
                <a:lnTo>
                  <a:pt x="31649" y="5014"/>
                </a:lnTo>
                <a:lnTo>
                  <a:pt x="32168" y="2847"/>
                </a:lnTo>
                <a:lnTo>
                  <a:pt x="32923" y="6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fog-math-13-glyph-7">
            <a:extLst xmlns:a="http://schemas.openxmlformats.org/drawingml/2006/main">
              <a:ext uri="{FF2B5EF4-FFF2-40B4-BE49-F238E27FC236}">
                <a16:creationId xmlns:a16="http://schemas.microsoft.com/office/drawing/2014/main" id="{9CBA360C-AD29-4D45-9548-37E130EF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0132" y="1929018"/>
            <a:ext cx="47937" cy="81718"/>
          </a:xfrm>
          <a:custGeom xmlns:a="http://schemas.openxmlformats.org/drawingml/2006/main">
            <a:pathLst>
              <a:path w="47937" h="81718">
                <a:moveTo>
                  <a:pt x="10517" y="2031"/>
                </a:moveTo>
                <a:lnTo>
                  <a:pt x="12635" y="1008"/>
                </a:lnTo>
                <a:lnTo>
                  <a:pt x="14801" y="803"/>
                </a:lnTo>
                <a:lnTo>
                  <a:pt x="16967" y="592"/>
                </a:lnTo>
                <a:lnTo>
                  <a:pt x="19133" y="305"/>
                </a:lnTo>
                <a:lnTo>
                  <a:pt x="21298" y="0"/>
                </a:lnTo>
                <a:lnTo>
                  <a:pt x="23464" y="416"/>
                </a:lnTo>
                <a:lnTo>
                  <a:pt x="25630" y="439"/>
                </a:lnTo>
                <a:lnTo>
                  <a:pt x="27796" y="896"/>
                </a:lnTo>
                <a:lnTo>
                  <a:pt x="29962" y="1267"/>
                </a:lnTo>
                <a:lnTo>
                  <a:pt x="31356" y="2031"/>
                </a:lnTo>
                <a:lnTo>
                  <a:pt x="32128" y="2533"/>
                </a:lnTo>
                <a:lnTo>
                  <a:pt x="34294" y="3469"/>
                </a:lnTo>
                <a:lnTo>
                  <a:pt x="35185" y="4197"/>
                </a:lnTo>
                <a:lnTo>
                  <a:pt x="36460" y="5152"/>
                </a:lnTo>
                <a:lnTo>
                  <a:pt x="38144" y="6363"/>
                </a:lnTo>
                <a:lnTo>
                  <a:pt x="38626" y="6803"/>
                </a:lnTo>
                <a:lnTo>
                  <a:pt x="40028" y="8529"/>
                </a:lnTo>
                <a:lnTo>
                  <a:pt x="40792" y="9343"/>
                </a:lnTo>
                <a:lnTo>
                  <a:pt x="42062" y="10696"/>
                </a:lnTo>
                <a:lnTo>
                  <a:pt x="42958" y="11984"/>
                </a:lnTo>
                <a:lnTo>
                  <a:pt x="43618" y="12862"/>
                </a:lnTo>
                <a:lnTo>
                  <a:pt x="44353" y="15028"/>
                </a:lnTo>
                <a:lnTo>
                  <a:pt x="45124" y="16367"/>
                </a:lnTo>
                <a:lnTo>
                  <a:pt x="45678" y="17194"/>
                </a:lnTo>
                <a:lnTo>
                  <a:pt x="46340" y="19360"/>
                </a:lnTo>
                <a:lnTo>
                  <a:pt x="46577" y="21526"/>
                </a:lnTo>
                <a:lnTo>
                  <a:pt x="46999" y="23693"/>
                </a:lnTo>
                <a:lnTo>
                  <a:pt x="47290" y="24776"/>
                </a:lnTo>
                <a:lnTo>
                  <a:pt x="47564" y="25859"/>
                </a:lnTo>
                <a:lnTo>
                  <a:pt x="47937" y="28025"/>
                </a:lnTo>
                <a:lnTo>
                  <a:pt x="47896" y="30191"/>
                </a:lnTo>
                <a:lnTo>
                  <a:pt x="47802" y="32357"/>
                </a:lnTo>
                <a:lnTo>
                  <a:pt x="47602" y="34523"/>
                </a:lnTo>
                <a:lnTo>
                  <a:pt x="47290" y="36129"/>
                </a:lnTo>
                <a:lnTo>
                  <a:pt x="47169" y="36690"/>
                </a:lnTo>
                <a:lnTo>
                  <a:pt x="46670" y="38856"/>
                </a:lnTo>
                <a:lnTo>
                  <a:pt x="46239" y="41022"/>
                </a:lnTo>
                <a:lnTo>
                  <a:pt x="45999" y="43188"/>
                </a:lnTo>
                <a:lnTo>
                  <a:pt x="45124" y="45247"/>
                </a:lnTo>
                <a:lnTo>
                  <a:pt x="45050" y="45354"/>
                </a:lnTo>
                <a:lnTo>
                  <a:pt x="44224" y="47521"/>
                </a:lnTo>
                <a:lnTo>
                  <a:pt x="43509" y="49687"/>
                </a:lnTo>
                <a:lnTo>
                  <a:pt x="42958" y="50506"/>
                </a:lnTo>
                <a:lnTo>
                  <a:pt x="42180" y="51853"/>
                </a:lnTo>
                <a:lnTo>
                  <a:pt x="41324" y="54019"/>
                </a:lnTo>
                <a:lnTo>
                  <a:pt x="40792" y="54727"/>
                </a:lnTo>
                <a:lnTo>
                  <a:pt x="39866" y="56185"/>
                </a:lnTo>
                <a:lnTo>
                  <a:pt x="38626" y="57983"/>
                </a:lnTo>
                <a:lnTo>
                  <a:pt x="38289" y="58351"/>
                </a:lnTo>
                <a:lnTo>
                  <a:pt x="37157" y="60518"/>
                </a:lnTo>
                <a:lnTo>
                  <a:pt x="36460" y="61318"/>
                </a:lnTo>
                <a:lnTo>
                  <a:pt x="35344" y="62684"/>
                </a:lnTo>
                <a:lnTo>
                  <a:pt x="34294" y="63820"/>
                </a:lnTo>
                <a:lnTo>
                  <a:pt x="33362" y="64850"/>
                </a:lnTo>
                <a:lnTo>
                  <a:pt x="32128" y="66251"/>
                </a:lnTo>
                <a:lnTo>
                  <a:pt x="31416" y="67016"/>
                </a:lnTo>
                <a:lnTo>
                  <a:pt x="29962" y="68440"/>
                </a:lnTo>
                <a:lnTo>
                  <a:pt x="29100" y="69182"/>
                </a:lnTo>
                <a:lnTo>
                  <a:pt x="27796" y="70353"/>
                </a:lnTo>
                <a:lnTo>
                  <a:pt x="26811" y="71349"/>
                </a:lnTo>
                <a:lnTo>
                  <a:pt x="25630" y="72487"/>
                </a:lnTo>
                <a:lnTo>
                  <a:pt x="24258" y="73515"/>
                </a:lnTo>
                <a:lnTo>
                  <a:pt x="23464" y="74177"/>
                </a:lnTo>
                <a:lnTo>
                  <a:pt x="21298" y="75279"/>
                </a:lnTo>
                <a:lnTo>
                  <a:pt x="20839" y="75681"/>
                </a:lnTo>
                <a:lnTo>
                  <a:pt x="19133" y="76722"/>
                </a:lnTo>
                <a:lnTo>
                  <a:pt x="17542" y="77847"/>
                </a:lnTo>
                <a:lnTo>
                  <a:pt x="16967" y="78385"/>
                </a:lnTo>
                <a:lnTo>
                  <a:pt x="14801" y="79231"/>
                </a:lnTo>
                <a:lnTo>
                  <a:pt x="13845" y="80013"/>
                </a:lnTo>
                <a:lnTo>
                  <a:pt x="12635" y="81009"/>
                </a:lnTo>
                <a:lnTo>
                  <a:pt x="10469" y="81718"/>
                </a:lnTo>
                <a:lnTo>
                  <a:pt x="8303" y="80714"/>
                </a:lnTo>
                <a:lnTo>
                  <a:pt x="7811" y="80013"/>
                </a:lnTo>
                <a:lnTo>
                  <a:pt x="7006" y="77847"/>
                </a:lnTo>
                <a:lnTo>
                  <a:pt x="6137" y="76150"/>
                </a:lnTo>
                <a:lnTo>
                  <a:pt x="5812" y="75681"/>
                </a:lnTo>
                <a:lnTo>
                  <a:pt x="6137" y="75253"/>
                </a:lnTo>
                <a:lnTo>
                  <a:pt x="7214" y="73515"/>
                </a:lnTo>
                <a:lnTo>
                  <a:pt x="8303" y="72578"/>
                </a:lnTo>
                <a:lnTo>
                  <a:pt x="9990" y="71349"/>
                </a:lnTo>
                <a:lnTo>
                  <a:pt x="10469" y="70887"/>
                </a:lnTo>
                <a:lnTo>
                  <a:pt x="12635" y="69546"/>
                </a:lnTo>
                <a:lnTo>
                  <a:pt x="13003" y="69182"/>
                </a:lnTo>
                <a:lnTo>
                  <a:pt x="14801" y="67880"/>
                </a:lnTo>
                <a:lnTo>
                  <a:pt x="15846" y="67016"/>
                </a:lnTo>
                <a:lnTo>
                  <a:pt x="16967" y="65986"/>
                </a:lnTo>
                <a:lnTo>
                  <a:pt x="18146" y="64850"/>
                </a:lnTo>
                <a:lnTo>
                  <a:pt x="19133" y="63985"/>
                </a:lnTo>
                <a:lnTo>
                  <a:pt x="20361" y="62684"/>
                </a:lnTo>
                <a:lnTo>
                  <a:pt x="21298" y="61701"/>
                </a:lnTo>
                <a:lnTo>
                  <a:pt x="22505" y="60518"/>
                </a:lnTo>
                <a:lnTo>
                  <a:pt x="23464" y="59481"/>
                </a:lnTo>
                <a:lnTo>
                  <a:pt x="24510" y="58351"/>
                </a:lnTo>
                <a:lnTo>
                  <a:pt x="25630" y="57225"/>
                </a:lnTo>
                <a:lnTo>
                  <a:pt x="26563" y="56185"/>
                </a:lnTo>
                <a:lnTo>
                  <a:pt x="27796" y="54403"/>
                </a:lnTo>
                <a:lnTo>
                  <a:pt x="28196" y="54019"/>
                </a:lnTo>
                <a:lnTo>
                  <a:pt x="29238" y="51853"/>
                </a:lnTo>
                <a:lnTo>
                  <a:pt x="29962" y="50820"/>
                </a:lnTo>
                <a:lnTo>
                  <a:pt x="30712" y="49687"/>
                </a:lnTo>
                <a:lnTo>
                  <a:pt x="31496" y="47521"/>
                </a:lnTo>
                <a:lnTo>
                  <a:pt x="32128" y="46150"/>
                </a:lnTo>
                <a:lnTo>
                  <a:pt x="32546" y="45354"/>
                </a:lnTo>
                <a:lnTo>
                  <a:pt x="33114" y="43188"/>
                </a:lnTo>
                <a:lnTo>
                  <a:pt x="33180" y="41022"/>
                </a:lnTo>
                <a:lnTo>
                  <a:pt x="33082" y="38856"/>
                </a:lnTo>
                <a:lnTo>
                  <a:pt x="32128" y="37543"/>
                </a:lnTo>
                <a:lnTo>
                  <a:pt x="30663" y="36690"/>
                </a:lnTo>
                <a:lnTo>
                  <a:pt x="29962" y="36276"/>
                </a:lnTo>
                <a:lnTo>
                  <a:pt x="27796" y="36119"/>
                </a:lnTo>
                <a:lnTo>
                  <a:pt x="25630" y="36492"/>
                </a:lnTo>
                <a:lnTo>
                  <a:pt x="24857" y="36690"/>
                </a:lnTo>
                <a:lnTo>
                  <a:pt x="23464" y="37015"/>
                </a:lnTo>
                <a:lnTo>
                  <a:pt x="21298" y="37363"/>
                </a:lnTo>
                <a:lnTo>
                  <a:pt x="19133" y="37231"/>
                </a:lnTo>
                <a:lnTo>
                  <a:pt x="16967" y="37169"/>
                </a:lnTo>
                <a:lnTo>
                  <a:pt x="14801" y="37039"/>
                </a:lnTo>
                <a:lnTo>
                  <a:pt x="13780" y="36690"/>
                </a:lnTo>
                <a:lnTo>
                  <a:pt x="12635" y="36305"/>
                </a:lnTo>
                <a:lnTo>
                  <a:pt x="10469" y="35740"/>
                </a:lnTo>
                <a:lnTo>
                  <a:pt x="8303" y="35065"/>
                </a:lnTo>
                <a:lnTo>
                  <a:pt x="7523" y="34523"/>
                </a:lnTo>
                <a:lnTo>
                  <a:pt x="6137" y="33639"/>
                </a:lnTo>
                <a:lnTo>
                  <a:pt x="4431" y="32357"/>
                </a:lnTo>
                <a:lnTo>
                  <a:pt x="3971" y="31904"/>
                </a:lnTo>
                <a:lnTo>
                  <a:pt x="2732" y="30191"/>
                </a:lnTo>
                <a:lnTo>
                  <a:pt x="1805" y="28744"/>
                </a:lnTo>
                <a:lnTo>
                  <a:pt x="1267" y="28025"/>
                </a:lnTo>
                <a:lnTo>
                  <a:pt x="669" y="25859"/>
                </a:lnTo>
                <a:lnTo>
                  <a:pt x="506" y="23693"/>
                </a:lnTo>
                <a:lnTo>
                  <a:pt x="113" y="21526"/>
                </a:lnTo>
                <a:lnTo>
                  <a:pt x="0" y="19360"/>
                </a:lnTo>
                <a:lnTo>
                  <a:pt x="344" y="17194"/>
                </a:lnTo>
                <a:lnTo>
                  <a:pt x="588" y="15028"/>
                </a:lnTo>
                <a:lnTo>
                  <a:pt x="895" y="12862"/>
                </a:lnTo>
                <a:lnTo>
                  <a:pt x="1333" y="10696"/>
                </a:lnTo>
                <a:lnTo>
                  <a:pt x="1805" y="10176"/>
                </a:lnTo>
                <a:lnTo>
                  <a:pt x="2999" y="8529"/>
                </a:lnTo>
                <a:lnTo>
                  <a:pt x="3971" y="7093"/>
                </a:lnTo>
                <a:lnTo>
                  <a:pt x="4550" y="6363"/>
                </a:lnTo>
                <a:lnTo>
                  <a:pt x="6137" y="4894"/>
                </a:lnTo>
                <a:lnTo>
                  <a:pt x="7041" y="4197"/>
                </a:lnTo>
                <a:lnTo>
                  <a:pt x="8303" y="3273"/>
                </a:lnTo>
                <a:lnTo>
                  <a:pt x="10469" y="2072"/>
                </a:lnTo>
                <a:lnTo>
                  <a:pt x="10517" y="2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80">
            <a:extLst xmlns:a="http://schemas.openxmlformats.org/drawingml/2006/main">
              <a:ext uri="{FF2B5EF4-FFF2-40B4-BE49-F238E27FC236}">
                <a16:creationId xmlns:a16="http://schemas.microsoft.com/office/drawing/2014/main" id="{A5D5DC46-1481-4045-B586-0C68588F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9083" y="67294"/>
            <a:ext cx="1452" cy="2610544"/>
          </a:xfrm>
          <a:custGeom xmlns:a="http://schemas.openxmlformats.org/drawingml/2006/main">
            <a:pathLst>
              <a:path w="1452" h="2610544">
                <a:moveTo>
                  <a:pt x="0" y="0"/>
                </a:moveTo>
                <a:lnTo>
                  <a:pt x="1452" y="261054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81">
            <a:extLst xmlns:a="http://schemas.openxmlformats.org/drawingml/2006/main">
              <a:ext uri="{FF2B5EF4-FFF2-40B4-BE49-F238E27FC236}">
                <a16:creationId xmlns:a16="http://schemas.microsoft.com/office/drawing/2014/main" id="{470700C8-753B-4344-963B-00D0918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9082" y="67295"/>
            <a:ext cx="1453" cy="2610544"/>
          </a:xfrm>
          <a:custGeom xmlns:a="http://schemas.openxmlformats.org/drawingml/2006/main">
            <a:pathLst>
              <a:path w="1453" h="2610544">
                <a:moveTo>
                  <a:pt x="0" y="0"/>
                </a:moveTo>
                <a:lnTo>
                  <a:pt x="1453" y="2610544"/>
                </a:lnTo>
              </a:path>
            </a:pathLst>
          </a:custGeom>
          <a:noFill xmlns:a="http://schemas.openxmlformats.org/drawingml/2006/main"/>
          <a:ln xmlns:a="http://schemas.openxmlformats.org/drawingml/2006/main" w="30748">
            <a:solidFill>
              <a:srgbClr val="595959"/>
            </a:solidFill>
            <a:prstDash val="solid"/>
          </a:ln>
        </p:spPr>
      </p:sp>
      <p:sp>
        <p:nvSpPr>
          <p:cNvPr id="96" name="pdf-path-82">
            <a:extLst xmlns:a="http://schemas.openxmlformats.org/drawingml/2006/main">
              <a:ext uri="{FF2B5EF4-FFF2-40B4-BE49-F238E27FC236}">
                <a16:creationId xmlns:a16="http://schemas.microsoft.com/office/drawing/2014/main" id="{3B5F79B3-2CA9-4491-8ABC-86C4349D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1523" y="3269784"/>
            <a:ext cx="521965" cy="240184"/>
          </a:xfrm>
          <a:custGeom xmlns:a="http://schemas.openxmlformats.org/drawingml/2006/main">
            <a:pathLst>
              <a:path w="521965" h="240184">
                <a:moveTo>
                  <a:pt x="0" y="240184"/>
                </a:moveTo>
                <a:lnTo>
                  <a:pt x="521965" y="240184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83">
            <a:extLst xmlns:a="http://schemas.openxmlformats.org/drawingml/2006/main">
              <a:ext uri="{FF2B5EF4-FFF2-40B4-BE49-F238E27FC236}">
                <a16:creationId xmlns:a16="http://schemas.microsoft.com/office/drawing/2014/main" id="{4FA09B71-8958-40DB-80EB-C4ACB812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9238" y="3309250"/>
            <a:ext cx="117175" cy="161252"/>
          </a:xfrm>
          <a:custGeom xmlns:a="http://schemas.openxmlformats.org/drawingml/2006/main">
            <a:pathLst>
              <a:path w="117175" h="161252">
                <a:moveTo>
                  <a:pt x="0" y="161252"/>
                </a:moveTo>
                <a:lnTo>
                  <a:pt x="117175" y="161252"/>
                </a:lnTo>
                <a:lnTo>
                  <a:pt x="11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84">
            <a:extLst xmlns:a="http://schemas.openxmlformats.org/drawingml/2006/main">
              <a:ext uri="{FF2B5EF4-FFF2-40B4-BE49-F238E27FC236}">
                <a16:creationId xmlns:a16="http://schemas.microsoft.com/office/drawing/2014/main" id="{70322925-81C4-4ED2-964B-3ED50864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1316" y="3309250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85">
            <a:extLst xmlns:a="http://schemas.openxmlformats.org/drawingml/2006/main">
              <a:ext uri="{FF2B5EF4-FFF2-40B4-BE49-F238E27FC236}">
                <a16:creationId xmlns:a16="http://schemas.microsoft.com/office/drawing/2014/main" id="{C03421BF-DC0E-4989-9CA9-CBE6F205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4987" y="3309250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FA8BED02-0AD4-4694-9E39-5431FB28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4095" y="3232666"/>
            <a:ext cx="1572428" cy="245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 embedding</a:t>
            </a:r>
          </a:p>
        </p:txBody>
      </p:sp>
      <p:sp>
        <p:nvSpPr>
          <p:cNvPr id="101" name="pdf-path-88">
            <a:extLst xmlns:a="http://schemas.openxmlformats.org/drawingml/2006/main">
              <a:ext uri="{FF2B5EF4-FFF2-40B4-BE49-F238E27FC236}">
                <a16:creationId xmlns:a16="http://schemas.microsoft.com/office/drawing/2014/main" id="{E69717EE-3C43-4953-8347-92761718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7675" y="3047901"/>
            <a:ext cx="521965" cy="240184"/>
          </a:xfrm>
          <a:custGeom xmlns:a="http://schemas.openxmlformats.org/drawingml/2006/main">
            <a:pathLst>
              <a:path w="521965" h="240184">
                <a:moveTo>
                  <a:pt x="0" y="240184"/>
                </a:moveTo>
                <a:lnTo>
                  <a:pt x="521965" y="240184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89">
            <a:extLst xmlns:a="http://schemas.openxmlformats.org/drawingml/2006/main">
              <a:ext uri="{FF2B5EF4-FFF2-40B4-BE49-F238E27FC236}">
                <a16:creationId xmlns:a16="http://schemas.microsoft.com/office/drawing/2014/main" id="{7AA5767C-8FD8-4055-81E0-8E987109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389" y="3087367"/>
            <a:ext cx="117175" cy="161252"/>
          </a:xfrm>
          <a:custGeom xmlns:a="http://schemas.openxmlformats.org/drawingml/2006/main">
            <a:pathLst>
              <a:path w="117175" h="161252">
                <a:moveTo>
                  <a:pt x="0" y="161252"/>
                </a:moveTo>
                <a:lnTo>
                  <a:pt x="117175" y="161252"/>
                </a:lnTo>
                <a:lnTo>
                  <a:pt x="11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90">
            <a:extLst xmlns:a="http://schemas.openxmlformats.org/drawingml/2006/main">
              <a:ext uri="{FF2B5EF4-FFF2-40B4-BE49-F238E27FC236}">
                <a16:creationId xmlns:a16="http://schemas.microsoft.com/office/drawing/2014/main" id="{567371C4-C1E7-4AE3-89B2-7B4CB0F4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7468" y="3087367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91">
            <a:extLst xmlns:a="http://schemas.openxmlformats.org/drawingml/2006/main">
              <a:ext uri="{FF2B5EF4-FFF2-40B4-BE49-F238E27FC236}">
                <a16:creationId xmlns:a16="http://schemas.microsoft.com/office/drawing/2014/main" id="{6CFB388C-0007-47ED-9BB7-AE36A124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1139" y="3087367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92">
            <a:extLst xmlns:a="http://schemas.openxmlformats.org/drawingml/2006/main">
              <a:ext uri="{FF2B5EF4-FFF2-40B4-BE49-F238E27FC236}">
                <a16:creationId xmlns:a16="http://schemas.microsoft.com/office/drawing/2014/main" id="{F0AF715F-BB24-485F-8E1F-F7405B8C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7675" y="3269764"/>
            <a:ext cx="521965" cy="240184"/>
          </a:xfrm>
          <a:custGeom xmlns:a="http://schemas.openxmlformats.org/drawingml/2006/main">
            <a:pathLst>
              <a:path w="521965" h="240184">
                <a:moveTo>
                  <a:pt x="0" y="240184"/>
                </a:moveTo>
                <a:lnTo>
                  <a:pt x="521965" y="240184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93">
            <a:extLst xmlns:a="http://schemas.openxmlformats.org/drawingml/2006/main">
              <a:ext uri="{FF2B5EF4-FFF2-40B4-BE49-F238E27FC236}">
                <a16:creationId xmlns:a16="http://schemas.microsoft.com/office/drawing/2014/main" id="{85B59049-7022-49D0-A6A0-521F7762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389" y="3309229"/>
            <a:ext cx="117175" cy="161252"/>
          </a:xfrm>
          <a:custGeom xmlns:a="http://schemas.openxmlformats.org/drawingml/2006/main">
            <a:pathLst>
              <a:path w="117175" h="161252">
                <a:moveTo>
                  <a:pt x="0" y="161252"/>
                </a:moveTo>
                <a:lnTo>
                  <a:pt x="117175" y="161252"/>
                </a:lnTo>
                <a:lnTo>
                  <a:pt x="11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94">
            <a:extLst xmlns:a="http://schemas.openxmlformats.org/drawingml/2006/main">
              <a:ext uri="{FF2B5EF4-FFF2-40B4-BE49-F238E27FC236}">
                <a16:creationId xmlns:a16="http://schemas.microsoft.com/office/drawing/2014/main" id="{16BD2891-82F7-46A6-9A15-B7ADA412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7468" y="3309229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95">
            <a:extLst xmlns:a="http://schemas.openxmlformats.org/drawingml/2006/main">
              <a:ext uri="{FF2B5EF4-FFF2-40B4-BE49-F238E27FC236}">
                <a16:creationId xmlns:a16="http://schemas.microsoft.com/office/drawing/2014/main" id="{20FEFFF3-E483-485B-AFB3-9B256EF6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1139" y="3309229"/>
            <a:ext cx="117176" cy="161252"/>
          </a:xfrm>
          <a:custGeom xmlns:a="http://schemas.openxmlformats.org/drawingml/2006/main">
            <a:pathLst>
              <a:path w="117176" h="161252">
                <a:moveTo>
                  <a:pt x="0" y="161252"/>
                </a:moveTo>
                <a:lnTo>
                  <a:pt x="117176" y="161252"/>
                </a:lnTo>
                <a:lnTo>
                  <a:pt x="1171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96F9A21-266E-40F7-B44E-40C98C705C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aa3a83e0849cb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7967" y="2756126"/>
            <a:ext cx="856182" cy="845766"/>
          </a:xfrm>
          <a:prstGeom xmlns:a="http://schemas.openxmlformats.org/drawingml/2006/main" prst="rect">
            <a:avLst/>
          </a:prstGeom>
        </p:spPr>
      </p:pic>
      <p:sp>
        <p:nvSpPr>
          <p:cNvPr id="110" name="fog-source-component-14">
            <a:extLst xmlns:a="http://schemas.openxmlformats.org/drawingml/2006/main">
              <a:ext uri="{FF2B5EF4-FFF2-40B4-BE49-F238E27FC236}">
                <a16:creationId xmlns:a16="http://schemas.microsoft.com/office/drawing/2014/main" id="{0B0AADF4-9EAD-4FA3-9170-FC4C410B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7967" y="2756126"/>
            <a:ext cx="856182" cy="845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" name="pdf-path-97">
            <a:extLst xmlns:a="http://schemas.openxmlformats.org/drawingml/2006/main">
              <a:ext uri="{FF2B5EF4-FFF2-40B4-BE49-F238E27FC236}">
                <a16:creationId xmlns:a16="http://schemas.microsoft.com/office/drawing/2014/main" id="{0BF5D651-AA37-4E27-A463-81897B9D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0207" y="2817625"/>
            <a:ext cx="671702" cy="661270"/>
          </a:xfrm>
          <a:custGeom xmlns:a="http://schemas.openxmlformats.org/drawingml/2006/main">
            <a:pathLst>
              <a:path w="671702" h="661270">
                <a:moveTo>
                  <a:pt x="0" y="661270"/>
                </a:moveTo>
                <a:lnTo>
                  <a:pt x="671702" y="661270"/>
                </a:lnTo>
                <a:lnTo>
                  <a:pt x="6717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9D6DA37-761B-4201-9063-57B994CEE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94f94f27544d7"/>
          <a:srcRect xmlns:a="http://schemas.openxmlformats.org/drawingml/2006/main" l="642" t="0" r="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0207" y="2817625"/>
            <a:ext cx="671703" cy="661270"/>
          </a:xfrm>
          <a:prstGeom xmlns:a="http://schemas.openxmlformats.org/drawingml/2006/main" prst="rect">
            <a:avLst/>
          </a:prstGeom>
        </p:spPr>
      </p:pic>
      <p:sp>
        <p:nvSpPr>
          <p:cNvPr id="113" name="fog-source-component-15">
            <a:extLst xmlns:a="http://schemas.openxmlformats.org/drawingml/2006/main">
              <a:ext uri="{FF2B5EF4-FFF2-40B4-BE49-F238E27FC236}">
                <a16:creationId xmlns:a16="http://schemas.microsoft.com/office/drawing/2014/main" id="{5826CDA4-A681-4DB5-84D7-BF6212B1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0207" y="2817625"/>
            <a:ext cx="671703" cy="66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4A95B9DC-1FAA-4016-A752-B038C456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4259" y="3234998"/>
            <a:ext cx="1791344" cy="245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embedding</a:t>
            </a:r>
          </a:p>
        </p:txBody>
      </p:sp>
      <p:sp>
        <p:nvSpPr>
          <p:cNvPr id="115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4A25E348-309E-4DD7-9544-1E4E4B00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4994" y="3132835"/>
            <a:ext cx="521966" cy="372593"/>
          </a:xfrm>
          <a:custGeom xmlns:a="http://schemas.openxmlformats.org/drawingml/2006/main">
            <a:pathLst>
              <a:path w="521966" h="372593">
                <a:moveTo>
                  <a:pt x="0" y="372593"/>
                </a:moveTo>
                <a:lnTo>
                  <a:pt x="521966" y="372593"/>
                </a:lnTo>
                <a:lnTo>
                  <a:pt x="52196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fog-math-16-glyph-0">
            <a:extLst xmlns:a="http://schemas.openxmlformats.org/drawingml/2006/main">
              <a:ext uri="{FF2B5EF4-FFF2-40B4-BE49-F238E27FC236}">
                <a16:creationId xmlns:a16="http://schemas.microsoft.com/office/drawing/2014/main" id="{73770B0B-08B3-46E5-8B4A-B330037C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0264" y="3189575"/>
            <a:ext cx="196820" cy="303651"/>
          </a:xfrm>
          <a:custGeom xmlns:a="http://schemas.openxmlformats.org/drawingml/2006/main">
            <a:pathLst>
              <a:path w="196820" h="303651">
                <a:moveTo>
                  <a:pt x="152549" y="946"/>
                </a:moveTo>
                <a:lnTo>
                  <a:pt x="153991" y="425"/>
                </a:lnTo>
                <a:lnTo>
                  <a:pt x="155882" y="63"/>
                </a:lnTo>
                <a:lnTo>
                  <a:pt x="157773" y="0"/>
                </a:lnTo>
                <a:lnTo>
                  <a:pt x="159664" y="0"/>
                </a:lnTo>
                <a:lnTo>
                  <a:pt x="161555" y="15"/>
                </a:lnTo>
                <a:lnTo>
                  <a:pt x="163446" y="4"/>
                </a:lnTo>
                <a:lnTo>
                  <a:pt x="165338" y="0"/>
                </a:lnTo>
                <a:lnTo>
                  <a:pt x="167229" y="0"/>
                </a:lnTo>
                <a:lnTo>
                  <a:pt x="169120" y="0"/>
                </a:lnTo>
                <a:lnTo>
                  <a:pt x="171011" y="11"/>
                </a:lnTo>
                <a:lnTo>
                  <a:pt x="172902" y="0"/>
                </a:lnTo>
                <a:lnTo>
                  <a:pt x="174794" y="0"/>
                </a:lnTo>
                <a:lnTo>
                  <a:pt x="176685" y="12"/>
                </a:lnTo>
                <a:lnTo>
                  <a:pt x="178576" y="346"/>
                </a:lnTo>
                <a:lnTo>
                  <a:pt x="180297" y="946"/>
                </a:lnTo>
                <a:lnTo>
                  <a:pt x="180467" y="1024"/>
                </a:lnTo>
                <a:lnTo>
                  <a:pt x="182358" y="1789"/>
                </a:lnTo>
                <a:lnTo>
                  <a:pt x="184249" y="2402"/>
                </a:lnTo>
                <a:lnTo>
                  <a:pt x="184837" y="2837"/>
                </a:lnTo>
                <a:lnTo>
                  <a:pt x="186141" y="3550"/>
                </a:lnTo>
                <a:lnTo>
                  <a:pt x="188032" y="4597"/>
                </a:lnTo>
                <a:lnTo>
                  <a:pt x="188163" y="4728"/>
                </a:lnTo>
                <a:lnTo>
                  <a:pt x="189923" y="5946"/>
                </a:lnTo>
                <a:lnTo>
                  <a:pt x="190628" y="6620"/>
                </a:lnTo>
                <a:lnTo>
                  <a:pt x="191814" y="7793"/>
                </a:lnTo>
                <a:lnTo>
                  <a:pt x="192500" y="8511"/>
                </a:lnTo>
                <a:lnTo>
                  <a:pt x="193705" y="10163"/>
                </a:lnTo>
                <a:lnTo>
                  <a:pt x="193945" y="10402"/>
                </a:lnTo>
                <a:lnTo>
                  <a:pt x="194893" y="12294"/>
                </a:lnTo>
                <a:lnTo>
                  <a:pt x="195597" y="13722"/>
                </a:lnTo>
                <a:lnTo>
                  <a:pt x="195901" y="14185"/>
                </a:lnTo>
                <a:lnTo>
                  <a:pt x="196518" y="16076"/>
                </a:lnTo>
                <a:lnTo>
                  <a:pt x="196610" y="17968"/>
                </a:lnTo>
                <a:lnTo>
                  <a:pt x="196807" y="19859"/>
                </a:lnTo>
                <a:lnTo>
                  <a:pt x="196820" y="21750"/>
                </a:lnTo>
                <a:lnTo>
                  <a:pt x="196530" y="23642"/>
                </a:lnTo>
                <a:lnTo>
                  <a:pt x="196366" y="25533"/>
                </a:lnTo>
                <a:lnTo>
                  <a:pt x="195597" y="27037"/>
                </a:lnTo>
                <a:lnTo>
                  <a:pt x="195313" y="27424"/>
                </a:lnTo>
                <a:lnTo>
                  <a:pt x="194397" y="29316"/>
                </a:lnTo>
                <a:lnTo>
                  <a:pt x="193705" y="30124"/>
                </a:lnTo>
                <a:lnTo>
                  <a:pt x="192831" y="31207"/>
                </a:lnTo>
                <a:lnTo>
                  <a:pt x="191814" y="32233"/>
                </a:lnTo>
                <a:lnTo>
                  <a:pt x="190741" y="33098"/>
                </a:lnTo>
                <a:lnTo>
                  <a:pt x="189923" y="33854"/>
                </a:lnTo>
                <a:lnTo>
                  <a:pt x="188032" y="34589"/>
                </a:lnTo>
                <a:lnTo>
                  <a:pt x="187209" y="34990"/>
                </a:lnTo>
                <a:lnTo>
                  <a:pt x="186141" y="35485"/>
                </a:lnTo>
                <a:lnTo>
                  <a:pt x="184249" y="35822"/>
                </a:lnTo>
                <a:lnTo>
                  <a:pt x="182358" y="35994"/>
                </a:lnTo>
                <a:lnTo>
                  <a:pt x="180467" y="35935"/>
                </a:lnTo>
                <a:lnTo>
                  <a:pt x="178576" y="35754"/>
                </a:lnTo>
                <a:lnTo>
                  <a:pt x="176778" y="34990"/>
                </a:lnTo>
                <a:lnTo>
                  <a:pt x="176685" y="34925"/>
                </a:lnTo>
                <a:lnTo>
                  <a:pt x="174794" y="34000"/>
                </a:lnTo>
                <a:lnTo>
                  <a:pt x="173892" y="33098"/>
                </a:lnTo>
                <a:lnTo>
                  <a:pt x="172902" y="32076"/>
                </a:lnTo>
                <a:lnTo>
                  <a:pt x="172098" y="31207"/>
                </a:lnTo>
                <a:lnTo>
                  <a:pt x="171011" y="29937"/>
                </a:lnTo>
                <a:lnTo>
                  <a:pt x="170430" y="29316"/>
                </a:lnTo>
                <a:lnTo>
                  <a:pt x="169823" y="27424"/>
                </a:lnTo>
                <a:lnTo>
                  <a:pt x="169120" y="25661"/>
                </a:lnTo>
                <a:lnTo>
                  <a:pt x="169042" y="25533"/>
                </a:lnTo>
                <a:lnTo>
                  <a:pt x="168731" y="23642"/>
                </a:lnTo>
                <a:lnTo>
                  <a:pt x="168607" y="21750"/>
                </a:lnTo>
                <a:lnTo>
                  <a:pt x="169120" y="19917"/>
                </a:lnTo>
                <a:lnTo>
                  <a:pt x="169142" y="19859"/>
                </a:lnTo>
                <a:lnTo>
                  <a:pt x="169549" y="17968"/>
                </a:lnTo>
                <a:lnTo>
                  <a:pt x="170070" y="16076"/>
                </a:lnTo>
                <a:lnTo>
                  <a:pt x="171011" y="14358"/>
                </a:lnTo>
                <a:lnTo>
                  <a:pt x="171182" y="14185"/>
                </a:lnTo>
                <a:lnTo>
                  <a:pt x="171930" y="12294"/>
                </a:lnTo>
                <a:lnTo>
                  <a:pt x="171787" y="10402"/>
                </a:lnTo>
                <a:lnTo>
                  <a:pt x="171011" y="9588"/>
                </a:lnTo>
                <a:lnTo>
                  <a:pt x="169435" y="8511"/>
                </a:lnTo>
                <a:lnTo>
                  <a:pt x="169120" y="8244"/>
                </a:lnTo>
                <a:lnTo>
                  <a:pt x="167229" y="7721"/>
                </a:lnTo>
                <a:lnTo>
                  <a:pt x="165338" y="7691"/>
                </a:lnTo>
                <a:lnTo>
                  <a:pt x="163446" y="7831"/>
                </a:lnTo>
                <a:lnTo>
                  <a:pt x="161555" y="8038"/>
                </a:lnTo>
                <a:lnTo>
                  <a:pt x="160299" y="8511"/>
                </a:lnTo>
                <a:lnTo>
                  <a:pt x="159664" y="8788"/>
                </a:lnTo>
                <a:lnTo>
                  <a:pt x="157773" y="9402"/>
                </a:lnTo>
                <a:lnTo>
                  <a:pt x="155882" y="10311"/>
                </a:lnTo>
                <a:lnTo>
                  <a:pt x="155776" y="10402"/>
                </a:lnTo>
                <a:lnTo>
                  <a:pt x="153991" y="11481"/>
                </a:lnTo>
                <a:lnTo>
                  <a:pt x="152800" y="12294"/>
                </a:lnTo>
                <a:lnTo>
                  <a:pt x="152099" y="12815"/>
                </a:lnTo>
                <a:lnTo>
                  <a:pt x="150697" y="14185"/>
                </a:lnTo>
                <a:lnTo>
                  <a:pt x="150208" y="14708"/>
                </a:lnTo>
                <a:lnTo>
                  <a:pt x="148889" y="16076"/>
                </a:lnTo>
                <a:lnTo>
                  <a:pt x="148317" y="16619"/>
                </a:lnTo>
                <a:lnTo>
                  <a:pt x="147055" y="17968"/>
                </a:lnTo>
                <a:lnTo>
                  <a:pt x="146426" y="18721"/>
                </a:lnTo>
                <a:lnTo>
                  <a:pt x="145571" y="19859"/>
                </a:lnTo>
                <a:lnTo>
                  <a:pt x="144535" y="21440"/>
                </a:lnTo>
                <a:lnTo>
                  <a:pt x="144251" y="21750"/>
                </a:lnTo>
                <a:lnTo>
                  <a:pt x="143251" y="23642"/>
                </a:lnTo>
                <a:lnTo>
                  <a:pt x="142643" y="24532"/>
                </a:lnTo>
                <a:lnTo>
                  <a:pt x="141976" y="25533"/>
                </a:lnTo>
                <a:lnTo>
                  <a:pt x="141100" y="27424"/>
                </a:lnTo>
                <a:lnTo>
                  <a:pt x="140752" y="27919"/>
                </a:lnTo>
                <a:lnTo>
                  <a:pt x="140020" y="29316"/>
                </a:lnTo>
                <a:lnTo>
                  <a:pt x="139463" y="31207"/>
                </a:lnTo>
                <a:lnTo>
                  <a:pt x="138861" y="32053"/>
                </a:lnTo>
                <a:lnTo>
                  <a:pt x="138170" y="33098"/>
                </a:lnTo>
                <a:lnTo>
                  <a:pt x="137672" y="34990"/>
                </a:lnTo>
                <a:lnTo>
                  <a:pt x="136970" y="36364"/>
                </a:lnTo>
                <a:lnTo>
                  <a:pt x="136645" y="36881"/>
                </a:lnTo>
                <a:lnTo>
                  <a:pt x="136008" y="38772"/>
                </a:lnTo>
                <a:lnTo>
                  <a:pt x="135535" y="40664"/>
                </a:lnTo>
                <a:lnTo>
                  <a:pt x="135079" y="41534"/>
                </a:lnTo>
                <a:lnTo>
                  <a:pt x="134565" y="42555"/>
                </a:lnTo>
                <a:lnTo>
                  <a:pt x="134101" y="44446"/>
                </a:lnTo>
                <a:lnTo>
                  <a:pt x="133525" y="46338"/>
                </a:lnTo>
                <a:lnTo>
                  <a:pt x="133188" y="47126"/>
                </a:lnTo>
                <a:lnTo>
                  <a:pt x="132749" y="48229"/>
                </a:lnTo>
                <a:lnTo>
                  <a:pt x="132238" y="50120"/>
                </a:lnTo>
                <a:lnTo>
                  <a:pt x="131886" y="52012"/>
                </a:lnTo>
                <a:lnTo>
                  <a:pt x="131296" y="53430"/>
                </a:lnTo>
                <a:lnTo>
                  <a:pt x="131057" y="53903"/>
                </a:lnTo>
                <a:lnTo>
                  <a:pt x="130564" y="55794"/>
                </a:lnTo>
                <a:lnTo>
                  <a:pt x="130287" y="57686"/>
                </a:lnTo>
                <a:lnTo>
                  <a:pt x="129895" y="59577"/>
                </a:lnTo>
                <a:lnTo>
                  <a:pt x="129405" y="60746"/>
                </a:lnTo>
                <a:lnTo>
                  <a:pt x="129070" y="61468"/>
                </a:lnTo>
                <a:lnTo>
                  <a:pt x="128639" y="63360"/>
                </a:lnTo>
                <a:lnTo>
                  <a:pt x="128308" y="65251"/>
                </a:lnTo>
                <a:lnTo>
                  <a:pt x="127995" y="67142"/>
                </a:lnTo>
                <a:lnTo>
                  <a:pt x="127514" y="68379"/>
                </a:lnTo>
                <a:lnTo>
                  <a:pt x="127230" y="69034"/>
                </a:lnTo>
                <a:lnTo>
                  <a:pt x="126793" y="70925"/>
                </a:lnTo>
                <a:lnTo>
                  <a:pt x="126601" y="72816"/>
                </a:lnTo>
                <a:lnTo>
                  <a:pt x="126352" y="74708"/>
                </a:lnTo>
                <a:lnTo>
                  <a:pt x="125921" y="76599"/>
                </a:lnTo>
                <a:lnTo>
                  <a:pt x="125623" y="77769"/>
                </a:lnTo>
                <a:lnTo>
                  <a:pt x="125427" y="78490"/>
                </a:lnTo>
                <a:lnTo>
                  <a:pt x="124869" y="80382"/>
                </a:lnTo>
                <a:lnTo>
                  <a:pt x="124677" y="82273"/>
                </a:lnTo>
                <a:lnTo>
                  <a:pt x="124994" y="84164"/>
                </a:lnTo>
                <a:lnTo>
                  <a:pt x="125623" y="84762"/>
                </a:lnTo>
                <a:lnTo>
                  <a:pt x="127514" y="84850"/>
                </a:lnTo>
                <a:lnTo>
                  <a:pt x="129405" y="84891"/>
                </a:lnTo>
                <a:lnTo>
                  <a:pt x="131296" y="84896"/>
                </a:lnTo>
                <a:lnTo>
                  <a:pt x="133188" y="84793"/>
                </a:lnTo>
                <a:lnTo>
                  <a:pt x="135079" y="84862"/>
                </a:lnTo>
                <a:lnTo>
                  <a:pt x="136970" y="84856"/>
                </a:lnTo>
                <a:lnTo>
                  <a:pt x="138861" y="84856"/>
                </a:lnTo>
                <a:lnTo>
                  <a:pt x="140752" y="84856"/>
                </a:lnTo>
                <a:lnTo>
                  <a:pt x="142643" y="84856"/>
                </a:lnTo>
                <a:lnTo>
                  <a:pt x="144535" y="84856"/>
                </a:lnTo>
                <a:lnTo>
                  <a:pt x="146426" y="84856"/>
                </a:lnTo>
                <a:lnTo>
                  <a:pt x="148317" y="84856"/>
                </a:lnTo>
                <a:lnTo>
                  <a:pt x="150208" y="84856"/>
                </a:lnTo>
                <a:lnTo>
                  <a:pt x="152099" y="84878"/>
                </a:lnTo>
                <a:lnTo>
                  <a:pt x="153991" y="84743"/>
                </a:lnTo>
                <a:lnTo>
                  <a:pt x="155882" y="84907"/>
                </a:lnTo>
                <a:lnTo>
                  <a:pt x="157773" y="84913"/>
                </a:lnTo>
                <a:lnTo>
                  <a:pt x="159664" y="85038"/>
                </a:lnTo>
                <a:lnTo>
                  <a:pt x="160556" y="86056"/>
                </a:lnTo>
                <a:lnTo>
                  <a:pt x="160423" y="87947"/>
                </a:lnTo>
                <a:lnTo>
                  <a:pt x="160085" y="89838"/>
                </a:lnTo>
                <a:lnTo>
                  <a:pt x="159664" y="91049"/>
                </a:lnTo>
                <a:lnTo>
                  <a:pt x="159402" y="91730"/>
                </a:lnTo>
                <a:lnTo>
                  <a:pt x="159056" y="93621"/>
                </a:lnTo>
                <a:lnTo>
                  <a:pt x="158760" y="95512"/>
                </a:lnTo>
                <a:lnTo>
                  <a:pt x="157773" y="96708"/>
                </a:lnTo>
                <a:lnTo>
                  <a:pt x="155882" y="96724"/>
                </a:lnTo>
                <a:lnTo>
                  <a:pt x="153991" y="96605"/>
                </a:lnTo>
                <a:lnTo>
                  <a:pt x="152099" y="96686"/>
                </a:lnTo>
                <a:lnTo>
                  <a:pt x="150208" y="96666"/>
                </a:lnTo>
                <a:lnTo>
                  <a:pt x="148317" y="96666"/>
                </a:lnTo>
                <a:lnTo>
                  <a:pt x="146426" y="96666"/>
                </a:lnTo>
                <a:lnTo>
                  <a:pt x="144535" y="96666"/>
                </a:lnTo>
                <a:lnTo>
                  <a:pt x="142643" y="96666"/>
                </a:lnTo>
                <a:lnTo>
                  <a:pt x="140752" y="96666"/>
                </a:lnTo>
                <a:lnTo>
                  <a:pt x="138861" y="96666"/>
                </a:lnTo>
                <a:lnTo>
                  <a:pt x="136970" y="96666"/>
                </a:lnTo>
                <a:lnTo>
                  <a:pt x="135079" y="96696"/>
                </a:lnTo>
                <a:lnTo>
                  <a:pt x="133188" y="96652"/>
                </a:lnTo>
                <a:lnTo>
                  <a:pt x="131296" y="96644"/>
                </a:lnTo>
                <a:lnTo>
                  <a:pt x="129405" y="96644"/>
                </a:lnTo>
                <a:lnTo>
                  <a:pt x="127514" y="96644"/>
                </a:lnTo>
                <a:lnTo>
                  <a:pt x="125623" y="96648"/>
                </a:lnTo>
                <a:lnTo>
                  <a:pt x="123732" y="96762"/>
                </a:lnTo>
                <a:lnTo>
                  <a:pt x="121841" y="96898"/>
                </a:lnTo>
                <a:lnTo>
                  <a:pt x="121335" y="97404"/>
                </a:lnTo>
                <a:lnTo>
                  <a:pt x="120949" y="99295"/>
                </a:lnTo>
                <a:lnTo>
                  <a:pt x="120692" y="101186"/>
                </a:lnTo>
                <a:lnTo>
                  <a:pt x="120319" y="103078"/>
                </a:lnTo>
                <a:lnTo>
                  <a:pt x="119949" y="104039"/>
                </a:lnTo>
                <a:lnTo>
                  <a:pt x="119589" y="104969"/>
                </a:lnTo>
                <a:lnTo>
                  <a:pt x="119149" y="106860"/>
                </a:lnTo>
                <a:lnTo>
                  <a:pt x="118949" y="108752"/>
                </a:lnTo>
                <a:lnTo>
                  <a:pt x="118539" y="110643"/>
                </a:lnTo>
                <a:lnTo>
                  <a:pt x="118058" y="112471"/>
                </a:lnTo>
                <a:lnTo>
                  <a:pt x="118036" y="112534"/>
                </a:lnTo>
                <a:lnTo>
                  <a:pt x="117426" y="114426"/>
                </a:lnTo>
                <a:lnTo>
                  <a:pt x="117138" y="116317"/>
                </a:lnTo>
                <a:lnTo>
                  <a:pt x="116931" y="118208"/>
                </a:lnTo>
                <a:lnTo>
                  <a:pt x="116512" y="120100"/>
                </a:lnTo>
                <a:lnTo>
                  <a:pt x="116167" y="120848"/>
                </a:lnTo>
                <a:lnTo>
                  <a:pt x="115674" y="121991"/>
                </a:lnTo>
                <a:lnTo>
                  <a:pt x="115347" y="123882"/>
                </a:lnTo>
                <a:lnTo>
                  <a:pt x="115114" y="125774"/>
                </a:lnTo>
                <a:lnTo>
                  <a:pt x="114835" y="127665"/>
                </a:lnTo>
                <a:lnTo>
                  <a:pt x="114276" y="129110"/>
                </a:lnTo>
                <a:lnTo>
                  <a:pt x="114059" y="129556"/>
                </a:lnTo>
                <a:lnTo>
                  <a:pt x="113561" y="131448"/>
                </a:lnTo>
                <a:lnTo>
                  <a:pt x="113355" y="133339"/>
                </a:lnTo>
                <a:lnTo>
                  <a:pt x="113087" y="135230"/>
                </a:lnTo>
                <a:lnTo>
                  <a:pt x="112529" y="137122"/>
                </a:lnTo>
                <a:lnTo>
                  <a:pt x="112385" y="137553"/>
                </a:lnTo>
                <a:lnTo>
                  <a:pt x="111965" y="139013"/>
                </a:lnTo>
                <a:lnTo>
                  <a:pt x="111537" y="140904"/>
                </a:lnTo>
                <a:lnTo>
                  <a:pt x="111329" y="142796"/>
                </a:lnTo>
                <a:lnTo>
                  <a:pt x="110975" y="144687"/>
                </a:lnTo>
                <a:lnTo>
                  <a:pt x="110493" y="145953"/>
                </a:lnTo>
                <a:lnTo>
                  <a:pt x="110221" y="146578"/>
                </a:lnTo>
                <a:lnTo>
                  <a:pt x="109740" y="148470"/>
                </a:lnTo>
                <a:lnTo>
                  <a:pt x="109512" y="150361"/>
                </a:lnTo>
                <a:lnTo>
                  <a:pt x="109218" y="152252"/>
                </a:lnTo>
                <a:lnTo>
                  <a:pt x="108824" y="154144"/>
                </a:lnTo>
                <a:lnTo>
                  <a:pt x="108602" y="154639"/>
                </a:lnTo>
                <a:lnTo>
                  <a:pt x="108091" y="156035"/>
                </a:lnTo>
                <a:lnTo>
                  <a:pt x="107781" y="157926"/>
                </a:lnTo>
                <a:lnTo>
                  <a:pt x="107501" y="159818"/>
                </a:lnTo>
                <a:lnTo>
                  <a:pt x="107192" y="161709"/>
                </a:lnTo>
                <a:lnTo>
                  <a:pt x="106711" y="162919"/>
                </a:lnTo>
                <a:lnTo>
                  <a:pt x="106406" y="163600"/>
                </a:lnTo>
                <a:lnTo>
                  <a:pt x="105941" y="165492"/>
                </a:lnTo>
                <a:lnTo>
                  <a:pt x="105702" y="167383"/>
                </a:lnTo>
                <a:lnTo>
                  <a:pt x="105522" y="169274"/>
                </a:lnTo>
                <a:lnTo>
                  <a:pt x="104820" y="171012"/>
                </a:lnTo>
                <a:lnTo>
                  <a:pt x="104728" y="171166"/>
                </a:lnTo>
                <a:lnTo>
                  <a:pt x="104283" y="173057"/>
                </a:lnTo>
                <a:lnTo>
                  <a:pt x="103905" y="174948"/>
                </a:lnTo>
                <a:lnTo>
                  <a:pt x="103666" y="176840"/>
                </a:lnTo>
                <a:lnTo>
                  <a:pt x="103341" y="178731"/>
                </a:lnTo>
                <a:lnTo>
                  <a:pt x="102929" y="179832"/>
                </a:lnTo>
                <a:lnTo>
                  <a:pt x="102598" y="180622"/>
                </a:lnTo>
                <a:lnTo>
                  <a:pt x="102132" y="182514"/>
                </a:lnTo>
                <a:lnTo>
                  <a:pt x="101956" y="184405"/>
                </a:lnTo>
                <a:lnTo>
                  <a:pt x="101522" y="186296"/>
                </a:lnTo>
                <a:lnTo>
                  <a:pt x="101038" y="188122"/>
                </a:lnTo>
                <a:lnTo>
                  <a:pt x="101016" y="188188"/>
                </a:lnTo>
                <a:lnTo>
                  <a:pt x="100415" y="190079"/>
                </a:lnTo>
                <a:lnTo>
                  <a:pt x="100125" y="191970"/>
                </a:lnTo>
                <a:lnTo>
                  <a:pt x="99905" y="193862"/>
                </a:lnTo>
                <a:lnTo>
                  <a:pt x="99472" y="195753"/>
                </a:lnTo>
                <a:lnTo>
                  <a:pt x="99146" y="196479"/>
                </a:lnTo>
                <a:lnTo>
                  <a:pt x="98671" y="197644"/>
                </a:lnTo>
                <a:lnTo>
                  <a:pt x="98361" y="199536"/>
                </a:lnTo>
                <a:lnTo>
                  <a:pt x="98098" y="201427"/>
                </a:lnTo>
                <a:lnTo>
                  <a:pt x="97829" y="203318"/>
                </a:lnTo>
                <a:lnTo>
                  <a:pt x="97255" y="204840"/>
                </a:lnTo>
                <a:lnTo>
                  <a:pt x="97074" y="205210"/>
                </a:lnTo>
                <a:lnTo>
                  <a:pt x="96558" y="207101"/>
                </a:lnTo>
                <a:lnTo>
                  <a:pt x="96270" y="208992"/>
                </a:lnTo>
                <a:lnTo>
                  <a:pt x="95869" y="210884"/>
                </a:lnTo>
                <a:lnTo>
                  <a:pt x="95364" y="212140"/>
                </a:lnTo>
                <a:lnTo>
                  <a:pt x="95070" y="212775"/>
                </a:lnTo>
                <a:lnTo>
                  <a:pt x="94681" y="214666"/>
                </a:lnTo>
                <a:lnTo>
                  <a:pt x="94342" y="216558"/>
                </a:lnTo>
                <a:lnTo>
                  <a:pt x="94009" y="218449"/>
                </a:lnTo>
                <a:lnTo>
                  <a:pt x="93473" y="219706"/>
                </a:lnTo>
                <a:lnTo>
                  <a:pt x="93156" y="220340"/>
                </a:lnTo>
                <a:lnTo>
                  <a:pt x="92689" y="222232"/>
                </a:lnTo>
                <a:lnTo>
                  <a:pt x="92414" y="224123"/>
                </a:lnTo>
                <a:lnTo>
                  <a:pt x="92029" y="226014"/>
                </a:lnTo>
                <a:lnTo>
                  <a:pt x="91582" y="226960"/>
                </a:lnTo>
                <a:lnTo>
                  <a:pt x="91134" y="227906"/>
                </a:lnTo>
                <a:lnTo>
                  <a:pt x="90739" y="229797"/>
                </a:lnTo>
                <a:lnTo>
                  <a:pt x="90313" y="231688"/>
                </a:lnTo>
                <a:lnTo>
                  <a:pt x="89690" y="232987"/>
                </a:lnTo>
                <a:lnTo>
                  <a:pt x="89345" y="233580"/>
                </a:lnTo>
                <a:lnTo>
                  <a:pt x="88802" y="235471"/>
                </a:lnTo>
                <a:lnTo>
                  <a:pt x="88408" y="237362"/>
                </a:lnTo>
                <a:lnTo>
                  <a:pt x="87799" y="238620"/>
                </a:lnTo>
                <a:lnTo>
                  <a:pt x="87434" y="239254"/>
                </a:lnTo>
                <a:lnTo>
                  <a:pt x="86942" y="241145"/>
                </a:lnTo>
                <a:lnTo>
                  <a:pt x="86443" y="243036"/>
                </a:lnTo>
                <a:lnTo>
                  <a:pt x="85908" y="244237"/>
                </a:lnTo>
                <a:lnTo>
                  <a:pt x="85563" y="244928"/>
                </a:lnTo>
                <a:lnTo>
                  <a:pt x="85010" y="246819"/>
                </a:lnTo>
                <a:lnTo>
                  <a:pt x="84473" y="248710"/>
                </a:lnTo>
                <a:lnTo>
                  <a:pt x="84017" y="249476"/>
                </a:lnTo>
                <a:lnTo>
                  <a:pt x="83405" y="250602"/>
                </a:lnTo>
                <a:lnTo>
                  <a:pt x="82836" y="252493"/>
                </a:lnTo>
                <a:lnTo>
                  <a:pt x="82126" y="253824"/>
                </a:lnTo>
                <a:lnTo>
                  <a:pt x="81761" y="254384"/>
                </a:lnTo>
                <a:lnTo>
                  <a:pt x="81125" y="256276"/>
                </a:lnTo>
                <a:lnTo>
                  <a:pt x="80257" y="258167"/>
                </a:lnTo>
                <a:lnTo>
                  <a:pt x="80235" y="258191"/>
                </a:lnTo>
                <a:lnTo>
                  <a:pt x="79289" y="260058"/>
                </a:lnTo>
                <a:lnTo>
                  <a:pt x="78628" y="261950"/>
                </a:lnTo>
                <a:lnTo>
                  <a:pt x="78343" y="262330"/>
                </a:lnTo>
                <a:lnTo>
                  <a:pt x="77584" y="263841"/>
                </a:lnTo>
                <a:lnTo>
                  <a:pt x="76846" y="265732"/>
                </a:lnTo>
                <a:lnTo>
                  <a:pt x="76452" y="266216"/>
                </a:lnTo>
                <a:lnTo>
                  <a:pt x="75548" y="267624"/>
                </a:lnTo>
                <a:lnTo>
                  <a:pt x="74561" y="269375"/>
                </a:lnTo>
                <a:lnTo>
                  <a:pt x="74443" y="269515"/>
                </a:lnTo>
                <a:lnTo>
                  <a:pt x="73371" y="271406"/>
                </a:lnTo>
                <a:lnTo>
                  <a:pt x="72670" y="272486"/>
                </a:lnTo>
                <a:lnTo>
                  <a:pt x="72117" y="273298"/>
                </a:lnTo>
                <a:lnTo>
                  <a:pt x="71279" y="275189"/>
                </a:lnTo>
                <a:lnTo>
                  <a:pt x="70779" y="275766"/>
                </a:lnTo>
                <a:lnTo>
                  <a:pt x="69901" y="277080"/>
                </a:lnTo>
                <a:lnTo>
                  <a:pt x="68887" y="278819"/>
                </a:lnTo>
                <a:lnTo>
                  <a:pt x="68738" y="278972"/>
                </a:lnTo>
                <a:lnTo>
                  <a:pt x="67361" y="280863"/>
                </a:lnTo>
                <a:lnTo>
                  <a:pt x="66996" y="281228"/>
                </a:lnTo>
                <a:lnTo>
                  <a:pt x="65791" y="282754"/>
                </a:lnTo>
                <a:lnTo>
                  <a:pt x="65105" y="283504"/>
                </a:lnTo>
                <a:lnTo>
                  <a:pt x="64105" y="284646"/>
                </a:lnTo>
                <a:lnTo>
                  <a:pt x="63214" y="285722"/>
                </a:lnTo>
                <a:lnTo>
                  <a:pt x="62422" y="286537"/>
                </a:lnTo>
                <a:lnTo>
                  <a:pt x="61323" y="288043"/>
                </a:lnTo>
                <a:lnTo>
                  <a:pt x="60980" y="288428"/>
                </a:lnTo>
                <a:lnTo>
                  <a:pt x="59432" y="289915"/>
                </a:lnTo>
                <a:lnTo>
                  <a:pt x="59045" y="290320"/>
                </a:lnTo>
                <a:lnTo>
                  <a:pt x="57540" y="291679"/>
                </a:lnTo>
                <a:lnTo>
                  <a:pt x="56899" y="292211"/>
                </a:lnTo>
                <a:lnTo>
                  <a:pt x="55649" y="293366"/>
                </a:lnTo>
                <a:lnTo>
                  <a:pt x="54879" y="294102"/>
                </a:lnTo>
                <a:lnTo>
                  <a:pt x="53758" y="294936"/>
                </a:lnTo>
                <a:lnTo>
                  <a:pt x="52107" y="295994"/>
                </a:lnTo>
                <a:lnTo>
                  <a:pt x="51867" y="296221"/>
                </a:lnTo>
                <a:lnTo>
                  <a:pt x="49976" y="297304"/>
                </a:lnTo>
                <a:lnTo>
                  <a:pt x="49201" y="297885"/>
                </a:lnTo>
                <a:lnTo>
                  <a:pt x="48085" y="298622"/>
                </a:lnTo>
                <a:lnTo>
                  <a:pt x="46193" y="299421"/>
                </a:lnTo>
                <a:lnTo>
                  <a:pt x="45677" y="299776"/>
                </a:lnTo>
                <a:lnTo>
                  <a:pt x="44302" y="300538"/>
                </a:lnTo>
                <a:lnTo>
                  <a:pt x="42411" y="300894"/>
                </a:lnTo>
                <a:lnTo>
                  <a:pt x="40625" y="301668"/>
                </a:lnTo>
                <a:lnTo>
                  <a:pt x="40520" y="301736"/>
                </a:lnTo>
                <a:lnTo>
                  <a:pt x="38629" y="302437"/>
                </a:lnTo>
                <a:lnTo>
                  <a:pt x="36737" y="302662"/>
                </a:lnTo>
                <a:lnTo>
                  <a:pt x="34846" y="302892"/>
                </a:lnTo>
                <a:lnTo>
                  <a:pt x="32955" y="303202"/>
                </a:lnTo>
                <a:lnTo>
                  <a:pt x="31064" y="303308"/>
                </a:lnTo>
                <a:lnTo>
                  <a:pt x="29646" y="303559"/>
                </a:lnTo>
                <a:lnTo>
                  <a:pt x="29173" y="303651"/>
                </a:lnTo>
                <a:lnTo>
                  <a:pt x="28227" y="303559"/>
                </a:lnTo>
                <a:lnTo>
                  <a:pt x="27282" y="303467"/>
                </a:lnTo>
                <a:lnTo>
                  <a:pt x="26164" y="303559"/>
                </a:lnTo>
                <a:lnTo>
                  <a:pt x="25390" y="303625"/>
                </a:lnTo>
                <a:lnTo>
                  <a:pt x="24985" y="303559"/>
                </a:lnTo>
                <a:lnTo>
                  <a:pt x="23499" y="303326"/>
                </a:lnTo>
                <a:lnTo>
                  <a:pt x="21608" y="303061"/>
                </a:lnTo>
                <a:lnTo>
                  <a:pt x="19717" y="302689"/>
                </a:lnTo>
                <a:lnTo>
                  <a:pt x="17826" y="302496"/>
                </a:lnTo>
                <a:lnTo>
                  <a:pt x="15934" y="301873"/>
                </a:lnTo>
                <a:lnTo>
                  <a:pt x="15702" y="301668"/>
                </a:lnTo>
                <a:lnTo>
                  <a:pt x="14043" y="300771"/>
                </a:lnTo>
                <a:lnTo>
                  <a:pt x="12152" y="300071"/>
                </a:lnTo>
                <a:lnTo>
                  <a:pt x="11862" y="299776"/>
                </a:lnTo>
                <a:lnTo>
                  <a:pt x="10261" y="298911"/>
                </a:lnTo>
                <a:lnTo>
                  <a:pt x="8370" y="298154"/>
                </a:lnTo>
                <a:lnTo>
                  <a:pt x="8085" y="297885"/>
                </a:lnTo>
                <a:lnTo>
                  <a:pt x="6479" y="296585"/>
                </a:lnTo>
                <a:lnTo>
                  <a:pt x="5873" y="295994"/>
                </a:lnTo>
                <a:lnTo>
                  <a:pt x="4587" y="294789"/>
                </a:lnTo>
                <a:lnTo>
                  <a:pt x="3959" y="294102"/>
                </a:lnTo>
                <a:lnTo>
                  <a:pt x="2993" y="292211"/>
                </a:lnTo>
                <a:lnTo>
                  <a:pt x="2696" y="291898"/>
                </a:lnTo>
                <a:lnTo>
                  <a:pt x="1804" y="290320"/>
                </a:lnTo>
                <a:lnTo>
                  <a:pt x="1264" y="288428"/>
                </a:lnTo>
                <a:lnTo>
                  <a:pt x="805" y="287459"/>
                </a:lnTo>
                <a:lnTo>
                  <a:pt x="366" y="286537"/>
                </a:lnTo>
                <a:lnTo>
                  <a:pt x="90" y="284646"/>
                </a:lnTo>
                <a:lnTo>
                  <a:pt x="0" y="282754"/>
                </a:lnTo>
                <a:lnTo>
                  <a:pt x="41" y="280863"/>
                </a:lnTo>
                <a:lnTo>
                  <a:pt x="366" y="278972"/>
                </a:lnTo>
                <a:lnTo>
                  <a:pt x="805" y="277515"/>
                </a:lnTo>
                <a:lnTo>
                  <a:pt x="964" y="277080"/>
                </a:lnTo>
                <a:lnTo>
                  <a:pt x="1615" y="275189"/>
                </a:lnTo>
                <a:lnTo>
                  <a:pt x="2696" y="273450"/>
                </a:lnTo>
                <a:lnTo>
                  <a:pt x="2840" y="273298"/>
                </a:lnTo>
                <a:lnTo>
                  <a:pt x="3949" y="271406"/>
                </a:lnTo>
                <a:lnTo>
                  <a:pt x="4587" y="270771"/>
                </a:lnTo>
                <a:lnTo>
                  <a:pt x="6400" y="269515"/>
                </a:lnTo>
                <a:lnTo>
                  <a:pt x="6479" y="269432"/>
                </a:lnTo>
                <a:lnTo>
                  <a:pt x="8370" y="268419"/>
                </a:lnTo>
                <a:lnTo>
                  <a:pt x="10261" y="267874"/>
                </a:lnTo>
                <a:lnTo>
                  <a:pt x="11180" y="267624"/>
                </a:lnTo>
                <a:lnTo>
                  <a:pt x="12152" y="267375"/>
                </a:lnTo>
                <a:lnTo>
                  <a:pt x="14043" y="266995"/>
                </a:lnTo>
                <a:lnTo>
                  <a:pt x="15934" y="267512"/>
                </a:lnTo>
                <a:lnTo>
                  <a:pt x="16163" y="267624"/>
                </a:lnTo>
                <a:lnTo>
                  <a:pt x="17826" y="268190"/>
                </a:lnTo>
                <a:lnTo>
                  <a:pt x="19717" y="268527"/>
                </a:lnTo>
                <a:lnTo>
                  <a:pt x="21608" y="269284"/>
                </a:lnTo>
                <a:lnTo>
                  <a:pt x="21858" y="269515"/>
                </a:lnTo>
                <a:lnTo>
                  <a:pt x="23499" y="270701"/>
                </a:lnTo>
                <a:lnTo>
                  <a:pt x="24166" y="271406"/>
                </a:lnTo>
                <a:lnTo>
                  <a:pt x="25352" y="273298"/>
                </a:lnTo>
                <a:lnTo>
                  <a:pt x="25390" y="273337"/>
                </a:lnTo>
                <a:lnTo>
                  <a:pt x="26332" y="275189"/>
                </a:lnTo>
                <a:lnTo>
                  <a:pt x="26754" y="277080"/>
                </a:lnTo>
                <a:lnTo>
                  <a:pt x="26977" y="278972"/>
                </a:lnTo>
                <a:lnTo>
                  <a:pt x="27065" y="280863"/>
                </a:lnTo>
                <a:lnTo>
                  <a:pt x="26792" y="282754"/>
                </a:lnTo>
                <a:lnTo>
                  <a:pt x="26380" y="284646"/>
                </a:lnTo>
                <a:lnTo>
                  <a:pt x="25726" y="286537"/>
                </a:lnTo>
                <a:lnTo>
                  <a:pt x="25390" y="287068"/>
                </a:lnTo>
                <a:lnTo>
                  <a:pt x="24696" y="288428"/>
                </a:lnTo>
                <a:lnTo>
                  <a:pt x="24414" y="290320"/>
                </a:lnTo>
                <a:lnTo>
                  <a:pt x="24803" y="292211"/>
                </a:lnTo>
                <a:lnTo>
                  <a:pt x="25390" y="292946"/>
                </a:lnTo>
                <a:lnTo>
                  <a:pt x="26805" y="294102"/>
                </a:lnTo>
                <a:lnTo>
                  <a:pt x="27282" y="294479"/>
                </a:lnTo>
                <a:lnTo>
                  <a:pt x="29173" y="295033"/>
                </a:lnTo>
                <a:lnTo>
                  <a:pt x="31064" y="295029"/>
                </a:lnTo>
                <a:lnTo>
                  <a:pt x="32955" y="294963"/>
                </a:lnTo>
                <a:lnTo>
                  <a:pt x="34846" y="294558"/>
                </a:lnTo>
                <a:lnTo>
                  <a:pt x="35612" y="294102"/>
                </a:lnTo>
                <a:lnTo>
                  <a:pt x="36737" y="293491"/>
                </a:lnTo>
                <a:lnTo>
                  <a:pt x="38629" y="292689"/>
                </a:lnTo>
                <a:lnTo>
                  <a:pt x="39304" y="292211"/>
                </a:lnTo>
                <a:lnTo>
                  <a:pt x="40520" y="291389"/>
                </a:lnTo>
                <a:lnTo>
                  <a:pt x="41537" y="290320"/>
                </a:lnTo>
                <a:lnTo>
                  <a:pt x="42411" y="289560"/>
                </a:lnTo>
                <a:lnTo>
                  <a:pt x="43605" y="288428"/>
                </a:lnTo>
                <a:lnTo>
                  <a:pt x="44302" y="287637"/>
                </a:lnTo>
                <a:lnTo>
                  <a:pt x="45281" y="286537"/>
                </a:lnTo>
                <a:lnTo>
                  <a:pt x="46193" y="285312"/>
                </a:lnTo>
                <a:lnTo>
                  <a:pt x="46788" y="284646"/>
                </a:lnTo>
                <a:lnTo>
                  <a:pt x="48085" y="282762"/>
                </a:lnTo>
                <a:lnTo>
                  <a:pt x="48092" y="282754"/>
                </a:lnTo>
                <a:lnTo>
                  <a:pt x="49195" y="280863"/>
                </a:lnTo>
                <a:lnTo>
                  <a:pt x="49976" y="279309"/>
                </a:lnTo>
                <a:lnTo>
                  <a:pt x="50214" y="278972"/>
                </a:lnTo>
                <a:lnTo>
                  <a:pt x="51092" y="277080"/>
                </a:lnTo>
                <a:lnTo>
                  <a:pt x="51867" y="275741"/>
                </a:lnTo>
                <a:lnTo>
                  <a:pt x="52301" y="275189"/>
                </a:lnTo>
                <a:lnTo>
                  <a:pt x="52902" y="273298"/>
                </a:lnTo>
                <a:lnTo>
                  <a:pt x="53751" y="271406"/>
                </a:lnTo>
                <a:lnTo>
                  <a:pt x="53758" y="271397"/>
                </a:lnTo>
                <a:lnTo>
                  <a:pt x="54600" y="269515"/>
                </a:lnTo>
                <a:lnTo>
                  <a:pt x="55020" y="267624"/>
                </a:lnTo>
                <a:lnTo>
                  <a:pt x="55649" y="266579"/>
                </a:lnTo>
                <a:lnTo>
                  <a:pt x="56193" y="265732"/>
                </a:lnTo>
                <a:lnTo>
                  <a:pt x="56627" y="263841"/>
                </a:lnTo>
                <a:lnTo>
                  <a:pt x="57135" y="261950"/>
                </a:lnTo>
                <a:lnTo>
                  <a:pt x="57540" y="261216"/>
                </a:lnTo>
                <a:lnTo>
                  <a:pt x="58107" y="260058"/>
                </a:lnTo>
                <a:lnTo>
                  <a:pt x="58391" y="258167"/>
                </a:lnTo>
                <a:lnTo>
                  <a:pt x="58830" y="256276"/>
                </a:lnTo>
                <a:lnTo>
                  <a:pt x="59432" y="254755"/>
                </a:lnTo>
                <a:lnTo>
                  <a:pt x="59625" y="254384"/>
                </a:lnTo>
                <a:lnTo>
                  <a:pt x="60201" y="252493"/>
                </a:lnTo>
                <a:lnTo>
                  <a:pt x="60494" y="250602"/>
                </a:lnTo>
                <a:lnTo>
                  <a:pt x="60884" y="248710"/>
                </a:lnTo>
                <a:lnTo>
                  <a:pt x="61323" y="247336"/>
                </a:lnTo>
                <a:lnTo>
                  <a:pt x="61520" y="246819"/>
                </a:lnTo>
                <a:lnTo>
                  <a:pt x="62066" y="244928"/>
                </a:lnTo>
                <a:lnTo>
                  <a:pt x="62308" y="243036"/>
                </a:lnTo>
                <a:lnTo>
                  <a:pt x="62640" y="241145"/>
                </a:lnTo>
                <a:lnTo>
                  <a:pt x="63214" y="239395"/>
                </a:lnTo>
                <a:lnTo>
                  <a:pt x="63281" y="239254"/>
                </a:lnTo>
                <a:lnTo>
                  <a:pt x="63849" y="237362"/>
                </a:lnTo>
                <a:lnTo>
                  <a:pt x="64078" y="235471"/>
                </a:lnTo>
                <a:lnTo>
                  <a:pt x="64342" y="233580"/>
                </a:lnTo>
                <a:lnTo>
                  <a:pt x="64667" y="231688"/>
                </a:lnTo>
                <a:lnTo>
                  <a:pt x="65105" y="230514"/>
                </a:lnTo>
                <a:lnTo>
                  <a:pt x="65405" y="229797"/>
                </a:lnTo>
                <a:lnTo>
                  <a:pt x="65763" y="227906"/>
                </a:lnTo>
                <a:lnTo>
                  <a:pt x="66051" y="226014"/>
                </a:lnTo>
                <a:lnTo>
                  <a:pt x="66259" y="224123"/>
                </a:lnTo>
                <a:lnTo>
                  <a:pt x="66707" y="222232"/>
                </a:lnTo>
                <a:lnTo>
                  <a:pt x="66996" y="221577"/>
                </a:lnTo>
                <a:lnTo>
                  <a:pt x="67469" y="220340"/>
                </a:lnTo>
                <a:lnTo>
                  <a:pt x="67812" y="218449"/>
                </a:lnTo>
                <a:lnTo>
                  <a:pt x="67950" y="216558"/>
                </a:lnTo>
                <a:lnTo>
                  <a:pt x="68273" y="214666"/>
                </a:lnTo>
                <a:lnTo>
                  <a:pt x="68648" y="212775"/>
                </a:lnTo>
                <a:lnTo>
                  <a:pt x="68887" y="212192"/>
                </a:lnTo>
                <a:lnTo>
                  <a:pt x="69352" y="210884"/>
                </a:lnTo>
                <a:lnTo>
                  <a:pt x="69695" y="208992"/>
                </a:lnTo>
                <a:lnTo>
                  <a:pt x="69918" y="207101"/>
                </a:lnTo>
                <a:lnTo>
                  <a:pt x="70227" y="205210"/>
                </a:lnTo>
                <a:lnTo>
                  <a:pt x="70779" y="203555"/>
                </a:lnTo>
                <a:lnTo>
                  <a:pt x="70884" y="203318"/>
                </a:lnTo>
                <a:lnTo>
                  <a:pt x="71308" y="201427"/>
                </a:lnTo>
                <a:lnTo>
                  <a:pt x="71690" y="199536"/>
                </a:lnTo>
                <a:lnTo>
                  <a:pt x="71858" y="197644"/>
                </a:lnTo>
                <a:lnTo>
                  <a:pt x="72232" y="195753"/>
                </a:lnTo>
                <a:lnTo>
                  <a:pt x="72670" y="194590"/>
                </a:lnTo>
                <a:lnTo>
                  <a:pt x="72964" y="193862"/>
                </a:lnTo>
                <a:lnTo>
                  <a:pt x="73355" y="191970"/>
                </a:lnTo>
                <a:lnTo>
                  <a:pt x="73548" y="190079"/>
                </a:lnTo>
                <a:lnTo>
                  <a:pt x="73817" y="188188"/>
                </a:lnTo>
                <a:lnTo>
                  <a:pt x="74168" y="186296"/>
                </a:lnTo>
                <a:lnTo>
                  <a:pt x="74561" y="185240"/>
                </a:lnTo>
                <a:lnTo>
                  <a:pt x="74886" y="184405"/>
                </a:lnTo>
                <a:lnTo>
                  <a:pt x="75247" y="182514"/>
                </a:lnTo>
                <a:lnTo>
                  <a:pt x="75536" y="180622"/>
                </a:lnTo>
                <a:lnTo>
                  <a:pt x="75791" y="178731"/>
                </a:lnTo>
                <a:lnTo>
                  <a:pt x="76232" y="176840"/>
                </a:lnTo>
                <a:lnTo>
                  <a:pt x="76452" y="176272"/>
                </a:lnTo>
                <a:lnTo>
                  <a:pt x="76891" y="174948"/>
                </a:lnTo>
                <a:lnTo>
                  <a:pt x="77266" y="173057"/>
                </a:lnTo>
                <a:lnTo>
                  <a:pt x="77453" y="171166"/>
                </a:lnTo>
                <a:lnTo>
                  <a:pt x="77756" y="169274"/>
                </a:lnTo>
                <a:lnTo>
                  <a:pt x="78187" y="167383"/>
                </a:lnTo>
                <a:lnTo>
                  <a:pt x="78343" y="167043"/>
                </a:lnTo>
                <a:lnTo>
                  <a:pt x="78895" y="165492"/>
                </a:lnTo>
                <a:lnTo>
                  <a:pt x="79198" y="163600"/>
                </a:lnTo>
                <a:lnTo>
                  <a:pt x="79384" y="161709"/>
                </a:lnTo>
                <a:lnTo>
                  <a:pt x="79676" y="159818"/>
                </a:lnTo>
                <a:lnTo>
                  <a:pt x="80235" y="158284"/>
                </a:lnTo>
                <a:lnTo>
                  <a:pt x="80403" y="157926"/>
                </a:lnTo>
                <a:lnTo>
                  <a:pt x="80843" y="156035"/>
                </a:lnTo>
                <a:lnTo>
                  <a:pt x="81172" y="154144"/>
                </a:lnTo>
                <a:lnTo>
                  <a:pt x="81344" y="152252"/>
                </a:lnTo>
                <a:lnTo>
                  <a:pt x="81723" y="150361"/>
                </a:lnTo>
                <a:lnTo>
                  <a:pt x="82126" y="149291"/>
                </a:lnTo>
                <a:lnTo>
                  <a:pt x="82451" y="148470"/>
                </a:lnTo>
                <a:lnTo>
                  <a:pt x="82846" y="146578"/>
                </a:lnTo>
                <a:lnTo>
                  <a:pt x="83084" y="144687"/>
                </a:lnTo>
                <a:lnTo>
                  <a:pt x="83362" y="142796"/>
                </a:lnTo>
                <a:lnTo>
                  <a:pt x="83623" y="140904"/>
                </a:lnTo>
                <a:lnTo>
                  <a:pt x="84017" y="139999"/>
                </a:lnTo>
                <a:lnTo>
                  <a:pt x="84438" y="139013"/>
                </a:lnTo>
                <a:lnTo>
                  <a:pt x="84748" y="137122"/>
                </a:lnTo>
                <a:lnTo>
                  <a:pt x="85022" y="135230"/>
                </a:lnTo>
                <a:lnTo>
                  <a:pt x="85235" y="133339"/>
                </a:lnTo>
                <a:lnTo>
                  <a:pt x="85680" y="131448"/>
                </a:lnTo>
                <a:lnTo>
                  <a:pt x="85908" y="130905"/>
                </a:lnTo>
                <a:lnTo>
                  <a:pt x="86404" y="129556"/>
                </a:lnTo>
                <a:lnTo>
                  <a:pt x="86768" y="127665"/>
                </a:lnTo>
                <a:lnTo>
                  <a:pt x="86924" y="125774"/>
                </a:lnTo>
                <a:lnTo>
                  <a:pt x="87301" y="123882"/>
                </a:lnTo>
                <a:lnTo>
                  <a:pt x="87749" y="121991"/>
                </a:lnTo>
                <a:lnTo>
                  <a:pt x="87799" y="121879"/>
                </a:lnTo>
                <a:lnTo>
                  <a:pt x="88373" y="120100"/>
                </a:lnTo>
                <a:lnTo>
                  <a:pt x="88670" y="118208"/>
                </a:lnTo>
                <a:lnTo>
                  <a:pt x="88885" y="116317"/>
                </a:lnTo>
                <a:lnTo>
                  <a:pt x="89218" y="114426"/>
                </a:lnTo>
                <a:lnTo>
                  <a:pt x="89690" y="113170"/>
                </a:lnTo>
                <a:lnTo>
                  <a:pt x="89963" y="112534"/>
                </a:lnTo>
                <a:lnTo>
                  <a:pt x="90339" y="110643"/>
                </a:lnTo>
                <a:lnTo>
                  <a:pt x="90675" y="108752"/>
                </a:lnTo>
                <a:lnTo>
                  <a:pt x="90797" y="106860"/>
                </a:lnTo>
                <a:lnTo>
                  <a:pt x="91252" y="104969"/>
                </a:lnTo>
                <a:lnTo>
                  <a:pt x="91582" y="103946"/>
                </a:lnTo>
                <a:lnTo>
                  <a:pt x="91873" y="103078"/>
                </a:lnTo>
                <a:lnTo>
                  <a:pt x="92285" y="101186"/>
                </a:lnTo>
                <a:lnTo>
                  <a:pt x="92578" y="99295"/>
                </a:lnTo>
                <a:lnTo>
                  <a:pt x="92339" y="97404"/>
                </a:lnTo>
                <a:lnTo>
                  <a:pt x="91582" y="96725"/>
                </a:lnTo>
                <a:lnTo>
                  <a:pt x="89690" y="96672"/>
                </a:lnTo>
                <a:lnTo>
                  <a:pt x="87799" y="96672"/>
                </a:lnTo>
                <a:lnTo>
                  <a:pt x="85908" y="96672"/>
                </a:lnTo>
                <a:lnTo>
                  <a:pt x="84017" y="96672"/>
                </a:lnTo>
                <a:lnTo>
                  <a:pt x="82126" y="96672"/>
                </a:lnTo>
                <a:lnTo>
                  <a:pt x="80235" y="96672"/>
                </a:lnTo>
                <a:lnTo>
                  <a:pt x="78343" y="96672"/>
                </a:lnTo>
                <a:lnTo>
                  <a:pt x="76452" y="96672"/>
                </a:lnTo>
                <a:lnTo>
                  <a:pt x="74561" y="96660"/>
                </a:lnTo>
                <a:lnTo>
                  <a:pt x="72670" y="96700"/>
                </a:lnTo>
                <a:lnTo>
                  <a:pt x="70779" y="96602"/>
                </a:lnTo>
                <a:lnTo>
                  <a:pt x="68887" y="96755"/>
                </a:lnTo>
                <a:lnTo>
                  <a:pt x="66996" y="96685"/>
                </a:lnTo>
                <a:lnTo>
                  <a:pt x="65105" y="96634"/>
                </a:lnTo>
                <a:lnTo>
                  <a:pt x="63214" y="96533"/>
                </a:lnTo>
                <a:lnTo>
                  <a:pt x="62300" y="95512"/>
                </a:lnTo>
                <a:lnTo>
                  <a:pt x="62422" y="93621"/>
                </a:lnTo>
                <a:lnTo>
                  <a:pt x="62811" y="91730"/>
                </a:lnTo>
                <a:lnTo>
                  <a:pt x="63214" y="90585"/>
                </a:lnTo>
                <a:lnTo>
                  <a:pt x="63498" y="89838"/>
                </a:lnTo>
                <a:lnTo>
                  <a:pt x="63960" y="87947"/>
                </a:lnTo>
                <a:lnTo>
                  <a:pt x="64203" y="86056"/>
                </a:lnTo>
                <a:lnTo>
                  <a:pt x="65105" y="84883"/>
                </a:lnTo>
                <a:lnTo>
                  <a:pt x="66996" y="84896"/>
                </a:lnTo>
                <a:lnTo>
                  <a:pt x="68887" y="84923"/>
                </a:lnTo>
                <a:lnTo>
                  <a:pt x="70779" y="84850"/>
                </a:lnTo>
                <a:lnTo>
                  <a:pt x="72670" y="84874"/>
                </a:lnTo>
                <a:lnTo>
                  <a:pt x="74561" y="84820"/>
                </a:lnTo>
                <a:lnTo>
                  <a:pt x="76452" y="84856"/>
                </a:lnTo>
                <a:lnTo>
                  <a:pt x="78343" y="84856"/>
                </a:lnTo>
                <a:lnTo>
                  <a:pt x="80235" y="84856"/>
                </a:lnTo>
                <a:lnTo>
                  <a:pt x="82126" y="84856"/>
                </a:lnTo>
                <a:lnTo>
                  <a:pt x="84017" y="84856"/>
                </a:lnTo>
                <a:lnTo>
                  <a:pt x="85908" y="84856"/>
                </a:lnTo>
                <a:lnTo>
                  <a:pt x="87799" y="84856"/>
                </a:lnTo>
                <a:lnTo>
                  <a:pt x="89690" y="84856"/>
                </a:lnTo>
                <a:lnTo>
                  <a:pt x="91582" y="84813"/>
                </a:lnTo>
                <a:lnTo>
                  <a:pt x="93473" y="84884"/>
                </a:lnTo>
                <a:lnTo>
                  <a:pt x="95364" y="84793"/>
                </a:lnTo>
                <a:lnTo>
                  <a:pt x="96106" y="84164"/>
                </a:lnTo>
                <a:lnTo>
                  <a:pt x="97034" y="82273"/>
                </a:lnTo>
                <a:lnTo>
                  <a:pt x="97255" y="81888"/>
                </a:lnTo>
                <a:lnTo>
                  <a:pt x="97915" y="80382"/>
                </a:lnTo>
                <a:lnTo>
                  <a:pt x="98286" y="78490"/>
                </a:lnTo>
                <a:lnTo>
                  <a:pt x="98781" y="76599"/>
                </a:lnTo>
                <a:lnTo>
                  <a:pt x="99146" y="75965"/>
                </a:lnTo>
                <a:lnTo>
                  <a:pt x="99755" y="74708"/>
                </a:lnTo>
                <a:lnTo>
                  <a:pt x="100133" y="72816"/>
                </a:lnTo>
                <a:lnTo>
                  <a:pt x="100663" y="70925"/>
                </a:lnTo>
                <a:lnTo>
                  <a:pt x="101038" y="70256"/>
                </a:lnTo>
                <a:lnTo>
                  <a:pt x="101625" y="69034"/>
                </a:lnTo>
                <a:lnTo>
                  <a:pt x="101996" y="67142"/>
                </a:lnTo>
                <a:lnTo>
                  <a:pt x="102412" y="65251"/>
                </a:lnTo>
                <a:lnTo>
                  <a:pt x="102929" y="64502"/>
                </a:lnTo>
                <a:lnTo>
                  <a:pt x="103614" y="63360"/>
                </a:lnTo>
                <a:lnTo>
                  <a:pt x="103870" y="61468"/>
                </a:lnTo>
                <a:lnTo>
                  <a:pt x="104513" y="59577"/>
                </a:lnTo>
                <a:lnTo>
                  <a:pt x="104820" y="59094"/>
                </a:lnTo>
                <a:lnTo>
                  <a:pt x="105484" y="57686"/>
                </a:lnTo>
                <a:lnTo>
                  <a:pt x="105906" y="55794"/>
                </a:lnTo>
                <a:lnTo>
                  <a:pt x="106542" y="53903"/>
                </a:lnTo>
                <a:lnTo>
                  <a:pt x="106711" y="53643"/>
                </a:lnTo>
                <a:lnTo>
                  <a:pt x="107518" y="52012"/>
                </a:lnTo>
                <a:lnTo>
                  <a:pt x="107893" y="50120"/>
                </a:lnTo>
                <a:lnTo>
                  <a:pt x="108602" y="49007"/>
                </a:lnTo>
                <a:lnTo>
                  <a:pt x="109161" y="48229"/>
                </a:lnTo>
                <a:lnTo>
                  <a:pt x="109732" y="46338"/>
                </a:lnTo>
                <a:lnTo>
                  <a:pt x="110493" y="44868"/>
                </a:lnTo>
                <a:lnTo>
                  <a:pt x="110777" y="44446"/>
                </a:lnTo>
                <a:lnTo>
                  <a:pt x="111489" y="42555"/>
                </a:lnTo>
                <a:lnTo>
                  <a:pt x="112204" y="40664"/>
                </a:lnTo>
                <a:lnTo>
                  <a:pt x="112385" y="40432"/>
                </a:lnTo>
                <a:lnTo>
                  <a:pt x="113250" y="38772"/>
                </a:lnTo>
                <a:lnTo>
                  <a:pt x="114145" y="36881"/>
                </a:lnTo>
                <a:lnTo>
                  <a:pt x="114276" y="36735"/>
                </a:lnTo>
                <a:lnTo>
                  <a:pt x="115265" y="34990"/>
                </a:lnTo>
                <a:lnTo>
                  <a:pt x="116167" y="33685"/>
                </a:lnTo>
                <a:lnTo>
                  <a:pt x="116675" y="33098"/>
                </a:lnTo>
                <a:lnTo>
                  <a:pt x="117517" y="31207"/>
                </a:lnTo>
                <a:lnTo>
                  <a:pt x="118058" y="30405"/>
                </a:lnTo>
                <a:lnTo>
                  <a:pt x="118763" y="29316"/>
                </a:lnTo>
                <a:lnTo>
                  <a:pt x="119831" y="27424"/>
                </a:lnTo>
                <a:lnTo>
                  <a:pt x="119949" y="27285"/>
                </a:lnTo>
                <a:lnTo>
                  <a:pt x="121021" y="25533"/>
                </a:lnTo>
                <a:lnTo>
                  <a:pt x="121841" y="24505"/>
                </a:lnTo>
                <a:lnTo>
                  <a:pt x="122556" y="23642"/>
                </a:lnTo>
                <a:lnTo>
                  <a:pt x="123732" y="22133"/>
                </a:lnTo>
                <a:lnTo>
                  <a:pt x="124122" y="21750"/>
                </a:lnTo>
                <a:lnTo>
                  <a:pt x="125518" y="19859"/>
                </a:lnTo>
                <a:lnTo>
                  <a:pt x="125623" y="19754"/>
                </a:lnTo>
                <a:lnTo>
                  <a:pt x="127058" y="17968"/>
                </a:lnTo>
                <a:lnTo>
                  <a:pt x="127514" y="17454"/>
                </a:lnTo>
                <a:lnTo>
                  <a:pt x="128556" y="16076"/>
                </a:lnTo>
                <a:lnTo>
                  <a:pt x="129405" y="15256"/>
                </a:lnTo>
                <a:lnTo>
                  <a:pt x="130520" y="14185"/>
                </a:lnTo>
                <a:lnTo>
                  <a:pt x="131296" y="13453"/>
                </a:lnTo>
                <a:lnTo>
                  <a:pt x="132682" y="12294"/>
                </a:lnTo>
                <a:lnTo>
                  <a:pt x="133188" y="11788"/>
                </a:lnTo>
                <a:lnTo>
                  <a:pt x="135028" y="10402"/>
                </a:lnTo>
                <a:lnTo>
                  <a:pt x="135079" y="10352"/>
                </a:lnTo>
                <a:lnTo>
                  <a:pt x="136970" y="8987"/>
                </a:lnTo>
                <a:lnTo>
                  <a:pt x="137507" y="8511"/>
                </a:lnTo>
                <a:lnTo>
                  <a:pt x="138861" y="7526"/>
                </a:lnTo>
                <a:lnTo>
                  <a:pt x="139943" y="6620"/>
                </a:lnTo>
                <a:lnTo>
                  <a:pt x="140752" y="5955"/>
                </a:lnTo>
                <a:lnTo>
                  <a:pt x="142643" y="5209"/>
                </a:lnTo>
                <a:lnTo>
                  <a:pt x="143215" y="4728"/>
                </a:lnTo>
                <a:lnTo>
                  <a:pt x="144535" y="3814"/>
                </a:lnTo>
                <a:lnTo>
                  <a:pt x="146426" y="3267"/>
                </a:lnTo>
                <a:lnTo>
                  <a:pt x="147172" y="2837"/>
                </a:lnTo>
                <a:lnTo>
                  <a:pt x="148317" y="2201"/>
                </a:lnTo>
                <a:lnTo>
                  <a:pt x="150208" y="1765"/>
                </a:lnTo>
                <a:lnTo>
                  <a:pt x="152099" y="1139"/>
                </a:lnTo>
                <a:lnTo>
                  <a:pt x="152549" y="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fog-math-16-glyph-1">
            <a:extLst xmlns:a="http://schemas.openxmlformats.org/drawingml/2006/main">
              <a:ext uri="{FF2B5EF4-FFF2-40B4-BE49-F238E27FC236}">
                <a16:creationId xmlns:a16="http://schemas.microsoft.com/office/drawing/2014/main" id="{7FDCD4B8-865E-4DD5-8ABD-07C1BE46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838" y="3189682"/>
            <a:ext cx="88716" cy="293062"/>
          </a:xfrm>
          <a:custGeom xmlns:a="http://schemas.openxmlformats.org/drawingml/2006/main">
            <a:pathLst>
              <a:path w="88716" h="293062">
                <a:moveTo>
                  <a:pt x="82744" y="838"/>
                </a:moveTo>
                <a:lnTo>
                  <a:pt x="83867" y="0"/>
                </a:lnTo>
                <a:lnTo>
                  <a:pt x="85758" y="24"/>
                </a:lnTo>
                <a:lnTo>
                  <a:pt x="86739" y="838"/>
                </a:lnTo>
                <a:lnTo>
                  <a:pt x="87649" y="2620"/>
                </a:lnTo>
                <a:lnTo>
                  <a:pt x="87735" y="2730"/>
                </a:lnTo>
                <a:lnTo>
                  <a:pt x="88716" y="4621"/>
                </a:lnTo>
                <a:lnTo>
                  <a:pt x="88557" y="6512"/>
                </a:lnTo>
                <a:lnTo>
                  <a:pt x="87649" y="7448"/>
                </a:lnTo>
                <a:lnTo>
                  <a:pt x="86592" y="8404"/>
                </a:lnTo>
                <a:lnTo>
                  <a:pt x="85758" y="9150"/>
                </a:lnTo>
                <a:lnTo>
                  <a:pt x="84506" y="10295"/>
                </a:lnTo>
                <a:lnTo>
                  <a:pt x="83867" y="10917"/>
                </a:lnTo>
                <a:lnTo>
                  <a:pt x="82325" y="12186"/>
                </a:lnTo>
                <a:lnTo>
                  <a:pt x="81975" y="12532"/>
                </a:lnTo>
                <a:lnTo>
                  <a:pt x="80368" y="14078"/>
                </a:lnTo>
                <a:lnTo>
                  <a:pt x="80084" y="14361"/>
                </a:lnTo>
                <a:lnTo>
                  <a:pt x="78229" y="15969"/>
                </a:lnTo>
                <a:lnTo>
                  <a:pt x="78193" y="16005"/>
                </a:lnTo>
                <a:lnTo>
                  <a:pt x="76380" y="17860"/>
                </a:lnTo>
                <a:lnTo>
                  <a:pt x="76302" y="17939"/>
                </a:lnTo>
                <a:lnTo>
                  <a:pt x="74411" y="19595"/>
                </a:lnTo>
                <a:lnTo>
                  <a:pt x="74243" y="19752"/>
                </a:lnTo>
                <a:lnTo>
                  <a:pt x="72519" y="21353"/>
                </a:lnTo>
                <a:lnTo>
                  <a:pt x="72220" y="21643"/>
                </a:lnTo>
                <a:lnTo>
                  <a:pt x="70628" y="23478"/>
                </a:lnTo>
                <a:lnTo>
                  <a:pt x="70576" y="23534"/>
                </a:lnTo>
                <a:lnTo>
                  <a:pt x="68965" y="25426"/>
                </a:lnTo>
                <a:lnTo>
                  <a:pt x="68737" y="25654"/>
                </a:lnTo>
                <a:lnTo>
                  <a:pt x="67285" y="27317"/>
                </a:lnTo>
                <a:lnTo>
                  <a:pt x="66846" y="27764"/>
                </a:lnTo>
                <a:lnTo>
                  <a:pt x="65469" y="29208"/>
                </a:lnTo>
                <a:lnTo>
                  <a:pt x="64955" y="29791"/>
                </a:lnTo>
                <a:lnTo>
                  <a:pt x="63892" y="31100"/>
                </a:lnTo>
                <a:lnTo>
                  <a:pt x="63064" y="31991"/>
                </a:lnTo>
                <a:lnTo>
                  <a:pt x="62185" y="32991"/>
                </a:lnTo>
                <a:lnTo>
                  <a:pt x="61172" y="34052"/>
                </a:lnTo>
                <a:lnTo>
                  <a:pt x="60422" y="34882"/>
                </a:lnTo>
                <a:lnTo>
                  <a:pt x="59281" y="36444"/>
                </a:lnTo>
                <a:lnTo>
                  <a:pt x="58956" y="36774"/>
                </a:lnTo>
                <a:lnTo>
                  <a:pt x="57941" y="38665"/>
                </a:lnTo>
                <a:lnTo>
                  <a:pt x="57390" y="39289"/>
                </a:lnTo>
                <a:lnTo>
                  <a:pt x="56458" y="40556"/>
                </a:lnTo>
                <a:lnTo>
                  <a:pt x="55499" y="41975"/>
                </a:lnTo>
                <a:lnTo>
                  <a:pt x="55096" y="42448"/>
                </a:lnTo>
                <a:lnTo>
                  <a:pt x="54025" y="44339"/>
                </a:lnTo>
                <a:lnTo>
                  <a:pt x="53608" y="44787"/>
                </a:lnTo>
                <a:lnTo>
                  <a:pt x="52601" y="46230"/>
                </a:lnTo>
                <a:lnTo>
                  <a:pt x="51716" y="47541"/>
                </a:lnTo>
                <a:lnTo>
                  <a:pt x="51227" y="48122"/>
                </a:lnTo>
                <a:lnTo>
                  <a:pt x="50273" y="50013"/>
                </a:lnTo>
                <a:lnTo>
                  <a:pt x="49825" y="50579"/>
                </a:lnTo>
                <a:lnTo>
                  <a:pt x="49008" y="51904"/>
                </a:lnTo>
                <a:lnTo>
                  <a:pt x="48260" y="53796"/>
                </a:lnTo>
                <a:lnTo>
                  <a:pt x="47934" y="54224"/>
                </a:lnTo>
                <a:lnTo>
                  <a:pt x="47099" y="55687"/>
                </a:lnTo>
                <a:lnTo>
                  <a:pt x="46251" y="57578"/>
                </a:lnTo>
                <a:lnTo>
                  <a:pt x="46043" y="57860"/>
                </a:lnTo>
                <a:lnTo>
                  <a:pt x="45246" y="59470"/>
                </a:lnTo>
                <a:lnTo>
                  <a:pt x="44435" y="61361"/>
                </a:lnTo>
                <a:lnTo>
                  <a:pt x="44152" y="61738"/>
                </a:lnTo>
                <a:lnTo>
                  <a:pt x="43348" y="63252"/>
                </a:lnTo>
                <a:lnTo>
                  <a:pt x="42539" y="65144"/>
                </a:lnTo>
                <a:lnTo>
                  <a:pt x="42261" y="65595"/>
                </a:lnTo>
                <a:lnTo>
                  <a:pt x="41582" y="67035"/>
                </a:lnTo>
                <a:lnTo>
                  <a:pt x="41170" y="68926"/>
                </a:lnTo>
                <a:lnTo>
                  <a:pt x="40670" y="70818"/>
                </a:lnTo>
                <a:lnTo>
                  <a:pt x="40369" y="71285"/>
                </a:lnTo>
                <a:lnTo>
                  <a:pt x="39690" y="72709"/>
                </a:lnTo>
                <a:lnTo>
                  <a:pt x="39373" y="74600"/>
                </a:lnTo>
                <a:lnTo>
                  <a:pt x="38834" y="76492"/>
                </a:lnTo>
                <a:lnTo>
                  <a:pt x="38478" y="77039"/>
                </a:lnTo>
                <a:lnTo>
                  <a:pt x="37793" y="78383"/>
                </a:lnTo>
                <a:lnTo>
                  <a:pt x="37464" y="80274"/>
                </a:lnTo>
                <a:lnTo>
                  <a:pt x="37092" y="82166"/>
                </a:lnTo>
                <a:lnTo>
                  <a:pt x="36587" y="83404"/>
                </a:lnTo>
                <a:lnTo>
                  <a:pt x="36282" y="84057"/>
                </a:lnTo>
                <a:lnTo>
                  <a:pt x="35861" y="85948"/>
                </a:lnTo>
                <a:lnTo>
                  <a:pt x="35670" y="87840"/>
                </a:lnTo>
                <a:lnTo>
                  <a:pt x="35451" y="89731"/>
                </a:lnTo>
                <a:lnTo>
                  <a:pt x="35071" y="91622"/>
                </a:lnTo>
                <a:lnTo>
                  <a:pt x="34696" y="93041"/>
                </a:lnTo>
                <a:lnTo>
                  <a:pt x="34549" y="93514"/>
                </a:lnTo>
                <a:lnTo>
                  <a:pt x="34054" y="95405"/>
                </a:lnTo>
                <a:lnTo>
                  <a:pt x="33876" y="97296"/>
                </a:lnTo>
                <a:lnTo>
                  <a:pt x="33608" y="99188"/>
                </a:lnTo>
                <a:lnTo>
                  <a:pt x="33420" y="101079"/>
                </a:lnTo>
                <a:lnTo>
                  <a:pt x="33198" y="102970"/>
                </a:lnTo>
                <a:lnTo>
                  <a:pt x="32842" y="104862"/>
                </a:lnTo>
                <a:lnTo>
                  <a:pt x="32805" y="105009"/>
                </a:lnTo>
                <a:lnTo>
                  <a:pt x="32449" y="106753"/>
                </a:lnTo>
                <a:lnTo>
                  <a:pt x="32261" y="108644"/>
                </a:lnTo>
                <a:lnTo>
                  <a:pt x="32125" y="110536"/>
                </a:lnTo>
                <a:lnTo>
                  <a:pt x="32035" y="112427"/>
                </a:lnTo>
                <a:lnTo>
                  <a:pt x="31916" y="114318"/>
                </a:lnTo>
                <a:lnTo>
                  <a:pt x="31816" y="116210"/>
                </a:lnTo>
                <a:lnTo>
                  <a:pt x="31752" y="118101"/>
                </a:lnTo>
                <a:lnTo>
                  <a:pt x="31640" y="119992"/>
                </a:lnTo>
                <a:lnTo>
                  <a:pt x="31486" y="121884"/>
                </a:lnTo>
                <a:lnTo>
                  <a:pt x="31366" y="123775"/>
                </a:lnTo>
                <a:lnTo>
                  <a:pt x="31288" y="125666"/>
                </a:lnTo>
                <a:lnTo>
                  <a:pt x="31239" y="127558"/>
                </a:lnTo>
                <a:lnTo>
                  <a:pt x="31142" y="129449"/>
                </a:lnTo>
                <a:lnTo>
                  <a:pt x="31019" y="131340"/>
                </a:lnTo>
                <a:lnTo>
                  <a:pt x="30914" y="132916"/>
                </a:lnTo>
                <a:lnTo>
                  <a:pt x="30892" y="133232"/>
                </a:lnTo>
                <a:lnTo>
                  <a:pt x="30808" y="135123"/>
                </a:lnTo>
                <a:lnTo>
                  <a:pt x="30770" y="137014"/>
                </a:lnTo>
                <a:lnTo>
                  <a:pt x="30757" y="138906"/>
                </a:lnTo>
                <a:lnTo>
                  <a:pt x="30709" y="140797"/>
                </a:lnTo>
                <a:lnTo>
                  <a:pt x="30709" y="142688"/>
                </a:lnTo>
                <a:lnTo>
                  <a:pt x="30709" y="144580"/>
                </a:lnTo>
                <a:lnTo>
                  <a:pt x="30745" y="146471"/>
                </a:lnTo>
                <a:lnTo>
                  <a:pt x="30795" y="148362"/>
                </a:lnTo>
                <a:lnTo>
                  <a:pt x="30877" y="150254"/>
                </a:lnTo>
                <a:lnTo>
                  <a:pt x="30914" y="151042"/>
                </a:lnTo>
                <a:lnTo>
                  <a:pt x="30966" y="152145"/>
                </a:lnTo>
                <a:lnTo>
                  <a:pt x="31025" y="154036"/>
                </a:lnTo>
                <a:lnTo>
                  <a:pt x="31107" y="155928"/>
                </a:lnTo>
                <a:lnTo>
                  <a:pt x="31186" y="157819"/>
                </a:lnTo>
                <a:lnTo>
                  <a:pt x="31271" y="159710"/>
                </a:lnTo>
                <a:lnTo>
                  <a:pt x="31325" y="161602"/>
                </a:lnTo>
                <a:lnTo>
                  <a:pt x="31369" y="163493"/>
                </a:lnTo>
                <a:lnTo>
                  <a:pt x="31450" y="165384"/>
                </a:lnTo>
                <a:lnTo>
                  <a:pt x="31549" y="167276"/>
                </a:lnTo>
                <a:lnTo>
                  <a:pt x="31635" y="169167"/>
                </a:lnTo>
                <a:lnTo>
                  <a:pt x="31787" y="171058"/>
                </a:lnTo>
                <a:lnTo>
                  <a:pt x="31843" y="172950"/>
                </a:lnTo>
                <a:lnTo>
                  <a:pt x="31953" y="174841"/>
                </a:lnTo>
                <a:lnTo>
                  <a:pt x="32056" y="176732"/>
                </a:lnTo>
                <a:lnTo>
                  <a:pt x="32189" y="178624"/>
                </a:lnTo>
                <a:lnTo>
                  <a:pt x="32367" y="180515"/>
                </a:lnTo>
                <a:lnTo>
                  <a:pt x="32609" y="182406"/>
                </a:lnTo>
                <a:lnTo>
                  <a:pt x="32805" y="184235"/>
                </a:lnTo>
                <a:lnTo>
                  <a:pt x="32812" y="184298"/>
                </a:lnTo>
                <a:lnTo>
                  <a:pt x="33219" y="186189"/>
                </a:lnTo>
                <a:lnTo>
                  <a:pt x="33399" y="188080"/>
                </a:lnTo>
                <a:lnTo>
                  <a:pt x="33618" y="189972"/>
                </a:lnTo>
                <a:lnTo>
                  <a:pt x="33817" y="191863"/>
                </a:lnTo>
                <a:lnTo>
                  <a:pt x="34035" y="193754"/>
                </a:lnTo>
                <a:lnTo>
                  <a:pt x="34479" y="195646"/>
                </a:lnTo>
                <a:lnTo>
                  <a:pt x="34696" y="196223"/>
                </a:lnTo>
                <a:lnTo>
                  <a:pt x="35126" y="197537"/>
                </a:lnTo>
                <a:lnTo>
                  <a:pt x="35375" y="199428"/>
                </a:lnTo>
                <a:lnTo>
                  <a:pt x="35641" y="201320"/>
                </a:lnTo>
                <a:lnTo>
                  <a:pt x="35775" y="203211"/>
                </a:lnTo>
                <a:lnTo>
                  <a:pt x="36083" y="205102"/>
                </a:lnTo>
                <a:lnTo>
                  <a:pt x="36587" y="206322"/>
                </a:lnTo>
                <a:lnTo>
                  <a:pt x="36892" y="206994"/>
                </a:lnTo>
                <a:lnTo>
                  <a:pt x="37372" y="208885"/>
                </a:lnTo>
                <a:lnTo>
                  <a:pt x="37738" y="210776"/>
                </a:lnTo>
                <a:lnTo>
                  <a:pt x="38478" y="212633"/>
                </a:lnTo>
                <a:lnTo>
                  <a:pt x="38500" y="212668"/>
                </a:lnTo>
                <a:lnTo>
                  <a:pt x="39163" y="214559"/>
                </a:lnTo>
                <a:lnTo>
                  <a:pt x="39531" y="216450"/>
                </a:lnTo>
                <a:lnTo>
                  <a:pt x="39943" y="218342"/>
                </a:lnTo>
                <a:lnTo>
                  <a:pt x="40369" y="219204"/>
                </a:lnTo>
                <a:lnTo>
                  <a:pt x="40859" y="220233"/>
                </a:lnTo>
                <a:lnTo>
                  <a:pt x="41230" y="222124"/>
                </a:lnTo>
                <a:lnTo>
                  <a:pt x="41732" y="224016"/>
                </a:lnTo>
                <a:lnTo>
                  <a:pt x="42261" y="224851"/>
                </a:lnTo>
                <a:lnTo>
                  <a:pt x="42883" y="225907"/>
                </a:lnTo>
                <a:lnTo>
                  <a:pt x="43471" y="227798"/>
                </a:lnTo>
                <a:lnTo>
                  <a:pt x="44152" y="229027"/>
                </a:lnTo>
                <a:lnTo>
                  <a:pt x="44582" y="229690"/>
                </a:lnTo>
                <a:lnTo>
                  <a:pt x="45259" y="231581"/>
                </a:lnTo>
                <a:lnTo>
                  <a:pt x="46043" y="233099"/>
                </a:lnTo>
                <a:lnTo>
                  <a:pt x="46316" y="233472"/>
                </a:lnTo>
                <a:lnTo>
                  <a:pt x="47064" y="235364"/>
                </a:lnTo>
                <a:lnTo>
                  <a:pt x="47934" y="237208"/>
                </a:lnTo>
                <a:lnTo>
                  <a:pt x="47971" y="237255"/>
                </a:lnTo>
                <a:lnTo>
                  <a:pt x="48831" y="239146"/>
                </a:lnTo>
                <a:lnTo>
                  <a:pt x="49681" y="241038"/>
                </a:lnTo>
                <a:lnTo>
                  <a:pt x="49825" y="241199"/>
                </a:lnTo>
                <a:lnTo>
                  <a:pt x="50900" y="242929"/>
                </a:lnTo>
                <a:lnTo>
                  <a:pt x="51716" y="244076"/>
                </a:lnTo>
                <a:lnTo>
                  <a:pt x="52309" y="244820"/>
                </a:lnTo>
                <a:lnTo>
                  <a:pt x="53233" y="246712"/>
                </a:lnTo>
                <a:lnTo>
                  <a:pt x="53608" y="247128"/>
                </a:lnTo>
                <a:lnTo>
                  <a:pt x="54598" y="248603"/>
                </a:lnTo>
                <a:lnTo>
                  <a:pt x="55499" y="249974"/>
                </a:lnTo>
                <a:lnTo>
                  <a:pt x="55940" y="250494"/>
                </a:lnTo>
                <a:lnTo>
                  <a:pt x="57015" y="252386"/>
                </a:lnTo>
                <a:lnTo>
                  <a:pt x="57390" y="252874"/>
                </a:lnTo>
                <a:lnTo>
                  <a:pt x="58286" y="254277"/>
                </a:lnTo>
                <a:lnTo>
                  <a:pt x="59281" y="255685"/>
                </a:lnTo>
                <a:lnTo>
                  <a:pt x="59708" y="256168"/>
                </a:lnTo>
                <a:lnTo>
                  <a:pt x="60944" y="258060"/>
                </a:lnTo>
                <a:lnTo>
                  <a:pt x="61172" y="258303"/>
                </a:lnTo>
                <a:lnTo>
                  <a:pt x="62439" y="259951"/>
                </a:lnTo>
                <a:lnTo>
                  <a:pt x="63064" y="260665"/>
                </a:lnTo>
                <a:lnTo>
                  <a:pt x="64029" y="261842"/>
                </a:lnTo>
                <a:lnTo>
                  <a:pt x="64955" y="262859"/>
                </a:lnTo>
                <a:lnTo>
                  <a:pt x="65763" y="263734"/>
                </a:lnTo>
                <a:lnTo>
                  <a:pt x="66846" y="264969"/>
                </a:lnTo>
                <a:lnTo>
                  <a:pt x="67450" y="265625"/>
                </a:lnTo>
                <a:lnTo>
                  <a:pt x="68737" y="266990"/>
                </a:lnTo>
                <a:lnTo>
                  <a:pt x="69243" y="267516"/>
                </a:lnTo>
                <a:lnTo>
                  <a:pt x="70628" y="269146"/>
                </a:lnTo>
                <a:lnTo>
                  <a:pt x="70896" y="269408"/>
                </a:lnTo>
                <a:lnTo>
                  <a:pt x="72519" y="271291"/>
                </a:lnTo>
                <a:lnTo>
                  <a:pt x="72527" y="271299"/>
                </a:lnTo>
                <a:lnTo>
                  <a:pt x="74290" y="273190"/>
                </a:lnTo>
                <a:lnTo>
                  <a:pt x="74411" y="273308"/>
                </a:lnTo>
                <a:lnTo>
                  <a:pt x="76210" y="275082"/>
                </a:lnTo>
                <a:lnTo>
                  <a:pt x="76302" y="275173"/>
                </a:lnTo>
                <a:lnTo>
                  <a:pt x="78193" y="276871"/>
                </a:lnTo>
                <a:lnTo>
                  <a:pt x="78288" y="276973"/>
                </a:lnTo>
                <a:lnTo>
                  <a:pt x="80084" y="278584"/>
                </a:lnTo>
                <a:lnTo>
                  <a:pt x="80375" y="278864"/>
                </a:lnTo>
                <a:lnTo>
                  <a:pt x="81975" y="280329"/>
                </a:lnTo>
                <a:lnTo>
                  <a:pt x="82383" y="280756"/>
                </a:lnTo>
                <a:lnTo>
                  <a:pt x="83867" y="281948"/>
                </a:lnTo>
                <a:lnTo>
                  <a:pt x="84602" y="282647"/>
                </a:lnTo>
                <a:lnTo>
                  <a:pt x="85758" y="283677"/>
                </a:lnTo>
                <a:lnTo>
                  <a:pt x="86708" y="284538"/>
                </a:lnTo>
                <a:lnTo>
                  <a:pt x="87649" y="285509"/>
                </a:lnTo>
                <a:lnTo>
                  <a:pt x="88594" y="286430"/>
                </a:lnTo>
                <a:lnTo>
                  <a:pt x="88610" y="288321"/>
                </a:lnTo>
                <a:lnTo>
                  <a:pt x="87649" y="289597"/>
                </a:lnTo>
                <a:lnTo>
                  <a:pt x="86991" y="290212"/>
                </a:lnTo>
                <a:lnTo>
                  <a:pt x="85839" y="292104"/>
                </a:lnTo>
                <a:lnTo>
                  <a:pt x="85758" y="292189"/>
                </a:lnTo>
                <a:lnTo>
                  <a:pt x="83867" y="293062"/>
                </a:lnTo>
                <a:lnTo>
                  <a:pt x="81975" y="292332"/>
                </a:lnTo>
                <a:lnTo>
                  <a:pt x="81719" y="292104"/>
                </a:lnTo>
                <a:lnTo>
                  <a:pt x="80084" y="291022"/>
                </a:lnTo>
                <a:lnTo>
                  <a:pt x="79121" y="290212"/>
                </a:lnTo>
                <a:lnTo>
                  <a:pt x="78193" y="289480"/>
                </a:lnTo>
                <a:lnTo>
                  <a:pt x="76446" y="288321"/>
                </a:lnTo>
                <a:lnTo>
                  <a:pt x="76302" y="288177"/>
                </a:lnTo>
                <a:lnTo>
                  <a:pt x="74411" y="287118"/>
                </a:lnTo>
                <a:lnTo>
                  <a:pt x="73594" y="286430"/>
                </a:lnTo>
                <a:lnTo>
                  <a:pt x="72519" y="285585"/>
                </a:lnTo>
                <a:lnTo>
                  <a:pt x="70802" y="284538"/>
                </a:lnTo>
                <a:lnTo>
                  <a:pt x="70628" y="284382"/>
                </a:lnTo>
                <a:lnTo>
                  <a:pt x="68737" y="283144"/>
                </a:lnTo>
                <a:lnTo>
                  <a:pt x="68075" y="282647"/>
                </a:lnTo>
                <a:lnTo>
                  <a:pt x="66846" y="281836"/>
                </a:lnTo>
                <a:lnTo>
                  <a:pt x="65348" y="280756"/>
                </a:lnTo>
                <a:lnTo>
                  <a:pt x="64955" y="280400"/>
                </a:lnTo>
                <a:lnTo>
                  <a:pt x="63064" y="279354"/>
                </a:lnTo>
                <a:lnTo>
                  <a:pt x="62557" y="278864"/>
                </a:lnTo>
                <a:lnTo>
                  <a:pt x="61172" y="277595"/>
                </a:lnTo>
                <a:lnTo>
                  <a:pt x="60557" y="276973"/>
                </a:lnTo>
                <a:lnTo>
                  <a:pt x="59281" y="275799"/>
                </a:lnTo>
                <a:lnTo>
                  <a:pt x="58479" y="275082"/>
                </a:lnTo>
                <a:lnTo>
                  <a:pt x="57390" y="274010"/>
                </a:lnTo>
                <a:lnTo>
                  <a:pt x="56450" y="273190"/>
                </a:lnTo>
                <a:lnTo>
                  <a:pt x="55499" y="272364"/>
                </a:lnTo>
                <a:lnTo>
                  <a:pt x="54457" y="271299"/>
                </a:lnTo>
                <a:lnTo>
                  <a:pt x="53608" y="270476"/>
                </a:lnTo>
                <a:lnTo>
                  <a:pt x="52408" y="269408"/>
                </a:lnTo>
                <a:lnTo>
                  <a:pt x="51716" y="268740"/>
                </a:lnTo>
                <a:lnTo>
                  <a:pt x="50412" y="267516"/>
                </a:lnTo>
                <a:lnTo>
                  <a:pt x="49825" y="266956"/>
                </a:lnTo>
                <a:lnTo>
                  <a:pt x="48331" y="265625"/>
                </a:lnTo>
                <a:lnTo>
                  <a:pt x="47934" y="265212"/>
                </a:lnTo>
                <a:lnTo>
                  <a:pt x="46455" y="263734"/>
                </a:lnTo>
                <a:lnTo>
                  <a:pt x="46043" y="263321"/>
                </a:lnTo>
                <a:lnTo>
                  <a:pt x="44936" y="261842"/>
                </a:lnTo>
                <a:lnTo>
                  <a:pt x="44152" y="261003"/>
                </a:lnTo>
                <a:lnTo>
                  <a:pt x="43158" y="259951"/>
                </a:lnTo>
                <a:lnTo>
                  <a:pt x="42261" y="258974"/>
                </a:lnTo>
                <a:lnTo>
                  <a:pt x="41473" y="258060"/>
                </a:lnTo>
                <a:lnTo>
                  <a:pt x="40369" y="256765"/>
                </a:lnTo>
                <a:lnTo>
                  <a:pt x="39789" y="256168"/>
                </a:lnTo>
                <a:lnTo>
                  <a:pt x="38478" y="254470"/>
                </a:lnTo>
                <a:lnTo>
                  <a:pt x="38282" y="254277"/>
                </a:lnTo>
                <a:lnTo>
                  <a:pt x="36935" y="252386"/>
                </a:lnTo>
                <a:lnTo>
                  <a:pt x="36587" y="252051"/>
                </a:lnTo>
                <a:lnTo>
                  <a:pt x="35377" y="250494"/>
                </a:lnTo>
                <a:lnTo>
                  <a:pt x="34696" y="249764"/>
                </a:lnTo>
                <a:lnTo>
                  <a:pt x="33710" y="248603"/>
                </a:lnTo>
                <a:lnTo>
                  <a:pt x="32805" y="247506"/>
                </a:lnTo>
                <a:lnTo>
                  <a:pt x="32113" y="246712"/>
                </a:lnTo>
                <a:lnTo>
                  <a:pt x="31155" y="244820"/>
                </a:lnTo>
                <a:lnTo>
                  <a:pt x="30914" y="244527"/>
                </a:lnTo>
                <a:lnTo>
                  <a:pt x="29937" y="242929"/>
                </a:lnTo>
                <a:lnTo>
                  <a:pt x="29022" y="241530"/>
                </a:lnTo>
                <a:lnTo>
                  <a:pt x="28648" y="241038"/>
                </a:lnTo>
                <a:lnTo>
                  <a:pt x="27518" y="239146"/>
                </a:lnTo>
                <a:lnTo>
                  <a:pt x="27131" y="238650"/>
                </a:lnTo>
                <a:lnTo>
                  <a:pt x="26291" y="237255"/>
                </a:lnTo>
                <a:lnTo>
                  <a:pt x="25240" y="235674"/>
                </a:lnTo>
                <a:lnTo>
                  <a:pt x="24956" y="235364"/>
                </a:lnTo>
                <a:lnTo>
                  <a:pt x="24010" y="233472"/>
                </a:lnTo>
                <a:lnTo>
                  <a:pt x="23349" y="232513"/>
                </a:lnTo>
                <a:lnTo>
                  <a:pt x="22662" y="231581"/>
                </a:lnTo>
                <a:lnTo>
                  <a:pt x="21626" y="229690"/>
                </a:lnTo>
                <a:lnTo>
                  <a:pt x="21458" y="229489"/>
                </a:lnTo>
                <a:lnTo>
                  <a:pt x="20551" y="227798"/>
                </a:lnTo>
                <a:lnTo>
                  <a:pt x="19771" y="225907"/>
                </a:lnTo>
                <a:lnTo>
                  <a:pt x="19566" y="225633"/>
                </a:lnTo>
                <a:lnTo>
                  <a:pt x="18714" y="224016"/>
                </a:lnTo>
                <a:lnTo>
                  <a:pt x="17988" y="222124"/>
                </a:lnTo>
                <a:lnTo>
                  <a:pt x="17675" y="221697"/>
                </a:lnTo>
                <a:lnTo>
                  <a:pt x="16943" y="220233"/>
                </a:lnTo>
                <a:lnTo>
                  <a:pt x="16289" y="218342"/>
                </a:lnTo>
                <a:lnTo>
                  <a:pt x="15784" y="217577"/>
                </a:lnTo>
                <a:lnTo>
                  <a:pt x="15123" y="216450"/>
                </a:lnTo>
                <a:lnTo>
                  <a:pt x="14560" y="214559"/>
                </a:lnTo>
                <a:lnTo>
                  <a:pt x="13893" y="213396"/>
                </a:lnTo>
                <a:lnTo>
                  <a:pt x="13403" y="212668"/>
                </a:lnTo>
                <a:lnTo>
                  <a:pt x="12746" y="210776"/>
                </a:lnTo>
                <a:lnTo>
                  <a:pt x="12002" y="209171"/>
                </a:lnTo>
                <a:lnTo>
                  <a:pt x="11809" y="208885"/>
                </a:lnTo>
                <a:lnTo>
                  <a:pt x="11132" y="206994"/>
                </a:lnTo>
                <a:lnTo>
                  <a:pt x="10842" y="205102"/>
                </a:lnTo>
                <a:lnTo>
                  <a:pt x="10111" y="203411"/>
                </a:lnTo>
                <a:lnTo>
                  <a:pt x="9972" y="203211"/>
                </a:lnTo>
                <a:lnTo>
                  <a:pt x="9268" y="201320"/>
                </a:lnTo>
                <a:lnTo>
                  <a:pt x="8973" y="199428"/>
                </a:lnTo>
                <a:lnTo>
                  <a:pt x="8256" y="197537"/>
                </a:lnTo>
                <a:lnTo>
                  <a:pt x="8219" y="197481"/>
                </a:lnTo>
                <a:lnTo>
                  <a:pt x="7451" y="195646"/>
                </a:lnTo>
                <a:lnTo>
                  <a:pt x="7142" y="193754"/>
                </a:lnTo>
                <a:lnTo>
                  <a:pt x="6525" y="191863"/>
                </a:lnTo>
                <a:lnTo>
                  <a:pt x="6328" y="191548"/>
                </a:lnTo>
                <a:lnTo>
                  <a:pt x="5639" y="189972"/>
                </a:lnTo>
                <a:lnTo>
                  <a:pt x="5310" y="188080"/>
                </a:lnTo>
                <a:lnTo>
                  <a:pt x="5168" y="186189"/>
                </a:lnTo>
                <a:lnTo>
                  <a:pt x="4613" y="184298"/>
                </a:lnTo>
                <a:lnTo>
                  <a:pt x="4437" y="183675"/>
                </a:lnTo>
                <a:lnTo>
                  <a:pt x="4122" y="182406"/>
                </a:lnTo>
                <a:lnTo>
                  <a:pt x="3723" y="180515"/>
                </a:lnTo>
                <a:lnTo>
                  <a:pt x="3496" y="178624"/>
                </a:lnTo>
                <a:lnTo>
                  <a:pt x="3319" y="176732"/>
                </a:lnTo>
                <a:lnTo>
                  <a:pt x="3002" y="174841"/>
                </a:lnTo>
                <a:lnTo>
                  <a:pt x="2546" y="173497"/>
                </a:lnTo>
                <a:lnTo>
                  <a:pt x="2326" y="172950"/>
                </a:lnTo>
                <a:lnTo>
                  <a:pt x="1962" y="171058"/>
                </a:lnTo>
                <a:lnTo>
                  <a:pt x="1632" y="169167"/>
                </a:lnTo>
                <a:lnTo>
                  <a:pt x="1550" y="167276"/>
                </a:lnTo>
                <a:lnTo>
                  <a:pt x="1440" y="165384"/>
                </a:lnTo>
                <a:lnTo>
                  <a:pt x="1331" y="163493"/>
                </a:lnTo>
                <a:lnTo>
                  <a:pt x="1245" y="161602"/>
                </a:lnTo>
                <a:lnTo>
                  <a:pt x="1130" y="159710"/>
                </a:lnTo>
                <a:lnTo>
                  <a:pt x="974" y="157819"/>
                </a:lnTo>
                <a:lnTo>
                  <a:pt x="848" y="155928"/>
                </a:lnTo>
                <a:lnTo>
                  <a:pt x="655" y="154735"/>
                </a:lnTo>
                <a:lnTo>
                  <a:pt x="536" y="154036"/>
                </a:lnTo>
                <a:lnTo>
                  <a:pt x="393" y="152145"/>
                </a:lnTo>
                <a:lnTo>
                  <a:pt x="216" y="150254"/>
                </a:lnTo>
                <a:lnTo>
                  <a:pt x="67" y="148362"/>
                </a:lnTo>
                <a:lnTo>
                  <a:pt x="0" y="146471"/>
                </a:lnTo>
                <a:lnTo>
                  <a:pt x="6" y="144580"/>
                </a:lnTo>
                <a:lnTo>
                  <a:pt x="67" y="142688"/>
                </a:lnTo>
                <a:lnTo>
                  <a:pt x="133" y="140797"/>
                </a:lnTo>
                <a:lnTo>
                  <a:pt x="280" y="138906"/>
                </a:lnTo>
                <a:lnTo>
                  <a:pt x="393" y="137014"/>
                </a:lnTo>
                <a:lnTo>
                  <a:pt x="590" y="135123"/>
                </a:lnTo>
                <a:lnTo>
                  <a:pt x="655" y="134414"/>
                </a:lnTo>
                <a:lnTo>
                  <a:pt x="760" y="133232"/>
                </a:lnTo>
                <a:lnTo>
                  <a:pt x="894" y="131340"/>
                </a:lnTo>
                <a:lnTo>
                  <a:pt x="1020" y="129449"/>
                </a:lnTo>
                <a:lnTo>
                  <a:pt x="1152" y="127558"/>
                </a:lnTo>
                <a:lnTo>
                  <a:pt x="1242" y="125666"/>
                </a:lnTo>
                <a:lnTo>
                  <a:pt x="1511" y="123775"/>
                </a:lnTo>
                <a:lnTo>
                  <a:pt x="1613" y="121884"/>
                </a:lnTo>
                <a:lnTo>
                  <a:pt x="1819" y="119992"/>
                </a:lnTo>
                <a:lnTo>
                  <a:pt x="2090" y="118101"/>
                </a:lnTo>
                <a:lnTo>
                  <a:pt x="2538" y="116210"/>
                </a:lnTo>
                <a:lnTo>
                  <a:pt x="2546" y="116187"/>
                </a:lnTo>
                <a:lnTo>
                  <a:pt x="3010" y="114318"/>
                </a:lnTo>
                <a:lnTo>
                  <a:pt x="3290" y="112427"/>
                </a:lnTo>
                <a:lnTo>
                  <a:pt x="3432" y="110536"/>
                </a:lnTo>
                <a:lnTo>
                  <a:pt x="3612" y="108644"/>
                </a:lnTo>
                <a:lnTo>
                  <a:pt x="3961" y="106753"/>
                </a:lnTo>
                <a:lnTo>
                  <a:pt x="4437" y="105663"/>
                </a:lnTo>
                <a:lnTo>
                  <a:pt x="4802" y="104862"/>
                </a:lnTo>
                <a:lnTo>
                  <a:pt x="5246" y="102970"/>
                </a:lnTo>
                <a:lnTo>
                  <a:pt x="5539" y="101079"/>
                </a:lnTo>
                <a:lnTo>
                  <a:pt x="6013" y="99188"/>
                </a:lnTo>
                <a:lnTo>
                  <a:pt x="6328" y="98536"/>
                </a:lnTo>
                <a:lnTo>
                  <a:pt x="6849" y="97296"/>
                </a:lnTo>
                <a:lnTo>
                  <a:pt x="7173" y="95405"/>
                </a:lnTo>
                <a:lnTo>
                  <a:pt x="7476" y="93514"/>
                </a:lnTo>
                <a:lnTo>
                  <a:pt x="8026" y="91622"/>
                </a:lnTo>
                <a:lnTo>
                  <a:pt x="8219" y="91296"/>
                </a:lnTo>
                <a:lnTo>
                  <a:pt x="8887" y="89731"/>
                </a:lnTo>
                <a:lnTo>
                  <a:pt x="9360" y="87840"/>
                </a:lnTo>
                <a:lnTo>
                  <a:pt x="10111" y="86263"/>
                </a:lnTo>
                <a:lnTo>
                  <a:pt x="10327" y="85948"/>
                </a:lnTo>
                <a:lnTo>
                  <a:pt x="11001" y="84057"/>
                </a:lnTo>
                <a:lnTo>
                  <a:pt x="11554" y="82166"/>
                </a:lnTo>
                <a:lnTo>
                  <a:pt x="12002" y="81371"/>
                </a:lnTo>
                <a:lnTo>
                  <a:pt x="12584" y="80274"/>
                </a:lnTo>
                <a:lnTo>
                  <a:pt x="13089" y="78383"/>
                </a:lnTo>
                <a:lnTo>
                  <a:pt x="13871" y="76492"/>
                </a:lnTo>
                <a:lnTo>
                  <a:pt x="13893" y="76462"/>
                </a:lnTo>
                <a:lnTo>
                  <a:pt x="14712" y="74600"/>
                </a:lnTo>
                <a:lnTo>
                  <a:pt x="15469" y="72709"/>
                </a:lnTo>
                <a:lnTo>
                  <a:pt x="15784" y="72335"/>
                </a:lnTo>
                <a:lnTo>
                  <a:pt x="16631" y="70818"/>
                </a:lnTo>
                <a:lnTo>
                  <a:pt x="17424" y="68926"/>
                </a:lnTo>
                <a:lnTo>
                  <a:pt x="17675" y="68640"/>
                </a:lnTo>
                <a:lnTo>
                  <a:pt x="18576" y="67035"/>
                </a:lnTo>
                <a:lnTo>
                  <a:pt x="19370" y="65144"/>
                </a:lnTo>
                <a:lnTo>
                  <a:pt x="19566" y="64925"/>
                </a:lnTo>
                <a:lnTo>
                  <a:pt x="20481" y="63252"/>
                </a:lnTo>
                <a:lnTo>
                  <a:pt x="21458" y="61704"/>
                </a:lnTo>
                <a:lnTo>
                  <a:pt x="21762" y="61361"/>
                </a:lnTo>
                <a:lnTo>
                  <a:pt x="22628" y="59470"/>
                </a:lnTo>
                <a:lnTo>
                  <a:pt x="23349" y="58548"/>
                </a:lnTo>
                <a:lnTo>
                  <a:pt x="24075" y="57578"/>
                </a:lnTo>
                <a:lnTo>
                  <a:pt x="24925" y="55687"/>
                </a:lnTo>
                <a:lnTo>
                  <a:pt x="25240" y="55350"/>
                </a:lnTo>
                <a:lnTo>
                  <a:pt x="26245" y="53796"/>
                </a:lnTo>
                <a:lnTo>
                  <a:pt x="27131" y="52464"/>
                </a:lnTo>
                <a:lnTo>
                  <a:pt x="27645" y="51904"/>
                </a:lnTo>
                <a:lnTo>
                  <a:pt x="28728" y="50013"/>
                </a:lnTo>
                <a:lnTo>
                  <a:pt x="29022" y="49698"/>
                </a:lnTo>
                <a:lnTo>
                  <a:pt x="30168" y="48122"/>
                </a:lnTo>
                <a:lnTo>
                  <a:pt x="30914" y="47245"/>
                </a:lnTo>
                <a:lnTo>
                  <a:pt x="31776" y="46230"/>
                </a:lnTo>
                <a:lnTo>
                  <a:pt x="32805" y="44825"/>
                </a:lnTo>
                <a:lnTo>
                  <a:pt x="33247" y="44339"/>
                </a:lnTo>
                <a:lnTo>
                  <a:pt x="34398" y="42448"/>
                </a:lnTo>
                <a:lnTo>
                  <a:pt x="34696" y="42135"/>
                </a:lnTo>
                <a:lnTo>
                  <a:pt x="36014" y="40556"/>
                </a:lnTo>
                <a:lnTo>
                  <a:pt x="36587" y="39894"/>
                </a:lnTo>
                <a:lnTo>
                  <a:pt x="37625" y="38665"/>
                </a:lnTo>
                <a:lnTo>
                  <a:pt x="38478" y="37807"/>
                </a:lnTo>
                <a:lnTo>
                  <a:pt x="39399" y="36774"/>
                </a:lnTo>
                <a:lnTo>
                  <a:pt x="40369" y="35722"/>
                </a:lnTo>
                <a:lnTo>
                  <a:pt x="41096" y="34882"/>
                </a:lnTo>
                <a:lnTo>
                  <a:pt x="42261" y="33512"/>
                </a:lnTo>
                <a:lnTo>
                  <a:pt x="42810" y="32991"/>
                </a:lnTo>
                <a:lnTo>
                  <a:pt x="44152" y="31616"/>
                </a:lnTo>
                <a:lnTo>
                  <a:pt x="44691" y="31100"/>
                </a:lnTo>
                <a:lnTo>
                  <a:pt x="46043" y="29703"/>
                </a:lnTo>
                <a:lnTo>
                  <a:pt x="46519" y="29208"/>
                </a:lnTo>
                <a:lnTo>
                  <a:pt x="47934" y="27870"/>
                </a:lnTo>
                <a:lnTo>
                  <a:pt x="48500" y="27317"/>
                </a:lnTo>
                <a:lnTo>
                  <a:pt x="49825" y="26090"/>
                </a:lnTo>
                <a:lnTo>
                  <a:pt x="50468" y="25426"/>
                </a:lnTo>
                <a:lnTo>
                  <a:pt x="51716" y="24170"/>
                </a:lnTo>
                <a:lnTo>
                  <a:pt x="52363" y="23534"/>
                </a:lnTo>
                <a:lnTo>
                  <a:pt x="53608" y="22454"/>
                </a:lnTo>
                <a:lnTo>
                  <a:pt x="54532" y="21643"/>
                </a:lnTo>
                <a:lnTo>
                  <a:pt x="55499" y="20687"/>
                </a:lnTo>
                <a:lnTo>
                  <a:pt x="56557" y="19752"/>
                </a:lnTo>
                <a:lnTo>
                  <a:pt x="57390" y="19007"/>
                </a:lnTo>
                <a:lnTo>
                  <a:pt x="58815" y="17860"/>
                </a:lnTo>
                <a:lnTo>
                  <a:pt x="59281" y="17400"/>
                </a:lnTo>
                <a:lnTo>
                  <a:pt x="60927" y="15969"/>
                </a:lnTo>
                <a:lnTo>
                  <a:pt x="61172" y="15752"/>
                </a:lnTo>
                <a:lnTo>
                  <a:pt x="63064" y="14487"/>
                </a:lnTo>
                <a:lnTo>
                  <a:pt x="63487" y="14078"/>
                </a:lnTo>
                <a:lnTo>
                  <a:pt x="64955" y="13069"/>
                </a:lnTo>
                <a:lnTo>
                  <a:pt x="66019" y="12186"/>
                </a:lnTo>
                <a:lnTo>
                  <a:pt x="66846" y="11448"/>
                </a:lnTo>
                <a:lnTo>
                  <a:pt x="68729" y="10295"/>
                </a:lnTo>
                <a:lnTo>
                  <a:pt x="68737" y="10288"/>
                </a:lnTo>
                <a:lnTo>
                  <a:pt x="70628" y="8977"/>
                </a:lnTo>
                <a:lnTo>
                  <a:pt x="71280" y="8404"/>
                </a:lnTo>
                <a:lnTo>
                  <a:pt x="72519" y="7453"/>
                </a:lnTo>
                <a:lnTo>
                  <a:pt x="73837" y="6512"/>
                </a:lnTo>
                <a:lnTo>
                  <a:pt x="74411" y="6012"/>
                </a:lnTo>
                <a:lnTo>
                  <a:pt x="76302" y="5132"/>
                </a:lnTo>
                <a:lnTo>
                  <a:pt x="76858" y="4621"/>
                </a:lnTo>
                <a:lnTo>
                  <a:pt x="78193" y="3769"/>
                </a:lnTo>
                <a:lnTo>
                  <a:pt x="79759" y="2730"/>
                </a:lnTo>
                <a:lnTo>
                  <a:pt x="80084" y="2393"/>
                </a:lnTo>
                <a:lnTo>
                  <a:pt x="81975" y="1523"/>
                </a:lnTo>
                <a:lnTo>
                  <a:pt x="82744" y="8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fog-math-16-glyph-2">
            <a:extLst xmlns:a="http://schemas.openxmlformats.org/drawingml/2006/main">
              <a:ext uri="{FF2B5EF4-FFF2-40B4-BE49-F238E27FC236}">
                <a16:creationId xmlns:a16="http://schemas.microsoft.com/office/drawing/2014/main" id="{61222077-48CC-4A57-AEA0-7AE5473A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8496" y="3189647"/>
            <a:ext cx="88691" cy="293129"/>
          </a:xfrm>
          <a:custGeom xmlns:a="http://schemas.openxmlformats.org/drawingml/2006/main">
            <a:pathLst>
              <a:path w="88691" h="293129">
                <a:moveTo>
                  <a:pt x="2445" y="874"/>
                </a:moveTo>
                <a:lnTo>
                  <a:pt x="2959" y="360"/>
                </a:lnTo>
                <a:lnTo>
                  <a:pt x="4850" y="0"/>
                </a:lnTo>
                <a:lnTo>
                  <a:pt x="6741" y="603"/>
                </a:lnTo>
                <a:lnTo>
                  <a:pt x="7039" y="874"/>
                </a:lnTo>
                <a:lnTo>
                  <a:pt x="8632" y="1931"/>
                </a:lnTo>
                <a:lnTo>
                  <a:pt x="9672" y="2765"/>
                </a:lnTo>
                <a:lnTo>
                  <a:pt x="10523" y="3420"/>
                </a:lnTo>
                <a:lnTo>
                  <a:pt x="12415" y="4361"/>
                </a:lnTo>
                <a:lnTo>
                  <a:pt x="12728" y="4657"/>
                </a:lnTo>
                <a:lnTo>
                  <a:pt x="14306" y="5704"/>
                </a:lnTo>
                <a:lnTo>
                  <a:pt x="15394" y="6548"/>
                </a:lnTo>
                <a:lnTo>
                  <a:pt x="16197" y="7253"/>
                </a:lnTo>
                <a:lnTo>
                  <a:pt x="17861" y="8439"/>
                </a:lnTo>
                <a:lnTo>
                  <a:pt x="18088" y="8644"/>
                </a:lnTo>
                <a:lnTo>
                  <a:pt x="19979" y="9965"/>
                </a:lnTo>
                <a:lnTo>
                  <a:pt x="20344" y="10331"/>
                </a:lnTo>
                <a:lnTo>
                  <a:pt x="21871" y="11606"/>
                </a:lnTo>
                <a:lnTo>
                  <a:pt x="22575" y="12222"/>
                </a:lnTo>
                <a:lnTo>
                  <a:pt x="23762" y="13191"/>
                </a:lnTo>
                <a:lnTo>
                  <a:pt x="24839" y="14113"/>
                </a:lnTo>
                <a:lnTo>
                  <a:pt x="25653" y="14825"/>
                </a:lnTo>
                <a:lnTo>
                  <a:pt x="27220" y="16005"/>
                </a:lnTo>
                <a:lnTo>
                  <a:pt x="27544" y="16335"/>
                </a:lnTo>
                <a:lnTo>
                  <a:pt x="29435" y="17493"/>
                </a:lnTo>
                <a:lnTo>
                  <a:pt x="29838" y="17896"/>
                </a:lnTo>
                <a:lnTo>
                  <a:pt x="31326" y="19108"/>
                </a:lnTo>
                <a:lnTo>
                  <a:pt x="32016" y="19787"/>
                </a:lnTo>
                <a:lnTo>
                  <a:pt x="33218" y="21026"/>
                </a:lnTo>
                <a:lnTo>
                  <a:pt x="33902" y="21679"/>
                </a:lnTo>
                <a:lnTo>
                  <a:pt x="35109" y="22956"/>
                </a:lnTo>
                <a:lnTo>
                  <a:pt x="35682" y="23570"/>
                </a:lnTo>
                <a:lnTo>
                  <a:pt x="37000" y="24866"/>
                </a:lnTo>
                <a:lnTo>
                  <a:pt x="37595" y="25461"/>
                </a:lnTo>
                <a:lnTo>
                  <a:pt x="38891" y="26880"/>
                </a:lnTo>
                <a:lnTo>
                  <a:pt x="39394" y="27352"/>
                </a:lnTo>
                <a:lnTo>
                  <a:pt x="40782" y="28675"/>
                </a:lnTo>
                <a:lnTo>
                  <a:pt x="41344" y="29244"/>
                </a:lnTo>
                <a:lnTo>
                  <a:pt x="42674" y="30702"/>
                </a:lnTo>
                <a:lnTo>
                  <a:pt x="43112" y="31135"/>
                </a:lnTo>
                <a:lnTo>
                  <a:pt x="44565" y="32551"/>
                </a:lnTo>
                <a:lnTo>
                  <a:pt x="45012" y="33026"/>
                </a:lnTo>
                <a:lnTo>
                  <a:pt x="46456" y="34678"/>
                </a:lnTo>
                <a:lnTo>
                  <a:pt x="46696" y="34918"/>
                </a:lnTo>
                <a:lnTo>
                  <a:pt x="47900" y="36809"/>
                </a:lnTo>
                <a:lnTo>
                  <a:pt x="48347" y="37322"/>
                </a:lnTo>
                <a:lnTo>
                  <a:pt x="49394" y="38700"/>
                </a:lnTo>
                <a:lnTo>
                  <a:pt x="50238" y="39613"/>
                </a:lnTo>
                <a:lnTo>
                  <a:pt x="51076" y="40592"/>
                </a:lnTo>
                <a:lnTo>
                  <a:pt x="52129" y="42168"/>
                </a:lnTo>
                <a:lnTo>
                  <a:pt x="52423" y="42483"/>
                </a:lnTo>
                <a:lnTo>
                  <a:pt x="53737" y="44374"/>
                </a:lnTo>
                <a:lnTo>
                  <a:pt x="54021" y="44662"/>
                </a:lnTo>
                <a:lnTo>
                  <a:pt x="55201" y="46266"/>
                </a:lnTo>
                <a:lnTo>
                  <a:pt x="55912" y="47116"/>
                </a:lnTo>
                <a:lnTo>
                  <a:pt x="56778" y="48157"/>
                </a:lnTo>
                <a:lnTo>
                  <a:pt x="57803" y="49368"/>
                </a:lnTo>
                <a:lnTo>
                  <a:pt x="58418" y="50048"/>
                </a:lnTo>
                <a:lnTo>
                  <a:pt x="59338" y="51940"/>
                </a:lnTo>
                <a:lnTo>
                  <a:pt x="59694" y="52357"/>
                </a:lnTo>
                <a:lnTo>
                  <a:pt x="60542" y="53831"/>
                </a:lnTo>
                <a:lnTo>
                  <a:pt x="61585" y="55496"/>
                </a:lnTo>
                <a:lnTo>
                  <a:pt x="61778" y="55722"/>
                </a:lnTo>
                <a:lnTo>
                  <a:pt x="62796" y="57614"/>
                </a:lnTo>
                <a:lnTo>
                  <a:pt x="63477" y="58664"/>
                </a:lnTo>
                <a:lnTo>
                  <a:pt x="64034" y="59505"/>
                </a:lnTo>
                <a:lnTo>
                  <a:pt x="65000" y="61396"/>
                </a:lnTo>
                <a:lnTo>
                  <a:pt x="65368" y="61912"/>
                </a:lnTo>
                <a:lnTo>
                  <a:pt x="66188" y="63288"/>
                </a:lnTo>
                <a:lnTo>
                  <a:pt x="67259" y="65070"/>
                </a:lnTo>
                <a:lnTo>
                  <a:pt x="67351" y="65179"/>
                </a:lnTo>
                <a:lnTo>
                  <a:pt x="68324" y="67070"/>
                </a:lnTo>
                <a:lnTo>
                  <a:pt x="69150" y="68339"/>
                </a:lnTo>
                <a:lnTo>
                  <a:pt x="69626" y="68962"/>
                </a:lnTo>
                <a:lnTo>
                  <a:pt x="70185" y="70853"/>
                </a:lnTo>
                <a:lnTo>
                  <a:pt x="71041" y="72603"/>
                </a:lnTo>
                <a:lnTo>
                  <a:pt x="71166" y="72744"/>
                </a:lnTo>
                <a:lnTo>
                  <a:pt x="72028" y="74636"/>
                </a:lnTo>
                <a:lnTo>
                  <a:pt x="72693" y="76527"/>
                </a:lnTo>
                <a:lnTo>
                  <a:pt x="72932" y="76801"/>
                </a:lnTo>
                <a:lnTo>
                  <a:pt x="73810" y="78418"/>
                </a:lnTo>
                <a:lnTo>
                  <a:pt x="74396" y="80310"/>
                </a:lnTo>
                <a:lnTo>
                  <a:pt x="74824" y="80968"/>
                </a:lnTo>
                <a:lnTo>
                  <a:pt x="75472" y="82201"/>
                </a:lnTo>
                <a:lnTo>
                  <a:pt x="76073" y="84092"/>
                </a:lnTo>
                <a:lnTo>
                  <a:pt x="76715" y="85170"/>
                </a:lnTo>
                <a:lnTo>
                  <a:pt x="77244" y="85984"/>
                </a:lnTo>
                <a:lnTo>
                  <a:pt x="77720" y="87875"/>
                </a:lnTo>
                <a:lnTo>
                  <a:pt x="78093" y="89766"/>
                </a:lnTo>
                <a:lnTo>
                  <a:pt x="78606" y="90693"/>
                </a:lnTo>
                <a:lnTo>
                  <a:pt x="79167" y="91658"/>
                </a:lnTo>
                <a:lnTo>
                  <a:pt x="79548" y="93549"/>
                </a:lnTo>
                <a:lnTo>
                  <a:pt x="80000" y="95440"/>
                </a:lnTo>
                <a:lnTo>
                  <a:pt x="80497" y="96603"/>
                </a:lnTo>
                <a:lnTo>
                  <a:pt x="80843" y="97332"/>
                </a:lnTo>
                <a:lnTo>
                  <a:pt x="81368" y="99223"/>
                </a:lnTo>
                <a:lnTo>
                  <a:pt x="81727" y="101114"/>
                </a:lnTo>
                <a:lnTo>
                  <a:pt x="82388" y="102523"/>
                </a:lnTo>
                <a:lnTo>
                  <a:pt x="82683" y="103006"/>
                </a:lnTo>
                <a:lnTo>
                  <a:pt x="83236" y="104897"/>
                </a:lnTo>
                <a:lnTo>
                  <a:pt x="83515" y="106788"/>
                </a:lnTo>
                <a:lnTo>
                  <a:pt x="83781" y="108680"/>
                </a:lnTo>
                <a:lnTo>
                  <a:pt x="84279" y="110550"/>
                </a:lnTo>
                <a:lnTo>
                  <a:pt x="84287" y="110571"/>
                </a:lnTo>
                <a:lnTo>
                  <a:pt x="84788" y="112462"/>
                </a:lnTo>
                <a:lnTo>
                  <a:pt x="85130" y="114354"/>
                </a:lnTo>
                <a:lnTo>
                  <a:pt x="85306" y="116245"/>
                </a:lnTo>
                <a:lnTo>
                  <a:pt x="85529" y="118136"/>
                </a:lnTo>
                <a:lnTo>
                  <a:pt x="86062" y="120028"/>
                </a:lnTo>
                <a:lnTo>
                  <a:pt x="86171" y="120281"/>
                </a:lnTo>
                <a:lnTo>
                  <a:pt x="86692" y="121919"/>
                </a:lnTo>
                <a:lnTo>
                  <a:pt x="86914" y="123810"/>
                </a:lnTo>
                <a:lnTo>
                  <a:pt x="87161" y="125702"/>
                </a:lnTo>
                <a:lnTo>
                  <a:pt x="87213" y="127593"/>
                </a:lnTo>
                <a:lnTo>
                  <a:pt x="87304" y="129484"/>
                </a:lnTo>
                <a:lnTo>
                  <a:pt x="87410" y="131376"/>
                </a:lnTo>
                <a:lnTo>
                  <a:pt x="87527" y="133267"/>
                </a:lnTo>
                <a:lnTo>
                  <a:pt x="87673" y="135158"/>
                </a:lnTo>
                <a:lnTo>
                  <a:pt x="87845" y="137050"/>
                </a:lnTo>
                <a:lnTo>
                  <a:pt x="87970" y="138941"/>
                </a:lnTo>
                <a:lnTo>
                  <a:pt x="88062" y="139556"/>
                </a:lnTo>
                <a:lnTo>
                  <a:pt x="88243" y="140832"/>
                </a:lnTo>
                <a:lnTo>
                  <a:pt x="88397" y="142724"/>
                </a:lnTo>
                <a:lnTo>
                  <a:pt x="88583" y="144615"/>
                </a:lnTo>
                <a:lnTo>
                  <a:pt x="88684" y="146506"/>
                </a:lnTo>
                <a:lnTo>
                  <a:pt x="88691" y="148398"/>
                </a:lnTo>
                <a:lnTo>
                  <a:pt x="88601" y="150289"/>
                </a:lnTo>
                <a:lnTo>
                  <a:pt x="88439" y="152180"/>
                </a:lnTo>
                <a:lnTo>
                  <a:pt x="88293" y="154072"/>
                </a:lnTo>
                <a:lnTo>
                  <a:pt x="88197" y="155963"/>
                </a:lnTo>
                <a:lnTo>
                  <a:pt x="88084" y="157854"/>
                </a:lnTo>
                <a:lnTo>
                  <a:pt x="88062" y="158112"/>
                </a:lnTo>
                <a:lnTo>
                  <a:pt x="87931" y="159746"/>
                </a:lnTo>
                <a:lnTo>
                  <a:pt x="87768" y="161637"/>
                </a:lnTo>
                <a:lnTo>
                  <a:pt x="87615" y="163528"/>
                </a:lnTo>
                <a:lnTo>
                  <a:pt x="87460" y="165420"/>
                </a:lnTo>
                <a:lnTo>
                  <a:pt x="87306" y="167311"/>
                </a:lnTo>
                <a:lnTo>
                  <a:pt x="87213" y="169202"/>
                </a:lnTo>
                <a:lnTo>
                  <a:pt x="87012" y="171094"/>
                </a:lnTo>
                <a:lnTo>
                  <a:pt x="86842" y="172985"/>
                </a:lnTo>
                <a:lnTo>
                  <a:pt x="86496" y="174876"/>
                </a:lnTo>
                <a:lnTo>
                  <a:pt x="86171" y="176070"/>
                </a:lnTo>
                <a:lnTo>
                  <a:pt x="85966" y="176768"/>
                </a:lnTo>
                <a:lnTo>
                  <a:pt x="85627" y="178659"/>
                </a:lnTo>
                <a:lnTo>
                  <a:pt x="85399" y="180550"/>
                </a:lnTo>
                <a:lnTo>
                  <a:pt x="85196" y="182442"/>
                </a:lnTo>
                <a:lnTo>
                  <a:pt x="85099" y="184333"/>
                </a:lnTo>
                <a:lnTo>
                  <a:pt x="84536" y="186224"/>
                </a:lnTo>
                <a:lnTo>
                  <a:pt x="84279" y="186767"/>
                </a:lnTo>
                <a:lnTo>
                  <a:pt x="83752" y="188116"/>
                </a:lnTo>
                <a:lnTo>
                  <a:pt x="83338" y="190007"/>
                </a:lnTo>
                <a:lnTo>
                  <a:pt x="83074" y="191898"/>
                </a:lnTo>
                <a:lnTo>
                  <a:pt x="82442" y="193790"/>
                </a:lnTo>
                <a:lnTo>
                  <a:pt x="82388" y="193886"/>
                </a:lnTo>
                <a:lnTo>
                  <a:pt x="81746" y="195681"/>
                </a:lnTo>
                <a:lnTo>
                  <a:pt x="81443" y="197572"/>
                </a:lnTo>
                <a:lnTo>
                  <a:pt x="81171" y="199464"/>
                </a:lnTo>
                <a:lnTo>
                  <a:pt x="80497" y="200908"/>
                </a:lnTo>
                <a:lnTo>
                  <a:pt x="80211" y="201355"/>
                </a:lnTo>
                <a:lnTo>
                  <a:pt x="79613" y="203246"/>
                </a:lnTo>
                <a:lnTo>
                  <a:pt x="79135" y="205138"/>
                </a:lnTo>
                <a:lnTo>
                  <a:pt x="78606" y="205974"/>
                </a:lnTo>
                <a:lnTo>
                  <a:pt x="77984" y="207029"/>
                </a:lnTo>
                <a:lnTo>
                  <a:pt x="77580" y="208920"/>
                </a:lnTo>
                <a:lnTo>
                  <a:pt x="76846" y="210812"/>
                </a:lnTo>
                <a:lnTo>
                  <a:pt x="76715" y="210991"/>
                </a:lnTo>
                <a:lnTo>
                  <a:pt x="75900" y="212703"/>
                </a:lnTo>
                <a:lnTo>
                  <a:pt x="75583" y="214594"/>
                </a:lnTo>
                <a:lnTo>
                  <a:pt x="74824" y="215819"/>
                </a:lnTo>
                <a:lnTo>
                  <a:pt x="74318" y="216486"/>
                </a:lnTo>
                <a:lnTo>
                  <a:pt x="73765" y="218377"/>
                </a:lnTo>
                <a:lnTo>
                  <a:pt x="72932" y="219760"/>
                </a:lnTo>
                <a:lnTo>
                  <a:pt x="72548" y="220268"/>
                </a:lnTo>
                <a:lnTo>
                  <a:pt x="71879" y="222160"/>
                </a:lnTo>
                <a:lnTo>
                  <a:pt x="71041" y="223537"/>
                </a:lnTo>
                <a:lnTo>
                  <a:pt x="70611" y="224051"/>
                </a:lnTo>
                <a:lnTo>
                  <a:pt x="69965" y="225942"/>
                </a:lnTo>
                <a:lnTo>
                  <a:pt x="69150" y="227380"/>
                </a:lnTo>
                <a:lnTo>
                  <a:pt x="68755" y="227834"/>
                </a:lnTo>
                <a:lnTo>
                  <a:pt x="67985" y="229725"/>
                </a:lnTo>
                <a:lnTo>
                  <a:pt x="67259" y="230610"/>
                </a:lnTo>
                <a:lnTo>
                  <a:pt x="66474" y="231616"/>
                </a:lnTo>
                <a:lnTo>
                  <a:pt x="65464" y="233508"/>
                </a:lnTo>
                <a:lnTo>
                  <a:pt x="65368" y="233622"/>
                </a:lnTo>
                <a:lnTo>
                  <a:pt x="64388" y="235399"/>
                </a:lnTo>
                <a:lnTo>
                  <a:pt x="63477" y="236876"/>
                </a:lnTo>
                <a:lnTo>
                  <a:pt x="63151" y="237290"/>
                </a:lnTo>
                <a:lnTo>
                  <a:pt x="62009" y="239182"/>
                </a:lnTo>
                <a:lnTo>
                  <a:pt x="61585" y="239743"/>
                </a:lnTo>
                <a:lnTo>
                  <a:pt x="60640" y="241073"/>
                </a:lnTo>
                <a:lnTo>
                  <a:pt x="59694" y="242425"/>
                </a:lnTo>
                <a:lnTo>
                  <a:pt x="59200" y="242964"/>
                </a:lnTo>
                <a:lnTo>
                  <a:pt x="58187" y="244856"/>
                </a:lnTo>
                <a:lnTo>
                  <a:pt x="57803" y="245245"/>
                </a:lnTo>
                <a:lnTo>
                  <a:pt x="56640" y="246747"/>
                </a:lnTo>
                <a:lnTo>
                  <a:pt x="55912" y="247647"/>
                </a:lnTo>
                <a:lnTo>
                  <a:pt x="55073" y="248638"/>
                </a:lnTo>
                <a:lnTo>
                  <a:pt x="54021" y="249954"/>
                </a:lnTo>
                <a:lnTo>
                  <a:pt x="53486" y="250530"/>
                </a:lnTo>
                <a:lnTo>
                  <a:pt x="52129" y="252169"/>
                </a:lnTo>
                <a:lnTo>
                  <a:pt x="51880" y="252421"/>
                </a:lnTo>
                <a:lnTo>
                  <a:pt x="50522" y="254312"/>
                </a:lnTo>
                <a:lnTo>
                  <a:pt x="50238" y="254612"/>
                </a:lnTo>
                <a:lnTo>
                  <a:pt x="48771" y="256204"/>
                </a:lnTo>
                <a:lnTo>
                  <a:pt x="48347" y="256670"/>
                </a:lnTo>
                <a:lnTo>
                  <a:pt x="47226" y="258095"/>
                </a:lnTo>
                <a:lnTo>
                  <a:pt x="46456" y="258897"/>
                </a:lnTo>
                <a:lnTo>
                  <a:pt x="45444" y="259986"/>
                </a:lnTo>
                <a:lnTo>
                  <a:pt x="44565" y="260838"/>
                </a:lnTo>
                <a:lnTo>
                  <a:pt x="43502" y="261878"/>
                </a:lnTo>
                <a:lnTo>
                  <a:pt x="42674" y="262711"/>
                </a:lnTo>
                <a:lnTo>
                  <a:pt x="41598" y="263769"/>
                </a:lnTo>
                <a:lnTo>
                  <a:pt x="40782" y="264580"/>
                </a:lnTo>
                <a:lnTo>
                  <a:pt x="39696" y="265660"/>
                </a:lnTo>
                <a:lnTo>
                  <a:pt x="38891" y="266466"/>
                </a:lnTo>
                <a:lnTo>
                  <a:pt x="37867" y="267552"/>
                </a:lnTo>
                <a:lnTo>
                  <a:pt x="37000" y="268397"/>
                </a:lnTo>
                <a:lnTo>
                  <a:pt x="35850" y="269443"/>
                </a:lnTo>
                <a:lnTo>
                  <a:pt x="35109" y="270134"/>
                </a:lnTo>
                <a:lnTo>
                  <a:pt x="33777" y="271334"/>
                </a:lnTo>
                <a:lnTo>
                  <a:pt x="33218" y="271879"/>
                </a:lnTo>
                <a:lnTo>
                  <a:pt x="31483" y="273226"/>
                </a:lnTo>
                <a:lnTo>
                  <a:pt x="31326" y="273383"/>
                </a:lnTo>
                <a:lnTo>
                  <a:pt x="29435" y="274752"/>
                </a:lnTo>
                <a:lnTo>
                  <a:pt x="29068" y="275117"/>
                </a:lnTo>
                <a:lnTo>
                  <a:pt x="27544" y="276383"/>
                </a:lnTo>
                <a:lnTo>
                  <a:pt x="26828" y="277008"/>
                </a:lnTo>
                <a:lnTo>
                  <a:pt x="25653" y="277968"/>
                </a:lnTo>
                <a:lnTo>
                  <a:pt x="24533" y="278900"/>
                </a:lnTo>
                <a:lnTo>
                  <a:pt x="23762" y="279616"/>
                </a:lnTo>
                <a:lnTo>
                  <a:pt x="21989" y="280791"/>
                </a:lnTo>
                <a:lnTo>
                  <a:pt x="21871" y="280907"/>
                </a:lnTo>
                <a:lnTo>
                  <a:pt x="19979" y="282074"/>
                </a:lnTo>
                <a:lnTo>
                  <a:pt x="19336" y="282682"/>
                </a:lnTo>
                <a:lnTo>
                  <a:pt x="18088" y="283700"/>
                </a:lnTo>
                <a:lnTo>
                  <a:pt x="16957" y="284574"/>
                </a:lnTo>
                <a:lnTo>
                  <a:pt x="16197" y="285258"/>
                </a:lnTo>
                <a:lnTo>
                  <a:pt x="14306" y="286398"/>
                </a:lnTo>
                <a:lnTo>
                  <a:pt x="14229" y="286465"/>
                </a:lnTo>
                <a:lnTo>
                  <a:pt x="12415" y="287514"/>
                </a:lnTo>
                <a:lnTo>
                  <a:pt x="11365" y="288356"/>
                </a:lnTo>
                <a:lnTo>
                  <a:pt x="10523" y="289017"/>
                </a:lnTo>
                <a:lnTo>
                  <a:pt x="8632" y="290060"/>
                </a:lnTo>
                <a:lnTo>
                  <a:pt x="8440" y="290248"/>
                </a:lnTo>
                <a:lnTo>
                  <a:pt x="6741" y="291270"/>
                </a:lnTo>
                <a:lnTo>
                  <a:pt x="5612" y="292139"/>
                </a:lnTo>
                <a:lnTo>
                  <a:pt x="4850" y="292800"/>
                </a:lnTo>
                <a:lnTo>
                  <a:pt x="2959" y="293129"/>
                </a:lnTo>
                <a:lnTo>
                  <a:pt x="2034" y="292139"/>
                </a:lnTo>
                <a:lnTo>
                  <a:pt x="1068" y="290495"/>
                </a:lnTo>
                <a:lnTo>
                  <a:pt x="830" y="290248"/>
                </a:lnTo>
                <a:lnTo>
                  <a:pt x="75" y="288356"/>
                </a:lnTo>
                <a:lnTo>
                  <a:pt x="68" y="286465"/>
                </a:lnTo>
                <a:lnTo>
                  <a:pt x="1068" y="285456"/>
                </a:lnTo>
                <a:lnTo>
                  <a:pt x="2008" y="284574"/>
                </a:lnTo>
                <a:lnTo>
                  <a:pt x="2959" y="283719"/>
                </a:lnTo>
                <a:lnTo>
                  <a:pt x="4067" y="282682"/>
                </a:lnTo>
                <a:lnTo>
                  <a:pt x="4850" y="281929"/>
                </a:lnTo>
                <a:lnTo>
                  <a:pt x="6311" y="280791"/>
                </a:lnTo>
                <a:lnTo>
                  <a:pt x="6741" y="280361"/>
                </a:lnTo>
                <a:lnTo>
                  <a:pt x="8463" y="278900"/>
                </a:lnTo>
                <a:lnTo>
                  <a:pt x="8632" y="278731"/>
                </a:lnTo>
                <a:lnTo>
                  <a:pt x="10523" y="277045"/>
                </a:lnTo>
                <a:lnTo>
                  <a:pt x="10564" y="277008"/>
                </a:lnTo>
                <a:lnTo>
                  <a:pt x="12415" y="275528"/>
                </a:lnTo>
                <a:lnTo>
                  <a:pt x="12797" y="275117"/>
                </a:lnTo>
                <a:lnTo>
                  <a:pt x="14306" y="273664"/>
                </a:lnTo>
                <a:lnTo>
                  <a:pt x="14749" y="273226"/>
                </a:lnTo>
                <a:lnTo>
                  <a:pt x="16197" y="271863"/>
                </a:lnTo>
                <a:lnTo>
                  <a:pt x="16777" y="271334"/>
                </a:lnTo>
                <a:lnTo>
                  <a:pt x="18088" y="269970"/>
                </a:lnTo>
                <a:lnTo>
                  <a:pt x="18561" y="269443"/>
                </a:lnTo>
                <a:lnTo>
                  <a:pt x="19979" y="267943"/>
                </a:lnTo>
                <a:lnTo>
                  <a:pt x="20389" y="267552"/>
                </a:lnTo>
                <a:lnTo>
                  <a:pt x="21871" y="266040"/>
                </a:lnTo>
                <a:lnTo>
                  <a:pt x="22226" y="265660"/>
                </a:lnTo>
                <a:lnTo>
                  <a:pt x="23762" y="263926"/>
                </a:lnTo>
                <a:lnTo>
                  <a:pt x="23918" y="263769"/>
                </a:lnTo>
                <a:lnTo>
                  <a:pt x="25278" y="261878"/>
                </a:lnTo>
                <a:lnTo>
                  <a:pt x="25653" y="261491"/>
                </a:lnTo>
                <a:lnTo>
                  <a:pt x="26872" y="259986"/>
                </a:lnTo>
                <a:lnTo>
                  <a:pt x="27544" y="259300"/>
                </a:lnTo>
                <a:lnTo>
                  <a:pt x="28643" y="258095"/>
                </a:lnTo>
                <a:lnTo>
                  <a:pt x="29435" y="256995"/>
                </a:lnTo>
                <a:lnTo>
                  <a:pt x="30100" y="256204"/>
                </a:lnTo>
                <a:lnTo>
                  <a:pt x="31326" y="254321"/>
                </a:lnTo>
                <a:lnTo>
                  <a:pt x="31334" y="254312"/>
                </a:lnTo>
                <a:lnTo>
                  <a:pt x="32572" y="252421"/>
                </a:lnTo>
                <a:lnTo>
                  <a:pt x="33218" y="251563"/>
                </a:lnTo>
                <a:lnTo>
                  <a:pt x="34000" y="250530"/>
                </a:lnTo>
                <a:lnTo>
                  <a:pt x="35109" y="248861"/>
                </a:lnTo>
                <a:lnTo>
                  <a:pt x="35305" y="248638"/>
                </a:lnTo>
                <a:lnTo>
                  <a:pt x="36412" y="246747"/>
                </a:lnTo>
                <a:lnTo>
                  <a:pt x="37000" y="246136"/>
                </a:lnTo>
                <a:lnTo>
                  <a:pt x="37950" y="244856"/>
                </a:lnTo>
                <a:lnTo>
                  <a:pt x="38891" y="243486"/>
                </a:lnTo>
                <a:lnTo>
                  <a:pt x="39389" y="242964"/>
                </a:lnTo>
                <a:lnTo>
                  <a:pt x="40109" y="241073"/>
                </a:lnTo>
                <a:lnTo>
                  <a:pt x="40782" y="239850"/>
                </a:lnTo>
                <a:lnTo>
                  <a:pt x="41235" y="239182"/>
                </a:lnTo>
                <a:lnTo>
                  <a:pt x="41905" y="237290"/>
                </a:lnTo>
                <a:lnTo>
                  <a:pt x="42674" y="235945"/>
                </a:lnTo>
                <a:lnTo>
                  <a:pt x="43067" y="235399"/>
                </a:lnTo>
                <a:lnTo>
                  <a:pt x="43824" y="233508"/>
                </a:lnTo>
                <a:lnTo>
                  <a:pt x="44565" y="232094"/>
                </a:lnTo>
                <a:lnTo>
                  <a:pt x="44900" y="231616"/>
                </a:lnTo>
                <a:lnTo>
                  <a:pt x="45666" y="229725"/>
                </a:lnTo>
                <a:lnTo>
                  <a:pt x="46456" y="228233"/>
                </a:lnTo>
                <a:lnTo>
                  <a:pt x="46765" y="227834"/>
                </a:lnTo>
                <a:lnTo>
                  <a:pt x="47410" y="225942"/>
                </a:lnTo>
                <a:lnTo>
                  <a:pt x="47785" y="224051"/>
                </a:lnTo>
                <a:lnTo>
                  <a:pt x="48347" y="222939"/>
                </a:lnTo>
                <a:lnTo>
                  <a:pt x="48777" y="222160"/>
                </a:lnTo>
                <a:lnTo>
                  <a:pt x="49204" y="220268"/>
                </a:lnTo>
                <a:lnTo>
                  <a:pt x="49623" y="218377"/>
                </a:lnTo>
                <a:lnTo>
                  <a:pt x="50238" y="216910"/>
                </a:lnTo>
                <a:lnTo>
                  <a:pt x="50467" y="216486"/>
                </a:lnTo>
                <a:lnTo>
                  <a:pt x="51070" y="214594"/>
                </a:lnTo>
                <a:lnTo>
                  <a:pt x="51366" y="212703"/>
                </a:lnTo>
                <a:lnTo>
                  <a:pt x="52051" y="210812"/>
                </a:lnTo>
                <a:lnTo>
                  <a:pt x="52129" y="210654"/>
                </a:lnTo>
                <a:lnTo>
                  <a:pt x="52738" y="208920"/>
                </a:lnTo>
                <a:lnTo>
                  <a:pt x="52977" y="207029"/>
                </a:lnTo>
                <a:lnTo>
                  <a:pt x="53151" y="205138"/>
                </a:lnTo>
                <a:lnTo>
                  <a:pt x="53449" y="203246"/>
                </a:lnTo>
                <a:lnTo>
                  <a:pt x="53856" y="201355"/>
                </a:lnTo>
                <a:lnTo>
                  <a:pt x="54021" y="200960"/>
                </a:lnTo>
                <a:lnTo>
                  <a:pt x="54502" y="199464"/>
                </a:lnTo>
                <a:lnTo>
                  <a:pt x="54718" y="197572"/>
                </a:lnTo>
                <a:lnTo>
                  <a:pt x="54938" y="195681"/>
                </a:lnTo>
                <a:lnTo>
                  <a:pt x="55137" y="193790"/>
                </a:lnTo>
                <a:lnTo>
                  <a:pt x="55406" y="191898"/>
                </a:lnTo>
                <a:lnTo>
                  <a:pt x="55792" y="190007"/>
                </a:lnTo>
                <a:lnTo>
                  <a:pt x="55912" y="189308"/>
                </a:lnTo>
                <a:lnTo>
                  <a:pt x="56105" y="188116"/>
                </a:lnTo>
                <a:lnTo>
                  <a:pt x="56206" y="186224"/>
                </a:lnTo>
                <a:lnTo>
                  <a:pt x="56488" y="184333"/>
                </a:lnTo>
                <a:lnTo>
                  <a:pt x="56589" y="182442"/>
                </a:lnTo>
                <a:lnTo>
                  <a:pt x="56712" y="180550"/>
                </a:lnTo>
                <a:lnTo>
                  <a:pt x="56807" y="178659"/>
                </a:lnTo>
                <a:lnTo>
                  <a:pt x="56892" y="176768"/>
                </a:lnTo>
                <a:lnTo>
                  <a:pt x="56979" y="174876"/>
                </a:lnTo>
                <a:lnTo>
                  <a:pt x="57105" y="172985"/>
                </a:lnTo>
                <a:lnTo>
                  <a:pt x="57208" y="171094"/>
                </a:lnTo>
                <a:lnTo>
                  <a:pt x="57298" y="169202"/>
                </a:lnTo>
                <a:lnTo>
                  <a:pt x="57339" y="167311"/>
                </a:lnTo>
                <a:lnTo>
                  <a:pt x="57409" y="165420"/>
                </a:lnTo>
                <a:lnTo>
                  <a:pt x="57509" y="163528"/>
                </a:lnTo>
                <a:lnTo>
                  <a:pt x="57622" y="161637"/>
                </a:lnTo>
                <a:lnTo>
                  <a:pt x="57739" y="159746"/>
                </a:lnTo>
                <a:lnTo>
                  <a:pt x="57803" y="158327"/>
                </a:lnTo>
                <a:lnTo>
                  <a:pt x="57825" y="157854"/>
                </a:lnTo>
                <a:lnTo>
                  <a:pt x="57867" y="155963"/>
                </a:lnTo>
                <a:lnTo>
                  <a:pt x="57895" y="154072"/>
                </a:lnTo>
                <a:lnTo>
                  <a:pt x="57908" y="152180"/>
                </a:lnTo>
                <a:lnTo>
                  <a:pt x="57909" y="150289"/>
                </a:lnTo>
                <a:lnTo>
                  <a:pt x="57910" y="148398"/>
                </a:lnTo>
                <a:lnTo>
                  <a:pt x="57882" y="146506"/>
                </a:lnTo>
                <a:lnTo>
                  <a:pt x="57854" y="144615"/>
                </a:lnTo>
                <a:lnTo>
                  <a:pt x="57810" y="142724"/>
                </a:lnTo>
                <a:lnTo>
                  <a:pt x="57803" y="141778"/>
                </a:lnTo>
                <a:lnTo>
                  <a:pt x="57795" y="140832"/>
                </a:lnTo>
                <a:lnTo>
                  <a:pt x="57595" y="138941"/>
                </a:lnTo>
                <a:lnTo>
                  <a:pt x="57572" y="137050"/>
                </a:lnTo>
                <a:lnTo>
                  <a:pt x="57507" y="135158"/>
                </a:lnTo>
                <a:lnTo>
                  <a:pt x="57445" y="133267"/>
                </a:lnTo>
                <a:lnTo>
                  <a:pt x="57382" y="131376"/>
                </a:lnTo>
                <a:lnTo>
                  <a:pt x="57322" y="129484"/>
                </a:lnTo>
                <a:lnTo>
                  <a:pt x="57282" y="127593"/>
                </a:lnTo>
                <a:lnTo>
                  <a:pt x="57259" y="125702"/>
                </a:lnTo>
                <a:lnTo>
                  <a:pt x="57105" y="123810"/>
                </a:lnTo>
                <a:lnTo>
                  <a:pt x="57023" y="121919"/>
                </a:lnTo>
                <a:lnTo>
                  <a:pt x="56921" y="120028"/>
                </a:lnTo>
                <a:lnTo>
                  <a:pt x="56831" y="118136"/>
                </a:lnTo>
                <a:lnTo>
                  <a:pt x="56773" y="116245"/>
                </a:lnTo>
                <a:lnTo>
                  <a:pt x="56660" y="114354"/>
                </a:lnTo>
                <a:lnTo>
                  <a:pt x="56507" y="112462"/>
                </a:lnTo>
                <a:lnTo>
                  <a:pt x="56382" y="110571"/>
                </a:lnTo>
                <a:lnTo>
                  <a:pt x="56185" y="108680"/>
                </a:lnTo>
                <a:lnTo>
                  <a:pt x="55993" y="106788"/>
                </a:lnTo>
                <a:lnTo>
                  <a:pt x="55912" y="106442"/>
                </a:lnTo>
                <a:lnTo>
                  <a:pt x="55601" y="104897"/>
                </a:lnTo>
                <a:lnTo>
                  <a:pt x="55270" y="103006"/>
                </a:lnTo>
                <a:lnTo>
                  <a:pt x="55064" y="101114"/>
                </a:lnTo>
                <a:lnTo>
                  <a:pt x="54875" y="99223"/>
                </a:lnTo>
                <a:lnTo>
                  <a:pt x="54615" y="97332"/>
                </a:lnTo>
                <a:lnTo>
                  <a:pt x="54325" y="95440"/>
                </a:lnTo>
                <a:lnTo>
                  <a:pt x="54021" y="94495"/>
                </a:lnTo>
                <a:lnTo>
                  <a:pt x="53716" y="93549"/>
                </a:lnTo>
                <a:lnTo>
                  <a:pt x="53416" y="91658"/>
                </a:lnTo>
                <a:lnTo>
                  <a:pt x="53161" y="89766"/>
                </a:lnTo>
                <a:lnTo>
                  <a:pt x="52981" y="87875"/>
                </a:lnTo>
                <a:lnTo>
                  <a:pt x="52703" y="85984"/>
                </a:lnTo>
                <a:lnTo>
                  <a:pt x="52129" y="84484"/>
                </a:lnTo>
                <a:lnTo>
                  <a:pt x="51936" y="84092"/>
                </a:lnTo>
                <a:lnTo>
                  <a:pt x="51321" y="82201"/>
                </a:lnTo>
                <a:lnTo>
                  <a:pt x="51063" y="80310"/>
                </a:lnTo>
                <a:lnTo>
                  <a:pt x="50547" y="78418"/>
                </a:lnTo>
                <a:lnTo>
                  <a:pt x="50238" y="77824"/>
                </a:lnTo>
                <a:lnTo>
                  <a:pt x="49670" y="76527"/>
                </a:lnTo>
                <a:lnTo>
                  <a:pt x="49284" y="74636"/>
                </a:lnTo>
                <a:lnTo>
                  <a:pt x="48956" y="72744"/>
                </a:lnTo>
                <a:lnTo>
                  <a:pt x="48347" y="71473"/>
                </a:lnTo>
                <a:lnTo>
                  <a:pt x="47992" y="70853"/>
                </a:lnTo>
                <a:lnTo>
                  <a:pt x="47542" y="68962"/>
                </a:lnTo>
                <a:lnTo>
                  <a:pt x="47041" y="67070"/>
                </a:lnTo>
                <a:lnTo>
                  <a:pt x="46456" y="66134"/>
                </a:lnTo>
                <a:lnTo>
                  <a:pt x="45890" y="65179"/>
                </a:lnTo>
                <a:lnTo>
                  <a:pt x="45319" y="63288"/>
                </a:lnTo>
                <a:lnTo>
                  <a:pt x="44565" y="61945"/>
                </a:lnTo>
                <a:lnTo>
                  <a:pt x="44162" y="61396"/>
                </a:lnTo>
                <a:lnTo>
                  <a:pt x="43505" y="59505"/>
                </a:lnTo>
                <a:lnTo>
                  <a:pt x="42674" y="57684"/>
                </a:lnTo>
                <a:lnTo>
                  <a:pt x="42623" y="57614"/>
                </a:lnTo>
                <a:lnTo>
                  <a:pt x="41751" y="55722"/>
                </a:lnTo>
                <a:lnTo>
                  <a:pt x="40887" y="53831"/>
                </a:lnTo>
                <a:lnTo>
                  <a:pt x="40782" y="53692"/>
                </a:lnTo>
                <a:lnTo>
                  <a:pt x="39947" y="51940"/>
                </a:lnTo>
                <a:lnTo>
                  <a:pt x="39119" y="50048"/>
                </a:lnTo>
                <a:lnTo>
                  <a:pt x="38891" y="49801"/>
                </a:lnTo>
                <a:lnTo>
                  <a:pt x="37876" y="48157"/>
                </a:lnTo>
                <a:lnTo>
                  <a:pt x="37000" y="46770"/>
                </a:lnTo>
                <a:lnTo>
                  <a:pt x="36579" y="46266"/>
                </a:lnTo>
                <a:lnTo>
                  <a:pt x="35590" y="44374"/>
                </a:lnTo>
                <a:lnTo>
                  <a:pt x="35109" y="43774"/>
                </a:lnTo>
                <a:lnTo>
                  <a:pt x="34259" y="42483"/>
                </a:lnTo>
                <a:lnTo>
                  <a:pt x="33218" y="40947"/>
                </a:lnTo>
                <a:lnTo>
                  <a:pt x="32892" y="40592"/>
                </a:lnTo>
                <a:lnTo>
                  <a:pt x="31686" y="38700"/>
                </a:lnTo>
                <a:lnTo>
                  <a:pt x="31326" y="38265"/>
                </a:lnTo>
                <a:lnTo>
                  <a:pt x="30286" y="36809"/>
                </a:lnTo>
                <a:lnTo>
                  <a:pt x="29435" y="35766"/>
                </a:lnTo>
                <a:lnTo>
                  <a:pt x="28723" y="34918"/>
                </a:lnTo>
                <a:lnTo>
                  <a:pt x="27544" y="33431"/>
                </a:lnTo>
                <a:lnTo>
                  <a:pt x="27184" y="33026"/>
                </a:lnTo>
                <a:lnTo>
                  <a:pt x="25809" y="31135"/>
                </a:lnTo>
                <a:lnTo>
                  <a:pt x="25653" y="30979"/>
                </a:lnTo>
                <a:lnTo>
                  <a:pt x="24259" y="29244"/>
                </a:lnTo>
                <a:lnTo>
                  <a:pt x="23762" y="28706"/>
                </a:lnTo>
                <a:lnTo>
                  <a:pt x="22552" y="27352"/>
                </a:lnTo>
                <a:lnTo>
                  <a:pt x="21871" y="26679"/>
                </a:lnTo>
                <a:lnTo>
                  <a:pt x="20699" y="25461"/>
                </a:lnTo>
                <a:lnTo>
                  <a:pt x="19979" y="24697"/>
                </a:lnTo>
                <a:lnTo>
                  <a:pt x="18895" y="23570"/>
                </a:lnTo>
                <a:lnTo>
                  <a:pt x="18088" y="22681"/>
                </a:lnTo>
                <a:lnTo>
                  <a:pt x="17121" y="21679"/>
                </a:lnTo>
                <a:lnTo>
                  <a:pt x="16197" y="20796"/>
                </a:lnTo>
                <a:lnTo>
                  <a:pt x="15261" y="19787"/>
                </a:lnTo>
                <a:lnTo>
                  <a:pt x="14306" y="18856"/>
                </a:lnTo>
                <a:lnTo>
                  <a:pt x="13170" y="17896"/>
                </a:lnTo>
                <a:lnTo>
                  <a:pt x="12415" y="17206"/>
                </a:lnTo>
                <a:lnTo>
                  <a:pt x="11138" y="16005"/>
                </a:lnTo>
                <a:lnTo>
                  <a:pt x="10523" y="15390"/>
                </a:lnTo>
                <a:lnTo>
                  <a:pt x="9239" y="14113"/>
                </a:lnTo>
                <a:lnTo>
                  <a:pt x="8632" y="13523"/>
                </a:lnTo>
                <a:lnTo>
                  <a:pt x="6836" y="12222"/>
                </a:lnTo>
                <a:lnTo>
                  <a:pt x="6741" y="12128"/>
                </a:lnTo>
                <a:lnTo>
                  <a:pt x="4850" y="10666"/>
                </a:lnTo>
                <a:lnTo>
                  <a:pt x="4486" y="10331"/>
                </a:lnTo>
                <a:lnTo>
                  <a:pt x="2959" y="9143"/>
                </a:lnTo>
                <a:lnTo>
                  <a:pt x="2192" y="8439"/>
                </a:lnTo>
                <a:lnTo>
                  <a:pt x="1068" y="7444"/>
                </a:lnTo>
                <a:lnTo>
                  <a:pt x="199" y="6548"/>
                </a:lnTo>
                <a:lnTo>
                  <a:pt x="0" y="4657"/>
                </a:lnTo>
                <a:lnTo>
                  <a:pt x="1068" y="3190"/>
                </a:lnTo>
                <a:lnTo>
                  <a:pt x="1482" y="2765"/>
                </a:lnTo>
                <a:lnTo>
                  <a:pt x="2445" y="8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fog-math-16-glyph-3">
            <a:extLst xmlns:a="http://schemas.openxmlformats.org/drawingml/2006/main">
              <a:ext uri="{FF2B5EF4-FFF2-40B4-BE49-F238E27FC236}">
                <a16:creationId xmlns:a16="http://schemas.microsoft.com/office/drawing/2014/main" id="{42BA1875-4417-4AF3-9451-1A374F4F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0428" y="3269277"/>
            <a:ext cx="121009" cy="157286"/>
          </a:xfrm>
          <a:custGeom xmlns:a="http://schemas.openxmlformats.org/drawingml/2006/main">
            <a:pathLst>
              <a:path w="121009" h="157286">
                <a:moveTo>
                  <a:pt x="70738" y="680"/>
                </a:moveTo>
                <a:lnTo>
                  <a:pt x="71054" y="601"/>
                </a:lnTo>
                <a:lnTo>
                  <a:pt x="72945" y="418"/>
                </a:lnTo>
                <a:lnTo>
                  <a:pt x="74836" y="615"/>
                </a:lnTo>
                <a:lnTo>
                  <a:pt x="75491" y="680"/>
                </a:lnTo>
                <a:lnTo>
                  <a:pt x="76727" y="808"/>
                </a:lnTo>
                <a:lnTo>
                  <a:pt x="78618" y="1064"/>
                </a:lnTo>
                <a:lnTo>
                  <a:pt x="80510" y="1331"/>
                </a:lnTo>
                <a:lnTo>
                  <a:pt x="82401" y="1475"/>
                </a:lnTo>
                <a:lnTo>
                  <a:pt x="84292" y="1595"/>
                </a:lnTo>
                <a:lnTo>
                  <a:pt x="86183" y="1997"/>
                </a:lnTo>
                <a:lnTo>
                  <a:pt x="87904" y="2571"/>
                </a:lnTo>
                <a:lnTo>
                  <a:pt x="88074" y="2649"/>
                </a:lnTo>
                <a:lnTo>
                  <a:pt x="89965" y="3140"/>
                </a:lnTo>
                <a:lnTo>
                  <a:pt x="91857" y="3517"/>
                </a:lnTo>
                <a:lnTo>
                  <a:pt x="93748" y="3860"/>
                </a:lnTo>
                <a:lnTo>
                  <a:pt x="95333" y="4462"/>
                </a:lnTo>
                <a:lnTo>
                  <a:pt x="95639" y="4619"/>
                </a:lnTo>
                <a:lnTo>
                  <a:pt x="97530" y="5257"/>
                </a:lnTo>
                <a:lnTo>
                  <a:pt x="99421" y="5497"/>
                </a:lnTo>
                <a:lnTo>
                  <a:pt x="101312" y="5712"/>
                </a:lnTo>
                <a:lnTo>
                  <a:pt x="103204" y="5988"/>
                </a:lnTo>
                <a:lnTo>
                  <a:pt x="105095" y="6103"/>
                </a:lnTo>
                <a:lnTo>
                  <a:pt x="106986" y="6049"/>
                </a:lnTo>
                <a:lnTo>
                  <a:pt x="108877" y="5633"/>
                </a:lnTo>
                <a:lnTo>
                  <a:pt x="110768" y="5205"/>
                </a:lnTo>
                <a:lnTo>
                  <a:pt x="111519" y="4462"/>
                </a:lnTo>
                <a:lnTo>
                  <a:pt x="112660" y="3412"/>
                </a:lnTo>
                <a:lnTo>
                  <a:pt x="113512" y="2571"/>
                </a:lnTo>
                <a:lnTo>
                  <a:pt x="114551" y="1086"/>
                </a:lnTo>
                <a:lnTo>
                  <a:pt x="115154" y="680"/>
                </a:lnTo>
                <a:lnTo>
                  <a:pt x="116442" y="0"/>
                </a:lnTo>
                <a:lnTo>
                  <a:pt x="118333" y="71"/>
                </a:lnTo>
                <a:lnTo>
                  <a:pt x="120224" y="174"/>
                </a:lnTo>
                <a:lnTo>
                  <a:pt x="120733" y="680"/>
                </a:lnTo>
                <a:lnTo>
                  <a:pt x="121009" y="2571"/>
                </a:lnTo>
                <a:lnTo>
                  <a:pt x="120680" y="4462"/>
                </a:lnTo>
                <a:lnTo>
                  <a:pt x="120224" y="6092"/>
                </a:lnTo>
                <a:lnTo>
                  <a:pt x="120133" y="6354"/>
                </a:lnTo>
                <a:lnTo>
                  <a:pt x="119735" y="8245"/>
                </a:lnTo>
                <a:lnTo>
                  <a:pt x="119582" y="10136"/>
                </a:lnTo>
                <a:lnTo>
                  <a:pt x="119303" y="12028"/>
                </a:lnTo>
                <a:lnTo>
                  <a:pt x="119244" y="13919"/>
                </a:lnTo>
                <a:lnTo>
                  <a:pt x="119065" y="15810"/>
                </a:lnTo>
                <a:lnTo>
                  <a:pt x="118870" y="17702"/>
                </a:lnTo>
                <a:lnTo>
                  <a:pt x="118425" y="19593"/>
                </a:lnTo>
                <a:lnTo>
                  <a:pt x="118333" y="19866"/>
                </a:lnTo>
                <a:lnTo>
                  <a:pt x="117892" y="21484"/>
                </a:lnTo>
                <a:lnTo>
                  <a:pt x="117638" y="23376"/>
                </a:lnTo>
                <a:lnTo>
                  <a:pt x="117466" y="25267"/>
                </a:lnTo>
                <a:lnTo>
                  <a:pt x="117311" y="27158"/>
                </a:lnTo>
                <a:lnTo>
                  <a:pt x="117217" y="29050"/>
                </a:lnTo>
                <a:lnTo>
                  <a:pt x="116863" y="30941"/>
                </a:lnTo>
                <a:lnTo>
                  <a:pt x="116573" y="32832"/>
                </a:lnTo>
                <a:lnTo>
                  <a:pt x="116442" y="33250"/>
                </a:lnTo>
                <a:lnTo>
                  <a:pt x="116048" y="34724"/>
                </a:lnTo>
                <a:lnTo>
                  <a:pt x="115733" y="36615"/>
                </a:lnTo>
                <a:lnTo>
                  <a:pt x="115577" y="38506"/>
                </a:lnTo>
                <a:lnTo>
                  <a:pt x="115413" y="40398"/>
                </a:lnTo>
                <a:lnTo>
                  <a:pt x="115224" y="42289"/>
                </a:lnTo>
                <a:lnTo>
                  <a:pt x="115064" y="44180"/>
                </a:lnTo>
                <a:lnTo>
                  <a:pt x="114551" y="46014"/>
                </a:lnTo>
                <a:lnTo>
                  <a:pt x="114529" y="46072"/>
                </a:lnTo>
                <a:lnTo>
                  <a:pt x="114301" y="47963"/>
                </a:lnTo>
                <a:lnTo>
                  <a:pt x="112660" y="49135"/>
                </a:lnTo>
                <a:lnTo>
                  <a:pt x="110768" y="49195"/>
                </a:lnTo>
                <a:lnTo>
                  <a:pt x="108877" y="49206"/>
                </a:lnTo>
                <a:lnTo>
                  <a:pt x="107467" y="47963"/>
                </a:lnTo>
                <a:lnTo>
                  <a:pt x="106986" y="46350"/>
                </a:lnTo>
                <a:lnTo>
                  <a:pt x="106877" y="46072"/>
                </a:lnTo>
                <a:lnTo>
                  <a:pt x="106481" y="44180"/>
                </a:lnTo>
                <a:lnTo>
                  <a:pt x="106201" y="42289"/>
                </a:lnTo>
                <a:lnTo>
                  <a:pt x="106017" y="40398"/>
                </a:lnTo>
                <a:lnTo>
                  <a:pt x="105781" y="38506"/>
                </a:lnTo>
                <a:lnTo>
                  <a:pt x="105095" y="36703"/>
                </a:lnTo>
                <a:lnTo>
                  <a:pt x="105044" y="36615"/>
                </a:lnTo>
                <a:lnTo>
                  <a:pt x="104421" y="34724"/>
                </a:lnTo>
                <a:lnTo>
                  <a:pt x="104095" y="32832"/>
                </a:lnTo>
                <a:lnTo>
                  <a:pt x="103748" y="30941"/>
                </a:lnTo>
                <a:lnTo>
                  <a:pt x="103204" y="30122"/>
                </a:lnTo>
                <a:lnTo>
                  <a:pt x="102546" y="29050"/>
                </a:lnTo>
                <a:lnTo>
                  <a:pt x="102136" y="27158"/>
                </a:lnTo>
                <a:lnTo>
                  <a:pt x="101312" y="25503"/>
                </a:lnTo>
                <a:lnTo>
                  <a:pt x="101129" y="25267"/>
                </a:lnTo>
                <a:lnTo>
                  <a:pt x="100231" y="23376"/>
                </a:lnTo>
                <a:lnTo>
                  <a:pt x="99421" y="22170"/>
                </a:lnTo>
                <a:lnTo>
                  <a:pt x="98908" y="21484"/>
                </a:lnTo>
                <a:lnTo>
                  <a:pt x="97816" y="19593"/>
                </a:lnTo>
                <a:lnTo>
                  <a:pt x="97530" y="19280"/>
                </a:lnTo>
                <a:lnTo>
                  <a:pt x="96282" y="17702"/>
                </a:lnTo>
                <a:lnTo>
                  <a:pt x="95639" y="17080"/>
                </a:lnTo>
                <a:lnTo>
                  <a:pt x="94390" y="15810"/>
                </a:lnTo>
                <a:lnTo>
                  <a:pt x="93748" y="15181"/>
                </a:lnTo>
                <a:lnTo>
                  <a:pt x="91909" y="13919"/>
                </a:lnTo>
                <a:lnTo>
                  <a:pt x="91857" y="13868"/>
                </a:lnTo>
                <a:lnTo>
                  <a:pt x="89965" y="12833"/>
                </a:lnTo>
                <a:lnTo>
                  <a:pt x="88583" y="12028"/>
                </a:lnTo>
                <a:lnTo>
                  <a:pt x="88074" y="11682"/>
                </a:lnTo>
                <a:lnTo>
                  <a:pt x="86183" y="11098"/>
                </a:lnTo>
                <a:lnTo>
                  <a:pt x="84292" y="10584"/>
                </a:lnTo>
                <a:lnTo>
                  <a:pt x="82424" y="10136"/>
                </a:lnTo>
                <a:lnTo>
                  <a:pt x="82401" y="10128"/>
                </a:lnTo>
                <a:lnTo>
                  <a:pt x="80510" y="9865"/>
                </a:lnTo>
                <a:lnTo>
                  <a:pt x="78618" y="9514"/>
                </a:lnTo>
                <a:lnTo>
                  <a:pt x="76727" y="9663"/>
                </a:lnTo>
                <a:lnTo>
                  <a:pt x="74836" y="10044"/>
                </a:lnTo>
                <a:lnTo>
                  <a:pt x="74512" y="10136"/>
                </a:lnTo>
                <a:lnTo>
                  <a:pt x="72945" y="10511"/>
                </a:lnTo>
                <a:lnTo>
                  <a:pt x="71054" y="10803"/>
                </a:lnTo>
                <a:lnTo>
                  <a:pt x="69162" y="11196"/>
                </a:lnTo>
                <a:lnTo>
                  <a:pt x="67929" y="12028"/>
                </a:lnTo>
                <a:lnTo>
                  <a:pt x="67271" y="12517"/>
                </a:lnTo>
                <a:lnTo>
                  <a:pt x="65380" y="13406"/>
                </a:lnTo>
                <a:lnTo>
                  <a:pt x="64661" y="13919"/>
                </a:lnTo>
                <a:lnTo>
                  <a:pt x="63489" y="14707"/>
                </a:lnTo>
                <a:lnTo>
                  <a:pt x="62530" y="15810"/>
                </a:lnTo>
                <a:lnTo>
                  <a:pt x="61598" y="17310"/>
                </a:lnTo>
                <a:lnTo>
                  <a:pt x="61262" y="17702"/>
                </a:lnTo>
                <a:lnTo>
                  <a:pt x="60251" y="19593"/>
                </a:lnTo>
                <a:lnTo>
                  <a:pt x="59707" y="20366"/>
                </a:lnTo>
                <a:lnTo>
                  <a:pt x="59009" y="21484"/>
                </a:lnTo>
                <a:lnTo>
                  <a:pt x="58658" y="23376"/>
                </a:lnTo>
                <a:lnTo>
                  <a:pt x="58382" y="25267"/>
                </a:lnTo>
                <a:lnTo>
                  <a:pt x="58171" y="27158"/>
                </a:lnTo>
                <a:lnTo>
                  <a:pt x="58131" y="29050"/>
                </a:lnTo>
                <a:lnTo>
                  <a:pt x="58496" y="30941"/>
                </a:lnTo>
                <a:lnTo>
                  <a:pt x="58654" y="32832"/>
                </a:lnTo>
                <a:lnTo>
                  <a:pt x="58784" y="34724"/>
                </a:lnTo>
                <a:lnTo>
                  <a:pt x="59277" y="36615"/>
                </a:lnTo>
                <a:lnTo>
                  <a:pt x="59707" y="37266"/>
                </a:lnTo>
                <a:lnTo>
                  <a:pt x="60393" y="38506"/>
                </a:lnTo>
                <a:lnTo>
                  <a:pt x="60849" y="40398"/>
                </a:lnTo>
                <a:lnTo>
                  <a:pt x="61598" y="41902"/>
                </a:lnTo>
                <a:lnTo>
                  <a:pt x="61899" y="42289"/>
                </a:lnTo>
                <a:lnTo>
                  <a:pt x="62679" y="44180"/>
                </a:lnTo>
                <a:lnTo>
                  <a:pt x="63489" y="45230"/>
                </a:lnTo>
                <a:lnTo>
                  <a:pt x="64198" y="46072"/>
                </a:lnTo>
                <a:lnTo>
                  <a:pt x="65233" y="47963"/>
                </a:lnTo>
                <a:lnTo>
                  <a:pt x="65380" y="48103"/>
                </a:lnTo>
                <a:lnTo>
                  <a:pt x="66418" y="49854"/>
                </a:lnTo>
                <a:lnTo>
                  <a:pt x="67271" y="51230"/>
                </a:lnTo>
                <a:lnTo>
                  <a:pt x="67700" y="51746"/>
                </a:lnTo>
                <a:lnTo>
                  <a:pt x="68837" y="53637"/>
                </a:lnTo>
                <a:lnTo>
                  <a:pt x="69162" y="53985"/>
                </a:lnTo>
                <a:lnTo>
                  <a:pt x="70357" y="55528"/>
                </a:lnTo>
                <a:lnTo>
                  <a:pt x="71054" y="56422"/>
                </a:lnTo>
                <a:lnTo>
                  <a:pt x="71811" y="57420"/>
                </a:lnTo>
                <a:lnTo>
                  <a:pt x="72945" y="58671"/>
                </a:lnTo>
                <a:lnTo>
                  <a:pt x="73546" y="59311"/>
                </a:lnTo>
                <a:lnTo>
                  <a:pt x="74836" y="60893"/>
                </a:lnTo>
                <a:lnTo>
                  <a:pt x="75141" y="61202"/>
                </a:lnTo>
                <a:lnTo>
                  <a:pt x="76584" y="63094"/>
                </a:lnTo>
                <a:lnTo>
                  <a:pt x="76727" y="63218"/>
                </a:lnTo>
                <a:lnTo>
                  <a:pt x="77940" y="64985"/>
                </a:lnTo>
                <a:lnTo>
                  <a:pt x="78618" y="65706"/>
                </a:lnTo>
                <a:lnTo>
                  <a:pt x="79535" y="66876"/>
                </a:lnTo>
                <a:lnTo>
                  <a:pt x="80510" y="67953"/>
                </a:lnTo>
                <a:lnTo>
                  <a:pt x="81239" y="68768"/>
                </a:lnTo>
                <a:lnTo>
                  <a:pt x="82401" y="70110"/>
                </a:lnTo>
                <a:lnTo>
                  <a:pt x="82937" y="70659"/>
                </a:lnTo>
                <a:lnTo>
                  <a:pt x="83946" y="72550"/>
                </a:lnTo>
                <a:lnTo>
                  <a:pt x="84292" y="72896"/>
                </a:lnTo>
                <a:lnTo>
                  <a:pt x="85451" y="74442"/>
                </a:lnTo>
                <a:lnTo>
                  <a:pt x="86183" y="75364"/>
                </a:lnTo>
                <a:lnTo>
                  <a:pt x="87011" y="76333"/>
                </a:lnTo>
                <a:lnTo>
                  <a:pt x="88074" y="78057"/>
                </a:lnTo>
                <a:lnTo>
                  <a:pt x="88225" y="78224"/>
                </a:lnTo>
                <a:lnTo>
                  <a:pt x="89383" y="80116"/>
                </a:lnTo>
                <a:lnTo>
                  <a:pt x="89965" y="80911"/>
                </a:lnTo>
                <a:lnTo>
                  <a:pt x="90700" y="82007"/>
                </a:lnTo>
                <a:lnTo>
                  <a:pt x="91778" y="83898"/>
                </a:lnTo>
                <a:lnTo>
                  <a:pt x="91857" y="83991"/>
                </a:lnTo>
                <a:lnTo>
                  <a:pt x="92849" y="85790"/>
                </a:lnTo>
                <a:lnTo>
                  <a:pt x="93748" y="87495"/>
                </a:lnTo>
                <a:lnTo>
                  <a:pt x="93899" y="87681"/>
                </a:lnTo>
                <a:lnTo>
                  <a:pt x="94809" y="89572"/>
                </a:lnTo>
                <a:lnTo>
                  <a:pt x="95639" y="91225"/>
                </a:lnTo>
                <a:lnTo>
                  <a:pt x="95820" y="91464"/>
                </a:lnTo>
                <a:lnTo>
                  <a:pt x="96482" y="93355"/>
                </a:lnTo>
                <a:lnTo>
                  <a:pt x="96949" y="95246"/>
                </a:lnTo>
                <a:lnTo>
                  <a:pt x="97530" y="96326"/>
                </a:lnTo>
                <a:lnTo>
                  <a:pt x="98003" y="97138"/>
                </a:lnTo>
                <a:lnTo>
                  <a:pt x="98433" y="99029"/>
                </a:lnTo>
                <a:lnTo>
                  <a:pt x="98598" y="100920"/>
                </a:lnTo>
                <a:lnTo>
                  <a:pt x="98739" y="102812"/>
                </a:lnTo>
                <a:lnTo>
                  <a:pt x="98848" y="104703"/>
                </a:lnTo>
                <a:lnTo>
                  <a:pt x="99421" y="106482"/>
                </a:lnTo>
                <a:lnTo>
                  <a:pt x="99472" y="106594"/>
                </a:lnTo>
                <a:lnTo>
                  <a:pt x="99683" y="108486"/>
                </a:lnTo>
                <a:lnTo>
                  <a:pt x="99781" y="110377"/>
                </a:lnTo>
                <a:lnTo>
                  <a:pt x="99661" y="112268"/>
                </a:lnTo>
                <a:lnTo>
                  <a:pt x="99421" y="113859"/>
                </a:lnTo>
                <a:lnTo>
                  <a:pt x="99371" y="114160"/>
                </a:lnTo>
                <a:lnTo>
                  <a:pt x="99086" y="116051"/>
                </a:lnTo>
                <a:lnTo>
                  <a:pt x="98841" y="117942"/>
                </a:lnTo>
                <a:lnTo>
                  <a:pt x="98675" y="119834"/>
                </a:lnTo>
                <a:lnTo>
                  <a:pt x="98480" y="121725"/>
                </a:lnTo>
                <a:lnTo>
                  <a:pt x="98125" y="123616"/>
                </a:lnTo>
                <a:lnTo>
                  <a:pt x="97530" y="124965"/>
                </a:lnTo>
                <a:lnTo>
                  <a:pt x="97224" y="125507"/>
                </a:lnTo>
                <a:lnTo>
                  <a:pt x="96706" y="127399"/>
                </a:lnTo>
                <a:lnTo>
                  <a:pt x="96312" y="129290"/>
                </a:lnTo>
                <a:lnTo>
                  <a:pt x="95639" y="130411"/>
                </a:lnTo>
                <a:lnTo>
                  <a:pt x="95118" y="131181"/>
                </a:lnTo>
                <a:lnTo>
                  <a:pt x="94325" y="133073"/>
                </a:lnTo>
                <a:lnTo>
                  <a:pt x="93748" y="133880"/>
                </a:lnTo>
                <a:lnTo>
                  <a:pt x="93074" y="134964"/>
                </a:lnTo>
                <a:lnTo>
                  <a:pt x="92295" y="136855"/>
                </a:lnTo>
                <a:lnTo>
                  <a:pt x="91857" y="137351"/>
                </a:lnTo>
                <a:lnTo>
                  <a:pt x="90782" y="138747"/>
                </a:lnTo>
                <a:lnTo>
                  <a:pt x="89965" y="139590"/>
                </a:lnTo>
                <a:lnTo>
                  <a:pt x="89015" y="140638"/>
                </a:lnTo>
                <a:lnTo>
                  <a:pt x="88074" y="141748"/>
                </a:lnTo>
                <a:lnTo>
                  <a:pt x="87327" y="142529"/>
                </a:lnTo>
                <a:lnTo>
                  <a:pt x="86183" y="143693"/>
                </a:lnTo>
                <a:lnTo>
                  <a:pt x="85459" y="144421"/>
                </a:lnTo>
                <a:lnTo>
                  <a:pt x="84292" y="145411"/>
                </a:lnTo>
                <a:lnTo>
                  <a:pt x="83180" y="146312"/>
                </a:lnTo>
                <a:lnTo>
                  <a:pt x="82401" y="146999"/>
                </a:lnTo>
                <a:lnTo>
                  <a:pt x="80510" y="147909"/>
                </a:lnTo>
                <a:lnTo>
                  <a:pt x="80215" y="148203"/>
                </a:lnTo>
                <a:lnTo>
                  <a:pt x="78618" y="149386"/>
                </a:lnTo>
                <a:lnTo>
                  <a:pt x="77514" y="150095"/>
                </a:lnTo>
                <a:lnTo>
                  <a:pt x="76727" y="150661"/>
                </a:lnTo>
                <a:lnTo>
                  <a:pt x="74836" y="151331"/>
                </a:lnTo>
                <a:lnTo>
                  <a:pt x="73572" y="151986"/>
                </a:lnTo>
                <a:lnTo>
                  <a:pt x="72945" y="152380"/>
                </a:lnTo>
                <a:lnTo>
                  <a:pt x="71054" y="153022"/>
                </a:lnTo>
                <a:lnTo>
                  <a:pt x="69162" y="153696"/>
                </a:lnTo>
                <a:lnTo>
                  <a:pt x="68798" y="153877"/>
                </a:lnTo>
                <a:lnTo>
                  <a:pt x="67271" y="154458"/>
                </a:lnTo>
                <a:lnTo>
                  <a:pt x="65380" y="154788"/>
                </a:lnTo>
                <a:lnTo>
                  <a:pt x="63489" y="155001"/>
                </a:lnTo>
                <a:lnTo>
                  <a:pt x="61691" y="155769"/>
                </a:lnTo>
                <a:lnTo>
                  <a:pt x="61598" y="155833"/>
                </a:lnTo>
                <a:lnTo>
                  <a:pt x="59707" y="156063"/>
                </a:lnTo>
                <a:lnTo>
                  <a:pt x="57815" y="156298"/>
                </a:lnTo>
                <a:lnTo>
                  <a:pt x="55924" y="156442"/>
                </a:lnTo>
                <a:lnTo>
                  <a:pt x="54033" y="156544"/>
                </a:lnTo>
                <a:lnTo>
                  <a:pt x="52142" y="156630"/>
                </a:lnTo>
                <a:lnTo>
                  <a:pt x="50251" y="156691"/>
                </a:lnTo>
                <a:lnTo>
                  <a:pt x="48359" y="156722"/>
                </a:lnTo>
                <a:lnTo>
                  <a:pt x="46468" y="156630"/>
                </a:lnTo>
                <a:lnTo>
                  <a:pt x="44577" y="156594"/>
                </a:lnTo>
                <a:lnTo>
                  <a:pt x="42686" y="156497"/>
                </a:lnTo>
                <a:lnTo>
                  <a:pt x="40795" y="156259"/>
                </a:lnTo>
                <a:lnTo>
                  <a:pt x="38904" y="155819"/>
                </a:lnTo>
                <a:lnTo>
                  <a:pt x="38768" y="155769"/>
                </a:lnTo>
                <a:lnTo>
                  <a:pt x="37012" y="155271"/>
                </a:lnTo>
                <a:lnTo>
                  <a:pt x="35121" y="154809"/>
                </a:lnTo>
                <a:lnTo>
                  <a:pt x="33230" y="154486"/>
                </a:lnTo>
                <a:lnTo>
                  <a:pt x="32108" y="153877"/>
                </a:lnTo>
                <a:lnTo>
                  <a:pt x="31339" y="153413"/>
                </a:lnTo>
                <a:lnTo>
                  <a:pt x="29448" y="153003"/>
                </a:lnTo>
                <a:lnTo>
                  <a:pt x="27557" y="152530"/>
                </a:lnTo>
                <a:lnTo>
                  <a:pt x="26552" y="151986"/>
                </a:lnTo>
                <a:lnTo>
                  <a:pt x="25665" y="151489"/>
                </a:lnTo>
                <a:lnTo>
                  <a:pt x="23774" y="151088"/>
                </a:lnTo>
                <a:lnTo>
                  <a:pt x="21883" y="150877"/>
                </a:lnTo>
                <a:lnTo>
                  <a:pt x="19992" y="150744"/>
                </a:lnTo>
                <a:lnTo>
                  <a:pt x="18101" y="150654"/>
                </a:lnTo>
                <a:lnTo>
                  <a:pt x="16209" y="150389"/>
                </a:lnTo>
                <a:lnTo>
                  <a:pt x="14318" y="150702"/>
                </a:lnTo>
                <a:lnTo>
                  <a:pt x="12427" y="150965"/>
                </a:lnTo>
                <a:lnTo>
                  <a:pt x="10760" y="151986"/>
                </a:lnTo>
                <a:lnTo>
                  <a:pt x="10536" y="152203"/>
                </a:lnTo>
                <a:lnTo>
                  <a:pt x="8645" y="153583"/>
                </a:lnTo>
                <a:lnTo>
                  <a:pt x="8350" y="153877"/>
                </a:lnTo>
                <a:lnTo>
                  <a:pt x="7565" y="155769"/>
                </a:lnTo>
                <a:lnTo>
                  <a:pt x="6754" y="156674"/>
                </a:lnTo>
                <a:lnTo>
                  <a:pt x="4862" y="157196"/>
                </a:lnTo>
                <a:lnTo>
                  <a:pt x="2971" y="157286"/>
                </a:lnTo>
                <a:lnTo>
                  <a:pt x="1080" y="157142"/>
                </a:lnTo>
                <a:lnTo>
                  <a:pt x="0" y="155769"/>
                </a:lnTo>
                <a:lnTo>
                  <a:pt x="107" y="153877"/>
                </a:lnTo>
                <a:lnTo>
                  <a:pt x="206" y="151986"/>
                </a:lnTo>
                <a:lnTo>
                  <a:pt x="414" y="150095"/>
                </a:lnTo>
                <a:lnTo>
                  <a:pt x="602" y="148203"/>
                </a:lnTo>
                <a:lnTo>
                  <a:pt x="975" y="146312"/>
                </a:lnTo>
                <a:lnTo>
                  <a:pt x="1080" y="145918"/>
                </a:lnTo>
                <a:lnTo>
                  <a:pt x="1444" y="144421"/>
                </a:lnTo>
                <a:lnTo>
                  <a:pt x="1702" y="142529"/>
                </a:lnTo>
                <a:lnTo>
                  <a:pt x="1870" y="140638"/>
                </a:lnTo>
                <a:lnTo>
                  <a:pt x="2014" y="138747"/>
                </a:lnTo>
                <a:lnTo>
                  <a:pt x="2085" y="136855"/>
                </a:lnTo>
                <a:lnTo>
                  <a:pt x="2342" y="134964"/>
                </a:lnTo>
                <a:lnTo>
                  <a:pt x="2507" y="133073"/>
                </a:lnTo>
                <a:lnTo>
                  <a:pt x="2879" y="131181"/>
                </a:lnTo>
                <a:lnTo>
                  <a:pt x="2971" y="130840"/>
                </a:lnTo>
                <a:lnTo>
                  <a:pt x="3331" y="129290"/>
                </a:lnTo>
                <a:lnTo>
                  <a:pt x="3590" y="127399"/>
                </a:lnTo>
                <a:lnTo>
                  <a:pt x="3771" y="125507"/>
                </a:lnTo>
                <a:lnTo>
                  <a:pt x="3917" y="123616"/>
                </a:lnTo>
                <a:lnTo>
                  <a:pt x="3989" y="121725"/>
                </a:lnTo>
                <a:lnTo>
                  <a:pt x="4208" y="119834"/>
                </a:lnTo>
                <a:lnTo>
                  <a:pt x="4424" y="117942"/>
                </a:lnTo>
                <a:lnTo>
                  <a:pt x="4855" y="116051"/>
                </a:lnTo>
                <a:lnTo>
                  <a:pt x="4862" y="116023"/>
                </a:lnTo>
                <a:lnTo>
                  <a:pt x="5256" y="114160"/>
                </a:lnTo>
                <a:lnTo>
                  <a:pt x="5491" y="112268"/>
                </a:lnTo>
                <a:lnTo>
                  <a:pt x="5658" y="110377"/>
                </a:lnTo>
                <a:lnTo>
                  <a:pt x="5808" y="108486"/>
                </a:lnTo>
                <a:lnTo>
                  <a:pt x="5911" y="106594"/>
                </a:lnTo>
                <a:lnTo>
                  <a:pt x="6149" y="104703"/>
                </a:lnTo>
                <a:lnTo>
                  <a:pt x="6184" y="102812"/>
                </a:lnTo>
                <a:lnTo>
                  <a:pt x="6754" y="102308"/>
                </a:lnTo>
                <a:lnTo>
                  <a:pt x="8645" y="101791"/>
                </a:lnTo>
                <a:lnTo>
                  <a:pt x="10536" y="101798"/>
                </a:lnTo>
                <a:lnTo>
                  <a:pt x="12427" y="101828"/>
                </a:lnTo>
                <a:lnTo>
                  <a:pt x="13462" y="102812"/>
                </a:lnTo>
                <a:lnTo>
                  <a:pt x="13538" y="104703"/>
                </a:lnTo>
                <a:lnTo>
                  <a:pt x="14109" y="106594"/>
                </a:lnTo>
                <a:lnTo>
                  <a:pt x="14318" y="107346"/>
                </a:lnTo>
                <a:lnTo>
                  <a:pt x="14613" y="108486"/>
                </a:lnTo>
                <a:lnTo>
                  <a:pt x="15004" y="110377"/>
                </a:lnTo>
                <a:lnTo>
                  <a:pt x="15230" y="112268"/>
                </a:lnTo>
                <a:lnTo>
                  <a:pt x="15504" y="114160"/>
                </a:lnTo>
                <a:lnTo>
                  <a:pt x="16202" y="116051"/>
                </a:lnTo>
                <a:lnTo>
                  <a:pt x="16209" y="116063"/>
                </a:lnTo>
                <a:lnTo>
                  <a:pt x="16953" y="117942"/>
                </a:lnTo>
                <a:lnTo>
                  <a:pt x="17202" y="119834"/>
                </a:lnTo>
                <a:lnTo>
                  <a:pt x="17653" y="121725"/>
                </a:lnTo>
                <a:lnTo>
                  <a:pt x="18101" y="122520"/>
                </a:lnTo>
                <a:lnTo>
                  <a:pt x="18683" y="123616"/>
                </a:lnTo>
                <a:lnTo>
                  <a:pt x="19197" y="125507"/>
                </a:lnTo>
                <a:lnTo>
                  <a:pt x="19992" y="127330"/>
                </a:lnTo>
                <a:lnTo>
                  <a:pt x="20044" y="127399"/>
                </a:lnTo>
                <a:lnTo>
                  <a:pt x="20893" y="129290"/>
                </a:lnTo>
                <a:lnTo>
                  <a:pt x="21726" y="131181"/>
                </a:lnTo>
                <a:lnTo>
                  <a:pt x="21883" y="131361"/>
                </a:lnTo>
                <a:lnTo>
                  <a:pt x="22903" y="133073"/>
                </a:lnTo>
                <a:lnTo>
                  <a:pt x="23774" y="134354"/>
                </a:lnTo>
                <a:lnTo>
                  <a:pt x="24263" y="134964"/>
                </a:lnTo>
                <a:lnTo>
                  <a:pt x="25132" y="136855"/>
                </a:lnTo>
                <a:lnTo>
                  <a:pt x="25665" y="137408"/>
                </a:lnTo>
                <a:lnTo>
                  <a:pt x="26788" y="138747"/>
                </a:lnTo>
                <a:lnTo>
                  <a:pt x="27557" y="139524"/>
                </a:lnTo>
                <a:lnTo>
                  <a:pt x="28558" y="140638"/>
                </a:lnTo>
                <a:lnTo>
                  <a:pt x="29448" y="141515"/>
                </a:lnTo>
                <a:lnTo>
                  <a:pt x="30633" y="142529"/>
                </a:lnTo>
                <a:lnTo>
                  <a:pt x="31339" y="143254"/>
                </a:lnTo>
                <a:lnTo>
                  <a:pt x="33230" y="144240"/>
                </a:lnTo>
                <a:lnTo>
                  <a:pt x="33443" y="144421"/>
                </a:lnTo>
                <a:lnTo>
                  <a:pt x="35121" y="145375"/>
                </a:lnTo>
                <a:lnTo>
                  <a:pt x="37012" y="146095"/>
                </a:lnTo>
                <a:lnTo>
                  <a:pt x="37294" y="146312"/>
                </a:lnTo>
                <a:lnTo>
                  <a:pt x="38904" y="147117"/>
                </a:lnTo>
                <a:lnTo>
                  <a:pt x="40795" y="147398"/>
                </a:lnTo>
                <a:lnTo>
                  <a:pt x="42686" y="147731"/>
                </a:lnTo>
                <a:lnTo>
                  <a:pt x="44577" y="148030"/>
                </a:lnTo>
                <a:lnTo>
                  <a:pt x="46055" y="148203"/>
                </a:lnTo>
                <a:lnTo>
                  <a:pt x="46468" y="148254"/>
                </a:lnTo>
                <a:lnTo>
                  <a:pt x="47296" y="148203"/>
                </a:lnTo>
                <a:lnTo>
                  <a:pt x="48359" y="148139"/>
                </a:lnTo>
                <a:lnTo>
                  <a:pt x="50251" y="148020"/>
                </a:lnTo>
                <a:lnTo>
                  <a:pt x="52142" y="147716"/>
                </a:lnTo>
                <a:lnTo>
                  <a:pt x="54033" y="147398"/>
                </a:lnTo>
                <a:lnTo>
                  <a:pt x="55924" y="147160"/>
                </a:lnTo>
                <a:lnTo>
                  <a:pt x="57720" y="146312"/>
                </a:lnTo>
                <a:lnTo>
                  <a:pt x="57815" y="146234"/>
                </a:lnTo>
                <a:lnTo>
                  <a:pt x="59707" y="145362"/>
                </a:lnTo>
                <a:lnTo>
                  <a:pt x="61598" y="144540"/>
                </a:lnTo>
                <a:lnTo>
                  <a:pt x="61731" y="144421"/>
                </a:lnTo>
                <a:lnTo>
                  <a:pt x="63489" y="143212"/>
                </a:lnTo>
                <a:lnTo>
                  <a:pt x="64200" y="142529"/>
                </a:lnTo>
                <a:lnTo>
                  <a:pt x="65380" y="141575"/>
                </a:lnTo>
                <a:lnTo>
                  <a:pt x="66278" y="140638"/>
                </a:lnTo>
                <a:lnTo>
                  <a:pt x="67271" y="139310"/>
                </a:lnTo>
                <a:lnTo>
                  <a:pt x="67792" y="138747"/>
                </a:lnTo>
                <a:lnTo>
                  <a:pt x="68827" y="136855"/>
                </a:lnTo>
                <a:lnTo>
                  <a:pt x="69162" y="136439"/>
                </a:lnTo>
                <a:lnTo>
                  <a:pt x="69997" y="134964"/>
                </a:lnTo>
                <a:lnTo>
                  <a:pt x="70450" y="133073"/>
                </a:lnTo>
                <a:lnTo>
                  <a:pt x="71054" y="131696"/>
                </a:lnTo>
                <a:lnTo>
                  <a:pt x="71334" y="131181"/>
                </a:lnTo>
                <a:lnTo>
                  <a:pt x="71804" y="129290"/>
                </a:lnTo>
                <a:lnTo>
                  <a:pt x="72032" y="127399"/>
                </a:lnTo>
                <a:lnTo>
                  <a:pt x="72125" y="125507"/>
                </a:lnTo>
                <a:lnTo>
                  <a:pt x="72165" y="123616"/>
                </a:lnTo>
                <a:lnTo>
                  <a:pt x="72164" y="121725"/>
                </a:lnTo>
                <a:lnTo>
                  <a:pt x="72030" y="119834"/>
                </a:lnTo>
                <a:lnTo>
                  <a:pt x="71932" y="117942"/>
                </a:lnTo>
                <a:lnTo>
                  <a:pt x="71733" y="116051"/>
                </a:lnTo>
                <a:lnTo>
                  <a:pt x="71076" y="114160"/>
                </a:lnTo>
                <a:lnTo>
                  <a:pt x="71054" y="114124"/>
                </a:lnTo>
                <a:lnTo>
                  <a:pt x="70333" y="112268"/>
                </a:lnTo>
                <a:lnTo>
                  <a:pt x="69833" y="110377"/>
                </a:lnTo>
                <a:lnTo>
                  <a:pt x="69162" y="109022"/>
                </a:lnTo>
                <a:lnTo>
                  <a:pt x="68827" y="108486"/>
                </a:lnTo>
                <a:lnTo>
                  <a:pt x="68289" y="106594"/>
                </a:lnTo>
                <a:lnTo>
                  <a:pt x="67522" y="104703"/>
                </a:lnTo>
                <a:lnTo>
                  <a:pt x="67271" y="104410"/>
                </a:lnTo>
                <a:lnTo>
                  <a:pt x="66312" y="102812"/>
                </a:lnTo>
                <a:lnTo>
                  <a:pt x="65380" y="101233"/>
                </a:lnTo>
                <a:lnTo>
                  <a:pt x="65118" y="100920"/>
                </a:lnTo>
                <a:lnTo>
                  <a:pt x="64168" y="99029"/>
                </a:lnTo>
                <a:lnTo>
                  <a:pt x="63489" y="98070"/>
                </a:lnTo>
                <a:lnTo>
                  <a:pt x="62822" y="97138"/>
                </a:lnTo>
                <a:lnTo>
                  <a:pt x="61803" y="95246"/>
                </a:lnTo>
                <a:lnTo>
                  <a:pt x="61598" y="95026"/>
                </a:lnTo>
                <a:lnTo>
                  <a:pt x="60524" y="93355"/>
                </a:lnTo>
                <a:lnTo>
                  <a:pt x="59707" y="92353"/>
                </a:lnTo>
                <a:lnTo>
                  <a:pt x="58977" y="91464"/>
                </a:lnTo>
                <a:lnTo>
                  <a:pt x="57815" y="89858"/>
                </a:lnTo>
                <a:lnTo>
                  <a:pt x="57522" y="89572"/>
                </a:lnTo>
                <a:lnTo>
                  <a:pt x="56468" y="87681"/>
                </a:lnTo>
                <a:lnTo>
                  <a:pt x="55924" y="87104"/>
                </a:lnTo>
                <a:lnTo>
                  <a:pt x="54923" y="85790"/>
                </a:lnTo>
                <a:lnTo>
                  <a:pt x="54033" y="84654"/>
                </a:lnTo>
                <a:lnTo>
                  <a:pt x="53345" y="83898"/>
                </a:lnTo>
                <a:lnTo>
                  <a:pt x="52142" y="82157"/>
                </a:lnTo>
                <a:lnTo>
                  <a:pt x="51998" y="82007"/>
                </a:lnTo>
                <a:lnTo>
                  <a:pt x="50855" y="80116"/>
                </a:lnTo>
                <a:lnTo>
                  <a:pt x="50251" y="79405"/>
                </a:lnTo>
                <a:lnTo>
                  <a:pt x="49242" y="78224"/>
                </a:lnTo>
                <a:lnTo>
                  <a:pt x="48359" y="77028"/>
                </a:lnTo>
                <a:lnTo>
                  <a:pt x="47838" y="76333"/>
                </a:lnTo>
                <a:lnTo>
                  <a:pt x="46468" y="74547"/>
                </a:lnTo>
                <a:lnTo>
                  <a:pt x="46363" y="74442"/>
                </a:lnTo>
                <a:lnTo>
                  <a:pt x="45339" y="72550"/>
                </a:lnTo>
                <a:lnTo>
                  <a:pt x="44577" y="71598"/>
                </a:lnTo>
                <a:lnTo>
                  <a:pt x="43863" y="70659"/>
                </a:lnTo>
                <a:lnTo>
                  <a:pt x="42926" y="68768"/>
                </a:lnTo>
                <a:lnTo>
                  <a:pt x="42686" y="68492"/>
                </a:lnTo>
                <a:lnTo>
                  <a:pt x="41695" y="66876"/>
                </a:lnTo>
                <a:lnTo>
                  <a:pt x="40795" y="65526"/>
                </a:lnTo>
                <a:lnTo>
                  <a:pt x="40347" y="64985"/>
                </a:lnTo>
                <a:lnTo>
                  <a:pt x="39571" y="63094"/>
                </a:lnTo>
                <a:lnTo>
                  <a:pt x="38904" y="62098"/>
                </a:lnTo>
                <a:lnTo>
                  <a:pt x="38281" y="61202"/>
                </a:lnTo>
                <a:lnTo>
                  <a:pt x="37722" y="59311"/>
                </a:lnTo>
                <a:lnTo>
                  <a:pt x="37012" y="58042"/>
                </a:lnTo>
                <a:lnTo>
                  <a:pt x="36583" y="57420"/>
                </a:lnTo>
                <a:lnTo>
                  <a:pt x="35859" y="55528"/>
                </a:lnTo>
                <a:lnTo>
                  <a:pt x="35121" y="53971"/>
                </a:lnTo>
                <a:lnTo>
                  <a:pt x="34893" y="53637"/>
                </a:lnTo>
                <a:lnTo>
                  <a:pt x="34253" y="51746"/>
                </a:lnTo>
                <a:lnTo>
                  <a:pt x="33951" y="49854"/>
                </a:lnTo>
                <a:lnTo>
                  <a:pt x="33230" y="48113"/>
                </a:lnTo>
                <a:lnTo>
                  <a:pt x="33138" y="47963"/>
                </a:lnTo>
                <a:lnTo>
                  <a:pt x="32493" y="46072"/>
                </a:lnTo>
                <a:lnTo>
                  <a:pt x="32288" y="44180"/>
                </a:lnTo>
                <a:lnTo>
                  <a:pt x="32199" y="42289"/>
                </a:lnTo>
                <a:lnTo>
                  <a:pt x="32028" y="40398"/>
                </a:lnTo>
                <a:lnTo>
                  <a:pt x="31886" y="38506"/>
                </a:lnTo>
                <a:lnTo>
                  <a:pt x="31901" y="36615"/>
                </a:lnTo>
                <a:lnTo>
                  <a:pt x="32052" y="34724"/>
                </a:lnTo>
                <a:lnTo>
                  <a:pt x="32203" y="32832"/>
                </a:lnTo>
                <a:lnTo>
                  <a:pt x="32284" y="30941"/>
                </a:lnTo>
                <a:lnTo>
                  <a:pt x="32435" y="29050"/>
                </a:lnTo>
                <a:lnTo>
                  <a:pt x="33025" y="27158"/>
                </a:lnTo>
                <a:lnTo>
                  <a:pt x="33230" y="26817"/>
                </a:lnTo>
                <a:lnTo>
                  <a:pt x="33903" y="25267"/>
                </a:lnTo>
                <a:lnTo>
                  <a:pt x="34192" y="23376"/>
                </a:lnTo>
                <a:lnTo>
                  <a:pt x="34916" y="21484"/>
                </a:lnTo>
                <a:lnTo>
                  <a:pt x="35121" y="21240"/>
                </a:lnTo>
                <a:lnTo>
                  <a:pt x="36067" y="19593"/>
                </a:lnTo>
                <a:lnTo>
                  <a:pt x="37012" y="17746"/>
                </a:lnTo>
                <a:lnTo>
                  <a:pt x="37051" y="17702"/>
                </a:lnTo>
                <a:lnTo>
                  <a:pt x="38196" y="15810"/>
                </a:lnTo>
                <a:lnTo>
                  <a:pt x="38904" y="15014"/>
                </a:lnTo>
                <a:lnTo>
                  <a:pt x="39849" y="13919"/>
                </a:lnTo>
                <a:lnTo>
                  <a:pt x="40795" y="12950"/>
                </a:lnTo>
                <a:lnTo>
                  <a:pt x="41648" y="12028"/>
                </a:lnTo>
                <a:lnTo>
                  <a:pt x="42686" y="10918"/>
                </a:lnTo>
                <a:lnTo>
                  <a:pt x="43554" y="10136"/>
                </a:lnTo>
                <a:lnTo>
                  <a:pt x="44577" y="9312"/>
                </a:lnTo>
                <a:lnTo>
                  <a:pt x="46047" y="8245"/>
                </a:lnTo>
                <a:lnTo>
                  <a:pt x="46468" y="7824"/>
                </a:lnTo>
                <a:lnTo>
                  <a:pt x="48359" y="6798"/>
                </a:lnTo>
                <a:lnTo>
                  <a:pt x="48993" y="6354"/>
                </a:lnTo>
                <a:lnTo>
                  <a:pt x="50251" y="5634"/>
                </a:lnTo>
                <a:lnTo>
                  <a:pt x="52142" y="4999"/>
                </a:lnTo>
                <a:lnTo>
                  <a:pt x="52951" y="4462"/>
                </a:lnTo>
                <a:lnTo>
                  <a:pt x="54033" y="3808"/>
                </a:lnTo>
                <a:lnTo>
                  <a:pt x="55924" y="3326"/>
                </a:lnTo>
                <a:lnTo>
                  <a:pt x="57815" y="2761"/>
                </a:lnTo>
                <a:lnTo>
                  <a:pt x="58221" y="2571"/>
                </a:lnTo>
                <a:lnTo>
                  <a:pt x="59707" y="2042"/>
                </a:lnTo>
                <a:lnTo>
                  <a:pt x="61598" y="1710"/>
                </a:lnTo>
                <a:lnTo>
                  <a:pt x="63489" y="1483"/>
                </a:lnTo>
                <a:lnTo>
                  <a:pt x="65380" y="1284"/>
                </a:lnTo>
                <a:lnTo>
                  <a:pt x="67271" y="1144"/>
                </a:lnTo>
                <a:lnTo>
                  <a:pt x="69162" y="1015"/>
                </a:lnTo>
                <a:lnTo>
                  <a:pt x="70738" y="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5586FEC0-640D-4843-80FE-8AE86F50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3461" y="3233414"/>
            <a:ext cx="1422309" cy="245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score function</a:t>
            </a:r>
          </a:p>
        </p:txBody>
      </p:sp>
      <p:sp>
        <p:nvSpPr>
          <p:cNvPr id="121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D0BED005-E21E-4150-BC13-25A3B50F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17" y="3233723"/>
            <a:ext cx="271700" cy="271700"/>
          </a:xfrm>
          <a:custGeom xmlns:a="http://schemas.openxmlformats.org/drawingml/2006/main">
            <a:pathLst>
              <a:path w="271700" h="271700">
                <a:moveTo>
                  <a:pt x="0" y="271700"/>
                </a:moveTo>
                <a:lnTo>
                  <a:pt x="271700" y="271700"/>
                </a:lnTo>
                <a:lnTo>
                  <a:pt x="2717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DB9EC43-5FE9-4FFB-9D56-F3C42088A0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9d7d0dba84b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017" y="3233723"/>
            <a:ext cx="271700" cy="271700"/>
          </a:xfrm>
          <a:prstGeom xmlns:a="http://schemas.openxmlformats.org/drawingml/2006/main" prst="rect">
            <a:avLst/>
          </a:prstGeom>
        </p:spPr>
      </p:pic>
      <p:sp>
        <p:nvSpPr>
          <p:cNvPr id="123" name="fog-source-component-17">
            <a:extLst xmlns:a="http://schemas.openxmlformats.org/drawingml/2006/main">
              <a:ext uri="{FF2B5EF4-FFF2-40B4-BE49-F238E27FC236}">
                <a16:creationId xmlns:a16="http://schemas.microsoft.com/office/drawing/2014/main" id="{D2255857-EBB3-4D0C-9A32-44CC2CE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17" y="3233723"/>
            <a:ext cx="271700" cy="2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87D26182-6254-4C24-9E5F-2B4836F7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099" y="3232154"/>
            <a:ext cx="1875144" cy="245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1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desirable intention</a:t>
            </a:r>
          </a:p>
        </p:txBody>
      </p:sp>
      <p:sp>
        <p:nvSpPr>
          <p:cNvPr id="125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84EC6F28-E53E-48C0-A791-B6C4F41B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0386" y="3249498"/>
            <a:ext cx="280794" cy="280820"/>
          </a:xfrm>
          <a:custGeom xmlns:a="http://schemas.openxmlformats.org/drawingml/2006/main">
            <a:pathLst>
              <a:path w="280794" h="280820">
                <a:moveTo>
                  <a:pt x="0" y="280820"/>
                </a:moveTo>
                <a:lnTo>
                  <a:pt x="280794" y="280820"/>
                </a:lnTo>
                <a:lnTo>
                  <a:pt x="28079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E9C7607-32CB-433E-96C4-1B76C689E0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a0a2cec9a472c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70386" y="3249498"/>
            <a:ext cx="280794" cy="280819"/>
          </a:xfrm>
          <a:prstGeom xmlns:a="http://schemas.openxmlformats.org/drawingml/2006/main" prst="rect">
            <a:avLst/>
          </a:prstGeom>
        </p:spPr>
      </p:pic>
      <p:sp>
        <p:nvSpPr>
          <p:cNvPr id="127" name="fog-source-component-18">
            <a:extLst xmlns:a="http://schemas.openxmlformats.org/drawingml/2006/main">
              <a:ext uri="{FF2B5EF4-FFF2-40B4-BE49-F238E27FC236}">
                <a16:creationId xmlns:a16="http://schemas.microsoft.com/office/drawing/2014/main" id="{26D90DEF-F434-4FC9-8F61-BD9465E0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0386" y="3249498"/>
            <a:ext cx="280794" cy="280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7F29A0CD-D7E4-467B-A506-1EC0B0A9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9513" y="3232063"/>
            <a:ext cx="2133415" cy="245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undesirable intention</a:t>
            </a:r>
          </a:p>
        </p:txBody>
      </p:sp>
      <p:sp>
        <p:nvSpPr>
          <p:cNvPr id="129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A4DA2EA6-B230-4A9A-B552-305A1ADD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8900" y="1936870"/>
            <a:ext cx="91029" cy="604817"/>
          </a:xfrm>
          <a:custGeom xmlns:a="http://schemas.openxmlformats.org/drawingml/2006/main">
            <a:pathLst>
              <a:path w="91029" h="604817">
                <a:moveTo>
                  <a:pt x="91029" y="604817"/>
                </a:moveTo>
                <a:cubicBezTo>
                  <a:pt x="65893" y="604817"/>
                  <a:pt x="45515" y="584438"/>
                  <a:pt x="45515" y="559298"/>
                </a:cubicBezTo>
                <a:lnTo>
                  <a:pt x="45515" y="347926"/>
                </a:lnTo>
                <a:cubicBezTo>
                  <a:pt x="45515" y="322788"/>
                  <a:pt x="25137" y="302407"/>
                  <a:pt x="0" y="302407"/>
                </a:cubicBezTo>
                <a:cubicBezTo>
                  <a:pt x="25137" y="302407"/>
                  <a:pt x="45515" y="282029"/>
                  <a:pt x="45515" y="256890"/>
                </a:cubicBezTo>
                <a:lnTo>
                  <a:pt x="45515" y="45519"/>
                </a:lnTo>
                <a:cubicBezTo>
                  <a:pt x="45515" y="20379"/>
                  <a:pt x="65893" y="0"/>
                  <a:pt x="91029" y="0"/>
                </a:cubicBezTo>
                <a:lnTo>
                  <a:pt x="91029" y="60481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43A19283-CA6B-48EB-9990-BFF5AAED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8900" y="1936870"/>
            <a:ext cx="91029" cy="604817"/>
          </a:xfrm>
          <a:custGeom xmlns:a="http://schemas.openxmlformats.org/drawingml/2006/main">
            <a:pathLst>
              <a:path w="91029" h="604817">
                <a:moveTo>
                  <a:pt x="91029" y="604817"/>
                </a:moveTo>
                <a:cubicBezTo>
                  <a:pt x="65893" y="604817"/>
                  <a:pt x="45515" y="584438"/>
                  <a:pt x="45515" y="559298"/>
                </a:cubicBezTo>
                <a:lnTo>
                  <a:pt x="45515" y="347926"/>
                </a:lnTo>
                <a:cubicBezTo>
                  <a:pt x="45515" y="322788"/>
                  <a:pt x="25137" y="302407"/>
                  <a:pt x="0" y="302407"/>
                </a:cubicBezTo>
                <a:cubicBezTo>
                  <a:pt x="25137" y="302407"/>
                  <a:pt x="45515" y="282029"/>
                  <a:pt x="45515" y="256890"/>
                </a:cubicBezTo>
                <a:lnTo>
                  <a:pt x="45515" y="45519"/>
                </a:lnTo>
                <a:cubicBezTo>
                  <a:pt x="45515" y="20379"/>
                  <a:pt x="65893" y="0"/>
                  <a:pt x="91029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318639D2-5FEB-4E5B-BA88-8FA4F706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8899" y="1936869"/>
            <a:ext cx="91030" cy="604817"/>
          </a:xfrm>
          <a:custGeom xmlns:a="http://schemas.openxmlformats.org/drawingml/2006/main">
            <a:pathLst>
              <a:path w="91030" h="604817">
                <a:moveTo>
                  <a:pt x="91030" y="604817"/>
                </a:moveTo>
                <a:cubicBezTo>
                  <a:pt x="65891" y="604817"/>
                  <a:pt x="45514" y="584439"/>
                  <a:pt x="45514" y="559298"/>
                </a:cubicBezTo>
                <a:lnTo>
                  <a:pt x="45514" y="347927"/>
                </a:lnTo>
                <a:cubicBezTo>
                  <a:pt x="45514" y="322787"/>
                  <a:pt x="25138" y="302409"/>
                  <a:pt x="0" y="302409"/>
                </a:cubicBezTo>
                <a:cubicBezTo>
                  <a:pt x="25138" y="302409"/>
                  <a:pt x="45514" y="282030"/>
                  <a:pt x="45514" y="256890"/>
                </a:cubicBezTo>
                <a:lnTo>
                  <a:pt x="45514" y="45519"/>
                </a:lnTo>
                <a:cubicBezTo>
                  <a:pt x="45514" y="20380"/>
                  <a:pt x="65891" y="0"/>
                  <a:pt x="9103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748">
            <a:solidFill>
              <a:srgbClr val="595959"/>
            </a:solidFill>
            <a:prstDash val="solid"/>
          </a:ln>
        </p:spPr>
      </p:sp>
      <p:sp>
        <p:nvSpPr>
          <p:cNvPr id="132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236BB593-D30B-49F2-9C8B-F00BCE7B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9208" y="1936870"/>
            <a:ext cx="91029" cy="604817"/>
          </a:xfrm>
          <a:custGeom xmlns:a="http://schemas.openxmlformats.org/drawingml/2006/main">
            <a:pathLst>
              <a:path w="91029" h="604817">
                <a:moveTo>
                  <a:pt x="0" y="604817"/>
                </a:moveTo>
                <a:cubicBezTo>
                  <a:pt x="25137" y="604817"/>
                  <a:pt x="45514" y="584438"/>
                  <a:pt x="45514" y="559298"/>
                </a:cubicBezTo>
                <a:lnTo>
                  <a:pt x="45514" y="347926"/>
                </a:lnTo>
                <a:cubicBezTo>
                  <a:pt x="45514" y="322788"/>
                  <a:pt x="65892" y="302407"/>
                  <a:pt x="91029" y="302407"/>
                </a:cubicBezTo>
                <a:cubicBezTo>
                  <a:pt x="65892" y="302407"/>
                  <a:pt x="45514" y="282029"/>
                  <a:pt x="45514" y="256890"/>
                </a:cubicBezTo>
                <a:lnTo>
                  <a:pt x="45514" y="45519"/>
                </a:lnTo>
                <a:cubicBezTo>
                  <a:pt x="45514" y="20379"/>
                  <a:pt x="25137" y="0"/>
                  <a:pt x="0" y="0"/>
                </a:cubicBezTo>
                <a:lnTo>
                  <a:pt x="0" y="60481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64C3D001-F815-4326-8B2B-B8E8A75C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9208" y="1936870"/>
            <a:ext cx="91029" cy="604817"/>
          </a:xfrm>
          <a:custGeom xmlns:a="http://schemas.openxmlformats.org/drawingml/2006/main">
            <a:pathLst>
              <a:path w="91029" h="604817">
                <a:moveTo>
                  <a:pt x="0" y="604817"/>
                </a:moveTo>
                <a:cubicBezTo>
                  <a:pt x="25137" y="604817"/>
                  <a:pt x="45514" y="584438"/>
                  <a:pt x="45514" y="559298"/>
                </a:cubicBezTo>
                <a:lnTo>
                  <a:pt x="45514" y="347926"/>
                </a:lnTo>
                <a:cubicBezTo>
                  <a:pt x="45514" y="322788"/>
                  <a:pt x="65892" y="302407"/>
                  <a:pt x="91029" y="302407"/>
                </a:cubicBezTo>
                <a:cubicBezTo>
                  <a:pt x="65892" y="302407"/>
                  <a:pt x="45514" y="282029"/>
                  <a:pt x="45514" y="256890"/>
                </a:cubicBezTo>
                <a:lnTo>
                  <a:pt x="45514" y="45519"/>
                </a:lnTo>
                <a:cubicBezTo>
                  <a:pt x="45514" y="20379"/>
                  <a:pt x="25137" y="0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674B6DC7-E068-4DEE-8FD8-3701475F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9206" y="1936869"/>
            <a:ext cx="91030" cy="604817"/>
          </a:xfrm>
          <a:custGeom xmlns:a="http://schemas.openxmlformats.org/drawingml/2006/main">
            <a:pathLst>
              <a:path w="91030" h="604817">
                <a:moveTo>
                  <a:pt x="0" y="604817"/>
                </a:moveTo>
                <a:cubicBezTo>
                  <a:pt x="25138" y="604817"/>
                  <a:pt x="45514" y="584439"/>
                  <a:pt x="45514" y="559298"/>
                </a:cubicBezTo>
                <a:lnTo>
                  <a:pt x="45514" y="347927"/>
                </a:lnTo>
                <a:cubicBezTo>
                  <a:pt x="45514" y="322787"/>
                  <a:pt x="65891" y="302409"/>
                  <a:pt x="91030" y="302409"/>
                </a:cubicBezTo>
                <a:cubicBezTo>
                  <a:pt x="65891" y="302409"/>
                  <a:pt x="45514" y="282030"/>
                  <a:pt x="45514" y="256890"/>
                </a:cubicBezTo>
                <a:lnTo>
                  <a:pt x="45514" y="45519"/>
                </a:lnTo>
                <a:cubicBezTo>
                  <a:pt x="45514" y="20380"/>
                  <a:pt x="25138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748">
            <a:solidFill>
              <a:srgbClr val="595959"/>
            </a:solidFill>
            <a:prstDash val="solid"/>
          </a:ln>
        </p:spPr>
      </p:sp>
      <p:sp>
        <p:nvSpPr>
          <p:cNvPr id="135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0CE4CFBE-BF74-487D-BE09-B9C517A3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2778" y="2165714"/>
            <a:ext cx="271636" cy="148661"/>
          </a:xfrm>
          <a:custGeom xmlns:a="http://schemas.openxmlformats.org/drawingml/2006/main">
            <a:pathLst>
              <a:path w="271636" h="148661">
                <a:moveTo>
                  <a:pt x="0" y="37166"/>
                </a:moveTo>
                <a:lnTo>
                  <a:pt x="197310" y="37166"/>
                </a:lnTo>
                <a:lnTo>
                  <a:pt x="197310" y="0"/>
                </a:lnTo>
                <a:lnTo>
                  <a:pt x="271636" y="74329"/>
                </a:lnTo>
                <a:lnTo>
                  <a:pt x="197310" y="148661"/>
                </a:lnTo>
                <a:lnTo>
                  <a:pt x="197310" y="111495"/>
                </a:lnTo>
                <a:lnTo>
                  <a:pt x="0" y="111495"/>
                </a:lnTo>
                <a:lnTo>
                  <a:pt x="0" y="3716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fog-rotated-label-121">
            <a:extLst xmlns:a="http://schemas.openxmlformats.org/drawingml/2006/main">
              <a:ext uri="{FF2B5EF4-FFF2-40B4-BE49-F238E27FC236}">
                <a16:creationId xmlns:a16="http://schemas.microsoft.com/office/drawing/2014/main" id="{909B90A2-494D-4811-BB16-CD205D76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417719" y="737214"/>
            <a:ext cx="1160207" cy="245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state-based</a:t>
            </a:r>
          </a:p>
        </p:txBody>
      </p:sp>
      <p:sp>
        <p:nvSpPr>
          <p:cNvPr id="137" name="fog-rotated-label-123">
            <a:extLst xmlns:a="http://schemas.openxmlformats.org/drawingml/2006/main">
              <a:ext uri="{FF2B5EF4-FFF2-40B4-BE49-F238E27FC236}">
                <a16:creationId xmlns:a16="http://schemas.microsoft.com/office/drawing/2014/main" id="{1F613A31-5506-4EBF-B714-497D39D0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404681" y="2163153"/>
            <a:ext cx="1134131" cy="245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pixel-based</a:t>
            </a:r>
          </a:p>
        </p:txBody>
      </p:sp>
      <p:sp>
        <p:nvSpPr>
          <p:cNvPr id="138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25B278F5-D71F-41DD-ADD6-55F63EFA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415" y="1805070"/>
            <a:ext cx="915134" cy="915216"/>
          </a:xfrm>
          <a:custGeom xmlns:a="http://schemas.openxmlformats.org/drawingml/2006/main">
            <a:pathLst>
              <a:path w="915134" h="915216">
                <a:moveTo>
                  <a:pt x="0" y="915216"/>
                </a:moveTo>
                <a:lnTo>
                  <a:pt x="915134" y="915216"/>
                </a:lnTo>
                <a:lnTo>
                  <a:pt x="91513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768B73C-BE33-4CD4-8496-DCB1BA74F3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34d5550a146da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415" y="1805070"/>
            <a:ext cx="915134" cy="915216"/>
          </a:xfrm>
          <a:prstGeom xmlns:a="http://schemas.openxmlformats.org/drawingml/2006/main" prst="rect">
            <a:avLst/>
          </a:prstGeom>
        </p:spPr>
      </p:pic>
      <p:sp>
        <p:nvSpPr>
          <p:cNvPr id="140" name="fog-source-component-19">
            <a:extLst xmlns:a="http://schemas.openxmlformats.org/drawingml/2006/main">
              <a:ext uri="{FF2B5EF4-FFF2-40B4-BE49-F238E27FC236}">
                <a16:creationId xmlns:a16="http://schemas.microsoft.com/office/drawing/2014/main" id="{6CA1FA3F-9122-461E-9515-334E63C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415" y="1805070"/>
            <a:ext cx="915134" cy="91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DCE2052D-5782-41AD-8219-9654ED72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2517" y="835262"/>
            <a:ext cx="271633" cy="148662"/>
          </a:xfrm>
          <a:custGeom xmlns:a="http://schemas.openxmlformats.org/drawingml/2006/main">
            <a:pathLst>
              <a:path w="271633" h="148662">
                <a:moveTo>
                  <a:pt x="0" y="37165"/>
                </a:moveTo>
                <a:lnTo>
                  <a:pt x="197312" y="37165"/>
                </a:lnTo>
                <a:lnTo>
                  <a:pt x="197312" y="0"/>
                </a:lnTo>
                <a:lnTo>
                  <a:pt x="271633" y="74330"/>
                </a:lnTo>
                <a:lnTo>
                  <a:pt x="197312" y="148662"/>
                </a:lnTo>
                <a:lnTo>
                  <a:pt x="197312" y="111497"/>
                </a:lnTo>
                <a:lnTo>
                  <a:pt x="0" y="111497"/>
                </a:lnTo>
                <a:lnTo>
                  <a:pt x="0" y="37165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2BE06113-1BEB-4FE1-8153-B329E31D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2517" y="2196464"/>
            <a:ext cx="271633" cy="148661"/>
          </a:xfrm>
          <a:custGeom xmlns:a="http://schemas.openxmlformats.org/drawingml/2006/main">
            <a:pathLst>
              <a:path w="271633" h="148661">
                <a:moveTo>
                  <a:pt x="0" y="37165"/>
                </a:moveTo>
                <a:lnTo>
                  <a:pt x="197312" y="37165"/>
                </a:lnTo>
                <a:lnTo>
                  <a:pt x="197312" y="0"/>
                </a:lnTo>
                <a:lnTo>
                  <a:pt x="271633" y="74330"/>
                </a:lnTo>
                <a:lnTo>
                  <a:pt x="197312" y="148661"/>
                </a:lnTo>
                <a:lnTo>
                  <a:pt x="197312" y="111495"/>
                </a:lnTo>
                <a:lnTo>
                  <a:pt x="0" y="111495"/>
                </a:lnTo>
                <a:lnTo>
                  <a:pt x="0" y="37165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598BEA87-091F-43C3-8E1E-205DA136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867" y="1968386"/>
            <a:ext cx="91029" cy="604817"/>
          </a:xfrm>
          <a:custGeom xmlns:a="http://schemas.openxmlformats.org/drawingml/2006/main">
            <a:pathLst>
              <a:path w="91029" h="604817">
                <a:moveTo>
                  <a:pt x="91029" y="604817"/>
                </a:moveTo>
                <a:cubicBezTo>
                  <a:pt x="65892" y="604817"/>
                  <a:pt x="45515" y="584438"/>
                  <a:pt x="45515" y="559298"/>
                </a:cubicBezTo>
                <a:lnTo>
                  <a:pt x="45515" y="347926"/>
                </a:lnTo>
                <a:cubicBezTo>
                  <a:pt x="45515" y="322788"/>
                  <a:pt x="25137" y="302408"/>
                  <a:pt x="0" y="302408"/>
                </a:cubicBezTo>
                <a:cubicBezTo>
                  <a:pt x="25137" y="302408"/>
                  <a:pt x="45515" y="282029"/>
                  <a:pt x="45515" y="256890"/>
                </a:cubicBezTo>
                <a:lnTo>
                  <a:pt x="45515" y="45520"/>
                </a:lnTo>
                <a:cubicBezTo>
                  <a:pt x="45515" y="20379"/>
                  <a:pt x="65892" y="0"/>
                  <a:pt x="91029" y="0"/>
                </a:cubicBezTo>
                <a:lnTo>
                  <a:pt x="91029" y="60481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7E018D63-B490-49AD-94B1-16D36F2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867" y="1968386"/>
            <a:ext cx="91029" cy="604817"/>
          </a:xfrm>
          <a:custGeom xmlns:a="http://schemas.openxmlformats.org/drawingml/2006/main">
            <a:pathLst>
              <a:path w="91029" h="604817">
                <a:moveTo>
                  <a:pt x="91029" y="604817"/>
                </a:moveTo>
                <a:cubicBezTo>
                  <a:pt x="65892" y="604817"/>
                  <a:pt x="45515" y="584438"/>
                  <a:pt x="45515" y="559298"/>
                </a:cubicBezTo>
                <a:lnTo>
                  <a:pt x="45515" y="347926"/>
                </a:lnTo>
                <a:cubicBezTo>
                  <a:pt x="45515" y="322788"/>
                  <a:pt x="25137" y="302408"/>
                  <a:pt x="0" y="302408"/>
                </a:cubicBezTo>
                <a:cubicBezTo>
                  <a:pt x="25137" y="302408"/>
                  <a:pt x="45515" y="282029"/>
                  <a:pt x="45515" y="256890"/>
                </a:cubicBezTo>
                <a:lnTo>
                  <a:pt x="45515" y="45520"/>
                </a:lnTo>
                <a:cubicBezTo>
                  <a:pt x="45515" y="20379"/>
                  <a:pt x="65892" y="0"/>
                  <a:pt x="91029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4D0B5627-0E4E-4B5B-AA21-C75C7390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867" y="1968385"/>
            <a:ext cx="91029" cy="604817"/>
          </a:xfrm>
          <a:custGeom xmlns:a="http://schemas.openxmlformats.org/drawingml/2006/main">
            <a:pathLst>
              <a:path w="91029" h="604817">
                <a:moveTo>
                  <a:pt x="91029" y="604817"/>
                </a:moveTo>
                <a:cubicBezTo>
                  <a:pt x="65892" y="604817"/>
                  <a:pt x="45514" y="584439"/>
                  <a:pt x="45514" y="559299"/>
                </a:cubicBezTo>
                <a:lnTo>
                  <a:pt x="45514" y="347927"/>
                </a:lnTo>
                <a:cubicBezTo>
                  <a:pt x="45514" y="322787"/>
                  <a:pt x="25137" y="302409"/>
                  <a:pt x="0" y="302409"/>
                </a:cubicBezTo>
                <a:cubicBezTo>
                  <a:pt x="25137" y="302409"/>
                  <a:pt x="45514" y="282030"/>
                  <a:pt x="45514" y="256890"/>
                </a:cubicBezTo>
                <a:lnTo>
                  <a:pt x="45514" y="45519"/>
                </a:lnTo>
                <a:cubicBezTo>
                  <a:pt x="45514" y="20379"/>
                  <a:pt x="65892" y="0"/>
                  <a:pt x="9102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748">
            <a:solidFill>
              <a:srgbClr val="595959"/>
            </a:solidFill>
            <a:prstDash val="solid"/>
          </a:ln>
        </p:spPr>
      </p:sp>
      <p:sp>
        <p:nvSpPr>
          <p:cNvPr id="146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9E37616D-0B44-44EA-8F4F-3E5048F3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2645" y="1960253"/>
            <a:ext cx="91028" cy="604818"/>
          </a:xfrm>
          <a:custGeom xmlns:a="http://schemas.openxmlformats.org/drawingml/2006/main">
            <a:pathLst>
              <a:path w="91028" h="604818">
                <a:moveTo>
                  <a:pt x="0" y="604818"/>
                </a:moveTo>
                <a:cubicBezTo>
                  <a:pt x="25136" y="604818"/>
                  <a:pt x="45516" y="584438"/>
                  <a:pt x="45516" y="559300"/>
                </a:cubicBezTo>
                <a:lnTo>
                  <a:pt x="45516" y="347929"/>
                </a:lnTo>
                <a:cubicBezTo>
                  <a:pt x="45516" y="322788"/>
                  <a:pt x="65892" y="302409"/>
                  <a:pt x="91028" y="302409"/>
                </a:cubicBezTo>
                <a:cubicBezTo>
                  <a:pt x="65892" y="302409"/>
                  <a:pt x="45516" y="282031"/>
                  <a:pt x="45516" y="256890"/>
                </a:cubicBezTo>
                <a:lnTo>
                  <a:pt x="45516" y="45519"/>
                </a:lnTo>
                <a:cubicBezTo>
                  <a:pt x="45516" y="20381"/>
                  <a:pt x="25136" y="0"/>
                  <a:pt x="0" y="0"/>
                </a:cubicBezTo>
                <a:lnTo>
                  <a:pt x="0" y="604818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7CDDDE42-8A0D-471B-AD4C-D5FF85E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2645" y="1960253"/>
            <a:ext cx="91028" cy="604818"/>
          </a:xfrm>
          <a:custGeom xmlns:a="http://schemas.openxmlformats.org/drawingml/2006/main">
            <a:pathLst>
              <a:path w="91028" h="604818">
                <a:moveTo>
                  <a:pt x="0" y="604818"/>
                </a:moveTo>
                <a:cubicBezTo>
                  <a:pt x="25136" y="604818"/>
                  <a:pt x="45516" y="584438"/>
                  <a:pt x="45516" y="559300"/>
                </a:cubicBezTo>
                <a:lnTo>
                  <a:pt x="45516" y="347929"/>
                </a:lnTo>
                <a:cubicBezTo>
                  <a:pt x="45516" y="322788"/>
                  <a:pt x="65892" y="302409"/>
                  <a:pt x="91028" y="302409"/>
                </a:cubicBezTo>
                <a:cubicBezTo>
                  <a:pt x="65892" y="302409"/>
                  <a:pt x="45516" y="282031"/>
                  <a:pt x="45516" y="256890"/>
                </a:cubicBezTo>
                <a:lnTo>
                  <a:pt x="45516" y="45519"/>
                </a:lnTo>
                <a:cubicBezTo>
                  <a:pt x="45516" y="20381"/>
                  <a:pt x="25136" y="0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61846AEB-FEA9-49D0-89D5-2EF06ED5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2644" y="1960254"/>
            <a:ext cx="91030" cy="604817"/>
          </a:xfrm>
          <a:custGeom xmlns:a="http://schemas.openxmlformats.org/drawingml/2006/main">
            <a:pathLst>
              <a:path w="91030" h="604817">
                <a:moveTo>
                  <a:pt x="0" y="604817"/>
                </a:moveTo>
                <a:cubicBezTo>
                  <a:pt x="25137" y="604817"/>
                  <a:pt x="45515" y="584438"/>
                  <a:pt x="45515" y="559298"/>
                </a:cubicBezTo>
                <a:lnTo>
                  <a:pt x="45515" y="347927"/>
                </a:lnTo>
                <a:cubicBezTo>
                  <a:pt x="45515" y="322787"/>
                  <a:pt x="65892" y="302409"/>
                  <a:pt x="91030" y="302409"/>
                </a:cubicBezTo>
                <a:cubicBezTo>
                  <a:pt x="65892" y="302409"/>
                  <a:pt x="45515" y="282030"/>
                  <a:pt x="45515" y="256890"/>
                </a:cubicBezTo>
                <a:lnTo>
                  <a:pt x="45515" y="45518"/>
                </a:lnTo>
                <a:cubicBezTo>
                  <a:pt x="45515" y="20378"/>
                  <a:pt x="25137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748">
            <a:solidFill>
              <a:srgbClr val="595959"/>
            </a:solidFill>
            <a:prstDash val="solid"/>
          </a:ln>
        </p:spPr>
      </p:sp>
      <p:sp>
        <p:nvSpPr>
          <p:cNvPr id="149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C2F6B53C-6F5F-46C9-8CDF-B7B71EDB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279" y="835262"/>
            <a:ext cx="271636" cy="148662"/>
          </a:xfrm>
          <a:custGeom xmlns:a="http://schemas.openxmlformats.org/drawingml/2006/main">
            <a:pathLst>
              <a:path w="271636" h="148662">
                <a:moveTo>
                  <a:pt x="0" y="37165"/>
                </a:moveTo>
                <a:lnTo>
                  <a:pt x="197310" y="37165"/>
                </a:lnTo>
                <a:lnTo>
                  <a:pt x="197310" y="0"/>
                </a:lnTo>
                <a:lnTo>
                  <a:pt x="271636" y="74330"/>
                </a:lnTo>
                <a:lnTo>
                  <a:pt x="197310" y="148662"/>
                </a:lnTo>
                <a:lnTo>
                  <a:pt x="197310" y="111497"/>
                </a:lnTo>
                <a:lnTo>
                  <a:pt x="0" y="111497"/>
                </a:lnTo>
                <a:lnTo>
                  <a:pt x="0" y="37165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190E0477-955A-4BB3-BB6B-FA736BF8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8362" y="2196464"/>
            <a:ext cx="271633" cy="148661"/>
          </a:xfrm>
          <a:custGeom xmlns:a="http://schemas.openxmlformats.org/drawingml/2006/main">
            <a:pathLst>
              <a:path w="271633" h="148661">
                <a:moveTo>
                  <a:pt x="0" y="37165"/>
                </a:moveTo>
                <a:lnTo>
                  <a:pt x="197308" y="37165"/>
                </a:lnTo>
                <a:lnTo>
                  <a:pt x="197308" y="0"/>
                </a:lnTo>
                <a:lnTo>
                  <a:pt x="271633" y="74330"/>
                </a:lnTo>
                <a:lnTo>
                  <a:pt x="197308" y="148661"/>
                </a:lnTo>
                <a:lnTo>
                  <a:pt x="197308" y="111495"/>
                </a:lnTo>
                <a:lnTo>
                  <a:pt x="0" y="111495"/>
                </a:lnTo>
                <a:lnTo>
                  <a:pt x="0" y="37165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3546AFA7-FCC8-42E6-94B3-DA717081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9682" y="952770"/>
            <a:ext cx="521965" cy="522012"/>
          </a:xfrm>
          <a:custGeom xmlns:a="http://schemas.openxmlformats.org/drawingml/2006/main">
            <a:pathLst>
              <a:path w="521965" h="522012">
                <a:moveTo>
                  <a:pt x="0" y="522012"/>
                </a:moveTo>
                <a:lnTo>
                  <a:pt x="521965" y="522012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069D3DA-7B9E-4533-8574-372CFD6DF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1dc29cd4d44d4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9682" y="952770"/>
            <a:ext cx="521965" cy="522011"/>
          </a:xfrm>
          <a:prstGeom xmlns:a="http://schemas.openxmlformats.org/drawingml/2006/main" prst="rect">
            <a:avLst/>
          </a:prstGeom>
        </p:spPr>
      </p:pic>
      <p:sp>
        <p:nvSpPr>
          <p:cNvPr id="153" name="fog-source-component-20">
            <a:extLst xmlns:a="http://schemas.openxmlformats.org/drawingml/2006/main">
              <a:ext uri="{FF2B5EF4-FFF2-40B4-BE49-F238E27FC236}">
                <a16:creationId xmlns:a16="http://schemas.microsoft.com/office/drawing/2014/main" id="{5FBCC98D-4263-478F-9041-7DB957F3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9682" y="952770"/>
            <a:ext cx="521965" cy="522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EA5A1E49-374D-4B59-910C-F0740CFB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9987" y="915725"/>
            <a:ext cx="671582" cy="596101"/>
          </a:xfrm>
          <a:custGeom xmlns:a="http://schemas.openxmlformats.org/drawingml/2006/main">
            <a:pathLst>
              <a:path w="671582" h="596101">
                <a:moveTo>
                  <a:pt x="0" y="596101"/>
                </a:moveTo>
                <a:lnTo>
                  <a:pt x="671582" y="596101"/>
                </a:lnTo>
                <a:lnTo>
                  <a:pt x="67158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960CD593-36B0-4D14-828A-1101804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2227" y="1097417"/>
            <a:ext cx="430262" cy="245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CLIP</a:t>
            </a:r>
          </a:p>
        </p:txBody>
      </p:sp>
      <p:sp>
        <p:nvSpPr>
          <p:cNvPr id="156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AEAAE814-4974-4E2D-9B98-BEB5EF2F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354" y="483250"/>
            <a:ext cx="521965" cy="358469"/>
          </a:xfrm>
          <a:custGeom xmlns:a="http://schemas.openxmlformats.org/drawingml/2006/main">
            <a:pathLst>
              <a:path w="521965" h="358469">
                <a:moveTo>
                  <a:pt x="0" y="358469"/>
                </a:moveTo>
                <a:lnTo>
                  <a:pt x="521965" y="358469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EFD1F65-A209-4632-8000-27D677AAA2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701755aa3480e"/>
          <a:srcRect xmlns:a="http://schemas.openxmlformats.org/drawingml/2006/main" l="0" t="300" r="0" b="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76354" y="483250"/>
            <a:ext cx="521965" cy="358468"/>
          </a:xfrm>
          <a:prstGeom xmlns:a="http://schemas.openxmlformats.org/drawingml/2006/main" prst="rect">
            <a:avLst/>
          </a:prstGeom>
        </p:spPr>
      </p:pic>
      <p:sp>
        <p:nvSpPr>
          <p:cNvPr id="158" name="fog-source-component-21">
            <a:extLst xmlns:a="http://schemas.openxmlformats.org/drawingml/2006/main">
              <a:ext uri="{FF2B5EF4-FFF2-40B4-BE49-F238E27FC236}">
                <a16:creationId xmlns:a16="http://schemas.microsoft.com/office/drawing/2014/main" id="{55C4D6E3-50B2-4A17-B380-D4E6EF06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354" y="483250"/>
            <a:ext cx="521965" cy="358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9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264A7FFC-73B5-4995-A9DD-0DA34ACF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4268" y="151508"/>
            <a:ext cx="521965" cy="290976"/>
          </a:xfrm>
          <a:custGeom xmlns:a="http://schemas.openxmlformats.org/drawingml/2006/main">
            <a:pathLst>
              <a:path w="521965" h="290976">
                <a:moveTo>
                  <a:pt x="0" y="290976"/>
                </a:moveTo>
                <a:lnTo>
                  <a:pt x="521965" y="290976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fog-math-22-glyph-0">
            <a:extLst xmlns:a="http://schemas.openxmlformats.org/drawingml/2006/main">
              <a:ext uri="{FF2B5EF4-FFF2-40B4-BE49-F238E27FC236}">
                <a16:creationId xmlns:a16="http://schemas.microsoft.com/office/drawing/2014/main" id="{FDA0FDB5-61AB-4A25-8131-484D55BF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1770" y="151661"/>
            <a:ext cx="68310" cy="290670"/>
          </a:xfrm>
          <a:custGeom xmlns:a="http://schemas.openxmlformats.org/drawingml/2006/main">
            <a:pathLst>
              <a:path w="68310" h="290670">
                <a:moveTo>
                  <a:pt x="57483" y="1987"/>
                </a:moveTo>
                <a:lnTo>
                  <a:pt x="58505" y="1014"/>
                </a:lnTo>
                <a:lnTo>
                  <a:pt x="62784" y="0"/>
                </a:lnTo>
                <a:lnTo>
                  <a:pt x="67062" y="739"/>
                </a:lnTo>
                <a:lnTo>
                  <a:pt x="68310" y="1987"/>
                </a:lnTo>
                <a:lnTo>
                  <a:pt x="67062" y="4067"/>
                </a:lnTo>
                <a:lnTo>
                  <a:pt x="65743" y="6266"/>
                </a:lnTo>
                <a:lnTo>
                  <a:pt x="62784" y="10126"/>
                </a:lnTo>
                <a:lnTo>
                  <a:pt x="62374" y="10545"/>
                </a:lnTo>
                <a:lnTo>
                  <a:pt x="59264" y="14824"/>
                </a:lnTo>
                <a:lnTo>
                  <a:pt x="58505" y="15635"/>
                </a:lnTo>
                <a:lnTo>
                  <a:pt x="56029" y="19103"/>
                </a:lnTo>
                <a:lnTo>
                  <a:pt x="54227" y="21294"/>
                </a:lnTo>
                <a:lnTo>
                  <a:pt x="52501" y="23382"/>
                </a:lnTo>
                <a:lnTo>
                  <a:pt x="49965" y="27661"/>
                </a:lnTo>
                <a:lnTo>
                  <a:pt x="49949" y="27679"/>
                </a:lnTo>
                <a:lnTo>
                  <a:pt x="47502" y="31940"/>
                </a:lnTo>
                <a:lnTo>
                  <a:pt x="45670" y="34563"/>
                </a:lnTo>
                <a:lnTo>
                  <a:pt x="44356" y="36219"/>
                </a:lnTo>
                <a:lnTo>
                  <a:pt x="42858" y="40498"/>
                </a:lnTo>
                <a:lnTo>
                  <a:pt x="41392" y="42590"/>
                </a:lnTo>
                <a:lnTo>
                  <a:pt x="39882" y="44777"/>
                </a:lnTo>
                <a:lnTo>
                  <a:pt x="38378" y="49056"/>
                </a:lnTo>
                <a:lnTo>
                  <a:pt x="37113" y="51030"/>
                </a:lnTo>
                <a:lnTo>
                  <a:pt x="35706" y="53335"/>
                </a:lnTo>
                <a:lnTo>
                  <a:pt x="34564" y="57614"/>
                </a:lnTo>
                <a:lnTo>
                  <a:pt x="32835" y="61820"/>
                </a:lnTo>
                <a:lnTo>
                  <a:pt x="32785" y="61893"/>
                </a:lnTo>
                <a:lnTo>
                  <a:pt x="31106" y="66172"/>
                </a:lnTo>
                <a:lnTo>
                  <a:pt x="30463" y="70452"/>
                </a:lnTo>
                <a:lnTo>
                  <a:pt x="29569" y="74731"/>
                </a:lnTo>
                <a:lnTo>
                  <a:pt x="28557" y="77457"/>
                </a:lnTo>
                <a:lnTo>
                  <a:pt x="27915" y="79010"/>
                </a:lnTo>
                <a:lnTo>
                  <a:pt x="26851" y="83289"/>
                </a:lnTo>
                <a:lnTo>
                  <a:pt x="26254" y="87568"/>
                </a:lnTo>
                <a:lnTo>
                  <a:pt x="25624" y="91847"/>
                </a:lnTo>
                <a:lnTo>
                  <a:pt x="24742" y="96126"/>
                </a:lnTo>
                <a:lnTo>
                  <a:pt x="24278" y="97705"/>
                </a:lnTo>
                <a:lnTo>
                  <a:pt x="23542" y="100405"/>
                </a:lnTo>
                <a:lnTo>
                  <a:pt x="22871" y="104684"/>
                </a:lnTo>
                <a:lnTo>
                  <a:pt x="22514" y="108963"/>
                </a:lnTo>
                <a:lnTo>
                  <a:pt x="22209" y="113242"/>
                </a:lnTo>
                <a:lnTo>
                  <a:pt x="22005" y="117521"/>
                </a:lnTo>
                <a:lnTo>
                  <a:pt x="21832" y="121800"/>
                </a:lnTo>
                <a:lnTo>
                  <a:pt x="21643" y="126079"/>
                </a:lnTo>
                <a:lnTo>
                  <a:pt x="21437" y="130358"/>
                </a:lnTo>
                <a:lnTo>
                  <a:pt x="21345" y="134637"/>
                </a:lnTo>
                <a:lnTo>
                  <a:pt x="21264" y="138916"/>
                </a:lnTo>
                <a:lnTo>
                  <a:pt x="21179" y="143195"/>
                </a:lnTo>
                <a:lnTo>
                  <a:pt x="21179" y="147474"/>
                </a:lnTo>
                <a:lnTo>
                  <a:pt x="21264" y="151753"/>
                </a:lnTo>
                <a:lnTo>
                  <a:pt x="21345" y="156033"/>
                </a:lnTo>
                <a:lnTo>
                  <a:pt x="21452" y="160312"/>
                </a:lnTo>
                <a:lnTo>
                  <a:pt x="21656" y="164591"/>
                </a:lnTo>
                <a:lnTo>
                  <a:pt x="21843" y="168870"/>
                </a:lnTo>
                <a:lnTo>
                  <a:pt x="22005" y="173149"/>
                </a:lnTo>
                <a:lnTo>
                  <a:pt x="22226" y="177428"/>
                </a:lnTo>
                <a:lnTo>
                  <a:pt x="22514" y="181707"/>
                </a:lnTo>
                <a:lnTo>
                  <a:pt x="22901" y="185986"/>
                </a:lnTo>
                <a:lnTo>
                  <a:pt x="23589" y="190265"/>
                </a:lnTo>
                <a:lnTo>
                  <a:pt x="24278" y="192703"/>
                </a:lnTo>
                <a:lnTo>
                  <a:pt x="24820" y="194544"/>
                </a:lnTo>
                <a:lnTo>
                  <a:pt x="25670" y="198823"/>
                </a:lnTo>
                <a:lnTo>
                  <a:pt x="26291" y="203102"/>
                </a:lnTo>
                <a:lnTo>
                  <a:pt x="26901" y="207381"/>
                </a:lnTo>
                <a:lnTo>
                  <a:pt x="27989" y="211660"/>
                </a:lnTo>
                <a:lnTo>
                  <a:pt x="28557" y="213028"/>
                </a:lnTo>
                <a:lnTo>
                  <a:pt x="29607" y="215939"/>
                </a:lnTo>
                <a:lnTo>
                  <a:pt x="30474" y="220218"/>
                </a:lnTo>
                <a:lnTo>
                  <a:pt x="31130" y="224497"/>
                </a:lnTo>
                <a:lnTo>
                  <a:pt x="32753" y="228776"/>
                </a:lnTo>
                <a:lnTo>
                  <a:pt x="32835" y="228902"/>
                </a:lnTo>
                <a:lnTo>
                  <a:pt x="34516" y="233055"/>
                </a:lnTo>
                <a:lnTo>
                  <a:pt x="35576" y="237335"/>
                </a:lnTo>
                <a:lnTo>
                  <a:pt x="37113" y="240167"/>
                </a:lnTo>
                <a:lnTo>
                  <a:pt x="38066" y="241614"/>
                </a:lnTo>
                <a:lnTo>
                  <a:pt x="39614" y="245893"/>
                </a:lnTo>
                <a:lnTo>
                  <a:pt x="41392" y="248947"/>
                </a:lnTo>
                <a:lnTo>
                  <a:pt x="42324" y="250172"/>
                </a:lnTo>
                <a:lnTo>
                  <a:pt x="43916" y="254451"/>
                </a:lnTo>
                <a:lnTo>
                  <a:pt x="45670" y="256808"/>
                </a:lnTo>
                <a:lnTo>
                  <a:pt x="47209" y="258730"/>
                </a:lnTo>
                <a:lnTo>
                  <a:pt x="49331" y="263009"/>
                </a:lnTo>
                <a:lnTo>
                  <a:pt x="49949" y="263685"/>
                </a:lnTo>
                <a:lnTo>
                  <a:pt x="52350" y="267288"/>
                </a:lnTo>
                <a:lnTo>
                  <a:pt x="54227" y="269476"/>
                </a:lnTo>
                <a:lnTo>
                  <a:pt x="56056" y="271567"/>
                </a:lnTo>
                <a:lnTo>
                  <a:pt x="58505" y="274573"/>
                </a:lnTo>
                <a:lnTo>
                  <a:pt x="59691" y="275846"/>
                </a:lnTo>
                <a:lnTo>
                  <a:pt x="62516" y="280125"/>
                </a:lnTo>
                <a:lnTo>
                  <a:pt x="62784" y="280399"/>
                </a:lnTo>
                <a:lnTo>
                  <a:pt x="65743" y="284404"/>
                </a:lnTo>
                <a:lnTo>
                  <a:pt x="67062" y="286645"/>
                </a:lnTo>
                <a:lnTo>
                  <a:pt x="68276" y="288683"/>
                </a:lnTo>
                <a:lnTo>
                  <a:pt x="67062" y="289897"/>
                </a:lnTo>
                <a:lnTo>
                  <a:pt x="62784" y="290670"/>
                </a:lnTo>
                <a:lnTo>
                  <a:pt x="58505" y="289615"/>
                </a:lnTo>
                <a:lnTo>
                  <a:pt x="57532" y="288683"/>
                </a:lnTo>
                <a:lnTo>
                  <a:pt x="54227" y="285940"/>
                </a:lnTo>
                <a:lnTo>
                  <a:pt x="52605" y="284404"/>
                </a:lnTo>
                <a:lnTo>
                  <a:pt x="49949" y="281848"/>
                </a:lnTo>
                <a:lnTo>
                  <a:pt x="48244" y="280125"/>
                </a:lnTo>
                <a:lnTo>
                  <a:pt x="45670" y="277421"/>
                </a:lnTo>
                <a:lnTo>
                  <a:pt x="44139" y="275846"/>
                </a:lnTo>
                <a:lnTo>
                  <a:pt x="41392" y="273083"/>
                </a:lnTo>
                <a:lnTo>
                  <a:pt x="39892" y="271567"/>
                </a:lnTo>
                <a:lnTo>
                  <a:pt x="37113" y="267991"/>
                </a:lnTo>
                <a:lnTo>
                  <a:pt x="36448" y="267288"/>
                </a:lnTo>
                <a:lnTo>
                  <a:pt x="33905" y="263009"/>
                </a:lnTo>
                <a:lnTo>
                  <a:pt x="32835" y="261836"/>
                </a:lnTo>
                <a:lnTo>
                  <a:pt x="30487" y="258730"/>
                </a:lnTo>
                <a:lnTo>
                  <a:pt x="28557" y="256240"/>
                </a:lnTo>
                <a:lnTo>
                  <a:pt x="27090" y="254451"/>
                </a:lnTo>
                <a:lnTo>
                  <a:pt x="25403" y="250172"/>
                </a:lnTo>
                <a:lnTo>
                  <a:pt x="24278" y="248740"/>
                </a:lnTo>
                <a:lnTo>
                  <a:pt x="22460" y="245893"/>
                </a:lnTo>
                <a:lnTo>
                  <a:pt x="20490" y="241614"/>
                </a:lnTo>
                <a:lnTo>
                  <a:pt x="20000" y="241010"/>
                </a:lnTo>
                <a:lnTo>
                  <a:pt x="18080" y="237335"/>
                </a:lnTo>
                <a:lnTo>
                  <a:pt x="16883" y="233055"/>
                </a:lnTo>
                <a:lnTo>
                  <a:pt x="15721" y="231101"/>
                </a:lnTo>
                <a:lnTo>
                  <a:pt x="14408" y="228776"/>
                </a:lnTo>
                <a:lnTo>
                  <a:pt x="13270" y="224497"/>
                </a:lnTo>
                <a:lnTo>
                  <a:pt x="11589" y="220218"/>
                </a:lnTo>
                <a:lnTo>
                  <a:pt x="11443" y="219962"/>
                </a:lnTo>
                <a:lnTo>
                  <a:pt x="9920" y="215939"/>
                </a:lnTo>
                <a:lnTo>
                  <a:pt x="9147" y="211660"/>
                </a:lnTo>
                <a:lnTo>
                  <a:pt x="8076" y="207381"/>
                </a:lnTo>
                <a:lnTo>
                  <a:pt x="7165" y="205331"/>
                </a:lnTo>
                <a:lnTo>
                  <a:pt x="6192" y="203102"/>
                </a:lnTo>
                <a:lnTo>
                  <a:pt x="5377" y="198823"/>
                </a:lnTo>
                <a:lnTo>
                  <a:pt x="4881" y="194544"/>
                </a:lnTo>
                <a:lnTo>
                  <a:pt x="4232" y="190265"/>
                </a:lnTo>
                <a:lnTo>
                  <a:pt x="3094" y="185986"/>
                </a:lnTo>
                <a:lnTo>
                  <a:pt x="2886" y="185273"/>
                </a:lnTo>
                <a:lnTo>
                  <a:pt x="2017" y="181707"/>
                </a:lnTo>
                <a:lnTo>
                  <a:pt x="1464" y="177428"/>
                </a:lnTo>
                <a:lnTo>
                  <a:pt x="1076" y="173149"/>
                </a:lnTo>
                <a:lnTo>
                  <a:pt x="764" y="168870"/>
                </a:lnTo>
                <a:lnTo>
                  <a:pt x="525" y="164591"/>
                </a:lnTo>
                <a:lnTo>
                  <a:pt x="395" y="160312"/>
                </a:lnTo>
                <a:lnTo>
                  <a:pt x="264" y="156033"/>
                </a:lnTo>
                <a:lnTo>
                  <a:pt x="131" y="151753"/>
                </a:lnTo>
                <a:lnTo>
                  <a:pt x="0" y="147474"/>
                </a:lnTo>
                <a:lnTo>
                  <a:pt x="0" y="143195"/>
                </a:lnTo>
                <a:lnTo>
                  <a:pt x="131" y="138916"/>
                </a:lnTo>
                <a:lnTo>
                  <a:pt x="251" y="134637"/>
                </a:lnTo>
                <a:lnTo>
                  <a:pt x="372" y="130358"/>
                </a:lnTo>
                <a:lnTo>
                  <a:pt x="494" y="126079"/>
                </a:lnTo>
                <a:lnTo>
                  <a:pt x="756" y="121800"/>
                </a:lnTo>
                <a:lnTo>
                  <a:pt x="1032" y="117521"/>
                </a:lnTo>
                <a:lnTo>
                  <a:pt x="1405" y="113242"/>
                </a:lnTo>
                <a:lnTo>
                  <a:pt x="1934" y="108963"/>
                </a:lnTo>
                <a:lnTo>
                  <a:pt x="2886" y="104958"/>
                </a:lnTo>
                <a:lnTo>
                  <a:pt x="2968" y="104684"/>
                </a:lnTo>
                <a:lnTo>
                  <a:pt x="4100" y="100405"/>
                </a:lnTo>
                <a:lnTo>
                  <a:pt x="4740" y="96126"/>
                </a:lnTo>
                <a:lnTo>
                  <a:pt x="5198" y="91847"/>
                </a:lnTo>
                <a:lnTo>
                  <a:pt x="5934" y="87568"/>
                </a:lnTo>
                <a:lnTo>
                  <a:pt x="7165" y="84070"/>
                </a:lnTo>
                <a:lnTo>
                  <a:pt x="7519" y="83289"/>
                </a:lnTo>
                <a:lnTo>
                  <a:pt x="8756" y="79010"/>
                </a:lnTo>
                <a:lnTo>
                  <a:pt x="9501" y="74731"/>
                </a:lnTo>
                <a:lnTo>
                  <a:pt x="10953" y="70452"/>
                </a:lnTo>
                <a:lnTo>
                  <a:pt x="11443" y="69667"/>
                </a:lnTo>
                <a:lnTo>
                  <a:pt x="13008" y="66172"/>
                </a:lnTo>
                <a:lnTo>
                  <a:pt x="14078" y="61893"/>
                </a:lnTo>
                <a:lnTo>
                  <a:pt x="15721" y="59150"/>
                </a:lnTo>
                <a:lnTo>
                  <a:pt x="16828" y="57614"/>
                </a:lnTo>
                <a:lnTo>
                  <a:pt x="18311" y="53335"/>
                </a:lnTo>
                <a:lnTo>
                  <a:pt x="20000" y="50599"/>
                </a:lnTo>
                <a:lnTo>
                  <a:pt x="21143" y="49056"/>
                </a:lnTo>
                <a:lnTo>
                  <a:pt x="22901" y="44777"/>
                </a:lnTo>
                <a:lnTo>
                  <a:pt x="24278" y="42928"/>
                </a:lnTo>
                <a:lnTo>
                  <a:pt x="25937" y="40498"/>
                </a:lnTo>
                <a:lnTo>
                  <a:pt x="27753" y="36219"/>
                </a:lnTo>
                <a:lnTo>
                  <a:pt x="28557" y="35263"/>
                </a:lnTo>
                <a:lnTo>
                  <a:pt x="30587" y="31940"/>
                </a:lnTo>
                <a:lnTo>
                  <a:pt x="32835" y="28567"/>
                </a:lnTo>
                <a:lnTo>
                  <a:pt x="33661" y="27661"/>
                </a:lnTo>
                <a:lnTo>
                  <a:pt x="36202" y="23382"/>
                </a:lnTo>
                <a:lnTo>
                  <a:pt x="37113" y="22442"/>
                </a:lnTo>
                <a:lnTo>
                  <a:pt x="40074" y="19103"/>
                </a:lnTo>
                <a:lnTo>
                  <a:pt x="41392" y="17739"/>
                </a:lnTo>
                <a:lnTo>
                  <a:pt x="44086" y="14824"/>
                </a:lnTo>
                <a:lnTo>
                  <a:pt x="45670" y="13213"/>
                </a:lnTo>
                <a:lnTo>
                  <a:pt x="48267" y="10545"/>
                </a:lnTo>
                <a:lnTo>
                  <a:pt x="49949" y="8836"/>
                </a:lnTo>
                <a:lnTo>
                  <a:pt x="52532" y="6266"/>
                </a:lnTo>
                <a:lnTo>
                  <a:pt x="54227" y="4650"/>
                </a:lnTo>
                <a:lnTo>
                  <a:pt x="57483" y="1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fog-math-22-glyph-1">
            <a:extLst xmlns:a="http://schemas.openxmlformats.org/drawingml/2006/main">
              <a:ext uri="{FF2B5EF4-FFF2-40B4-BE49-F238E27FC236}">
                <a16:creationId xmlns:a16="http://schemas.microsoft.com/office/drawing/2014/main" id="{BBE87CCE-8DB6-4300-BA26-AE6D0851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9823" y="151661"/>
            <a:ext cx="68838" cy="290670"/>
          </a:xfrm>
          <a:custGeom xmlns:a="http://schemas.openxmlformats.org/drawingml/2006/main">
            <a:pathLst>
              <a:path w="68838" h="290670">
                <a:moveTo>
                  <a:pt x="0" y="1987"/>
                </a:moveTo>
                <a:lnTo>
                  <a:pt x="146" y="1841"/>
                </a:lnTo>
                <a:lnTo>
                  <a:pt x="4424" y="0"/>
                </a:lnTo>
                <a:lnTo>
                  <a:pt x="8703" y="382"/>
                </a:lnTo>
                <a:lnTo>
                  <a:pt x="10595" y="1987"/>
                </a:lnTo>
                <a:lnTo>
                  <a:pt x="12981" y="4051"/>
                </a:lnTo>
                <a:lnTo>
                  <a:pt x="15441" y="6266"/>
                </a:lnTo>
                <a:lnTo>
                  <a:pt x="17259" y="8007"/>
                </a:lnTo>
                <a:lnTo>
                  <a:pt x="19797" y="10545"/>
                </a:lnTo>
                <a:lnTo>
                  <a:pt x="21538" y="12324"/>
                </a:lnTo>
                <a:lnTo>
                  <a:pt x="23946" y="14824"/>
                </a:lnTo>
                <a:lnTo>
                  <a:pt x="25816" y="16724"/>
                </a:lnTo>
                <a:lnTo>
                  <a:pt x="28121" y="19103"/>
                </a:lnTo>
                <a:lnTo>
                  <a:pt x="30095" y="21304"/>
                </a:lnTo>
                <a:lnTo>
                  <a:pt x="31884" y="23382"/>
                </a:lnTo>
                <a:lnTo>
                  <a:pt x="34373" y="26874"/>
                </a:lnTo>
                <a:lnTo>
                  <a:pt x="35109" y="27661"/>
                </a:lnTo>
                <a:lnTo>
                  <a:pt x="37659" y="31940"/>
                </a:lnTo>
                <a:lnTo>
                  <a:pt x="38651" y="33031"/>
                </a:lnTo>
                <a:lnTo>
                  <a:pt x="40859" y="36219"/>
                </a:lnTo>
                <a:lnTo>
                  <a:pt x="42930" y="39746"/>
                </a:lnTo>
                <a:lnTo>
                  <a:pt x="43572" y="40498"/>
                </a:lnTo>
                <a:lnTo>
                  <a:pt x="45478" y="44777"/>
                </a:lnTo>
                <a:lnTo>
                  <a:pt x="47208" y="47436"/>
                </a:lnTo>
                <a:lnTo>
                  <a:pt x="48439" y="49056"/>
                </a:lnTo>
                <a:lnTo>
                  <a:pt x="49843" y="53335"/>
                </a:lnTo>
                <a:lnTo>
                  <a:pt x="51487" y="56737"/>
                </a:lnTo>
                <a:lnTo>
                  <a:pt x="52079" y="57614"/>
                </a:lnTo>
                <a:lnTo>
                  <a:pt x="53626" y="61893"/>
                </a:lnTo>
                <a:lnTo>
                  <a:pt x="55029" y="66172"/>
                </a:lnTo>
                <a:lnTo>
                  <a:pt x="55765" y="67405"/>
                </a:lnTo>
                <a:lnTo>
                  <a:pt x="57217" y="70452"/>
                </a:lnTo>
                <a:lnTo>
                  <a:pt x="58041" y="74731"/>
                </a:lnTo>
                <a:lnTo>
                  <a:pt x="59012" y="79010"/>
                </a:lnTo>
                <a:lnTo>
                  <a:pt x="60043" y="81320"/>
                </a:lnTo>
                <a:lnTo>
                  <a:pt x="60955" y="83289"/>
                </a:lnTo>
                <a:lnTo>
                  <a:pt x="61981" y="87568"/>
                </a:lnTo>
                <a:lnTo>
                  <a:pt x="62490" y="91847"/>
                </a:lnTo>
                <a:lnTo>
                  <a:pt x="63252" y="96126"/>
                </a:lnTo>
                <a:lnTo>
                  <a:pt x="64322" y="99623"/>
                </a:lnTo>
                <a:lnTo>
                  <a:pt x="64619" y="100405"/>
                </a:lnTo>
                <a:lnTo>
                  <a:pt x="65714" y="104684"/>
                </a:lnTo>
                <a:lnTo>
                  <a:pt x="66208" y="108963"/>
                </a:lnTo>
                <a:lnTo>
                  <a:pt x="66496" y="113242"/>
                </a:lnTo>
                <a:lnTo>
                  <a:pt x="66790" y="117521"/>
                </a:lnTo>
                <a:lnTo>
                  <a:pt x="67193" y="121800"/>
                </a:lnTo>
                <a:lnTo>
                  <a:pt x="67668" y="126079"/>
                </a:lnTo>
                <a:lnTo>
                  <a:pt x="67934" y="130358"/>
                </a:lnTo>
                <a:lnTo>
                  <a:pt x="68191" y="134637"/>
                </a:lnTo>
                <a:lnTo>
                  <a:pt x="68518" y="138916"/>
                </a:lnTo>
                <a:lnTo>
                  <a:pt x="68600" y="139986"/>
                </a:lnTo>
                <a:lnTo>
                  <a:pt x="68838" y="143195"/>
                </a:lnTo>
                <a:lnTo>
                  <a:pt x="68838" y="147474"/>
                </a:lnTo>
                <a:lnTo>
                  <a:pt x="68600" y="151040"/>
                </a:lnTo>
                <a:lnTo>
                  <a:pt x="68550" y="151753"/>
                </a:lnTo>
                <a:lnTo>
                  <a:pt x="68246" y="156033"/>
                </a:lnTo>
                <a:lnTo>
                  <a:pt x="67983" y="160312"/>
                </a:lnTo>
                <a:lnTo>
                  <a:pt x="67731" y="164591"/>
                </a:lnTo>
                <a:lnTo>
                  <a:pt x="67239" y="168870"/>
                </a:lnTo>
                <a:lnTo>
                  <a:pt x="66824" y="173149"/>
                </a:lnTo>
                <a:lnTo>
                  <a:pt x="66531" y="177428"/>
                </a:lnTo>
                <a:lnTo>
                  <a:pt x="66269" y="181707"/>
                </a:lnTo>
                <a:lnTo>
                  <a:pt x="65759" y="185986"/>
                </a:lnTo>
                <a:lnTo>
                  <a:pt x="64838" y="190265"/>
                </a:lnTo>
                <a:lnTo>
                  <a:pt x="64322" y="191858"/>
                </a:lnTo>
                <a:lnTo>
                  <a:pt x="63518" y="194544"/>
                </a:lnTo>
                <a:lnTo>
                  <a:pt x="62717" y="198823"/>
                </a:lnTo>
                <a:lnTo>
                  <a:pt x="62120" y="203102"/>
                </a:lnTo>
                <a:lnTo>
                  <a:pt x="61357" y="207381"/>
                </a:lnTo>
                <a:lnTo>
                  <a:pt x="60043" y="211219"/>
                </a:lnTo>
                <a:lnTo>
                  <a:pt x="59836" y="211660"/>
                </a:lnTo>
                <a:lnTo>
                  <a:pt x="58388" y="215939"/>
                </a:lnTo>
                <a:lnTo>
                  <a:pt x="57482" y="220218"/>
                </a:lnTo>
                <a:lnTo>
                  <a:pt x="55765" y="224152"/>
                </a:lnTo>
                <a:lnTo>
                  <a:pt x="55527" y="224497"/>
                </a:lnTo>
                <a:lnTo>
                  <a:pt x="53790" y="228776"/>
                </a:lnTo>
                <a:lnTo>
                  <a:pt x="52079" y="233055"/>
                </a:lnTo>
                <a:lnTo>
                  <a:pt x="51487" y="233812"/>
                </a:lnTo>
                <a:lnTo>
                  <a:pt x="49612" y="237335"/>
                </a:lnTo>
                <a:lnTo>
                  <a:pt x="47850" y="241614"/>
                </a:lnTo>
                <a:lnTo>
                  <a:pt x="47208" y="242372"/>
                </a:lnTo>
                <a:lnTo>
                  <a:pt x="45157" y="245893"/>
                </a:lnTo>
                <a:lnTo>
                  <a:pt x="42930" y="249747"/>
                </a:lnTo>
                <a:lnTo>
                  <a:pt x="42548" y="250172"/>
                </a:lnTo>
                <a:lnTo>
                  <a:pt x="40521" y="254451"/>
                </a:lnTo>
                <a:lnTo>
                  <a:pt x="38651" y="257288"/>
                </a:lnTo>
                <a:lnTo>
                  <a:pt x="37490" y="258730"/>
                </a:lnTo>
                <a:lnTo>
                  <a:pt x="35263" y="263009"/>
                </a:lnTo>
                <a:lnTo>
                  <a:pt x="34373" y="263984"/>
                </a:lnTo>
                <a:lnTo>
                  <a:pt x="31908" y="267288"/>
                </a:lnTo>
                <a:lnTo>
                  <a:pt x="30095" y="269251"/>
                </a:lnTo>
                <a:lnTo>
                  <a:pt x="27966" y="271567"/>
                </a:lnTo>
                <a:lnTo>
                  <a:pt x="25816" y="273881"/>
                </a:lnTo>
                <a:lnTo>
                  <a:pt x="23923" y="275846"/>
                </a:lnTo>
                <a:lnTo>
                  <a:pt x="21538" y="278336"/>
                </a:lnTo>
                <a:lnTo>
                  <a:pt x="19797" y="280125"/>
                </a:lnTo>
                <a:lnTo>
                  <a:pt x="17259" y="282663"/>
                </a:lnTo>
                <a:lnTo>
                  <a:pt x="15431" y="284404"/>
                </a:lnTo>
                <a:lnTo>
                  <a:pt x="12981" y="286575"/>
                </a:lnTo>
                <a:lnTo>
                  <a:pt x="10506" y="288683"/>
                </a:lnTo>
                <a:lnTo>
                  <a:pt x="8703" y="290234"/>
                </a:lnTo>
                <a:lnTo>
                  <a:pt x="4424" y="290670"/>
                </a:lnTo>
                <a:lnTo>
                  <a:pt x="203" y="288683"/>
                </a:lnTo>
                <a:lnTo>
                  <a:pt x="1890" y="284404"/>
                </a:lnTo>
                <a:lnTo>
                  <a:pt x="4424" y="281497"/>
                </a:lnTo>
                <a:lnTo>
                  <a:pt x="5727" y="280125"/>
                </a:lnTo>
                <a:lnTo>
                  <a:pt x="8703" y="276292"/>
                </a:lnTo>
                <a:lnTo>
                  <a:pt x="9140" y="275846"/>
                </a:lnTo>
                <a:lnTo>
                  <a:pt x="12222" y="271567"/>
                </a:lnTo>
                <a:lnTo>
                  <a:pt x="12981" y="270750"/>
                </a:lnTo>
                <a:lnTo>
                  <a:pt x="15366" y="267288"/>
                </a:lnTo>
                <a:lnTo>
                  <a:pt x="17259" y="264829"/>
                </a:lnTo>
                <a:lnTo>
                  <a:pt x="18770" y="263009"/>
                </a:lnTo>
                <a:lnTo>
                  <a:pt x="20945" y="258730"/>
                </a:lnTo>
                <a:lnTo>
                  <a:pt x="21538" y="258065"/>
                </a:lnTo>
                <a:lnTo>
                  <a:pt x="23677" y="254451"/>
                </a:lnTo>
                <a:lnTo>
                  <a:pt x="25800" y="250172"/>
                </a:lnTo>
                <a:lnTo>
                  <a:pt x="25816" y="250153"/>
                </a:lnTo>
                <a:lnTo>
                  <a:pt x="27984" y="245893"/>
                </a:lnTo>
                <a:lnTo>
                  <a:pt x="30045" y="241614"/>
                </a:lnTo>
                <a:lnTo>
                  <a:pt x="30095" y="241550"/>
                </a:lnTo>
                <a:lnTo>
                  <a:pt x="31995" y="237335"/>
                </a:lnTo>
                <a:lnTo>
                  <a:pt x="33043" y="233055"/>
                </a:lnTo>
                <a:lnTo>
                  <a:pt x="34373" y="230545"/>
                </a:lnTo>
                <a:lnTo>
                  <a:pt x="35404" y="228776"/>
                </a:lnTo>
                <a:lnTo>
                  <a:pt x="36558" y="224497"/>
                </a:lnTo>
                <a:lnTo>
                  <a:pt x="37404" y="220218"/>
                </a:lnTo>
                <a:lnTo>
                  <a:pt x="38651" y="217009"/>
                </a:lnTo>
                <a:lnTo>
                  <a:pt x="39168" y="215939"/>
                </a:lnTo>
                <a:lnTo>
                  <a:pt x="40381" y="211660"/>
                </a:lnTo>
                <a:lnTo>
                  <a:pt x="41034" y="207381"/>
                </a:lnTo>
                <a:lnTo>
                  <a:pt x="41665" y="203102"/>
                </a:lnTo>
                <a:lnTo>
                  <a:pt x="42753" y="198823"/>
                </a:lnTo>
                <a:lnTo>
                  <a:pt x="42930" y="198300"/>
                </a:lnTo>
                <a:lnTo>
                  <a:pt x="43942" y="194544"/>
                </a:lnTo>
                <a:lnTo>
                  <a:pt x="44647" y="190265"/>
                </a:lnTo>
                <a:lnTo>
                  <a:pt x="45026" y="185986"/>
                </a:lnTo>
                <a:lnTo>
                  <a:pt x="45261" y="181707"/>
                </a:lnTo>
                <a:lnTo>
                  <a:pt x="45540" y="177428"/>
                </a:lnTo>
                <a:lnTo>
                  <a:pt x="45911" y="173149"/>
                </a:lnTo>
                <a:lnTo>
                  <a:pt x="46427" y="168870"/>
                </a:lnTo>
                <a:lnTo>
                  <a:pt x="46771" y="164591"/>
                </a:lnTo>
                <a:lnTo>
                  <a:pt x="47001" y="160312"/>
                </a:lnTo>
                <a:lnTo>
                  <a:pt x="47208" y="156835"/>
                </a:lnTo>
                <a:lnTo>
                  <a:pt x="47258" y="156033"/>
                </a:lnTo>
                <a:lnTo>
                  <a:pt x="47534" y="151753"/>
                </a:lnTo>
                <a:lnTo>
                  <a:pt x="47776" y="147474"/>
                </a:lnTo>
                <a:lnTo>
                  <a:pt x="47776" y="143195"/>
                </a:lnTo>
                <a:lnTo>
                  <a:pt x="47534" y="138916"/>
                </a:lnTo>
                <a:lnTo>
                  <a:pt x="47258" y="134637"/>
                </a:lnTo>
                <a:lnTo>
                  <a:pt x="47208" y="133835"/>
                </a:lnTo>
                <a:lnTo>
                  <a:pt x="47001" y="130358"/>
                </a:lnTo>
                <a:lnTo>
                  <a:pt x="46771" y="126079"/>
                </a:lnTo>
                <a:lnTo>
                  <a:pt x="46427" y="121800"/>
                </a:lnTo>
                <a:lnTo>
                  <a:pt x="45927" y="117521"/>
                </a:lnTo>
                <a:lnTo>
                  <a:pt x="45552" y="113242"/>
                </a:lnTo>
                <a:lnTo>
                  <a:pt x="45261" y="108963"/>
                </a:lnTo>
                <a:lnTo>
                  <a:pt x="45026" y="104684"/>
                </a:lnTo>
                <a:lnTo>
                  <a:pt x="44671" y="100405"/>
                </a:lnTo>
                <a:lnTo>
                  <a:pt x="43961" y="96126"/>
                </a:lnTo>
                <a:lnTo>
                  <a:pt x="42930" y="92358"/>
                </a:lnTo>
                <a:lnTo>
                  <a:pt x="42753" y="91847"/>
                </a:lnTo>
                <a:lnTo>
                  <a:pt x="41699" y="87568"/>
                </a:lnTo>
                <a:lnTo>
                  <a:pt x="41044" y="83289"/>
                </a:lnTo>
                <a:lnTo>
                  <a:pt x="40393" y="79010"/>
                </a:lnTo>
                <a:lnTo>
                  <a:pt x="39168" y="74731"/>
                </a:lnTo>
                <a:lnTo>
                  <a:pt x="38651" y="73645"/>
                </a:lnTo>
                <a:lnTo>
                  <a:pt x="37421" y="70452"/>
                </a:lnTo>
                <a:lnTo>
                  <a:pt x="36558" y="66172"/>
                </a:lnTo>
                <a:lnTo>
                  <a:pt x="35404" y="61893"/>
                </a:lnTo>
                <a:lnTo>
                  <a:pt x="34373" y="60107"/>
                </a:lnTo>
                <a:lnTo>
                  <a:pt x="33059" y="57614"/>
                </a:lnTo>
                <a:lnTo>
                  <a:pt x="31995" y="53335"/>
                </a:lnTo>
                <a:lnTo>
                  <a:pt x="30095" y="49078"/>
                </a:lnTo>
                <a:lnTo>
                  <a:pt x="30078" y="49056"/>
                </a:lnTo>
                <a:lnTo>
                  <a:pt x="27984" y="44777"/>
                </a:lnTo>
                <a:lnTo>
                  <a:pt x="25816" y="40517"/>
                </a:lnTo>
                <a:lnTo>
                  <a:pt x="25800" y="40498"/>
                </a:lnTo>
                <a:lnTo>
                  <a:pt x="23658" y="36219"/>
                </a:lnTo>
                <a:lnTo>
                  <a:pt x="21538" y="32554"/>
                </a:lnTo>
                <a:lnTo>
                  <a:pt x="20996" y="31940"/>
                </a:lnTo>
                <a:lnTo>
                  <a:pt x="18784" y="27661"/>
                </a:lnTo>
                <a:lnTo>
                  <a:pt x="17259" y="25802"/>
                </a:lnTo>
                <a:lnTo>
                  <a:pt x="15398" y="23382"/>
                </a:lnTo>
                <a:lnTo>
                  <a:pt x="12981" y="19866"/>
                </a:lnTo>
                <a:lnTo>
                  <a:pt x="12268" y="19103"/>
                </a:lnTo>
                <a:lnTo>
                  <a:pt x="9140" y="14824"/>
                </a:lnTo>
                <a:lnTo>
                  <a:pt x="8703" y="14377"/>
                </a:lnTo>
                <a:lnTo>
                  <a:pt x="5727" y="10545"/>
                </a:lnTo>
                <a:lnTo>
                  <a:pt x="4424" y="9173"/>
                </a:lnTo>
                <a:lnTo>
                  <a:pt x="1890" y="6266"/>
                </a:lnTo>
                <a:lnTo>
                  <a:pt x="146" y="2216"/>
                </a:lnTo>
                <a:lnTo>
                  <a:pt x="0" y="1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fog-math-22-glyph-2">
            <a:extLst xmlns:a="http://schemas.openxmlformats.org/drawingml/2006/main">
              <a:ext uri="{FF2B5EF4-FFF2-40B4-BE49-F238E27FC236}">
                <a16:creationId xmlns:a16="http://schemas.microsoft.com/office/drawing/2014/main" id="{9E097810-19A7-4C57-8B26-D626CCAF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0723" y="164675"/>
            <a:ext cx="142806" cy="264632"/>
          </a:xfrm>
          <a:custGeom xmlns:a="http://schemas.openxmlformats.org/drawingml/2006/main">
            <a:pathLst>
              <a:path w="142806" h="264632">
                <a:moveTo>
                  <a:pt x="108134" y="1810"/>
                </a:moveTo>
                <a:lnTo>
                  <a:pt x="109757" y="963"/>
                </a:lnTo>
                <a:lnTo>
                  <a:pt x="114036" y="259"/>
                </a:lnTo>
                <a:lnTo>
                  <a:pt x="118314" y="0"/>
                </a:lnTo>
                <a:lnTo>
                  <a:pt x="122593" y="287"/>
                </a:lnTo>
                <a:lnTo>
                  <a:pt x="126871" y="1428"/>
                </a:lnTo>
                <a:lnTo>
                  <a:pt x="127417" y="1810"/>
                </a:lnTo>
                <a:lnTo>
                  <a:pt x="131149" y="3544"/>
                </a:lnTo>
                <a:lnTo>
                  <a:pt x="135428" y="5852"/>
                </a:lnTo>
                <a:lnTo>
                  <a:pt x="135667" y="6089"/>
                </a:lnTo>
                <a:lnTo>
                  <a:pt x="139706" y="10352"/>
                </a:lnTo>
                <a:lnTo>
                  <a:pt x="139723" y="10368"/>
                </a:lnTo>
                <a:lnTo>
                  <a:pt x="141919" y="14648"/>
                </a:lnTo>
                <a:lnTo>
                  <a:pt x="142639" y="18927"/>
                </a:lnTo>
                <a:lnTo>
                  <a:pt x="142806" y="23206"/>
                </a:lnTo>
                <a:lnTo>
                  <a:pt x="142341" y="27485"/>
                </a:lnTo>
                <a:lnTo>
                  <a:pt x="141476" y="31764"/>
                </a:lnTo>
                <a:lnTo>
                  <a:pt x="139706" y="34059"/>
                </a:lnTo>
                <a:lnTo>
                  <a:pt x="137898" y="36043"/>
                </a:lnTo>
                <a:lnTo>
                  <a:pt x="135428" y="38103"/>
                </a:lnTo>
                <a:lnTo>
                  <a:pt x="131278" y="40322"/>
                </a:lnTo>
                <a:lnTo>
                  <a:pt x="131149" y="40436"/>
                </a:lnTo>
                <a:lnTo>
                  <a:pt x="126871" y="41873"/>
                </a:lnTo>
                <a:lnTo>
                  <a:pt x="122593" y="41952"/>
                </a:lnTo>
                <a:lnTo>
                  <a:pt x="118314" y="40704"/>
                </a:lnTo>
                <a:lnTo>
                  <a:pt x="117893" y="40322"/>
                </a:lnTo>
                <a:lnTo>
                  <a:pt x="114036" y="36746"/>
                </a:lnTo>
                <a:lnTo>
                  <a:pt x="113394" y="36043"/>
                </a:lnTo>
                <a:lnTo>
                  <a:pt x="112248" y="31764"/>
                </a:lnTo>
                <a:lnTo>
                  <a:pt x="112295" y="27485"/>
                </a:lnTo>
                <a:lnTo>
                  <a:pt x="113626" y="23206"/>
                </a:lnTo>
                <a:lnTo>
                  <a:pt x="114036" y="22740"/>
                </a:lnTo>
                <a:lnTo>
                  <a:pt x="116460" y="18927"/>
                </a:lnTo>
                <a:lnTo>
                  <a:pt x="118314" y="17053"/>
                </a:lnTo>
                <a:lnTo>
                  <a:pt x="121494" y="14648"/>
                </a:lnTo>
                <a:lnTo>
                  <a:pt x="118314" y="11593"/>
                </a:lnTo>
                <a:lnTo>
                  <a:pt x="114036" y="11776"/>
                </a:lnTo>
                <a:lnTo>
                  <a:pt x="109757" y="13629"/>
                </a:lnTo>
                <a:lnTo>
                  <a:pt x="108739" y="14648"/>
                </a:lnTo>
                <a:lnTo>
                  <a:pt x="106693" y="18927"/>
                </a:lnTo>
                <a:lnTo>
                  <a:pt x="105479" y="21662"/>
                </a:lnTo>
                <a:lnTo>
                  <a:pt x="104697" y="23206"/>
                </a:lnTo>
                <a:lnTo>
                  <a:pt x="103811" y="27485"/>
                </a:lnTo>
                <a:lnTo>
                  <a:pt x="103287" y="31764"/>
                </a:lnTo>
                <a:lnTo>
                  <a:pt x="102696" y="36043"/>
                </a:lnTo>
                <a:lnTo>
                  <a:pt x="101691" y="40322"/>
                </a:lnTo>
                <a:lnTo>
                  <a:pt x="101201" y="41680"/>
                </a:lnTo>
                <a:lnTo>
                  <a:pt x="100269" y="44601"/>
                </a:lnTo>
                <a:lnTo>
                  <a:pt x="99483" y="48880"/>
                </a:lnTo>
                <a:lnTo>
                  <a:pt x="99000" y="53159"/>
                </a:lnTo>
                <a:lnTo>
                  <a:pt x="98446" y="57438"/>
                </a:lnTo>
                <a:lnTo>
                  <a:pt x="97540" y="61717"/>
                </a:lnTo>
                <a:lnTo>
                  <a:pt x="96922" y="63634"/>
                </a:lnTo>
                <a:lnTo>
                  <a:pt x="96186" y="65996"/>
                </a:lnTo>
                <a:lnTo>
                  <a:pt x="95318" y="70275"/>
                </a:lnTo>
                <a:lnTo>
                  <a:pt x="94792" y="74554"/>
                </a:lnTo>
                <a:lnTo>
                  <a:pt x="96083" y="78833"/>
                </a:lnTo>
                <a:lnTo>
                  <a:pt x="96922" y="79546"/>
                </a:lnTo>
                <a:lnTo>
                  <a:pt x="101201" y="79765"/>
                </a:lnTo>
                <a:lnTo>
                  <a:pt x="105479" y="79903"/>
                </a:lnTo>
                <a:lnTo>
                  <a:pt x="109757" y="80131"/>
                </a:lnTo>
                <a:lnTo>
                  <a:pt x="114036" y="80195"/>
                </a:lnTo>
                <a:lnTo>
                  <a:pt x="118314" y="80195"/>
                </a:lnTo>
                <a:lnTo>
                  <a:pt x="122593" y="80357"/>
                </a:lnTo>
                <a:lnTo>
                  <a:pt x="126871" y="81514"/>
                </a:lnTo>
                <a:lnTo>
                  <a:pt x="128293" y="83112"/>
                </a:lnTo>
                <a:lnTo>
                  <a:pt x="127675" y="87391"/>
                </a:lnTo>
                <a:lnTo>
                  <a:pt x="126871" y="88666"/>
                </a:lnTo>
                <a:lnTo>
                  <a:pt x="124747" y="91670"/>
                </a:lnTo>
                <a:lnTo>
                  <a:pt x="122593" y="93194"/>
                </a:lnTo>
                <a:lnTo>
                  <a:pt x="118314" y="93275"/>
                </a:lnTo>
                <a:lnTo>
                  <a:pt x="114036" y="93275"/>
                </a:lnTo>
                <a:lnTo>
                  <a:pt x="109757" y="93314"/>
                </a:lnTo>
                <a:lnTo>
                  <a:pt x="105479" y="93481"/>
                </a:lnTo>
                <a:lnTo>
                  <a:pt x="101201" y="93481"/>
                </a:lnTo>
                <a:lnTo>
                  <a:pt x="96922" y="93481"/>
                </a:lnTo>
                <a:lnTo>
                  <a:pt x="92644" y="93886"/>
                </a:lnTo>
                <a:lnTo>
                  <a:pt x="90823" y="95949"/>
                </a:lnTo>
                <a:lnTo>
                  <a:pt x="90370" y="100229"/>
                </a:lnTo>
                <a:lnTo>
                  <a:pt x="89788" y="104508"/>
                </a:lnTo>
                <a:lnTo>
                  <a:pt x="88829" y="108787"/>
                </a:lnTo>
                <a:lnTo>
                  <a:pt x="88365" y="110168"/>
                </a:lnTo>
                <a:lnTo>
                  <a:pt x="87496" y="113066"/>
                </a:lnTo>
                <a:lnTo>
                  <a:pt x="86710" y="117345"/>
                </a:lnTo>
                <a:lnTo>
                  <a:pt x="86226" y="121624"/>
                </a:lnTo>
                <a:lnTo>
                  <a:pt x="85730" y="125903"/>
                </a:lnTo>
                <a:lnTo>
                  <a:pt x="84913" y="130182"/>
                </a:lnTo>
                <a:lnTo>
                  <a:pt x="84087" y="132644"/>
                </a:lnTo>
                <a:lnTo>
                  <a:pt x="83445" y="134461"/>
                </a:lnTo>
                <a:lnTo>
                  <a:pt x="82509" y="138740"/>
                </a:lnTo>
                <a:lnTo>
                  <a:pt x="81974" y="143019"/>
                </a:lnTo>
                <a:lnTo>
                  <a:pt x="81426" y="147298"/>
                </a:lnTo>
                <a:lnTo>
                  <a:pt x="80522" y="151577"/>
                </a:lnTo>
                <a:lnTo>
                  <a:pt x="79809" y="153717"/>
                </a:lnTo>
                <a:lnTo>
                  <a:pt x="79096" y="155856"/>
                </a:lnTo>
                <a:lnTo>
                  <a:pt x="78191" y="160135"/>
                </a:lnTo>
                <a:lnTo>
                  <a:pt x="77669" y="164414"/>
                </a:lnTo>
                <a:lnTo>
                  <a:pt x="77108" y="168693"/>
                </a:lnTo>
                <a:lnTo>
                  <a:pt x="76172" y="172972"/>
                </a:lnTo>
                <a:lnTo>
                  <a:pt x="75530" y="174860"/>
                </a:lnTo>
                <a:lnTo>
                  <a:pt x="74749" y="177251"/>
                </a:lnTo>
                <a:lnTo>
                  <a:pt x="73874" y="181531"/>
                </a:lnTo>
                <a:lnTo>
                  <a:pt x="73355" y="185810"/>
                </a:lnTo>
                <a:lnTo>
                  <a:pt x="72689" y="190089"/>
                </a:lnTo>
                <a:lnTo>
                  <a:pt x="71334" y="194368"/>
                </a:lnTo>
                <a:lnTo>
                  <a:pt x="71252" y="194543"/>
                </a:lnTo>
                <a:lnTo>
                  <a:pt x="69906" y="198647"/>
                </a:lnTo>
                <a:lnTo>
                  <a:pt x="69193" y="202926"/>
                </a:lnTo>
                <a:lnTo>
                  <a:pt x="68524" y="207205"/>
                </a:lnTo>
                <a:lnTo>
                  <a:pt x="67327" y="211484"/>
                </a:lnTo>
                <a:lnTo>
                  <a:pt x="66973" y="212291"/>
                </a:lnTo>
                <a:lnTo>
                  <a:pt x="65777" y="215763"/>
                </a:lnTo>
                <a:lnTo>
                  <a:pt x="64880" y="220042"/>
                </a:lnTo>
                <a:lnTo>
                  <a:pt x="63707" y="224321"/>
                </a:lnTo>
                <a:lnTo>
                  <a:pt x="62695" y="226119"/>
                </a:lnTo>
                <a:lnTo>
                  <a:pt x="61414" y="228600"/>
                </a:lnTo>
                <a:lnTo>
                  <a:pt x="60162" y="232879"/>
                </a:lnTo>
                <a:lnTo>
                  <a:pt x="58417" y="235938"/>
                </a:lnTo>
                <a:lnTo>
                  <a:pt x="57505" y="237158"/>
                </a:lnTo>
                <a:lnTo>
                  <a:pt x="55826" y="241437"/>
                </a:lnTo>
                <a:lnTo>
                  <a:pt x="54138" y="243645"/>
                </a:lnTo>
                <a:lnTo>
                  <a:pt x="52523" y="245716"/>
                </a:lnTo>
                <a:lnTo>
                  <a:pt x="49860" y="249663"/>
                </a:lnTo>
                <a:lnTo>
                  <a:pt x="49534" y="249995"/>
                </a:lnTo>
                <a:lnTo>
                  <a:pt x="46098" y="254274"/>
                </a:lnTo>
                <a:lnTo>
                  <a:pt x="45581" y="254791"/>
                </a:lnTo>
                <a:lnTo>
                  <a:pt x="41303" y="257772"/>
                </a:lnTo>
                <a:lnTo>
                  <a:pt x="40432" y="258553"/>
                </a:lnTo>
                <a:lnTo>
                  <a:pt x="37025" y="260722"/>
                </a:lnTo>
                <a:lnTo>
                  <a:pt x="32746" y="262595"/>
                </a:lnTo>
                <a:lnTo>
                  <a:pt x="32307" y="262832"/>
                </a:lnTo>
                <a:lnTo>
                  <a:pt x="28468" y="264285"/>
                </a:lnTo>
                <a:lnTo>
                  <a:pt x="24189" y="264632"/>
                </a:lnTo>
                <a:lnTo>
                  <a:pt x="19911" y="264463"/>
                </a:lnTo>
                <a:lnTo>
                  <a:pt x="15633" y="263474"/>
                </a:lnTo>
                <a:lnTo>
                  <a:pt x="14670" y="262832"/>
                </a:lnTo>
                <a:lnTo>
                  <a:pt x="11354" y="261207"/>
                </a:lnTo>
                <a:lnTo>
                  <a:pt x="7076" y="259044"/>
                </a:lnTo>
                <a:lnTo>
                  <a:pt x="6575" y="258553"/>
                </a:lnTo>
                <a:lnTo>
                  <a:pt x="2797" y="254487"/>
                </a:lnTo>
                <a:lnTo>
                  <a:pt x="2590" y="254274"/>
                </a:lnTo>
                <a:lnTo>
                  <a:pt x="640" y="249995"/>
                </a:lnTo>
                <a:lnTo>
                  <a:pt x="84" y="245716"/>
                </a:lnTo>
                <a:lnTo>
                  <a:pt x="0" y="241437"/>
                </a:lnTo>
                <a:lnTo>
                  <a:pt x="405" y="237158"/>
                </a:lnTo>
                <a:lnTo>
                  <a:pt x="1316" y="232879"/>
                </a:lnTo>
                <a:lnTo>
                  <a:pt x="2797" y="231039"/>
                </a:lnTo>
                <a:lnTo>
                  <a:pt x="4834" y="228600"/>
                </a:lnTo>
                <a:lnTo>
                  <a:pt x="7076" y="226631"/>
                </a:lnTo>
                <a:lnTo>
                  <a:pt x="11228" y="224321"/>
                </a:lnTo>
                <a:lnTo>
                  <a:pt x="11354" y="224207"/>
                </a:lnTo>
                <a:lnTo>
                  <a:pt x="15633" y="222770"/>
                </a:lnTo>
                <a:lnTo>
                  <a:pt x="19911" y="222652"/>
                </a:lnTo>
                <a:lnTo>
                  <a:pt x="24189" y="223704"/>
                </a:lnTo>
                <a:lnTo>
                  <a:pt x="24892" y="224321"/>
                </a:lnTo>
                <a:lnTo>
                  <a:pt x="28468" y="227445"/>
                </a:lnTo>
                <a:lnTo>
                  <a:pt x="29499" y="228600"/>
                </a:lnTo>
                <a:lnTo>
                  <a:pt x="30445" y="232879"/>
                </a:lnTo>
                <a:lnTo>
                  <a:pt x="30415" y="237158"/>
                </a:lnTo>
                <a:lnTo>
                  <a:pt x="29337" y="241437"/>
                </a:lnTo>
                <a:lnTo>
                  <a:pt x="28468" y="242467"/>
                </a:lnTo>
                <a:lnTo>
                  <a:pt x="26230" y="245716"/>
                </a:lnTo>
                <a:lnTo>
                  <a:pt x="24189" y="247747"/>
                </a:lnTo>
                <a:lnTo>
                  <a:pt x="21276" y="249995"/>
                </a:lnTo>
                <a:lnTo>
                  <a:pt x="24189" y="253029"/>
                </a:lnTo>
                <a:lnTo>
                  <a:pt x="28468" y="252779"/>
                </a:lnTo>
                <a:lnTo>
                  <a:pt x="32746" y="250321"/>
                </a:lnTo>
                <a:lnTo>
                  <a:pt x="33072" y="249995"/>
                </a:lnTo>
                <a:lnTo>
                  <a:pt x="35602" y="245716"/>
                </a:lnTo>
                <a:lnTo>
                  <a:pt x="37025" y="243246"/>
                </a:lnTo>
                <a:lnTo>
                  <a:pt x="38168" y="241437"/>
                </a:lnTo>
                <a:lnTo>
                  <a:pt x="39074" y="237158"/>
                </a:lnTo>
                <a:lnTo>
                  <a:pt x="39780" y="232879"/>
                </a:lnTo>
                <a:lnTo>
                  <a:pt x="41157" y="228600"/>
                </a:lnTo>
                <a:lnTo>
                  <a:pt x="41303" y="228274"/>
                </a:lnTo>
                <a:lnTo>
                  <a:pt x="42584" y="224321"/>
                </a:lnTo>
                <a:lnTo>
                  <a:pt x="43240" y="220042"/>
                </a:lnTo>
                <a:lnTo>
                  <a:pt x="43717" y="215763"/>
                </a:lnTo>
                <a:lnTo>
                  <a:pt x="44438" y="211484"/>
                </a:lnTo>
                <a:lnTo>
                  <a:pt x="45581" y="207582"/>
                </a:lnTo>
                <a:lnTo>
                  <a:pt x="45727" y="207205"/>
                </a:lnTo>
                <a:lnTo>
                  <a:pt x="46895" y="202926"/>
                </a:lnTo>
                <a:lnTo>
                  <a:pt x="47567" y="198647"/>
                </a:lnTo>
                <a:lnTo>
                  <a:pt x="48017" y="194368"/>
                </a:lnTo>
                <a:lnTo>
                  <a:pt x="48699" y="190089"/>
                </a:lnTo>
                <a:lnTo>
                  <a:pt x="49860" y="186024"/>
                </a:lnTo>
                <a:lnTo>
                  <a:pt x="49942" y="185810"/>
                </a:lnTo>
                <a:lnTo>
                  <a:pt x="51074" y="181531"/>
                </a:lnTo>
                <a:lnTo>
                  <a:pt x="51735" y="177251"/>
                </a:lnTo>
                <a:lnTo>
                  <a:pt x="52191" y="172972"/>
                </a:lnTo>
                <a:lnTo>
                  <a:pt x="52793" y="168693"/>
                </a:lnTo>
                <a:lnTo>
                  <a:pt x="53842" y="164414"/>
                </a:lnTo>
                <a:lnTo>
                  <a:pt x="54138" y="163585"/>
                </a:lnTo>
                <a:lnTo>
                  <a:pt x="55150" y="160135"/>
                </a:lnTo>
                <a:lnTo>
                  <a:pt x="55891" y="155856"/>
                </a:lnTo>
                <a:lnTo>
                  <a:pt x="56366" y="151577"/>
                </a:lnTo>
                <a:lnTo>
                  <a:pt x="56907" y="147298"/>
                </a:lnTo>
                <a:lnTo>
                  <a:pt x="57824" y="143019"/>
                </a:lnTo>
                <a:lnTo>
                  <a:pt x="58417" y="141229"/>
                </a:lnTo>
                <a:lnTo>
                  <a:pt x="59198" y="138740"/>
                </a:lnTo>
                <a:lnTo>
                  <a:pt x="60034" y="134461"/>
                </a:lnTo>
                <a:lnTo>
                  <a:pt x="60556" y="130182"/>
                </a:lnTo>
                <a:lnTo>
                  <a:pt x="61065" y="125903"/>
                </a:lnTo>
                <a:lnTo>
                  <a:pt x="61869" y="121624"/>
                </a:lnTo>
                <a:lnTo>
                  <a:pt x="62695" y="118960"/>
                </a:lnTo>
                <a:lnTo>
                  <a:pt x="63237" y="117345"/>
                </a:lnTo>
                <a:lnTo>
                  <a:pt x="64176" y="113066"/>
                </a:lnTo>
                <a:lnTo>
                  <a:pt x="64745" y="108787"/>
                </a:lnTo>
                <a:lnTo>
                  <a:pt x="65197" y="104508"/>
                </a:lnTo>
                <a:lnTo>
                  <a:pt x="65923" y="100229"/>
                </a:lnTo>
                <a:lnTo>
                  <a:pt x="66973" y="96677"/>
                </a:lnTo>
                <a:lnTo>
                  <a:pt x="67241" y="95949"/>
                </a:lnTo>
                <a:lnTo>
                  <a:pt x="66973" y="95633"/>
                </a:lnTo>
                <a:lnTo>
                  <a:pt x="62695" y="93481"/>
                </a:lnTo>
                <a:lnTo>
                  <a:pt x="58417" y="93481"/>
                </a:lnTo>
                <a:lnTo>
                  <a:pt x="54138" y="93412"/>
                </a:lnTo>
                <a:lnTo>
                  <a:pt x="49860" y="93275"/>
                </a:lnTo>
                <a:lnTo>
                  <a:pt x="45581" y="93108"/>
                </a:lnTo>
                <a:lnTo>
                  <a:pt x="41303" y="93016"/>
                </a:lnTo>
                <a:lnTo>
                  <a:pt x="39729" y="91670"/>
                </a:lnTo>
                <a:lnTo>
                  <a:pt x="38900" y="87391"/>
                </a:lnTo>
                <a:lnTo>
                  <a:pt x="39527" y="83112"/>
                </a:lnTo>
                <a:lnTo>
                  <a:pt x="41303" y="81074"/>
                </a:lnTo>
                <a:lnTo>
                  <a:pt x="45581" y="80314"/>
                </a:lnTo>
                <a:lnTo>
                  <a:pt x="49860" y="80195"/>
                </a:lnTo>
                <a:lnTo>
                  <a:pt x="54138" y="80195"/>
                </a:lnTo>
                <a:lnTo>
                  <a:pt x="58417" y="80064"/>
                </a:lnTo>
                <a:lnTo>
                  <a:pt x="62695" y="79903"/>
                </a:lnTo>
                <a:lnTo>
                  <a:pt x="66973" y="79903"/>
                </a:lnTo>
                <a:lnTo>
                  <a:pt x="68476" y="78833"/>
                </a:lnTo>
                <a:lnTo>
                  <a:pt x="70762" y="74554"/>
                </a:lnTo>
                <a:lnTo>
                  <a:pt x="71252" y="73052"/>
                </a:lnTo>
                <a:lnTo>
                  <a:pt x="72078" y="70275"/>
                </a:lnTo>
                <a:lnTo>
                  <a:pt x="72856" y="65996"/>
                </a:lnTo>
                <a:lnTo>
                  <a:pt x="73391" y="61717"/>
                </a:lnTo>
                <a:lnTo>
                  <a:pt x="73926" y="57438"/>
                </a:lnTo>
                <a:lnTo>
                  <a:pt x="74864" y="53159"/>
                </a:lnTo>
                <a:lnTo>
                  <a:pt x="75530" y="51297"/>
                </a:lnTo>
                <a:lnTo>
                  <a:pt x="76356" y="48880"/>
                </a:lnTo>
                <a:lnTo>
                  <a:pt x="77351" y="44601"/>
                </a:lnTo>
                <a:lnTo>
                  <a:pt x="78010" y="40322"/>
                </a:lnTo>
                <a:lnTo>
                  <a:pt x="79266" y="36043"/>
                </a:lnTo>
                <a:lnTo>
                  <a:pt x="79809" y="35209"/>
                </a:lnTo>
                <a:lnTo>
                  <a:pt x="81413" y="31764"/>
                </a:lnTo>
                <a:lnTo>
                  <a:pt x="82457" y="27485"/>
                </a:lnTo>
                <a:lnTo>
                  <a:pt x="84087" y="24840"/>
                </a:lnTo>
                <a:lnTo>
                  <a:pt x="85266" y="23206"/>
                </a:lnTo>
                <a:lnTo>
                  <a:pt x="86891" y="18927"/>
                </a:lnTo>
                <a:lnTo>
                  <a:pt x="88365" y="17191"/>
                </a:lnTo>
                <a:lnTo>
                  <a:pt x="90381" y="14648"/>
                </a:lnTo>
                <a:lnTo>
                  <a:pt x="92644" y="12015"/>
                </a:lnTo>
                <a:lnTo>
                  <a:pt x="94263" y="10368"/>
                </a:lnTo>
                <a:lnTo>
                  <a:pt x="96922" y="7900"/>
                </a:lnTo>
                <a:lnTo>
                  <a:pt x="99185" y="6089"/>
                </a:lnTo>
                <a:lnTo>
                  <a:pt x="101201" y="4509"/>
                </a:lnTo>
                <a:lnTo>
                  <a:pt x="105479" y="3041"/>
                </a:lnTo>
                <a:lnTo>
                  <a:pt x="108134" y="1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fog-math-22-glyph-3">
            <a:extLst xmlns:a="http://schemas.openxmlformats.org/drawingml/2006/main">
              <a:ext uri="{FF2B5EF4-FFF2-40B4-BE49-F238E27FC236}">
                <a16:creationId xmlns:a16="http://schemas.microsoft.com/office/drawing/2014/main" id="{B844B74D-6F87-4E6A-9280-9A68955A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2278" y="241360"/>
            <a:ext cx="105965" cy="131367"/>
          </a:xfrm>
          <a:custGeom xmlns:a="http://schemas.openxmlformats.org/drawingml/2006/main">
            <a:pathLst>
              <a:path w="105965" h="131367">
                <a:moveTo>
                  <a:pt x="55404" y="2148"/>
                </a:moveTo>
                <a:lnTo>
                  <a:pt x="56401" y="1555"/>
                </a:lnTo>
                <a:lnTo>
                  <a:pt x="60679" y="543"/>
                </a:lnTo>
                <a:lnTo>
                  <a:pt x="64958" y="105"/>
                </a:lnTo>
                <a:lnTo>
                  <a:pt x="69236" y="8"/>
                </a:lnTo>
                <a:lnTo>
                  <a:pt x="73514" y="0"/>
                </a:lnTo>
                <a:lnTo>
                  <a:pt x="77793" y="105"/>
                </a:lnTo>
                <a:lnTo>
                  <a:pt x="82071" y="430"/>
                </a:lnTo>
                <a:lnTo>
                  <a:pt x="86350" y="1300"/>
                </a:lnTo>
                <a:lnTo>
                  <a:pt x="87847" y="2148"/>
                </a:lnTo>
                <a:lnTo>
                  <a:pt x="90628" y="3494"/>
                </a:lnTo>
                <a:lnTo>
                  <a:pt x="94906" y="5074"/>
                </a:lnTo>
                <a:lnTo>
                  <a:pt x="96423" y="6427"/>
                </a:lnTo>
                <a:lnTo>
                  <a:pt x="99185" y="8917"/>
                </a:lnTo>
                <a:lnTo>
                  <a:pt x="100872" y="10706"/>
                </a:lnTo>
                <a:lnTo>
                  <a:pt x="103463" y="14827"/>
                </a:lnTo>
                <a:lnTo>
                  <a:pt x="103609" y="14985"/>
                </a:lnTo>
                <a:lnTo>
                  <a:pt x="105454" y="19264"/>
                </a:lnTo>
                <a:lnTo>
                  <a:pt x="105954" y="23543"/>
                </a:lnTo>
                <a:lnTo>
                  <a:pt x="105965" y="27822"/>
                </a:lnTo>
                <a:lnTo>
                  <a:pt x="105512" y="32101"/>
                </a:lnTo>
                <a:lnTo>
                  <a:pt x="103463" y="36217"/>
                </a:lnTo>
                <a:lnTo>
                  <a:pt x="103317" y="36380"/>
                </a:lnTo>
                <a:lnTo>
                  <a:pt x="99185" y="39993"/>
                </a:lnTo>
                <a:lnTo>
                  <a:pt x="98393" y="40659"/>
                </a:lnTo>
                <a:lnTo>
                  <a:pt x="94906" y="42577"/>
                </a:lnTo>
                <a:lnTo>
                  <a:pt x="90628" y="43031"/>
                </a:lnTo>
                <a:lnTo>
                  <a:pt x="86350" y="42621"/>
                </a:lnTo>
                <a:lnTo>
                  <a:pt x="83672" y="40659"/>
                </a:lnTo>
                <a:lnTo>
                  <a:pt x="82071" y="38840"/>
                </a:lnTo>
                <a:lnTo>
                  <a:pt x="80366" y="36380"/>
                </a:lnTo>
                <a:lnTo>
                  <a:pt x="80104" y="32101"/>
                </a:lnTo>
                <a:lnTo>
                  <a:pt x="81059" y="27822"/>
                </a:lnTo>
                <a:lnTo>
                  <a:pt x="82071" y="26632"/>
                </a:lnTo>
                <a:lnTo>
                  <a:pt x="84332" y="23543"/>
                </a:lnTo>
                <a:lnTo>
                  <a:pt x="86350" y="21493"/>
                </a:lnTo>
                <a:lnTo>
                  <a:pt x="89207" y="19264"/>
                </a:lnTo>
                <a:lnTo>
                  <a:pt x="88280" y="14985"/>
                </a:lnTo>
                <a:lnTo>
                  <a:pt x="86350" y="13475"/>
                </a:lnTo>
                <a:lnTo>
                  <a:pt x="82071" y="12560"/>
                </a:lnTo>
                <a:lnTo>
                  <a:pt x="77793" y="11738"/>
                </a:lnTo>
                <a:lnTo>
                  <a:pt x="73514" y="10973"/>
                </a:lnTo>
                <a:lnTo>
                  <a:pt x="69236" y="10756"/>
                </a:lnTo>
                <a:lnTo>
                  <a:pt x="64958" y="11348"/>
                </a:lnTo>
                <a:lnTo>
                  <a:pt x="60679" y="12349"/>
                </a:lnTo>
                <a:lnTo>
                  <a:pt x="56401" y="13434"/>
                </a:lnTo>
                <a:lnTo>
                  <a:pt x="54486" y="14985"/>
                </a:lnTo>
                <a:lnTo>
                  <a:pt x="52122" y="16949"/>
                </a:lnTo>
                <a:lnTo>
                  <a:pt x="49921" y="19264"/>
                </a:lnTo>
                <a:lnTo>
                  <a:pt x="47844" y="22084"/>
                </a:lnTo>
                <a:lnTo>
                  <a:pt x="46613" y="23543"/>
                </a:lnTo>
                <a:lnTo>
                  <a:pt x="45353" y="27822"/>
                </a:lnTo>
                <a:lnTo>
                  <a:pt x="44518" y="32101"/>
                </a:lnTo>
                <a:lnTo>
                  <a:pt x="44709" y="36380"/>
                </a:lnTo>
                <a:lnTo>
                  <a:pt x="45997" y="40659"/>
                </a:lnTo>
                <a:lnTo>
                  <a:pt x="47844" y="42543"/>
                </a:lnTo>
                <a:lnTo>
                  <a:pt x="52122" y="44584"/>
                </a:lnTo>
                <a:lnTo>
                  <a:pt x="52635" y="44938"/>
                </a:lnTo>
                <a:lnTo>
                  <a:pt x="56401" y="46644"/>
                </a:lnTo>
                <a:lnTo>
                  <a:pt x="60679" y="47300"/>
                </a:lnTo>
                <a:lnTo>
                  <a:pt x="64958" y="48186"/>
                </a:lnTo>
                <a:lnTo>
                  <a:pt x="67894" y="49218"/>
                </a:lnTo>
                <a:lnTo>
                  <a:pt x="69236" y="49760"/>
                </a:lnTo>
                <a:lnTo>
                  <a:pt x="73514" y="50861"/>
                </a:lnTo>
                <a:lnTo>
                  <a:pt x="77793" y="51732"/>
                </a:lnTo>
                <a:lnTo>
                  <a:pt x="81152" y="53497"/>
                </a:lnTo>
                <a:lnTo>
                  <a:pt x="82071" y="54186"/>
                </a:lnTo>
                <a:lnTo>
                  <a:pt x="86350" y="56108"/>
                </a:lnTo>
                <a:lnTo>
                  <a:pt x="88449" y="57776"/>
                </a:lnTo>
                <a:lnTo>
                  <a:pt x="90628" y="59605"/>
                </a:lnTo>
                <a:lnTo>
                  <a:pt x="93016" y="62055"/>
                </a:lnTo>
                <a:lnTo>
                  <a:pt x="94906" y="64380"/>
                </a:lnTo>
                <a:lnTo>
                  <a:pt x="96479" y="66334"/>
                </a:lnTo>
                <a:lnTo>
                  <a:pt x="97718" y="70613"/>
                </a:lnTo>
                <a:lnTo>
                  <a:pt x="98775" y="74892"/>
                </a:lnTo>
                <a:lnTo>
                  <a:pt x="99185" y="76642"/>
                </a:lnTo>
                <a:lnTo>
                  <a:pt x="99752" y="79171"/>
                </a:lnTo>
                <a:lnTo>
                  <a:pt x="99727" y="83450"/>
                </a:lnTo>
                <a:lnTo>
                  <a:pt x="99185" y="86495"/>
                </a:lnTo>
                <a:lnTo>
                  <a:pt x="98947" y="87729"/>
                </a:lnTo>
                <a:lnTo>
                  <a:pt x="97733" y="92008"/>
                </a:lnTo>
                <a:lnTo>
                  <a:pt x="96907" y="96287"/>
                </a:lnTo>
                <a:lnTo>
                  <a:pt x="94906" y="100508"/>
                </a:lnTo>
                <a:lnTo>
                  <a:pt x="94857" y="100566"/>
                </a:lnTo>
                <a:lnTo>
                  <a:pt x="92738" y="104845"/>
                </a:lnTo>
                <a:lnTo>
                  <a:pt x="90628" y="107940"/>
                </a:lnTo>
                <a:lnTo>
                  <a:pt x="89577" y="109124"/>
                </a:lnTo>
                <a:lnTo>
                  <a:pt x="87219" y="113403"/>
                </a:lnTo>
                <a:lnTo>
                  <a:pt x="86350" y="114301"/>
                </a:lnTo>
                <a:lnTo>
                  <a:pt x="83114" y="117682"/>
                </a:lnTo>
                <a:lnTo>
                  <a:pt x="82071" y="118701"/>
                </a:lnTo>
                <a:lnTo>
                  <a:pt x="77793" y="121248"/>
                </a:lnTo>
                <a:lnTo>
                  <a:pt x="76979" y="121961"/>
                </a:lnTo>
                <a:lnTo>
                  <a:pt x="73514" y="124034"/>
                </a:lnTo>
                <a:lnTo>
                  <a:pt x="69236" y="125698"/>
                </a:lnTo>
                <a:lnTo>
                  <a:pt x="68366" y="126240"/>
                </a:lnTo>
                <a:lnTo>
                  <a:pt x="64958" y="127792"/>
                </a:lnTo>
                <a:lnTo>
                  <a:pt x="60679" y="128544"/>
                </a:lnTo>
                <a:lnTo>
                  <a:pt x="56401" y="129238"/>
                </a:lnTo>
                <a:lnTo>
                  <a:pt x="52122" y="129902"/>
                </a:lnTo>
                <a:lnTo>
                  <a:pt x="48123" y="130519"/>
                </a:lnTo>
                <a:lnTo>
                  <a:pt x="47844" y="130569"/>
                </a:lnTo>
                <a:lnTo>
                  <a:pt x="43566" y="131256"/>
                </a:lnTo>
                <a:lnTo>
                  <a:pt x="39287" y="131367"/>
                </a:lnTo>
                <a:lnTo>
                  <a:pt x="35009" y="131087"/>
                </a:lnTo>
                <a:lnTo>
                  <a:pt x="30730" y="130536"/>
                </a:lnTo>
                <a:lnTo>
                  <a:pt x="30681" y="130519"/>
                </a:lnTo>
                <a:lnTo>
                  <a:pt x="26452" y="129450"/>
                </a:lnTo>
                <a:lnTo>
                  <a:pt x="22174" y="128698"/>
                </a:lnTo>
                <a:lnTo>
                  <a:pt x="17895" y="127764"/>
                </a:lnTo>
                <a:lnTo>
                  <a:pt x="15423" y="126240"/>
                </a:lnTo>
                <a:lnTo>
                  <a:pt x="13617" y="125009"/>
                </a:lnTo>
                <a:lnTo>
                  <a:pt x="9338" y="122371"/>
                </a:lnTo>
                <a:lnTo>
                  <a:pt x="8929" y="121961"/>
                </a:lnTo>
                <a:lnTo>
                  <a:pt x="5470" y="117682"/>
                </a:lnTo>
                <a:lnTo>
                  <a:pt x="5060" y="117241"/>
                </a:lnTo>
                <a:lnTo>
                  <a:pt x="2796" y="113403"/>
                </a:lnTo>
                <a:lnTo>
                  <a:pt x="1374" y="109124"/>
                </a:lnTo>
                <a:lnTo>
                  <a:pt x="782" y="107175"/>
                </a:lnTo>
                <a:lnTo>
                  <a:pt x="92" y="104845"/>
                </a:lnTo>
                <a:lnTo>
                  <a:pt x="0" y="100566"/>
                </a:lnTo>
                <a:lnTo>
                  <a:pt x="782" y="96979"/>
                </a:lnTo>
                <a:lnTo>
                  <a:pt x="959" y="96287"/>
                </a:lnTo>
                <a:lnTo>
                  <a:pt x="2559" y="92008"/>
                </a:lnTo>
                <a:lnTo>
                  <a:pt x="5060" y="88230"/>
                </a:lnTo>
                <a:lnTo>
                  <a:pt x="5564" y="87729"/>
                </a:lnTo>
                <a:lnTo>
                  <a:pt x="9338" y="85138"/>
                </a:lnTo>
                <a:lnTo>
                  <a:pt x="12257" y="83450"/>
                </a:lnTo>
                <a:lnTo>
                  <a:pt x="13617" y="82477"/>
                </a:lnTo>
                <a:lnTo>
                  <a:pt x="17895" y="81744"/>
                </a:lnTo>
                <a:lnTo>
                  <a:pt x="22174" y="81969"/>
                </a:lnTo>
                <a:lnTo>
                  <a:pt x="24752" y="83450"/>
                </a:lnTo>
                <a:lnTo>
                  <a:pt x="26452" y="84570"/>
                </a:lnTo>
                <a:lnTo>
                  <a:pt x="29263" y="87729"/>
                </a:lnTo>
                <a:lnTo>
                  <a:pt x="30730" y="91466"/>
                </a:lnTo>
                <a:lnTo>
                  <a:pt x="31027" y="92008"/>
                </a:lnTo>
                <a:lnTo>
                  <a:pt x="31027" y="96287"/>
                </a:lnTo>
                <a:lnTo>
                  <a:pt x="30730" y="96852"/>
                </a:lnTo>
                <a:lnTo>
                  <a:pt x="29323" y="100566"/>
                </a:lnTo>
                <a:lnTo>
                  <a:pt x="27363" y="104845"/>
                </a:lnTo>
                <a:lnTo>
                  <a:pt x="26452" y="105768"/>
                </a:lnTo>
                <a:lnTo>
                  <a:pt x="22257" y="109124"/>
                </a:lnTo>
                <a:lnTo>
                  <a:pt x="22174" y="109207"/>
                </a:lnTo>
                <a:lnTo>
                  <a:pt x="17895" y="112399"/>
                </a:lnTo>
                <a:lnTo>
                  <a:pt x="16984" y="113403"/>
                </a:lnTo>
                <a:lnTo>
                  <a:pt x="17895" y="114315"/>
                </a:lnTo>
                <a:lnTo>
                  <a:pt x="22174" y="116001"/>
                </a:lnTo>
                <a:lnTo>
                  <a:pt x="25568" y="117682"/>
                </a:lnTo>
                <a:lnTo>
                  <a:pt x="26452" y="118300"/>
                </a:lnTo>
                <a:lnTo>
                  <a:pt x="30730" y="119436"/>
                </a:lnTo>
                <a:lnTo>
                  <a:pt x="35009" y="119918"/>
                </a:lnTo>
                <a:lnTo>
                  <a:pt x="39287" y="120065"/>
                </a:lnTo>
                <a:lnTo>
                  <a:pt x="43566" y="120129"/>
                </a:lnTo>
                <a:lnTo>
                  <a:pt x="47844" y="119928"/>
                </a:lnTo>
                <a:lnTo>
                  <a:pt x="52122" y="119725"/>
                </a:lnTo>
                <a:lnTo>
                  <a:pt x="56401" y="118964"/>
                </a:lnTo>
                <a:lnTo>
                  <a:pt x="59352" y="117682"/>
                </a:lnTo>
                <a:lnTo>
                  <a:pt x="60679" y="116993"/>
                </a:lnTo>
                <a:lnTo>
                  <a:pt x="64958" y="115273"/>
                </a:lnTo>
                <a:lnTo>
                  <a:pt x="67397" y="113403"/>
                </a:lnTo>
                <a:lnTo>
                  <a:pt x="69236" y="111764"/>
                </a:lnTo>
                <a:lnTo>
                  <a:pt x="71739" y="109124"/>
                </a:lnTo>
                <a:lnTo>
                  <a:pt x="73514" y="106887"/>
                </a:lnTo>
                <a:lnTo>
                  <a:pt x="75087" y="104845"/>
                </a:lnTo>
                <a:lnTo>
                  <a:pt x="76431" y="100566"/>
                </a:lnTo>
                <a:lnTo>
                  <a:pt x="77793" y="96588"/>
                </a:lnTo>
                <a:lnTo>
                  <a:pt x="77939" y="96287"/>
                </a:lnTo>
                <a:lnTo>
                  <a:pt x="78745" y="92008"/>
                </a:lnTo>
                <a:lnTo>
                  <a:pt x="77793" y="88289"/>
                </a:lnTo>
                <a:lnTo>
                  <a:pt x="77616" y="87729"/>
                </a:lnTo>
                <a:lnTo>
                  <a:pt x="75464" y="83450"/>
                </a:lnTo>
                <a:lnTo>
                  <a:pt x="73514" y="81490"/>
                </a:lnTo>
                <a:lnTo>
                  <a:pt x="69610" y="79171"/>
                </a:lnTo>
                <a:lnTo>
                  <a:pt x="69236" y="78845"/>
                </a:lnTo>
                <a:lnTo>
                  <a:pt x="64958" y="77112"/>
                </a:lnTo>
                <a:lnTo>
                  <a:pt x="60679" y="76483"/>
                </a:lnTo>
                <a:lnTo>
                  <a:pt x="56401" y="75558"/>
                </a:lnTo>
                <a:lnTo>
                  <a:pt x="54306" y="74892"/>
                </a:lnTo>
                <a:lnTo>
                  <a:pt x="52122" y="74202"/>
                </a:lnTo>
                <a:lnTo>
                  <a:pt x="47844" y="73104"/>
                </a:lnTo>
                <a:lnTo>
                  <a:pt x="43566" y="72306"/>
                </a:lnTo>
                <a:lnTo>
                  <a:pt x="39844" y="70613"/>
                </a:lnTo>
                <a:lnTo>
                  <a:pt x="39287" y="70231"/>
                </a:lnTo>
                <a:lnTo>
                  <a:pt x="35009" y="68250"/>
                </a:lnTo>
                <a:lnTo>
                  <a:pt x="32698" y="66334"/>
                </a:lnTo>
                <a:lnTo>
                  <a:pt x="30730" y="64492"/>
                </a:lnTo>
                <a:lnTo>
                  <a:pt x="28519" y="62055"/>
                </a:lnTo>
                <a:lnTo>
                  <a:pt x="26452" y="58901"/>
                </a:lnTo>
                <a:lnTo>
                  <a:pt x="25520" y="57776"/>
                </a:lnTo>
                <a:lnTo>
                  <a:pt x="24231" y="53497"/>
                </a:lnTo>
                <a:lnTo>
                  <a:pt x="23566" y="49218"/>
                </a:lnTo>
                <a:lnTo>
                  <a:pt x="23243" y="44938"/>
                </a:lnTo>
                <a:lnTo>
                  <a:pt x="23596" y="40659"/>
                </a:lnTo>
                <a:lnTo>
                  <a:pt x="24006" y="36380"/>
                </a:lnTo>
                <a:lnTo>
                  <a:pt x="24711" y="32101"/>
                </a:lnTo>
                <a:lnTo>
                  <a:pt x="26452" y="28118"/>
                </a:lnTo>
                <a:lnTo>
                  <a:pt x="26660" y="27822"/>
                </a:lnTo>
                <a:lnTo>
                  <a:pt x="28542" y="23543"/>
                </a:lnTo>
                <a:lnTo>
                  <a:pt x="30730" y="20298"/>
                </a:lnTo>
                <a:lnTo>
                  <a:pt x="31662" y="19264"/>
                </a:lnTo>
                <a:lnTo>
                  <a:pt x="35009" y="15099"/>
                </a:lnTo>
                <a:lnTo>
                  <a:pt x="35123" y="14985"/>
                </a:lnTo>
                <a:lnTo>
                  <a:pt x="39287" y="11372"/>
                </a:lnTo>
                <a:lnTo>
                  <a:pt x="39985" y="10706"/>
                </a:lnTo>
                <a:lnTo>
                  <a:pt x="43566" y="8141"/>
                </a:lnTo>
                <a:lnTo>
                  <a:pt x="45893" y="6427"/>
                </a:lnTo>
                <a:lnTo>
                  <a:pt x="47844" y="4938"/>
                </a:lnTo>
                <a:lnTo>
                  <a:pt x="52122" y="3629"/>
                </a:lnTo>
                <a:lnTo>
                  <a:pt x="55404" y="2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51BF336C-1E83-41B4-B685-7BEF016A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6983" y="2029702"/>
            <a:ext cx="721822" cy="412545"/>
          </a:xfrm>
          <a:custGeom xmlns:a="http://schemas.openxmlformats.org/drawingml/2006/main">
            <a:pathLst>
              <a:path w="721822" h="412545">
                <a:moveTo>
                  <a:pt x="116126" y="0"/>
                </a:moveTo>
                <a:lnTo>
                  <a:pt x="605695" y="0"/>
                </a:lnTo>
                <a:cubicBezTo>
                  <a:pt x="669831" y="0"/>
                  <a:pt x="721822" y="92353"/>
                  <a:pt x="721822" y="206273"/>
                </a:cubicBezTo>
                <a:cubicBezTo>
                  <a:pt x="721822" y="320193"/>
                  <a:pt x="669831" y="412545"/>
                  <a:pt x="605695" y="412545"/>
                </a:cubicBezTo>
                <a:lnTo>
                  <a:pt x="116126" y="412545"/>
                </a:lnTo>
                <a:cubicBezTo>
                  <a:pt x="51990" y="412545"/>
                  <a:pt x="0" y="320193"/>
                  <a:pt x="0" y="206273"/>
                </a:cubicBezTo>
                <a:cubicBezTo>
                  <a:pt x="0" y="92353"/>
                  <a:pt x="51990" y="0"/>
                  <a:pt x="116126" y="0"/>
                </a:cubicBez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BA308968-236D-4989-B121-73040B38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6982" y="2029702"/>
            <a:ext cx="721821" cy="412545"/>
          </a:xfrm>
          <a:custGeom xmlns:a="http://schemas.openxmlformats.org/drawingml/2006/main">
            <a:pathLst>
              <a:path w="721821" h="412545">
                <a:moveTo>
                  <a:pt x="116126" y="0"/>
                </a:moveTo>
                <a:lnTo>
                  <a:pt x="605694" y="0"/>
                </a:lnTo>
                <a:cubicBezTo>
                  <a:pt x="669830" y="0"/>
                  <a:pt x="721821" y="92353"/>
                  <a:pt x="721821" y="206271"/>
                </a:cubicBezTo>
                <a:cubicBezTo>
                  <a:pt x="721821" y="320193"/>
                  <a:pt x="669830" y="412545"/>
                  <a:pt x="605694" y="412545"/>
                </a:cubicBezTo>
                <a:lnTo>
                  <a:pt x="116126" y="412545"/>
                </a:lnTo>
                <a:cubicBezTo>
                  <a:pt x="51990" y="412545"/>
                  <a:pt x="0" y="320193"/>
                  <a:pt x="0" y="206271"/>
                </a:cubicBezTo>
                <a:cubicBezTo>
                  <a:pt x="0" y="92353"/>
                  <a:pt x="51990" y="0"/>
                  <a:pt x="11612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374">
            <a:solidFill>
              <a:srgbClr val="000000"/>
            </a:solidFill>
            <a:prstDash val="solid"/>
          </a:ln>
        </p:spPr>
      </p:sp>
      <p:sp>
        <p:nvSpPr>
          <p:cNvPr id="166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4F12A63F-286D-4E02-9458-3468E05D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6904" y="2090490"/>
            <a:ext cx="521965" cy="290975"/>
          </a:xfrm>
          <a:custGeom xmlns:a="http://schemas.openxmlformats.org/drawingml/2006/main">
            <a:pathLst>
              <a:path w="521965" h="290975">
                <a:moveTo>
                  <a:pt x="0" y="290975"/>
                </a:moveTo>
                <a:lnTo>
                  <a:pt x="521965" y="290975"/>
                </a:lnTo>
                <a:lnTo>
                  <a:pt x="5219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fog-math-23-glyph-0">
            <a:extLst xmlns:a="http://schemas.openxmlformats.org/drawingml/2006/main">
              <a:ext uri="{FF2B5EF4-FFF2-40B4-BE49-F238E27FC236}">
                <a16:creationId xmlns:a16="http://schemas.microsoft.com/office/drawing/2014/main" id="{D9C38C2C-0833-4E0D-890F-4C396894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4407" y="2090643"/>
            <a:ext cx="68310" cy="290670"/>
          </a:xfrm>
          <a:custGeom xmlns:a="http://schemas.openxmlformats.org/drawingml/2006/main">
            <a:pathLst>
              <a:path w="68310" h="290670">
                <a:moveTo>
                  <a:pt x="57483" y="1987"/>
                </a:moveTo>
                <a:lnTo>
                  <a:pt x="58505" y="1014"/>
                </a:lnTo>
                <a:lnTo>
                  <a:pt x="62784" y="0"/>
                </a:lnTo>
                <a:lnTo>
                  <a:pt x="67062" y="739"/>
                </a:lnTo>
                <a:lnTo>
                  <a:pt x="68310" y="1987"/>
                </a:lnTo>
                <a:lnTo>
                  <a:pt x="67062" y="4067"/>
                </a:lnTo>
                <a:lnTo>
                  <a:pt x="65743" y="6266"/>
                </a:lnTo>
                <a:lnTo>
                  <a:pt x="62784" y="10126"/>
                </a:lnTo>
                <a:lnTo>
                  <a:pt x="62374" y="10545"/>
                </a:lnTo>
                <a:lnTo>
                  <a:pt x="59264" y="14824"/>
                </a:lnTo>
                <a:lnTo>
                  <a:pt x="58505" y="15635"/>
                </a:lnTo>
                <a:lnTo>
                  <a:pt x="56029" y="19103"/>
                </a:lnTo>
                <a:lnTo>
                  <a:pt x="54227" y="21294"/>
                </a:lnTo>
                <a:lnTo>
                  <a:pt x="52501" y="23382"/>
                </a:lnTo>
                <a:lnTo>
                  <a:pt x="49965" y="27661"/>
                </a:lnTo>
                <a:lnTo>
                  <a:pt x="49949" y="27679"/>
                </a:lnTo>
                <a:lnTo>
                  <a:pt x="47502" y="31940"/>
                </a:lnTo>
                <a:lnTo>
                  <a:pt x="45670" y="34563"/>
                </a:lnTo>
                <a:lnTo>
                  <a:pt x="44356" y="36219"/>
                </a:lnTo>
                <a:lnTo>
                  <a:pt x="42858" y="40498"/>
                </a:lnTo>
                <a:lnTo>
                  <a:pt x="41392" y="42590"/>
                </a:lnTo>
                <a:lnTo>
                  <a:pt x="39882" y="44777"/>
                </a:lnTo>
                <a:lnTo>
                  <a:pt x="38378" y="49056"/>
                </a:lnTo>
                <a:lnTo>
                  <a:pt x="37113" y="51030"/>
                </a:lnTo>
                <a:lnTo>
                  <a:pt x="35706" y="53335"/>
                </a:lnTo>
                <a:lnTo>
                  <a:pt x="34564" y="57614"/>
                </a:lnTo>
                <a:lnTo>
                  <a:pt x="32835" y="61820"/>
                </a:lnTo>
                <a:lnTo>
                  <a:pt x="32785" y="61893"/>
                </a:lnTo>
                <a:lnTo>
                  <a:pt x="31106" y="66172"/>
                </a:lnTo>
                <a:lnTo>
                  <a:pt x="30463" y="70451"/>
                </a:lnTo>
                <a:lnTo>
                  <a:pt x="29569" y="74731"/>
                </a:lnTo>
                <a:lnTo>
                  <a:pt x="28557" y="77457"/>
                </a:lnTo>
                <a:lnTo>
                  <a:pt x="27915" y="79010"/>
                </a:lnTo>
                <a:lnTo>
                  <a:pt x="26851" y="83289"/>
                </a:lnTo>
                <a:lnTo>
                  <a:pt x="26254" y="87568"/>
                </a:lnTo>
                <a:lnTo>
                  <a:pt x="25624" y="91847"/>
                </a:lnTo>
                <a:lnTo>
                  <a:pt x="24742" y="96126"/>
                </a:lnTo>
                <a:lnTo>
                  <a:pt x="24278" y="97705"/>
                </a:lnTo>
                <a:lnTo>
                  <a:pt x="23542" y="100405"/>
                </a:lnTo>
                <a:lnTo>
                  <a:pt x="22871" y="104684"/>
                </a:lnTo>
                <a:lnTo>
                  <a:pt x="22514" y="108963"/>
                </a:lnTo>
                <a:lnTo>
                  <a:pt x="22209" y="113242"/>
                </a:lnTo>
                <a:lnTo>
                  <a:pt x="22005" y="117521"/>
                </a:lnTo>
                <a:lnTo>
                  <a:pt x="21832" y="121800"/>
                </a:lnTo>
                <a:lnTo>
                  <a:pt x="21643" y="126079"/>
                </a:lnTo>
                <a:lnTo>
                  <a:pt x="21437" y="130358"/>
                </a:lnTo>
                <a:lnTo>
                  <a:pt x="21345" y="134637"/>
                </a:lnTo>
                <a:lnTo>
                  <a:pt x="21264" y="138916"/>
                </a:lnTo>
                <a:lnTo>
                  <a:pt x="21179" y="143195"/>
                </a:lnTo>
                <a:lnTo>
                  <a:pt x="21179" y="147474"/>
                </a:lnTo>
                <a:lnTo>
                  <a:pt x="21264" y="151753"/>
                </a:lnTo>
                <a:lnTo>
                  <a:pt x="21345" y="156032"/>
                </a:lnTo>
                <a:lnTo>
                  <a:pt x="21452" y="160311"/>
                </a:lnTo>
                <a:lnTo>
                  <a:pt x="21656" y="164591"/>
                </a:lnTo>
                <a:lnTo>
                  <a:pt x="21843" y="168870"/>
                </a:lnTo>
                <a:lnTo>
                  <a:pt x="22005" y="173149"/>
                </a:lnTo>
                <a:lnTo>
                  <a:pt x="22226" y="177428"/>
                </a:lnTo>
                <a:lnTo>
                  <a:pt x="22514" y="181707"/>
                </a:lnTo>
                <a:lnTo>
                  <a:pt x="22901" y="185986"/>
                </a:lnTo>
                <a:lnTo>
                  <a:pt x="23589" y="190265"/>
                </a:lnTo>
                <a:lnTo>
                  <a:pt x="24278" y="192703"/>
                </a:lnTo>
                <a:lnTo>
                  <a:pt x="24820" y="194544"/>
                </a:lnTo>
                <a:lnTo>
                  <a:pt x="25670" y="198823"/>
                </a:lnTo>
                <a:lnTo>
                  <a:pt x="26291" y="203102"/>
                </a:lnTo>
                <a:lnTo>
                  <a:pt x="26901" y="207381"/>
                </a:lnTo>
                <a:lnTo>
                  <a:pt x="27989" y="211660"/>
                </a:lnTo>
                <a:lnTo>
                  <a:pt x="28557" y="213028"/>
                </a:lnTo>
                <a:lnTo>
                  <a:pt x="29607" y="215939"/>
                </a:lnTo>
                <a:lnTo>
                  <a:pt x="30474" y="220218"/>
                </a:lnTo>
                <a:lnTo>
                  <a:pt x="31130" y="224497"/>
                </a:lnTo>
                <a:lnTo>
                  <a:pt x="32753" y="228776"/>
                </a:lnTo>
                <a:lnTo>
                  <a:pt x="32835" y="228902"/>
                </a:lnTo>
                <a:lnTo>
                  <a:pt x="34516" y="233055"/>
                </a:lnTo>
                <a:lnTo>
                  <a:pt x="35576" y="237334"/>
                </a:lnTo>
                <a:lnTo>
                  <a:pt x="37113" y="240167"/>
                </a:lnTo>
                <a:lnTo>
                  <a:pt x="38066" y="241613"/>
                </a:lnTo>
                <a:lnTo>
                  <a:pt x="39614" y="245892"/>
                </a:lnTo>
                <a:lnTo>
                  <a:pt x="41392" y="248946"/>
                </a:lnTo>
                <a:lnTo>
                  <a:pt x="42324" y="250171"/>
                </a:lnTo>
                <a:lnTo>
                  <a:pt x="43916" y="254451"/>
                </a:lnTo>
                <a:lnTo>
                  <a:pt x="45670" y="256808"/>
                </a:lnTo>
                <a:lnTo>
                  <a:pt x="47209" y="258730"/>
                </a:lnTo>
                <a:lnTo>
                  <a:pt x="49331" y="263009"/>
                </a:lnTo>
                <a:lnTo>
                  <a:pt x="49949" y="263685"/>
                </a:lnTo>
                <a:lnTo>
                  <a:pt x="52350" y="267288"/>
                </a:lnTo>
                <a:lnTo>
                  <a:pt x="54227" y="269476"/>
                </a:lnTo>
                <a:lnTo>
                  <a:pt x="56056" y="271567"/>
                </a:lnTo>
                <a:lnTo>
                  <a:pt x="58505" y="274573"/>
                </a:lnTo>
                <a:lnTo>
                  <a:pt x="59691" y="275846"/>
                </a:lnTo>
                <a:lnTo>
                  <a:pt x="62516" y="280125"/>
                </a:lnTo>
                <a:lnTo>
                  <a:pt x="62784" y="280398"/>
                </a:lnTo>
                <a:lnTo>
                  <a:pt x="65743" y="284404"/>
                </a:lnTo>
                <a:lnTo>
                  <a:pt x="67062" y="286644"/>
                </a:lnTo>
                <a:lnTo>
                  <a:pt x="68276" y="288683"/>
                </a:lnTo>
                <a:lnTo>
                  <a:pt x="67062" y="289897"/>
                </a:lnTo>
                <a:lnTo>
                  <a:pt x="62784" y="290670"/>
                </a:lnTo>
                <a:lnTo>
                  <a:pt x="58505" y="289615"/>
                </a:lnTo>
                <a:lnTo>
                  <a:pt x="57532" y="288683"/>
                </a:lnTo>
                <a:lnTo>
                  <a:pt x="54227" y="285940"/>
                </a:lnTo>
                <a:lnTo>
                  <a:pt x="52605" y="284404"/>
                </a:lnTo>
                <a:lnTo>
                  <a:pt x="49949" y="281848"/>
                </a:lnTo>
                <a:lnTo>
                  <a:pt x="48244" y="280125"/>
                </a:lnTo>
                <a:lnTo>
                  <a:pt x="45670" y="277420"/>
                </a:lnTo>
                <a:lnTo>
                  <a:pt x="44139" y="275846"/>
                </a:lnTo>
                <a:lnTo>
                  <a:pt x="41392" y="273083"/>
                </a:lnTo>
                <a:lnTo>
                  <a:pt x="39892" y="271567"/>
                </a:lnTo>
                <a:lnTo>
                  <a:pt x="37113" y="267991"/>
                </a:lnTo>
                <a:lnTo>
                  <a:pt x="36448" y="267288"/>
                </a:lnTo>
                <a:lnTo>
                  <a:pt x="33905" y="263009"/>
                </a:lnTo>
                <a:lnTo>
                  <a:pt x="32835" y="261835"/>
                </a:lnTo>
                <a:lnTo>
                  <a:pt x="30487" y="258730"/>
                </a:lnTo>
                <a:lnTo>
                  <a:pt x="28557" y="256240"/>
                </a:lnTo>
                <a:lnTo>
                  <a:pt x="27090" y="254451"/>
                </a:lnTo>
                <a:lnTo>
                  <a:pt x="25403" y="250171"/>
                </a:lnTo>
                <a:lnTo>
                  <a:pt x="24278" y="248740"/>
                </a:lnTo>
                <a:lnTo>
                  <a:pt x="22460" y="245892"/>
                </a:lnTo>
                <a:lnTo>
                  <a:pt x="20490" y="241613"/>
                </a:lnTo>
                <a:lnTo>
                  <a:pt x="20000" y="241010"/>
                </a:lnTo>
                <a:lnTo>
                  <a:pt x="18080" y="237334"/>
                </a:lnTo>
                <a:lnTo>
                  <a:pt x="16883" y="233055"/>
                </a:lnTo>
                <a:lnTo>
                  <a:pt x="15721" y="231101"/>
                </a:lnTo>
                <a:lnTo>
                  <a:pt x="14408" y="228776"/>
                </a:lnTo>
                <a:lnTo>
                  <a:pt x="13270" y="224497"/>
                </a:lnTo>
                <a:lnTo>
                  <a:pt x="11589" y="220218"/>
                </a:lnTo>
                <a:lnTo>
                  <a:pt x="11443" y="219961"/>
                </a:lnTo>
                <a:lnTo>
                  <a:pt x="9920" y="215939"/>
                </a:lnTo>
                <a:lnTo>
                  <a:pt x="9147" y="211660"/>
                </a:lnTo>
                <a:lnTo>
                  <a:pt x="8076" y="207381"/>
                </a:lnTo>
                <a:lnTo>
                  <a:pt x="7165" y="205331"/>
                </a:lnTo>
                <a:lnTo>
                  <a:pt x="6192" y="203102"/>
                </a:lnTo>
                <a:lnTo>
                  <a:pt x="5377" y="198823"/>
                </a:lnTo>
                <a:lnTo>
                  <a:pt x="4881" y="194544"/>
                </a:lnTo>
                <a:lnTo>
                  <a:pt x="4232" y="190265"/>
                </a:lnTo>
                <a:lnTo>
                  <a:pt x="3094" y="185986"/>
                </a:lnTo>
                <a:lnTo>
                  <a:pt x="2886" y="185273"/>
                </a:lnTo>
                <a:lnTo>
                  <a:pt x="2017" y="181707"/>
                </a:lnTo>
                <a:lnTo>
                  <a:pt x="1464" y="177428"/>
                </a:lnTo>
                <a:lnTo>
                  <a:pt x="1076" y="173149"/>
                </a:lnTo>
                <a:lnTo>
                  <a:pt x="764" y="168870"/>
                </a:lnTo>
                <a:lnTo>
                  <a:pt x="525" y="164591"/>
                </a:lnTo>
                <a:lnTo>
                  <a:pt x="395" y="160311"/>
                </a:lnTo>
                <a:lnTo>
                  <a:pt x="264" y="156032"/>
                </a:lnTo>
                <a:lnTo>
                  <a:pt x="131" y="151753"/>
                </a:lnTo>
                <a:lnTo>
                  <a:pt x="0" y="147474"/>
                </a:lnTo>
                <a:lnTo>
                  <a:pt x="0" y="143195"/>
                </a:lnTo>
                <a:lnTo>
                  <a:pt x="131" y="138916"/>
                </a:lnTo>
                <a:lnTo>
                  <a:pt x="251" y="134637"/>
                </a:lnTo>
                <a:lnTo>
                  <a:pt x="372" y="130358"/>
                </a:lnTo>
                <a:lnTo>
                  <a:pt x="494" y="126079"/>
                </a:lnTo>
                <a:lnTo>
                  <a:pt x="756" y="121800"/>
                </a:lnTo>
                <a:lnTo>
                  <a:pt x="1032" y="117521"/>
                </a:lnTo>
                <a:lnTo>
                  <a:pt x="1405" y="113242"/>
                </a:lnTo>
                <a:lnTo>
                  <a:pt x="1934" y="108963"/>
                </a:lnTo>
                <a:lnTo>
                  <a:pt x="2886" y="104958"/>
                </a:lnTo>
                <a:lnTo>
                  <a:pt x="2968" y="104684"/>
                </a:lnTo>
                <a:lnTo>
                  <a:pt x="4100" y="100405"/>
                </a:lnTo>
                <a:lnTo>
                  <a:pt x="4740" y="96126"/>
                </a:lnTo>
                <a:lnTo>
                  <a:pt x="5198" y="91847"/>
                </a:lnTo>
                <a:lnTo>
                  <a:pt x="5934" y="87568"/>
                </a:lnTo>
                <a:lnTo>
                  <a:pt x="7165" y="84070"/>
                </a:lnTo>
                <a:lnTo>
                  <a:pt x="7519" y="83289"/>
                </a:lnTo>
                <a:lnTo>
                  <a:pt x="8756" y="79010"/>
                </a:lnTo>
                <a:lnTo>
                  <a:pt x="9501" y="74731"/>
                </a:lnTo>
                <a:lnTo>
                  <a:pt x="10953" y="70451"/>
                </a:lnTo>
                <a:lnTo>
                  <a:pt x="11443" y="69667"/>
                </a:lnTo>
                <a:lnTo>
                  <a:pt x="13008" y="66172"/>
                </a:lnTo>
                <a:lnTo>
                  <a:pt x="14078" y="61893"/>
                </a:lnTo>
                <a:lnTo>
                  <a:pt x="15721" y="59150"/>
                </a:lnTo>
                <a:lnTo>
                  <a:pt x="16828" y="57614"/>
                </a:lnTo>
                <a:lnTo>
                  <a:pt x="18311" y="53335"/>
                </a:lnTo>
                <a:lnTo>
                  <a:pt x="20000" y="50599"/>
                </a:lnTo>
                <a:lnTo>
                  <a:pt x="21143" y="49056"/>
                </a:lnTo>
                <a:lnTo>
                  <a:pt x="22901" y="44777"/>
                </a:lnTo>
                <a:lnTo>
                  <a:pt x="24278" y="42928"/>
                </a:lnTo>
                <a:lnTo>
                  <a:pt x="25937" y="40498"/>
                </a:lnTo>
                <a:lnTo>
                  <a:pt x="27753" y="36219"/>
                </a:lnTo>
                <a:lnTo>
                  <a:pt x="28557" y="35263"/>
                </a:lnTo>
                <a:lnTo>
                  <a:pt x="30587" y="31940"/>
                </a:lnTo>
                <a:lnTo>
                  <a:pt x="32835" y="28567"/>
                </a:lnTo>
                <a:lnTo>
                  <a:pt x="33661" y="27661"/>
                </a:lnTo>
                <a:lnTo>
                  <a:pt x="36202" y="23382"/>
                </a:lnTo>
                <a:lnTo>
                  <a:pt x="37113" y="22442"/>
                </a:lnTo>
                <a:lnTo>
                  <a:pt x="40074" y="19103"/>
                </a:lnTo>
                <a:lnTo>
                  <a:pt x="41392" y="17739"/>
                </a:lnTo>
                <a:lnTo>
                  <a:pt x="44086" y="14824"/>
                </a:lnTo>
                <a:lnTo>
                  <a:pt x="45670" y="13213"/>
                </a:lnTo>
                <a:lnTo>
                  <a:pt x="48267" y="10545"/>
                </a:lnTo>
                <a:lnTo>
                  <a:pt x="49949" y="8836"/>
                </a:lnTo>
                <a:lnTo>
                  <a:pt x="52532" y="6266"/>
                </a:lnTo>
                <a:lnTo>
                  <a:pt x="54227" y="4650"/>
                </a:lnTo>
                <a:lnTo>
                  <a:pt x="57483" y="1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fog-math-23-glyph-1">
            <a:extLst xmlns:a="http://schemas.openxmlformats.org/drawingml/2006/main">
              <a:ext uri="{FF2B5EF4-FFF2-40B4-BE49-F238E27FC236}">
                <a16:creationId xmlns:a16="http://schemas.microsoft.com/office/drawing/2014/main" id="{8693B166-E6C8-44D5-916A-12EB96C4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2459" y="2090643"/>
            <a:ext cx="68838" cy="290670"/>
          </a:xfrm>
          <a:custGeom xmlns:a="http://schemas.openxmlformats.org/drawingml/2006/main">
            <a:pathLst>
              <a:path w="68838" h="290670">
                <a:moveTo>
                  <a:pt x="0" y="1987"/>
                </a:moveTo>
                <a:lnTo>
                  <a:pt x="146" y="1841"/>
                </a:lnTo>
                <a:lnTo>
                  <a:pt x="4424" y="0"/>
                </a:lnTo>
                <a:lnTo>
                  <a:pt x="8703" y="382"/>
                </a:lnTo>
                <a:lnTo>
                  <a:pt x="10595" y="1987"/>
                </a:lnTo>
                <a:lnTo>
                  <a:pt x="12981" y="4051"/>
                </a:lnTo>
                <a:lnTo>
                  <a:pt x="15441" y="6266"/>
                </a:lnTo>
                <a:lnTo>
                  <a:pt x="17259" y="8007"/>
                </a:lnTo>
                <a:lnTo>
                  <a:pt x="19797" y="10545"/>
                </a:lnTo>
                <a:lnTo>
                  <a:pt x="21538" y="12324"/>
                </a:lnTo>
                <a:lnTo>
                  <a:pt x="23946" y="14824"/>
                </a:lnTo>
                <a:lnTo>
                  <a:pt x="25816" y="16724"/>
                </a:lnTo>
                <a:lnTo>
                  <a:pt x="28121" y="19103"/>
                </a:lnTo>
                <a:lnTo>
                  <a:pt x="30095" y="21304"/>
                </a:lnTo>
                <a:lnTo>
                  <a:pt x="31884" y="23382"/>
                </a:lnTo>
                <a:lnTo>
                  <a:pt x="34373" y="26874"/>
                </a:lnTo>
                <a:lnTo>
                  <a:pt x="35109" y="27661"/>
                </a:lnTo>
                <a:lnTo>
                  <a:pt x="37659" y="31940"/>
                </a:lnTo>
                <a:lnTo>
                  <a:pt x="38651" y="33031"/>
                </a:lnTo>
                <a:lnTo>
                  <a:pt x="40859" y="36219"/>
                </a:lnTo>
                <a:lnTo>
                  <a:pt x="42930" y="39746"/>
                </a:lnTo>
                <a:lnTo>
                  <a:pt x="43572" y="40498"/>
                </a:lnTo>
                <a:lnTo>
                  <a:pt x="45478" y="44777"/>
                </a:lnTo>
                <a:lnTo>
                  <a:pt x="47208" y="47436"/>
                </a:lnTo>
                <a:lnTo>
                  <a:pt x="48439" y="49056"/>
                </a:lnTo>
                <a:lnTo>
                  <a:pt x="49843" y="53335"/>
                </a:lnTo>
                <a:lnTo>
                  <a:pt x="51487" y="56737"/>
                </a:lnTo>
                <a:lnTo>
                  <a:pt x="52079" y="57614"/>
                </a:lnTo>
                <a:lnTo>
                  <a:pt x="53626" y="61893"/>
                </a:lnTo>
                <a:lnTo>
                  <a:pt x="55029" y="66172"/>
                </a:lnTo>
                <a:lnTo>
                  <a:pt x="55765" y="67405"/>
                </a:lnTo>
                <a:lnTo>
                  <a:pt x="57217" y="70451"/>
                </a:lnTo>
                <a:lnTo>
                  <a:pt x="58041" y="74731"/>
                </a:lnTo>
                <a:lnTo>
                  <a:pt x="59012" y="79010"/>
                </a:lnTo>
                <a:lnTo>
                  <a:pt x="60043" y="81320"/>
                </a:lnTo>
                <a:lnTo>
                  <a:pt x="60955" y="83289"/>
                </a:lnTo>
                <a:lnTo>
                  <a:pt x="61981" y="87568"/>
                </a:lnTo>
                <a:lnTo>
                  <a:pt x="62490" y="91847"/>
                </a:lnTo>
                <a:lnTo>
                  <a:pt x="63252" y="96126"/>
                </a:lnTo>
                <a:lnTo>
                  <a:pt x="64322" y="99623"/>
                </a:lnTo>
                <a:lnTo>
                  <a:pt x="64619" y="100405"/>
                </a:lnTo>
                <a:lnTo>
                  <a:pt x="65714" y="104684"/>
                </a:lnTo>
                <a:lnTo>
                  <a:pt x="66208" y="108963"/>
                </a:lnTo>
                <a:lnTo>
                  <a:pt x="66496" y="113242"/>
                </a:lnTo>
                <a:lnTo>
                  <a:pt x="66790" y="117521"/>
                </a:lnTo>
                <a:lnTo>
                  <a:pt x="67193" y="121800"/>
                </a:lnTo>
                <a:lnTo>
                  <a:pt x="67668" y="126079"/>
                </a:lnTo>
                <a:lnTo>
                  <a:pt x="67934" y="130358"/>
                </a:lnTo>
                <a:lnTo>
                  <a:pt x="68191" y="134637"/>
                </a:lnTo>
                <a:lnTo>
                  <a:pt x="68518" y="138916"/>
                </a:lnTo>
                <a:lnTo>
                  <a:pt x="68600" y="139986"/>
                </a:lnTo>
                <a:lnTo>
                  <a:pt x="68838" y="143195"/>
                </a:lnTo>
                <a:lnTo>
                  <a:pt x="68838" y="147474"/>
                </a:lnTo>
                <a:lnTo>
                  <a:pt x="68600" y="151040"/>
                </a:lnTo>
                <a:lnTo>
                  <a:pt x="68550" y="151753"/>
                </a:lnTo>
                <a:lnTo>
                  <a:pt x="68246" y="156032"/>
                </a:lnTo>
                <a:lnTo>
                  <a:pt x="67983" y="160311"/>
                </a:lnTo>
                <a:lnTo>
                  <a:pt x="67731" y="164591"/>
                </a:lnTo>
                <a:lnTo>
                  <a:pt x="67239" y="168870"/>
                </a:lnTo>
                <a:lnTo>
                  <a:pt x="66824" y="173149"/>
                </a:lnTo>
                <a:lnTo>
                  <a:pt x="66531" y="177428"/>
                </a:lnTo>
                <a:lnTo>
                  <a:pt x="66269" y="181707"/>
                </a:lnTo>
                <a:lnTo>
                  <a:pt x="65759" y="185986"/>
                </a:lnTo>
                <a:lnTo>
                  <a:pt x="64838" y="190265"/>
                </a:lnTo>
                <a:lnTo>
                  <a:pt x="64322" y="191858"/>
                </a:lnTo>
                <a:lnTo>
                  <a:pt x="63518" y="194544"/>
                </a:lnTo>
                <a:lnTo>
                  <a:pt x="62717" y="198823"/>
                </a:lnTo>
                <a:lnTo>
                  <a:pt x="62120" y="203102"/>
                </a:lnTo>
                <a:lnTo>
                  <a:pt x="61357" y="207381"/>
                </a:lnTo>
                <a:lnTo>
                  <a:pt x="60043" y="211219"/>
                </a:lnTo>
                <a:lnTo>
                  <a:pt x="59836" y="211660"/>
                </a:lnTo>
                <a:lnTo>
                  <a:pt x="58388" y="215939"/>
                </a:lnTo>
                <a:lnTo>
                  <a:pt x="57482" y="220218"/>
                </a:lnTo>
                <a:lnTo>
                  <a:pt x="55765" y="224152"/>
                </a:lnTo>
                <a:lnTo>
                  <a:pt x="55527" y="224497"/>
                </a:lnTo>
                <a:lnTo>
                  <a:pt x="53790" y="228776"/>
                </a:lnTo>
                <a:lnTo>
                  <a:pt x="52079" y="233055"/>
                </a:lnTo>
                <a:lnTo>
                  <a:pt x="51487" y="233812"/>
                </a:lnTo>
                <a:lnTo>
                  <a:pt x="49612" y="237334"/>
                </a:lnTo>
                <a:lnTo>
                  <a:pt x="47850" y="241613"/>
                </a:lnTo>
                <a:lnTo>
                  <a:pt x="47208" y="242371"/>
                </a:lnTo>
                <a:lnTo>
                  <a:pt x="45157" y="245892"/>
                </a:lnTo>
                <a:lnTo>
                  <a:pt x="42930" y="249747"/>
                </a:lnTo>
                <a:lnTo>
                  <a:pt x="42548" y="250171"/>
                </a:lnTo>
                <a:lnTo>
                  <a:pt x="40521" y="254451"/>
                </a:lnTo>
                <a:lnTo>
                  <a:pt x="38651" y="257288"/>
                </a:lnTo>
                <a:lnTo>
                  <a:pt x="37490" y="258730"/>
                </a:lnTo>
                <a:lnTo>
                  <a:pt x="35263" y="263009"/>
                </a:lnTo>
                <a:lnTo>
                  <a:pt x="34373" y="263984"/>
                </a:lnTo>
                <a:lnTo>
                  <a:pt x="31908" y="267288"/>
                </a:lnTo>
                <a:lnTo>
                  <a:pt x="30095" y="269251"/>
                </a:lnTo>
                <a:lnTo>
                  <a:pt x="27966" y="271567"/>
                </a:lnTo>
                <a:lnTo>
                  <a:pt x="25816" y="273881"/>
                </a:lnTo>
                <a:lnTo>
                  <a:pt x="23923" y="275846"/>
                </a:lnTo>
                <a:lnTo>
                  <a:pt x="21538" y="278336"/>
                </a:lnTo>
                <a:lnTo>
                  <a:pt x="19797" y="280125"/>
                </a:lnTo>
                <a:lnTo>
                  <a:pt x="17259" y="282663"/>
                </a:lnTo>
                <a:lnTo>
                  <a:pt x="15431" y="284404"/>
                </a:lnTo>
                <a:lnTo>
                  <a:pt x="12981" y="286575"/>
                </a:lnTo>
                <a:lnTo>
                  <a:pt x="10506" y="288683"/>
                </a:lnTo>
                <a:lnTo>
                  <a:pt x="8703" y="290234"/>
                </a:lnTo>
                <a:lnTo>
                  <a:pt x="4424" y="290670"/>
                </a:lnTo>
                <a:lnTo>
                  <a:pt x="203" y="288683"/>
                </a:lnTo>
                <a:lnTo>
                  <a:pt x="1890" y="284404"/>
                </a:lnTo>
                <a:lnTo>
                  <a:pt x="4424" y="281497"/>
                </a:lnTo>
                <a:lnTo>
                  <a:pt x="5727" y="280125"/>
                </a:lnTo>
                <a:lnTo>
                  <a:pt x="8703" y="276292"/>
                </a:lnTo>
                <a:lnTo>
                  <a:pt x="9140" y="275846"/>
                </a:lnTo>
                <a:lnTo>
                  <a:pt x="12222" y="271567"/>
                </a:lnTo>
                <a:lnTo>
                  <a:pt x="12981" y="270750"/>
                </a:lnTo>
                <a:lnTo>
                  <a:pt x="15366" y="267288"/>
                </a:lnTo>
                <a:lnTo>
                  <a:pt x="17259" y="264829"/>
                </a:lnTo>
                <a:lnTo>
                  <a:pt x="18770" y="263009"/>
                </a:lnTo>
                <a:lnTo>
                  <a:pt x="20945" y="258730"/>
                </a:lnTo>
                <a:lnTo>
                  <a:pt x="21538" y="258065"/>
                </a:lnTo>
                <a:lnTo>
                  <a:pt x="23677" y="254451"/>
                </a:lnTo>
                <a:lnTo>
                  <a:pt x="25800" y="250171"/>
                </a:lnTo>
                <a:lnTo>
                  <a:pt x="25816" y="250153"/>
                </a:lnTo>
                <a:lnTo>
                  <a:pt x="27984" y="245892"/>
                </a:lnTo>
                <a:lnTo>
                  <a:pt x="30045" y="241613"/>
                </a:lnTo>
                <a:lnTo>
                  <a:pt x="30095" y="241550"/>
                </a:lnTo>
                <a:lnTo>
                  <a:pt x="31995" y="237334"/>
                </a:lnTo>
                <a:lnTo>
                  <a:pt x="33043" y="233055"/>
                </a:lnTo>
                <a:lnTo>
                  <a:pt x="34373" y="230545"/>
                </a:lnTo>
                <a:lnTo>
                  <a:pt x="35404" y="228776"/>
                </a:lnTo>
                <a:lnTo>
                  <a:pt x="36558" y="224497"/>
                </a:lnTo>
                <a:lnTo>
                  <a:pt x="37404" y="220218"/>
                </a:lnTo>
                <a:lnTo>
                  <a:pt x="38651" y="217009"/>
                </a:lnTo>
                <a:lnTo>
                  <a:pt x="39168" y="215939"/>
                </a:lnTo>
                <a:lnTo>
                  <a:pt x="40381" y="211660"/>
                </a:lnTo>
                <a:lnTo>
                  <a:pt x="41034" y="207381"/>
                </a:lnTo>
                <a:lnTo>
                  <a:pt x="41665" y="203102"/>
                </a:lnTo>
                <a:lnTo>
                  <a:pt x="42753" y="198823"/>
                </a:lnTo>
                <a:lnTo>
                  <a:pt x="42930" y="198300"/>
                </a:lnTo>
                <a:lnTo>
                  <a:pt x="43942" y="194544"/>
                </a:lnTo>
                <a:lnTo>
                  <a:pt x="44647" y="190265"/>
                </a:lnTo>
                <a:lnTo>
                  <a:pt x="45026" y="185986"/>
                </a:lnTo>
                <a:lnTo>
                  <a:pt x="45261" y="181707"/>
                </a:lnTo>
                <a:lnTo>
                  <a:pt x="45540" y="177428"/>
                </a:lnTo>
                <a:lnTo>
                  <a:pt x="45911" y="173149"/>
                </a:lnTo>
                <a:lnTo>
                  <a:pt x="46427" y="168870"/>
                </a:lnTo>
                <a:lnTo>
                  <a:pt x="46771" y="164591"/>
                </a:lnTo>
                <a:lnTo>
                  <a:pt x="47001" y="160311"/>
                </a:lnTo>
                <a:lnTo>
                  <a:pt x="47208" y="156835"/>
                </a:lnTo>
                <a:lnTo>
                  <a:pt x="47258" y="156032"/>
                </a:lnTo>
                <a:lnTo>
                  <a:pt x="47534" y="151753"/>
                </a:lnTo>
                <a:lnTo>
                  <a:pt x="47776" y="147474"/>
                </a:lnTo>
                <a:lnTo>
                  <a:pt x="47776" y="143195"/>
                </a:lnTo>
                <a:lnTo>
                  <a:pt x="47534" y="138916"/>
                </a:lnTo>
                <a:lnTo>
                  <a:pt x="47258" y="134637"/>
                </a:lnTo>
                <a:lnTo>
                  <a:pt x="47208" y="133835"/>
                </a:lnTo>
                <a:lnTo>
                  <a:pt x="47001" y="130358"/>
                </a:lnTo>
                <a:lnTo>
                  <a:pt x="46771" y="126079"/>
                </a:lnTo>
                <a:lnTo>
                  <a:pt x="46427" y="121800"/>
                </a:lnTo>
                <a:lnTo>
                  <a:pt x="45927" y="117521"/>
                </a:lnTo>
                <a:lnTo>
                  <a:pt x="45552" y="113242"/>
                </a:lnTo>
                <a:lnTo>
                  <a:pt x="45261" y="108963"/>
                </a:lnTo>
                <a:lnTo>
                  <a:pt x="45026" y="104684"/>
                </a:lnTo>
                <a:lnTo>
                  <a:pt x="44671" y="100405"/>
                </a:lnTo>
                <a:lnTo>
                  <a:pt x="43961" y="96126"/>
                </a:lnTo>
                <a:lnTo>
                  <a:pt x="42930" y="92358"/>
                </a:lnTo>
                <a:lnTo>
                  <a:pt x="42753" y="91847"/>
                </a:lnTo>
                <a:lnTo>
                  <a:pt x="41699" y="87568"/>
                </a:lnTo>
                <a:lnTo>
                  <a:pt x="41044" y="83289"/>
                </a:lnTo>
                <a:lnTo>
                  <a:pt x="40393" y="79010"/>
                </a:lnTo>
                <a:lnTo>
                  <a:pt x="39168" y="74731"/>
                </a:lnTo>
                <a:lnTo>
                  <a:pt x="38651" y="73645"/>
                </a:lnTo>
                <a:lnTo>
                  <a:pt x="37421" y="70451"/>
                </a:lnTo>
                <a:lnTo>
                  <a:pt x="36558" y="66172"/>
                </a:lnTo>
                <a:lnTo>
                  <a:pt x="35404" y="61893"/>
                </a:lnTo>
                <a:lnTo>
                  <a:pt x="34373" y="60107"/>
                </a:lnTo>
                <a:lnTo>
                  <a:pt x="33059" y="57614"/>
                </a:lnTo>
                <a:lnTo>
                  <a:pt x="31995" y="53335"/>
                </a:lnTo>
                <a:lnTo>
                  <a:pt x="30095" y="49078"/>
                </a:lnTo>
                <a:lnTo>
                  <a:pt x="30078" y="49056"/>
                </a:lnTo>
                <a:lnTo>
                  <a:pt x="27984" y="44777"/>
                </a:lnTo>
                <a:lnTo>
                  <a:pt x="25816" y="40517"/>
                </a:lnTo>
                <a:lnTo>
                  <a:pt x="25800" y="40498"/>
                </a:lnTo>
                <a:lnTo>
                  <a:pt x="23658" y="36219"/>
                </a:lnTo>
                <a:lnTo>
                  <a:pt x="21538" y="32554"/>
                </a:lnTo>
                <a:lnTo>
                  <a:pt x="20996" y="31940"/>
                </a:lnTo>
                <a:lnTo>
                  <a:pt x="18784" y="27661"/>
                </a:lnTo>
                <a:lnTo>
                  <a:pt x="17259" y="25802"/>
                </a:lnTo>
                <a:lnTo>
                  <a:pt x="15398" y="23382"/>
                </a:lnTo>
                <a:lnTo>
                  <a:pt x="12981" y="19866"/>
                </a:lnTo>
                <a:lnTo>
                  <a:pt x="12268" y="19103"/>
                </a:lnTo>
                <a:lnTo>
                  <a:pt x="9140" y="14824"/>
                </a:lnTo>
                <a:lnTo>
                  <a:pt x="8703" y="14377"/>
                </a:lnTo>
                <a:lnTo>
                  <a:pt x="5727" y="10545"/>
                </a:lnTo>
                <a:lnTo>
                  <a:pt x="4424" y="9173"/>
                </a:lnTo>
                <a:lnTo>
                  <a:pt x="1890" y="6266"/>
                </a:lnTo>
                <a:lnTo>
                  <a:pt x="146" y="2216"/>
                </a:lnTo>
                <a:lnTo>
                  <a:pt x="0" y="1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fog-math-23-glyph-2">
            <a:extLst xmlns:a="http://schemas.openxmlformats.org/drawingml/2006/main">
              <a:ext uri="{FF2B5EF4-FFF2-40B4-BE49-F238E27FC236}">
                <a16:creationId xmlns:a16="http://schemas.microsoft.com/office/drawing/2014/main" id="{DEC4C78A-4D01-49CA-B1DE-E979A1C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3360" y="2103657"/>
            <a:ext cx="142806" cy="264631"/>
          </a:xfrm>
          <a:custGeom xmlns:a="http://schemas.openxmlformats.org/drawingml/2006/main">
            <a:pathLst>
              <a:path w="142806" h="264631">
                <a:moveTo>
                  <a:pt x="108134" y="1810"/>
                </a:moveTo>
                <a:lnTo>
                  <a:pt x="109757" y="963"/>
                </a:lnTo>
                <a:lnTo>
                  <a:pt x="114036" y="259"/>
                </a:lnTo>
                <a:lnTo>
                  <a:pt x="118314" y="0"/>
                </a:lnTo>
                <a:lnTo>
                  <a:pt x="122593" y="287"/>
                </a:lnTo>
                <a:lnTo>
                  <a:pt x="126871" y="1428"/>
                </a:lnTo>
                <a:lnTo>
                  <a:pt x="127417" y="1810"/>
                </a:lnTo>
                <a:lnTo>
                  <a:pt x="131149" y="3544"/>
                </a:lnTo>
                <a:lnTo>
                  <a:pt x="135428" y="5852"/>
                </a:lnTo>
                <a:lnTo>
                  <a:pt x="135667" y="6089"/>
                </a:lnTo>
                <a:lnTo>
                  <a:pt x="139706" y="10352"/>
                </a:lnTo>
                <a:lnTo>
                  <a:pt x="139723" y="10368"/>
                </a:lnTo>
                <a:lnTo>
                  <a:pt x="141919" y="14648"/>
                </a:lnTo>
                <a:lnTo>
                  <a:pt x="142639" y="18927"/>
                </a:lnTo>
                <a:lnTo>
                  <a:pt x="142806" y="23206"/>
                </a:lnTo>
                <a:lnTo>
                  <a:pt x="142341" y="27485"/>
                </a:lnTo>
                <a:lnTo>
                  <a:pt x="141476" y="31764"/>
                </a:lnTo>
                <a:lnTo>
                  <a:pt x="139706" y="34059"/>
                </a:lnTo>
                <a:lnTo>
                  <a:pt x="137898" y="36043"/>
                </a:lnTo>
                <a:lnTo>
                  <a:pt x="135428" y="38103"/>
                </a:lnTo>
                <a:lnTo>
                  <a:pt x="131278" y="40322"/>
                </a:lnTo>
                <a:lnTo>
                  <a:pt x="131149" y="40436"/>
                </a:lnTo>
                <a:lnTo>
                  <a:pt x="126871" y="41873"/>
                </a:lnTo>
                <a:lnTo>
                  <a:pt x="122593" y="41952"/>
                </a:lnTo>
                <a:lnTo>
                  <a:pt x="118314" y="40704"/>
                </a:lnTo>
                <a:lnTo>
                  <a:pt x="117893" y="40322"/>
                </a:lnTo>
                <a:lnTo>
                  <a:pt x="114036" y="36746"/>
                </a:lnTo>
                <a:lnTo>
                  <a:pt x="113394" y="36043"/>
                </a:lnTo>
                <a:lnTo>
                  <a:pt x="112248" y="31764"/>
                </a:lnTo>
                <a:lnTo>
                  <a:pt x="112295" y="27485"/>
                </a:lnTo>
                <a:lnTo>
                  <a:pt x="113626" y="23206"/>
                </a:lnTo>
                <a:lnTo>
                  <a:pt x="114036" y="22740"/>
                </a:lnTo>
                <a:lnTo>
                  <a:pt x="116460" y="18927"/>
                </a:lnTo>
                <a:lnTo>
                  <a:pt x="118314" y="17053"/>
                </a:lnTo>
                <a:lnTo>
                  <a:pt x="121494" y="14648"/>
                </a:lnTo>
                <a:lnTo>
                  <a:pt x="118314" y="11593"/>
                </a:lnTo>
                <a:lnTo>
                  <a:pt x="114036" y="11776"/>
                </a:lnTo>
                <a:lnTo>
                  <a:pt x="109757" y="13629"/>
                </a:lnTo>
                <a:lnTo>
                  <a:pt x="108739" y="14648"/>
                </a:lnTo>
                <a:lnTo>
                  <a:pt x="106693" y="18927"/>
                </a:lnTo>
                <a:lnTo>
                  <a:pt x="105479" y="21662"/>
                </a:lnTo>
                <a:lnTo>
                  <a:pt x="104697" y="23206"/>
                </a:lnTo>
                <a:lnTo>
                  <a:pt x="103811" y="27485"/>
                </a:lnTo>
                <a:lnTo>
                  <a:pt x="103287" y="31764"/>
                </a:lnTo>
                <a:lnTo>
                  <a:pt x="102696" y="36043"/>
                </a:lnTo>
                <a:lnTo>
                  <a:pt x="101691" y="40322"/>
                </a:lnTo>
                <a:lnTo>
                  <a:pt x="101201" y="41680"/>
                </a:lnTo>
                <a:lnTo>
                  <a:pt x="100269" y="44601"/>
                </a:lnTo>
                <a:lnTo>
                  <a:pt x="99483" y="48880"/>
                </a:lnTo>
                <a:lnTo>
                  <a:pt x="99000" y="53159"/>
                </a:lnTo>
                <a:lnTo>
                  <a:pt x="98446" y="57438"/>
                </a:lnTo>
                <a:lnTo>
                  <a:pt x="97540" y="61717"/>
                </a:lnTo>
                <a:lnTo>
                  <a:pt x="96922" y="63634"/>
                </a:lnTo>
                <a:lnTo>
                  <a:pt x="96186" y="65996"/>
                </a:lnTo>
                <a:lnTo>
                  <a:pt x="95318" y="70275"/>
                </a:lnTo>
                <a:lnTo>
                  <a:pt x="94792" y="74554"/>
                </a:lnTo>
                <a:lnTo>
                  <a:pt x="96083" y="78833"/>
                </a:lnTo>
                <a:lnTo>
                  <a:pt x="96922" y="79546"/>
                </a:lnTo>
                <a:lnTo>
                  <a:pt x="101201" y="79765"/>
                </a:lnTo>
                <a:lnTo>
                  <a:pt x="105479" y="79903"/>
                </a:lnTo>
                <a:lnTo>
                  <a:pt x="109757" y="80131"/>
                </a:lnTo>
                <a:lnTo>
                  <a:pt x="114036" y="80195"/>
                </a:lnTo>
                <a:lnTo>
                  <a:pt x="118314" y="80195"/>
                </a:lnTo>
                <a:lnTo>
                  <a:pt x="122593" y="80357"/>
                </a:lnTo>
                <a:lnTo>
                  <a:pt x="126871" y="81514"/>
                </a:lnTo>
                <a:lnTo>
                  <a:pt x="128293" y="83112"/>
                </a:lnTo>
                <a:lnTo>
                  <a:pt x="127675" y="87391"/>
                </a:lnTo>
                <a:lnTo>
                  <a:pt x="126871" y="88666"/>
                </a:lnTo>
                <a:lnTo>
                  <a:pt x="124747" y="91670"/>
                </a:lnTo>
                <a:lnTo>
                  <a:pt x="122593" y="93194"/>
                </a:lnTo>
                <a:lnTo>
                  <a:pt x="118314" y="93275"/>
                </a:lnTo>
                <a:lnTo>
                  <a:pt x="114036" y="93275"/>
                </a:lnTo>
                <a:lnTo>
                  <a:pt x="109757" y="93314"/>
                </a:lnTo>
                <a:lnTo>
                  <a:pt x="105479" y="93481"/>
                </a:lnTo>
                <a:lnTo>
                  <a:pt x="101201" y="93481"/>
                </a:lnTo>
                <a:lnTo>
                  <a:pt x="96922" y="93481"/>
                </a:lnTo>
                <a:lnTo>
                  <a:pt x="92644" y="93886"/>
                </a:lnTo>
                <a:lnTo>
                  <a:pt x="90823" y="95949"/>
                </a:lnTo>
                <a:lnTo>
                  <a:pt x="90370" y="100228"/>
                </a:lnTo>
                <a:lnTo>
                  <a:pt x="89788" y="104508"/>
                </a:lnTo>
                <a:lnTo>
                  <a:pt x="88829" y="108787"/>
                </a:lnTo>
                <a:lnTo>
                  <a:pt x="88365" y="110168"/>
                </a:lnTo>
                <a:lnTo>
                  <a:pt x="87496" y="113066"/>
                </a:lnTo>
                <a:lnTo>
                  <a:pt x="86710" y="117345"/>
                </a:lnTo>
                <a:lnTo>
                  <a:pt x="86226" y="121624"/>
                </a:lnTo>
                <a:lnTo>
                  <a:pt x="85730" y="125903"/>
                </a:lnTo>
                <a:lnTo>
                  <a:pt x="84913" y="130182"/>
                </a:lnTo>
                <a:lnTo>
                  <a:pt x="84087" y="132644"/>
                </a:lnTo>
                <a:lnTo>
                  <a:pt x="83445" y="134461"/>
                </a:lnTo>
                <a:lnTo>
                  <a:pt x="82509" y="138740"/>
                </a:lnTo>
                <a:lnTo>
                  <a:pt x="81974" y="143019"/>
                </a:lnTo>
                <a:lnTo>
                  <a:pt x="81426" y="147298"/>
                </a:lnTo>
                <a:lnTo>
                  <a:pt x="80522" y="151577"/>
                </a:lnTo>
                <a:lnTo>
                  <a:pt x="79809" y="153717"/>
                </a:lnTo>
                <a:lnTo>
                  <a:pt x="79096" y="155856"/>
                </a:lnTo>
                <a:lnTo>
                  <a:pt x="78191" y="160135"/>
                </a:lnTo>
                <a:lnTo>
                  <a:pt x="77669" y="164414"/>
                </a:lnTo>
                <a:lnTo>
                  <a:pt x="77108" y="168693"/>
                </a:lnTo>
                <a:lnTo>
                  <a:pt x="76172" y="172972"/>
                </a:lnTo>
                <a:lnTo>
                  <a:pt x="75530" y="174860"/>
                </a:lnTo>
                <a:lnTo>
                  <a:pt x="74749" y="177251"/>
                </a:lnTo>
                <a:lnTo>
                  <a:pt x="73874" y="181530"/>
                </a:lnTo>
                <a:lnTo>
                  <a:pt x="73355" y="185809"/>
                </a:lnTo>
                <a:lnTo>
                  <a:pt x="72689" y="190088"/>
                </a:lnTo>
                <a:lnTo>
                  <a:pt x="71334" y="194368"/>
                </a:lnTo>
                <a:lnTo>
                  <a:pt x="71252" y="194543"/>
                </a:lnTo>
                <a:lnTo>
                  <a:pt x="69906" y="198647"/>
                </a:lnTo>
                <a:lnTo>
                  <a:pt x="69193" y="202926"/>
                </a:lnTo>
                <a:lnTo>
                  <a:pt x="68524" y="207205"/>
                </a:lnTo>
                <a:lnTo>
                  <a:pt x="67327" y="211484"/>
                </a:lnTo>
                <a:lnTo>
                  <a:pt x="66973" y="212290"/>
                </a:lnTo>
                <a:lnTo>
                  <a:pt x="65777" y="215763"/>
                </a:lnTo>
                <a:lnTo>
                  <a:pt x="64880" y="220042"/>
                </a:lnTo>
                <a:lnTo>
                  <a:pt x="63707" y="224321"/>
                </a:lnTo>
                <a:lnTo>
                  <a:pt x="62695" y="226119"/>
                </a:lnTo>
                <a:lnTo>
                  <a:pt x="61414" y="228600"/>
                </a:lnTo>
                <a:lnTo>
                  <a:pt x="60162" y="232879"/>
                </a:lnTo>
                <a:lnTo>
                  <a:pt x="58417" y="235938"/>
                </a:lnTo>
                <a:lnTo>
                  <a:pt x="57505" y="237158"/>
                </a:lnTo>
                <a:lnTo>
                  <a:pt x="55826" y="241437"/>
                </a:lnTo>
                <a:lnTo>
                  <a:pt x="54138" y="243645"/>
                </a:lnTo>
                <a:lnTo>
                  <a:pt x="52523" y="245716"/>
                </a:lnTo>
                <a:lnTo>
                  <a:pt x="49860" y="249662"/>
                </a:lnTo>
                <a:lnTo>
                  <a:pt x="49534" y="249995"/>
                </a:lnTo>
                <a:lnTo>
                  <a:pt x="46098" y="254274"/>
                </a:lnTo>
                <a:lnTo>
                  <a:pt x="45581" y="254791"/>
                </a:lnTo>
                <a:lnTo>
                  <a:pt x="41303" y="257771"/>
                </a:lnTo>
                <a:lnTo>
                  <a:pt x="40432" y="258553"/>
                </a:lnTo>
                <a:lnTo>
                  <a:pt x="37025" y="260722"/>
                </a:lnTo>
                <a:lnTo>
                  <a:pt x="32746" y="262595"/>
                </a:lnTo>
                <a:lnTo>
                  <a:pt x="32307" y="262832"/>
                </a:lnTo>
                <a:lnTo>
                  <a:pt x="28468" y="264285"/>
                </a:lnTo>
                <a:lnTo>
                  <a:pt x="24189" y="264631"/>
                </a:lnTo>
                <a:lnTo>
                  <a:pt x="19911" y="264463"/>
                </a:lnTo>
                <a:lnTo>
                  <a:pt x="15633" y="263474"/>
                </a:lnTo>
                <a:lnTo>
                  <a:pt x="14670" y="262832"/>
                </a:lnTo>
                <a:lnTo>
                  <a:pt x="11354" y="261207"/>
                </a:lnTo>
                <a:lnTo>
                  <a:pt x="7076" y="259044"/>
                </a:lnTo>
                <a:lnTo>
                  <a:pt x="6575" y="258553"/>
                </a:lnTo>
                <a:lnTo>
                  <a:pt x="2797" y="254487"/>
                </a:lnTo>
                <a:lnTo>
                  <a:pt x="2590" y="254274"/>
                </a:lnTo>
                <a:lnTo>
                  <a:pt x="640" y="249995"/>
                </a:lnTo>
                <a:lnTo>
                  <a:pt x="84" y="245716"/>
                </a:lnTo>
                <a:lnTo>
                  <a:pt x="0" y="241437"/>
                </a:lnTo>
                <a:lnTo>
                  <a:pt x="405" y="237158"/>
                </a:lnTo>
                <a:lnTo>
                  <a:pt x="1316" y="232879"/>
                </a:lnTo>
                <a:lnTo>
                  <a:pt x="2797" y="231039"/>
                </a:lnTo>
                <a:lnTo>
                  <a:pt x="4834" y="228600"/>
                </a:lnTo>
                <a:lnTo>
                  <a:pt x="7076" y="226630"/>
                </a:lnTo>
                <a:lnTo>
                  <a:pt x="11228" y="224321"/>
                </a:lnTo>
                <a:lnTo>
                  <a:pt x="11354" y="224207"/>
                </a:lnTo>
                <a:lnTo>
                  <a:pt x="15633" y="222770"/>
                </a:lnTo>
                <a:lnTo>
                  <a:pt x="19911" y="222652"/>
                </a:lnTo>
                <a:lnTo>
                  <a:pt x="24189" y="223703"/>
                </a:lnTo>
                <a:lnTo>
                  <a:pt x="24892" y="224321"/>
                </a:lnTo>
                <a:lnTo>
                  <a:pt x="28468" y="227445"/>
                </a:lnTo>
                <a:lnTo>
                  <a:pt x="29499" y="228600"/>
                </a:lnTo>
                <a:lnTo>
                  <a:pt x="30445" y="232879"/>
                </a:lnTo>
                <a:lnTo>
                  <a:pt x="30415" y="237158"/>
                </a:lnTo>
                <a:lnTo>
                  <a:pt x="29337" y="241437"/>
                </a:lnTo>
                <a:lnTo>
                  <a:pt x="28468" y="242467"/>
                </a:lnTo>
                <a:lnTo>
                  <a:pt x="26230" y="245716"/>
                </a:lnTo>
                <a:lnTo>
                  <a:pt x="24189" y="247747"/>
                </a:lnTo>
                <a:lnTo>
                  <a:pt x="21276" y="249995"/>
                </a:lnTo>
                <a:lnTo>
                  <a:pt x="24189" y="253029"/>
                </a:lnTo>
                <a:lnTo>
                  <a:pt x="28468" y="252779"/>
                </a:lnTo>
                <a:lnTo>
                  <a:pt x="32746" y="250321"/>
                </a:lnTo>
                <a:lnTo>
                  <a:pt x="33072" y="249995"/>
                </a:lnTo>
                <a:lnTo>
                  <a:pt x="35602" y="245716"/>
                </a:lnTo>
                <a:lnTo>
                  <a:pt x="37025" y="243246"/>
                </a:lnTo>
                <a:lnTo>
                  <a:pt x="38168" y="241437"/>
                </a:lnTo>
                <a:lnTo>
                  <a:pt x="39074" y="237158"/>
                </a:lnTo>
                <a:lnTo>
                  <a:pt x="39780" y="232879"/>
                </a:lnTo>
                <a:lnTo>
                  <a:pt x="41157" y="228600"/>
                </a:lnTo>
                <a:lnTo>
                  <a:pt x="41303" y="228274"/>
                </a:lnTo>
                <a:lnTo>
                  <a:pt x="42584" y="224321"/>
                </a:lnTo>
                <a:lnTo>
                  <a:pt x="43240" y="220042"/>
                </a:lnTo>
                <a:lnTo>
                  <a:pt x="43717" y="215763"/>
                </a:lnTo>
                <a:lnTo>
                  <a:pt x="44438" y="211484"/>
                </a:lnTo>
                <a:lnTo>
                  <a:pt x="45581" y="207582"/>
                </a:lnTo>
                <a:lnTo>
                  <a:pt x="45727" y="207205"/>
                </a:lnTo>
                <a:lnTo>
                  <a:pt x="46895" y="202926"/>
                </a:lnTo>
                <a:lnTo>
                  <a:pt x="47567" y="198647"/>
                </a:lnTo>
                <a:lnTo>
                  <a:pt x="48017" y="194368"/>
                </a:lnTo>
                <a:lnTo>
                  <a:pt x="48699" y="190088"/>
                </a:lnTo>
                <a:lnTo>
                  <a:pt x="49860" y="186023"/>
                </a:lnTo>
                <a:lnTo>
                  <a:pt x="49942" y="185809"/>
                </a:lnTo>
                <a:lnTo>
                  <a:pt x="51074" y="181530"/>
                </a:lnTo>
                <a:lnTo>
                  <a:pt x="51735" y="177251"/>
                </a:lnTo>
                <a:lnTo>
                  <a:pt x="52191" y="172972"/>
                </a:lnTo>
                <a:lnTo>
                  <a:pt x="52793" y="168693"/>
                </a:lnTo>
                <a:lnTo>
                  <a:pt x="53842" y="164414"/>
                </a:lnTo>
                <a:lnTo>
                  <a:pt x="54138" y="163585"/>
                </a:lnTo>
                <a:lnTo>
                  <a:pt x="55150" y="160135"/>
                </a:lnTo>
                <a:lnTo>
                  <a:pt x="55891" y="155856"/>
                </a:lnTo>
                <a:lnTo>
                  <a:pt x="56366" y="151577"/>
                </a:lnTo>
                <a:lnTo>
                  <a:pt x="56907" y="147298"/>
                </a:lnTo>
                <a:lnTo>
                  <a:pt x="57824" y="143019"/>
                </a:lnTo>
                <a:lnTo>
                  <a:pt x="58417" y="141229"/>
                </a:lnTo>
                <a:lnTo>
                  <a:pt x="59198" y="138740"/>
                </a:lnTo>
                <a:lnTo>
                  <a:pt x="60034" y="134461"/>
                </a:lnTo>
                <a:lnTo>
                  <a:pt x="60556" y="130182"/>
                </a:lnTo>
                <a:lnTo>
                  <a:pt x="61065" y="125903"/>
                </a:lnTo>
                <a:lnTo>
                  <a:pt x="61869" y="121624"/>
                </a:lnTo>
                <a:lnTo>
                  <a:pt x="62695" y="118960"/>
                </a:lnTo>
                <a:lnTo>
                  <a:pt x="63237" y="117345"/>
                </a:lnTo>
                <a:lnTo>
                  <a:pt x="64176" y="113066"/>
                </a:lnTo>
                <a:lnTo>
                  <a:pt x="64745" y="108787"/>
                </a:lnTo>
                <a:lnTo>
                  <a:pt x="65197" y="104508"/>
                </a:lnTo>
                <a:lnTo>
                  <a:pt x="65923" y="100228"/>
                </a:lnTo>
                <a:lnTo>
                  <a:pt x="66973" y="96677"/>
                </a:lnTo>
                <a:lnTo>
                  <a:pt x="67241" y="95949"/>
                </a:lnTo>
                <a:lnTo>
                  <a:pt x="66973" y="95633"/>
                </a:lnTo>
                <a:lnTo>
                  <a:pt x="62695" y="93481"/>
                </a:lnTo>
                <a:lnTo>
                  <a:pt x="58417" y="93481"/>
                </a:lnTo>
                <a:lnTo>
                  <a:pt x="54138" y="93412"/>
                </a:lnTo>
                <a:lnTo>
                  <a:pt x="49860" y="93275"/>
                </a:lnTo>
                <a:lnTo>
                  <a:pt x="45581" y="93108"/>
                </a:lnTo>
                <a:lnTo>
                  <a:pt x="41303" y="93016"/>
                </a:lnTo>
                <a:lnTo>
                  <a:pt x="39729" y="91670"/>
                </a:lnTo>
                <a:lnTo>
                  <a:pt x="38900" y="87391"/>
                </a:lnTo>
                <a:lnTo>
                  <a:pt x="39527" y="83112"/>
                </a:lnTo>
                <a:lnTo>
                  <a:pt x="41303" y="81074"/>
                </a:lnTo>
                <a:lnTo>
                  <a:pt x="45581" y="80314"/>
                </a:lnTo>
                <a:lnTo>
                  <a:pt x="49860" y="80195"/>
                </a:lnTo>
                <a:lnTo>
                  <a:pt x="54138" y="80195"/>
                </a:lnTo>
                <a:lnTo>
                  <a:pt x="58417" y="80064"/>
                </a:lnTo>
                <a:lnTo>
                  <a:pt x="62695" y="79903"/>
                </a:lnTo>
                <a:lnTo>
                  <a:pt x="66973" y="79903"/>
                </a:lnTo>
                <a:lnTo>
                  <a:pt x="68476" y="78833"/>
                </a:lnTo>
                <a:lnTo>
                  <a:pt x="70762" y="74554"/>
                </a:lnTo>
                <a:lnTo>
                  <a:pt x="71252" y="73052"/>
                </a:lnTo>
                <a:lnTo>
                  <a:pt x="72078" y="70275"/>
                </a:lnTo>
                <a:lnTo>
                  <a:pt x="72856" y="65996"/>
                </a:lnTo>
                <a:lnTo>
                  <a:pt x="73391" y="61717"/>
                </a:lnTo>
                <a:lnTo>
                  <a:pt x="73926" y="57438"/>
                </a:lnTo>
                <a:lnTo>
                  <a:pt x="74864" y="53159"/>
                </a:lnTo>
                <a:lnTo>
                  <a:pt x="75530" y="51297"/>
                </a:lnTo>
                <a:lnTo>
                  <a:pt x="76356" y="48880"/>
                </a:lnTo>
                <a:lnTo>
                  <a:pt x="77351" y="44601"/>
                </a:lnTo>
                <a:lnTo>
                  <a:pt x="78010" y="40322"/>
                </a:lnTo>
                <a:lnTo>
                  <a:pt x="79266" y="36043"/>
                </a:lnTo>
                <a:lnTo>
                  <a:pt x="79809" y="35209"/>
                </a:lnTo>
                <a:lnTo>
                  <a:pt x="81413" y="31764"/>
                </a:lnTo>
                <a:lnTo>
                  <a:pt x="82457" y="27485"/>
                </a:lnTo>
                <a:lnTo>
                  <a:pt x="84087" y="24840"/>
                </a:lnTo>
                <a:lnTo>
                  <a:pt x="85266" y="23206"/>
                </a:lnTo>
                <a:lnTo>
                  <a:pt x="86891" y="18927"/>
                </a:lnTo>
                <a:lnTo>
                  <a:pt x="88365" y="17191"/>
                </a:lnTo>
                <a:lnTo>
                  <a:pt x="90381" y="14648"/>
                </a:lnTo>
                <a:lnTo>
                  <a:pt x="92644" y="12015"/>
                </a:lnTo>
                <a:lnTo>
                  <a:pt x="94263" y="10368"/>
                </a:lnTo>
                <a:lnTo>
                  <a:pt x="96922" y="7900"/>
                </a:lnTo>
                <a:lnTo>
                  <a:pt x="99185" y="6089"/>
                </a:lnTo>
                <a:lnTo>
                  <a:pt x="101201" y="4509"/>
                </a:lnTo>
                <a:lnTo>
                  <a:pt x="105479" y="3041"/>
                </a:lnTo>
                <a:lnTo>
                  <a:pt x="108134" y="1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fog-math-23-glyph-3">
            <a:extLst xmlns:a="http://schemas.openxmlformats.org/drawingml/2006/main">
              <a:ext uri="{FF2B5EF4-FFF2-40B4-BE49-F238E27FC236}">
                <a16:creationId xmlns:a16="http://schemas.microsoft.com/office/drawing/2014/main" id="{7CE183D0-86BC-4DFB-A342-7C8DD8AF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4915" y="2180342"/>
            <a:ext cx="105965" cy="131367"/>
          </a:xfrm>
          <a:custGeom xmlns:a="http://schemas.openxmlformats.org/drawingml/2006/main">
            <a:pathLst>
              <a:path w="105965" h="131367">
                <a:moveTo>
                  <a:pt x="55404" y="2148"/>
                </a:moveTo>
                <a:lnTo>
                  <a:pt x="56401" y="1555"/>
                </a:lnTo>
                <a:lnTo>
                  <a:pt x="60679" y="543"/>
                </a:lnTo>
                <a:lnTo>
                  <a:pt x="64958" y="105"/>
                </a:lnTo>
                <a:lnTo>
                  <a:pt x="69236" y="8"/>
                </a:lnTo>
                <a:lnTo>
                  <a:pt x="73514" y="0"/>
                </a:lnTo>
                <a:lnTo>
                  <a:pt x="77793" y="105"/>
                </a:lnTo>
                <a:lnTo>
                  <a:pt x="82071" y="430"/>
                </a:lnTo>
                <a:lnTo>
                  <a:pt x="86350" y="1300"/>
                </a:lnTo>
                <a:lnTo>
                  <a:pt x="87847" y="2148"/>
                </a:lnTo>
                <a:lnTo>
                  <a:pt x="90628" y="3494"/>
                </a:lnTo>
                <a:lnTo>
                  <a:pt x="94906" y="5074"/>
                </a:lnTo>
                <a:lnTo>
                  <a:pt x="96423" y="6427"/>
                </a:lnTo>
                <a:lnTo>
                  <a:pt x="99185" y="8917"/>
                </a:lnTo>
                <a:lnTo>
                  <a:pt x="100872" y="10706"/>
                </a:lnTo>
                <a:lnTo>
                  <a:pt x="103463" y="14827"/>
                </a:lnTo>
                <a:lnTo>
                  <a:pt x="103609" y="14985"/>
                </a:lnTo>
                <a:lnTo>
                  <a:pt x="105454" y="19264"/>
                </a:lnTo>
                <a:lnTo>
                  <a:pt x="105954" y="23543"/>
                </a:lnTo>
                <a:lnTo>
                  <a:pt x="105965" y="27822"/>
                </a:lnTo>
                <a:lnTo>
                  <a:pt x="105512" y="32101"/>
                </a:lnTo>
                <a:lnTo>
                  <a:pt x="103463" y="36217"/>
                </a:lnTo>
                <a:lnTo>
                  <a:pt x="103317" y="36380"/>
                </a:lnTo>
                <a:lnTo>
                  <a:pt x="99185" y="39993"/>
                </a:lnTo>
                <a:lnTo>
                  <a:pt x="98393" y="40659"/>
                </a:lnTo>
                <a:lnTo>
                  <a:pt x="94906" y="42577"/>
                </a:lnTo>
                <a:lnTo>
                  <a:pt x="90628" y="43031"/>
                </a:lnTo>
                <a:lnTo>
                  <a:pt x="86350" y="42621"/>
                </a:lnTo>
                <a:lnTo>
                  <a:pt x="83672" y="40659"/>
                </a:lnTo>
                <a:lnTo>
                  <a:pt x="82071" y="38840"/>
                </a:lnTo>
                <a:lnTo>
                  <a:pt x="80366" y="36380"/>
                </a:lnTo>
                <a:lnTo>
                  <a:pt x="80104" y="32101"/>
                </a:lnTo>
                <a:lnTo>
                  <a:pt x="81059" y="27822"/>
                </a:lnTo>
                <a:lnTo>
                  <a:pt x="82071" y="26632"/>
                </a:lnTo>
                <a:lnTo>
                  <a:pt x="84332" y="23543"/>
                </a:lnTo>
                <a:lnTo>
                  <a:pt x="86350" y="21493"/>
                </a:lnTo>
                <a:lnTo>
                  <a:pt x="89207" y="19264"/>
                </a:lnTo>
                <a:lnTo>
                  <a:pt x="88280" y="14985"/>
                </a:lnTo>
                <a:lnTo>
                  <a:pt x="86350" y="13475"/>
                </a:lnTo>
                <a:lnTo>
                  <a:pt x="82071" y="12560"/>
                </a:lnTo>
                <a:lnTo>
                  <a:pt x="77793" y="11738"/>
                </a:lnTo>
                <a:lnTo>
                  <a:pt x="73514" y="10973"/>
                </a:lnTo>
                <a:lnTo>
                  <a:pt x="69236" y="10756"/>
                </a:lnTo>
                <a:lnTo>
                  <a:pt x="64958" y="11348"/>
                </a:lnTo>
                <a:lnTo>
                  <a:pt x="60679" y="12349"/>
                </a:lnTo>
                <a:lnTo>
                  <a:pt x="56401" y="13434"/>
                </a:lnTo>
                <a:lnTo>
                  <a:pt x="54486" y="14985"/>
                </a:lnTo>
                <a:lnTo>
                  <a:pt x="52122" y="16949"/>
                </a:lnTo>
                <a:lnTo>
                  <a:pt x="49921" y="19264"/>
                </a:lnTo>
                <a:lnTo>
                  <a:pt x="47844" y="22084"/>
                </a:lnTo>
                <a:lnTo>
                  <a:pt x="46613" y="23543"/>
                </a:lnTo>
                <a:lnTo>
                  <a:pt x="45353" y="27822"/>
                </a:lnTo>
                <a:lnTo>
                  <a:pt x="44518" y="32101"/>
                </a:lnTo>
                <a:lnTo>
                  <a:pt x="44709" y="36380"/>
                </a:lnTo>
                <a:lnTo>
                  <a:pt x="45997" y="40659"/>
                </a:lnTo>
                <a:lnTo>
                  <a:pt x="47844" y="42543"/>
                </a:lnTo>
                <a:lnTo>
                  <a:pt x="52122" y="44584"/>
                </a:lnTo>
                <a:lnTo>
                  <a:pt x="52635" y="44938"/>
                </a:lnTo>
                <a:lnTo>
                  <a:pt x="56401" y="46644"/>
                </a:lnTo>
                <a:lnTo>
                  <a:pt x="60679" y="47300"/>
                </a:lnTo>
                <a:lnTo>
                  <a:pt x="64958" y="48186"/>
                </a:lnTo>
                <a:lnTo>
                  <a:pt x="67894" y="49217"/>
                </a:lnTo>
                <a:lnTo>
                  <a:pt x="69236" y="49760"/>
                </a:lnTo>
                <a:lnTo>
                  <a:pt x="73514" y="50861"/>
                </a:lnTo>
                <a:lnTo>
                  <a:pt x="77793" y="51732"/>
                </a:lnTo>
                <a:lnTo>
                  <a:pt x="81152" y="53497"/>
                </a:lnTo>
                <a:lnTo>
                  <a:pt x="82071" y="54186"/>
                </a:lnTo>
                <a:lnTo>
                  <a:pt x="86350" y="56108"/>
                </a:lnTo>
                <a:lnTo>
                  <a:pt x="88449" y="57776"/>
                </a:lnTo>
                <a:lnTo>
                  <a:pt x="90628" y="59605"/>
                </a:lnTo>
                <a:lnTo>
                  <a:pt x="93016" y="62055"/>
                </a:lnTo>
                <a:lnTo>
                  <a:pt x="94906" y="64380"/>
                </a:lnTo>
                <a:lnTo>
                  <a:pt x="96479" y="66334"/>
                </a:lnTo>
                <a:lnTo>
                  <a:pt x="97718" y="70613"/>
                </a:lnTo>
                <a:lnTo>
                  <a:pt x="98775" y="74892"/>
                </a:lnTo>
                <a:lnTo>
                  <a:pt x="99185" y="76642"/>
                </a:lnTo>
                <a:lnTo>
                  <a:pt x="99752" y="79171"/>
                </a:lnTo>
                <a:lnTo>
                  <a:pt x="99727" y="83450"/>
                </a:lnTo>
                <a:lnTo>
                  <a:pt x="99185" y="86495"/>
                </a:lnTo>
                <a:lnTo>
                  <a:pt x="98947" y="87729"/>
                </a:lnTo>
                <a:lnTo>
                  <a:pt x="97733" y="92008"/>
                </a:lnTo>
                <a:lnTo>
                  <a:pt x="96907" y="96287"/>
                </a:lnTo>
                <a:lnTo>
                  <a:pt x="94906" y="100508"/>
                </a:lnTo>
                <a:lnTo>
                  <a:pt x="94857" y="100566"/>
                </a:lnTo>
                <a:lnTo>
                  <a:pt x="92738" y="104845"/>
                </a:lnTo>
                <a:lnTo>
                  <a:pt x="90628" y="107940"/>
                </a:lnTo>
                <a:lnTo>
                  <a:pt x="89577" y="109124"/>
                </a:lnTo>
                <a:lnTo>
                  <a:pt x="87219" y="113403"/>
                </a:lnTo>
                <a:lnTo>
                  <a:pt x="86350" y="114300"/>
                </a:lnTo>
                <a:lnTo>
                  <a:pt x="83114" y="117682"/>
                </a:lnTo>
                <a:lnTo>
                  <a:pt x="82071" y="118700"/>
                </a:lnTo>
                <a:lnTo>
                  <a:pt x="77793" y="121248"/>
                </a:lnTo>
                <a:lnTo>
                  <a:pt x="76979" y="121961"/>
                </a:lnTo>
                <a:lnTo>
                  <a:pt x="73514" y="124034"/>
                </a:lnTo>
                <a:lnTo>
                  <a:pt x="69236" y="125698"/>
                </a:lnTo>
                <a:lnTo>
                  <a:pt x="68366" y="126240"/>
                </a:lnTo>
                <a:lnTo>
                  <a:pt x="64958" y="127791"/>
                </a:lnTo>
                <a:lnTo>
                  <a:pt x="60679" y="128544"/>
                </a:lnTo>
                <a:lnTo>
                  <a:pt x="56401" y="129238"/>
                </a:lnTo>
                <a:lnTo>
                  <a:pt x="52122" y="129902"/>
                </a:lnTo>
                <a:lnTo>
                  <a:pt x="48123" y="130519"/>
                </a:lnTo>
                <a:lnTo>
                  <a:pt x="47844" y="130569"/>
                </a:lnTo>
                <a:lnTo>
                  <a:pt x="43566" y="131256"/>
                </a:lnTo>
                <a:lnTo>
                  <a:pt x="39287" y="131367"/>
                </a:lnTo>
                <a:lnTo>
                  <a:pt x="35009" y="131087"/>
                </a:lnTo>
                <a:lnTo>
                  <a:pt x="30730" y="130536"/>
                </a:lnTo>
                <a:lnTo>
                  <a:pt x="30681" y="130519"/>
                </a:lnTo>
                <a:lnTo>
                  <a:pt x="26452" y="129450"/>
                </a:lnTo>
                <a:lnTo>
                  <a:pt x="22174" y="128698"/>
                </a:lnTo>
                <a:lnTo>
                  <a:pt x="17895" y="127764"/>
                </a:lnTo>
                <a:lnTo>
                  <a:pt x="15423" y="126240"/>
                </a:lnTo>
                <a:lnTo>
                  <a:pt x="13617" y="125009"/>
                </a:lnTo>
                <a:lnTo>
                  <a:pt x="9338" y="122371"/>
                </a:lnTo>
                <a:lnTo>
                  <a:pt x="8929" y="121961"/>
                </a:lnTo>
                <a:lnTo>
                  <a:pt x="5470" y="117682"/>
                </a:lnTo>
                <a:lnTo>
                  <a:pt x="5060" y="117241"/>
                </a:lnTo>
                <a:lnTo>
                  <a:pt x="2796" y="113403"/>
                </a:lnTo>
                <a:lnTo>
                  <a:pt x="1374" y="109124"/>
                </a:lnTo>
                <a:lnTo>
                  <a:pt x="782" y="107175"/>
                </a:lnTo>
                <a:lnTo>
                  <a:pt x="92" y="104845"/>
                </a:lnTo>
                <a:lnTo>
                  <a:pt x="0" y="100566"/>
                </a:lnTo>
                <a:lnTo>
                  <a:pt x="782" y="96979"/>
                </a:lnTo>
                <a:lnTo>
                  <a:pt x="959" y="96287"/>
                </a:lnTo>
                <a:lnTo>
                  <a:pt x="2559" y="92008"/>
                </a:lnTo>
                <a:lnTo>
                  <a:pt x="5060" y="88230"/>
                </a:lnTo>
                <a:lnTo>
                  <a:pt x="5564" y="87729"/>
                </a:lnTo>
                <a:lnTo>
                  <a:pt x="9338" y="85138"/>
                </a:lnTo>
                <a:lnTo>
                  <a:pt x="12257" y="83450"/>
                </a:lnTo>
                <a:lnTo>
                  <a:pt x="13617" y="82477"/>
                </a:lnTo>
                <a:lnTo>
                  <a:pt x="17895" y="81744"/>
                </a:lnTo>
                <a:lnTo>
                  <a:pt x="22174" y="81969"/>
                </a:lnTo>
                <a:lnTo>
                  <a:pt x="24752" y="83450"/>
                </a:lnTo>
                <a:lnTo>
                  <a:pt x="26452" y="84570"/>
                </a:lnTo>
                <a:lnTo>
                  <a:pt x="29263" y="87729"/>
                </a:lnTo>
                <a:lnTo>
                  <a:pt x="30730" y="91466"/>
                </a:lnTo>
                <a:lnTo>
                  <a:pt x="31027" y="92008"/>
                </a:lnTo>
                <a:lnTo>
                  <a:pt x="31027" y="96287"/>
                </a:lnTo>
                <a:lnTo>
                  <a:pt x="30730" y="96852"/>
                </a:lnTo>
                <a:lnTo>
                  <a:pt x="29323" y="100566"/>
                </a:lnTo>
                <a:lnTo>
                  <a:pt x="27363" y="104845"/>
                </a:lnTo>
                <a:lnTo>
                  <a:pt x="26452" y="105768"/>
                </a:lnTo>
                <a:lnTo>
                  <a:pt x="22257" y="109124"/>
                </a:lnTo>
                <a:lnTo>
                  <a:pt x="22174" y="109206"/>
                </a:lnTo>
                <a:lnTo>
                  <a:pt x="17895" y="112399"/>
                </a:lnTo>
                <a:lnTo>
                  <a:pt x="16984" y="113403"/>
                </a:lnTo>
                <a:lnTo>
                  <a:pt x="17895" y="114314"/>
                </a:lnTo>
                <a:lnTo>
                  <a:pt x="22174" y="116001"/>
                </a:lnTo>
                <a:lnTo>
                  <a:pt x="25568" y="117682"/>
                </a:lnTo>
                <a:lnTo>
                  <a:pt x="26452" y="118300"/>
                </a:lnTo>
                <a:lnTo>
                  <a:pt x="30730" y="119435"/>
                </a:lnTo>
                <a:lnTo>
                  <a:pt x="35009" y="119918"/>
                </a:lnTo>
                <a:lnTo>
                  <a:pt x="39287" y="120065"/>
                </a:lnTo>
                <a:lnTo>
                  <a:pt x="43566" y="120129"/>
                </a:lnTo>
                <a:lnTo>
                  <a:pt x="47844" y="119927"/>
                </a:lnTo>
                <a:lnTo>
                  <a:pt x="52122" y="119725"/>
                </a:lnTo>
                <a:lnTo>
                  <a:pt x="56401" y="118964"/>
                </a:lnTo>
                <a:lnTo>
                  <a:pt x="59352" y="117682"/>
                </a:lnTo>
                <a:lnTo>
                  <a:pt x="60679" y="116993"/>
                </a:lnTo>
                <a:lnTo>
                  <a:pt x="64958" y="115273"/>
                </a:lnTo>
                <a:lnTo>
                  <a:pt x="67397" y="113403"/>
                </a:lnTo>
                <a:lnTo>
                  <a:pt x="69236" y="111764"/>
                </a:lnTo>
                <a:lnTo>
                  <a:pt x="71739" y="109124"/>
                </a:lnTo>
                <a:lnTo>
                  <a:pt x="73514" y="106887"/>
                </a:lnTo>
                <a:lnTo>
                  <a:pt x="75087" y="104845"/>
                </a:lnTo>
                <a:lnTo>
                  <a:pt x="76431" y="100566"/>
                </a:lnTo>
                <a:lnTo>
                  <a:pt x="77793" y="96588"/>
                </a:lnTo>
                <a:lnTo>
                  <a:pt x="77939" y="96287"/>
                </a:lnTo>
                <a:lnTo>
                  <a:pt x="78745" y="92008"/>
                </a:lnTo>
                <a:lnTo>
                  <a:pt x="77793" y="88289"/>
                </a:lnTo>
                <a:lnTo>
                  <a:pt x="77616" y="87729"/>
                </a:lnTo>
                <a:lnTo>
                  <a:pt x="75464" y="83450"/>
                </a:lnTo>
                <a:lnTo>
                  <a:pt x="73514" y="81490"/>
                </a:lnTo>
                <a:lnTo>
                  <a:pt x="69610" y="79171"/>
                </a:lnTo>
                <a:lnTo>
                  <a:pt x="69236" y="78845"/>
                </a:lnTo>
                <a:lnTo>
                  <a:pt x="64958" y="77112"/>
                </a:lnTo>
                <a:lnTo>
                  <a:pt x="60679" y="76483"/>
                </a:lnTo>
                <a:lnTo>
                  <a:pt x="56401" y="75558"/>
                </a:lnTo>
                <a:lnTo>
                  <a:pt x="54306" y="74892"/>
                </a:lnTo>
                <a:lnTo>
                  <a:pt x="52122" y="74202"/>
                </a:lnTo>
                <a:lnTo>
                  <a:pt x="47844" y="73104"/>
                </a:lnTo>
                <a:lnTo>
                  <a:pt x="43566" y="72306"/>
                </a:lnTo>
                <a:lnTo>
                  <a:pt x="39844" y="70613"/>
                </a:lnTo>
                <a:lnTo>
                  <a:pt x="39287" y="70231"/>
                </a:lnTo>
                <a:lnTo>
                  <a:pt x="35009" y="68250"/>
                </a:lnTo>
                <a:lnTo>
                  <a:pt x="32698" y="66334"/>
                </a:lnTo>
                <a:lnTo>
                  <a:pt x="30730" y="64492"/>
                </a:lnTo>
                <a:lnTo>
                  <a:pt x="28519" y="62055"/>
                </a:lnTo>
                <a:lnTo>
                  <a:pt x="26452" y="58901"/>
                </a:lnTo>
                <a:lnTo>
                  <a:pt x="25520" y="57776"/>
                </a:lnTo>
                <a:lnTo>
                  <a:pt x="24231" y="53497"/>
                </a:lnTo>
                <a:lnTo>
                  <a:pt x="23566" y="49217"/>
                </a:lnTo>
                <a:lnTo>
                  <a:pt x="23243" y="44938"/>
                </a:lnTo>
                <a:lnTo>
                  <a:pt x="23596" y="40659"/>
                </a:lnTo>
                <a:lnTo>
                  <a:pt x="24006" y="36380"/>
                </a:lnTo>
                <a:lnTo>
                  <a:pt x="24711" y="32101"/>
                </a:lnTo>
                <a:lnTo>
                  <a:pt x="26452" y="28118"/>
                </a:lnTo>
                <a:lnTo>
                  <a:pt x="26660" y="27822"/>
                </a:lnTo>
                <a:lnTo>
                  <a:pt x="28542" y="23543"/>
                </a:lnTo>
                <a:lnTo>
                  <a:pt x="30730" y="20298"/>
                </a:lnTo>
                <a:lnTo>
                  <a:pt x="31662" y="19264"/>
                </a:lnTo>
                <a:lnTo>
                  <a:pt x="35009" y="15099"/>
                </a:lnTo>
                <a:lnTo>
                  <a:pt x="35123" y="14985"/>
                </a:lnTo>
                <a:lnTo>
                  <a:pt x="39287" y="11372"/>
                </a:lnTo>
                <a:lnTo>
                  <a:pt x="39985" y="10706"/>
                </a:lnTo>
                <a:lnTo>
                  <a:pt x="43566" y="8141"/>
                </a:lnTo>
                <a:lnTo>
                  <a:pt x="45893" y="6427"/>
                </a:lnTo>
                <a:lnTo>
                  <a:pt x="47844" y="4938"/>
                </a:lnTo>
                <a:lnTo>
                  <a:pt x="52122" y="3629"/>
                </a:lnTo>
                <a:lnTo>
                  <a:pt x="55404" y="2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F017BE20-C443-4B58-8C86-A5963386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0920" y="1357003"/>
            <a:ext cx="521966" cy="290976"/>
          </a:xfrm>
          <a:custGeom xmlns:a="http://schemas.openxmlformats.org/drawingml/2006/main">
            <a:pathLst>
              <a:path w="521966" h="290976">
                <a:moveTo>
                  <a:pt x="0" y="290976"/>
                </a:moveTo>
                <a:lnTo>
                  <a:pt x="521966" y="290976"/>
                </a:lnTo>
                <a:lnTo>
                  <a:pt x="52196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fog-math-24-glyph-0">
            <a:extLst xmlns:a="http://schemas.openxmlformats.org/drawingml/2006/main">
              <a:ext uri="{FF2B5EF4-FFF2-40B4-BE49-F238E27FC236}">
                <a16:creationId xmlns:a16="http://schemas.microsoft.com/office/drawing/2014/main" id="{5417F3F9-102D-4B32-A9D7-1F9B9FB2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422" y="1357156"/>
            <a:ext cx="68310" cy="290670"/>
          </a:xfrm>
          <a:custGeom xmlns:a="http://schemas.openxmlformats.org/drawingml/2006/main">
            <a:pathLst>
              <a:path w="68310" h="290670">
                <a:moveTo>
                  <a:pt x="57483" y="1987"/>
                </a:moveTo>
                <a:lnTo>
                  <a:pt x="58505" y="1014"/>
                </a:lnTo>
                <a:lnTo>
                  <a:pt x="62784" y="0"/>
                </a:lnTo>
                <a:lnTo>
                  <a:pt x="67062" y="739"/>
                </a:lnTo>
                <a:lnTo>
                  <a:pt x="68310" y="1987"/>
                </a:lnTo>
                <a:lnTo>
                  <a:pt x="67062" y="4067"/>
                </a:lnTo>
                <a:lnTo>
                  <a:pt x="65743" y="6266"/>
                </a:lnTo>
                <a:lnTo>
                  <a:pt x="62784" y="10126"/>
                </a:lnTo>
                <a:lnTo>
                  <a:pt x="62374" y="10545"/>
                </a:lnTo>
                <a:lnTo>
                  <a:pt x="59264" y="14824"/>
                </a:lnTo>
                <a:lnTo>
                  <a:pt x="58505" y="15635"/>
                </a:lnTo>
                <a:lnTo>
                  <a:pt x="56029" y="19103"/>
                </a:lnTo>
                <a:lnTo>
                  <a:pt x="54227" y="21294"/>
                </a:lnTo>
                <a:lnTo>
                  <a:pt x="52501" y="23382"/>
                </a:lnTo>
                <a:lnTo>
                  <a:pt x="49965" y="27661"/>
                </a:lnTo>
                <a:lnTo>
                  <a:pt x="49949" y="27679"/>
                </a:lnTo>
                <a:lnTo>
                  <a:pt x="47502" y="31940"/>
                </a:lnTo>
                <a:lnTo>
                  <a:pt x="45670" y="34563"/>
                </a:lnTo>
                <a:lnTo>
                  <a:pt x="44356" y="36219"/>
                </a:lnTo>
                <a:lnTo>
                  <a:pt x="42858" y="40498"/>
                </a:lnTo>
                <a:lnTo>
                  <a:pt x="41392" y="42590"/>
                </a:lnTo>
                <a:lnTo>
                  <a:pt x="39882" y="44777"/>
                </a:lnTo>
                <a:lnTo>
                  <a:pt x="38378" y="49056"/>
                </a:lnTo>
                <a:lnTo>
                  <a:pt x="37113" y="51030"/>
                </a:lnTo>
                <a:lnTo>
                  <a:pt x="35706" y="53335"/>
                </a:lnTo>
                <a:lnTo>
                  <a:pt x="34564" y="57614"/>
                </a:lnTo>
                <a:lnTo>
                  <a:pt x="32835" y="61820"/>
                </a:lnTo>
                <a:lnTo>
                  <a:pt x="32785" y="61893"/>
                </a:lnTo>
                <a:lnTo>
                  <a:pt x="31106" y="66172"/>
                </a:lnTo>
                <a:lnTo>
                  <a:pt x="30463" y="70451"/>
                </a:lnTo>
                <a:lnTo>
                  <a:pt x="29569" y="74731"/>
                </a:lnTo>
                <a:lnTo>
                  <a:pt x="28557" y="77457"/>
                </a:lnTo>
                <a:lnTo>
                  <a:pt x="27915" y="79010"/>
                </a:lnTo>
                <a:lnTo>
                  <a:pt x="26851" y="83289"/>
                </a:lnTo>
                <a:lnTo>
                  <a:pt x="26254" y="87568"/>
                </a:lnTo>
                <a:lnTo>
                  <a:pt x="25624" y="91847"/>
                </a:lnTo>
                <a:lnTo>
                  <a:pt x="24742" y="96126"/>
                </a:lnTo>
                <a:lnTo>
                  <a:pt x="24278" y="97705"/>
                </a:lnTo>
                <a:lnTo>
                  <a:pt x="23542" y="100405"/>
                </a:lnTo>
                <a:lnTo>
                  <a:pt x="22871" y="104684"/>
                </a:lnTo>
                <a:lnTo>
                  <a:pt x="22514" y="108963"/>
                </a:lnTo>
                <a:lnTo>
                  <a:pt x="22209" y="113242"/>
                </a:lnTo>
                <a:lnTo>
                  <a:pt x="22005" y="117521"/>
                </a:lnTo>
                <a:lnTo>
                  <a:pt x="21832" y="121800"/>
                </a:lnTo>
                <a:lnTo>
                  <a:pt x="21643" y="126079"/>
                </a:lnTo>
                <a:lnTo>
                  <a:pt x="21437" y="130358"/>
                </a:lnTo>
                <a:lnTo>
                  <a:pt x="21345" y="134637"/>
                </a:lnTo>
                <a:lnTo>
                  <a:pt x="21264" y="138916"/>
                </a:lnTo>
                <a:lnTo>
                  <a:pt x="21179" y="143195"/>
                </a:lnTo>
                <a:lnTo>
                  <a:pt x="21179" y="147474"/>
                </a:lnTo>
                <a:lnTo>
                  <a:pt x="21264" y="151753"/>
                </a:lnTo>
                <a:lnTo>
                  <a:pt x="21345" y="156032"/>
                </a:lnTo>
                <a:lnTo>
                  <a:pt x="21452" y="160311"/>
                </a:lnTo>
                <a:lnTo>
                  <a:pt x="21656" y="164591"/>
                </a:lnTo>
                <a:lnTo>
                  <a:pt x="21843" y="168870"/>
                </a:lnTo>
                <a:lnTo>
                  <a:pt x="22005" y="173149"/>
                </a:lnTo>
                <a:lnTo>
                  <a:pt x="22226" y="177428"/>
                </a:lnTo>
                <a:lnTo>
                  <a:pt x="22514" y="181707"/>
                </a:lnTo>
                <a:lnTo>
                  <a:pt x="22901" y="185986"/>
                </a:lnTo>
                <a:lnTo>
                  <a:pt x="23589" y="190265"/>
                </a:lnTo>
                <a:lnTo>
                  <a:pt x="24278" y="192703"/>
                </a:lnTo>
                <a:lnTo>
                  <a:pt x="24820" y="194544"/>
                </a:lnTo>
                <a:lnTo>
                  <a:pt x="25670" y="198823"/>
                </a:lnTo>
                <a:lnTo>
                  <a:pt x="26291" y="203102"/>
                </a:lnTo>
                <a:lnTo>
                  <a:pt x="26901" y="207381"/>
                </a:lnTo>
                <a:lnTo>
                  <a:pt x="27989" y="211660"/>
                </a:lnTo>
                <a:lnTo>
                  <a:pt x="28557" y="213028"/>
                </a:lnTo>
                <a:lnTo>
                  <a:pt x="29607" y="215939"/>
                </a:lnTo>
                <a:lnTo>
                  <a:pt x="30474" y="220218"/>
                </a:lnTo>
                <a:lnTo>
                  <a:pt x="31130" y="224497"/>
                </a:lnTo>
                <a:lnTo>
                  <a:pt x="32753" y="228776"/>
                </a:lnTo>
                <a:lnTo>
                  <a:pt x="32835" y="228902"/>
                </a:lnTo>
                <a:lnTo>
                  <a:pt x="34516" y="233055"/>
                </a:lnTo>
                <a:lnTo>
                  <a:pt x="35576" y="237334"/>
                </a:lnTo>
                <a:lnTo>
                  <a:pt x="37113" y="240167"/>
                </a:lnTo>
                <a:lnTo>
                  <a:pt x="38066" y="241613"/>
                </a:lnTo>
                <a:lnTo>
                  <a:pt x="39614" y="245892"/>
                </a:lnTo>
                <a:lnTo>
                  <a:pt x="41392" y="248946"/>
                </a:lnTo>
                <a:lnTo>
                  <a:pt x="42324" y="250171"/>
                </a:lnTo>
                <a:lnTo>
                  <a:pt x="43916" y="254451"/>
                </a:lnTo>
                <a:lnTo>
                  <a:pt x="45670" y="256808"/>
                </a:lnTo>
                <a:lnTo>
                  <a:pt x="47209" y="258730"/>
                </a:lnTo>
                <a:lnTo>
                  <a:pt x="49331" y="263009"/>
                </a:lnTo>
                <a:lnTo>
                  <a:pt x="49949" y="263685"/>
                </a:lnTo>
                <a:lnTo>
                  <a:pt x="52350" y="267288"/>
                </a:lnTo>
                <a:lnTo>
                  <a:pt x="54227" y="269476"/>
                </a:lnTo>
                <a:lnTo>
                  <a:pt x="56056" y="271567"/>
                </a:lnTo>
                <a:lnTo>
                  <a:pt x="58505" y="274573"/>
                </a:lnTo>
                <a:lnTo>
                  <a:pt x="59691" y="275846"/>
                </a:lnTo>
                <a:lnTo>
                  <a:pt x="62516" y="280125"/>
                </a:lnTo>
                <a:lnTo>
                  <a:pt x="62784" y="280398"/>
                </a:lnTo>
                <a:lnTo>
                  <a:pt x="65743" y="284404"/>
                </a:lnTo>
                <a:lnTo>
                  <a:pt x="67062" y="286644"/>
                </a:lnTo>
                <a:lnTo>
                  <a:pt x="68276" y="288683"/>
                </a:lnTo>
                <a:lnTo>
                  <a:pt x="67062" y="289897"/>
                </a:lnTo>
                <a:lnTo>
                  <a:pt x="62784" y="290670"/>
                </a:lnTo>
                <a:lnTo>
                  <a:pt x="58505" y="289615"/>
                </a:lnTo>
                <a:lnTo>
                  <a:pt x="57532" y="288683"/>
                </a:lnTo>
                <a:lnTo>
                  <a:pt x="54227" y="285940"/>
                </a:lnTo>
                <a:lnTo>
                  <a:pt x="52605" y="284404"/>
                </a:lnTo>
                <a:lnTo>
                  <a:pt x="49949" y="281848"/>
                </a:lnTo>
                <a:lnTo>
                  <a:pt x="48244" y="280125"/>
                </a:lnTo>
                <a:lnTo>
                  <a:pt x="45670" y="277420"/>
                </a:lnTo>
                <a:lnTo>
                  <a:pt x="44139" y="275846"/>
                </a:lnTo>
                <a:lnTo>
                  <a:pt x="41392" y="273083"/>
                </a:lnTo>
                <a:lnTo>
                  <a:pt x="39892" y="271567"/>
                </a:lnTo>
                <a:lnTo>
                  <a:pt x="37113" y="267991"/>
                </a:lnTo>
                <a:lnTo>
                  <a:pt x="36448" y="267288"/>
                </a:lnTo>
                <a:lnTo>
                  <a:pt x="33905" y="263009"/>
                </a:lnTo>
                <a:lnTo>
                  <a:pt x="32835" y="261835"/>
                </a:lnTo>
                <a:lnTo>
                  <a:pt x="30487" y="258730"/>
                </a:lnTo>
                <a:lnTo>
                  <a:pt x="28557" y="256240"/>
                </a:lnTo>
                <a:lnTo>
                  <a:pt x="27090" y="254451"/>
                </a:lnTo>
                <a:lnTo>
                  <a:pt x="25403" y="250171"/>
                </a:lnTo>
                <a:lnTo>
                  <a:pt x="24278" y="248740"/>
                </a:lnTo>
                <a:lnTo>
                  <a:pt x="22460" y="245892"/>
                </a:lnTo>
                <a:lnTo>
                  <a:pt x="20490" y="241613"/>
                </a:lnTo>
                <a:lnTo>
                  <a:pt x="20000" y="241010"/>
                </a:lnTo>
                <a:lnTo>
                  <a:pt x="18080" y="237334"/>
                </a:lnTo>
                <a:lnTo>
                  <a:pt x="16883" y="233055"/>
                </a:lnTo>
                <a:lnTo>
                  <a:pt x="15721" y="231101"/>
                </a:lnTo>
                <a:lnTo>
                  <a:pt x="14408" y="228776"/>
                </a:lnTo>
                <a:lnTo>
                  <a:pt x="13270" y="224497"/>
                </a:lnTo>
                <a:lnTo>
                  <a:pt x="11589" y="220218"/>
                </a:lnTo>
                <a:lnTo>
                  <a:pt x="11443" y="219961"/>
                </a:lnTo>
                <a:lnTo>
                  <a:pt x="9920" y="215939"/>
                </a:lnTo>
                <a:lnTo>
                  <a:pt x="9147" y="211660"/>
                </a:lnTo>
                <a:lnTo>
                  <a:pt x="8076" y="207381"/>
                </a:lnTo>
                <a:lnTo>
                  <a:pt x="7165" y="205331"/>
                </a:lnTo>
                <a:lnTo>
                  <a:pt x="6192" y="203102"/>
                </a:lnTo>
                <a:lnTo>
                  <a:pt x="5377" y="198823"/>
                </a:lnTo>
                <a:lnTo>
                  <a:pt x="4881" y="194544"/>
                </a:lnTo>
                <a:lnTo>
                  <a:pt x="4232" y="190265"/>
                </a:lnTo>
                <a:lnTo>
                  <a:pt x="3094" y="185986"/>
                </a:lnTo>
                <a:lnTo>
                  <a:pt x="2886" y="185273"/>
                </a:lnTo>
                <a:lnTo>
                  <a:pt x="2017" y="181707"/>
                </a:lnTo>
                <a:lnTo>
                  <a:pt x="1464" y="177428"/>
                </a:lnTo>
                <a:lnTo>
                  <a:pt x="1076" y="173149"/>
                </a:lnTo>
                <a:lnTo>
                  <a:pt x="764" y="168870"/>
                </a:lnTo>
                <a:lnTo>
                  <a:pt x="525" y="164591"/>
                </a:lnTo>
                <a:lnTo>
                  <a:pt x="395" y="160311"/>
                </a:lnTo>
                <a:lnTo>
                  <a:pt x="264" y="156032"/>
                </a:lnTo>
                <a:lnTo>
                  <a:pt x="131" y="151753"/>
                </a:lnTo>
                <a:lnTo>
                  <a:pt x="0" y="147474"/>
                </a:lnTo>
                <a:lnTo>
                  <a:pt x="0" y="143195"/>
                </a:lnTo>
                <a:lnTo>
                  <a:pt x="131" y="138916"/>
                </a:lnTo>
                <a:lnTo>
                  <a:pt x="251" y="134637"/>
                </a:lnTo>
                <a:lnTo>
                  <a:pt x="372" y="130358"/>
                </a:lnTo>
                <a:lnTo>
                  <a:pt x="494" y="126079"/>
                </a:lnTo>
                <a:lnTo>
                  <a:pt x="756" y="121800"/>
                </a:lnTo>
                <a:lnTo>
                  <a:pt x="1032" y="117521"/>
                </a:lnTo>
                <a:lnTo>
                  <a:pt x="1405" y="113242"/>
                </a:lnTo>
                <a:lnTo>
                  <a:pt x="1934" y="108963"/>
                </a:lnTo>
                <a:lnTo>
                  <a:pt x="2886" y="104958"/>
                </a:lnTo>
                <a:lnTo>
                  <a:pt x="2968" y="104684"/>
                </a:lnTo>
                <a:lnTo>
                  <a:pt x="4100" y="100405"/>
                </a:lnTo>
                <a:lnTo>
                  <a:pt x="4740" y="96126"/>
                </a:lnTo>
                <a:lnTo>
                  <a:pt x="5198" y="91847"/>
                </a:lnTo>
                <a:lnTo>
                  <a:pt x="5934" y="87568"/>
                </a:lnTo>
                <a:lnTo>
                  <a:pt x="7165" y="84070"/>
                </a:lnTo>
                <a:lnTo>
                  <a:pt x="7519" y="83289"/>
                </a:lnTo>
                <a:lnTo>
                  <a:pt x="8756" y="79010"/>
                </a:lnTo>
                <a:lnTo>
                  <a:pt x="9501" y="74731"/>
                </a:lnTo>
                <a:lnTo>
                  <a:pt x="10953" y="70451"/>
                </a:lnTo>
                <a:lnTo>
                  <a:pt x="11443" y="69667"/>
                </a:lnTo>
                <a:lnTo>
                  <a:pt x="13008" y="66172"/>
                </a:lnTo>
                <a:lnTo>
                  <a:pt x="14078" y="61893"/>
                </a:lnTo>
                <a:lnTo>
                  <a:pt x="15721" y="59150"/>
                </a:lnTo>
                <a:lnTo>
                  <a:pt x="16828" y="57614"/>
                </a:lnTo>
                <a:lnTo>
                  <a:pt x="18311" y="53335"/>
                </a:lnTo>
                <a:lnTo>
                  <a:pt x="20000" y="50599"/>
                </a:lnTo>
                <a:lnTo>
                  <a:pt x="21143" y="49056"/>
                </a:lnTo>
                <a:lnTo>
                  <a:pt x="22901" y="44777"/>
                </a:lnTo>
                <a:lnTo>
                  <a:pt x="24278" y="42928"/>
                </a:lnTo>
                <a:lnTo>
                  <a:pt x="25937" y="40498"/>
                </a:lnTo>
                <a:lnTo>
                  <a:pt x="27753" y="36219"/>
                </a:lnTo>
                <a:lnTo>
                  <a:pt x="28557" y="35263"/>
                </a:lnTo>
                <a:lnTo>
                  <a:pt x="30587" y="31940"/>
                </a:lnTo>
                <a:lnTo>
                  <a:pt x="32835" y="28567"/>
                </a:lnTo>
                <a:lnTo>
                  <a:pt x="33661" y="27661"/>
                </a:lnTo>
                <a:lnTo>
                  <a:pt x="36202" y="23382"/>
                </a:lnTo>
                <a:lnTo>
                  <a:pt x="37113" y="22442"/>
                </a:lnTo>
                <a:lnTo>
                  <a:pt x="40074" y="19103"/>
                </a:lnTo>
                <a:lnTo>
                  <a:pt x="41392" y="17739"/>
                </a:lnTo>
                <a:lnTo>
                  <a:pt x="44086" y="14824"/>
                </a:lnTo>
                <a:lnTo>
                  <a:pt x="45670" y="13213"/>
                </a:lnTo>
                <a:lnTo>
                  <a:pt x="48267" y="10545"/>
                </a:lnTo>
                <a:lnTo>
                  <a:pt x="49949" y="8836"/>
                </a:lnTo>
                <a:lnTo>
                  <a:pt x="52532" y="6266"/>
                </a:lnTo>
                <a:lnTo>
                  <a:pt x="54227" y="4650"/>
                </a:lnTo>
                <a:lnTo>
                  <a:pt x="57483" y="1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fog-math-24-glyph-1">
            <a:extLst xmlns:a="http://schemas.openxmlformats.org/drawingml/2006/main">
              <a:ext uri="{FF2B5EF4-FFF2-40B4-BE49-F238E27FC236}">
                <a16:creationId xmlns:a16="http://schemas.microsoft.com/office/drawing/2014/main" id="{8280BC7E-6D48-4D15-AB52-A924B718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6474" y="1357156"/>
            <a:ext cx="68838" cy="290670"/>
          </a:xfrm>
          <a:custGeom xmlns:a="http://schemas.openxmlformats.org/drawingml/2006/main">
            <a:pathLst>
              <a:path w="68838" h="290670">
                <a:moveTo>
                  <a:pt x="0" y="1987"/>
                </a:moveTo>
                <a:lnTo>
                  <a:pt x="146" y="1841"/>
                </a:lnTo>
                <a:lnTo>
                  <a:pt x="4424" y="0"/>
                </a:lnTo>
                <a:lnTo>
                  <a:pt x="8703" y="382"/>
                </a:lnTo>
                <a:lnTo>
                  <a:pt x="10595" y="1987"/>
                </a:lnTo>
                <a:lnTo>
                  <a:pt x="12981" y="4051"/>
                </a:lnTo>
                <a:lnTo>
                  <a:pt x="15441" y="6266"/>
                </a:lnTo>
                <a:lnTo>
                  <a:pt x="17259" y="8007"/>
                </a:lnTo>
                <a:lnTo>
                  <a:pt x="19797" y="10545"/>
                </a:lnTo>
                <a:lnTo>
                  <a:pt x="21538" y="12324"/>
                </a:lnTo>
                <a:lnTo>
                  <a:pt x="23946" y="14824"/>
                </a:lnTo>
                <a:lnTo>
                  <a:pt x="25816" y="16724"/>
                </a:lnTo>
                <a:lnTo>
                  <a:pt x="28121" y="19103"/>
                </a:lnTo>
                <a:lnTo>
                  <a:pt x="30095" y="21304"/>
                </a:lnTo>
                <a:lnTo>
                  <a:pt x="31884" y="23382"/>
                </a:lnTo>
                <a:lnTo>
                  <a:pt x="34373" y="26874"/>
                </a:lnTo>
                <a:lnTo>
                  <a:pt x="35109" y="27661"/>
                </a:lnTo>
                <a:lnTo>
                  <a:pt x="37659" y="31940"/>
                </a:lnTo>
                <a:lnTo>
                  <a:pt x="38651" y="33031"/>
                </a:lnTo>
                <a:lnTo>
                  <a:pt x="40859" y="36219"/>
                </a:lnTo>
                <a:lnTo>
                  <a:pt x="42930" y="39746"/>
                </a:lnTo>
                <a:lnTo>
                  <a:pt x="43572" y="40498"/>
                </a:lnTo>
                <a:lnTo>
                  <a:pt x="45478" y="44777"/>
                </a:lnTo>
                <a:lnTo>
                  <a:pt x="47208" y="47436"/>
                </a:lnTo>
                <a:lnTo>
                  <a:pt x="48439" y="49056"/>
                </a:lnTo>
                <a:lnTo>
                  <a:pt x="49843" y="53335"/>
                </a:lnTo>
                <a:lnTo>
                  <a:pt x="51487" y="56737"/>
                </a:lnTo>
                <a:lnTo>
                  <a:pt x="52079" y="57614"/>
                </a:lnTo>
                <a:lnTo>
                  <a:pt x="53626" y="61893"/>
                </a:lnTo>
                <a:lnTo>
                  <a:pt x="55029" y="66172"/>
                </a:lnTo>
                <a:lnTo>
                  <a:pt x="55765" y="67405"/>
                </a:lnTo>
                <a:lnTo>
                  <a:pt x="57217" y="70451"/>
                </a:lnTo>
                <a:lnTo>
                  <a:pt x="58041" y="74731"/>
                </a:lnTo>
                <a:lnTo>
                  <a:pt x="59012" y="79010"/>
                </a:lnTo>
                <a:lnTo>
                  <a:pt x="60043" y="81320"/>
                </a:lnTo>
                <a:lnTo>
                  <a:pt x="60955" y="83289"/>
                </a:lnTo>
                <a:lnTo>
                  <a:pt x="61981" y="87568"/>
                </a:lnTo>
                <a:lnTo>
                  <a:pt x="62490" y="91847"/>
                </a:lnTo>
                <a:lnTo>
                  <a:pt x="63252" y="96126"/>
                </a:lnTo>
                <a:lnTo>
                  <a:pt x="64322" y="99623"/>
                </a:lnTo>
                <a:lnTo>
                  <a:pt x="64619" y="100405"/>
                </a:lnTo>
                <a:lnTo>
                  <a:pt x="65714" y="104684"/>
                </a:lnTo>
                <a:lnTo>
                  <a:pt x="66208" y="108963"/>
                </a:lnTo>
                <a:lnTo>
                  <a:pt x="66496" y="113242"/>
                </a:lnTo>
                <a:lnTo>
                  <a:pt x="66790" y="117521"/>
                </a:lnTo>
                <a:lnTo>
                  <a:pt x="67193" y="121800"/>
                </a:lnTo>
                <a:lnTo>
                  <a:pt x="67668" y="126079"/>
                </a:lnTo>
                <a:lnTo>
                  <a:pt x="67934" y="130358"/>
                </a:lnTo>
                <a:lnTo>
                  <a:pt x="68191" y="134637"/>
                </a:lnTo>
                <a:lnTo>
                  <a:pt x="68518" y="138916"/>
                </a:lnTo>
                <a:lnTo>
                  <a:pt x="68600" y="139986"/>
                </a:lnTo>
                <a:lnTo>
                  <a:pt x="68838" y="143195"/>
                </a:lnTo>
                <a:lnTo>
                  <a:pt x="68838" y="147474"/>
                </a:lnTo>
                <a:lnTo>
                  <a:pt x="68600" y="151040"/>
                </a:lnTo>
                <a:lnTo>
                  <a:pt x="68550" y="151753"/>
                </a:lnTo>
                <a:lnTo>
                  <a:pt x="68246" y="156032"/>
                </a:lnTo>
                <a:lnTo>
                  <a:pt x="67983" y="160311"/>
                </a:lnTo>
                <a:lnTo>
                  <a:pt x="67731" y="164591"/>
                </a:lnTo>
                <a:lnTo>
                  <a:pt x="67239" y="168870"/>
                </a:lnTo>
                <a:lnTo>
                  <a:pt x="66824" y="173149"/>
                </a:lnTo>
                <a:lnTo>
                  <a:pt x="66531" y="177428"/>
                </a:lnTo>
                <a:lnTo>
                  <a:pt x="66269" y="181707"/>
                </a:lnTo>
                <a:lnTo>
                  <a:pt x="65759" y="185986"/>
                </a:lnTo>
                <a:lnTo>
                  <a:pt x="64838" y="190265"/>
                </a:lnTo>
                <a:lnTo>
                  <a:pt x="64322" y="191858"/>
                </a:lnTo>
                <a:lnTo>
                  <a:pt x="63518" y="194544"/>
                </a:lnTo>
                <a:lnTo>
                  <a:pt x="62717" y="198823"/>
                </a:lnTo>
                <a:lnTo>
                  <a:pt x="62120" y="203102"/>
                </a:lnTo>
                <a:lnTo>
                  <a:pt x="61357" y="207381"/>
                </a:lnTo>
                <a:lnTo>
                  <a:pt x="60043" y="211219"/>
                </a:lnTo>
                <a:lnTo>
                  <a:pt x="59836" y="211660"/>
                </a:lnTo>
                <a:lnTo>
                  <a:pt x="58388" y="215939"/>
                </a:lnTo>
                <a:lnTo>
                  <a:pt x="57482" y="220218"/>
                </a:lnTo>
                <a:lnTo>
                  <a:pt x="55765" y="224152"/>
                </a:lnTo>
                <a:lnTo>
                  <a:pt x="55527" y="224497"/>
                </a:lnTo>
                <a:lnTo>
                  <a:pt x="53790" y="228776"/>
                </a:lnTo>
                <a:lnTo>
                  <a:pt x="52079" y="233055"/>
                </a:lnTo>
                <a:lnTo>
                  <a:pt x="51487" y="233812"/>
                </a:lnTo>
                <a:lnTo>
                  <a:pt x="49612" y="237334"/>
                </a:lnTo>
                <a:lnTo>
                  <a:pt x="47850" y="241613"/>
                </a:lnTo>
                <a:lnTo>
                  <a:pt x="47208" y="242371"/>
                </a:lnTo>
                <a:lnTo>
                  <a:pt x="45157" y="245892"/>
                </a:lnTo>
                <a:lnTo>
                  <a:pt x="42930" y="249747"/>
                </a:lnTo>
                <a:lnTo>
                  <a:pt x="42548" y="250171"/>
                </a:lnTo>
                <a:lnTo>
                  <a:pt x="40521" y="254451"/>
                </a:lnTo>
                <a:lnTo>
                  <a:pt x="38651" y="257288"/>
                </a:lnTo>
                <a:lnTo>
                  <a:pt x="37490" y="258730"/>
                </a:lnTo>
                <a:lnTo>
                  <a:pt x="35263" y="263009"/>
                </a:lnTo>
                <a:lnTo>
                  <a:pt x="34373" y="263984"/>
                </a:lnTo>
                <a:lnTo>
                  <a:pt x="31908" y="267288"/>
                </a:lnTo>
                <a:lnTo>
                  <a:pt x="30095" y="269251"/>
                </a:lnTo>
                <a:lnTo>
                  <a:pt x="27966" y="271567"/>
                </a:lnTo>
                <a:lnTo>
                  <a:pt x="25816" y="273881"/>
                </a:lnTo>
                <a:lnTo>
                  <a:pt x="23923" y="275846"/>
                </a:lnTo>
                <a:lnTo>
                  <a:pt x="21538" y="278336"/>
                </a:lnTo>
                <a:lnTo>
                  <a:pt x="19797" y="280125"/>
                </a:lnTo>
                <a:lnTo>
                  <a:pt x="17259" y="282663"/>
                </a:lnTo>
                <a:lnTo>
                  <a:pt x="15431" y="284404"/>
                </a:lnTo>
                <a:lnTo>
                  <a:pt x="12981" y="286575"/>
                </a:lnTo>
                <a:lnTo>
                  <a:pt x="10506" y="288683"/>
                </a:lnTo>
                <a:lnTo>
                  <a:pt x="8703" y="290234"/>
                </a:lnTo>
                <a:lnTo>
                  <a:pt x="4424" y="290670"/>
                </a:lnTo>
                <a:lnTo>
                  <a:pt x="203" y="288683"/>
                </a:lnTo>
                <a:lnTo>
                  <a:pt x="1890" y="284404"/>
                </a:lnTo>
                <a:lnTo>
                  <a:pt x="4424" y="281497"/>
                </a:lnTo>
                <a:lnTo>
                  <a:pt x="5727" y="280125"/>
                </a:lnTo>
                <a:lnTo>
                  <a:pt x="8703" y="276292"/>
                </a:lnTo>
                <a:lnTo>
                  <a:pt x="9140" y="275846"/>
                </a:lnTo>
                <a:lnTo>
                  <a:pt x="12222" y="271567"/>
                </a:lnTo>
                <a:lnTo>
                  <a:pt x="12981" y="270750"/>
                </a:lnTo>
                <a:lnTo>
                  <a:pt x="15366" y="267288"/>
                </a:lnTo>
                <a:lnTo>
                  <a:pt x="17259" y="264829"/>
                </a:lnTo>
                <a:lnTo>
                  <a:pt x="18770" y="263009"/>
                </a:lnTo>
                <a:lnTo>
                  <a:pt x="20945" y="258730"/>
                </a:lnTo>
                <a:lnTo>
                  <a:pt x="21538" y="258065"/>
                </a:lnTo>
                <a:lnTo>
                  <a:pt x="23677" y="254451"/>
                </a:lnTo>
                <a:lnTo>
                  <a:pt x="25800" y="250171"/>
                </a:lnTo>
                <a:lnTo>
                  <a:pt x="25816" y="250153"/>
                </a:lnTo>
                <a:lnTo>
                  <a:pt x="27984" y="245892"/>
                </a:lnTo>
                <a:lnTo>
                  <a:pt x="30045" y="241613"/>
                </a:lnTo>
                <a:lnTo>
                  <a:pt x="30095" y="241550"/>
                </a:lnTo>
                <a:lnTo>
                  <a:pt x="31995" y="237334"/>
                </a:lnTo>
                <a:lnTo>
                  <a:pt x="33043" y="233055"/>
                </a:lnTo>
                <a:lnTo>
                  <a:pt x="34373" y="230545"/>
                </a:lnTo>
                <a:lnTo>
                  <a:pt x="35404" y="228776"/>
                </a:lnTo>
                <a:lnTo>
                  <a:pt x="36558" y="224497"/>
                </a:lnTo>
                <a:lnTo>
                  <a:pt x="37404" y="220218"/>
                </a:lnTo>
                <a:lnTo>
                  <a:pt x="38651" y="217009"/>
                </a:lnTo>
                <a:lnTo>
                  <a:pt x="39168" y="215939"/>
                </a:lnTo>
                <a:lnTo>
                  <a:pt x="40381" y="211660"/>
                </a:lnTo>
                <a:lnTo>
                  <a:pt x="41034" y="207381"/>
                </a:lnTo>
                <a:lnTo>
                  <a:pt x="41665" y="203102"/>
                </a:lnTo>
                <a:lnTo>
                  <a:pt x="42753" y="198823"/>
                </a:lnTo>
                <a:lnTo>
                  <a:pt x="42930" y="198300"/>
                </a:lnTo>
                <a:lnTo>
                  <a:pt x="43942" y="194544"/>
                </a:lnTo>
                <a:lnTo>
                  <a:pt x="44647" y="190265"/>
                </a:lnTo>
                <a:lnTo>
                  <a:pt x="45026" y="185986"/>
                </a:lnTo>
                <a:lnTo>
                  <a:pt x="45261" y="181707"/>
                </a:lnTo>
                <a:lnTo>
                  <a:pt x="45540" y="177428"/>
                </a:lnTo>
                <a:lnTo>
                  <a:pt x="45911" y="173149"/>
                </a:lnTo>
                <a:lnTo>
                  <a:pt x="46427" y="168870"/>
                </a:lnTo>
                <a:lnTo>
                  <a:pt x="46771" y="164591"/>
                </a:lnTo>
                <a:lnTo>
                  <a:pt x="47001" y="160311"/>
                </a:lnTo>
                <a:lnTo>
                  <a:pt x="47208" y="156835"/>
                </a:lnTo>
                <a:lnTo>
                  <a:pt x="47258" y="156032"/>
                </a:lnTo>
                <a:lnTo>
                  <a:pt x="47534" y="151753"/>
                </a:lnTo>
                <a:lnTo>
                  <a:pt x="47776" y="147474"/>
                </a:lnTo>
                <a:lnTo>
                  <a:pt x="47776" y="143195"/>
                </a:lnTo>
                <a:lnTo>
                  <a:pt x="47534" y="138916"/>
                </a:lnTo>
                <a:lnTo>
                  <a:pt x="47258" y="134637"/>
                </a:lnTo>
                <a:lnTo>
                  <a:pt x="47208" y="133835"/>
                </a:lnTo>
                <a:lnTo>
                  <a:pt x="47001" y="130358"/>
                </a:lnTo>
                <a:lnTo>
                  <a:pt x="46771" y="126079"/>
                </a:lnTo>
                <a:lnTo>
                  <a:pt x="46427" y="121800"/>
                </a:lnTo>
                <a:lnTo>
                  <a:pt x="45927" y="117521"/>
                </a:lnTo>
                <a:lnTo>
                  <a:pt x="45552" y="113242"/>
                </a:lnTo>
                <a:lnTo>
                  <a:pt x="45261" y="108963"/>
                </a:lnTo>
                <a:lnTo>
                  <a:pt x="45026" y="104684"/>
                </a:lnTo>
                <a:lnTo>
                  <a:pt x="44671" y="100405"/>
                </a:lnTo>
                <a:lnTo>
                  <a:pt x="43961" y="96126"/>
                </a:lnTo>
                <a:lnTo>
                  <a:pt x="42930" y="92358"/>
                </a:lnTo>
                <a:lnTo>
                  <a:pt x="42753" y="91847"/>
                </a:lnTo>
                <a:lnTo>
                  <a:pt x="41699" y="87568"/>
                </a:lnTo>
                <a:lnTo>
                  <a:pt x="41044" y="83289"/>
                </a:lnTo>
                <a:lnTo>
                  <a:pt x="40393" y="79010"/>
                </a:lnTo>
                <a:lnTo>
                  <a:pt x="39168" y="74731"/>
                </a:lnTo>
                <a:lnTo>
                  <a:pt x="38651" y="73645"/>
                </a:lnTo>
                <a:lnTo>
                  <a:pt x="37421" y="70451"/>
                </a:lnTo>
                <a:lnTo>
                  <a:pt x="36558" y="66172"/>
                </a:lnTo>
                <a:lnTo>
                  <a:pt x="35404" y="61893"/>
                </a:lnTo>
                <a:lnTo>
                  <a:pt x="34373" y="60107"/>
                </a:lnTo>
                <a:lnTo>
                  <a:pt x="33059" y="57614"/>
                </a:lnTo>
                <a:lnTo>
                  <a:pt x="31995" y="53335"/>
                </a:lnTo>
                <a:lnTo>
                  <a:pt x="30095" y="49078"/>
                </a:lnTo>
                <a:lnTo>
                  <a:pt x="30078" y="49056"/>
                </a:lnTo>
                <a:lnTo>
                  <a:pt x="27984" y="44777"/>
                </a:lnTo>
                <a:lnTo>
                  <a:pt x="25816" y="40517"/>
                </a:lnTo>
                <a:lnTo>
                  <a:pt x="25800" y="40498"/>
                </a:lnTo>
                <a:lnTo>
                  <a:pt x="23658" y="36219"/>
                </a:lnTo>
                <a:lnTo>
                  <a:pt x="21538" y="32554"/>
                </a:lnTo>
                <a:lnTo>
                  <a:pt x="20996" y="31940"/>
                </a:lnTo>
                <a:lnTo>
                  <a:pt x="18784" y="27661"/>
                </a:lnTo>
                <a:lnTo>
                  <a:pt x="17259" y="25802"/>
                </a:lnTo>
                <a:lnTo>
                  <a:pt x="15398" y="23382"/>
                </a:lnTo>
                <a:lnTo>
                  <a:pt x="12981" y="19866"/>
                </a:lnTo>
                <a:lnTo>
                  <a:pt x="12268" y="19103"/>
                </a:lnTo>
                <a:lnTo>
                  <a:pt x="9140" y="14824"/>
                </a:lnTo>
                <a:lnTo>
                  <a:pt x="8703" y="14377"/>
                </a:lnTo>
                <a:lnTo>
                  <a:pt x="5727" y="10545"/>
                </a:lnTo>
                <a:lnTo>
                  <a:pt x="4424" y="9173"/>
                </a:lnTo>
                <a:lnTo>
                  <a:pt x="1890" y="6266"/>
                </a:lnTo>
                <a:lnTo>
                  <a:pt x="146" y="2216"/>
                </a:lnTo>
                <a:lnTo>
                  <a:pt x="0" y="1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fog-math-24-glyph-2">
            <a:extLst xmlns:a="http://schemas.openxmlformats.org/drawingml/2006/main">
              <a:ext uri="{FF2B5EF4-FFF2-40B4-BE49-F238E27FC236}">
                <a16:creationId xmlns:a16="http://schemas.microsoft.com/office/drawing/2014/main" id="{F38016F6-3AA4-46C6-ADD6-347D5C2E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7375" y="1370170"/>
            <a:ext cx="142806" cy="264631"/>
          </a:xfrm>
          <a:custGeom xmlns:a="http://schemas.openxmlformats.org/drawingml/2006/main">
            <a:pathLst>
              <a:path w="142806" h="264631">
                <a:moveTo>
                  <a:pt x="108134" y="1810"/>
                </a:moveTo>
                <a:lnTo>
                  <a:pt x="109757" y="963"/>
                </a:lnTo>
                <a:lnTo>
                  <a:pt x="114036" y="259"/>
                </a:lnTo>
                <a:lnTo>
                  <a:pt x="118314" y="0"/>
                </a:lnTo>
                <a:lnTo>
                  <a:pt x="122593" y="287"/>
                </a:lnTo>
                <a:lnTo>
                  <a:pt x="126871" y="1428"/>
                </a:lnTo>
                <a:lnTo>
                  <a:pt x="127417" y="1810"/>
                </a:lnTo>
                <a:lnTo>
                  <a:pt x="131149" y="3544"/>
                </a:lnTo>
                <a:lnTo>
                  <a:pt x="135428" y="5852"/>
                </a:lnTo>
                <a:lnTo>
                  <a:pt x="135667" y="6089"/>
                </a:lnTo>
                <a:lnTo>
                  <a:pt x="139706" y="10352"/>
                </a:lnTo>
                <a:lnTo>
                  <a:pt x="139723" y="10368"/>
                </a:lnTo>
                <a:lnTo>
                  <a:pt x="141919" y="14648"/>
                </a:lnTo>
                <a:lnTo>
                  <a:pt x="142639" y="18927"/>
                </a:lnTo>
                <a:lnTo>
                  <a:pt x="142806" y="23206"/>
                </a:lnTo>
                <a:lnTo>
                  <a:pt x="142341" y="27485"/>
                </a:lnTo>
                <a:lnTo>
                  <a:pt x="141476" y="31764"/>
                </a:lnTo>
                <a:lnTo>
                  <a:pt x="139706" y="34059"/>
                </a:lnTo>
                <a:lnTo>
                  <a:pt x="137898" y="36043"/>
                </a:lnTo>
                <a:lnTo>
                  <a:pt x="135428" y="38103"/>
                </a:lnTo>
                <a:lnTo>
                  <a:pt x="131278" y="40322"/>
                </a:lnTo>
                <a:lnTo>
                  <a:pt x="131149" y="40436"/>
                </a:lnTo>
                <a:lnTo>
                  <a:pt x="126871" y="41873"/>
                </a:lnTo>
                <a:lnTo>
                  <a:pt x="122593" y="41952"/>
                </a:lnTo>
                <a:lnTo>
                  <a:pt x="118314" y="40704"/>
                </a:lnTo>
                <a:lnTo>
                  <a:pt x="117893" y="40322"/>
                </a:lnTo>
                <a:lnTo>
                  <a:pt x="114036" y="36746"/>
                </a:lnTo>
                <a:lnTo>
                  <a:pt x="113394" y="36043"/>
                </a:lnTo>
                <a:lnTo>
                  <a:pt x="112248" y="31764"/>
                </a:lnTo>
                <a:lnTo>
                  <a:pt x="112295" y="27485"/>
                </a:lnTo>
                <a:lnTo>
                  <a:pt x="113626" y="23206"/>
                </a:lnTo>
                <a:lnTo>
                  <a:pt x="114036" y="22740"/>
                </a:lnTo>
                <a:lnTo>
                  <a:pt x="116460" y="18927"/>
                </a:lnTo>
                <a:lnTo>
                  <a:pt x="118314" y="17053"/>
                </a:lnTo>
                <a:lnTo>
                  <a:pt x="121494" y="14648"/>
                </a:lnTo>
                <a:lnTo>
                  <a:pt x="118314" y="11593"/>
                </a:lnTo>
                <a:lnTo>
                  <a:pt x="114036" y="11776"/>
                </a:lnTo>
                <a:lnTo>
                  <a:pt x="109757" y="13629"/>
                </a:lnTo>
                <a:lnTo>
                  <a:pt x="108739" y="14648"/>
                </a:lnTo>
                <a:lnTo>
                  <a:pt x="106693" y="18927"/>
                </a:lnTo>
                <a:lnTo>
                  <a:pt x="105479" y="21662"/>
                </a:lnTo>
                <a:lnTo>
                  <a:pt x="104697" y="23206"/>
                </a:lnTo>
                <a:lnTo>
                  <a:pt x="103811" y="27485"/>
                </a:lnTo>
                <a:lnTo>
                  <a:pt x="103287" y="31764"/>
                </a:lnTo>
                <a:lnTo>
                  <a:pt x="102696" y="36043"/>
                </a:lnTo>
                <a:lnTo>
                  <a:pt x="101691" y="40322"/>
                </a:lnTo>
                <a:lnTo>
                  <a:pt x="101201" y="41680"/>
                </a:lnTo>
                <a:lnTo>
                  <a:pt x="100269" y="44601"/>
                </a:lnTo>
                <a:lnTo>
                  <a:pt x="99483" y="48880"/>
                </a:lnTo>
                <a:lnTo>
                  <a:pt x="99000" y="53159"/>
                </a:lnTo>
                <a:lnTo>
                  <a:pt x="98446" y="57438"/>
                </a:lnTo>
                <a:lnTo>
                  <a:pt x="97540" y="61717"/>
                </a:lnTo>
                <a:lnTo>
                  <a:pt x="96922" y="63634"/>
                </a:lnTo>
                <a:lnTo>
                  <a:pt x="96186" y="65996"/>
                </a:lnTo>
                <a:lnTo>
                  <a:pt x="95318" y="70275"/>
                </a:lnTo>
                <a:lnTo>
                  <a:pt x="94792" y="74554"/>
                </a:lnTo>
                <a:lnTo>
                  <a:pt x="96083" y="78833"/>
                </a:lnTo>
                <a:lnTo>
                  <a:pt x="96922" y="79546"/>
                </a:lnTo>
                <a:lnTo>
                  <a:pt x="101201" y="79765"/>
                </a:lnTo>
                <a:lnTo>
                  <a:pt x="105479" y="79903"/>
                </a:lnTo>
                <a:lnTo>
                  <a:pt x="109757" y="80131"/>
                </a:lnTo>
                <a:lnTo>
                  <a:pt x="114036" y="80195"/>
                </a:lnTo>
                <a:lnTo>
                  <a:pt x="118314" y="80195"/>
                </a:lnTo>
                <a:lnTo>
                  <a:pt x="122593" y="80357"/>
                </a:lnTo>
                <a:lnTo>
                  <a:pt x="126871" y="81514"/>
                </a:lnTo>
                <a:lnTo>
                  <a:pt x="128293" y="83112"/>
                </a:lnTo>
                <a:lnTo>
                  <a:pt x="127675" y="87391"/>
                </a:lnTo>
                <a:lnTo>
                  <a:pt x="126871" y="88666"/>
                </a:lnTo>
                <a:lnTo>
                  <a:pt x="124747" y="91670"/>
                </a:lnTo>
                <a:lnTo>
                  <a:pt x="122593" y="93194"/>
                </a:lnTo>
                <a:lnTo>
                  <a:pt x="118314" y="93275"/>
                </a:lnTo>
                <a:lnTo>
                  <a:pt x="114036" y="93275"/>
                </a:lnTo>
                <a:lnTo>
                  <a:pt x="109757" y="93314"/>
                </a:lnTo>
                <a:lnTo>
                  <a:pt x="105479" y="93481"/>
                </a:lnTo>
                <a:lnTo>
                  <a:pt x="101201" y="93481"/>
                </a:lnTo>
                <a:lnTo>
                  <a:pt x="96922" y="93481"/>
                </a:lnTo>
                <a:lnTo>
                  <a:pt x="92644" y="93886"/>
                </a:lnTo>
                <a:lnTo>
                  <a:pt x="90823" y="95949"/>
                </a:lnTo>
                <a:lnTo>
                  <a:pt x="90370" y="100228"/>
                </a:lnTo>
                <a:lnTo>
                  <a:pt x="89788" y="104508"/>
                </a:lnTo>
                <a:lnTo>
                  <a:pt x="88829" y="108787"/>
                </a:lnTo>
                <a:lnTo>
                  <a:pt x="88365" y="110168"/>
                </a:lnTo>
                <a:lnTo>
                  <a:pt x="87496" y="113066"/>
                </a:lnTo>
                <a:lnTo>
                  <a:pt x="86710" y="117345"/>
                </a:lnTo>
                <a:lnTo>
                  <a:pt x="86226" y="121624"/>
                </a:lnTo>
                <a:lnTo>
                  <a:pt x="85730" y="125903"/>
                </a:lnTo>
                <a:lnTo>
                  <a:pt x="84913" y="130182"/>
                </a:lnTo>
                <a:lnTo>
                  <a:pt x="84087" y="132644"/>
                </a:lnTo>
                <a:lnTo>
                  <a:pt x="83445" y="134461"/>
                </a:lnTo>
                <a:lnTo>
                  <a:pt x="82509" y="138740"/>
                </a:lnTo>
                <a:lnTo>
                  <a:pt x="81974" y="143019"/>
                </a:lnTo>
                <a:lnTo>
                  <a:pt x="81426" y="147298"/>
                </a:lnTo>
                <a:lnTo>
                  <a:pt x="80522" y="151577"/>
                </a:lnTo>
                <a:lnTo>
                  <a:pt x="79809" y="153717"/>
                </a:lnTo>
                <a:lnTo>
                  <a:pt x="79096" y="155856"/>
                </a:lnTo>
                <a:lnTo>
                  <a:pt x="78191" y="160135"/>
                </a:lnTo>
                <a:lnTo>
                  <a:pt x="77669" y="164414"/>
                </a:lnTo>
                <a:lnTo>
                  <a:pt x="77108" y="168693"/>
                </a:lnTo>
                <a:lnTo>
                  <a:pt x="76172" y="172972"/>
                </a:lnTo>
                <a:lnTo>
                  <a:pt x="75530" y="174860"/>
                </a:lnTo>
                <a:lnTo>
                  <a:pt x="74749" y="177251"/>
                </a:lnTo>
                <a:lnTo>
                  <a:pt x="73874" y="181530"/>
                </a:lnTo>
                <a:lnTo>
                  <a:pt x="73355" y="185809"/>
                </a:lnTo>
                <a:lnTo>
                  <a:pt x="72689" y="190088"/>
                </a:lnTo>
                <a:lnTo>
                  <a:pt x="71334" y="194368"/>
                </a:lnTo>
                <a:lnTo>
                  <a:pt x="71252" y="194543"/>
                </a:lnTo>
                <a:lnTo>
                  <a:pt x="69906" y="198647"/>
                </a:lnTo>
                <a:lnTo>
                  <a:pt x="69193" y="202926"/>
                </a:lnTo>
                <a:lnTo>
                  <a:pt x="68524" y="207205"/>
                </a:lnTo>
                <a:lnTo>
                  <a:pt x="67327" y="211484"/>
                </a:lnTo>
                <a:lnTo>
                  <a:pt x="66973" y="212290"/>
                </a:lnTo>
                <a:lnTo>
                  <a:pt x="65777" y="215763"/>
                </a:lnTo>
                <a:lnTo>
                  <a:pt x="64880" y="220042"/>
                </a:lnTo>
                <a:lnTo>
                  <a:pt x="63707" y="224321"/>
                </a:lnTo>
                <a:lnTo>
                  <a:pt x="62695" y="226119"/>
                </a:lnTo>
                <a:lnTo>
                  <a:pt x="61414" y="228600"/>
                </a:lnTo>
                <a:lnTo>
                  <a:pt x="60162" y="232879"/>
                </a:lnTo>
                <a:lnTo>
                  <a:pt x="58417" y="235938"/>
                </a:lnTo>
                <a:lnTo>
                  <a:pt x="57505" y="237158"/>
                </a:lnTo>
                <a:lnTo>
                  <a:pt x="55826" y="241437"/>
                </a:lnTo>
                <a:lnTo>
                  <a:pt x="54138" y="243645"/>
                </a:lnTo>
                <a:lnTo>
                  <a:pt x="52523" y="245716"/>
                </a:lnTo>
                <a:lnTo>
                  <a:pt x="49860" y="249662"/>
                </a:lnTo>
                <a:lnTo>
                  <a:pt x="49534" y="249995"/>
                </a:lnTo>
                <a:lnTo>
                  <a:pt x="46098" y="254274"/>
                </a:lnTo>
                <a:lnTo>
                  <a:pt x="45581" y="254791"/>
                </a:lnTo>
                <a:lnTo>
                  <a:pt x="41303" y="257771"/>
                </a:lnTo>
                <a:lnTo>
                  <a:pt x="40432" y="258553"/>
                </a:lnTo>
                <a:lnTo>
                  <a:pt x="37025" y="260722"/>
                </a:lnTo>
                <a:lnTo>
                  <a:pt x="32746" y="262595"/>
                </a:lnTo>
                <a:lnTo>
                  <a:pt x="32307" y="262832"/>
                </a:lnTo>
                <a:lnTo>
                  <a:pt x="28468" y="264285"/>
                </a:lnTo>
                <a:lnTo>
                  <a:pt x="24189" y="264631"/>
                </a:lnTo>
                <a:lnTo>
                  <a:pt x="19911" y="264463"/>
                </a:lnTo>
                <a:lnTo>
                  <a:pt x="15633" y="263474"/>
                </a:lnTo>
                <a:lnTo>
                  <a:pt x="14670" y="262832"/>
                </a:lnTo>
                <a:lnTo>
                  <a:pt x="11354" y="261207"/>
                </a:lnTo>
                <a:lnTo>
                  <a:pt x="7076" y="259044"/>
                </a:lnTo>
                <a:lnTo>
                  <a:pt x="6575" y="258553"/>
                </a:lnTo>
                <a:lnTo>
                  <a:pt x="2797" y="254487"/>
                </a:lnTo>
                <a:lnTo>
                  <a:pt x="2590" y="254274"/>
                </a:lnTo>
                <a:lnTo>
                  <a:pt x="640" y="249995"/>
                </a:lnTo>
                <a:lnTo>
                  <a:pt x="84" y="245716"/>
                </a:lnTo>
                <a:lnTo>
                  <a:pt x="0" y="241437"/>
                </a:lnTo>
                <a:lnTo>
                  <a:pt x="405" y="237158"/>
                </a:lnTo>
                <a:lnTo>
                  <a:pt x="1316" y="232879"/>
                </a:lnTo>
                <a:lnTo>
                  <a:pt x="2797" y="231039"/>
                </a:lnTo>
                <a:lnTo>
                  <a:pt x="4834" y="228600"/>
                </a:lnTo>
                <a:lnTo>
                  <a:pt x="7076" y="226630"/>
                </a:lnTo>
                <a:lnTo>
                  <a:pt x="11228" y="224321"/>
                </a:lnTo>
                <a:lnTo>
                  <a:pt x="11354" y="224207"/>
                </a:lnTo>
                <a:lnTo>
                  <a:pt x="15633" y="222770"/>
                </a:lnTo>
                <a:lnTo>
                  <a:pt x="19911" y="222652"/>
                </a:lnTo>
                <a:lnTo>
                  <a:pt x="24189" y="223703"/>
                </a:lnTo>
                <a:lnTo>
                  <a:pt x="24892" y="224321"/>
                </a:lnTo>
                <a:lnTo>
                  <a:pt x="28468" y="227445"/>
                </a:lnTo>
                <a:lnTo>
                  <a:pt x="29499" y="228600"/>
                </a:lnTo>
                <a:lnTo>
                  <a:pt x="30445" y="232879"/>
                </a:lnTo>
                <a:lnTo>
                  <a:pt x="30415" y="237158"/>
                </a:lnTo>
                <a:lnTo>
                  <a:pt x="29337" y="241437"/>
                </a:lnTo>
                <a:lnTo>
                  <a:pt x="28468" y="242467"/>
                </a:lnTo>
                <a:lnTo>
                  <a:pt x="26230" y="245716"/>
                </a:lnTo>
                <a:lnTo>
                  <a:pt x="24189" y="247747"/>
                </a:lnTo>
                <a:lnTo>
                  <a:pt x="21276" y="249995"/>
                </a:lnTo>
                <a:lnTo>
                  <a:pt x="24189" y="253029"/>
                </a:lnTo>
                <a:lnTo>
                  <a:pt x="28468" y="252779"/>
                </a:lnTo>
                <a:lnTo>
                  <a:pt x="32746" y="250321"/>
                </a:lnTo>
                <a:lnTo>
                  <a:pt x="33072" y="249995"/>
                </a:lnTo>
                <a:lnTo>
                  <a:pt x="35602" y="245716"/>
                </a:lnTo>
                <a:lnTo>
                  <a:pt x="37025" y="243246"/>
                </a:lnTo>
                <a:lnTo>
                  <a:pt x="38168" y="241437"/>
                </a:lnTo>
                <a:lnTo>
                  <a:pt x="39074" y="237158"/>
                </a:lnTo>
                <a:lnTo>
                  <a:pt x="39780" y="232879"/>
                </a:lnTo>
                <a:lnTo>
                  <a:pt x="41157" y="228600"/>
                </a:lnTo>
                <a:lnTo>
                  <a:pt x="41303" y="228274"/>
                </a:lnTo>
                <a:lnTo>
                  <a:pt x="42584" y="224321"/>
                </a:lnTo>
                <a:lnTo>
                  <a:pt x="43240" y="220042"/>
                </a:lnTo>
                <a:lnTo>
                  <a:pt x="43717" y="215763"/>
                </a:lnTo>
                <a:lnTo>
                  <a:pt x="44438" y="211484"/>
                </a:lnTo>
                <a:lnTo>
                  <a:pt x="45581" y="207582"/>
                </a:lnTo>
                <a:lnTo>
                  <a:pt x="45727" y="207205"/>
                </a:lnTo>
                <a:lnTo>
                  <a:pt x="46895" y="202926"/>
                </a:lnTo>
                <a:lnTo>
                  <a:pt x="47567" y="198647"/>
                </a:lnTo>
                <a:lnTo>
                  <a:pt x="48017" y="194368"/>
                </a:lnTo>
                <a:lnTo>
                  <a:pt x="48699" y="190088"/>
                </a:lnTo>
                <a:lnTo>
                  <a:pt x="49860" y="186023"/>
                </a:lnTo>
                <a:lnTo>
                  <a:pt x="49942" y="185809"/>
                </a:lnTo>
                <a:lnTo>
                  <a:pt x="51074" y="181530"/>
                </a:lnTo>
                <a:lnTo>
                  <a:pt x="51735" y="177251"/>
                </a:lnTo>
                <a:lnTo>
                  <a:pt x="52191" y="172972"/>
                </a:lnTo>
                <a:lnTo>
                  <a:pt x="52793" y="168693"/>
                </a:lnTo>
                <a:lnTo>
                  <a:pt x="53842" y="164414"/>
                </a:lnTo>
                <a:lnTo>
                  <a:pt x="54138" y="163585"/>
                </a:lnTo>
                <a:lnTo>
                  <a:pt x="55150" y="160135"/>
                </a:lnTo>
                <a:lnTo>
                  <a:pt x="55891" y="155856"/>
                </a:lnTo>
                <a:lnTo>
                  <a:pt x="56366" y="151577"/>
                </a:lnTo>
                <a:lnTo>
                  <a:pt x="56907" y="147298"/>
                </a:lnTo>
                <a:lnTo>
                  <a:pt x="57824" y="143019"/>
                </a:lnTo>
                <a:lnTo>
                  <a:pt x="58417" y="141229"/>
                </a:lnTo>
                <a:lnTo>
                  <a:pt x="59198" y="138740"/>
                </a:lnTo>
                <a:lnTo>
                  <a:pt x="60034" y="134461"/>
                </a:lnTo>
                <a:lnTo>
                  <a:pt x="60556" y="130182"/>
                </a:lnTo>
                <a:lnTo>
                  <a:pt x="61065" y="125903"/>
                </a:lnTo>
                <a:lnTo>
                  <a:pt x="61869" y="121624"/>
                </a:lnTo>
                <a:lnTo>
                  <a:pt x="62695" y="118960"/>
                </a:lnTo>
                <a:lnTo>
                  <a:pt x="63237" y="117345"/>
                </a:lnTo>
                <a:lnTo>
                  <a:pt x="64176" y="113066"/>
                </a:lnTo>
                <a:lnTo>
                  <a:pt x="64745" y="108787"/>
                </a:lnTo>
                <a:lnTo>
                  <a:pt x="65197" y="104508"/>
                </a:lnTo>
                <a:lnTo>
                  <a:pt x="65923" y="100228"/>
                </a:lnTo>
                <a:lnTo>
                  <a:pt x="66973" y="96677"/>
                </a:lnTo>
                <a:lnTo>
                  <a:pt x="67241" y="95949"/>
                </a:lnTo>
                <a:lnTo>
                  <a:pt x="66973" y="95633"/>
                </a:lnTo>
                <a:lnTo>
                  <a:pt x="62695" y="93481"/>
                </a:lnTo>
                <a:lnTo>
                  <a:pt x="58417" y="93481"/>
                </a:lnTo>
                <a:lnTo>
                  <a:pt x="54138" y="93412"/>
                </a:lnTo>
                <a:lnTo>
                  <a:pt x="49860" y="93275"/>
                </a:lnTo>
                <a:lnTo>
                  <a:pt x="45581" y="93108"/>
                </a:lnTo>
                <a:lnTo>
                  <a:pt x="41303" y="93016"/>
                </a:lnTo>
                <a:lnTo>
                  <a:pt x="39729" y="91670"/>
                </a:lnTo>
                <a:lnTo>
                  <a:pt x="38900" y="87391"/>
                </a:lnTo>
                <a:lnTo>
                  <a:pt x="39527" y="83112"/>
                </a:lnTo>
                <a:lnTo>
                  <a:pt x="41303" y="81074"/>
                </a:lnTo>
                <a:lnTo>
                  <a:pt x="45581" y="80314"/>
                </a:lnTo>
                <a:lnTo>
                  <a:pt x="49860" y="80195"/>
                </a:lnTo>
                <a:lnTo>
                  <a:pt x="54138" y="80195"/>
                </a:lnTo>
                <a:lnTo>
                  <a:pt x="58417" y="80064"/>
                </a:lnTo>
                <a:lnTo>
                  <a:pt x="62695" y="79903"/>
                </a:lnTo>
                <a:lnTo>
                  <a:pt x="66973" y="79903"/>
                </a:lnTo>
                <a:lnTo>
                  <a:pt x="68476" y="78833"/>
                </a:lnTo>
                <a:lnTo>
                  <a:pt x="70762" y="74554"/>
                </a:lnTo>
                <a:lnTo>
                  <a:pt x="71252" y="73052"/>
                </a:lnTo>
                <a:lnTo>
                  <a:pt x="72078" y="70275"/>
                </a:lnTo>
                <a:lnTo>
                  <a:pt x="72856" y="65996"/>
                </a:lnTo>
                <a:lnTo>
                  <a:pt x="73391" y="61717"/>
                </a:lnTo>
                <a:lnTo>
                  <a:pt x="73926" y="57438"/>
                </a:lnTo>
                <a:lnTo>
                  <a:pt x="74864" y="53159"/>
                </a:lnTo>
                <a:lnTo>
                  <a:pt x="75530" y="51297"/>
                </a:lnTo>
                <a:lnTo>
                  <a:pt x="76356" y="48880"/>
                </a:lnTo>
                <a:lnTo>
                  <a:pt x="77351" y="44601"/>
                </a:lnTo>
                <a:lnTo>
                  <a:pt x="78010" y="40322"/>
                </a:lnTo>
                <a:lnTo>
                  <a:pt x="79266" y="36043"/>
                </a:lnTo>
                <a:lnTo>
                  <a:pt x="79809" y="35209"/>
                </a:lnTo>
                <a:lnTo>
                  <a:pt x="81413" y="31764"/>
                </a:lnTo>
                <a:lnTo>
                  <a:pt x="82457" y="27485"/>
                </a:lnTo>
                <a:lnTo>
                  <a:pt x="84087" y="24840"/>
                </a:lnTo>
                <a:lnTo>
                  <a:pt x="85266" y="23206"/>
                </a:lnTo>
                <a:lnTo>
                  <a:pt x="86891" y="18927"/>
                </a:lnTo>
                <a:lnTo>
                  <a:pt x="88365" y="17191"/>
                </a:lnTo>
                <a:lnTo>
                  <a:pt x="90381" y="14648"/>
                </a:lnTo>
                <a:lnTo>
                  <a:pt x="92644" y="12015"/>
                </a:lnTo>
                <a:lnTo>
                  <a:pt x="94263" y="10368"/>
                </a:lnTo>
                <a:lnTo>
                  <a:pt x="96922" y="7900"/>
                </a:lnTo>
                <a:lnTo>
                  <a:pt x="99185" y="6089"/>
                </a:lnTo>
                <a:lnTo>
                  <a:pt x="101201" y="4509"/>
                </a:lnTo>
                <a:lnTo>
                  <a:pt x="105479" y="3041"/>
                </a:lnTo>
                <a:lnTo>
                  <a:pt x="108134" y="1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fog-math-24-glyph-3">
            <a:extLst xmlns:a="http://schemas.openxmlformats.org/drawingml/2006/main">
              <a:ext uri="{FF2B5EF4-FFF2-40B4-BE49-F238E27FC236}">
                <a16:creationId xmlns:a16="http://schemas.microsoft.com/office/drawing/2014/main" id="{900F43E8-14C1-4BAA-9733-0D26BE0C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8930" y="1446855"/>
            <a:ext cx="105965" cy="131367"/>
          </a:xfrm>
          <a:custGeom xmlns:a="http://schemas.openxmlformats.org/drawingml/2006/main">
            <a:pathLst>
              <a:path w="105965" h="131367">
                <a:moveTo>
                  <a:pt x="55404" y="2148"/>
                </a:moveTo>
                <a:lnTo>
                  <a:pt x="56401" y="1555"/>
                </a:lnTo>
                <a:lnTo>
                  <a:pt x="60679" y="543"/>
                </a:lnTo>
                <a:lnTo>
                  <a:pt x="64958" y="105"/>
                </a:lnTo>
                <a:lnTo>
                  <a:pt x="69236" y="8"/>
                </a:lnTo>
                <a:lnTo>
                  <a:pt x="73514" y="0"/>
                </a:lnTo>
                <a:lnTo>
                  <a:pt x="77793" y="105"/>
                </a:lnTo>
                <a:lnTo>
                  <a:pt x="82071" y="430"/>
                </a:lnTo>
                <a:lnTo>
                  <a:pt x="86350" y="1300"/>
                </a:lnTo>
                <a:lnTo>
                  <a:pt x="87847" y="2148"/>
                </a:lnTo>
                <a:lnTo>
                  <a:pt x="90628" y="3494"/>
                </a:lnTo>
                <a:lnTo>
                  <a:pt x="94906" y="5074"/>
                </a:lnTo>
                <a:lnTo>
                  <a:pt x="96423" y="6427"/>
                </a:lnTo>
                <a:lnTo>
                  <a:pt x="99185" y="8917"/>
                </a:lnTo>
                <a:lnTo>
                  <a:pt x="100872" y="10706"/>
                </a:lnTo>
                <a:lnTo>
                  <a:pt x="103463" y="14827"/>
                </a:lnTo>
                <a:lnTo>
                  <a:pt x="103609" y="14985"/>
                </a:lnTo>
                <a:lnTo>
                  <a:pt x="105454" y="19264"/>
                </a:lnTo>
                <a:lnTo>
                  <a:pt x="105954" y="23543"/>
                </a:lnTo>
                <a:lnTo>
                  <a:pt x="105965" y="27822"/>
                </a:lnTo>
                <a:lnTo>
                  <a:pt x="105512" y="32101"/>
                </a:lnTo>
                <a:lnTo>
                  <a:pt x="103463" y="36217"/>
                </a:lnTo>
                <a:lnTo>
                  <a:pt x="103317" y="36380"/>
                </a:lnTo>
                <a:lnTo>
                  <a:pt x="99185" y="39993"/>
                </a:lnTo>
                <a:lnTo>
                  <a:pt x="98393" y="40659"/>
                </a:lnTo>
                <a:lnTo>
                  <a:pt x="94906" y="42577"/>
                </a:lnTo>
                <a:lnTo>
                  <a:pt x="90628" y="43031"/>
                </a:lnTo>
                <a:lnTo>
                  <a:pt x="86350" y="42621"/>
                </a:lnTo>
                <a:lnTo>
                  <a:pt x="83672" y="40659"/>
                </a:lnTo>
                <a:lnTo>
                  <a:pt x="82071" y="38840"/>
                </a:lnTo>
                <a:lnTo>
                  <a:pt x="80366" y="36380"/>
                </a:lnTo>
                <a:lnTo>
                  <a:pt x="80104" y="32101"/>
                </a:lnTo>
                <a:lnTo>
                  <a:pt x="81059" y="27822"/>
                </a:lnTo>
                <a:lnTo>
                  <a:pt x="82071" y="26632"/>
                </a:lnTo>
                <a:lnTo>
                  <a:pt x="84332" y="23543"/>
                </a:lnTo>
                <a:lnTo>
                  <a:pt x="86350" y="21493"/>
                </a:lnTo>
                <a:lnTo>
                  <a:pt x="89207" y="19264"/>
                </a:lnTo>
                <a:lnTo>
                  <a:pt x="88280" y="14985"/>
                </a:lnTo>
                <a:lnTo>
                  <a:pt x="86350" y="13475"/>
                </a:lnTo>
                <a:lnTo>
                  <a:pt x="82071" y="12560"/>
                </a:lnTo>
                <a:lnTo>
                  <a:pt x="77793" y="11738"/>
                </a:lnTo>
                <a:lnTo>
                  <a:pt x="73514" y="10973"/>
                </a:lnTo>
                <a:lnTo>
                  <a:pt x="69236" y="10756"/>
                </a:lnTo>
                <a:lnTo>
                  <a:pt x="64958" y="11348"/>
                </a:lnTo>
                <a:lnTo>
                  <a:pt x="60679" y="12349"/>
                </a:lnTo>
                <a:lnTo>
                  <a:pt x="56401" y="13434"/>
                </a:lnTo>
                <a:lnTo>
                  <a:pt x="54486" y="14985"/>
                </a:lnTo>
                <a:lnTo>
                  <a:pt x="52122" y="16949"/>
                </a:lnTo>
                <a:lnTo>
                  <a:pt x="49921" y="19264"/>
                </a:lnTo>
                <a:lnTo>
                  <a:pt x="47844" y="22084"/>
                </a:lnTo>
                <a:lnTo>
                  <a:pt x="46613" y="23543"/>
                </a:lnTo>
                <a:lnTo>
                  <a:pt x="45353" y="27822"/>
                </a:lnTo>
                <a:lnTo>
                  <a:pt x="44518" y="32101"/>
                </a:lnTo>
                <a:lnTo>
                  <a:pt x="44709" y="36380"/>
                </a:lnTo>
                <a:lnTo>
                  <a:pt x="45997" y="40659"/>
                </a:lnTo>
                <a:lnTo>
                  <a:pt x="47844" y="42543"/>
                </a:lnTo>
                <a:lnTo>
                  <a:pt x="52122" y="44584"/>
                </a:lnTo>
                <a:lnTo>
                  <a:pt x="52635" y="44938"/>
                </a:lnTo>
                <a:lnTo>
                  <a:pt x="56401" y="46644"/>
                </a:lnTo>
                <a:lnTo>
                  <a:pt x="60679" y="47300"/>
                </a:lnTo>
                <a:lnTo>
                  <a:pt x="64958" y="48186"/>
                </a:lnTo>
                <a:lnTo>
                  <a:pt x="67894" y="49217"/>
                </a:lnTo>
                <a:lnTo>
                  <a:pt x="69236" y="49760"/>
                </a:lnTo>
                <a:lnTo>
                  <a:pt x="73514" y="50861"/>
                </a:lnTo>
                <a:lnTo>
                  <a:pt x="77793" y="51732"/>
                </a:lnTo>
                <a:lnTo>
                  <a:pt x="81152" y="53497"/>
                </a:lnTo>
                <a:lnTo>
                  <a:pt x="82071" y="54186"/>
                </a:lnTo>
                <a:lnTo>
                  <a:pt x="86350" y="56108"/>
                </a:lnTo>
                <a:lnTo>
                  <a:pt x="88449" y="57776"/>
                </a:lnTo>
                <a:lnTo>
                  <a:pt x="90628" y="59605"/>
                </a:lnTo>
                <a:lnTo>
                  <a:pt x="93016" y="62055"/>
                </a:lnTo>
                <a:lnTo>
                  <a:pt x="94906" y="64380"/>
                </a:lnTo>
                <a:lnTo>
                  <a:pt x="96479" y="66334"/>
                </a:lnTo>
                <a:lnTo>
                  <a:pt x="97718" y="70613"/>
                </a:lnTo>
                <a:lnTo>
                  <a:pt x="98775" y="74892"/>
                </a:lnTo>
                <a:lnTo>
                  <a:pt x="99185" y="76642"/>
                </a:lnTo>
                <a:lnTo>
                  <a:pt x="99752" y="79171"/>
                </a:lnTo>
                <a:lnTo>
                  <a:pt x="99727" y="83450"/>
                </a:lnTo>
                <a:lnTo>
                  <a:pt x="99185" y="86495"/>
                </a:lnTo>
                <a:lnTo>
                  <a:pt x="98947" y="87729"/>
                </a:lnTo>
                <a:lnTo>
                  <a:pt x="97733" y="92008"/>
                </a:lnTo>
                <a:lnTo>
                  <a:pt x="96907" y="96287"/>
                </a:lnTo>
                <a:lnTo>
                  <a:pt x="94906" y="100508"/>
                </a:lnTo>
                <a:lnTo>
                  <a:pt x="94857" y="100566"/>
                </a:lnTo>
                <a:lnTo>
                  <a:pt x="92738" y="104845"/>
                </a:lnTo>
                <a:lnTo>
                  <a:pt x="90628" y="107940"/>
                </a:lnTo>
                <a:lnTo>
                  <a:pt x="89577" y="109124"/>
                </a:lnTo>
                <a:lnTo>
                  <a:pt x="87219" y="113403"/>
                </a:lnTo>
                <a:lnTo>
                  <a:pt x="86350" y="114300"/>
                </a:lnTo>
                <a:lnTo>
                  <a:pt x="83114" y="117682"/>
                </a:lnTo>
                <a:lnTo>
                  <a:pt x="82071" y="118700"/>
                </a:lnTo>
                <a:lnTo>
                  <a:pt x="77793" y="121248"/>
                </a:lnTo>
                <a:lnTo>
                  <a:pt x="76979" y="121961"/>
                </a:lnTo>
                <a:lnTo>
                  <a:pt x="73514" y="124034"/>
                </a:lnTo>
                <a:lnTo>
                  <a:pt x="69236" y="125698"/>
                </a:lnTo>
                <a:lnTo>
                  <a:pt x="68366" y="126240"/>
                </a:lnTo>
                <a:lnTo>
                  <a:pt x="64958" y="127791"/>
                </a:lnTo>
                <a:lnTo>
                  <a:pt x="60679" y="128544"/>
                </a:lnTo>
                <a:lnTo>
                  <a:pt x="56401" y="129238"/>
                </a:lnTo>
                <a:lnTo>
                  <a:pt x="52122" y="129902"/>
                </a:lnTo>
                <a:lnTo>
                  <a:pt x="48123" y="130519"/>
                </a:lnTo>
                <a:lnTo>
                  <a:pt x="47844" y="130569"/>
                </a:lnTo>
                <a:lnTo>
                  <a:pt x="43566" y="131256"/>
                </a:lnTo>
                <a:lnTo>
                  <a:pt x="39287" y="131367"/>
                </a:lnTo>
                <a:lnTo>
                  <a:pt x="35009" y="131087"/>
                </a:lnTo>
                <a:lnTo>
                  <a:pt x="30730" y="130536"/>
                </a:lnTo>
                <a:lnTo>
                  <a:pt x="30681" y="130519"/>
                </a:lnTo>
                <a:lnTo>
                  <a:pt x="26452" y="129450"/>
                </a:lnTo>
                <a:lnTo>
                  <a:pt x="22174" y="128698"/>
                </a:lnTo>
                <a:lnTo>
                  <a:pt x="17895" y="127764"/>
                </a:lnTo>
                <a:lnTo>
                  <a:pt x="15423" y="126240"/>
                </a:lnTo>
                <a:lnTo>
                  <a:pt x="13617" y="125009"/>
                </a:lnTo>
                <a:lnTo>
                  <a:pt x="9338" y="122371"/>
                </a:lnTo>
                <a:lnTo>
                  <a:pt x="8929" y="121961"/>
                </a:lnTo>
                <a:lnTo>
                  <a:pt x="5470" y="117682"/>
                </a:lnTo>
                <a:lnTo>
                  <a:pt x="5060" y="117241"/>
                </a:lnTo>
                <a:lnTo>
                  <a:pt x="2796" y="113403"/>
                </a:lnTo>
                <a:lnTo>
                  <a:pt x="1374" y="109124"/>
                </a:lnTo>
                <a:lnTo>
                  <a:pt x="782" y="107175"/>
                </a:lnTo>
                <a:lnTo>
                  <a:pt x="92" y="104845"/>
                </a:lnTo>
                <a:lnTo>
                  <a:pt x="0" y="100566"/>
                </a:lnTo>
                <a:lnTo>
                  <a:pt x="782" y="96979"/>
                </a:lnTo>
                <a:lnTo>
                  <a:pt x="959" y="96287"/>
                </a:lnTo>
                <a:lnTo>
                  <a:pt x="2559" y="92008"/>
                </a:lnTo>
                <a:lnTo>
                  <a:pt x="5060" y="88230"/>
                </a:lnTo>
                <a:lnTo>
                  <a:pt x="5564" y="87729"/>
                </a:lnTo>
                <a:lnTo>
                  <a:pt x="9338" y="85138"/>
                </a:lnTo>
                <a:lnTo>
                  <a:pt x="12257" y="83450"/>
                </a:lnTo>
                <a:lnTo>
                  <a:pt x="13617" y="82477"/>
                </a:lnTo>
                <a:lnTo>
                  <a:pt x="17895" y="81744"/>
                </a:lnTo>
                <a:lnTo>
                  <a:pt x="22174" y="81969"/>
                </a:lnTo>
                <a:lnTo>
                  <a:pt x="24752" y="83450"/>
                </a:lnTo>
                <a:lnTo>
                  <a:pt x="26452" y="84570"/>
                </a:lnTo>
                <a:lnTo>
                  <a:pt x="29263" y="87729"/>
                </a:lnTo>
                <a:lnTo>
                  <a:pt x="30730" y="91466"/>
                </a:lnTo>
                <a:lnTo>
                  <a:pt x="31027" y="92008"/>
                </a:lnTo>
                <a:lnTo>
                  <a:pt x="31027" y="96287"/>
                </a:lnTo>
                <a:lnTo>
                  <a:pt x="30730" y="96852"/>
                </a:lnTo>
                <a:lnTo>
                  <a:pt x="29323" y="100566"/>
                </a:lnTo>
                <a:lnTo>
                  <a:pt x="27363" y="104845"/>
                </a:lnTo>
                <a:lnTo>
                  <a:pt x="26452" y="105768"/>
                </a:lnTo>
                <a:lnTo>
                  <a:pt x="22257" y="109124"/>
                </a:lnTo>
                <a:lnTo>
                  <a:pt x="22174" y="109206"/>
                </a:lnTo>
                <a:lnTo>
                  <a:pt x="17895" y="112399"/>
                </a:lnTo>
                <a:lnTo>
                  <a:pt x="16984" y="113403"/>
                </a:lnTo>
                <a:lnTo>
                  <a:pt x="17895" y="114314"/>
                </a:lnTo>
                <a:lnTo>
                  <a:pt x="22174" y="116001"/>
                </a:lnTo>
                <a:lnTo>
                  <a:pt x="25568" y="117682"/>
                </a:lnTo>
                <a:lnTo>
                  <a:pt x="26452" y="118300"/>
                </a:lnTo>
                <a:lnTo>
                  <a:pt x="30730" y="119435"/>
                </a:lnTo>
                <a:lnTo>
                  <a:pt x="35009" y="119918"/>
                </a:lnTo>
                <a:lnTo>
                  <a:pt x="39287" y="120065"/>
                </a:lnTo>
                <a:lnTo>
                  <a:pt x="43566" y="120129"/>
                </a:lnTo>
                <a:lnTo>
                  <a:pt x="47844" y="119927"/>
                </a:lnTo>
                <a:lnTo>
                  <a:pt x="52122" y="119725"/>
                </a:lnTo>
                <a:lnTo>
                  <a:pt x="56401" y="118964"/>
                </a:lnTo>
                <a:lnTo>
                  <a:pt x="59352" y="117682"/>
                </a:lnTo>
                <a:lnTo>
                  <a:pt x="60679" y="116993"/>
                </a:lnTo>
                <a:lnTo>
                  <a:pt x="64958" y="115273"/>
                </a:lnTo>
                <a:lnTo>
                  <a:pt x="67397" y="113403"/>
                </a:lnTo>
                <a:lnTo>
                  <a:pt x="69236" y="111764"/>
                </a:lnTo>
                <a:lnTo>
                  <a:pt x="71739" y="109124"/>
                </a:lnTo>
                <a:lnTo>
                  <a:pt x="73514" y="106887"/>
                </a:lnTo>
                <a:lnTo>
                  <a:pt x="75087" y="104845"/>
                </a:lnTo>
                <a:lnTo>
                  <a:pt x="76431" y="100566"/>
                </a:lnTo>
                <a:lnTo>
                  <a:pt x="77793" y="96588"/>
                </a:lnTo>
                <a:lnTo>
                  <a:pt x="77939" y="96287"/>
                </a:lnTo>
                <a:lnTo>
                  <a:pt x="78745" y="92008"/>
                </a:lnTo>
                <a:lnTo>
                  <a:pt x="77793" y="88289"/>
                </a:lnTo>
                <a:lnTo>
                  <a:pt x="77616" y="87729"/>
                </a:lnTo>
                <a:lnTo>
                  <a:pt x="75464" y="83450"/>
                </a:lnTo>
                <a:lnTo>
                  <a:pt x="73514" y="81490"/>
                </a:lnTo>
                <a:lnTo>
                  <a:pt x="69610" y="79171"/>
                </a:lnTo>
                <a:lnTo>
                  <a:pt x="69236" y="78845"/>
                </a:lnTo>
                <a:lnTo>
                  <a:pt x="64958" y="77112"/>
                </a:lnTo>
                <a:lnTo>
                  <a:pt x="60679" y="76483"/>
                </a:lnTo>
                <a:lnTo>
                  <a:pt x="56401" y="75558"/>
                </a:lnTo>
                <a:lnTo>
                  <a:pt x="54306" y="74892"/>
                </a:lnTo>
                <a:lnTo>
                  <a:pt x="52122" y="74202"/>
                </a:lnTo>
                <a:lnTo>
                  <a:pt x="47844" y="73104"/>
                </a:lnTo>
                <a:lnTo>
                  <a:pt x="43566" y="72306"/>
                </a:lnTo>
                <a:lnTo>
                  <a:pt x="39844" y="70613"/>
                </a:lnTo>
                <a:lnTo>
                  <a:pt x="39287" y="70231"/>
                </a:lnTo>
                <a:lnTo>
                  <a:pt x="35009" y="68250"/>
                </a:lnTo>
                <a:lnTo>
                  <a:pt x="32698" y="66334"/>
                </a:lnTo>
                <a:lnTo>
                  <a:pt x="30730" y="64492"/>
                </a:lnTo>
                <a:lnTo>
                  <a:pt x="28519" y="62055"/>
                </a:lnTo>
                <a:lnTo>
                  <a:pt x="26452" y="58901"/>
                </a:lnTo>
                <a:lnTo>
                  <a:pt x="25520" y="57776"/>
                </a:lnTo>
                <a:lnTo>
                  <a:pt x="24231" y="53497"/>
                </a:lnTo>
                <a:lnTo>
                  <a:pt x="23566" y="49217"/>
                </a:lnTo>
                <a:lnTo>
                  <a:pt x="23243" y="44938"/>
                </a:lnTo>
                <a:lnTo>
                  <a:pt x="23596" y="40659"/>
                </a:lnTo>
                <a:lnTo>
                  <a:pt x="24006" y="36380"/>
                </a:lnTo>
                <a:lnTo>
                  <a:pt x="24711" y="32101"/>
                </a:lnTo>
                <a:lnTo>
                  <a:pt x="26452" y="28118"/>
                </a:lnTo>
                <a:lnTo>
                  <a:pt x="26660" y="27822"/>
                </a:lnTo>
                <a:lnTo>
                  <a:pt x="28542" y="23543"/>
                </a:lnTo>
                <a:lnTo>
                  <a:pt x="30730" y="20298"/>
                </a:lnTo>
                <a:lnTo>
                  <a:pt x="31662" y="19264"/>
                </a:lnTo>
                <a:lnTo>
                  <a:pt x="35009" y="15099"/>
                </a:lnTo>
                <a:lnTo>
                  <a:pt x="35123" y="14985"/>
                </a:lnTo>
                <a:lnTo>
                  <a:pt x="39287" y="11372"/>
                </a:lnTo>
                <a:lnTo>
                  <a:pt x="39985" y="10706"/>
                </a:lnTo>
                <a:lnTo>
                  <a:pt x="43566" y="8141"/>
                </a:lnTo>
                <a:lnTo>
                  <a:pt x="45893" y="6427"/>
                </a:lnTo>
                <a:lnTo>
                  <a:pt x="47844" y="4938"/>
                </a:lnTo>
                <a:lnTo>
                  <a:pt x="52122" y="3629"/>
                </a:lnTo>
                <a:lnTo>
                  <a:pt x="55404" y="2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1481DBE-9CA8-4FDA-8AB6-17C222A6E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5c80321e94e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03550" y="866644"/>
            <a:ext cx="1106155" cy="1106155"/>
          </a:xfrm>
          <a:prstGeom xmlns:a="http://schemas.openxmlformats.org/drawingml/2006/main" prst="rect">
            <a:avLst/>
          </a:prstGeom>
        </p:spPr>
      </p:pic>
      <p:sp>
        <p:nvSpPr>
          <p:cNvPr id="177" name="fog-source-component-25">
            <a:extLst xmlns:a="http://schemas.openxmlformats.org/drawingml/2006/main">
              <a:ext uri="{FF2B5EF4-FFF2-40B4-BE49-F238E27FC236}">
                <a16:creationId xmlns:a16="http://schemas.microsoft.com/office/drawing/2014/main" id="{6D8C1A48-FD1D-4294-B5FE-AED9C0D3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3550" y="866644"/>
            <a:ext cx="1106155" cy="1106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00269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2026-10-09T20:47:24.2070000Z</dcterms:created>
  <dcterms:modified xsi:type="dcterms:W3CDTF">2026-10-09T20:47:24.2070000Z</dcterms:modified>
</coreProperties>
</file>