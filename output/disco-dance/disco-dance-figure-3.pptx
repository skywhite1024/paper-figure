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4054c16244c4e6b" /><Relationship Type="http://schemas.openxmlformats.org/officeDocument/2006/relationships/extended-properties" Target="/docProps/app.xml" Id="R36e9ea1378dc428b" /><Relationship Type="http://schemas.openxmlformats.org/officeDocument/2006/relationships/officeDocument" Target="/ppt/presentation.xml" Id="Rc54e1bd722254d1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c39f0019ed5432e"/>
  </p:sldMasterIdLst>
  <p:notesMasterIdLst>
    <p:notesMasterId xmlns:r="http://schemas.openxmlformats.org/officeDocument/2006/relationships" r:id="R8a8cdb2032894f0e"/>
  </p:notesMasterIdLst>
  <p:sldIdLst>
    <p:sldId xmlns:r="http://schemas.openxmlformats.org/officeDocument/2006/relationships" id="256" r:id="R653b5e95be214c02"/>
  </p:sldIdLst>
  <p:sldSz cx="11344275" cy="24574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bbcbaa442514c87" /><Relationship Type="http://schemas.openxmlformats.org/officeDocument/2006/relationships/slideMaster" Target="/ppt/slideMasters/slideMaster1.xml" Id="R1c39f0019ed5432e" /><Relationship Type="http://schemas.openxmlformats.org/officeDocument/2006/relationships/notesMaster" Target="/ppt/notesMasters/notesMaster1.xml" Id="R8a8cdb2032894f0e" /><Relationship Type="http://schemas.openxmlformats.org/officeDocument/2006/relationships/presProps" Target="/ppt/presProps.xml" Id="Re6e9c26f2a01468a" /><Relationship Type="http://schemas.openxmlformats.org/officeDocument/2006/relationships/tableStyles" Target="/ppt/tableStyles.xml" Id="Rdf932e48bb9d49af" /><Relationship Type="http://schemas.openxmlformats.org/officeDocument/2006/relationships/slide" Target="/ppt/slides/slide1.xml" Id="R653b5e95be214c0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de0d964c271465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4877e67d6bd4edd" /><Relationship Type="http://schemas.openxmlformats.org/officeDocument/2006/relationships/notesMaster" Target="/ppt/notesMasters/notesMaster1.xml" Id="R2f7bd4b80e0f4c2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"paper_title": "Learning to Discover Skills through Guidance (DISCO-DANCE)",</a:t>
            </a:r>
          </a:p>
          <a:p xmlns:a="http://schemas.openxmlformats.org/drawingml/2006/main">
            <a:r>
              <a:t>  "paper_url": "https://arxiv.org/abs/2310.20178v2",</a:t>
            </a:r>
          </a:p>
          <a:p xmlns:a="http://schemas.openxmlformats.org/drawingml/2006/main">
            <a:r>
              <a:t>  "figure": "Figure 3",</a:t>
            </a:r>
          </a:p>
          <a:p xmlns:a="http://schemas.openxmlformats.org/drawingml/2006/main">
            <a:r>
              <a:t>  "license": "No reuse license found in inspected source landing page; retain attribution and review reuse terms",</a:t>
            </a:r>
          </a:p>
          <a:p xmlns:a="http://schemas.openxmlformats.org/drawingml/2006/main">
            <a:r>
              <a:t>  "notes": "Original vector geometry and editable text; source photo/plot/formula assets preserved separately with their transparency. Internal pixels of raster subassets are not editable. Freeform arrows lack semantic endpoint attachment. Independent cross-format QA pending.",</a:t>
            </a:r>
          </a:p>
          <a:p xmlns:a="http://schemas.openxmlformats.org/drawingml/2006/main">
            <a:r>
              <a:t>  "page": 5,</a:t>
            </a:r>
          </a:p>
          <a:p xmlns:a="http://schemas.openxmlformats.org/drawingml/2006/main">
            <a:r>
              <a:t>  "status": "figure_recreation",</a:t>
            </a:r>
          </a:p>
          <a:p xmlns:a="http://schemas.openxmlformats.org/drawingml/2006/main">
            <a:r>
              <a:t>  "source_sha256": "5c2d09affab42d3ca4b46642312fd4835bfd5f4fd22a1f4791c4a30eacf5e8c6",</a:t>
            </a:r>
          </a:p>
          <a:p xmlns:a="http://schemas.openxmlformats.org/drawingml/2006/main">
            <a:r>
              <a:t>  "source_crop_pdf_points": [</a:t>
            </a:r>
          </a:p>
          <a:p xmlns:a="http://schemas.openxmlformats.org/drawingml/2006/main">
            <a:r>
              <a:t>    108,</a:t>
            </a:r>
          </a:p>
          <a:p xmlns:a="http://schemas.openxmlformats.org/drawingml/2006/main">
            <a:r>
              <a:t>    209,</a:t>
            </a:r>
          </a:p>
          <a:p xmlns:a="http://schemas.openxmlformats.org/drawingml/2006/main">
            <a:r>
              <a:t>    505,</a:t>
            </a:r>
          </a:p>
          <a:p xmlns:a="http://schemas.openxmlformats.org/drawingml/2006/main">
            <a:r>
              <a:t>    295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"extraction_review": "pending; native geometry extraction is not visual fidelity approval",</a:t>
            </a:r>
          </a:p>
          <a:p xmlns:a="http://schemas.openxmlformats.org/drawingml/2006/main">
            <a:r>
              <a:t>  "font_substitutions": "Arial or Courier New; source fonts recorded per text object",</a:t>
            </a:r>
          </a:p>
          <a:p xmlns:a="http://schemas.openxmlformats.org/drawingml/2006/main">
            <a:r>
              <a:t>  "outlined_font_families": [</a:t>
            </a:r>
          </a:p>
          <a:p xmlns:a="http://schemas.openxmlformats.org/drawingml/2006/main">
            <a:r>
              <a:t>    "CMM",</a:t>
            </a:r>
          </a:p>
          <a:p xmlns:a="http://schemas.openxmlformats.org/drawingml/2006/main">
            <a:r>
              <a:t>    "CMSY",</a:t>
            </a:r>
          </a:p>
          <a:p xmlns:a="http://schemas.openxmlformats.org/drawingml/2006/main">
            <a:r>
              <a:t>    "CMEX",</a:t>
            </a:r>
          </a:p>
          <a:p xmlns:a="http://schemas.openxmlformats.org/drawingml/2006/main">
            <a:r>
              <a:t>    "CMR",</a:t>
            </a:r>
          </a:p>
          <a:p xmlns:a="http://schemas.openxmlformats.org/drawingml/2006/main">
            <a:r>
              <a:t>    "CambriaMath"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"outlined_math_limit": "Selected source mathematical fonts preserved as editable glyph outlines, not live equation/text objects.",</a:t>
            </a:r>
          </a:p>
          <a:p xmlns:a="http://schemas.openxmlformats.org/drawingml/2006/main">
            <a:r>
              <a:t>  "extraction_warnings": [</a:t>
            </a:r>
          </a:p>
          <a:p xmlns:a="http://schemas.openxmlformats.org/drawingml/2006/main">
            <a:r>
              <a:t>    "15 source clipping groups intersect crop; extracted paths require explicit clipping review",</a:t>
            </a:r>
          </a:p>
          <a:p xmlns:a="http://schemas.openxmlformats.org/drawingml/2006/main">
            <a:r>
              <a:t>    "path partially intersects raster inset: 27",</a:t>
            </a:r>
          </a:p>
          <a:p xmlns:a="http://schemas.openxmlformats.org/drawingml/2006/main">
            <a:r>
              <a:t>    "path partially intersects raster inset: 32",</a:t>
            </a:r>
          </a:p>
          <a:p xmlns:a="http://schemas.openxmlformats.org/drawingml/2006/main">
            <a:r>
              <a:t>    "path partially intersects raster inset: 39",</a:t>
            </a:r>
          </a:p>
          <a:p xmlns:a="http://schemas.openxmlformats.org/drawingml/2006/main">
            <a:r>
              <a:t>    "path partially intersects raster inset: 40",</a:t>
            </a:r>
          </a:p>
          <a:p xmlns:a="http://schemas.openxmlformats.org/drawingml/2006/main">
            <a:r>
              <a:t>    "path partially intersects raster inset: 65",</a:t>
            </a:r>
          </a:p>
          <a:p xmlns:a="http://schemas.openxmlformats.org/drawingml/2006/main">
            <a:r>
              <a:t>    "path partially intersects raster inset: 74",</a:t>
            </a:r>
          </a:p>
          <a:p xmlns:a="http://schemas.openxmlformats.org/drawingml/2006/main">
            <a:r>
              <a:t>    "path partially intersects raster inset: 78",</a:t>
            </a:r>
          </a:p>
          <a:p xmlns:a="http://schemas.openxmlformats.org/drawingml/2006/main">
            <a:r>
              <a:t>    "path partially intersects raster inset: 82",</a:t>
            </a:r>
          </a:p>
          <a:p xmlns:a="http://schemas.openxmlformats.org/drawingml/2006/main">
            <a:r>
              <a:t>    "unhandled image/shading at seq 11: [251.5520782470703, 217.9405059814453, 311.9998779296875, 278.7388000488281]; requires reviewed raster region",</a:t>
            </a:r>
          </a:p>
          <a:p xmlns:a="http://schemas.openxmlformats.org/drawingml/2006/main">
            <a:r>
              <a:t>    "unhandled image/shading at seq 12: [201.57586669921875, 217.79322814941406, 261.7919921875, 278.47454833984375]; requires reviewed raster region",</a:t>
            </a:r>
          </a:p>
          <a:p xmlns:a="http://schemas.openxmlformats.org/drawingml/2006/main">
            <a:r>
              <a:t>    "unhandled image/shading at seq 13: [150.31399536132812, 218.2350311279297, 210.5292510986328, 278.7989501953125]; requires reviewed raster region"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c00c2b271344d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260f54f088408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c4543d39a2443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fa87cf5d7544f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a2b2d8b729490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768aaa9d0c43f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C2A2E68-3860-41B4-AC7E-AB9539A5D2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34428" y="928370"/>
            <a:ext cx="9075420" cy="3549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7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3008360-08AD-4FA9-9A1D-33CA29CF924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701641" y="1351598"/>
            <a:ext cx="7940992" cy="27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69CE575-B109-4A37-821A-C55D4DA2AE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34428" y="1023938"/>
            <a:ext cx="907542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50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97FB2CA-B4A9-496A-8231-7EAE7F56F9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8115" y="191135"/>
            <a:ext cx="10068044" cy="300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1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02D131D-AF9B-423D-9B7F-37080D52779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38115" y="682625"/>
            <a:ext cx="10068044" cy="152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80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81915" indent="-81915">
              <a:lnSpc>
                <a:spcPct val="110000"/>
              </a:lnSpc>
              <a:spcBef>
                <a:spcPts val="0"/>
              </a:spcBef>
              <a:spcAft>
                <a:spcPts val="430"/>
              </a:spcAft>
              <a:buChar char="•"/>
            </a:lvl1pPr>
            <a:lvl2pPr marL="191135" indent="-81915">
              <a:lnSpc>
                <a:spcPct val="110000"/>
              </a:lnSpc>
              <a:spcBef>
                <a:spcPts val="0"/>
              </a:spcBef>
              <a:spcAft>
                <a:spcPts val="430"/>
              </a:spcAft>
              <a:buChar char="•"/>
            </a:lvl2pPr>
            <a:lvl3pPr marL="300355" indent="-81915">
              <a:lnSpc>
                <a:spcPct val="110000"/>
              </a:lnSpc>
              <a:spcBef>
                <a:spcPts val="0"/>
              </a:spcBef>
              <a:spcAft>
                <a:spcPts val="430"/>
              </a:spcAft>
              <a:buChar char="•"/>
            </a:lvl3pPr>
            <a:lvl4pPr marL="409575" indent="-81915">
              <a:lnSpc>
                <a:spcPct val="110000"/>
              </a:lnSpc>
              <a:spcBef>
                <a:spcPts val="0"/>
              </a:spcBef>
              <a:spcAft>
                <a:spcPts val="430"/>
              </a:spcAft>
              <a:buChar char="•"/>
            </a:lvl4pPr>
            <a:lvl5pPr marL="518795" indent="-81915">
              <a:lnSpc>
                <a:spcPct val="110000"/>
              </a:lnSpc>
              <a:spcBef>
                <a:spcPts val="0"/>
              </a:spcBef>
              <a:spcAft>
                <a:spcPts val="430"/>
              </a:spcAft>
              <a:buChar char="•"/>
            </a:lvl5pPr>
            <a:lvl6pPr marL="628015" indent="-81915">
              <a:lnSpc>
                <a:spcPct val="110000"/>
              </a:lnSpc>
              <a:spcBef>
                <a:spcPts val="0"/>
              </a:spcBef>
              <a:spcAft>
                <a:spcPts val="430"/>
              </a:spcAft>
              <a:buChar char="•"/>
            </a:lvl6pPr>
            <a:lvl7pPr marL="737235" indent="-81915">
              <a:lnSpc>
                <a:spcPct val="110000"/>
              </a:lnSpc>
              <a:spcBef>
                <a:spcPts val="0"/>
              </a:spcBef>
              <a:spcAft>
                <a:spcPts val="430"/>
              </a:spcAft>
              <a:buChar char="•"/>
            </a:lvl7pPr>
            <a:lvl8pPr marL="846455" indent="-81915">
              <a:lnSpc>
                <a:spcPct val="110000"/>
              </a:lnSpc>
              <a:spcBef>
                <a:spcPts val="0"/>
              </a:spcBef>
              <a:spcAft>
                <a:spcPts val="430"/>
              </a:spcAft>
              <a:buChar char="•"/>
            </a:lvl8pPr>
            <a:lvl9pPr marL="955675" indent="-81915">
              <a:lnSpc>
                <a:spcPct val="110000"/>
              </a:lnSpc>
              <a:spcBef>
                <a:spcPts val="0"/>
              </a:spcBef>
              <a:spcAft>
                <a:spcPts val="43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33C1DCD-935C-4AFC-AF8A-1E3A40F914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8115" y="191135"/>
            <a:ext cx="10068044" cy="300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1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3929B2C-7A85-444D-9E19-786FF62FC88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38115" y="682625"/>
            <a:ext cx="4679513" cy="152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7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81915" indent="-81915">
              <a:lnSpc>
                <a:spcPct val="110000"/>
              </a:lnSpc>
              <a:spcBef>
                <a:spcPts val="0"/>
              </a:spcBef>
              <a:spcAft>
                <a:spcPts val="430"/>
              </a:spcAft>
              <a:buChar char="•"/>
            </a:lvl1pPr>
            <a:lvl2pPr marL="191135" indent="-81915">
              <a:lnSpc>
                <a:spcPct val="110000"/>
              </a:lnSpc>
              <a:spcBef>
                <a:spcPts val="0"/>
              </a:spcBef>
              <a:spcAft>
                <a:spcPts val="430"/>
              </a:spcAft>
              <a:buChar char="•"/>
            </a:lvl2pPr>
            <a:lvl3pPr marL="300355" indent="-81915">
              <a:lnSpc>
                <a:spcPct val="110000"/>
              </a:lnSpc>
              <a:spcBef>
                <a:spcPts val="0"/>
              </a:spcBef>
              <a:spcAft>
                <a:spcPts val="430"/>
              </a:spcAft>
              <a:buChar char="•"/>
            </a:lvl3pPr>
            <a:lvl4pPr marL="409575" indent="-81915">
              <a:lnSpc>
                <a:spcPct val="110000"/>
              </a:lnSpc>
              <a:spcBef>
                <a:spcPts val="0"/>
              </a:spcBef>
              <a:spcAft>
                <a:spcPts val="430"/>
              </a:spcAft>
              <a:buChar char="•"/>
            </a:lvl4pPr>
            <a:lvl5pPr marL="518795" indent="-81915">
              <a:lnSpc>
                <a:spcPct val="110000"/>
              </a:lnSpc>
              <a:spcBef>
                <a:spcPts val="0"/>
              </a:spcBef>
              <a:spcAft>
                <a:spcPts val="430"/>
              </a:spcAft>
              <a:buChar char="•"/>
            </a:lvl5pPr>
            <a:lvl6pPr marL="628015" indent="-81915">
              <a:lnSpc>
                <a:spcPct val="110000"/>
              </a:lnSpc>
              <a:spcBef>
                <a:spcPts val="0"/>
              </a:spcBef>
              <a:spcAft>
                <a:spcPts val="430"/>
              </a:spcAft>
              <a:buChar char="•"/>
            </a:lvl6pPr>
            <a:lvl7pPr marL="737235" indent="-81915">
              <a:lnSpc>
                <a:spcPct val="110000"/>
              </a:lnSpc>
              <a:spcBef>
                <a:spcPts val="0"/>
              </a:spcBef>
              <a:spcAft>
                <a:spcPts val="430"/>
              </a:spcAft>
              <a:buChar char="•"/>
            </a:lvl7pPr>
            <a:lvl8pPr marL="846455" indent="-81915">
              <a:lnSpc>
                <a:spcPct val="110000"/>
              </a:lnSpc>
              <a:spcBef>
                <a:spcPts val="0"/>
              </a:spcBef>
              <a:spcAft>
                <a:spcPts val="430"/>
              </a:spcAft>
              <a:buChar char="•"/>
            </a:lvl8pPr>
            <a:lvl9pPr marL="955675" indent="-81915">
              <a:lnSpc>
                <a:spcPct val="110000"/>
              </a:lnSpc>
              <a:spcBef>
                <a:spcPts val="0"/>
              </a:spcBef>
              <a:spcAft>
                <a:spcPts val="43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8C580EF-94E5-4B4C-82E7-9A37CC478D2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26646" y="682625"/>
            <a:ext cx="4679513" cy="152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7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81915" indent="-81915">
              <a:lnSpc>
                <a:spcPct val="110000"/>
              </a:lnSpc>
              <a:spcBef>
                <a:spcPts val="0"/>
              </a:spcBef>
              <a:spcAft>
                <a:spcPts val="430"/>
              </a:spcAft>
              <a:buChar char="•"/>
            </a:lvl1pPr>
            <a:lvl2pPr marL="191135" indent="-81915">
              <a:lnSpc>
                <a:spcPct val="110000"/>
              </a:lnSpc>
              <a:spcBef>
                <a:spcPts val="0"/>
              </a:spcBef>
              <a:spcAft>
                <a:spcPts val="430"/>
              </a:spcAft>
              <a:buChar char="•"/>
            </a:lvl2pPr>
            <a:lvl3pPr marL="300355" indent="-81915">
              <a:lnSpc>
                <a:spcPct val="110000"/>
              </a:lnSpc>
              <a:spcBef>
                <a:spcPts val="0"/>
              </a:spcBef>
              <a:spcAft>
                <a:spcPts val="430"/>
              </a:spcAft>
              <a:buChar char="•"/>
            </a:lvl3pPr>
            <a:lvl4pPr marL="409575" indent="-81915">
              <a:lnSpc>
                <a:spcPct val="110000"/>
              </a:lnSpc>
              <a:spcBef>
                <a:spcPts val="0"/>
              </a:spcBef>
              <a:spcAft>
                <a:spcPts val="430"/>
              </a:spcAft>
              <a:buChar char="•"/>
            </a:lvl4pPr>
            <a:lvl5pPr marL="518795" indent="-81915">
              <a:lnSpc>
                <a:spcPct val="110000"/>
              </a:lnSpc>
              <a:spcBef>
                <a:spcPts val="0"/>
              </a:spcBef>
              <a:spcAft>
                <a:spcPts val="430"/>
              </a:spcAft>
              <a:buChar char="•"/>
            </a:lvl5pPr>
            <a:lvl6pPr marL="628015" indent="-81915">
              <a:lnSpc>
                <a:spcPct val="110000"/>
              </a:lnSpc>
              <a:spcBef>
                <a:spcPts val="0"/>
              </a:spcBef>
              <a:spcAft>
                <a:spcPts val="430"/>
              </a:spcAft>
              <a:buChar char="•"/>
            </a:lvl6pPr>
            <a:lvl7pPr marL="737235" indent="-81915">
              <a:lnSpc>
                <a:spcPct val="110000"/>
              </a:lnSpc>
              <a:spcBef>
                <a:spcPts val="0"/>
              </a:spcBef>
              <a:spcAft>
                <a:spcPts val="430"/>
              </a:spcAft>
              <a:buChar char="•"/>
            </a:lvl7pPr>
            <a:lvl8pPr marL="846455" indent="-81915">
              <a:lnSpc>
                <a:spcPct val="110000"/>
              </a:lnSpc>
              <a:spcBef>
                <a:spcPts val="0"/>
              </a:spcBef>
              <a:spcAft>
                <a:spcPts val="430"/>
              </a:spcAft>
              <a:buChar char="•"/>
            </a:lvl8pPr>
            <a:lvl9pPr marL="955675" indent="-81915">
              <a:lnSpc>
                <a:spcPct val="110000"/>
              </a:lnSpc>
              <a:spcBef>
                <a:spcPts val="0"/>
              </a:spcBef>
              <a:spcAft>
                <a:spcPts val="43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76178D1-FEB0-4139-B66A-AA013A97B7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8115" y="191135"/>
            <a:ext cx="10068044" cy="300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1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E94370C-5977-4B9B-9887-D5F15175434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38115" y="682625"/>
            <a:ext cx="4679513" cy="152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80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81915" indent="-81915">
              <a:lnSpc>
                <a:spcPct val="110000"/>
              </a:lnSpc>
              <a:spcBef>
                <a:spcPts val="0"/>
              </a:spcBef>
              <a:spcAft>
                <a:spcPts val="430"/>
              </a:spcAft>
              <a:buChar char="•"/>
            </a:lvl1pPr>
            <a:lvl2pPr marL="191135" indent="-81915">
              <a:lnSpc>
                <a:spcPct val="110000"/>
              </a:lnSpc>
              <a:spcBef>
                <a:spcPts val="0"/>
              </a:spcBef>
              <a:spcAft>
                <a:spcPts val="430"/>
              </a:spcAft>
              <a:buChar char="•"/>
            </a:lvl2pPr>
            <a:lvl3pPr marL="300355" indent="-81915">
              <a:lnSpc>
                <a:spcPct val="110000"/>
              </a:lnSpc>
              <a:spcBef>
                <a:spcPts val="0"/>
              </a:spcBef>
              <a:spcAft>
                <a:spcPts val="430"/>
              </a:spcAft>
              <a:buChar char="•"/>
            </a:lvl3pPr>
            <a:lvl4pPr marL="409575" indent="-81915">
              <a:lnSpc>
                <a:spcPct val="110000"/>
              </a:lnSpc>
              <a:spcBef>
                <a:spcPts val="0"/>
              </a:spcBef>
              <a:spcAft>
                <a:spcPts val="430"/>
              </a:spcAft>
              <a:buChar char="•"/>
            </a:lvl4pPr>
            <a:lvl5pPr marL="518795" indent="-81915">
              <a:lnSpc>
                <a:spcPct val="110000"/>
              </a:lnSpc>
              <a:spcBef>
                <a:spcPts val="0"/>
              </a:spcBef>
              <a:spcAft>
                <a:spcPts val="430"/>
              </a:spcAft>
              <a:buChar char="•"/>
            </a:lvl5pPr>
            <a:lvl6pPr marL="628015" indent="-81915">
              <a:lnSpc>
                <a:spcPct val="110000"/>
              </a:lnSpc>
              <a:spcBef>
                <a:spcPts val="0"/>
              </a:spcBef>
              <a:spcAft>
                <a:spcPts val="430"/>
              </a:spcAft>
              <a:buChar char="•"/>
            </a:lvl6pPr>
            <a:lvl7pPr marL="737235" indent="-81915">
              <a:lnSpc>
                <a:spcPct val="110000"/>
              </a:lnSpc>
              <a:spcBef>
                <a:spcPts val="0"/>
              </a:spcBef>
              <a:spcAft>
                <a:spcPts val="430"/>
              </a:spcAft>
              <a:buChar char="•"/>
            </a:lvl7pPr>
            <a:lvl8pPr marL="846455" indent="-81915">
              <a:lnSpc>
                <a:spcPct val="110000"/>
              </a:lnSpc>
              <a:spcBef>
                <a:spcPts val="0"/>
              </a:spcBef>
              <a:spcAft>
                <a:spcPts val="430"/>
              </a:spcAft>
              <a:buChar char="•"/>
            </a:lvl8pPr>
            <a:lvl9pPr marL="955675" indent="-81915">
              <a:lnSpc>
                <a:spcPct val="110000"/>
              </a:lnSpc>
              <a:spcBef>
                <a:spcPts val="0"/>
              </a:spcBef>
              <a:spcAft>
                <a:spcPts val="43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67c5fe19ac74362" /><Relationship Type="http://schemas.openxmlformats.org/officeDocument/2006/relationships/slideLayout" Target="/ppt/slideLayouts/slideLayout1.xml" Id="Re4737f9842ec42fb" /><Relationship Type="http://schemas.openxmlformats.org/officeDocument/2006/relationships/slideLayout" Target="/ppt/slideLayouts/slideLayout2.xml" Id="R440d2c7f96044430" /><Relationship Type="http://schemas.openxmlformats.org/officeDocument/2006/relationships/slideLayout" Target="/ppt/slideLayouts/slideLayout3.xml" Id="Rc69512dfec8d4954" /><Relationship Type="http://schemas.openxmlformats.org/officeDocument/2006/relationships/slideLayout" Target="/ppt/slideLayouts/slideLayout4.xml" Id="R10d77f8e9a3c4e22" /><Relationship Type="http://schemas.openxmlformats.org/officeDocument/2006/relationships/slideLayout" Target="/ppt/slideLayouts/slideLayout5.xml" Id="Rc6d061457c7d4a77" /><Relationship Type="http://schemas.openxmlformats.org/officeDocument/2006/relationships/slideLayout" Target="/ppt/slideLayouts/slideLayout6.xml" Id="R9bbf16fa47be4a3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4737f9842ec42fb"/>
    <p:sldLayoutId xmlns:r="http://schemas.openxmlformats.org/officeDocument/2006/relationships" id="2147483650" r:id="R440d2c7f96044430"/>
    <p:sldLayoutId xmlns:r="http://schemas.openxmlformats.org/officeDocument/2006/relationships" id="2147483651" r:id="Rc69512dfec8d4954"/>
    <p:sldLayoutId xmlns:r="http://schemas.openxmlformats.org/officeDocument/2006/relationships" id="2147483652" r:id="R10d77f8e9a3c4e22"/>
    <p:sldLayoutId xmlns:r="http://schemas.openxmlformats.org/officeDocument/2006/relationships" id="2147483653" r:id="Rc6d061457c7d4a77"/>
    <p:sldLayoutId xmlns:r="http://schemas.openxmlformats.org/officeDocument/2006/relationships" id="2147483654" r:id="R9bbf16fa47be4a3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877983d19b4c9e" /><Relationship Type="http://schemas.openxmlformats.org/officeDocument/2006/relationships/image" Target="/ppt/media/image.png" Id="R5cdaf7fc67854fda" /><Relationship Type="http://schemas.openxmlformats.org/officeDocument/2006/relationships/image" Target="/ppt/media/image2.png" Id="Re38f10e991a4436c" /><Relationship Type="http://schemas.openxmlformats.org/officeDocument/2006/relationships/image" Target="/ppt/media/image3.png" Id="R9586956fe1cc470e" /><Relationship Type="http://schemas.openxmlformats.org/officeDocument/2006/relationships/image" Target="/ppt/media/image4.png" Id="R138cc31d0f374e44" /><Relationship Type="http://schemas.openxmlformats.org/officeDocument/2006/relationships/image" Target="/ppt/media/image5.png" Id="Re009288663a04cc6" /><Relationship Type="http://schemas.openxmlformats.org/officeDocument/2006/relationships/image" Target="/ppt/media/image6.png" Id="Rf5c5e286cbf64dbe" /><Relationship Type="http://schemas.openxmlformats.org/officeDocument/2006/relationships/image" Target="/ppt/media/image7.png" Id="Rab26bdd3f7b44100" /><Relationship Type="http://schemas.openxmlformats.org/officeDocument/2006/relationships/notesSlide" Target="/ppt/notesSlides/notesSlide1.xml" Id="Rb3470713d35d450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pdf-path-1">
            <a:extLst xmlns:a="http://schemas.openxmlformats.org/drawingml/2006/main">
              <a:ext uri="{FF2B5EF4-FFF2-40B4-BE49-F238E27FC236}">
                <a16:creationId xmlns:a16="http://schemas.microsoft.com/office/drawing/2014/main" id="{C6B63B89-B104-40FF-A3C0-6FE67B342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092"/>
            <a:ext cx="11314610" cy="2395212"/>
          </a:xfrm>
          <a:custGeom xmlns:a="http://schemas.openxmlformats.org/drawingml/2006/main">
            <a:pathLst>
              <a:path w="11314610" h="2395212">
                <a:moveTo>
                  <a:pt x="0" y="0"/>
                </a:moveTo>
                <a:lnTo>
                  <a:pt x="11314610" y="0"/>
                </a:lnTo>
                <a:lnTo>
                  <a:pt x="11314610" y="2395212"/>
                </a:lnTo>
                <a:lnTo>
                  <a:pt x="0" y="239521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df-path-2">
            <a:extLst xmlns:a="http://schemas.openxmlformats.org/drawingml/2006/main">
              <a:ext uri="{FF2B5EF4-FFF2-40B4-BE49-F238E27FC236}">
                <a16:creationId xmlns:a16="http://schemas.microsoft.com/office/drawing/2014/main" id="{C2BFDE68-D388-40E6-B6C1-29935585D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092"/>
            <a:ext cx="11315839" cy="2393292"/>
          </a:xfrm>
          <a:custGeom xmlns:a="http://schemas.openxmlformats.org/drawingml/2006/main">
            <a:pathLst>
              <a:path w="11315839" h="2393292">
                <a:moveTo>
                  <a:pt x="0" y="0"/>
                </a:moveTo>
                <a:lnTo>
                  <a:pt x="11315839" y="0"/>
                </a:lnTo>
                <a:lnTo>
                  <a:pt x="11315839" y="2393292"/>
                </a:lnTo>
                <a:lnTo>
                  <a:pt x="0" y="239329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df-path-3">
            <a:extLst xmlns:a="http://schemas.openxmlformats.org/drawingml/2006/main">
              <a:ext uri="{FF2B5EF4-FFF2-40B4-BE49-F238E27FC236}">
                <a16:creationId xmlns:a16="http://schemas.microsoft.com/office/drawing/2014/main" id="{D1E09225-CC45-4C62-A441-BFA82C8B5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177" y="207704"/>
            <a:ext cx="299893" cy="95"/>
          </a:xfrm>
          <a:custGeom xmlns:a="http://schemas.openxmlformats.org/drawingml/2006/main">
            <a:pathLst>
              <a:path w="299893" h="95">
                <a:moveTo>
                  <a:pt x="0" y="0"/>
                </a:moveTo>
                <a:lnTo>
                  <a:pt x="2998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46062">
            <a:solidFill>
              <a:srgbClr val="2D7EBC"/>
            </a:solidFill>
            <a:prstDash val="solid"/>
          </a:ln>
        </p:spPr>
      </p:sp>
      <p:sp>
        <p:nvSpPr>
          <p:cNvPr id="4" name="pdf-text-147-0">
            <a:extLst xmlns:a="http://schemas.openxmlformats.org/drawingml/2006/main">
              <a:ext uri="{FF2B5EF4-FFF2-40B4-BE49-F238E27FC236}">
                <a16:creationId xmlns:a16="http://schemas.microsoft.com/office/drawing/2014/main" id="{45B49D43-9596-4095-A4C3-9CD0A7ED4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5660" y="109596"/>
            <a:ext cx="1076721" cy="1842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5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5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5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existing skills</a:t>
            </a:r>
          </a:p>
        </p:txBody>
      </p:sp>
      <p:sp>
        <p:nvSpPr>
          <p:cNvPr id="5" name="pdf-path-5">
            <a:extLst xmlns:a="http://schemas.openxmlformats.org/drawingml/2006/main">
              <a:ext uri="{FF2B5EF4-FFF2-40B4-BE49-F238E27FC236}">
                <a16:creationId xmlns:a16="http://schemas.microsoft.com/office/drawing/2014/main" id="{B847C71F-FA84-439D-A81A-5EBF630C1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3698" y="47489"/>
            <a:ext cx="6563800" cy="307078"/>
          </a:xfrm>
          <a:custGeom xmlns:a="http://schemas.openxmlformats.org/drawingml/2006/main">
            <a:pathLst>
              <a:path w="6563800" h="307078">
                <a:moveTo>
                  <a:pt x="0" y="0"/>
                </a:moveTo>
                <a:lnTo>
                  <a:pt x="6563800" y="0"/>
                </a:lnTo>
                <a:lnTo>
                  <a:pt x="6563800" y="307078"/>
                </a:lnTo>
                <a:lnTo>
                  <a:pt x="0" y="30707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273">
            <a:solidFill>
              <a:srgbClr val="000000"/>
            </a:solidFill>
            <a:prstDash val="solid"/>
          </a:ln>
        </p:spPr>
      </p:sp>
      <p:sp>
        <p:nvSpPr>
          <p:cNvPr id="6" name="pdf-path-6">
            <a:extLst xmlns:a="http://schemas.openxmlformats.org/drawingml/2006/main">
              <a:ext uri="{FF2B5EF4-FFF2-40B4-BE49-F238E27FC236}">
                <a16:creationId xmlns:a16="http://schemas.microsoft.com/office/drawing/2014/main" id="{19C6AB46-2956-4ECC-A337-44AE97596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6124" y="207704"/>
            <a:ext cx="300308" cy="95"/>
          </a:xfrm>
          <a:custGeom xmlns:a="http://schemas.openxmlformats.org/drawingml/2006/main">
            <a:pathLst>
              <a:path w="300308" h="95">
                <a:moveTo>
                  <a:pt x="0" y="0"/>
                </a:moveTo>
                <a:lnTo>
                  <a:pt x="300308" y="0"/>
                </a:lnTo>
              </a:path>
            </a:pathLst>
          </a:custGeom>
          <a:noFill xmlns:a="http://schemas.openxmlformats.org/drawingml/2006/main"/>
          <a:ln xmlns:a="http://schemas.openxmlformats.org/drawingml/2006/main" w="46062">
            <a:solidFill>
              <a:srgbClr val="CD5C5C"/>
            </a:solidFill>
            <a:prstDash val="solid"/>
          </a:ln>
        </p:spPr>
      </p:sp>
      <p:sp>
        <p:nvSpPr>
          <p:cNvPr id="7" name="pdf-text-148-0">
            <a:extLst xmlns:a="http://schemas.openxmlformats.org/drawingml/2006/main">
              <a:ext uri="{FF2B5EF4-FFF2-40B4-BE49-F238E27FC236}">
                <a16:creationId xmlns:a16="http://schemas.microsoft.com/office/drawing/2014/main" id="{3326DA76-E9F1-4FF5-B612-73FCF90E3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696" y="109596"/>
            <a:ext cx="810571" cy="1842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5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5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5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guide skill</a:t>
            </a:r>
          </a:p>
        </p:txBody>
      </p:sp>
      <p:sp>
        <p:nvSpPr>
          <p:cNvPr id="8" name="pdf-path-8">
            <a:extLst xmlns:a="http://schemas.openxmlformats.org/drawingml/2006/main">
              <a:ext uri="{FF2B5EF4-FFF2-40B4-BE49-F238E27FC236}">
                <a16:creationId xmlns:a16="http://schemas.microsoft.com/office/drawing/2014/main" id="{716272BD-3D20-4DA7-86F6-D14E1AD19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6141" y="207704"/>
            <a:ext cx="300308" cy="95"/>
          </a:xfrm>
          <a:custGeom xmlns:a="http://schemas.openxmlformats.org/drawingml/2006/main">
            <a:pathLst>
              <a:path w="300308" h="95">
                <a:moveTo>
                  <a:pt x="0" y="0"/>
                </a:moveTo>
                <a:lnTo>
                  <a:pt x="300308" y="0"/>
                </a:lnTo>
              </a:path>
            </a:pathLst>
          </a:custGeom>
          <a:noFill xmlns:a="http://schemas.openxmlformats.org/drawingml/2006/main"/>
          <a:ln xmlns:a="http://schemas.openxmlformats.org/drawingml/2006/main" w="46062">
            <a:solidFill>
              <a:srgbClr val="218B21"/>
            </a:solidFill>
            <a:prstDash val="solid"/>
          </a:ln>
        </p:spPr>
      </p:sp>
      <p:sp>
        <p:nvSpPr>
          <p:cNvPr id="9" name="pdf-text-149-0">
            <a:extLst xmlns:a="http://schemas.openxmlformats.org/drawingml/2006/main">
              <a:ext uri="{FF2B5EF4-FFF2-40B4-BE49-F238E27FC236}">
                <a16:creationId xmlns:a16="http://schemas.microsoft.com/office/drawing/2014/main" id="{7CF3B645-D5D0-4435-B98D-EEA3901FB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5635" y="109596"/>
            <a:ext cx="1312778" cy="1842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5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5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5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apprentice skills</a:t>
            </a:r>
          </a:p>
        </p:txBody>
      </p:sp>
      <p:sp>
        <p:nvSpPr>
          <p:cNvPr id="10" name="pdf-text-150-0">
            <a:extLst xmlns:a="http://schemas.openxmlformats.org/drawingml/2006/main">
              <a:ext uri="{FF2B5EF4-FFF2-40B4-BE49-F238E27FC236}">
                <a16:creationId xmlns:a16="http://schemas.microsoft.com/office/drawing/2014/main" id="{AFCAF600-248F-4EA6-BDFD-0E3D02AA9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7075" y="2210927"/>
            <a:ext cx="1890948" cy="2149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9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9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9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(a) bottleneck maze</a:t>
            </a:r>
          </a:p>
        </p:txBody>
      </p:sp>
      <p:sp>
        <p:nvSpPr>
          <p:cNvPr id="11" name="pdf-path-14">
            <a:extLst xmlns:a="http://schemas.openxmlformats.org/drawingml/2006/main">
              <a:ext uri="{FF2B5EF4-FFF2-40B4-BE49-F238E27FC236}">
                <a16:creationId xmlns:a16="http://schemas.microsoft.com/office/drawing/2014/main" id="{316C4754-4D31-4867-9A3D-75270E2F3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794" y="443765"/>
            <a:ext cx="95" cy="1338060"/>
          </a:xfrm>
          <a:custGeom xmlns:a="http://schemas.openxmlformats.org/drawingml/2006/main">
            <a:pathLst>
              <a:path w="95" h="1338060">
                <a:moveTo>
                  <a:pt x="0" y="0"/>
                </a:moveTo>
                <a:lnTo>
                  <a:pt x="0" y="1338060"/>
                </a:lnTo>
              </a:path>
            </a:pathLst>
          </a:custGeom>
          <a:noFill xmlns:a="http://schemas.openxmlformats.org/drawingml/2006/main"/>
          <a:ln xmlns:a="http://schemas.openxmlformats.org/drawingml/2006/main" w="15354">
            <a:solidFill>
              <a:srgbClr val="000000"/>
            </a:solidFill>
            <a:prstDash val="solid"/>
          </a:ln>
        </p:spPr>
      </p:sp>
      <p:sp>
        <p:nvSpPr>
          <p:cNvPr id="12" name="pdf-path-15">
            <a:extLst xmlns:a="http://schemas.openxmlformats.org/drawingml/2006/main">
              <a:ext uri="{FF2B5EF4-FFF2-40B4-BE49-F238E27FC236}">
                <a16:creationId xmlns:a16="http://schemas.microsoft.com/office/drawing/2014/main" id="{318B8899-4844-4C13-AB1E-0D107CCD0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91" y="447871"/>
            <a:ext cx="95" cy="1346920"/>
          </a:xfrm>
          <a:custGeom xmlns:a="http://schemas.openxmlformats.org/drawingml/2006/main">
            <a:pathLst>
              <a:path w="95" h="1346920">
                <a:moveTo>
                  <a:pt x="0" y="0"/>
                </a:moveTo>
                <a:lnTo>
                  <a:pt x="1" y="1346920"/>
                </a:lnTo>
              </a:path>
            </a:pathLst>
          </a:custGeom>
          <a:noFill xmlns:a="http://schemas.openxmlformats.org/drawingml/2006/main"/>
          <a:ln xmlns:a="http://schemas.openxmlformats.org/drawingml/2006/main" w="15354">
            <a:solidFill>
              <a:srgbClr val="000000"/>
            </a:solidFill>
            <a:prstDash val="solid"/>
          </a:ln>
        </p:spPr>
      </p:sp>
      <p:sp>
        <p:nvSpPr>
          <p:cNvPr id="13" name="pdf-path-16">
            <a:extLst xmlns:a="http://schemas.openxmlformats.org/drawingml/2006/main">
              <a:ext uri="{FF2B5EF4-FFF2-40B4-BE49-F238E27FC236}">
                <a16:creationId xmlns:a16="http://schemas.microsoft.com/office/drawing/2014/main" id="{5112E6BA-AA0A-4FFF-99EE-73D6E2606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9" y="451980"/>
            <a:ext cx="1330546" cy="95"/>
          </a:xfrm>
          <a:custGeom xmlns:a="http://schemas.openxmlformats.org/drawingml/2006/main">
            <a:pathLst>
              <a:path w="1330546" h="95">
                <a:moveTo>
                  <a:pt x="1330546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354">
            <a:solidFill>
              <a:srgbClr val="000000"/>
            </a:solidFill>
            <a:prstDash val="solid"/>
          </a:ln>
        </p:spPr>
      </p:sp>
      <p:sp>
        <p:nvSpPr>
          <p:cNvPr id="14" name="pdf-path-17">
            <a:extLst xmlns:a="http://schemas.openxmlformats.org/drawingml/2006/main">
              <a:ext uri="{FF2B5EF4-FFF2-40B4-BE49-F238E27FC236}">
                <a16:creationId xmlns:a16="http://schemas.microsoft.com/office/drawing/2014/main" id="{1FBB9FAE-E801-4FD5-95D2-72243A5E8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67" y="1789835"/>
            <a:ext cx="1344982" cy="95"/>
          </a:xfrm>
          <a:custGeom xmlns:a="http://schemas.openxmlformats.org/drawingml/2006/main">
            <a:pathLst>
              <a:path w="1344982" h="95">
                <a:moveTo>
                  <a:pt x="1344982" y="0"/>
                </a:moveTo>
                <a:lnTo>
                  <a:pt x="0" y="1"/>
                </a:lnTo>
              </a:path>
            </a:pathLst>
          </a:custGeom>
          <a:noFill xmlns:a="http://schemas.openxmlformats.org/drawingml/2006/main"/>
          <a:ln xmlns:a="http://schemas.openxmlformats.org/drawingml/2006/main" w="15354">
            <a:solidFill>
              <a:srgbClr val="000000"/>
            </a:solidFill>
            <a:prstDash val="solid"/>
          </a:ln>
        </p:spPr>
      </p:sp>
      <p:sp>
        <p:nvSpPr>
          <p:cNvPr id="15" name="pdf-path-18">
            <a:extLst xmlns:a="http://schemas.openxmlformats.org/drawingml/2006/main">
              <a:ext uri="{FF2B5EF4-FFF2-40B4-BE49-F238E27FC236}">
                <a16:creationId xmlns:a16="http://schemas.microsoft.com/office/drawing/2014/main" id="{5777D21B-0048-4264-BCC9-2FF69A5A3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147" y="460192"/>
            <a:ext cx="95" cy="817186"/>
          </a:xfrm>
          <a:custGeom xmlns:a="http://schemas.openxmlformats.org/drawingml/2006/main">
            <a:pathLst>
              <a:path w="95" h="817186">
                <a:moveTo>
                  <a:pt x="0" y="0"/>
                </a:moveTo>
                <a:lnTo>
                  <a:pt x="0" y="817186"/>
                </a:lnTo>
              </a:path>
            </a:pathLst>
          </a:custGeom>
          <a:noFill xmlns:a="http://schemas.openxmlformats.org/drawingml/2006/main"/>
          <a:ln xmlns:a="http://schemas.openxmlformats.org/drawingml/2006/main" w="15354">
            <a:solidFill>
              <a:srgbClr val="000000"/>
            </a:solidFill>
            <a:prstDash val="solid"/>
          </a:ln>
        </p:spPr>
      </p:sp>
      <p:sp>
        <p:nvSpPr>
          <p:cNvPr id="16" name="pdf-path-19">
            <a:extLst xmlns:a="http://schemas.openxmlformats.org/drawingml/2006/main">
              <a:ext uri="{FF2B5EF4-FFF2-40B4-BE49-F238E27FC236}">
                <a16:creationId xmlns:a16="http://schemas.microsoft.com/office/drawing/2014/main" id="{575D1A97-1163-47A3-B33C-2402BEB56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63" y="1124384"/>
            <a:ext cx="693215" cy="95"/>
          </a:xfrm>
          <a:custGeom xmlns:a="http://schemas.openxmlformats.org/drawingml/2006/main">
            <a:pathLst>
              <a:path w="693215" h="95">
                <a:moveTo>
                  <a:pt x="0" y="0"/>
                </a:moveTo>
                <a:lnTo>
                  <a:pt x="6932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354">
            <a:solidFill>
              <a:srgbClr val="000000"/>
            </a:solidFill>
            <a:prstDash val="solid"/>
          </a:ln>
        </p:spPr>
      </p:sp>
      <p:sp>
        <p:nvSpPr>
          <p:cNvPr id="17" name="pdf-path-20">
            <a:extLst xmlns:a="http://schemas.openxmlformats.org/drawingml/2006/main">
              <a:ext uri="{FF2B5EF4-FFF2-40B4-BE49-F238E27FC236}">
                <a16:creationId xmlns:a16="http://schemas.microsoft.com/office/drawing/2014/main" id="{C9303972-C973-4339-916F-471DFFA2F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865" y="1129544"/>
            <a:ext cx="95" cy="394221"/>
          </a:xfrm>
          <a:custGeom xmlns:a="http://schemas.openxmlformats.org/drawingml/2006/main">
            <a:pathLst>
              <a:path w="95" h="394221">
                <a:moveTo>
                  <a:pt x="0" y="39422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354">
            <a:solidFill>
              <a:srgbClr val="000000"/>
            </a:solidFill>
            <a:prstDash val="solid"/>
          </a:ln>
        </p:spPr>
      </p:sp>
      <p:sp>
        <p:nvSpPr>
          <p:cNvPr id="18" name="pdf-path-21">
            <a:extLst xmlns:a="http://schemas.openxmlformats.org/drawingml/2006/main">
              <a:ext uri="{FF2B5EF4-FFF2-40B4-BE49-F238E27FC236}">
                <a16:creationId xmlns:a16="http://schemas.microsoft.com/office/drawing/2014/main" id="{45AC1861-A77F-4AF9-8D95-F6E0EA20F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77" y="1515552"/>
            <a:ext cx="254601" cy="95"/>
          </a:xfrm>
          <a:custGeom xmlns:a="http://schemas.openxmlformats.org/drawingml/2006/main">
            <a:pathLst>
              <a:path w="254601" h="95">
                <a:moveTo>
                  <a:pt x="254601" y="0"/>
                </a:moveTo>
                <a:lnTo>
                  <a:pt x="0" y="1"/>
                </a:lnTo>
              </a:path>
            </a:pathLst>
          </a:custGeom>
          <a:noFill xmlns:a="http://schemas.openxmlformats.org/drawingml/2006/main"/>
          <a:ln xmlns:a="http://schemas.openxmlformats.org/drawingml/2006/main" w="15354">
            <a:solidFill>
              <a:srgbClr val="000000"/>
            </a:solidFill>
            <a:prstDash val="solid"/>
          </a:ln>
        </p:spPr>
      </p:sp>
      <p:sp>
        <p:nvSpPr>
          <p:cNvPr id="19" name="pdf-path-22">
            <a:extLst xmlns:a="http://schemas.openxmlformats.org/drawingml/2006/main">
              <a:ext uri="{FF2B5EF4-FFF2-40B4-BE49-F238E27FC236}">
                <a16:creationId xmlns:a16="http://schemas.microsoft.com/office/drawing/2014/main" id="{BCC07647-070E-4B3A-8439-D16033E26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865" y="1630532"/>
            <a:ext cx="95" cy="156046"/>
          </a:xfrm>
          <a:custGeom xmlns:a="http://schemas.openxmlformats.org/drawingml/2006/main">
            <a:pathLst>
              <a:path w="95" h="156046">
                <a:moveTo>
                  <a:pt x="0" y="15604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354">
            <a:solidFill>
              <a:srgbClr val="000000"/>
            </a:solidFill>
            <a:prstDash val="solid"/>
          </a:ln>
        </p:spPr>
      </p:sp>
      <p:sp>
        <p:nvSpPr>
          <p:cNvPr id="20" name="pdf-path-23">
            <a:extLst xmlns:a="http://schemas.openxmlformats.org/drawingml/2006/main">
              <a:ext uri="{FF2B5EF4-FFF2-40B4-BE49-F238E27FC236}">
                <a16:creationId xmlns:a16="http://schemas.microsoft.com/office/drawing/2014/main" id="{46E97734-50D3-46F6-A1BB-3F204420A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60" y="1515552"/>
            <a:ext cx="279239" cy="95"/>
          </a:xfrm>
          <a:custGeom xmlns:a="http://schemas.openxmlformats.org/drawingml/2006/main">
            <a:pathLst>
              <a:path w="279239" h="95">
                <a:moveTo>
                  <a:pt x="279239" y="0"/>
                </a:moveTo>
                <a:lnTo>
                  <a:pt x="0" y="1"/>
                </a:lnTo>
              </a:path>
            </a:pathLst>
          </a:custGeom>
          <a:noFill xmlns:a="http://schemas.openxmlformats.org/drawingml/2006/main"/>
          <a:ln xmlns:a="http://schemas.openxmlformats.org/drawingml/2006/main" w="15354">
            <a:solidFill>
              <a:srgbClr val="000000"/>
            </a:solidFill>
            <a:prstDash val="solid"/>
          </a:ln>
        </p:spPr>
      </p:sp>
      <p:sp>
        <p:nvSpPr>
          <p:cNvPr id="21" name="pdf-path-24">
            <a:extLst xmlns:a="http://schemas.openxmlformats.org/drawingml/2006/main">
              <a:ext uri="{FF2B5EF4-FFF2-40B4-BE49-F238E27FC236}">
                <a16:creationId xmlns:a16="http://schemas.microsoft.com/office/drawing/2014/main" id="{655E6D51-0070-4FDA-BEEC-41DC87AB9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38" y="1648586"/>
            <a:ext cx="135514" cy="95"/>
          </a:xfrm>
          <a:custGeom xmlns:a="http://schemas.openxmlformats.org/drawingml/2006/main">
            <a:pathLst>
              <a:path w="135514" h="95">
                <a:moveTo>
                  <a:pt x="135514" y="0"/>
                </a:moveTo>
                <a:lnTo>
                  <a:pt x="0" y="1"/>
                </a:lnTo>
              </a:path>
            </a:pathLst>
          </a:custGeom>
          <a:noFill xmlns:a="http://schemas.openxmlformats.org/drawingml/2006/main"/>
          <a:ln xmlns:a="http://schemas.openxmlformats.org/drawingml/2006/main" w="15354">
            <a:solidFill>
              <a:srgbClr val="000000"/>
            </a:solidFill>
            <a:prstDash val="solid"/>
          </a:ln>
        </p:spPr>
      </p:sp>
      <p:sp>
        <p:nvSpPr>
          <p:cNvPr id="22" name="pdf-path-25">
            <a:extLst xmlns:a="http://schemas.openxmlformats.org/drawingml/2006/main">
              <a:ext uri="{FF2B5EF4-FFF2-40B4-BE49-F238E27FC236}">
                <a16:creationId xmlns:a16="http://schemas.microsoft.com/office/drawing/2014/main" id="{092E5D2D-00EB-4BC8-BE95-87889F849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767" y="1519658"/>
            <a:ext cx="95" cy="134101"/>
          </a:xfrm>
          <a:custGeom xmlns:a="http://schemas.openxmlformats.org/drawingml/2006/main">
            <a:pathLst>
              <a:path w="95" h="134101">
                <a:moveTo>
                  <a:pt x="0" y="13410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354">
            <a:solidFill>
              <a:srgbClr val="000000"/>
            </a:solidFill>
            <a:prstDash val="solid"/>
          </a:ln>
        </p:spPr>
      </p:sp>
      <p:sp>
        <p:nvSpPr>
          <p:cNvPr id="23" name="pdf-path-26">
            <a:extLst xmlns:a="http://schemas.openxmlformats.org/drawingml/2006/main">
              <a:ext uri="{FF2B5EF4-FFF2-40B4-BE49-F238E27FC236}">
                <a16:creationId xmlns:a16="http://schemas.microsoft.com/office/drawing/2014/main" id="{F5436273-C386-40D4-A5A2-8A7ABC5CA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1118" y="1088099"/>
            <a:ext cx="130948" cy="30708"/>
          </a:xfrm>
          <a:custGeom xmlns:a="http://schemas.openxmlformats.org/drawingml/2006/main">
            <a:pathLst>
              <a:path w="130948" h="30708">
                <a:moveTo>
                  <a:pt x="0" y="0"/>
                </a:moveTo>
                <a:lnTo>
                  <a:pt x="92564" y="1"/>
                </a:lnTo>
                <a:lnTo>
                  <a:pt x="92564" y="15355"/>
                </a:lnTo>
                <a:lnTo>
                  <a:pt x="0" y="15354"/>
                </a:lnTo>
                <a:lnTo>
                  <a:pt x="0" y="0"/>
                </a:lnTo>
                <a:moveTo>
                  <a:pt x="84886" y="-15354"/>
                </a:moveTo>
                <a:lnTo>
                  <a:pt x="130948" y="7678"/>
                </a:lnTo>
                <a:lnTo>
                  <a:pt x="84886" y="30708"/>
                </a:lnTo>
                <a:lnTo>
                  <a:pt x="84886" y="-1535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df-path-27">
            <a:extLst xmlns:a="http://schemas.openxmlformats.org/drawingml/2006/main">
              <a:ext uri="{FF2B5EF4-FFF2-40B4-BE49-F238E27FC236}">
                <a16:creationId xmlns:a16="http://schemas.microsoft.com/office/drawing/2014/main" id="{6198C8A6-9BFC-49EE-B081-E712BACB3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7274" y="516917"/>
            <a:ext cx="95" cy="1205046"/>
          </a:xfrm>
          <a:custGeom xmlns:a="http://schemas.openxmlformats.org/drawingml/2006/main">
            <a:pathLst>
              <a:path w="95" h="1205046">
                <a:moveTo>
                  <a:pt x="0" y="0"/>
                </a:moveTo>
                <a:lnTo>
                  <a:pt x="0" y="1205046"/>
                </a:lnTo>
              </a:path>
            </a:pathLst>
          </a:custGeom>
          <a:noFill xmlns:a="http://schemas.openxmlformats.org/drawingml/2006/main"/>
          <a:ln xmlns:a="http://schemas.openxmlformats.org/drawingml/2006/main" w="15354">
            <a:solidFill>
              <a:srgbClr val="000000"/>
            </a:solidFill>
            <a:prstDash val="solid"/>
          </a:ln>
        </p:spPr>
      </p:sp>
      <p:sp>
        <p:nvSpPr>
          <p:cNvPr id="25" name="pdf-path-32">
            <a:extLst xmlns:a="http://schemas.openxmlformats.org/drawingml/2006/main">
              <a:ext uri="{FF2B5EF4-FFF2-40B4-BE49-F238E27FC236}">
                <a16:creationId xmlns:a16="http://schemas.microsoft.com/office/drawing/2014/main" id="{A66D7613-882E-4B46-B4F6-4D373F2F3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958" y="1129876"/>
            <a:ext cx="609697" cy="95"/>
          </a:xfrm>
          <a:custGeom xmlns:a="http://schemas.openxmlformats.org/drawingml/2006/main">
            <a:pathLst>
              <a:path w="609697" h="95">
                <a:moveTo>
                  <a:pt x="0" y="0"/>
                </a:moveTo>
                <a:lnTo>
                  <a:pt x="60969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354">
            <a:solidFill>
              <a:srgbClr val="000000"/>
            </a:solidFill>
            <a:prstDash val="solid"/>
          </a:ln>
        </p:spPr>
      </p:sp>
      <p:sp>
        <p:nvSpPr>
          <p:cNvPr id="26" name="pdf-path-39">
            <a:extLst xmlns:a="http://schemas.openxmlformats.org/drawingml/2006/main">
              <a:ext uri="{FF2B5EF4-FFF2-40B4-BE49-F238E27FC236}">
                <a16:creationId xmlns:a16="http://schemas.microsoft.com/office/drawing/2014/main" id="{2738061A-7C57-4327-A9EB-8B564E492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9070" y="516915"/>
            <a:ext cx="95" cy="1205045"/>
          </a:xfrm>
          <a:custGeom xmlns:a="http://schemas.openxmlformats.org/drawingml/2006/main">
            <a:pathLst>
              <a:path w="95" h="1205045">
                <a:moveTo>
                  <a:pt x="0" y="0"/>
                </a:moveTo>
                <a:lnTo>
                  <a:pt x="1" y="1205045"/>
                </a:lnTo>
              </a:path>
            </a:pathLst>
          </a:custGeom>
          <a:noFill xmlns:a="http://schemas.openxmlformats.org/drawingml/2006/main"/>
          <a:ln xmlns:a="http://schemas.openxmlformats.org/drawingml/2006/main" w="15354">
            <a:solidFill>
              <a:srgbClr val="000000"/>
            </a:solidFill>
            <a:prstDash val="solid"/>
          </a:ln>
        </p:spPr>
      </p:sp>
      <p:sp>
        <p:nvSpPr>
          <p:cNvPr id="27" name="pdf-path-40">
            <a:extLst xmlns:a="http://schemas.openxmlformats.org/drawingml/2006/main">
              <a:ext uri="{FF2B5EF4-FFF2-40B4-BE49-F238E27FC236}">
                <a16:creationId xmlns:a16="http://schemas.microsoft.com/office/drawing/2014/main" id="{CC077DB3-9BF8-4AF6-93F0-95C92A9B4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140" y="520611"/>
            <a:ext cx="95" cy="1213024"/>
          </a:xfrm>
          <a:custGeom xmlns:a="http://schemas.openxmlformats.org/drawingml/2006/main">
            <a:pathLst>
              <a:path w="95" h="1213024">
                <a:moveTo>
                  <a:pt x="0" y="0"/>
                </a:moveTo>
                <a:lnTo>
                  <a:pt x="1" y="1213024"/>
                </a:lnTo>
              </a:path>
            </a:pathLst>
          </a:custGeom>
          <a:noFill xmlns:a="http://schemas.openxmlformats.org/drawingml/2006/main"/>
          <a:ln xmlns:a="http://schemas.openxmlformats.org/drawingml/2006/main" w="15354">
            <a:solidFill>
              <a:srgbClr val="000000"/>
            </a:solidFill>
            <a:prstDash val="solid"/>
          </a:ln>
        </p:spPr>
      </p:sp>
      <p:sp>
        <p:nvSpPr>
          <p:cNvPr id="28" name="pdf-path-51">
            <a:extLst xmlns:a="http://schemas.openxmlformats.org/drawingml/2006/main">
              <a:ext uri="{FF2B5EF4-FFF2-40B4-BE49-F238E27FC236}">
                <a16:creationId xmlns:a16="http://schemas.microsoft.com/office/drawing/2014/main" id="{0A938957-CEF3-4828-8FF4-396FAF92F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748" y="1088099"/>
            <a:ext cx="130949" cy="30708"/>
          </a:xfrm>
          <a:custGeom xmlns:a="http://schemas.openxmlformats.org/drawingml/2006/main">
            <a:pathLst>
              <a:path w="130949" h="30708">
                <a:moveTo>
                  <a:pt x="0" y="0"/>
                </a:moveTo>
                <a:lnTo>
                  <a:pt x="92563" y="1"/>
                </a:lnTo>
                <a:lnTo>
                  <a:pt x="92563" y="15355"/>
                </a:lnTo>
                <a:lnTo>
                  <a:pt x="0" y="15354"/>
                </a:lnTo>
                <a:lnTo>
                  <a:pt x="0" y="0"/>
                </a:lnTo>
                <a:moveTo>
                  <a:pt x="84887" y="-15354"/>
                </a:moveTo>
                <a:lnTo>
                  <a:pt x="130949" y="7678"/>
                </a:lnTo>
                <a:lnTo>
                  <a:pt x="84887" y="30708"/>
                </a:lnTo>
                <a:lnTo>
                  <a:pt x="84887" y="-1535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df-text-151-0">
            <a:extLst xmlns:a="http://schemas.openxmlformats.org/drawingml/2006/main">
              <a:ext uri="{FF2B5EF4-FFF2-40B4-BE49-F238E27FC236}">
                <a16:creationId xmlns:a16="http://schemas.microsoft.com/office/drawing/2014/main" id="{DC3D81DA-CE4F-48AF-BF99-0803E5AA9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11" y="1672048"/>
            <a:ext cx="217172" cy="690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54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54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4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&lt;start&gt;</a:t>
            </a:r>
          </a:p>
        </p:txBody>
      </p:sp>
      <p:sp>
        <p:nvSpPr>
          <p:cNvPr id="30" name="pdf-path-53">
            <a:extLst xmlns:a="http://schemas.openxmlformats.org/drawingml/2006/main">
              <a:ext uri="{FF2B5EF4-FFF2-40B4-BE49-F238E27FC236}">
                <a16:creationId xmlns:a16="http://schemas.microsoft.com/office/drawing/2014/main" id="{1821BECE-3CE7-4CB0-A53C-810FF065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12" y="1676948"/>
            <a:ext cx="61069" cy="61069"/>
          </a:xfrm>
          <a:custGeom xmlns:a="http://schemas.openxmlformats.org/drawingml/2006/main">
            <a:pathLst>
              <a:path w="61069" h="61069">
                <a:moveTo>
                  <a:pt x="0" y="30534"/>
                </a:moveTo>
                <a:cubicBezTo>
                  <a:pt x="0" y="13671"/>
                  <a:pt x="13671" y="0"/>
                  <a:pt x="30534" y="0"/>
                </a:cubicBezTo>
                <a:cubicBezTo>
                  <a:pt x="47398" y="0"/>
                  <a:pt x="61069" y="13671"/>
                  <a:pt x="61069" y="30534"/>
                </a:cubicBezTo>
                <a:cubicBezTo>
                  <a:pt x="61069" y="47398"/>
                  <a:pt x="47398" y="61069"/>
                  <a:pt x="30534" y="61069"/>
                </a:cubicBezTo>
                <a:cubicBezTo>
                  <a:pt x="13671" y="61069"/>
                  <a:pt x="0" y="47398"/>
                  <a:pt x="0" y="3053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df-text-152-0">
            <a:extLst xmlns:a="http://schemas.openxmlformats.org/drawingml/2006/main">
              <a:ext uri="{FF2B5EF4-FFF2-40B4-BE49-F238E27FC236}">
                <a16:creationId xmlns:a16="http://schemas.microsoft.com/office/drawing/2014/main" id="{CBA1214A-24CC-498C-87EA-9578A366C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3311" y="1857187"/>
            <a:ext cx="1075711" cy="153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0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Skill trajectories</a:t>
            </a:r>
          </a:p>
        </p:txBody>
      </p:sp>
      <p:sp>
        <p:nvSpPr>
          <p:cNvPr id="32" name="pdf-text-153-0">
            <a:extLst xmlns:a="http://schemas.openxmlformats.org/drawingml/2006/main">
              <a:ext uri="{FF2B5EF4-FFF2-40B4-BE49-F238E27FC236}">
                <a16:creationId xmlns:a16="http://schemas.microsoft.com/office/drawing/2014/main" id="{590E4439-4143-4E77-9D3E-597138C86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1860" y="1787172"/>
            <a:ext cx="469712" cy="153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0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Select </a:t>
            </a:r>
          </a:p>
        </p:txBody>
      </p:sp>
      <p:sp>
        <p:nvSpPr>
          <p:cNvPr id="33" name="pdf-text-154-0">
            <a:extLst xmlns:a="http://schemas.openxmlformats.org/drawingml/2006/main">
              <a:ext uri="{FF2B5EF4-FFF2-40B4-BE49-F238E27FC236}">
                <a16:creationId xmlns:a16="http://schemas.microsoft.com/office/drawing/2014/main" id="{2A7D7AFA-14F5-433C-9381-31BF81E15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114" y="1787172"/>
            <a:ext cx="718246" cy="153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09" b="0" i="0">
                <a:solidFill>
                  <a:srgbClr val="CD5C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9" b="0" i="0">
                <a:solidFill>
                  <a:srgbClr val="CD5C5C"/>
                </a:solidFill>
                <a:latin typeface="Arial"/>
                <a:ea typeface="Arial"/>
                <a:cs typeface="Arial"/>
              </a:defRPr>
            </a:pPr>
            <a:r>
              <a:rPr sz="1209" b="0" i="0">
                <a:solidFill>
                  <a:srgbClr val="CD5C5C"/>
                </a:solidFill>
                <a:latin typeface="Arial"/>
                <a:ea typeface="Arial"/>
                <a:cs typeface="Arial"/>
              </a:rPr>
              <a:t>guide skill </a:t>
            </a:r>
          </a:p>
        </p:txBody>
      </p:sp>
      <p:sp>
        <p:nvSpPr>
          <p:cNvPr id="34" name="pdf-text-155-0">
            <a:extLst xmlns:a="http://schemas.openxmlformats.org/drawingml/2006/main">
              <a:ext uri="{FF2B5EF4-FFF2-40B4-BE49-F238E27FC236}">
                <a16:creationId xmlns:a16="http://schemas.microsoft.com/office/drawing/2014/main" id="{9B00EBA9-EA1A-49A5-87DD-E204A8726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8910" y="1787172"/>
            <a:ext cx="316112" cy="153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0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with </a:t>
            </a:r>
          </a:p>
        </p:txBody>
      </p:sp>
      <p:sp>
        <p:nvSpPr>
          <p:cNvPr id="35" name="pdf-text-156-0">
            <a:extLst xmlns:a="http://schemas.openxmlformats.org/drawingml/2006/main">
              <a:ext uri="{FF2B5EF4-FFF2-40B4-BE49-F238E27FC236}">
                <a16:creationId xmlns:a16="http://schemas.microsoft.com/office/drawing/2014/main" id="{6FC3BA30-5D5D-477B-9ACF-CA1376AA2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7119" y="1971419"/>
            <a:ext cx="1449994" cy="153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0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random walk process</a:t>
            </a:r>
          </a:p>
        </p:txBody>
      </p:sp>
      <p:sp>
        <p:nvSpPr>
          <p:cNvPr id="36" name="pdf-text-157-0">
            <a:extLst xmlns:a="http://schemas.openxmlformats.org/drawingml/2006/main">
              <a:ext uri="{FF2B5EF4-FFF2-40B4-BE49-F238E27FC236}">
                <a16:creationId xmlns:a16="http://schemas.microsoft.com/office/drawing/2014/main" id="{02347850-C1AD-4DB4-996D-540A220E4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4941" y="1857187"/>
            <a:ext cx="1075712" cy="153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0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Skill trajectories</a:t>
            </a:r>
          </a:p>
        </p:txBody>
      </p:sp>
      <p:sp>
        <p:nvSpPr>
          <p:cNvPr id="37" name="pdf-path-63">
            <a:extLst xmlns:a="http://schemas.openxmlformats.org/drawingml/2006/main">
              <a:ext uri="{FF2B5EF4-FFF2-40B4-BE49-F238E27FC236}">
                <a16:creationId xmlns:a16="http://schemas.microsoft.com/office/drawing/2014/main" id="{ECFC9243-5CBA-474A-A5AE-604CF0FD7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1857" y="516915"/>
            <a:ext cx="95" cy="1205045"/>
          </a:xfrm>
          <a:custGeom xmlns:a="http://schemas.openxmlformats.org/drawingml/2006/main">
            <a:pathLst>
              <a:path w="95" h="1205045">
                <a:moveTo>
                  <a:pt x="0" y="0"/>
                </a:moveTo>
                <a:lnTo>
                  <a:pt x="0" y="1205045"/>
                </a:lnTo>
              </a:path>
            </a:pathLst>
          </a:custGeom>
          <a:noFill xmlns:a="http://schemas.openxmlformats.org/drawingml/2006/main"/>
          <a:ln xmlns:a="http://schemas.openxmlformats.org/drawingml/2006/main" w="15354">
            <a:solidFill>
              <a:srgbClr val="000000"/>
            </a:solidFill>
            <a:prstDash val="solid"/>
          </a:ln>
        </p:spPr>
      </p:sp>
      <p:sp>
        <p:nvSpPr>
          <p:cNvPr id="38" name="pdf-path-64">
            <a:extLst xmlns:a="http://schemas.openxmlformats.org/drawingml/2006/main">
              <a:ext uri="{FF2B5EF4-FFF2-40B4-BE49-F238E27FC236}">
                <a16:creationId xmlns:a16="http://schemas.microsoft.com/office/drawing/2014/main" id="{5FFE2E5F-493E-476F-AC2E-811316152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806" y="524312"/>
            <a:ext cx="1198278" cy="95"/>
          </a:xfrm>
          <a:custGeom xmlns:a="http://schemas.openxmlformats.org/drawingml/2006/main">
            <a:pathLst>
              <a:path w="1198278" h="95">
                <a:moveTo>
                  <a:pt x="1198278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354">
            <a:solidFill>
              <a:srgbClr val="000000"/>
            </a:solidFill>
            <a:prstDash val="solid"/>
          </a:ln>
        </p:spPr>
      </p:sp>
      <p:sp>
        <p:nvSpPr>
          <p:cNvPr id="39" name="pdf-path-65">
            <a:extLst xmlns:a="http://schemas.openxmlformats.org/drawingml/2006/main">
              <a:ext uri="{FF2B5EF4-FFF2-40B4-BE49-F238E27FC236}">
                <a16:creationId xmlns:a16="http://schemas.microsoft.com/office/drawing/2014/main" id="{BF590164-80C8-476C-A125-985AE2570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1153" y="1737947"/>
            <a:ext cx="1212443" cy="95"/>
          </a:xfrm>
          <a:custGeom xmlns:a="http://schemas.openxmlformats.org/drawingml/2006/main">
            <a:pathLst>
              <a:path w="1212443" h="95">
                <a:moveTo>
                  <a:pt x="1212443" y="0"/>
                </a:moveTo>
                <a:lnTo>
                  <a:pt x="0" y="1"/>
                </a:lnTo>
              </a:path>
            </a:pathLst>
          </a:custGeom>
          <a:noFill xmlns:a="http://schemas.openxmlformats.org/drawingml/2006/main"/>
          <a:ln xmlns:a="http://schemas.openxmlformats.org/drawingml/2006/main" w="15354">
            <a:solidFill>
              <a:srgbClr val="000000"/>
            </a:solidFill>
            <a:prstDash val="solid"/>
          </a:ln>
        </p:spPr>
      </p:sp>
      <p:sp>
        <p:nvSpPr>
          <p:cNvPr id="40" name="pdf-path-74">
            <a:extLst xmlns:a="http://schemas.openxmlformats.org/drawingml/2006/main">
              <a:ext uri="{FF2B5EF4-FFF2-40B4-BE49-F238E27FC236}">
                <a16:creationId xmlns:a16="http://schemas.microsoft.com/office/drawing/2014/main" id="{84618101-F95C-40BC-812C-796F5FDBC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1153" y="520611"/>
            <a:ext cx="95" cy="1213024"/>
          </a:xfrm>
          <a:custGeom xmlns:a="http://schemas.openxmlformats.org/drawingml/2006/main">
            <a:pathLst>
              <a:path w="95" h="1213024">
                <a:moveTo>
                  <a:pt x="0" y="0"/>
                </a:moveTo>
                <a:lnTo>
                  <a:pt x="0" y="1213024"/>
                </a:lnTo>
              </a:path>
            </a:pathLst>
          </a:custGeom>
          <a:noFill xmlns:a="http://schemas.openxmlformats.org/drawingml/2006/main"/>
          <a:ln xmlns:a="http://schemas.openxmlformats.org/drawingml/2006/main" w="15354">
            <a:solidFill>
              <a:srgbClr val="000000"/>
            </a:solidFill>
            <a:prstDash val="solid"/>
          </a:ln>
        </p:spPr>
      </p:sp>
      <p:sp>
        <p:nvSpPr>
          <p:cNvPr id="41" name="pdf-text-158-0">
            <a:extLst xmlns:a="http://schemas.openxmlformats.org/drawingml/2006/main">
              <a:ext uri="{FF2B5EF4-FFF2-40B4-BE49-F238E27FC236}">
                <a16:creationId xmlns:a16="http://schemas.microsoft.com/office/drawing/2014/main" id="{6A8B975B-48D0-43D6-8A4C-6FC0D9098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8703" y="2210927"/>
            <a:ext cx="1089683" cy="2149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9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9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9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(b) cheetah</a:t>
            </a:r>
          </a:p>
        </p:txBody>
      </p:sp>
      <p:pic>
        <p:nvPic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82516A8-81DB-4E8C-A337-B190C2F94C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daf7fc67854fd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30709" y="443765"/>
            <a:ext cx="1326148" cy="1326147"/>
          </a:xfrm>
          <a:prstGeom xmlns:a="http://schemas.openxmlformats.org/drawingml/2006/main" prst="rect">
            <a:avLst/>
          </a:prstGeom>
        </p:spPr>
      </p:pic>
      <p:sp>
        <p:nvSpPr>
          <p:cNvPr id="43" name="pdf-source-image-4">
            <a:extLst xmlns:a="http://schemas.openxmlformats.org/drawingml/2006/main">
              <a:ext uri="{FF2B5EF4-FFF2-40B4-BE49-F238E27FC236}">
                <a16:creationId xmlns:a16="http://schemas.microsoft.com/office/drawing/2014/main" id="{F35191EB-40FE-4B94-8498-324DB5FE1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0709" y="443765"/>
            <a:ext cx="1326148" cy="13261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" name="pdf-path-78">
            <a:extLst xmlns:a="http://schemas.openxmlformats.org/drawingml/2006/main">
              <a:ext uri="{FF2B5EF4-FFF2-40B4-BE49-F238E27FC236}">
                <a16:creationId xmlns:a16="http://schemas.microsoft.com/office/drawing/2014/main" id="{B9512C62-EA57-4ED1-9DC1-143205934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4992" y="1075150"/>
            <a:ext cx="132473" cy="30708"/>
          </a:xfrm>
          <a:custGeom xmlns:a="http://schemas.openxmlformats.org/drawingml/2006/main">
            <a:pathLst>
              <a:path w="132473" h="30708">
                <a:moveTo>
                  <a:pt x="0" y="0"/>
                </a:moveTo>
                <a:lnTo>
                  <a:pt x="94089" y="0"/>
                </a:lnTo>
                <a:lnTo>
                  <a:pt x="94089" y="15354"/>
                </a:lnTo>
                <a:lnTo>
                  <a:pt x="0" y="15354"/>
                </a:lnTo>
                <a:close/>
                <a:moveTo>
                  <a:pt x="86411" y="-15354"/>
                </a:moveTo>
                <a:lnTo>
                  <a:pt x="132473" y="7677"/>
                </a:lnTo>
                <a:lnTo>
                  <a:pt x="86411" y="30708"/>
                </a:lnTo>
                <a:lnTo>
                  <a:pt x="86411" y="-1535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pdf-path-82">
            <a:extLst xmlns:a="http://schemas.openxmlformats.org/drawingml/2006/main">
              <a:ext uri="{FF2B5EF4-FFF2-40B4-BE49-F238E27FC236}">
                <a16:creationId xmlns:a16="http://schemas.microsoft.com/office/drawing/2014/main" id="{92586FC5-FBB3-4736-9765-B55422DF9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0625" y="1075150"/>
            <a:ext cx="132473" cy="30708"/>
          </a:xfrm>
          <a:custGeom xmlns:a="http://schemas.openxmlformats.org/drawingml/2006/main">
            <a:pathLst>
              <a:path w="132473" h="30708">
                <a:moveTo>
                  <a:pt x="0" y="0"/>
                </a:moveTo>
                <a:lnTo>
                  <a:pt x="94089" y="0"/>
                </a:lnTo>
                <a:lnTo>
                  <a:pt x="94089" y="15354"/>
                </a:lnTo>
                <a:lnTo>
                  <a:pt x="0" y="15354"/>
                </a:lnTo>
                <a:close/>
                <a:moveTo>
                  <a:pt x="86411" y="-15354"/>
                </a:moveTo>
                <a:lnTo>
                  <a:pt x="132473" y="7677"/>
                </a:lnTo>
                <a:lnTo>
                  <a:pt x="86411" y="30708"/>
                </a:lnTo>
                <a:lnTo>
                  <a:pt x="86411" y="-1535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pdf-text-159-0">
            <a:extLst xmlns:a="http://schemas.openxmlformats.org/drawingml/2006/main">
              <a:ext uri="{FF2B5EF4-FFF2-40B4-BE49-F238E27FC236}">
                <a16:creationId xmlns:a16="http://schemas.microsoft.com/office/drawing/2014/main" id="{8FF780A0-858C-4176-9F5E-68F24508D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1271" y="1857187"/>
            <a:ext cx="1075711" cy="153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0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Skill trajectories</a:t>
            </a:r>
          </a:p>
        </p:txBody>
      </p:sp>
      <p:sp>
        <p:nvSpPr>
          <p:cNvPr id="47" name="pdf-text-160-0">
            <a:extLst xmlns:a="http://schemas.openxmlformats.org/drawingml/2006/main">
              <a:ext uri="{FF2B5EF4-FFF2-40B4-BE49-F238E27FC236}">
                <a16:creationId xmlns:a16="http://schemas.microsoft.com/office/drawing/2014/main" id="{305831A7-5403-4DBA-A6D1-0606F607E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9818" y="1787172"/>
            <a:ext cx="469712" cy="153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0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Select </a:t>
            </a:r>
          </a:p>
        </p:txBody>
      </p:sp>
      <p:sp>
        <p:nvSpPr>
          <p:cNvPr id="48" name="pdf-text-161-0">
            <a:extLst xmlns:a="http://schemas.openxmlformats.org/drawingml/2006/main">
              <a:ext uri="{FF2B5EF4-FFF2-40B4-BE49-F238E27FC236}">
                <a16:creationId xmlns:a16="http://schemas.microsoft.com/office/drawing/2014/main" id="{ED5D0F80-61A1-4ECA-B8C3-CAFB17952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9072" y="1787172"/>
            <a:ext cx="718246" cy="153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09" b="0" i="0">
                <a:solidFill>
                  <a:srgbClr val="CD5C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9" b="0" i="0">
                <a:solidFill>
                  <a:srgbClr val="CD5C5C"/>
                </a:solidFill>
                <a:latin typeface="Arial"/>
                <a:ea typeface="Arial"/>
                <a:cs typeface="Arial"/>
              </a:defRPr>
            </a:pPr>
            <a:r>
              <a:rPr sz="1209" b="0" i="0">
                <a:solidFill>
                  <a:srgbClr val="CD5C5C"/>
                </a:solidFill>
                <a:latin typeface="Arial"/>
                <a:ea typeface="Arial"/>
                <a:cs typeface="Arial"/>
              </a:rPr>
              <a:t>guide skill </a:t>
            </a:r>
          </a:p>
        </p:txBody>
      </p:sp>
      <p:sp>
        <p:nvSpPr>
          <p:cNvPr id="49" name="pdf-text-162-0">
            <a:extLst xmlns:a="http://schemas.openxmlformats.org/drawingml/2006/main">
              <a:ext uri="{FF2B5EF4-FFF2-40B4-BE49-F238E27FC236}">
                <a16:creationId xmlns:a16="http://schemas.microsoft.com/office/drawing/2014/main" id="{D146FA77-15D8-4D4D-99DC-731443154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868" y="1787172"/>
            <a:ext cx="316112" cy="153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0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with </a:t>
            </a:r>
          </a:p>
        </p:txBody>
      </p:sp>
      <p:sp>
        <p:nvSpPr>
          <p:cNvPr id="50" name="pdf-text-163-0">
            <a:extLst xmlns:a="http://schemas.openxmlformats.org/drawingml/2006/main">
              <a:ext uri="{FF2B5EF4-FFF2-40B4-BE49-F238E27FC236}">
                <a16:creationId xmlns:a16="http://schemas.microsoft.com/office/drawing/2014/main" id="{A48D6C3F-00CC-4A68-A76D-120DD3F0B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5077" y="1971419"/>
            <a:ext cx="1449993" cy="153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0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random walk process</a:t>
            </a:r>
          </a:p>
        </p:txBody>
      </p:sp>
      <p:sp>
        <p:nvSpPr>
          <p:cNvPr id="51" name="pdf-text-164-0">
            <a:extLst xmlns:a="http://schemas.openxmlformats.org/drawingml/2006/main">
              <a:ext uri="{FF2B5EF4-FFF2-40B4-BE49-F238E27FC236}">
                <a16:creationId xmlns:a16="http://schemas.microsoft.com/office/drawing/2014/main" id="{8AEEE3F6-7ED1-4E03-8452-2B62761D7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2900" y="1857187"/>
            <a:ext cx="1075711" cy="153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0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Skill trajectories</a:t>
            </a:r>
          </a:p>
        </p:txBody>
      </p:sp>
      <p:pic>
        <p:nvPic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1C082D0-89CB-4D1C-B09C-F8D49A2614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8f10e991a4436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83328" y="529209"/>
            <a:ext cx="1216724" cy="1216724"/>
          </a:xfrm>
          <a:prstGeom xmlns:a="http://schemas.openxmlformats.org/drawingml/2006/main" prst="rect">
            <a:avLst/>
          </a:prstGeom>
        </p:spPr>
      </p:pic>
      <p:sp>
        <p:nvSpPr>
          <p:cNvPr id="53" name="pdf-raster-0">
            <a:extLst xmlns:a="http://schemas.openxmlformats.org/drawingml/2006/main">
              <a:ext uri="{FF2B5EF4-FFF2-40B4-BE49-F238E27FC236}">
                <a16:creationId xmlns:a16="http://schemas.microsoft.com/office/drawing/2014/main" id="{9905F8B1-43E9-4929-8048-45C07C12A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328" y="529209"/>
            <a:ext cx="1216724" cy="12167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E65DC65-DA0B-40C8-B615-A10DEB0D12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86956fe1cc470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48083" y="519494"/>
            <a:ext cx="1216724" cy="1216723"/>
          </a:xfrm>
          <a:prstGeom xmlns:a="http://schemas.openxmlformats.org/drawingml/2006/main" prst="rect">
            <a:avLst/>
          </a:prstGeom>
        </p:spPr>
      </p:pic>
      <p:sp>
        <p:nvSpPr>
          <p:cNvPr id="55" name="pdf-raster-1">
            <a:extLst xmlns:a="http://schemas.openxmlformats.org/drawingml/2006/main">
              <a:ext uri="{FF2B5EF4-FFF2-40B4-BE49-F238E27FC236}">
                <a16:creationId xmlns:a16="http://schemas.microsoft.com/office/drawing/2014/main" id="{DB746D32-E4B6-43B6-8A8B-000D407C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8083" y="519494"/>
            <a:ext cx="1216724" cy="12167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7E747CF-CCFC-4C93-8CA9-8C15D908F6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8cc31d0f374e44"/>
          <a:srcRect xmlns:a="http://schemas.openxmlformats.org/drawingml/2006/main" l="388" t="0" r="3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79405" y="524066"/>
            <a:ext cx="1217009" cy="1217009"/>
          </a:xfrm>
          <a:prstGeom xmlns:a="http://schemas.openxmlformats.org/drawingml/2006/main" prst="rect">
            <a:avLst/>
          </a:prstGeom>
        </p:spPr>
      </p:pic>
      <p:sp>
        <p:nvSpPr>
          <p:cNvPr id="57" name="pdf-raster-2">
            <a:extLst xmlns:a="http://schemas.openxmlformats.org/drawingml/2006/main">
              <a:ext uri="{FF2B5EF4-FFF2-40B4-BE49-F238E27FC236}">
                <a16:creationId xmlns:a16="http://schemas.microsoft.com/office/drawing/2014/main" id="{5A36516B-D358-4CA8-8E73-7A3FD7608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9405" y="524066"/>
            <a:ext cx="1217009" cy="12170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8A83695-88CF-4087-93E6-9B263F9FB6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09288663a04cc6"/>
          <a:srcRect xmlns:a="http://schemas.openxmlformats.org/drawingml/2006/main" l="175" t="0" r="17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57168" y="472059"/>
            <a:ext cx="1365313" cy="1256728"/>
          </a:xfrm>
          <a:prstGeom xmlns:a="http://schemas.openxmlformats.org/drawingml/2006/main" prst="rect">
            <a:avLst/>
          </a:prstGeom>
        </p:spPr>
      </p:pic>
      <p:sp>
        <p:nvSpPr>
          <p:cNvPr id="59" name="pdf-raster-3">
            <a:extLst xmlns:a="http://schemas.openxmlformats.org/drawingml/2006/main">
              <a:ext uri="{FF2B5EF4-FFF2-40B4-BE49-F238E27FC236}">
                <a16:creationId xmlns:a16="http://schemas.microsoft.com/office/drawing/2014/main" id="{8819B9F0-4C55-4F28-8C79-3A0EBE278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7168" y="472059"/>
            <a:ext cx="1365313" cy="12567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08884E7-BE5B-4A3C-984F-C27354BE195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c5e286cbf64dbe"/>
          <a:srcRect xmlns:a="http://schemas.openxmlformats.org/drawingml/2006/main" l="223" t="0" r="22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19636" y="477202"/>
            <a:ext cx="1354455" cy="1255871"/>
          </a:xfrm>
          <a:prstGeom xmlns:a="http://schemas.openxmlformats.org/drawingml/2006/main" prst="rect">
            <a:avLst/>
          </a:prstGeom>
        </p:spPr>
      </p:pic>
      <p:sp>
        <p:nvSpPr>
          <p:cNvPr id="61" name="pdf-raster-4">
            <a:extLst xmlns:a="http://schemas.openxmlformats.org/drawingml/2006/main">
              <a:ext uri="{FF2B5EF4-FFF2-40B4-BE49-F238E27FC236}">
                <a16:creationId xmlns:a16="http://schemas.microsoft.com/office/drawing/2014/main" id="{26DDB48C-B2F8-487A-A042-5143EA3F1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9636" y="477202"/>
            <a:ext cx="1354455" cy="1255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8F24E0F-7266-4345-B687-C69A3CCA72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26bdd3f7b44100"/>
          <a:srcRect xmlns:a="http://schemas.openxmlformats.org/drawingml/2006/main" l="0" t="201" r="0" b="2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55244" y="462058"/>
            <a:ext cx="1358170" cy="1267587"/>
          </a:xfrm>
          <a:prstGeom xmlns:a="http://schemas.openxmlformats.org/drawingml/2006/main" prst="rect">
            <a:avLst/>
          </a:prstGeom>
        </p:spPr>
      </p:pic>
      <p:sp>
        <p:nvSpPr>
          <p:cNvPr id="63" name="pdf-raster-5">
            <a:extLst xmlns:a="http://schemas.openxmlformats.org/drawingml/2006/main">
              <a:ext uri="{FF2B5EF4-FFF2-40B4-BE49-F238E27FC236}">
                <a16:creationId xmlns:a16="http://schemas.microsoft.com/office/drawing/2014/main" id="{43D1AD17-4E9D-422E-8CFE-301DB559B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5244" y="462058"/>
            <a:ext cx="1358170" cy="12675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4822226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2026-10-09T20:24:01.9540000Z</dcterms:created>
  <dcterms:modified xsi:type="dcterms:W3CDTF">2026-10-09T20:24:01.9540000Z</dcterms:modified>
</coreProperties>
</file>