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5ac591b5044643" /><Relationship Type="http://schemas.openxmlformats.org/officeDocument/2006/relationships/extended-properties" Target="/docProps/app.xml" Id="R2f5e76d3c1ba4d3f" /><Relationship Type="http://schemas.openxmlformats.org/officeDocument/2006/relationships/officeDocument" Target="/ppt/presentation.xml" Id="R51a9d12cc35b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ee0c5a3e204ded"/>
  </p:sldMasterIdLst>
  <p:notesMasterIdLst>
    <p:notesMasterId xmlns:r="http://schemas.openxmlformats.org/officeDocument/2006/relationships" r:id="R22dba33d5a36410c"/>
  </p:notesMasterIdLst>
  <p:sldIdLst>
    <p:sldId xmlns:r="http://schemas.openxmlformats.org/officeDocument/2006/relationships" id="256" r:id="R5240a10afb694a11"/>
  </p:sldIdLst>
  <p:sldSz cx="10048875" cy="3143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e296ebd334f20" /><Relationship Type="http://schemas.openxmlformats.org/officeDocument/2006/relationships/slideMaster" Target="/ppt/slideMasters/slideMaster1.xml" Id="R38ee0c5a3e204ded" /><Relationship Type="http://schemas.openxmlformats.org/officeDocument/2006/relationships/notesMaster" Target="/ppt/notesMasters/notesMaster1.xml" Id="R22dba33d5a36410c" /><Relationship Type="http://schemas.openxmlformats.org/officeDocument/2006/relationships/presProps" Target="/ppt/presProps.xml" Id="R5599e106656d4579" /><Relationship Type="http://schemas.openxmlformats.org/officeDocument/2006/relationships/tableStyles" Target="/ppt/tableStyles.xml" Id="R2608f5de99314a12" /><Relationship Type="http://schemas.openxmlformats.org/officeDocument/2006/relationships/slide" Target="/ppt/slides/slide1.xml" Id="R5240a10afb69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d32eca9e149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fac5c5bd24ebb" /><Relationship Type="http://schemas.openxmlformats.org/officeDocument/2006/relationships/notesMaster" Target="/ppt/notesMasters/notesMaster1.xml" Id="R45fb68de560d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"The Option Keyboard: Combining Skills in Reinforcement Learning",</a:t>
            </a:r>
          </a:p>
          <a:p xmlns:a="http://schemas.openxmlformats.org/drawingml/2006/main">
            <a:r>
              <a:t>  "paper_url": "https://arxiv.org/pdf/2106.13105v1",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player/option-keyboard/environment interaction diagram. Ordinary labels are typeable native text; source math outlined as editable glyph shapes. Source dependency paths preserve geometry without semantic attachment.",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"fc226db65fd00e0006ec0ae5f60c524a4d95857e155856485c2b7c013eb19f97",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287,</a:t>
            </a:r>
          </a:p>
          <a:p xmlns:a="http://schemas.openxmlformats.org/drawingml/2006/main">
            <a:r>
              <a:t>    234,</a:t>
            </a:r>
          </a:p>
          <a:p xmlns:a="http://schemas.openxmlformats.org/drawingml/2006/main">
            <a:r>
              <a:t>    498,</a:t>
            </a:r>
          </a:p>
          <a:p xmlns:a="http://schemas.openxmlformats.org/drawingml/2006/main">
            <a:r>
              <a:t>    300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"CMMI10",</a:t>
            </a:r>
          </a:p>
          <a:p xmlns:a="http://schemas.openxmlformats.org/drawingml/2006/main">
            <a:r>
              <a:t>    "CMSY7"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553f44ea546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34662dc3c41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929a56a6446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0d56bc8fd4c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6e598aaec44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e961cc5fc4c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2FA82B-86B1-49B0-A42B-C6E7ABAAE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4888" y="1187450"/>
            <a:ext cx="8039100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6AE9BE-F15D-4C56-9FE2-B4BB3B1720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331" y="1728788"/>
            <a:ext cx="7034213" cy="34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821A2C-DE88-464E-AF9A-6DC9EA0D1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4888" y="1309688"/>
            <a:ext cx="8039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B6A348-753C-4EC8-92BB-5E4BC4821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249" y="244475"/>
            <a:ext cx="8918377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7EC15E-F0E7-45A5-987B-0E107C9F2A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5249" y="873125"/>
            <a:ext cx="8918377" cy="1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47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1pPr>
            <a:lvl2pPr marL="2444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2pPr>
            <a:lvl3pPr marL="3841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3pPr>
            <a:lvl4pPr marL="5238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4pPr>
            <a:lvl5pPr marL="6635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5pPr>
            <a:lvl6pPr marL="8032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6pPr>
            <a:lvl7pPr marL="9429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7pPr>
            <a:lvl8pPr marL="10826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8pPr>
            <a:lvl9pPr marL="12223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CF64F5-7201-451C-B990-A08357065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249" y="244475"/>
            <a:ext cx="8918377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61BED7-0C37-4E41-95B4-E91E6EABFE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5249" y="873125"/>
            <a:ext cx="4145161" cy="1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47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1pPr>
            <a:lvl2pPr marL="2444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2pPr>
            <a:lvl3pPr marL="3841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3pPr>
            <a:lvl4pPr marL="5238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4pPr>
            <a:lvl5pPr marL="6635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5pPr>
            <a:lvl6pPr marL="8032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6pPr>
            <a:lvl7pPr marL="9429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7pPr>
            <a:lvl8pPr marL="10826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8pPr>
            <a:lvl9pPr marL="12223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5BACF9-88BE-4389-BADB-1D2630DAC7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338465" y="873125"/>
            <a:ext cx="4145161" cy="1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6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47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1pPr>
            <a:lvl2pPr marL="2444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2pPr>
            <a:lvl3pPr marL="3841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3pPr>
            <a:lvl4pPr marL="5238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4pPr>
            <a:lvl5pPr marL="6635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5pPr>
            <a:lvl6pPr marL="8032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6pPr>
            <a:lvl7pPr marL="9429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7pPr>
            <a:lvl8pPr marL="10826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8pPr>
            <a:lvl9pPr marL="12223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4F9DB4-447E-4D7A-A539-595296A2F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249" y="244475"/>
            <a:ext cx="8918377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1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CB3559-C0F6-4C02-9D0A-4E63477B3A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5249" y="873125"/>
            <a:ext cx="4145161" cy="1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47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1pPr>
            <a:lvl2pPr marL="2444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2pPr>
            <a:lvl3pPr marL="3841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3pPr>
            <a:lvl4pPr marL="5238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4pPr>
            <a:lvl5pPr marL="6635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5pPr>
            <a:lvl6pPr marL="8032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6pPr>
            <a:lvl7pPr marL="9429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7pPr>
            <a:lvl8pPr marL="10826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8pPr>
            <a:lvl9pPr marL="1222375" indent="-104775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ee2d0134464fab" /><Relationship Type="http://schemas.openxmlformats.org/officeDocument/2006/relationships/slideLayout" Target="/ppt/slideLayouts/slideLayout1.xml" Id="R5ef86098653649e3" /><Relationship Type="http://schemas.openxmlformats.org/officeDocument/2006/relationships/slideLayout" Target="/ppt/slideLayouts/slideLayout2.xml" Id="R05ba1584153f4905" /><Relationship Type="http://schemas.openxmlformats.org/officeDocument/2006/relationships/slideLayout" Target="/ppt/slideLayouts/slideLayout3.xml" Id="R5c299d7e25f5484c" /><Relationship Type="http://schemas.openxmlformats.org/officeDocument/2006/relationships/slideLayout" Target="/ppt/slideLayouts/slideLayout4.xml" Id="R79670914c89b4236" /><Relationship Type="http://schemas.openxmlformats.org/officeDocument/2006/relationships/slideLayout" Target="/ppt/slideLayouts/slideLayout5.xml" Id="Rb7213eee88324b91" /><Relationship Type="http://schemas.openxmlformats.org/officeDocument/2006/relationships/slideLayout" Target="/ppt/slideLayouts/slideLayout6.xml" Id="Ra02ebd03e2fb41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86098653649e3"/>
    <p:sldLayoutId xmlns:r="http://schemas.openxmlformats.org/officeDocument/2006/relationships" id="2147483650" r:id="R05ba1584153f4905"/>
    <p:sldLayoutId xmlns:r="http://schemas.openxmlformats.org/officeDocument/2006/relationships" id="2147483651" r:id="R5c299d7e25f5484c"/>
    <p:sldLayoutId xmlns:r="http://schemas.openxmlformats.org/officeDocument/2006/relationships" id="2147483652" r:id="R79670914c89b4236"/>
    <p:sldLayoutId xmlns:r="http://schemas.openxmlformats.org/officeDocument/2006/relationships" id="2147483653" r:id="Rb7213eee88324b91"/>
    <p:sldLayoutId xmlns:r="http://schemas.openxmlformats.org/officeDocument/2006/relationships" id="2147483654" r:id="Ra02ebd03e2fb41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4bc23606442ba" /><Relationship Type="http://schemas.openxmlformats.org/officeDocument/2006/relationships/notesSlide" Target="/ppt/notesSlides/notesSlide1.xml" Id="Rc15e16d3a205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df-path-1">
            <a:extLst xmlns:a="http://schemas.openxmlformats.org/drawingml/2006/main">
              <a:ext uri="{FF2B5EF4-FFF2-40B4-BE49-F238E27FC236}">
                <a16:creationId xmlns:a16="http://schemas.microsoft.com/office/drawing/2014/main" id="{F31BE3A3-9C52-4037-A26D-DBAF3282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4" y="701440"/>
            <a:ext cx="4911324" cy="1889272"/>
          </a:xfrm>
          <a:custGeom xmlns:a="http://schemas.openxmlformats.org/drawingml/2006/main">
            <a:pathLst>
              <a:path w="4911324" h="1889272">
                <a:moveTo>
                  <a:pt x="0" y="944636"/>
                </a:moveTo>
                <a:lnTo>
                  <a:pt x="0" y="1889272"/>
                </a:lnTo>
                <a:lnTo>
                  <a:pt x="4911324" y="1889272"/>
                </a:lnTo>
                <a:lnTo>
                  <a:pt x="4911324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4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DD1B2DB8-C527-42F8-8307-0E927406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4" y="701440"/>
            <a:ext cx="4911324" cy="1889272"/>
          </a:xfrm>
          <a:custGeom xmlns:a="http://schemas.openxmlformats.org/drawingml/2006/main">
            <a:pathLst>
              <a:path w="4911324" h="1889272">
                <a:moveTo>
                  <a:pt x="0" y="944636"/>
                </a:moveTo>
                <a:lnTo>
                  <a:pt x="0" y="1889272"/>
                </a:lnTo>
                <a:lnTo>
                  <a:pt x="4911324" y="1889272"/>
                </a:lnTo>
                <a:lnTo>
                  <a:pt x="4911324" y="0"/>
                </a:lnTo>
                <a:lnTo>
                  <a:pt x="0" y="0"/>
                </a:lnTo>
                <a:lnTo>
                  <a:pt x="0" y="944636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646464"/>
            </a:solidFill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FCA062A7-B5AC-4E76-97E2-EFFA8113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88" y="625663"/>
            <a:ext cx="4911305" cy="1889272"/>
          </a:xfrm>
          <a:custGeom xmlns:a="http://schemas.openxmlformats.org/drawingml/2006/main">
            <a:pathLst>
              <a:path w="4911305" h="1889272">
                <a:moveTo>
                  <a:pt x="0" y="944636"/>
                </a:moveTo>
                <a:lnTo>
                  <a:pt x="0" y="1889272"/>
                </a:lnTo>
                <a:lnTo>
                  <a:pt x="4911305" y="1889272"/>
                </a:lnTo>
                <a:lnTo>
                  <a:pt x="4911305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E9533D52-58DE-4F12-AEFD-206FF57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88" y="625663"/>
            <a:ext cx="4911305" cy="1889272"/>
          </a:xfrm>
          <a:custGeom xmlns:a="http://schemas.openxmlformats.org/drawingml/2006/main">
            <a:pathLst>
              <a:path w="4911305" h="1889272">
                <a:moveTo>
                  <a:pt x="0" y="944636"/>
                </a:moveTo>
                <a:lnTo>
                  <a:pt x="0" y="1889272"/>
                </a:lnTo>
                <a:lnTo>
                  <a:pt x="4911305" y="1889272"/>
                </a:lnTo>
                <a:lnTo>
                  <a:pt x="4911305" y="0"/>
                </a:lnTo>
                <a:lnTo>
                  <a:pt x="0" y="0"/>
                </a:lnTo>
                <a:lnTo>
                  <a:pt x="0" y="944636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FFFFFF"/>
            </a:solidFill>
            <a:prstDash val="solid"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47D7C188-C55B-4861-9D85-71BB7ECC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88" y="625663"/>
            <a:ext cx="4911305" cy="1889272"/>
          </a:xfrm>
          <a:custGeom xmlns:a="http://schemas.openxmlformats.org/drawingml/2006/main">
            <a:pathLst>
              <a:path w="4911305" h="1889272">
                <a:moveTo>
                  <a:pt x="0" y="944636"/>
                </a:moveTo>
                <a:lnTo>
                  <a:pt x="0" y="1889272"/>
                </a:lnTo>
                <a:lnTo>
                  <a:pt x="4911305" y="1889272"/>
                </a:lnTo>
                <a:lnTo>
                  <a:pt x="4911305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6">
            <a:extLst xmlns:a="http://schemas.openxmlformats.org/drawingml/2006/main">
              <a:ext uri="{FF2B5EF4-FFF2-40B4-BE49-F238E27FC236}">
                <a16:creationId xmlns:a16="http://schemas.microsoft.com/office/drawing/2014/main" id="{3904DAF0-0633-49E4-A46B-A57700F7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88" y="625663"/>
            <a:ext cx="4911305" cy="1889272"/>
          </a:xfrm>
          <a:custGeom xmlns:a="http://schemas.openxmlformats.org/drawingml/2006/main">
            <a:pathLst>
              <a:path w="4911305" h="1889272">
                <a:moveTo>
                  <a:pt x="0" y="944636"/>
                </a:moveTo>
                <a:lnTo>
                  <a:pt x="0" y="1889272"/>
                </a:lnTo>
                <a:lnTo>
                  <a:pt x="4911305" y="1889272"/>
                </a:lnTo>
                <a:lnTo>
                  <a:pt x="4911305" y="0"/>
                </a:lnTo>
                <a:lnTo>
                  <a:pt x="0" y="0"/>
                </a:lnTo>
                <a:lnTo>
                  <a:pt x="0" y="944636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7" name="pdf-path-7">
            <a:extLst xmlns:a="http://schemas.openxmlformats.org/drawingml/2006/main">
              <a:ext uri="{FF2B5EF4-FFF2-40B4-BE49-F238E27FC236}">
                <a16:creationId xmlns:a16="http://schemas.microsoft.com/office/drawing/2014/main" id="{C46CC6C8-4688-4ED8-B302-AA175DDA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13" y="946282"/>
            <a:ext cx="1685272" cy="783970"/>
          </a:xfrm>
          <a:custGeom xmlns:a="http://schemas.openxmlformats.org/drawingml/2006/main">
            <a:pathLst>
              <a:path w="1685272" h="783970">
                <a:moveTo>
                  <a:pt x="0" y="391986"/>
                </a:moveTo>
                <a:lnTo>
                  <a:pt x="0" y="783970"/>
                </a:lnTo>
                <a:lnTo>
                  <a:pt x="1685272" y="783970"/>
                </a:lnTo>
                <a:lnTo>
                  <a:pt x="1685272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8">
            <a:extLst xmlns:a="http://schemas.openxmlformats.org/drawingml/2006/main">
              <a:ext uri="{FF2B5EF4-FFF2-40B4-BE49-F238E27FC236}">
                <a16:creationId xmlns:a16="http://schemas.microsoft.com/office/drawing/2014/main" id="{4392D23B-708B-474B-A292-6B9A3775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13" y="946282"/>
            <a:ext cx="1685272" cy="783970"/>
          </a:xfrm>
          <a:custGeom xmlns:a="http://schemas.openxmlformats.org/drawingml/2006/main">
            <a:pathLst>
              <a:path w="1685272" h="783970">
                <a:moveTo>
                  <a:pt x="0" y="391986"/>
                </a:moveTo>
                <a:lnTo>
                  <a:pt x="0" y="783970"/>
                </a:lnTo>
                <a:lnTo>
                  <a:pt x="1685272" y="783970"/>
                </a:lnTo>
                <a:lnTo>
                  <a:pt x="1685272" y="0"/>
                </a:lnTo>
                <a:lnTo>
                  <a:pt x="0" y="0"/>
                </a:lnTo>
                <a:lnTo>
                  <a:pt x="0" y="391986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9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EC83E869-4E40-42B6-AB25-7732DCD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56" y="1112733"/>
            <a:ext cx="944938" cy="355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</a:t>
            </a:r>
          </a:p>
        </p:txBody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DCD1B2C1-F27C-47B5-AD39-0D317DC0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14" y="972024"/>
            <a:ext cx="2482203" cy="783969"/>
          </a:xfrm>
          <a:custGeom xmlns:a="http://schemas.openxmlformats.org/drawingml/2006/main">
            <a:pathLst>
              <a:path w="2482203" h="783969">
                <a:moveTo>
                  <a:pt x="0" y="391986"/>
                </a:moveTo>
                <a:lnTo>
                  <a:pt x="0" y="783969"/>
                </a:lnTo>
                <a:lnTo>
                  <a:pt x="2482203" y="783969"/>
                </a:lnTo>
                <a:lnTo>
                  <a:pt x="2482203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46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1021DF92-73A8-4BCC-BB7F-CEE1901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14" y="972024"/>
            <a:ext cx="2482203" cy="783969"/>
          </a:xfrm>
          <a:custGeom xmlns:a="http://schemas.openxmlformats.org/drawingml/2006/main">
            <a:pathLst>
              <a:path w="2482203" h="783969">
                <a:moveTo>
                  <a:pt x="0" y="391986"/>
                </a:moveTo>
                <a:lnTo>
                  <a:pt x="0" y="783969"/>
                </a:lnTo>
                <a:lnTo>
                  <a:pt x="2482203" y="783969"/>
                </a:lnTo>
                <a:lnTo>
                  <a:pt x="2482203" y="0"/>
                </a:lnTo>
                <a:lnTo>
                  <a:pt x="0" y="0"/>
                </a:lnTo>
                <a:lnTo>
                  <a:pt x="0" y="391986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646464"/>
            </a:solidFill>
            <a:prstDash val="solid"/>
          </a:ln>
        </p:spPr>
      </p:sp>
      <p:sp>
        <p:nvSpPr>
          <p:cNvPr id="12" name="pdf-path-12">
            <a:extLst xmlns:a="http://schemas.openxmlformats.org/drawingml/2006/main">
              <a:ext uri="{FF2B5EF4-FFF2-40B4-BE49-F238E27FC236}">
                <a16:creationId xmlns:a16="http://schemas.microsoft.com/office/drawing/2014/main" id="{907F55AC-706F-46DF-BE14-93E4010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56" y="896247"/>
            <a:ext cx="2482202" cy="783969"/>
          </a:xfrm>
          <a:custGeom xmlns:a="http://schemas.openxmlformats.org/drawingml/2006/main">
            <a:pathLst>
              <a:path w="2482202" h="783969">
                <a:moveTo>
                  <a:pt x="0" y="391984"/>
                </a:moveTo>
                <a:lnTo>
                  <a:pt x="0" y="783969"/>
                </a:lnTo>
                <a:lnTo>
                  <a:pt x="2482202" y="783969"/>
                </a:lnTo>
                <a:lnTo>
                  <a:pt x="2482202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3">
            <a:extLst xmlns:a="http://schemas.openxmlformats.org/drawingml/2006/main">
              <a:ext uri="{FF2B5EF4-FFF2-40B4-BE49-F238E27FC236}">
                <a16:creationId xmlns:a16="http://schemas.microsoft.com/office/drawing/2014/main" id="{362ED488-FE04-47D7-AEC5-9821D8FB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56" y="896247"/>
            <a:ext cx="2482202" cy="783969"/>
          </a:xfrm>
          <a:custGeom xmlns:a="http://schemas.openxmlformats.org/drawingml/2006/main">
            <a:pathLst>
              <a:path w="2482202" h="783969">
                <a:moveTo>
                  <a:pt x="0" y="391984"/>
                </a:moveTo>
                <a:lnTo>
                  <a:pt x="0" y="783969"/>
                </a:lnTo>
                <a:lnTo>
                  <a:pt x="2482202" y="783969"/>
                </a:lnTo>
                <a:lnTo>
                  <a:pt x="2482202" y="0"/>
                </a:lnTo>
                <a:lnTo>
                  <a:pt x="0" y="0"/>
                </a:lnTo>
                <a:lnTo>
                  <a:pt x="0" y="391984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FFFFFF"/>
            </a:solidFill>
            <a:prstDash val="solid"/>
          </a:ln>
        </p:spPr>
      </p:sp>
      <p:sp>
        <p:nvSpPr>
          <p:cNvPr id="14" name="pdf-path-14">
            <a:extLst xmlns:a="http://schemas.openxmlformats.org/drawingml/2006/main">
              <a:ext uri="{FF2B5EF4-FFF2-40B4-BE49-F238E27FC236}">
                <a16:creationId xmlns:a16="http://schemas.microsoft.com/office/drawing/2014/main" id="{2C7C86A2-B848-43B2-9C68-36C2DB2F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56" y="896247"/>
            <a:ext cx="2482202" cy="783969"/>
          </a:xfrm>
          <a:custGeom xmlns:a="http://schemas.openxmlformats.org/drawingml/2006/main">
            <a:pathLst>
              <a:path w="2482202" h="783969">
                <a:moveTo>
                  <a:pt x="0" y="391984"/>
                </a:moveTo>
                <a:lnTo>
                  <a:pt x="0" y="783969"/>
                </a:lnTo>
                <a:lnTo>
                  <a:pt x="2482202" y="783969"/>
                </a:lnTo>
                <a:lnTo>
                  <a:pt x="2482202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5">
            <a:extLst xmlns:a="http://schemas.openxmlformats.org/drawingml/2006/main">
              <a:ext uri="{FF2B5EF4-FFF2-40B4-BE49-F238E27FC236}">
                <a16:creationId xmlns:a16="http://schemas.microsoft.com/office/drawing/2014/main" id="{3BE65A15-8132-44E1-A83F-044173A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56" y="896247"/>
            <a:ext cx="2482202" cy="783969"/>
          </a:xfrm>
          <a:custGeom xmlns:a="http://schemas.openxmlformats.org/drawingml/2006/main">
            <a:pathLst>
              <a:path w="2482202" h="783969">
                <a:moveTo>
                  <a:pt x="0" y="391984"/>
                </a:moveTo>
                <a:lnTo>
                  <a:pt x="0" y="783969"/>
                </a:lnTo>
                <a:lnTo>
                  <a:pt x="2482202" y="783969"/>
                </a:lnTo>
                <a:lnTo>
                  <a:pt x="2482202" y="0"/>
                </a:lnTo>
                <a:lnTo>
                  <a:pt x="0" y="0"/>
                </a:lnTo>
                <a:lnTo>
                  <a:pt x="0" y="391984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16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636546DB-6C59-4F7C-9257-4CC10485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721" y="1126966"/>
            <a:ext cx="1934001" cy="355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environment</a:t>
            </a:r>
          </a:p>
        </p:txBody>
      </p:sp>
      <p:sp>
        <p:nvSpPr>
          <p:cNvPr id="17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2E19013D-CCD5-4849-9299-9B3A1D1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656" y="832956"/>
            <a:ext cx="295358" cy="355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8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DBED6BA1-A89E-4FCE-968A-42F494F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59" y="2071571"/>
            <a:ext cx="845303" cy="355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19" name="pdf-path-17">
            <a:extLst xmlns:a="http://schemas.openxmlformats.org/drawingml/2006/main">
              <a:ext uri="{FF2B5EF4-FFF2-40B4-BE49-F238E27FC236}">
                <a16:creationId xmlns:a16="http://schemas.microsoft.com/office/drawing/2014/main" id="{C3B936B8-6B5B-46E9-9A23-D5296D8E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953" y="912532"/>
            <a:ext cx="1030343" cy="783970"/>
          </a:xfrm>
          <a:custGeom xmlns:a="http://schemas.openxmlformats.org/drawingml/2006/main">
            <a:pathLst>
              <a:path w="1030343" h="783970">
                <a:moveTo>
                  <a:pt x="0" y="391985"/>
                </a:moveTo>
                <a:lnTo>
                  <a:pt x="0" y="783970"/>
                </a:lnTo>
                <a:lnTo>
                  <a:pt x="1030343" y="783970"/>
                </a:lnTo>
                <a:lnTo>
                  <a:pt x="1030343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18">
            <a:extLst xmlns:a="http://schemas.openxmlformats.org/drawingml/2006/main">
              <a:ext uri="{FF2B5EF4-FFF2-40B4-BE49-F238E27FC236}">
                <a16:creationId xmlns:a16="http://schemas.microsoft.com/office/drawing/2014/main" id="{C3B73E74-DE55-44B6-8BE8-26CCE9B8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953" y="912532"/>
            <a:ext cx="1030343" cy="783970"/>
          </a:xfrm>
          <a:custGeom xmlns:a="http://schemas.openxmlformats.org/drawingml/2006/main">
            <a:pathLst>
              <a:path w="1030343" h="783970">
                <a:moveTo>
                  <a:pt x="0" y="391985"/>
                </a:moveTo>
                <a:lnTo>
                  <a:pt x="0" y="783970"/>
                </a:lnTo>
                <a:lnTo>
                  <a:pt x="1030343" y="783970"/>
                </a:lnTo>
                <a:lnTo>
                  <a:pt x="1030343" y="0"/>
                </a:lnTo>
                <a:lnTo>
                  <a:pt x="0" y="0"/>
                </a:lnTo>
                <a:lnTo>
                  <a:pt x="0" y="391985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21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8D244CB4-CECD-4CF8-874A-4BB510AB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697" y="1142147"/>
            <a:ext cx="555103" cy="355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OK</a:t>
            </a:r>
          </a:p>
        </p:txBody>
      </p:sp>
      <p:sp>
        <p:nvSpPr>
          <p:cNvPr id="22" name="pdf-path-20">
            <a:extLst xmlns:a="http://schemas.openxmlformats.org/drawingml/2006/main">
              <a:ext uri="{FF2B5EF4-FFF2-40B4-BE49-F238E27FC236}">
                <a16:creationId xmlns:a16="http://schemas.microsoft.com/office/drawing/2014/main" id="{F0637277-4A24-46D4-BCDB-967C481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591" y="1105398"/>
            <a:ext cx="188395" cy="134560"/>
          </a:xfrm>
          <a:custGeom xmlns:a="http://schemas.openxmlformats.org/drawingml/2006/main">
            <a:pathLst>
              <a:path w="188395" h="134560">
                <a:moveTo>
                  <a:pt x="0" y="134560"/>
                </a:moveTo>
                <a:lnTo>
                  <a:pt x="188395" y="67281"/>
                </a:lnTo>
                <a:lnTo>
                  <a:pt x="0" y="0"/>
                </a:lnTo>
                <a:lnTo>
                  <a:pt x="0" y="672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1">
            <a:extLst xmlns:a="http://schemas.openxmlformats.org/drawingml/2006/main">
              <a:ext uri="{FF2B5EF4-FFF2-40B4-BE49-F238E27FC236}">
                <a16:creationId xmlns:a16="http://schemas.microsoft.com/office/drawing/2014/main" id="{6744A118-3FB4-4379-BFA2-9B61B78B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000" y="1172678"/>
            <a:ext cx="1296591" cy="95"/>
          </a:xfrm>
          <a:custGeom xmlns:a="http://schemas.openxmlformats.org/drawingml/2006/main">
            <a:pathLst>
              <a:path w="1296591" h="95">
                <a:moveTo>
                  <a:pt x="0" y="0"/>
                </a:moveTo>
                <a:lnTo>
                  <a:pt x="1296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24" name="pdf-path-22">
            <a:extLst xmlns:a="http://schemas.openxmlformats.org/drawingml/2006/main">
              <a:ext uri="{FF2B5EF4-FFF2-40B4-BE49-F238E27FC236}">
                <a16:creationId xmlns:a16="http://schemas.microsoft.com/office/drawing/2014/main" id="{0E617905-5E22-48D7-9AFD-27072E66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560" y="1417588"/>
            <a:ext cx="188388" cy="134559"/>
          </a:xfrm>
          <a:custGeom xmlns:a="http://schemas.openxmlformats.org/drawingml/2006/main">
            <a:pathLst>
              <a:path w="188388" h="134559">
                <a:moveTo>
                  <a:pt x="188388" y="0"/>
                </a:moveTo>
                <a:lnTo>
                  <a:pt x="0" y="67279"/>
                </a:lnTo>
                <a:lnTo>
                  <a:pt x="188388" y="134559"/>
                </a:lnTo>
                <a:lnTo>
                  <a:pt x="188388" y="67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23">
            <a:extLst xmlns:a="http://schemas.openxmlformats.org/drawingml/2006/main">
              <a:ext uri="{FF2B5EF4-FFF2-40B4-BE49-F238E27FC236}">
                <a16:creationId xmlns:a16="http://schemas.microsoft.com/office/drawing/2014/main" id="{06BBD3A7-604A-416E-9E67-816C571A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948" y="1484867"/>
            <a:ext cx="1321932" cy="95"/>
          </a:xfrm>
          <a:custGeom xmlns:a="http://schemas.openxmlformats.org/drawingml/2006/main">
            <a:pathLst>
              <a:path w="1321932" h="95">
                <a:moveTo>
                  <a:pt x="132193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26" name="pdf-path-24">
            <a:extLst xmlns:a="http://schemas.openxmlformats.org/drawingml/2006/main">
              <a:ext uri="{FF2B5EF4-FFF2-40B4-BE49-F238E27FC236}">
                <a16:creationId xmlns:a16="http://schemas.microsoft.com/office/drawing/2014/main" id="{9A28E364-7FC8-4135-84F2-982262DC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79" y="1094429"/>
            <a:ext cx="188488" cy="134560"/>
          </a:xfrm>
          <a:custGeom xmlns:a="http://schemas.openxmlformats.org/drawingml/2006/main">
            <a:pathLst>
              <a:path w="188488" h="134560">
                <a:moveTo>
                  <a:pt x="0" y="134560"/>
                </a:moveTo>
                <a:lnTo>
                  <a:pt x="188488" y="67548"/>
                </a:lnTo>
                <a:lnTo>
                  <a:pt x="179" y="0"/>
                </a:lnTo>
                <a:lnTo>
                  <a:pt x="108" y="672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5">
            <a:extLst xmlns:a="http://schemas.openxmlformats.org/drawingml/2006/main">
              <a:ext uri="{FF2B5EF4-FFF2-40B4-BE49-F238E27FC236}">
                <a16:creationId xmlns:a16="http://schemas.microsoft.com/office/drawing/2014/main" id="{530406D6-71B0-4B25-909F-B2A480E4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189" y="1158376"/>
            <a:ext cx="2446198" cy="3333"/>
          </a:xfrm>
          <a:custGeom xmlns:a="http://schemas.openxmlformats.org/drawingml/2006/main">
            <a:pathLst>
              <a:path w="2446198" h="3333">
                <a:moveTo>
                  <a:pt x="0" y="0"/>
                </a:moveTo>
                <a:lnTo>
                  <a:pt x="2446198" y="3333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28" name="pdf-path-26">
            <a:extLst xmlns:a="http://schemas.openxmlformats.org/drawingml/2006/main">
              <a:ext uri="{FF2B5EF4-FFF2-40B4-BE49-F238E27FC236}">
                <a16:creationId xmlns:a16="http://schemas.microsoft.com/office/drawing/2014/main" id="{2E48A521-6000-428C-A42B-CAB7C765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043" y="1504876"/>
            <a:ext cx="188381" cy="134557"/>
          </a:xfrm>
          <a:custGeom xmlns:a="http://schemas.openxmlformats.org/drawingml/2006/main">
            <a:pathLst>
              <a:path w="188381" h="134557">
                <a:moveTo>
                  <a:pt x="188381" y="0"/>
                </a:moveTo>
                <a:lnTo>
                  <a:pt x="0" y="67281"/>
                </a:lnTo>
                <a:lnTo>
                  <a:pt x="188381" y="134557"/>
                </a:lnTo>
                <a:lnTo>
                  <a:pt x="188381" y="6728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27">
            <a:extLst xmlns:a="http://schemas.openxmlformats.org/drawingml/2006/main">
              <a:ext uri="{FF2B5EF4-FFF2-40B4-BE49-F238E27FC236}">
                <a16:creationId xmlns:a16="http://schemas.microsoft.com/office/drawing/2014/main" id="{7518F24F-8BDA-4DC1-AF65-8F5320EA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424" y="1572157"/>
            <a:ext cx="2472916" cy="95"/>
          </a:xfrm>
          <a:custGeom xmlns:a="http://schemas.openxmlformats.org/drawingml/2006/main">
            <a:pathLst>
              <a:path w="2472916" h="95">
                <a:moveTo>
                  <a:pt x="247291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solid"/>
          </a:ln>
        </p:spPr>
      </p:sp>
      <p:sp>
        <p:nvSpPr>
          <p:cNvPr id="30" name="pdf-path-28">
            <a:extLst xmlns:a="http://schemas.openxmlformats.org/drawingml/2006/main">
              <a:ext uri="{FF2B5EF4-FFF2-40B4-BE49-F238E27FC236}">
                <a16:creationId xmlns:a16="http://schemas.microsoft.com/office/drawing/2014/main" id="{8DD9B41E-0D79-457F-8C00-DA37C67B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988" y="165295"/>
            <a:ext cx="6292860" cy="2843395"/>
          </a:xfrm>
          <a:custGeom xmlns:a="http://schemas.openxmlformats.org/drawingml/2006/main">
            <a:pathLst>
              <a:path w="6292860" h="2843395">
                <a:moveTo>
                  <a:pt x="0" y="1421692"/>
                </a:moveTo>
                <a:lnTo>
                  <a:pt x="0" y="2843395"/>
                </a:lnTo>
                <a:lnTo>
                  <a:pt x="6292860" y="2843395"/>
                </a:lnTo>
                <a:lnTo>
                  <a:pt x="6292860" y="0"/>
                </a:lnTo>
                <a:lnTo>
                  <a:pt x="0" y="0"/>
                </a:lnTo>
                <a:lnTo>
                  <a:pt x="0" y="1421692"/>
                </a:lnTo>
              </a:path>
            </a:pathLst>
          </a:custGeom>
          <a:noFill xmlns:a="http://schemas.openxmlformats.org/drawingml/2006/main"/>
          <a:ln xmlns:a="http://schemas.openxmlformats.org/drawingml/2006/main" w="40493">
            <a:solidFill>
              <a:srgbClr val="000000"/>
            </a:solidFill>
            <a:prstDash val="dash"/>
          </a:ln>
        </p:spPr>
      </p:sp>
      <p:sp>
        <p:nvSpPr>
          <p:cNvPr id="31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CF90025D-FAB3-4E81-A27D-C3011458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241" y="2609251"/>
            <a:ext cx="3262134" cy="355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temporal abstraction</a:t>
            </a:r>
          </a:p>
        </p:txBody>
      </p:sp>
      <p:sp>
        <p:nvSpPr>
          <p:cNvPr id="32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4EFDD475-E28E-45DE-950B-836D8906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640" y="880751"/>
            <a:ext cx="162978" cy="161246"/>
          </a:xfrm>
          <a:custGeom xmlns:a="http://schemas.openxmlformats.org/drawingml/2006/main">
            <a:pathLst>
              <a:path w="162978" h="161246">
                <a:moveTo>
                  <a:pt x="118497" y="22784"/>
                </a:moveTo>
                <a:cubicBezTo>
                  <a:pt x="112095" y="9611"/>
                  <a:pt x="101773" y="0"/>
                  <a:pt x="85759" y="0"/>
                </a:cubicBezTo>
                <a:cubicBezTo>
                  <a:pt x="44124" y="0"/>
                  <a:pt x="0" y="52328"/>
                  <a:pt x="0" y="104297"/>
                </a:cubicBezTo>
                <a:cubicBezTo>
                  <a:pt x="0" y="137756"/>
                  <a:pt x="19570" y="161246"/>
                  <a:pt x="47327" y="161246"/>
                </a:cubicBezTo>
                <a:cubicBezTo>
                  <a:pt x="54446" y="161246"/>
                  <a:pt x="72240" y="159824"/>
                  <a:pt x="93590" y="134553"/>
                </a:cubicBezTo>
                <a:cubicBezTo>
                  <a:pt x="96435" y="149507"/>
                  <a:pt x="108892" y="161246"/>
                  <a:pt x="125973" y="161246"/>
                </a:cubicBezTo>
                <a:cubicBezTo>
                  <a:pt x="138429" y="161246"/>
                  <a:pt x="146613" y="153063"/>
                  <a:pt x="152303" y="141672"/>
                </a:cubicBezTo>
                <a:cubicBezTo>
                  <a:pt x="158357" y="128857"/>
                  <a:pt x="162978" y="107142"/>
                  <a:pt x="162978" y="106432"/>
                </a:cubicBezTo>
                <a:cubicBezTo>
                  <a:pt x="162978" y="102875"/>
                  <a:pt x="159779" y="102875"/>
                  <a:pt x="158710" y="102875"/>
                </a:cubicBezTo>
                <a:cubicBezTo>
                  <a:pt x="155153" y="102875"/>
                  <a:pt x="154796" y="104297"/>
                  <a:pt x="153730" y="109282"/>
                </a:cubicBezTo>
                <a:cubicBezTo>
                  <a:pt x="147677" y="132419"/>
                  <a:pt x="141275" y="153422"/>
                  <a:pt x="126684" y="153422"/>
                </a:cubicBezTo>
                <a:cubicBezTo>
                  <a:pt x="117074" y="153422"/>
                  <a:pt x="116009" y="144163"/>
                  <a:pt x="116009" y="137045"/>
                </a:cubicBezTo>
                <a:cubicBezTo>
                  <a:pt x="116009" y="129215"/>
                  <a:pt x="116721" y="126364"/>
                  <a:pt x="120637" y="110705"/>
                </a:cubicBezTo>
                <a:cubicBezTo>
                  <a:pt x="124551" y="95757"/>
                  <a:pt x="125263" y="92194"/>
                  <a:pt x="128460" y="78668"/>
                </a:cubicBezTo>
                <a:lnTo>
                  <a:pt x="141275" y="28833"/>
                </a:lnTo>
                <a:cubicBezTo>
                  <a:pt x="143767" y="18869"/>
                  <a:pt x="143767" y="18158"/>
                  <a:pt x="143767" y="16730"/>
                </a:cubicBezTo>
                <a:cubicBezTo>
                  <a:pt x="143767" y="10681"/>
                  <a:pt x="139494" y="7119"/>
                  <a:pt x="133445" y="7119"/>
                </a:cubicBezTo>
                <a:cubicBezTo>
                  <a:pt x="124904" y="7119"/>
                  <a:pt x="119567" y="14954"/>
                  <a:pt x="118497" y="22784"/>
                </a:cubicBezTo>
                <a:moveTo>
                  <a:pt x="95371" y="114978"/>
                </a:moveTo>
                <a:cubicBezTo>
                  <a:pt x="93590" y="121385"/>
                  <a:pt x="93590" y="122096"/>
                  <a:pt x="88252" y="128146"/>
                </a:cubicBezTo>
                <a:cubicBezTo>
                  <a:pt x="72591" y="147726"/>
                  <a:pt x="58002" y="153422"/>
                  <a:pt x="48038" y="153422"/>
                </a:cubicBezTo>
                <a:cubicBezTo>
                  <a:pt x="30250" y="153422"/>
                  <a:pt x="25266" y="133841"/>
                  <a:pt x="25266" y="119957"/>
                </a:cubicBezTo>
                <a:cubicBezTo>
                  <a:pt x="25266" y="102164"/>
                  <a:pt x="36652" y="58377"/>
                  <a:pt x="44834" y="42006"/>
                </a:cubicBezTo>
                <a:cubicBezTo>
                  <a:pt x="55869" y="21003"/>
                  <a:pt x="71881" y="7830"/>
                  <a:pt x="86118" y="7830"/>
                </a:cubicBezTo>
                <a:cubicBezTo>
                  <a:pt x="109249" y="7830"/>
                  <a:pt x="114228" y="37021"/>
                  <a:pt x="114228" y="39155"/>
                </a:cubicBezTo>
                <a:cubicBezTo>
                  <a:pt x="114228" y="41295"/>
                  <a:pt x="113518" y="43428"/>
                  <a:pt x="113159" y="45209"/>
                </a:cubicBezTo>
                <a:lnTo>
                  <a:pt x="95371" y="1149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C19E2F06-67A3-4B68-A5DB-7CB3707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462" y="1687047"/>
            <a:ext cx="144831" cy="161246"/>
          </a:xfrm>
          <a:custGeom xmlns:a="http://schemas.openxmlformats.org/drawingml/2006/main">
            <a:pathLst>
              <a:path w="144831" h="161246">
                <a:moveTo>
                  <a:pt x="20997" y="136333"/>
                </a:moveTo>
                <a:cubicBezTo>
                  <a:pt x="19928" y="141672"/>
                  <a:pt x="17794" y="149860"/>
                  <a:pt x="17794" y="151640"/>
                </a:cubicBezTo>
                <a:cubicBezTo>
                  <a:pt x="17794" y="158048"/>
                  <a:pt x="22773" y="161246"/>
                  <a:pt x="28112" y="161246"/>
                </a:cubicBezTo>
                <a:cubicBezTo>
                  <a:pt x="32385" y="161246"/>
                  <a:pt x="38787" y="158400"/>
                  <a:pt x="41278" y="151283"/>
                </a:cubicBezTo>
                <a:cubicBezTo>
                  <a:pt x="41990" y="149860"/>
                  <a:pt x="54093" y="101447"/>
                  <a:pt x="55516" y="95039"/>
                </a:cubicBezTo>
                <a:cubicBezTo>
                  <a:pt x="58361" y="83294"/>
                  <a:pt x="64768" y="58377"/>
                  <a:pt x="66903" y="48766"/>
                </a:cubicBezTo>
                <a:cubicBezTo>
                  <a:pt x="68324" y="44134"/>
                  <a:pt x="78289" y="27410"/>
                  <a:pt x="86830" y="19586"/>
                </a:cubicBezTo>
                <a:cubicBezTo>
                  <a:pt x="89675" y="17093"/>
                  <a:pt x="99997" y="7829"/>
                  <a:pt x="115298" y="7829"/>
                </a:cubicBezTo>
                <a:cubicBezTo>
                  <a:pt x="124552" y="7829"/>
                  <a:pt x="129889" y="12108"/>
                  <a:pt x="130242" y="12108"/>
                </a:cubicBezTo>
                <a:cubicBezTo>
                  <a:pt x="119567" y="13890"/>
                  <a:pt x="111737" y="22432"/>
                  <a:pt x="111737" y="31684"/>
                </a:cubicBezTo>
                <a:cubicBezTo>
                  <a:pt x="111737" y="37374"/>
                  <a:pt x="115651" y="44134"/>
                  <a:pt x="125263" y="44134"/>
                </a:cubicBezTo>
                <a:cubicBezTo>
                  <a:pt x="134868" y="44134"/>
                  <a:pt x="144831" y="35951"/>
                  <a:pt x="144831" y="23142"/>
                </a:cubicBezTo>
                <a:cubicBezTo>
                  <a:pt x="144831" y="10687"/>
                  <a:pt x="133445" y="0"/>
                  <a:pt x="115298" y="0"/>
                </a:cubicBezTo>
                <a:cubicBezTo>
                  <a:pt x="92167" y="0"/>
                  <a:pt x="76507" y="17447"/>
                  <a:pt x="69747" y="27410"/>
                </a:cubicBezTo>
                <a:cubicBezTo>
                  <a:pt x="66903" y="11398"/>
                  <a:pt x="54093" y="0"/>
                  <a:pt x="37364" y="0"/>
                </a:cubicBezTo>
                <a:cubicBezTo>
                  <a:pt x="20997" y="0"/>
                  <a:pt x="14232" y="13890"/>
                  <a:pt x="11034" y="20297"/>
                </a:cubicBezTo>
                <a:cubicBezTo>
                  <a:pt x="4626" y="32395"/>
                  <a:pt x="0" y="53751"/>
                  <a:pt x="0" y="54815"/>
                </a:cubicBezTo>
                <a:cubicBezTo>
                  <a:pt x="0" y="58377"/>
                  <a:pt x="3556" y="58377"/>
                  <a:pt x="4269" y="58377"/>
                </a:cubicBezTo>
                <a:cubicBezTo>
                  <a:pt x="7831" y="58377"/>
                  <a:pt x="8184" y="58018"/>
                  <a:pt x="10322" y="50189"/>
                </a:cubicBezTo>
                <a:cubicBezTo>
                  <a:pt x="16371" y="24923"/>
                  <a:pt x="23485" y="7829"/>
                  <a:pt x="36299" y="7829"/>
                </a:cubicBezTo>
                <a:cubicBezTo>
                  <a:pt x="42348" y="7829"/>
                  <a:pt x="47327" y="10687"/>
                  <a:pt x="47327" y="24206"/>
                </a:cubicBezTo>
                <a:cubicBezTo>
                  <a:pt x="47327" y="31684"/>
                  <a:pt x="46263" y="35598"/>
                  <a:pt x="41637" y="54104"/>
                </a:cubicBezTo>
                <a:lnTo>
                  <a:pt x="20997" y="1363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2D7E8DDC-8361-42B5-896B-E4F3E30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5766" y="1806755"/>
            <a:ext cx="41631" cy="106523"/>
          </a:xfrm>
          <a:custGeom xmlns:a="http://schemas.openxmlformats.org/drawingml/2006/main">
            <a:pathLst>
              <a:path w="41631" h="106523">
                <a:moveTo>
                  <a:pt x="41631" y="37363"/>
                </a:moveTo>
                <a:cubicBezTo>
                  <a:pt x="41631" y="13879"/>
                  <a:pt x="32736" y="0"/>
                  <a:pt x="18858" y="0"/>
                </a:cubicBezTo>
                <a:cubicBezTo>
                  <a:pt x="7113" y="0"/>
                  <a:pt x="0" y="8893"/>
                  <a:pt x="0" y="18858"/>
                </a:cubicBezTo>
                <a:cubicBezTo>
                  <a:pt x="0" y="28469"/>
                  <a:pt x="7113" y="37716"/>
                  <a:pt x="18858" y="37716"/>
                </a:cubicBezTo>
                <a:cubicBezTo>
                  <a:pt x="23126" y="37716"/>
                  <a:pt x="27753" y="36293"/>
                  <a:pt x="31313" y="33095"/>
                </a:cubicBezTo>
                <a:cubicBezTo>
                  <a:pt x="32379" y="32379"/>
                  <a:pt x="32736" y="32026"/>
                  <a:pt x="33090" y="32026"/>
                </a:cubicBezTo>
                <a:cubicBezTo>
                  <a:pt x="33449" y="32026"/>
                  <a:pt x="33806" y="32379"/>
                  <a:pt x="33806" y="37363"/>
                </a:cubicBezTo>
                <a:cubicBezTo>
                  <a:pt x="33806" y="63752"/>
                  <a:pt x="21350" y="85146"/>
                  <a:pt x="9606" y="96913"/>
                </a:cubicBezTo>
                <a:cubicBezTo>
                  <a:pt x="5690" y="100833"/>
                  <a:pt x="5690" y="101545"/>
                  <a:pt x="5690" y="102614"/>
                </a:cubicBezTo>
                <a:cubicBezTo>
                  <a:pt x="5690" y="105101"/>
                  <a:pt x="7472" y="106523"/>
                  <a:pt x="9252" y="106523"/>
                </a:cubicBezTo>
                <a:cubicBezTo>
                  <a:pt x="13162" y="106523"/>
                  <a:pt x="41631" y="79087"/>
                  <a:pt x="41631" y="373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B17BD190-2D3A-4B21-AB68-24E6381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238" y="1687047"/>
            <a:ext cx="130957" cy="161246"/>
          </a:xfrm>
          <a:custGeom xmlns:a="http://schemas.openxmlformats.org/drawingml/2006/main">
            <a:pathLst>
              <a:path w="130957" h="161246">
                <a:moveTo>
                  <a:pt x="120635" y="24315"/>
                </a:moveTo>
                <a:cubicBezTo>
                  <a:pt x="110671" y="24674"/>
                  <a:pt x="103553" y="32504"/>
                  <a:pt x="103553" y="40333"/>
                </a:cubicBezTo>
                <a:cubicBezTo>
                  <a:pt x="103553" y="45318"/>
                  <a:pt x="106757" y="50655"/>
                  <a:pt x="114586" y="50655"/>
                </a:cubicBezTo>
                <a:cubicBezTo>
                  <a:pt x="122415" y="50655"/>
                  <a:pt x="130957" y="44606"/>
                  <a:pt x="130957" y="30728"/>
                </a:cubicBezTo>
                <a:cubicBezTo>
                  <a:pt x="130957" y="14639"/>
                  <a:pt x="115656" y="0"/>
                  <a:pt x="88609" y="0"/>
                </a:cubicBezTo>
                <a:cubicBezTo>
                  <a:pt x="41636" y="0"/>
                  <a:pt x="28468" y="36418"/>
                  <a:pt x="28468" y="52072"/>
                </a:cubicBezTo>
                <a:cubicBezTo>
                  <a:pt x="28468" y="79776"/>
                  <a:pt x="54803" y="85102"/>
                  <a:pt x="65120" y="87232"/>
                </a:cubicBezTo>
                <a:cubicBezTo>
                  <a:pt x="83624" y="90782"/>
                  <a:pt x="102130" y="94692"/>
                  <a:pt x="102130" y="114244"/>
                </a:cubicBezTo>
                <a:cubicBezTo>
                  <a:pt x="102130" y="123498"/>
                  <a:pt x="93948" y="153422"/>
                  <a:pt x="51247" y="153422"/>
                </a:cubicBezTo>
                <a:cubicBezTo>
                  <a:pt x="46262" y="153422"/>
                  <a:pt x="18862" y="153422"/>
                  <a:pt x="10674" y="134531"/>
                </a:cubicBezTo>
                <a:cubicBezTo>
                  <a:pt x="24201" y="136311"/>
                  <a:pt x="33094" y="125632"/>
                  <a:pt x="33094" y="115667"/>
                </a:cubicBezTo>
                <a:cubicBezTo>
                  <a:pt x="33094" y="107485"/>
                  <a:pt x="27404" y="103212"/>
                  <a:pt x="19928" y="103212"/>
                </a:cubicBezTo>
                <a:cubicBezTo>
                  <a:pt x="10674" y="103212"/>
                  <a:pt x="0" y="110688"/>
                  <a:pt x="0" y="126702"/>
                </a:cubicBezTo>
                <a:cubicBezTo>
                  <a:pt x="0" y="147004"/>
                  <a:pt x="20285" y="161246"/>
                  <a:pt x="50888" y="161246"/>
                </a:cubicBezTo>
                <a:cubicBezTo>
                  <a:pt x="108537" y="161246"/>
                  <a:pt x="122415" y="118160"/>
                  <a:pt x="122415" y="102148"/>
                </a:cubicBezTo>
                <a:cubicBezTo>
                  <a:pt x="122415" y="89365"/>
                  <a:pt x="115656" y="80488"/>
                  <a:pt x="111383" y="76225"/>
                </a:cubicBezTo>
                <a:cubicBezTo>
                  <a:pt x="101777" y="66278"/>
                  <a:pt x="91455" y="64502"/>
                  <a:pt x="75801" y="61309"/>
                </a:cubicBezTo>
                <a:cubicBezTo>
                  <a:pt x="62986" y="58469"/>
                  <a:pt x="48754" y="55982"/>
                  <a:pt x="48754" y="39980"/>
                </a:cubicBezTo>
                <a:cubicBezTo>
                  <a:pt x="48754" y="29658"/>
                  <a:pt x="57296" y="7829"/>
                  <a:pt x="88609" y="7829"/>
                </a:cubicBezTo>
                <a:cubicBezTo>
                  <a:pt x="97504" y="7829"/>
                  <a:pt x="115298" y="10338"/>
                  <a:pt x="120635" y="243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3DC9F491-7713-4975-ACC1-848FE00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344" y="1663480"/>
            <a:ext cx="144831" cy="161246"/>
          </a:xfrm>
          <a:custGeom xmlns:a="http://schemas.openxmlformats.org/drawingml/2006/main">
            <a:pathLst>
              <a:path w="144831" h="161246">
                <a:moveTo>
                  <a:pt x="20997" y="136333"/>
                </a:moveTo>
                <a:cubicBezTo>
                  <a:pt x="19928" y="141672"/>
                  <a:pt x="17794" y="149860"/>
                  <a:pt x="17794" y="151640"/>
                </a:cubicBezTo>
                <a:cubicBezTo>
                  <a:pt x="17794" y="158048"/>
                  <a:pt x="22773" y="161246"/>
                  <a:pt x="28112" y="161246"/>
                </a:cubicBezTo>
                <a:cubicBezTo>
                  <a:pt x="32385" y="161246"/>
                  <a:pt x="38787" y="158400"/>
                  <a:pt x="41278" y="151283"/>
                </a:cubicBezTo>
                <a:cubicBezTo>
                  <a:pt x="41990" y="149860"/>
                  <a:pt x="54093" y="101447"/>
                  <a:pt x="55516" y="95039"/>
                </a:cubicBezTo>
                <a:cubicBezTo>
                  <a:pt x="58361" y="83294"/>
                  <a:pt x="64768" y="58377"/>
                  <a:pt x="66903" y="48766"/>
                </a:cubicBezTo>
                <a:cubicBezTo>
                  <a:pt x="68324" y="44134"/>
                  <a:pt x="78289" y="27410"/>
                  <a:pt x="86830" y="19586"/>
                </a:cubicBezTo>
                <a:cubicBezTo>
                  <a:pt x="89675" y="17093"/>
                  <a:pt x="99997" y="7829"/>
                  <a:pt x="115298" y="7829"/>
                </a:cubicBezTo>
                <a:cubicBezTo>
                  <a:pt x="124552" y="7829"/>
                  <a:pt x="129889" y="12108"/>
                  <a:pt x="130242" y="12108"/>
                </a:cubicBezTo>
                <a:cubicBezTo>
                  <a:pt x="119567" y="13890"/>
                  <a:pt x="111737" y="22432"/>
                  <a:pt x="111737" y="31684"/>
                </a:cubicBezTo>
                <a:cubicBezTo>
                  <a:pt x="111737" y="37374"/>
                  <a:pt x="115651" y="44134"/>
                  <a:pt x="125263" y="44134"/>
                </a:cubicBezTo>
                <a:cubicBezTo>
                  <a:pt x="134868" y="44134"/>
                  <a:pt x="144831" y="35951"/>
                  <a:pt x="144831" y="23142"/>
                </a:cubicBezTo>
                <a:cubicBezTo>
                  <a:pt x="144831" y="10687"/>
                  <a:pt x="133445" y="0"/>
                  <a:pt x="115298" y="0"/>
                </a:cubicBezTo>
                <a:cubicBezTo>
                  <a:pt x="92167" y="0"/>
                  <a:pt x="76507" y="17447"/>
                  <a:pt x="69747" y="27410"/>
                </a:cubicBezTo>
                <a:cubicBezTo>
                  <a:pt x="66903" y="11398"/>
                  <a:pt x="54093" y="0"/>
                  <a:pt x="37364" y="0"/>
                </a:cubicBezTo>
                <a:cubicBezTo>
                  <a:pt x="20997" y="0"/>
                  <a:pt x="14232" y="13890"/>
                  <a:pt x="11034" y="20297"/>
                </a:cubicBezTo>
                <a:cubicBezTo>
                  <a:pt x="4626" y="32395"/>
                  <a:pt x="0" y="53751"/>
                  <a:pt x="0" y="54815"/>
                </a:cubicBezTo>
                <a:cubicBezTo>
                  <a:pt x="0" y="58377"/>
                  <a:pt x="3556" y="58377"/>
                  <a:pt x="4269" y="58377"/>
                </a:cubicBezTo>
                <a:cubicBezTo>
                  <a:pt x="7831" y="58377"/>
                  <a:pt x="8184" y="58018"/>
                  <a:pt x="10322" y="50189"/>
                </a:cubicBezTo>
                <a:cubicBezTo>
                  <a:pt x="16371" y="24923"/>
                  <a:pt x="23485" y="7829"/>
                  <a:pt x="36299" y="7829"/>
                </a:cubicBezTo>
                <a:cubicBezTo>
                  <a:pt x="42348" y="7829"/>
                  <a:pt x="47327" y="10687"/>
                  <a:pt x="47327" y="24206"/>
                </a:cubicBezTo>
                <a:cubicBezTo>
                  <a:pt x="47327" y="31684"/>
                  <a:pt x="46263" y="35598"/>
                  <a:pt x="41637" y="54104"/>
                </a:cubicBezTo>
                <a:lnTo>
                  <a:pt x="20997" y="1363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9201DB78-0A5C-4153-994B-C840A194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149" y="1553059"/>
            <a:ext cx="62525" cy="129040"/>
          </a:xfrm>
          <a:custGeom xmlns:a="http://schemas.openxmlformats.org/drawingml/2006/main">
            <a:pathLst>
              <a:path w="62525" h="129040">
                <a:moveTo>
                  <a:pt x="60283" y="21672"/>
                </a:moveTo>
                <a:cubicBezTo>
                  <a:pt x="62274" y="17438"/>
                  <a:pt x="62525" y="15442"/>
                  <a:pt x="62525" y="13701"/>
                </a:cubicBezTo>
                <a:cubicBezTo>
                  <a:pt x="62525" y="5978"/>
                  <a:pt x="55550" y="0"/>
                  <a:pt x="47827" y="0"/>
                </a:cubicBezTo>
                <a:cubicBezTo>
                  <a:pt x="38362" y="0"/>
                  <a:pt x="35371" y="7723"/>
                  <a:pt x="34129" y="11706"/>
                </a:cubicBezTo>
                <a:lnTo>
                  <a:pt x="1247" y="119577"/>
                </a:lnTo>
                <a:cubicBezTo>
                  <a:pt x="996" y="120074"/>
                  <a:pt x="0" y="123312"/>
                  <a:pt x="0" y="123564"/>
                </a:cubicBezTo>
                <a:cubicBezTo>
                  <a:pt x="0" y="126550"/>
                  <a:pt x="7723" y="129040"/>
                  <a:pt x="9715" y="129040"/>
                </a:cubicBezTo>
                <a:cubicBezTo>
                  <a:pt x="11460" y="129040"/>
                  <a:pt x="11707" y="128543"/>
                  <a:pt x="13451" y="124806"/>
                </a:cubicBezTo>
                <a:lnTo>
                  <a:pt x="60283" y="216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C97FEFB9-4F49-437C-9C0B-8BD61E85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9" y="1783188"/>
            <a:ext cx="41631" cy="106523"/>
          </a:xfrm>
          <a:custGeom xmlns:a="http://schemas.openxmlformats.org/drawingml/2006/main">
            <a:pathLst>
              <a:path w="41631" h="106523">
                <a:moveTo>
                  <a:pt x="41631" y="37363"/>
                </a:moveTo>
                <a:cubicBezTo>
                  <a:pt x="41631" y="13879"/>
                  <a:pt x="32736" y="0"/>
                  <a:pt x="18858" y="0"/>
                </a:cubicBezTo>
                <a:cubicBezTo>
                  <a:pt x="7113" y="0"/>
                  <a:pt x="0" y="8893"/>
                  <a:pt x="0" y="18858"/>
                </a:cubicBezTo>
                <a:cubicBezTo>
                  <a:pt x="0" y="28469"/>
                  <a:pt x="7113" y="37716"/>
                  <a:pt x="18858" y="37716"/>
                </a:cubicBezTo>
                <a:cubicBezTo>
                  <a:pt x="23126" y="37716"/>
                  <a:pt x="27753" y="36293"/>
                  <a:pt x="31313" y="33095"/>
                </a:cubicBezTo>
                <a:cubicBezTo>
                  <a:pt x="32379" y="32379"/>
                  <a:pt x="32736" y="32026"/>
                  <a:pt x="33090" y="32026"/>
                </a:cubicBezTo>
                <a:cubicBezTo>
                  <a:pt x="33449" y="32026"/>
                  <a:pt x="33806" y="32379"/>
                  <a:pt x="33806" y="37363"/>
                </a:cubicBezTo>
                <a:cubicBezTo>
                  <a:pt x="33806" y="63752"/>
                  <a:pt x="21350" y="85146"/>
                  <a:pt x="9606" y="96913"/>
                </a:cubicBezTo>
                <a:cubicBezTo>
                  <a:pt x="5690" y="100833"/>
                  <a:pt x="5690" y="101545"/>
                  <a:pt x="5690" y="102614"/>
                </a:cubicBezTo>
                <a:cubicBezTo>
                  <a:pt x="5690" y="105101"/>
                  <a:pt x="7472" y="106523"/>
                  <a:pt x="9252" y="106523"/>
                </a:cubicBezTo>
                <a:cubicBezTo>
                  <a:pt x="13162" y="106523"/>
                  <a:pt x="41631" y="79087"/>
                  <a:pt x="41631" y="373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C6614CCF-7377-4408-AEE9-FC29F0EB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40" y="1663480"/>
            <a:ext cx="130957" cy="161246"/>
          </a:xfrm>
          <a:custGeom xmlns:a="http://schemas.openxmlformats.org/drawingml/2006/main">
            <a:pathLst>
              <a:path w="130957" h="161246">
                <a:moveTo>
                  <a:pt x="120635" y="24315"/>
                </a:moveTo>
                <a:cubicBezTo>
                  <a:pt x="110671" y="24674"/>
                  <a:pt x="103553" y="32504"/>
                  <a:pt x="103553" y="40333"/>
                </a:cubicBezTo>
                <a:cubicBezTo>
                  <a:pt x="103553" y="45318"/>
                  <a:pt x="106757" y="50655"/>
                  <a:pt x="114586" y="50655"/>
                </a:cubicBezTo>
                <a:cubicBezTo>
                  <a:pt x="122415" y="50655"/>
                  <a:pt x="130957" y="44606"/>
                  <a:pt x="130957" y="30728"/>
                </a:cubicBezTo>
                <a:cubicBezTo>
                  <a:pt x="130957" y="14639"/>
                  <a:pt x="115656" y="0"/>
                  <a:pt x="88609" y="0"/>
                </a:cubicBezTo>
                <a:cubicBezTo>
                  <a:pt x="41636" y="0"/>
                  <a:pt x="28468" y="36418"/>
                  <a:pt x="28468" y="52072"/>
                </a:cubicBezTo>
                <a:cubicBezTo>
                  <a:pt x="28468" y="79776"/>
                  <a:pt x="54803" y="85102"/>
                  <a:pt x="65120" y="87232"/>
                </a:cubicBezTo>
                <a:cubicBezTo>
                  <a:pt x="83626" y="90782"/>
                  <a:pt x="102130" y="94692"/>
                  <a:pt x="102130" y="114244"/>
                </a:cubicBezTo>
                <a:cubicBezTo>
                  <a:pt x="102130" y="123498"/>
                  <a:pt x="93948" y="153422"/>
                  <a:pt x="51247" y="153422"/>
                </a:cubicBezTo>
                <a:cubicBezTo>
                  <a:pt x="46262" y="153422"/>
                  <a:pt x="18862" y="153422"/>
                  <a:pt x="10674" y="134531"/>
                </a:cubicBezTo>
                <a:cubicBezTo>
                  <a:pt x="24201" y="136311"/>
                  <a:pt x="33094" y="125632"/>
                  <a:pt x="33094" y="115667"/>
                </a:cubicBezTo>
                <a:cubicBezTo>
                  <a:pt x="33094" y="107485"/>
                  <a:pt x="27404" y="103212"/>
                  <a:pt x="19928" y="103212"/>
                </a:cubicBezTo>
                <a:cubicBezTo>
                  <a:pt x="10674" y="103212"/>
                  <a:pt x="0" y="110688"/>
                  <a:pt x="0" y="126702"/>
                </a:cubicBezTo>
                <a:cubicBezTo>
                  <a:pt x="0" y="147004"/>
                  <a:pt x="20285" y="161246"/>
                  <a:pt x="50888" y="161246"/>
                </a:cubicBezTo>
                <a:cubicBezTo>
                  <a:pt x="108537" y="161246"/>
                  <a:pt x="122415" y="118160"/>
                  <a:pt x="122415" y="102148"/>
                </a:cubicBezTo>
                <a:cubicBezTo>
                  <a:pt x="122415" y="89365"/>
                  <a:pt x="115656" y="80488"/>
                  <a:pt x="111383" y="76225"/>
                </a:cubicBezTo>
                <a:cubicBezTo>
                  <a:pt x="101777" y="66278"/>
                  <a:pt x="91455" y="64502"/>
                  <a:pt x="75801" y="61309"/>
                </a:cubicBezTo>
                <a:cubicBezTo>
                  <a:pt x="62986" y="58469"/>
                  <a:pt x="48754" y="55982"/>
                  <a:pt x="48754" y="39980"/>
                </a:cubicBezTo>
                <a:cubicBezTo>
                  <a:pt x="48754" y="29658"/>
                  <a:pt x="57296" y="7829"/>
                  <a:pt x="88609" y="7829"/>
                </a:cubicBezTo>
                <a:cubicBezTo>
                  <a:pt x="97504" y="7829"/>
                  <a:pt x="115298" y="10339"/>
                  <a:pt x="120635" y="243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6399A803-5E47-4979-8A6F-36F43D4D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772" y="1553059"/>
            <a:ext cx="62525" cy="129040"/>
          </a:xfrm>
          <a:custGeom xmlns:a="http://schemas.openxmlformats.org/drawingml/2006/main">
            <a:pathLst>
              <a:path w="62525" h="129040">
                <a:moveTo>
                  <a:pt x="60283" y="21672"/>
                </a:moveTo>
                <a:cubicBezTo>
                  <a:pt x="62274" y="17438"/>
                  <a:pt x="62525" y="15442"/>
                  <a:pt x="62525" y="13701"/>
                </a:cubicBezTo>
                <a:cubicBezTo>
                  <a:pt x="62525" y="5978"/>
                  <a:pt x="55550" y="0"/>
                  <a:pt x="47827" y="0"/>
                </a:cubicBezTo>
                <a:cubicBezTo>
                  <a:pt x="38362" y="0"/>
                  <a:pt x="35371" y="7723"/>
                  <a:pt x="34129" y="11706"/>
                </a:cubicBezTo>
                <a:lnTo>
                  <a:pt x="1247" y="119577"/>
                </a:lnTo>
                <a:cubicBezTo>
                  <a:pt x="996" y="120074"/>
                  <a:pt x="0" y="123312"/>
                  <a:pt x="0" y="123564"/>
                </a:cubicBezTo>
                <a:cubicBezTo>
                  <a:pt x="0" y="126550"/>
                  <a:pt x="7723" y="129040"/>
                  <a:pt x="9715" y="129040"/>
                </a:cubicBezTo>
                <a:cubicBezTo>
                  <a:pt x="11460" y="129040"/>
                  <a:pt x="11707" y="128543"/>
                  <a:pt x="13451" y="124806"/>
                </a:cubicBezTo>
                <a:lnTo>
                  <a:pt x="60283" y="216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5AF3BFF2-5A94-4060-BB27-64DBC608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011" y="1783188"/>
            <a:ext cx="41631" cy="106523"/>
          </a:xfrm>
          <a:custGeom xmlns:a="http://schemas.openxmlformats.org/drawingml/2006/main">
            <a:pathLst>
              <a:path w="41631" h="106523">
                <a:moveTo>
                  <a:pt x="41631" y="37363"/>
                </a:moveTo>
                <a:cubicBezTo>
                  <a:pt x="41631" y="13879"/>
                  <a:pt x="32736" y="0"/>
                  <a:pt x="18858" y="0"/>
                </a:cubicBezTo>
                <a:cubicBezTo>
                  <a:pt x="7113" y="0"/>
                  <a:pt x="0" y="8893"/>
                  <a:pt x="0" y="18858"/>
                </a:cubicBezTo>
                <a:cubicBezTo>
                  <a:pt x="0" y="28469"/>
                  <a:pt x="7113" y="37716"/>
                  <a:pt x="18858" y="37716"/>
                </a:cubicBezTo>
                <a:cubicBezTo>
                  <a:pt x="23126" y="37716"/>
                  <a:pt x="27753" y="36293"/>
                  <a:pt x="31313" y="33095"/>
                </a:cubicBezTo>
                <a:cubicBezTo>
                  <a:pt x="32379" y="32379"/>
                  <a:pt x="32736" y="32026"/>
                  <a:pt x="33090" y="32026"/>
                </a:cubicBezTo>
                <a:cubicBezTo>
                  <a:pt x="33449" y="32026"/>
                  <a:pt x="33806" y="32379"/>
                  <a:pt x="33806" y="37363"/>
                </a:cubicBezTo>
                <a:cubicBezTo>
                  <a:pt x="33806" y="63752"/>
                  <a:pt x="21350" y="85146"/>
                  <a:pt x="9606" y="96913"/>
                </a:cubicBezTo>
                <a:cubicBezTo>
                  <a:pt x="5690" y="100833"/>
                  <a:pt x="5690" y="101545"/>
                  <a:pt x="5690" y="102614"/>
                </a:cubicBezTo>
                <a:cubicBezTo>
                  <a:pt x="5690" y="105101"/>
                  <a:pt x="7472" y="106523"/>
                  <a:pt x="9252" y="106523"/>
                </a:cubicBezTo>
                <a:cubicBezTo>
                  <a:pt x="13162" y="106523"/>
                  <a:pt x="41631" y="79087"/>
                  <a:pt x="41631" y="373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3501F2AF-DD2C-4495-B6C4-D9CE0EB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383" y="1663480"/>
            <a:ext cx="186826" cy="233877"/>
          </a:xfrm>
          <a:custGeom xmlns:a="http://schemas.openxmlformats.org/drawingml/2006/main">
            <a:pathLst>
              <a:path w="186826" h="233877">
                <a:moveTo>
                  <a:pt x="8183" y="66919"/>
                </a:moveTo>
                <a:cubicBezTo>
                  <a:pt x="22061" y="25982"/>
                  <a:pt x="60852" y="25623"/>
                  <a:pt x="64768" y="25623"/>
                </a:cubicBezTo>
                <a:cubicBezTo>
                  <a:pt x="118501" y="25623"/>
                  <a:pt x="122417" y="87921"/>
                  <a:pt x="122417" y="116048"/>
                </a:cubicBezTo>
                <a:cubicBezTo>
                  <a:pt x="122417" y="137762"/>
                  <a:pt x="120635" y="143817"/>
                  <a:pt x="118142" y="150934"/>
                </a:cubicBezTo>
                <a:cubicBezTo>
                  <a:pt x="110313" y="176922"/>
                  <a:pt x="99638" y="218216"/>
                  <a:pt x="99638" y="227474"/>
                </a:cubicBezTo>
                <a:cubicBezTo>
                  <a:pt x="99638" y="231390"/>
                  <a:pt x="101420" y="233877"/>
                  <a:pt x="104264" y="233877"/>
                </a:cubicBezTo>
                <a:cubicBezTo>
                  <a:pt x="108890" y="233877"/>
                  <a:pt x="111736" y="226052"/>
                  <a:pt x="115651" y="212520"/>
                </a:cubicBezTo>
                <a:cubicBezTo>
                  <a:pt x="123838" y="182618"/>
                  <a:pt x="127396" y="162327"/>
                  <a:pt x="128818" y="151293"/>
                </a:cubicBezTo>
                <a:cubicBezTo>
                  <a:pt x="129530" y="146661"/>
                  <a:pt x="130241" y="142035"/>
                  <a:pt x="131669" y="137409"/>
                </a:cubicBezTo>
                <a:cubicBezTo>
                  <a:pt x="143055" y="102164"/>
                  <a:pt x="165829" y="49119"/>
                  <a:pt x="180060" y="20997"/>
                </a:cubicBezTo>
                <a:cubicBezTo>
                  <a:pt x="182553" y="16730"/>
                  <a:pt x="186826" y="8899"/>
                  <a:pt x="186826" y="7478"/>
                </a:cubicBezTo>
                <a:cubicBezTo>
                  <a:pt x="186826" y="3915"/>
                  <a:pt x="183264" y="3915"/>
                  <a:pt x="182553" y="3915"/>
                </a:cubicBezTo>
                <a:cubicBezTo>
                  <a:pt x="181487" y="3915"/>
                  <a:pt x="179348" y="3915"/>
                  <a:pt x="178284" y="6408"/>
                </a:cubicBezTo>
                <a:cubicBezTo>
                  <a:pt x="159779" y="40220"/>
                  <a:pt x="145542" y="75818"/>
                  <a:pt x="131310" y="111775"/>
                </a:cubicBezTo>
                <a:cubicBezTo>
                  <a:pt x="130953" y="100741"/>
                  <a:pt x="130600" y="73684"/>
                  <a:pt x="116721" y="39150"/>
                </a:cubicBezTo>
                <a:cubicBezTo>
                  <a:pt x="108179" y="17441"/>
                  <a:pt x="93948" y="0"/>
                  <a:pt x="69394" y="0"/>
                </a:cubicBezTo>
                <a:cubicBezTo>
                  <a:pt x="24911" y="0"/>
                  <a:pt x="0" y="54104"/>
                  <a:pt x="0" y="65137"/>
                </a:cubicBezTo>
                <a:cubicBezTo>
                  <a:pt x="0" y="68699"/>
                  <a:pt x="3203" y="68699"/>
                  <a:pt x="6760" y="68699"/>
                </a:cubicBezTo>
                <a:lnTo>
                  <a:pt x="8183" y="669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5180AC66-7A00-409A-AF81-A2EBA17A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693" y="1553059"/>
            <a:ext cx="62525" cy="129040"/>
          </a:xfrm>
          <a:custGeom xmlns:a="http://schemas.openxmlformats.org/drawingml/2006/main">
            <a:pathLst>
              <a:path w="62525" h="129040">
                <a:moveTo>
                  <a:pt x="60283" y="21672"/>
                </a:moveTo>
                <a:cubicBezTo>
                  <a:pt x="62274" y="17438"/>
                  <a:pt x="62525" y="15442"/>
                  <a:pt x="62525" y="13701"/>
                </a:cubicBezTo>
                <a:cubicBezTo>
                  <a:pt x="62525" y="5978"/>
                  <a:pt x="55550" y="0"/>
                  <a:pt x="47827" y="0"/>
                </a:cubicBezTo>
                <a:cubicBezTo>
                  <a:pt x="38362" y="0"/>
                  <a:pt x="35371" y="7723"/>
                  <a:pt x="34129" y="11706"/>
                </a:cubicBezTo>
                <a:lnTo>
                  <a:pt x="1247" y="119577"/>
                </a:lnTo>
                <a:cubicBezTo>
                  <a:pt x="996" y="120074"/>
                  <a:pt x="0" y="123312"/>
                  <a:pt x="0" y="123564"/>
                </a:cubicBezTo>
                <a:cubicBezTo>
                  <a:pt x="0" y="126550"/>
                  <a:pt x="7723" y="129040"/>
                  <a:pt x="9715" y="129040"/>
                </a:cubicBezTo>
                <a:cubicBezTo>
                  <a:pt x="11460" y="129040"/>
                  <a:pt x="11707" y="128543"/>
                  <a:pt x="13451" y="124806"/>
                </a:cubicBezTo>
                <a:lnTo>
                  <a:pt x="60283" y="216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2149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2026-10-09T20:26:37.5440000Z</dcterms:created>
  <dcterms:modified xsi:type="dcterms:W3CDTF">2026-10-09T20:26:37.5440000Z</dcterms:modified>
</coreProperties>
</file>