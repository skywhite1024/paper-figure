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fc9108c2114667" /><Relationship Type="http://schemas.openxmlformats.org/officeDocument/2006/relationships/extended-properties" Target="/docProps/app.xml" Id="R841faca3c0b749be" /><Relationship Type="http://schemas.openxmlformats.org/officeDocument/2006/relationships/officeDocument" Target="/ppt/presentation.xml" Id="R7357dcdc1bdd4c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63330e0374488"/>
  </p:sldMasterIdLst>
  <p:notesMasterIdLst>
    <p:notesMasterId xmlns:r="http://schemas.openxmlformats.org/officeDocument/2006/relationships" r:id="Rbfb180ca54534533"/>
  </p:notesMasterIdLst>
  <p:sldIdLst>
    <p:sldId xmlns:r="http://schemas.openxmlformats.org/officeDocument/2006/relationships" id="256" r:id="Rc9a1d2a6a81f4c4f"/>
  </p:sldIdLst>
  <p:sldSz cx="7086600" cy="6686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8a69ac1314bb2" /><Relationship Type="http://schemas.openxmlformats.org/officeDocument/2006/relationships/slideMaster" Target="/ppt/slideMasters/slideMaster1.xml" Id="R14263330e0374488" /><Relationship Type="http://schemas.openxmlformats.org/officeDocument/2006/relationships/notesMaster" Target="/ppt/notesMasters/notesMaster1.xml" Id="Rbfb180ca54534533" /><Relationship Type="http://schemas.openxmlformats.org/officeDocument/2006/relationships/presProps" Target="/ppt/presProps.xml" Id="R8f8ea95558874ca6" /><Relationship Type="http://schemas.openxmlformats.org/officeDocument/2006/relationships/tableStyles" Target="/ppt/tableStyles.xml" Id="R5de4667dfc8e45ef" /><Relationship Type="http://schemas.openxmlformats.org/officeDocument/2006/relationships/slide" Target="/ppt/slides/slide1.xml" Id="Rc9a1d2a6a81f4c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5b246c0404b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e8ef204da149db" /><Relationship Type="http://schemas.openxmlformats.org/officeDocument/2006/relationships/notesMaster" Target="/ppt/notesMasters/notesMaster1.xml" Id="Rbd9e94a2748543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"Active Task Randomization: Learning Robust Skills via Unsupervised Generation of Diverse and Feasible Tasks",</a:t>
            </a:r>
          </a:p>
          <a:p xmlns:a="http://schemas.openxmlformats.org/drawingml/2006/main">
            <a:r>
              <a:t>  "paper_url": "https://arxiv.org/abs/2211.06134v2",</a:t>
            </a:r>
          </a:p>
          <a:p xmlns:a="http://schemas.openxmlformats.org/drawingml/2006/main">
            <a:r>
              <a:t>  "pdf_url": "https://arxiv.org/pdf/2211.06134v2",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"license": "unverified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Source ordinary labels were outlines, so they are manually replaced by native typeable text. Four original robot/task photos plus the small globe icon remain raster. All task-space dots, links, modules, plans and arrows are native; source layout retained.",</a:t>
            </a:r>
          </a:p>
          <a:p xmlns:a="http://schemas.openxmlformats.org/drawingml/2006/main">
            <a:r>
              <a:t>  "source_sha256": "c13ef30ae59aad2323d16791e9cfbaf22ad416aeaceb5062d054e93e9fe0556c",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311,</a:t>
            </a:r>
          </a:p>
          <a:p xmlns:a="http://schemas.openxmlformats.org/drawingml/2006/main">
            <a:r>
              <a:t>    146,</a:t>
            </a:r>
          </a:p>
          <a:p xmlns:a="http://schemas.openxmlformats.org/drawingml/2006/main">
            <a:r>
              <a:t>    559,</a:t>
            </a:r>
          </a:p>
          <a:p xmlns:a="http://schemas.openxmlformats.org/drawingml/2006/main">
            <a:r>
              <a:t>    380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"success-one",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52,</a:t>
            </a:r>
          </a:p>
          <a:p xmlns:a="http://schemas.openxmlformats.org/drawingml/2006/main">
            <a:r>
              <a:t>        160,</a:t>
            </a:r>
          </a:p>
          <a:p xmlns:a="http://schemas.openxmlformats.org/drawingml/2006/main">
            <a:r>
              <a:t>        148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training-task robot rendering; internal task objects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"success-two",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152,</a:t>
            </a:r>
          </a:p>
          <a:p xmlns:a="http://schemas.openxmlformats.org/drawingml/2006/main">
            <a:r>
              <a:t>        160,</a:t>
            </a:r>
          </a:p>
          <a:p xmlns:a="http://schemas.openxmlformats.org/drawingml/2006/main">
            <a:r>
              <a:t>        248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training-task robot rendering; internal task objects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"failure",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252,</a:t>
            </a:r>
          </a:p>
          <a:p xmlns:a="http://schemas.openxmlformats.org/drawingml/2006/main">
            <a:r>
              <a:t>        160,</a:t>
            </a:r>
          </a:p>
          <a:p xmlns:a="http://schemas.openxmlformats.org/drawingml/2006/main">
            <a:r>
              <a:t>        348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training-task robot rendering; internal task objects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"earth",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634,</a:t>
            </a:r>
          </a:p>
          <a:p xmlns:a="http://schemas.openxmlformats.org/drawingml/2006/main">
            <a:r>
              <a:t>        76,</a:t>
            </a:r>
          </a:p>
          <a:p xmlns:a="http://schemas.openxmlformats.org/drawingml/2006/main">
            <a:r>
              <a:t>        696,</a:t>
            </a:r>
          </a:p>
          <a:p xmlns:a="http://schemas.openxmlformats.org/drawingml/2006/main">
            <a:r>
              <a:t>        139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globe/environment icon"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"testing-photo",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20.87999999999994,</a:t>
            </a:r>
          </a:p>
          <a:p xmlns:a="http://schemas.openxmlformats.org/drawingml/2006/main">
            <a:r>
              <a:t>        411.40919999999994,</a:t>
            </a:r>
          </a:p>
          <a:p xmlns:a="http://schemas.openxmlformats.org/drawingml/2006/main">
            <a:r>
              <a:t>        293.805,</a:t>
            </a:r>
          </a:p>
          <a:p xmlns:a="http://schemas.openxmlformats.org/drawingml/2006/main">
            <a:r>
              <a:t>        631.7763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real-robot testing photograph; native caption overlay is separate"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56bfff3b94e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e70055cd141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d7cd9b47f4a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d22ec209d42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d351e071b49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bc9758bd040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7C3DEC-FEC8-4BDE-810B-0315FD707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660" y="2526030"/>
            <a:ext cx="5669280" cy="965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E761B3-38FD-4CCC-BF55-B8DBD6B755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2990" y="3677602"/>
            <a:ext cx="49606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8E821F-29CB-4A6A-8245-F95B97973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660" y="2786063"/>
            <a:ext cx="566928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04EEF3-E266-4CE4-99FA-2B6DA854B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8621" y="520065"/>
            <a:ext cx="6289358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F89307-FAAB-4E1B-A635-031081621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8621" y="1857375"/>
            <a:ext cx="6289358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287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03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20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436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153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869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586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302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019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CB7DFE-BF49-49F4-A2DD-081CEF995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8621" y="520065"/>
            <a:ext cx="6289358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1D9E17-9D75-4940-BB52-629DFDFCD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8621" y="1857375"/>
            <a:ext cx="2923223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287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03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20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436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153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869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586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302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019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7F3C85-7147-4A10-843D-D7F5BDC1EA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64756" y="1857375"/>
            <a:ext cx="2923223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287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03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20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436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153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869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586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302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019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3FBBE-72A9-4FFF-88B4-42E13760C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8621" y="520065"/>
            <a:ext cx="6289358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390B0F-C9E8-41E7-B4E2-56B429D09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8621" y="1857375"/>
            <a:ext cx="2923223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287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03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20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436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153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869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586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3029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0194" indent="-132874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dcfb78dd114cb8" /><Relationship Type="http://schemas.openxmlformats.org/officeDocument/2006/relationships/slideLayout" Target="/ppt/slideLayouts/slideLayout1.xml" Id="R7f96e8da9fc64c08" /><Relationship Type="http://schemas.openxmlformats.org/officeDocument/2006/relationships/slideLayout" Target="/ppt/slideLayouts/slideLayout2.xml" Id="R2deab6ebf39a4688" /><Relationship Type="http://schemas.openxmlformats.org/officeDocument/2006/relationships/slideLayout" Target="/ppt/slideLayouts/slideLayout3.xml" Id="Re3b61df388db425a" /><Relationship Type="http://schemas.openxmlformats.org/officeDocument/2006/relationships/slideLayout" Target="/ppt/slideLayouts/slideLayout4.xml" Id="Re2040bdd054a44b2" /><Relationship Type="http://schemas.openxmlformats.org/officeDocument/2006/relationships/slideLayout" Target="/ppt/slideLayouts/slideLayout5.xml" Id="Ref14c0356b3447ab" /><Relationship Type="http://schemas.openxmlformats.org/officeDocument/2006/relationships/slideLayout" Target="/ppt/slideLayouts/slideLayout6.xml" Id="Rfe280bf72a4745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96e8da9fc64c08"/>
    <p:sldLayoutId xmlns:r="http://schemas.openxmlformats.org/officeDocument/2006/relationships" id="2147483650" r:id="R2deab6ebf39a4688"/>
    <p:sldLayoutId xmlns:r="http://schemas.openxmlformats.org/officeDocument/2006/relationships" id="2147483651" r:id="Re3b61df388db425a"/>
    <p:sldLayoutId xmlns:r="http://schemas.openxmlformats.org/officeDocument/2006/relationships" id="2147483652" r:id="Re2040bdd054a44b2"/>
    <p:sldLayoutId xmlns:r="http://schemas.openxmlformats.org/officeDocument/2006/relationships" id="2147483653" r:id="Ref14c0356b3447ab"/>
    <p:sldLayoutId xmlns:r="http://schemas.openxmlformats.org/officeDocument/2006/relationships" id="2147483654" r:id="Rfe280bf72a4745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7db8f2c1145ff" /><Relationship Type="http://schemas.openxmlformats.org/officeDocument/2006/relationships/image" Target="/ppt/media/image.png" Id="R9824fe769c8e48d2" /><Relationship Type="http://schemas.openxmlformats.org/officeDocument/2006/relationships/image" Target="/ppt/media/image2.png" Id="Rc73dee1d9472485b" /><Relationship Type="http://schemas.openxmlformats.org/officeDocument/2006/relationships/image" Target="/ppt/media/image3.png" Id="Rccb362cf9026490f" /><Relationship Type="http://schemas.openxmlformats.org/officeDocument/2006/relationships/image" Target="/ppt/media/image4.png" Id="Ra7913f5345fb4970" /><Relationship Type="http://schemas.openxmlformats.org/officeDocument/2006/relationships/image" Target="/ppt/media/image5.png" Id="R9ebb13c6ef664f8c" /><Relationship Type="http://schemas.openxmlformats.org/officeDocument/2006/relationships/notesSlide" Target="/ppt/notesSlides/notesSlide1.xml" Id="Rbcb9c5667ce5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training-panel">
            <a:extLst xmlns:a="http://schemas.openxmlformats.org/drawingml/2006/main">
              <a:ext uri="{FF2B5EF4-FFF2-40B4-BE49-F238E27FC236}">
                <a16:creationId xmlns:a16="http://schemas.microsoft.com/office/drawing/2014/main" id="{4960C6E0-B2D6-41B4-9330-86F1966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95250"/>
            <a:ext cx="69723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training-title">
            <a:extLst xmlns:a="http://schemas.openxmlformats.org/drawingml/2006/main">
              <a:ext uri="{FF2B5EF4-FFF2-40B4-BE49-F238E27FC236}">
                <a16:creationId xmlns:a16="http://schemas.microsoft.com/office/drawing/2014/main" id="{64515CF5-5E92-4D30-9A3D-08D10FC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33350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" name="task-space">
            <a:extLst xmlns:a="http://schemas.openxmlformats.org/drawingml/2006/main">
              <a:ext uri="{FF2B5EF4-FFF2-40B4-BE49-F238E27FC236}">
                <a16:creationId xmlns:a16="http://schemas.microsoft.com/office/drawing/2014/main" id="{B1658BB2-57CC-4CA7-AAD4-3674AB81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90500"/>
            <a:ext cx="2724150" cy="3057525"/>
          </a:xfrm>
          <a:custGeom xmlns:a="http://schemas.openxmlformats.org/drawingml/2006/main">
            <a:pathLst>
              <a:path w="2724150" h="3057525">
                <a:moveTo>
                  <a:pt x="476250" y="0"/>
                </a:moveTo>
                <a:lnTo>
                  <a:pt x="2247900" y="0"/>
                </a:lnTo>
                <a:cubicBezTo>
                  <a:pt x="2510926" y="0"/>
                  <a:pt x="2724150" y="213224"/>
                  <a:pt x="2724150" y="476250"/>
                </a:cubicBezTo>
                <a:lnTo>
                  <a:pt x="2724150" y="2581275"/>
                </a:lnTo>
                <a:cubicBezTo>
                  <a:pt x="2724150" y="2844301"/>
                  <a:pt x="2510926" y="3057525"/>
                  <a:pt x="2247900" y="3057525"/>
                </a:cubicBezTo>
                <a:lnTo>
                  <a:pt x="476250" y="3057525"/>
                </a:lnTo>
                <a:cubicBezTo>
                  <a:pt x="213224" y="3057525"/>
                  <a:pt x="0" y="2844301"/>
                  <a:pt x="0" y="2581275"/>
                </a:cubicBezTo>
                <a:lnTo>
                  <a:pt x="0" y="476250"/>
                </a:lnTo>
                <a:cubicBezTo>
                  <a:pt x="0" y="213224"/>
                  <a:pt x="213224" y="0"/>
                  <a:pt x="476250" y="0"/>
                </a:cubicBez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space-tail">
            <a:extLst xmlns:a="http://schemas.openxmlformats.org/drawingml/2006/main">
              <a:ext uri="{FF2B5EF4-FFF2-40B4-BE49-F238E27FC236}">
                <a16:creationId xmlns:a16="http://schemas.microsoft.com/office/drawing/2014/main" id="{ADA86A62-CF40-4F64-9CCF-64DF864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743075"/>
            <a:ext cx="342900" cy="619125"/>
          </a:xfrm>
          <a:custGeom xmlns:a="http://schemas.openxmlformats.org/drawingml/2006/main">
            <a:pathLst>
              <a:path w="342900" h="619125">
                <a:moveTo>
                  <a:pt x="0" y="371475"/>
                </a:moveTo>
                <a:lnTo>
                  <a:pt x="342900" y="0"/>
                </a:lnTo>
                <a:lnTo>
                  <a:pt x="114300" y="61912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D70B7-D0B8-4009-85A2-84BB28688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4fe769c8e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495300"/>
            <a:ext cx="13335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success-one">
            <a:extLst xmlns:a="http://schemas.openxmlformats.org/drawingml/2006/main">
              <a:ext uri="{FF2B5EF4-FFF2-40B4-BE49-F238E27FC236}">
                <a16:creationId xmlns:a16="http://schemas.microsoft.com/office/drawing/2014/main" id="{897F9313-A732-441D-96D9-90750A5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953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success-one-border">
            <a:extLst xmlns:a="http://schemas.openxmlformats.org/drawingml/2006/main">
              <a:ext uri="{FF2B5EF4-FFF2-40B4-BE49-F238E27FC236}">
                <a16:creationId xmlns:a16="http://schemas.microsoft.com/office/drawing/2014/main" id="{C9EA03A4-487F-4BC2-95B7-D8EA594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953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7AEE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FC679-BBA8-4BD9-AFB0-2B5EF1B4D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dee1d947248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1447800"/>
            <a:ext cx="1333500" cy="914400"/>
          </a:xfrm>
          <a:prstGeom xmlns:a="http://schemas.openxmlformats.org/drawingml/2006/main" prst="rect">
            <a:avLst/>
          </a:prstGeom>
        </p:spPr>
      </p:pic>
      <p:sp>
        <p:nvSpPr>
          <p:cNvPr id="9" name="success-two">
            <a:extLst xmlns:a="http://schemas.openxmlformats.org/drawingml/2006/main">
              <a:ext uri="{FF2B5EF4-FFF2-40B4-BE49-F238E27FC236}">
                <a16:creationId xmlns:a16="http://schemas.microsoft.com/office/drawing/2014/main" id="{1A8BD112-3BBC-4E06-8DBC-02CA7D0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4478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success-two-border">
            <a:extLst xmlns:a="http://schemas.openxmlformats.org/drawingml/2006/main">
              <a:ext uri="{FF2B5EF4-FFF2-40B4-BE49-F238E27FC236}">
                <a16:creationId xmlns:a16="http://schemas.microsoft.com/office/drawing/2014/main" id="{6309DB51-612A-4374-8E56-5A07D65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4478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A6E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4F4D-178D-492D-B1EA-8EF2BF017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62cf9026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2400300"/>
            <a:ext cx="1333500" cy="914400"/>
          </a:xfrm>
          <a:prstGeom xmlns:a="http://schemas.openxmlformats.org/drawingml/2006/main" prst="rect">
            <a:avLst/>
          </a:prstGeom>
        </p:spPr>
      </p:pic>
      <p:sp>
        <p:nvSpPr>
          <p:cNvPr id="12" name="failure">
            <a:extLst xmlns:a="http://schemas.openxmlformats.org/drawingml/2006/main">
              <a:ext uri="{FF2B5EF4-FFF2-40B4-BE49-F238E27FC236}">
                <a16:creationId xmlns:a16="http://schemas.microsoft.com/office/drawing/2014/main" id="{615BCB5B-7C54-4A6F-89AB-51F4154E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4003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failure-border">
            <a:extLst xmlns:a="http://schemas.openxmlformats.org/drawingml/2006/main">
              <a:ext uri="{FF2B5EF4-FFF2-40B4-BE49-F238E27FC236}">
                <a16:creationId xmlns:a16="http://schemas.microsoft.com/office/drawing/2014/main" id="{3D457A4A-7E70-4166-B7B2-3F16716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40030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4A0A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successful-tasks">
            <a:extLst xmlns:a="http://schemas.openxmlformats.org/drawingml/2006/main">
              <a:ext uri="{FF2B5EF4-FFF2-40B4-BE49-F238E27FC236}">
                <a16:creationId xmlns:a16="http://schemas.microsoft.com/office/drawing/2014/main" id="{29BAF5EA-EEA0-429D-9415-28B6E44F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190500"/>
            <a:ext cx="1495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6B9E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6B9EE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B9EEE"/>
                </a:solidFill>
                <a:latin typeface="Arial"/>
                <a:ea typeface="Arial"/>
                <a:cs typeface="Arial"/>
              </a:rPr>
              <a:t>successful</a:t>
            </a:r>
          </a:p>
          <a:p xmlns:a="http://schemas.openxmlformats.org/drawingml/2006/main">
            <a:pPr algn="ctr">
              <a:defRPr sz="1725" b="0" i="0">
                <a:solidFill>
                  <a:srgbClr val="6B9EE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B9EEE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15" name="failed-tasks">
            <a:extLst xmlns:a="http://schemas.openxmlformats.org/drawingml/2006/main">
              <a:ext uri="{FF2B5EF4-FFF2-40B4-BE49-F238E27FC236}">
                <a16:creationId xmlns:a16="http://schemas.microsoft.com/office/drawing/2014/main" id="{B44A5482-AC85-4B06-A5B7-7ABE3C9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1743075"/>
            <a:ext cx="771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E893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E8939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89395"/>
                </a:solidFill>
                <a:latin typeface="Arial"/>
                <a:ea typeface="Arial"/>
                <a:cs typeface="Arial"/>
              </a:rPr>
              <a:t>failed</a:t>
            </a:r>
          </a:p>
          <a:p xmlns:a="http://schemas.openxmlformats.org/drawingml/2006/main">
            <a:pPr algn="ctr">
              <a:defRPr sz="1725" b="0" i="0">
                <a:solidFill>
                  <a:srgbClr val="E8939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89395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16" name="task-space-label">
            <a:extLst xmlns:a="http://schemas.openxmlformats.org/drawingml/2006/main">
              <a:ext uri="{FF2B5EF4-FFF2-40B4-BE49-F238E27FC236}">
                <a16:creationId xmlns:a16="http://schemas.microsoft.com/office/drawing/2014/main" id="{3FE5FB26-D530-4055-A01A-857D733A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27813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space</a:t>
            </a:r>
          </a:p>
        </p:txBody>
      </p:sp>
      <p:sp>
        <p:nvSpPr>
          <p:cNvPr id="17" name="success-dot-0">
            <a:extLst xmlns:a="http://schemas.openxmlformats.org/drawingml/2006/main">
              <a:ext uri="{FF2B5EF4-FFF2-40B4-BE49-F238E27FC236}">
                <a16:creationId xmlns:a16="http://schemas.microsoft.com/office/drawing/2014/main" id="{799BA947-4164-44B9-B9FF-FB05D21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success-dot-1">
            <a:extLst xmlns:a="http://schemas.openxmlformats.org/drawingml/2006/main">
              <a:ext uri="{FF2B5EF4-FFF2-40B4-BE49-F238E27FC236}">
                <a16:creationId xmlns:a16="http://schemas.microsoft.com/office/drawing/2014/main" id="{9B904937-86F8-48E0-AF7F-0AA5350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58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success-dot-2">
            <a:extLst xmlns:a="http://schemas.openxmlformats.org/drawingml/2006/main">
              <a:ext uri="{FF2B5EF4-FFF2-40B4-BE49-F238E27FC236}">
                <a16:creationId xmlns:a16="http://schemas.microsoft.com/office/drawing/2014/main" id="{28C92A5C-DC40-493A-921A-E03372A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76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success-dot-3">
            <a:extLst xmlns:a="http://schemas.openxmlformats.org/drawingml/2006/main">
              <a:ext uri="{FF2B5EF4-FFF2-40B4-BE49-F238E27FC236}">
                <a16:creationId xmlns:a16="http://schemas.microsoft.com/office/drawing/2014/main" id="{691CE9AB-88D7-4BED-A351-E1DFEA2D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952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success-dot-4">
            <a:extLst xmlns:a="http://schemas.openxmlformats.org/drawingml/2006/main">
              <a:ext uri="{FF2B5EF4-FFF2-40B4-BE49-F238E27FC236}">
                <a16:creationId xmlns:a16="http://schemas.microsoft.com/office/drawing/2014/main" id="{C9C184BE-BDC1-4401-8AA8-B8912891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81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success-dot-5">
            <a:extLst xmlns:a="http://schemas.openxmlformats.org/drawingml/2006/main">
              <a:ext uri="{FF2B5EF4-FFF2-40B4-BE49-F238E27FC236}">
                <a16:creationId xmlns:a16="http://schemas.microsoft.com/office/drawing/2014/main" id="{262021EA-D4E9-41E6-B5A5-41D83EF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F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failure-dot-0">
            <a:extLst xmlns:a="http://schemas.openxmlformats.org/drawingml/2006/main">
              <a:ext uri="{FF2B5EF4-FFF2-40B4-BE49-F238E27FC236}">
                <a16:creationId xmlns:a16="http://schemas.microsoft.com/office/drawing/2014/main" id="{5BEC406C-0392-46BF-ABE6-39E2B5D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70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failure-dot-1">
            <a:extLst xmlns:a="http://schemas.openxmlformats.org/drawingml/2006/main">
              <a:ext uri="{FF2B5EF4-FFF2-40B4-BE49-F238E27FC236}">
                <a16:creationId xmlns:a16="http://schemas.microsoft.com/office/drawing/2014/main" id="{65D70A08-F493-4847-9338-42C71839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247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failure-dot-2">
            <a:extLst xmlns:a="http://schemas.openxmlformats.org/drawingml/2006/main">
              <a:ext uri="{FF2B5EF4-FFF2-40B4-BE49-F238E27FC236}">
                <a16:creationId xmlns:a16="http://schemas.microsoft.com/office/drawing/2014/main" id="{1F3AF3EA-C026-4F24-8048-9263BC6D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154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failure-dot-3">
            <a:extLst xmlns:a="http://schemas.openxmlformats.org/drawingml/2006/main">
              <a:ext uri="{FF2B5EF4-FFF2-40B4-BE49-F238E27FC236}">
                <a16:creationId xmlns:a16="http://schemas.microsoft.com/office/drawing/2014/main" id="{2DF1FC14-9260-46E6-93D7-7365CF3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failure-dot-4">
            <a:extLst xmlns:a="http://schemas.openxmlformats.org/drawingml/2006/main">
              <a:ext uri="{FF2B5EF4-FFF2-40B4-BE49-F238E27FC236}">
                <a16:creationId xmlns:a16="http://schemas.microsoft.com/office/drawing/2014/main" id="{F5084BC5-8D28-417E-8C52-DA020D4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2133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failure-dot-5">
            <a:extLst xmlns:a="http://schemas.openxmlformats.org/drawingml/2006/main">
              <a:ext uri="{FF2B5EF4-FFF2-40B4-BE49-F238E27FC236}">
                <a16:creationId xmlns:a16="http://schemas.microsoft.com/office/drawing/2014/main" id="{A4DBE0B6-F934-4BE0-BD54-66E9585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failure-dot-6">
            <a:extLst xmlns:a="http://schemas.openxmlformats.org/drawingml/2006/main">
              <a:ext uri="{FF2B5EF4-FFF2-40B4-BE49-F238E27FC236}">
                <a16:creationId xmlns:a16="http://schemas.microsoft.com/office/drawing/2014/main" id="{5D67D9E6-9879-4B84-AE1C-9E7DCDA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657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8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selected-state-ring">
            <a:extLst xmlns:a="http://schemas.openxmlformats.org/drawingml/2006/main">
              <a:ext uri="{FF2B5EF4-FFF2-40B4-BE49-F238E27FC236}">
                <a16:creationId xmlns:a16="http://schemas.microsoft.com/office/drawing/2014/main" id="{C33C75B5-04C2-43EE-B672-D086873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1457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F7FE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selected-state">
            <a:extLst xmlns:a="http://schemas.openxmlformats.org/drawingml/2006/main">
              <a:ext uri="{FF2B5EF4-FFF2-40B4-BE49-F238E27FC236}">
                <a16:creationId xmlns:a16="http://schemas.microsoft.com/office/drawing/2014/main" id="{8F326631-DFD4-4F44-AE5C-CF671F61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48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success-trace-one">
            <a:extLst xmlns:a="http://schemas.openxmlformats.org/drawingml/2006/main">
              <a:ext uri="{FF2B5EF4-FFF2-40B4-BE49-F238E27FC236}">
                <a16:creationId xmlns:a16="http://schemas.microsoft.com/office/drawing/2014/main" id="{619565C2-B290-4711-B127-7EE029DE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14375"/>
            <a:ext cx="457200" cy="228600"/>
          </a:xfrm>
          <a:custGeom xmlns:a="http://schemas.openxmlformats.org/drawingml/2006/main">
            <a:pathLst>
              <a:path w="457200" h="228600">
                <a:moveTo>
                  <a:pt x="0" y="228600"/>
                </a:moveTo>
                <a:lnTo>
                  <a:pt x="219075" y="228600"/>
                </a:lnTo>
                <a:lnTo>
                  <a:pt x="219075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6A3EB"/>
            </a:solidFill>
            <a:prstDash val="solid"/>
          </a:ln>
        </p:spPr>
      </p:sp>
      <p:sp>
        <p:nvSpPr>
          <p:cNvPr id="33" name="success-trace-two">
            <a:extLst xmlns:a="http://schemas.openxmlformats.org/drawingml/2006/main">
              <a:ext uri="{FF2B5EF4-FFF2-40B4-BE49-F238E27FC236}">
                <a16:creationId xmlns:a16="http://schemas.microsoft.com/office/drawing/2014/main" id="{E6205F5A-DB0B-473E-86CA-C5FFBB6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543050"/>
            <a:ext cx="1019175" cy="352425"/>
          </a:xfrm>
          <a:custGeom xmlns:a="http://schemas.openxmlformats.org/drawingml/2006/main">
            <a:pathLst>
              <a:path w="1019175" h="352425">
                <a:moveTo>
                  <a:pt x="0" y="352425"/>
                </a:moveTo>
                <a:lnTo>
                  <a:pt x="504825" y="352425"/>
                </a:lnTo>
                <a:lnTo>
                  <a:pt x="504825" y="0"/>
                </a:ln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F7FEF"/>
            </a:solidFill>
            <a:prstDash val="solid"/>
          </a:ln>
        </p:spPr>
      </p:sp>
      <p:sp>
        <p:nvSpPr>
          <p:cNvPr id="34" name="failed-trace">
            <a:extLst xmlns:a="http://schemas.openxmlformats.org/drawingml/2006/main">
              <a:ext uri="{FF2B5EF4-FFF2-40B4-BE49-F238E27FC236}">
                <a16:creationId xmlns:a16="http://schemas.microsoft.com/office/drawing/2014/main" id="{50715D80-ECA8-4C88-85FD-275AD42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2457450"/>
            <a:ext cx="666750" cy="390525"/>
          </a:xfrm>
          <a:custGeom xmlns:a="http://schemas.openxmlformats.org/drawingml/2006/main">
            <a:pathLst>
              <a:path w="666750" h="390525">
                <a:moveTo>
                  <a:pt x="0" y="390525"/>
                </a:moveTo>
                <a:lnTo>
                  <a:pt x="323850" y="390525"/>
                </a:lnTo>
                <a:lnTo>
                  <a:pt x="323850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E8989B"/>
            </a:solidFill>
            <a:prstDash val="solid"/>
          </a:ln>
        </p:spPr>
      </p:sp>
      <p:sp>
        <p:nvSpPr>
          <p:cNvPr id="35" name="task-sampler">
            <a:extLst xmlns:a="http://schemas.openxmlformats.org/drawingml/2006/main">
              <a:ext uri="{FF2B5EF4-FFF2-40B4-BE49-F238E27FC236}">
                <a16:creationId xmlns:a16="http://schemas.microsoft.com/office/drawing/2014/main" id="{583FF3F8-0905-4ABD-927E-4BAE911A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1390650"/>
            <a:ext cx="9620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task-sampler-label">
            <a:extLst xmlns:a="http://schemas.openxmlformats.org/drawingml/2006/main">
              <a:ext uri="{FF2B5EF4-FFF2-40B4-BE49-F238E27FC236}">
                <a16:creationId xmlns:a16="http://schemas.microsoft.com/office/drawing/2014/main" id="{ABAB3414-4C1D-4A54-999B-EFD6A70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438275"/>
            <a:ext cx="9239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sampler</a:t>
            </a:r>
          </a:p>
        </p:txBody>
      </p:sp>
      <p:sp>
        <p:nvSpPr>
          <p:cNvPr id="37" name="environment-loop">
            <a:extLst xmlns:a="http://schemas.openxmlformats.org/drawingml/2006/main">
              <a:ext uri="{FF2B5EF4-FFF2-40B4-BE49-F238E27FC236}">
                <a16:creationId xmlns:a16="http://schemas.microsoft.com/office/drawing/2014/main" id="{FEF35091-5F51-4E1D-ABF0-E47503C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285750"/>
            <a:ext cx="1381125" cy="2514600"/>
          </a:xfrm>
          <a:custGeom xmlns:a="http://schemas.openxmlformats.org/drawingml/2006/main">
            <a:pathLst>
              <a:path w="1381125" h="2514600">
                <a:moveTo>
                  <a:pt x="266700" y="0"/>
                </a:moveTo>
                <a:lnTo>
                  <a:pt x="1114425" y="0"/>
                </a:lnTo>
                <a:cubicBezTo>
                  <a:pt x="1261719" y="0"/>
                  <a:pt x="1381125" y="119406"/>
                  <a:pt x="1381125" y="266700"/>
                </a:cubicBezTo>
                <a:lnTo>
                  <a:pt x="1381125" y="2247900"/>
                </a:lnTo>
                <a:cubicBezTo>
                  <a:pt x="1381125" y="2395194"/>
                  <a:pt x="1261719" y="2514600"/>
                  <a:pt x="1114425" y="2514600"/>
                </a:cubicBezTo>
                <a:lnTo>
                  <a:pt x="266700" y="2514600"/>
                </a:lnTo>
                <a:cubicBezTo>
                  <a:pt x="119406" y="2514600"/>
                  <a:pt x="0" y="2395194"/>
                  <a:pt x="0" y="22479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02020"/>
            </a:solidFill>
            <a:prstDash val="dot"/>
          </a:ln>
        </p:spPr>
      </p:sp>
      <p:sp>
        <p:nvSpPr>
          <p:cNvPr id="38" name="environment-label">
            <a:extLst xmlns:a="http://schemas.openxmlformats.org/drawingml/2006/main">
              <a:ext uri="{FF2B5EF4-FFF2-40B4-BE49-F238E27FC236}">
                <a16:creationId xmlns:a16="http://schemas.microsoft.com/office/drawing/2014/main" id="{4FC515D9-6C1B-4FF3-8FB2-2B5F334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419100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09B201-AAA0-48DF-9AFE-CE7F1C385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13f5345fb49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723900"/>
            <a:ext cx="590550" cy="600075"/>
          </a:xfrm>
          <a:prstGeom xmlns:a="http://schemas.openxmlformats.org/drawingml/2006/main" prst="rect">
            <a:avLst/>
          </a:prstGeom>
        </p:spPr>
      </p:pic>
      <p:sp>
        <p:nvSpPr>
          <p:cNvPr id="40" name="earth">
            <a:extLst xmlns:a="http://schemas.openxmlformats.org/drawingml/2006/main">
              <a:ext uri="{FF2B5EF4-FFF2-40B4-BE49-F238E27FC236}">
                <a16:creationId xmlns:a16="http://schemas.microsoft.com/office/drawing/2014/main" id="{00FAEF24-F7B4-428D-BDFF-4C14D26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723900"/>
            <a:ext cx="590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skill-policy">
            <a:extLst xmlns:a="http://schemas.openxmlformats.org/drawingml/2006/main">
              <a:ext uri="{FF2B5EF4-FFF2-40B4-BE49-F238E27FC236}">
                <a16:creationId xmlns:a16="http://schemas.microsoft.com/office/drawing/2014/main" id="{77B026EC-875A-4991-96C4-5AC9A31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895475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5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skill-policy-label">
            <a:extLst xmlns:a="http://schemas.openxmlformats.org/drawingml/2006/main">
              <a:ext uri="{FF2B5EF4-FFF2-40B4-BE49-F238E27FC236}">
                <a16:creationId xmlns:a16="http://schemas.microsoft.com/office/drawing/2014/main" id="{3799CFC8-FC8A-4AAB-B59D-666D200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1952625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43" name="environment-policy-arrow">
            <a:extLst xmlns:a="http://schemas.openxmlformats.org/drawingml/2006/main">
              <a:ext uri="{FF2B5EF4-FFF2-40B4-BE49-F238E27FC236}">
                <a16:creationId xmlns:a16="http://schemas.microsoft.com/office/drawing/2014/main" id="{5976612D-5D09-43A3-8E28-C541D93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343025"/>
            <a:ext cx="285750" cy="514350"/>
          </a:xfrm>
          <a:custGeom xmlns:a="http://schemas.openxmlformats.org/drawingml/2006/main">
            <a:pathLst>
              <a:path w="285750" h="514350">
                <a:moveTo>
                  <a:pt x="0" y="133350"/>
                </a:moveTo>
                <a:lnTo>
                  <a:pt x="142875" y="0"/>
                </a:lnTo>
                <a:lnTo>
                  <a:pt x="285750" y="133350"/>
                </a:lnTo>
                <a:lnTo>
                  <a:pt x="209550" y="133350"/>
                </a:lnTo>
                <a:lnTo>
                  <a:pt x="209550" y="381000"/>
                </a:lnTo>
                <a:lnTo>
                  <a:pt x="285750" y="381000"/>
                </a:lnTo>
                <a:lnTo>
                  <a:pt x="142875" y="514350"/>
                </a:lnTo>
                <a:lnTo>
                  <a:pt x="0" y="381000"/>
                </a:lnTo>
                <a:lnTo>
                  <a:pt x="76200" y="381000"/>
                </a:lnTo>
                <a:lnTo>
                  <a:pt x="76200" y="13335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44" name="task-parameter">
            <a:extLst xmlns:a="http://schemas.openxmlformats.org/drawingml/2006/main">
              <a:ext uri="{FF2B5EF4-FFF2-40B4-BE49-F238E27FC236}">
                <a16:creationId xmlns:a16="http://schemas.microsoft.com/office/drawing/2014/main" id="{ECC8E429-E8AD-48BA-8459-FD53505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1019175"/>
            <a:ext cx="1019175" cy="371475"/>
          </a:xfrm>
          <a:custGeom xmlns:a="http://schemas.openxmlformats.org/drawingml/2006/main">
            <a:pathLst>
              <a:path w="1019175" h="371475">
                <a:moveTo>
                  <a:pt x="0" y="371475"/>
                </a:moveTo>
                <a:lnTo>
                  <a:pt x="0" y="0"/>
                </a:ln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4949"/>
            </a:solidFill>
            <a:prstDash val="solid"/>
          </a:ln>
        </p:spPr>
      </p:sp>
      <p:sp>
        <p:nvSpPr>
          <p:cNvPr id="45" name="task-parameter-arrow">
            <a:extLst xmlns:a="http://schemas.openxmlformats.org/drawingml/2006/main">
              <a:ext uri="{FF2B5EF4-FFF2-40B4-BE49-F238E27FC236}">
                <a16:creationId xmlns:a16="http://schemas.microsoft.com/office/drawing/2014/main" id="{1EE3B4DE-24BC-4B1A-9F7C-1F64A8C3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943070"/>
            <a:ext cx="161925" cy="152209"/>
          </a:xfrm>
          <a:custGeom xmlns:a="http://schemas.openxmlformats.org/drawingml/2006/main">
            <a:pathLst>
              <a:path w="161925" h="152209">
                <a:moveTo>
                  <a:pt x="161925" y="76105"/>
                </a:moveTo>
                <a:lnTo>
                  <a:pt x="0" y="1522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46" name="task-parameter-label">
            <a:extLst xmlns:a="http://schemas.openxmlformats.org/drawingml/2006/main">
              <a:ext uri="{FF2B5EF4-FFF2-40B4-BE49-F238E27FC236}">
                <a16:creationId xmlns:a16="http://schemas.microsoft.com/office/drawing/2014/main" id="{11B03859-22CD-4044-B868-219AD740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81000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47" name="skill-return">
            <a:extLst xmlns:a="http://schemas.openxmlformats.org/drawingml/2006/main">
              <a:ext uri="{FF2B5EF4-FFF2-40B4-BE49-F238E27FC236}">
                <a16:creationId xmlns:a16="http://schemas.microsoft.com/office/drawing/2014/main" id="{C04E678C-4E72-4B17-A646-573BC166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2114550"/>
            <a:ext cx="1266825" cy="885825"/>
          </a:xfrm>
          <a:custGeom xmlns:a="http://schemas.openxmlformats.org/drawingml/2006/main">
            <a:pathLst>
              <a:path w="1266825" h="885825">
                <a:moveTo>
                  <a:pt x="1266825" y="695325"/>
                </a:moveTo>
                <a:lnTo>
                  <a:pt x="1266825" y="885825"/>
                </a:lnTo>
                <a:lnTo>
                  <a:pt x="0" y="8858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94949"/>
            </a:solidFill>
            <a:prstDash val="solid"/>
          </a:ln>
        </p:spPr>
      </p:sp>
      <p:sp>
        <p:nvSpPr>
          <p:cNvPr id="48" name="skill-return-arrow">
            <a:extLst xmlns:a="http://schemas.openxmlformats.org/drawingml/2006/main">
              <a:ext uri="{FF2B5EF4-FFF2-40B4-BE49-F238E27FC236}">
                <a16:creationId xmlns:a16="http://schemas.microsoft.com/office/drawing/2014/main" id="{46A4268B-A23C-44FE-909D-7463A8F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8047" y="2114550"/>
            <a:ext cx="143256" cy="152400"/>
          </a:xfrm>
          <a:custGeom xmlns:a="http://schemas.openxmlformats.org/drawingml/2006/main">
            <a:pathLst>
              <a:path w="143256" h="152400">
                <a:moveTo>
                  <a:pt x="71628" y="0"/>
                </a:moveTo>
                <a:lnTo>
                  <a:pt x="143256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49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84E93A27-4431-4882-BF6C-E7AAC9B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525" y="30384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50" name="testing-title">
            <a:extLst xmlns:a="http://schemas.openxmlformats.org/drawingml/2006/main">
              <a:ext uri="{FF2B5EF4-FFF2-40B4-BE49-F238E27FC236}">
                <a16:creationId xmlns:a16="http://schemas.microsoft.com/office/drawing/2014/main" id="{1454A1A0-121F-4374-831B-AB97C67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350520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76EAD0-9B30-4F65-B98C-A6782B94A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b13c6ef664f8c"/>
          <a:srcRect xmlns:a="http://schemas.openxmlformats.org/drawingml/2006/main" l="0" t="1340" r="0" b="1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882" y="3918673"/>
            <a:ext cx="2599611" cy="2098997"/>
          </a:xfrm>
          <a:prstGeom xmlns:a="http://schemas.openxmlformats.org/drawingml/2006/main" prst="rect">
            <a:avLst/>
          </a:prstGeom>
        </p:spPr>
      </p:pic>
      <p:sp>
        <p:nvSpPr>
          <p:cNvPr id="52" name="testing-photo">
            <a:extLst xmlns:a="http://schemas.openxmlformats.org/drawingml/2006/main">
              <a:ext uri="{FF2B5EF4-FFF2-40B4-BE49-F238E27FC236}">
                <a16:creationId xmlns:a16="http://schemas.microsoft.com/office/drawing/2014/main" id="{1A63E1E8-CEB9-4A31-9100-4934261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882" y="3918673"/>
            <a:ext cx="2599611" cy="2098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testing-border">
            <a:extLst xmlns:a="http://schemas.openxmlformats.org/drawingml/2006/main">
              <a:ext uri="{FF2B5EF4-FFF2-40B4-BE49-F238E27FC236}">
                <a16:creationId xmlns:a16="http://schemas.microsoft.com/office/drawing/2014/main" id="{090E0BD6-8483-4FDC-B677-F968EEF2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920" y="3918671"/>
            <a:ext cx="2599620" cy="2098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26262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testing-header">
            <a:extLst xmlns:a="http://schemas.openxmlformats.org/drawingml/2006/main">
              <a:ext uri="{FF2B5EF4-FFF2-40B4-BE49-F238E27FC236}">
                <a16:creationId xmlns:a16="http://schemas.microsoft.com/office/drawing/2014/main" id="{8C13CA20-B8D6-40AB-8AFA-163E95F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920" y="3918671"/>
            <a:ext cx="2599620" cy="5951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4343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goal-label">
            <a:extLst xmlns:a="http://schemas.openxmlformats.org/drawingml/2006/main">
              <a:ext uri="{FF2B5EF4-FFF2-40B4-BE49-F238E27FC236}">
                <a16:creationId xmlns:a16="http://schemas.microsoft.com/office/drawing/2014/main" id="{88E71AC0-DDE6-4FEE-946E-6958D48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3952875"/>
            <a:ext cx="48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 i="0">
                <a:solidFill>
                  <a:srgbClr val="80B7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80B75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0B753"/>
                </a:solidFill>
                <a:latin typeface="Arial"/>
                <a:ea typeface="Arial"/>
                <a:cs typeface="Arial"/>
              </a:rPr>
              <a:t>goal:</a:t>
            </a:r>
          </a:p>
        </p:txBody>
      </p:sp>
      <p:sp>
        <p:nvSpPr>
          <p:cNvPr id="56" name="goal-expression">
            <a:extLst xmlns:a="http://schemas.openxmlformats.org/drawingml/2006/main">
              <a:ext uri="{FF2B5EF4-FFF2-40B4-BE49-F238E27FC236}">
                <a16:creationId xmlns:a16="http://schemas.microsoft.com/office/drawing/2014/main" id="{1FA73A74-DE70-43EA-BB0D-BBFF262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9528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B3D3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B3D39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3D393"/>
                </a:solidFill>
                <a:latin typeface="Arial"/>
                <a:ea typeface="Arial"/>
                <a:cs typeface="Arial"/>
              </a:rPr>
              <a:t>in(salt, ctr) and</a:t>
            </a:r>
          </a:p>
        </p:txBody>
      </p:sp>
      <p:sp>
        <p:nvSpPr>
          <p:cNvPr id="57" name="goal-continuation">
            <a:extLst xmlns:a="http://schemas.openxmlformats.org/drawingml/2006/main">
              <a:ext uri="{FF2B5EF4-FFF2-40B4-BE49-F238E27FC236}">
                <a16:creationId xmlns:a16="http://schemas.microsoft.com/office/drawing/2014/main" id="{B66AD576-6675-45AD-80CF-3288B9C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2005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B3D3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B3D39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3D393"/>
                </a:solidFill>
                <a:latin typeface="Arial"/>
                <a:ea typeface="Arial"/>
                <a:cs typeface="Arial"/>
              </a:rPr>
              <a:t>under(container, rack)</a:t>
            </a:r>
          </a:p>
        </p:txBody>
      </p:sp>
      <p:sp>
        <p:nvSpPr>
          <p:cNvPr id="58" name="test-controller">
            <a:extLst xmlns:a="http://schemas.openxmlformats.org/drawingml/2006/main">
              <a:ext uri="{FF2B5EF4-FFF2-40B4-BE49-F238E27FC236}">
                <a16:creationId xmlns:a16="http://schemas.microsoft.com/office/drawing/2014/main" id="{21B6E881-EC23-489A-8AF4-FD5CC35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971925"/>
            <a:ext cx="124777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task-planner">
            <a:extLst xmlns:a="http://schemas.openxmlformats.org/drawingml/2006/main">
              <a:ext uri="{FF2B5EF4-FFF2-40B4-BE49-F238E27FC236}">
                <a16:creationId xmlns:a16="http://schemas.microsoft.com/office/drawing/2014/main" id="{3AB13E2A-C7F8-47AF-B133-888893F8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4229100"/>
            <a:ext cx="895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A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task-planner-label">
            <a:extLst xmlns:a="http://schemas.openxmlformats.org/drawingml/2006/main">
              <a:ext uri="{FF2B5EF4-FFF2-40B4-BE49-F238E27FC236}">
                <a16:creationId xmlns:a16="http://schemas.microsoft.com/office/drawing/2014/main" id="{95D4EA37-92ED-44BD-A222-C2DB6C67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295775"/>
            <a:ext cx="87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61" name="skill-policies">
            <a:extLst xmlns:a="http://schemas.openxmlformats.org/drawingml/2006/main">
              <a:ext uri="{FF2B5EF4-FFF2-40B4-BE49-F238E27FC236}">
                <a16:creationId xmlns:a16="http://schemas.microsoft.com/office/drawing/2014/main" id="{2E99D757-EB8A-4FFD-943F-15074C8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5191125"/>
            <a:ext cx="895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4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skill-policies-label">
            <a:extLst xmlns:a="http://schemas.openxmlformats.org/drawingml/2006/main">
              <a:ext uri="{FF2B5EF4-FFF2-40B4-BE49-F238E27FC236}">
                <a16:creationId xmlns:a16="http://schemas.microsoft.com/office/drawing/2014/main" id="{FB364B1E-62B9-4CE3-803E-F33EBC27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5257800"/>
            <a:ext cx="87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policies</a:t>
            </a:r>
          </a:p>
        </p:txBody>
      </p:sp>
      <p:sp>
        <p:nvSpPr>
          <p:cNvPr id="63" name="task-plan-panel">
            <a:extLst xmlns:a="http://schemas.openxmlformats.org/drawingml/2006/main">
              <a:ext uri="{FF2B5EF4-FFF2-40B4-BE49-F238E27FC236}">
                <a16:creationId xmlns:a16="http://schemas.microsoft.com/office/drawing/2014/main" id="{235F3CE7-9DB8-43E3-81DC-46C2C4D3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3590925"/>
            <a:ext cx="202882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task-plan-title">
            <a:extLst xmlns:a="http://schemas.openxmlformats.org/drawingml/2006/main">
              <a:ext uri="{FF2B5EF4-FFF2-40B4-BE49-F238E27FC236}">
                <a16:creationId xmlns:a16="http://schemas.microsoft.com/office/drawing/2014/main" id="{27C338B1-1700-486F-ACE5-3634E76E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648075"/>
            <a:ext cx="1162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plan</a:t>
            </a:r>
          </a:p>
        </p:txBody>
      </p:sp>
      <p:sp>
        <p:nvSpPr>
          <p:cNvPr id="65" name="plan-step-1">
            <a:extLst xmlns:a="http://schemas.openxmlformats.org/drawingml/2006/main">
              <a:ext uri="{FF2B5EF4-FFF2-40B4-BE49-F238E27FC236}">
                <a16:creationId xmlns:a16="http://schemas.microsoft.com/office/drawing/2014/main" id="{4FBA5F19-0679-4E21-A41A-BB95444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038600"/>
            <a:ext cx="1905000" cy="609600"/>
          </a:xfrm>
          <a:custGeom xmlns:a="http://schemas.openxmlformats.org/drawingml/2006/main">
            <a:pathLst>
              <a:path w="1905000" h="609600">
                <a:moveTo>
                  <a:pt x="209550" y="0"/>
                </a:moveTo>
                <a:lnTo>
                  <a:pt x="1695450" y="0"/>
                </a:lnTo>
                <a:cubicBezTo>
                  <a:pt x="1811181" y="0"/>
                  <a:pt x="1905000" y="93819"/>
                  <a:pt x="1905000" y="209550"/>
                </a:cubicBezTo>
                <a:lnTo>
                  <a:pt x="1905000" y="400050"/>
                </a:lnTo>
                <a:cubicBezTo>
                  <a:pt x="1905000" y="515781"/>
                  <a:pt x="1811181" y="609600"/>
                  <a:pt x="1695450" y="609600"/>
                </a:cubicBezTo>
                <a:lnTo>
                  <a:pt x="209550" y="609600"/>
                </a:lnTo>
                <a:cubicBezTo>
                  <a:pt x="93819" y="609600"/>
                  <a:pt x="0" y="515781"/>
                  <a:pt x="0" y="4000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lan-index-1">
            <a:extLst xmlns:a="http://schemas.openxmlformats.org/drawingml/2006/main">
              <a:ext uri="{FF2B5EF4-FFF2-40B4-BE49-F238E27FC236}">
                <a16:creationId xmlns:a16="http://schemas.microsoft.com/office/drawing/2014/main" id="{1854C2B0-5864-43A8-BB6B-E6C980D4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191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plan-action-1">
            <a:extLst xmlns:a="http://schemas.openxmlformats.org/drawingml/2006/main">
              <a:ext uri="{FF2B5EF4-FFF2-40B4-BE49-F238E27FC236}">
                <a16:creationId xmlns:a16="http://schemas.microsoft.com/office/drawing/2014/main" id="{79CDF1A6-451E-49BC-B82E-54C7A2E7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410527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pull-with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(salt, hook)</a:t>
            </a:r>
          </a:p>
        </p:txBody>
      </p:sp>
      <p:sp>
        <p:nvSpPr>
          <p:cNvPr id="68" name="plan-step-2">
            <a:extLst xmlns:a="http://schemas.openxmlformats.org/drawingml/2006/main">
              <a:ext uri="{FF2B5EF4-FFF2-40B4-BE49-F238E27FC236}">
                <a16:creationId xmlns:a16="http://schemas.microsoft.com/office/drawing/2014/main" id="{A5A2D2D5-AB75-4D1B-A67D-B7CFA2C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24400"/>
            <a:ext cx="1905000" cy="609600"/>
          </a:xfrm>
          <a:custGeom xmlns:a="http://schemas.openxmlformats.org/drawingml/2006/main">
            <a:pathLst>
              <a:path w="1905000" h="609600">
                <a:moveTo>
                  <a:pt x="209550" y="0"/>
                </a:moveTo>
                <a:lnTo>
                  <a:pt x="1695450" y="0"/>
                </a:lnTo>
                <a:cubicBezTo>
                  <a:pt x="1811181" y="0"/>
                  <a:pt x="1905000" y="93819"/>
                  <a:pt x="1905000" y="209550"/>
                </a:cubicBezTo>
                <a:lnTo>
                  <a:pt x="1905000" y="400050"/>
                </a:lnTo>
                <a:cubicBezTo>
                  <a:pt x="1905000" y="515781"/>
                  <a:pt x="1811181" y="609600"/>
                  <a:pt x="1695450" y="609600"/>
                </a:cubicBezTo>
                <a:lnTo>
                  <a:pt x="209550" y="609600"/>
                </a:lnTo>
                <a:cubicBezTo>
                  <a:pt x="93819" y="609600"/>
                  <a:pt x="0" y="515781"/>
                  <a:pt x="0" y="4000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lan-index-2">
            <a:extLst xmlns:a="http://schemas.openxmlformats.org/drawingml/2006/main">
              <a:ext uri="{FF2B5EF4-FFF2-40B4-BE49-F238E27FC236}">
                <a16:creationId xmlns:a16="http://schemas.microsoft.com/office/drawing/2014/main" id="{48BF8E52-56A9-4B33-A715-98BF28F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876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plan-action-2">
            <a:extLst xmlns:a="http://schemas.openxmlformats.org/drawingml/2006/main">
              <a:ext uri="{FF2B5EF4-FFF2-40B4-BE49-F238E27FC236}">
                <a16:creationId xmlns:a16="http://schemas.microsoft.com/office/drawing/2014/main" id="{92AB6502-46E6-45DC-8A2A-A29814FE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479107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place-onto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(salt, container)</a:t>
            </a:r>
          </a:p>
        </p:txBody>
      </p:sp>
      <p:sp>
        <p:nvSpPr>
          <p:cNvPr id="71" name="plan-step-3">
            <a:extLst xmlns:a="http://schemas.openxmlformats.org/drawingml/2006/main">
              <a:ext uri="{FF2B5EF4-FFF2-40B4-BE49-F238E27FC236}">
                <a16:creationId xmlns:a16="http://schemas.microsoft.com/office/drawing/2014/main" id="{9830D721-CD21-43B1-A8F0-0BC980D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410200"/>
            <a:ext cx="1905000" cy="609600"/>
          </a:xfrm>
          <a:custGeom xmlns:a="http://schemas.openxmlformats.org/drawingml/2006/main">
            <a:pathLst>
              <a:path w="1905000" h="609600">
                <a:moveTo>
                  <a:pt x="209550" y="0"/>
                </a:moveTo>
                <a:lnTo>
                  <a:pt x="1695450" y="0"/>
                </a:lnTo>
                <a:cubicBezTo>
                  <a:pt x="1811181" y="0"/>
                  <a:pt x="1905000" y="93819"/>
                  <a:pt x="1905000" y="209550"/>
                </a:cubicBezTo>
                <a:lnTo>
                  <a:pt x="1905000" y="400050"/>
                </a:lnTo>
                <a:cubicBezTo>
                  <a:pt x="1905000" y="515781"/>
                  <a:pt x="1811181" y="609600"/>
                  <a:pt x="1695450" y="609600"/>
                </a:cubicBezTo>
                <a:lnTo>
                  <a:pt x="209550" y="609600"/>
                </a:lnTo>
                <a:cubicBezTo>
                  <a:pt x="93819" y="609600"/>
                  <a:pt x="0" y="515781"/>
                  <a:pt x="0" y="4000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lan-index-3">
            <a:extLst xmlns:a="http://schemas.openxmlformats.org/drawingml/2006/main">
              <a:ext uri="{FF2B5EF4-FFF2-40B4-BE49-F238E27FC236}">
                <a16:creationId xmlns:a16="http://schemas.microsoft.com/office/drawing/2014/main" id="{DC8E1166-A286-43FE-877D-AAD828EE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562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plan-action-3">
            <a:extLst xmlns:a="http://schemas.openxmlformats.org/drawingml/2006/main">
              <a:ext uri="{FF2B5EF4-FFF2-40B4-BE49-F238E27FC236}">
                <a16:creationId xmlns:a16="http://schemas.microsoft.com/office/drawing/2014/main" id="{2C9FDEC7-D1D4-4EAF-9605-8C2BA73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547687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push-under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(container, rack)</a:t>
            </a:r>
          </a:p>
        </p:txBody>
      </p:sp>
      <p:sp>
        <p:nvSpPr>
          <p:cNvPr id="74" name="state-input">
            <a:extLst xmlns:a="http://schemas.openxmlformats.org/drawingml/2006/main">
              <a:ext uri="{FF2B5EF4-FFF2-40B4-BE49-F238E27FC236}">
                <a16:creationId xmlns:a16="http://schemas.microsoft.com/office/drawing/2014/main" id="{63DF7788-1629-41C7-B707-406B0EB1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3724275"/>
            <a:ext cx="2524125" cy="228600"/>
          </a:xfrm>
          <a:custGeom xmlns:a="http://schemas.openxmlformats.org/drawingml/2006/main">
            <a:pathLst>
              <a:path w="2524125" h="228600">
                <a:moveTo>
                  <a:pt x="0" y="190500"/>
                </a:moveTo>
                <a:lnTo>
                  <a:pt x="0" y="0"/>
                </a:lnTo>
                <a:lnTo>
                  <a:pt x="2524125" y="0"/>
                </a:lnTo>
                <a:lnTo>
                  <a:pt x="252412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494949"/>
            </a:solidFill>
            <a:prstDash val="solid"/>
          </a:ln>
        </p:spPr>
      </p:sp>
      <p:sp>
        <p:nvSpPr>
          <p:cNvPr id="75" name="state-input-arrow">
            <a:extLst xmlns:a="http://schemas.openxmlformats.org/drawingml/2006/main">
              <a:ext uri="{FF2B5EF4-FFF2-40B4-BE49-F238E27FC236}">
                <a16:creationId xmlns:a16="http://schemas.microsoft.com/office/drawing/2014/main" id="{AF129766-663D-4B82-8580-275F916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829" y="3838575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114300"/>
                </a:moveTo>
                <a:lnTo>
                  <a:pt x="0" y="0"/>
                </a:lnTo>
                <a:lnTo>
                  <a:pt x="107442" y="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76" name="state-label">
            <a:extLst xmlns:a="http://schemas.openxmlformats.org/drawingml/2006/main">
              <a:ext uri="{FF2B5EF4-FFF2-40B4-BE49-F238E27FC236}">
                <a16:creationId xmlns:a16="http://schemas.microsoft.com/office/drawing/2014/main" id="{6CA7C0BC-642F-4DDE-903E-B7F53A33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3390900"/>
            <a:ext cx="676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77" name="plan-generation">
            <a:extLst xmlns:a="http://schemas.openxmlformats.org/drawingml/2006/main">
              <a:ext uri="{FF2B5EF4-FFF2-40B4-BE49-F238E27FC236}">
                <a16:creationId xmlns:a16="http://schemas.microsoft.com/office/drawing/2014/main" id="{EB18DD1D-8F99-4DD9-B28C-59207D53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4591050"/>
            <a:ext cx="428625" cy="953"/>
          </a:xfrm>
          <a:custGeom xmlns:a="http://schemas.openxmlformats.org/drawingml/2006/main">
            <a:pathLst>
              <a:path w="428625" h="953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494949"/>
            </a:solidFill>
            <a:prstDash val="solid"/>
          </a:ln>
        </p:spPr>
      </p:sp>
      <p:sp>
        <p:nvSpPr>
          <p:cNvPr id="78" name="plan-generation-arrow">
            <a:extLst xmlns:a="http://schemas.openxmlformats.org/drawingml/2006/main">
              <a:ext uri="{FF2B5EF4-FFF2-40B4-BE49-F238E27FC236}">
                <a16:creationId xmlns:a16="http://schemas.microsoft.com/office/drawing/2014/main" id="{696E8378-1CCC-460E-BE0C-3DD7191C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537329"/>
            <a:ext cx="114300" cy="107442"/>
          </a:xfrm>
          <a:custGeom xmlns:a="http://schemas.openxmlformats.org/drawingml/2006/main">
            <a:pathLst>
              <a:path w="114300" h="107442">
                <a:moveTo>
                  <a:pt x="114300" y="53721"/>
                </a:moveTo>
                <a:lnTo>
                  <a:pt x="0" y="1074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79" name="plan-execution">
            <a:extLst xmlns:a="http://schemas.openxmlformats.org/drawingml/2006/main">
              <a:ext uri="{FF2B5EF4-FFF2-40B4-BE49-F238E27FC236}">
                <a16:creationId xmlns:a16="http://schemas.microsoft.com/office/drawing/2014/main" id="{755CA03E-B736-483C-8D68-D69BA70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5562600"/>
            <a:ext cx="428625" cy="953"/>
          </a:xfrm>
          <a:custGeom xmlns:a="http://schemas.openxmlformats.org/drawingml/2006/main">
            <a:pathLst>
              <a:path w="428625" h="953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494949"/>
            </a:solidFill>
            <a:prstDash val="solid"/>
          </a:ln>
        </p:spPr>
      </p:sp>
      <p:sp>
        <p:nvSpPr>
          <p:cNvPr id="80" name="plan-execution-arrow">
            <a:extLst xmlns:a="http://schemas.openxmlformats.org/drawingml/2006/main">
              <a:ext uri="{FF2B5EF4-FFF2-40B4-BE49-F238E27FC236}">
                <a16:creationId xmlns:a16="http://schemas.microsoft.com/office/drawing/2014/main" id="{0CC40551-95CE-4D74-82DD-C3834B7F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5508879"/>
            <a:ext cx="114300" cy="107442"/>
          </a:xfrm>
          <a:custGeom xmlns:a="http://schemas.openxmlformats.org/drawingml/2006/main">
            <a:pathLst>
              <a:path w="114300" h="107442">
                <a:moveTo>
                  <a:pt x="0" y="53721"/>
                </a:moveTo>
                <a:lnTo>
                  <a:pt x="114300" y="0"/>
                </a:lnTo>
                <a:lnTo>
                  <a:pt x="114300" y="107442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81" name="test-action">
            <a:extLst xmlns:a="http://schemas.openxmlformats.org/drawingml/2006/main">
              <a:ext uri="{FF2B5EF4-FFF2-40B4-BE49-F238E27FC236}">
                <a16:creationId xmlns:a16="http://schemas.microsoft.com/office/drawing/2014/main" id="{8BE72773-7D38-437D-A26A-DB73BC2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5934075"/>
            <a:ext cx="2524125" cy="409575"/>
          </a:xfrm>
          <a:custGeom xmlns:a="http://schemas.openxmlformats.org/drawingml/2006/main">
            <a:pathLst>
              <a:path w="2524125" h="409575">
                <a:moveTo>
                  <a:pt x="2524125" y="0"/>
                </a:moveTo>
                <a:lnTo>
                  <a:pt x="2524125" y="409575"/>
                </a:lnTo>
                <a:lnTo>
                  <a:pt x="0" y="40957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494949"/>
            </a:solidFill>
            <a:prstDash val="solid"/>
          </a:ln>
        </p:spPr>
      </p:sp>
      <p:sp>
        <p:nvSpPr>
          <p:cNvPr id="82" name="test-action-arrow">
            <a:extLst xmlns:a="http://schemas.openxmlformats.org/drawingml/2006/main">
              <a:ext uri="{FF2B5EF4-FFF2-40B4-BE49-F238E27FC236}">
                <a16:creationId xmlns:a16="http://schemas.microsoft.com/office/drawing/2014/main" id="{0C3B2A4A-E848-49DD-9FF4-583F3262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704" y="6029325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0"/>
                </a:moveTo>
                <a:lnTo>
                  <a:pt x="107442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494949"/>
          </a:solidFill>
          <a:ln xmlns:a="http://schemas.openxmlformats.org/drawingml/2006/main" w="0">
            <a:solidFill>
              <a:srgbClr val="494949"/>
            </a:solidFill>
            <a:prstDash val="solid"/>
          </a:ln>
        </p:spPr>
      </p:sp>
      <p:sp>
        <p:nvSpPr>
          <p:cNvPr id="83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4FCBAF27-0759-4C4A-BE61-D43399CD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637222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211207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2026-10-09T21:31:25.7160000Z</dcterms:created>
  <dcterms:modified xsi:type="dcterms:W3CDTF">2026-10-09T21:31:25.7160000Z</dcterms:modified>
</coreProperties>
</file>