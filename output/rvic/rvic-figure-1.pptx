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ffb357fa0cb41b3" /><Relationship Type="http://schemas.openxmlformats.org/officeDocument/2006/relationships/extended-properties" Target="/docProps/app.xml" Id="R47ecb9b424db481a" /><Relationship Type="http://schemas.openxmlformats.org/officeDocument/2006/relationships/officeDocument" Target="/ppt/presentation.xml" Id="R4ebb5d7a683b4be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1ca943a69214840"/>
  </p:sldMasterIdLst>
  <p:notesMasterIdLst>
    <p:notesMasterId xmlns:r="http://schemas.openxmlformats.org/officeDocument/2006/relationships" r:id="R52ceb96b2b01435e"/>
  </p:notesMasterIdLst>
  <p:sldIdLst>
    <p:sldId xmlns:r="http://schemas.openxmlformats.org/officeDocument/2006/relationships" id="256" r:id="Rd8e6b34c416a4fa3"/>
  </p:sldIdLst>
  <p:sldSz cx="6638925" cy="63055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c522fb5e4164972" /><Relationship Type="http://schemas.openxmlformats.org/officeDocument/2006/relationships/slideMaster" Target="/ppt/slideMasters/slideMaster1.xml" Id="R41ca943a69214840" /><Relationship Type="http://schemas.openxmlformats.org/officeDocument/2006/relationships/notesMaster" Target="/ppt/notesMasters/notesMaster1.xml" Id="R52ceb96b2b01435e" /><Relationship Type="http://schemas.openxmlformats.org/officeDocument/2006/relationships/presProps" Target="/ppt/presProps.xml" Id="Rd07fd6ffb7d846c7" /><Relationship Type="http://schemas.openxmlformats.org/officeDocument/2006/relationships/tableStyles" Target="/ppt/tableStyles.xml" Id="Rbc54160cb8854fdd" /><Relationship Type="http://schemas.openxmlformats.org/officeDocument/2006/relationships/slide" Target="/ppt/slides/slide1.xml" Id="Rd8e6b34c416a4fa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809e9e1af9240a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ec21fb60e9241bd" /><Relationship Type="http://schemas.openxmlformats.org/officeDocument/2006/relationships/notesMaster" Target="/ppt/notesMasters/notesMaster1.xml" Id="R76ec7723336447c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"paper_title": "Relative Variational Intrinsic Control",</a:t>
            </a:r>
          </a:p>
          <a:p xmlns:a="http://schemas.openxmlformats.org/drawingml/2006/main">
            <a:r>
              <a:t>  "paper_url": "https://arxiv.org/abs/2012.07827v1",</a:t>
            </a:r>
          </a:p>
          <a:p xmlns:a="http://schemas.openxmlformats.org/drawingml/2006/main">
            <a:r>
              <a:t>  "figure": "Figure 1",</a:t>
            </a:r>
          </a:p>
          <a:p xmlns:a="http://schemas.openxmlformats.org/drawingml/2006/main">
            <a:r>
              <a:t>  "page": 2,</a:t>
            </a:r>
          </a:p>
          <a:p xmlns:a="http://schemas.openxmlformats.org/drawingml/2006/main">
            <a:r>
              <a:t>  "license": "No reuse license found in inspected source landing page; retain attribution and review reuse terms",</a:t>
            </a:r>
          </a:p>
          <a:p xmlns:a="http://schemas.openxmlformats.org/drawingml/2006/main">
            <a:r>
              <a:t>  "status": "figure_recreation",</a:t>
            </a:r>
          </a:p>
          <a:p xmlns:a="http://schemas.openxmlformats.org/drawingml/2006/main">
            <a:r>
              <a:t>  "source_sha256": "4284bd5fb5e605def47893764b545386c74adc84d119be95fea380e170477b84",</a:t>
            </a:r>
          </a:p>
          <a:p xmlns:a="http://schemas.openxmlformats.org/drawingml/2006/main">
            <a:r>
              <a:t>  "source_crop_pdf_points": [</a:t>
            </a:r>
          </a:p>
          <a:p xmlns:a="http://schemas.openxmlformats.org/drawingml/2006/main">
            <a:r>
              <a:t>    319.5,</a:t>
            </a:r>
          </a:p>
          <a:p xmlns:a="http://schemas.openxmlformats.org/drawingml/2006/main">
            <a:r>
              <a:t>    54.003219604,</a:t>
            </a:r>
          </a:p>
          <a:p xmlns:a="http://schemas.openxmlformats.org/drawingml/2006/main">
            <a:r>
              <a:t>    551.341064453,</a:t>
            </a:r>
          </a:p>
          <a:p xmlns:a="http://schemas.openxmlformats.org/drawingml/2006/main">
            <a:r>
              <a:t>    274.534973145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"notes": "Manually reconstructed after inspecting actual source pixels. Original source is a flattened raster. Layout, native panels, labels and connecting geometry are recreated; no whole-figure raster backdrop. Font metrics and curve/arrow geometry approximated. Small original mathematical/photo details retained only where explicitly noted. Independent target-application QA pending. Ordinary labels are live typeable text. Nine small equation strips preserve source mathematical typography; architecture panels and routing arrows are native objects."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c57fcc970f4f8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79762d97314e3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47fcabd4094e5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a9835d2adc438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b02fac243e46e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5dcb9c840f4bd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6EB22DD-5D22-497F-9165-58FFED62208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3893" y="2382097"/>
            <a:ext cx="5311140" cy="9108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1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65113EA-0FBA-46F3-B08B-6A7DEEB8817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995839" y="3468052"/>
            <a:ext cx="4647248" cy="7006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14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E9E8969-B90B-4DFD-9C1E-430F86007FA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3893" y="2627313"/>
            <a:ext cx="5311140" cy="1050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28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B96076B-CD87-4A11-80F7-E572C6D2F70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73440" y="490432"/>
            <a:ext cx="5892046" cy="7706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79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3533600-E050-4BF2-B697-F06BAF24483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73440" y="1751542"/>
            <a:ext cx="5892046" cy="39234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2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24480" indent="-124480">
              <a:lnSpc>
                <a:spcPct val="110000"/>
              </a:lnSpc>
              <a:spcBef>
                <a:spcPts val="0"/>
              </a:spcBef>
              <a:spcAft>
                <a:spcPts val="653"/>
              </a:spcAft>
              <a:buChar char="•"/>
            </a:lvl1pPr>
            <a:lvl2pPr marL="290453" indent="-124480">
              <a:lnSpc>
                <a:spcPct val="110000"/>
              </a:lnSpc>
              <a:spcBef>
                <a:spcPts val="0"/>
              </a:spcBef>
              <a:spcAft>
                <a:spcPts val="653"/>
              </a:spcAft>
              <a:buChar char="•"/>
            </a:lvl2pPr>
            <a:lvl3pPr marL="456426" indent="-124480">
              <a:lnSpc>
                <a:spcPct val="110000"/>
              </a:lnSpc>
              <a:spcBef>
                <a:spcPts val="0"/>
              </a:spcBef>
              <a:spcAft>
                <a:spcPts val="653"/>
              </a:spcAft>
              <a:buChar char="•"/>
            </a:lvl3pPr>
            <a:lvl4pPr marL="622399" indent="-124480">
              <a:lnSpc>
                <a:spcPct val="110000"/>
              </a:lnSpc>
              <a:spcBef>
                <a:spcPts val="0"/>
              </a:spcBef>
              <a:spcAft>
                <a:spcPts val="653"/>
              </a:spcAft>
              <a:buChar char="•"/>
            </a:lvl4pPr>
            <a:lvl5pPr marL="788372" indent="-124480">
              <a:lnSpc>
                <a:spcPct val="110000"/>
              </a:lnSpc>
              <a:spcBef>
                <a:spcPts val="0"/>
              </a:spcBef>
              <a:spcAft>
                <a:spcPts val="653"/>
              </a:spcAft>
              <a:buChar char="•"/>
            </a:lvl5pPr>
            <a:lvl6pPr marL="954345" indent="-124480">
              <a:lnSpc>
                <a:spcPct val="110000"/>
              </a:lnSpc>
              <a:spcBef>
                <a:spcPts val="0"/>
              </a:spcBef>
              <a:spcAft>
                <a:spcPts val="653"/>
              </a:spcAft>
              <a:buChar char="•"/>
            </a:lvl6pPr>
            <a:lvl7pPr marL="1120319" indent="-124480">
              <a:lnSpc>
                <a:spcPct val="110000"/>
              </a:lnSpc>
              <a:spcBef>
                <a:spcPts val="0"/>
              </a:spcBef>
              <a:spcAft>
                <a:spcPts val="653"/>
              </a:spcAft>
              <a:buChar char="•"/>
            </a:lvl7pPr>
            <a:lvl8pPr marL="1286292" indent="-124480">
              <a:lnSpc>
                <a:spcPct val="110000"/>
              </a:lnSpc>
              <a:spcBef>
                <a:spcPts val="0"/>
              </a:spcBef>
              <a:spcAft>
                <a:spcPts val="653"/>
              </a:spcAft>
              <a:buChar char="•"/>
            </a:lvl8pPr>
            <a:lvl9pPr marL="1452265" indent="-124480">
              <a:lnSpc>
                <a:spcPct val="110000"/>
              </a:lnSpc>
              <a:spcBef>
                <a:spcPts val="0"/>
              </a:spcBef>
              <a:spcAft>
                <a:spcPts val="653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ADCE4D1-167D-4B8B-A292-0487427F8B3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73440" y="490432"/>
            <a:ext cx="5892046" cy="7706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79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EC08F0A-55C2-4CE7-BAE5-085E1F13CE0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73440" y="1751542"/>
            <a:ext cx="2738557" cy="39234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14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24480" indent="-124480">
              <a:lnSpc>
                <a:spcPct val="110000"/>
              </a:lnSpc>
              <a:spcBef>
                <a:spcPts val="0"/>
              </a:spcBef>
              <a:spcAft>
                <a:spcPts val="653"/>
              </a:spcAft>
              <a:buChar char="•"/>
            </a:lvl1pPr>
            <a:lvl2pPr marL="290453" indent="-124480">
              <a:lnSpc>
                <a:spcPct val="110000"/>
              </a:lnSpc>
              <a:spcBef>
                <a:spcPts val="0"/>
              </a:spcBef>
              <a:spcAft>
                <a:spcPts val="653"/>
              </a:spcAft>
              <a:buChar char="•"/>
            </a:lvl2pPr>
            <a:lvl3pPr marL="456426" indent="-124480">
              <a:lnSpc>
                <a:spcPct val="110000"/>
              </a:lnSpc>
              <a:spcBef>
                <a:spcPts val="0"/>
              </a:spcBef>
              <a:spcAft>
                <a:spcPts val="653"/>
              </a:spcAft>
              <a:buChar char="•"/>
            </a:lvl3pPr>
            <a:lvl4pPr marL="622399" indent="-124480">
              <a:lnSpc>
                <a:spcPct val="110000"/>
              </a:lnSpc>
              <a:spcBef>
                <a:spcPts val="0"/>
              </a:spcBef>
              <a:spcAft>
                <a:spcPts val="653"/>
              </a:spcAft>
              <a:buChar char="•"/>
            </a:lvl4pPr>
            <a:lvl5pPr marL="788372" indent="-124480">
              <a:lnSpc>
                <a:spcPct val="110000"/>
              </a:lnSpc>
              <a:spcBef>
                <a:spcPts val="0"/>
              </a:spcBef>
              <a:spcAft>
                <a:spcPts val="653"/>
              </a:spcAft>
              <a:buChar char="•"/>
            </a:lvl5pPr>
            <a:lvl6pPr marL="954345" indent="-124480">
              <a:lnSpc>
                <a:spcPct val="110000"/>
              </a:lnSpc>
              <a:spcBef>
                <a:spcPts val="0"/>
              </a:spcBef>
              <a:spcAft>
                <a:spcPts val="653"/>
              </a:spcAft>
              <a:buChar char="•"/>
            </a:lvl6pPr>
            <a:lvl7pPr marL="1120319" indent="-124480">
              <a:lnSpc>
                <a:spcPct val="110000"/>
              </a:lnSpc>
              <a:spcBef>
                <a:spcPts val="0"/>
              </a:spcBef>
              <a:spcAft>
                <a:spcPts val="653"/>
              </a:spcAft>
              <a:buChar char="•"/>
            </a:lvl7pPr>
            <a:lvl8pPr marL="1286292" indent="-124480">
              <a:lnSpc>
                <a:spcPct val="110000"/>
              </a:lnSpc>
              <a:spcBef>
                <a:spcPts val="0"/>
              </a:spcBef>
              <a:spcAft>
                <a:spcPts val="653"/>
              </a:spcAft>
              <a:buChar char="•"/>
            </a:lvl8pPr>
            <a:lvl9pPr marL="1452265" indent="-124480">
              <a:lnSpc>
                <a:spcPct val="110000"/>
              </a:lnSpc>
              <a:spcBef>
                <a:spcPts val="0"/>
              </a:spcBef>
              <a:spcAft>
                <a:spcPts val="653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2304EC2-736F-43A2-95DC-5BCBEFAE79F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3526929" y="1751542"/>
            <a:ext cx="2738557" cy="39234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14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24480" indent="-124480">
              <a:lnSpc>
                <a:spcPct val="110000"/>
              </a:lnSpc>
              <a:spcBef>
                <a:spcPts val="0"/>
              </a:spcBef>
              <a:spcAft>
                <a:spcPts val="653"/>
              </a:spcAft>
              <a:buChar char="•"/>
            </a:lvl1pPr>
            <a:lvl2pPr marL="290453" indent="-124480">
              <a:lnSpc>
                <a:spcPct val="110000"/>
              </a:lnSpc>
              <a:spcBef>
                <a:spcPts val="0"/>
              </a:spcBef>
              <a:spcAft>
                <a:spcPts val="653"/>
              </a:spcAft>
              <a:buChar char="•"/>
            </a:lvl2pPr>
            <a:lvl3pPr marL="456426" indent="-124480">
              <a:lnSpc>
                <a:spcPct val="110000"/>
              </a:lnSpc>
              <a:spcBef>
                <a:spcPts val="0"/>
              </a:spcBef>
              <a:spcAft>
                <a:spcPts val="653"/>
              </a:spcAft>
              <a:buChar char="•"/>
            </a:lvl3pPr>
            <a:lvl4pPr marL="622399" indent="-124480">
              <a:lnSpc>
                <a:spcPct val="110000"/>
              </a:lnSpc>
              <a:spcBef>
                <a:spcPts val="0"/>
              </a:spcBef>
              <a:spcAft>
                <a:spcPts val="653"/>
              </a:spcAft>
              <a:buChar char="•"/>
            </a:lvl4pPr>
            <a:lvl5pPr marL="788372" indent="-124480">
              <a:lnSpc>
                <a:spcPct val="110000"/>
              </a:lnSpc>
              <a:spcBef>
                <a:spcPts val="0"/>
              </a:spcBef>
              <a:spcAft>
                <a:spcPts val="653"/>
              </a:spcAft>
              <a:buChar char="•"/>
            </a:lvl5pPr>
            <a:lvl6pPr marL="954345" indent="-124480">
              <a:lnSpc>
                <a:spcPct val="110000"/>
              </a:lnSpc>
              <a:spcBef>
                <a:spcPts val="0"/>
              </a:spcBef>
              <a:spcAft>
                <a:spcPts val="653"/>
              </a:spcAft>
              <a:buChar char="•"/>
            </a:lvl6pPr>
            <a:lvl7pPr marL="1120319" indent="-124480">
              <a:lnSpc>
                <a:spcPct val="110000"/>
              </a:lnSpc>
              <a:spcBef>
                <a:spcPts val="0"/>
              </a:spcBef>
              <a:spcAft>
                <a:spcPts val="653"/>
              </a:spcAft>
              <a:buChar char="•"/>
            </a:lvl7pPr>
            <a:lvl8pPr marL="1286292" indent="-124480">
              <a:lnSpc>
                <a:spcPct val="110000"/>
              </a:lnSpc>
              <a:spcBef>
                <a:spcPts val="0"/>
              </a:spcBef>
              <a:spcAft>
                <a:spcPts val="653"/>
              </a:spcAft>
              <a:buChar char="•"/>
            </a:lvl8pPr>
            <a:lvl9pPr marL="1452265" indent="-124480">
              <a:lnSpc>
                <a:spcPct val="110000"/>
              </a:lnSpc>
              <a:spcBef>
                <a:spcPts val="0"/>
              </a:spcBef>
              <a:spcAft>
                <a:spcPts val="653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99AB117-7424-420D-95F7-BAEEE1EE1EF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73440" y="490432"/>
            <a:ext cx="5892046" cy="7706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79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BB4D6FB-54B7-4198-9E02-8C37F200BB3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73440" y="1751542"/>
            <a:ext cx="2738557" cy="39234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2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24480" indent="-124480">
              <a:lnSpc>
                <a:spcPct val="110000"/>
              </a:lnSpc>
              <a:spcBef>
                <a:spcPts val="0"/>
              </a:spcBef>
              <a:spcAft>
                <a:spcPts val="653"/>
              </a:spcAft>
              <a:buChar char="•"/>
            </a:lvl1pPr>
            <a:lvl2pPr marL="290453" indent="-124480">
              <a:lnSpc>
                <a:spcPct val="110000"/>
              </a:lnSpc>
              <a:spcBef>
                <a:spcPts val="0"/>
              </a:spcBef>
              <a:spcAft>
                <a:spcPts val="653"/>
              </a:spcAft>
              <a:buChar char="•"/>
            </a:lvl2pPr>
            <a:lvl3pPr marL="456426" indent="-124480">
              <a:lnSpc>
                <a:spcPct val="110000"/>
              </a:lnSpc>
              <a:spcBef>
                <a:spcPts val="0"/>
              </a:spcBef>
              <a:spcAft>
                <a:spcPts val="653"/>
              </a:spcAft>
              <a:buChar char="•"/>
            </a:lvl3pPr>
            <a:lvl4pPr marL="622399" indent="-124480">
              <a:lnSpc>
                <a:spcPct val="110000"/>
              </a:lnSpc>
              <a:spcBef>
                <a:spcPts val="0"/>
              </a:spcBef>
              <a:spcAft>
                <a:spcPts val="653"/>
              </a:spcAft>
              <a:buChar char="•"/>
            </a:lvl4pPr>
            <a:lvl5pPr marL="788372" indent="-124480">
              <a:lnSpc>
                <a:spcPct val="110000"/>
              </a:lnSpc>
              <a:spcBef>
                <a:spcPts val="0"/>
              </a:spcBef>
              <a:spcAft>
                <a:spcPts val="653"/>
              </a:spcAft>
              <a:buChar char="•"/>
            </a:lvl5pPr>
            <a:lvl6pPr marL="954345" indent="-124480">
              <a:lnSpc>
                <a:spcPct val="110000"/>
              </a:lnSpc>
              <a:spcBef>
                <a:spcPts val="0"/>
              </a:spcBef>
              <a:spcAft>
                <a:spcPts val="653"/>
              </a:spcAft>
              <a:buChar char="•"/>
            </a:lvl6pPr>
            <a:lvl7pPr marL="1120319" indent="-124480">
              <a:lnSpc>
                <a:spcPct val="110000"/>
              </a:lnSpc>
              <a:spcBef>
                <a:spcPts val="0"/>
              </a:spcBef>
              <a:spcAft>
                <a:spcPts val="653"/>
              </a:spcAft>
              <a:buChar char="•"/>
            </a:lvl7pPr>
            <a:lvl8pPr marL="1286292" indent="-124480">
              <a:lnSpc>
                <a:spcPct val="110000"/>
              </a:lnSpc>
              <a:spcBef>
                <a:spcPts val="0"/>
              </a:spcBef>
              <a:spcAft>
                <a:spcPts val="653"/>
              </a:spcAft>
              <a:buChar char="•"/>
            </a:lvl8pPr>
            <a:lvl9pPr marL="1452265" indent="-124480">
              <a:lnSpc>
                <a:spcPct val="110000"/>
              </a:lnSpc>
              <a:spcBef>
                <a:spcPts val="0"/>
              </a:spcBef>
              <a:spcAft>
                <a:spcPts val="653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74510acf58b4a8b" /><Relationship Type="http://schemas.openxmlformats.org/officeDocument/2006/relationships/slideLayout" Target="/ppt/slideLayouts/slideLayout1.xml" Id="R5fa76006566e4e40" /><Relationship Type="http://schemas.openxmlformats.org/officeDocument/2006/relationships/slideLayout" Target="/ppt/slideLayouts/slideLayout2.xml" Id="R8d17e45824654d69" /><Relationship Type="http://schemas.openxmlformats.org/officeDocument/2006/relationships/slideLayout" Target="/ppt/slideLayouts/slideLayout3.xml" Id="R9f39ccb8f65a4943" /><Relationship Type="http://schemas.openxmlformats.org/officeDocument/2006/relationships/slideLayout" Target="/ppt/slideLayouts/slideLayout4.xml" Id="R732a6e0f188647bb" /><Relationship Type="http://schemas.openxmlformats.org/officeDocument/2006/relationships/slideLayout" Target="/ppt/slideLayouts/slideLayout5.xml" Id="R6ab2a4839e9743ee" /><Relationship Type="http://schemas.openxmlformats.org/officeDocument/2006/relationships/slideLayout" Target="/ppt/slideLayouts/slideLayout6.xml" Id="R99971e282d37449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fa76006566e4e40"/>
    <p:sldLayoutId xmlns:r="http://schemas.openxmlformats.org/officeDocument/2006/relationships" id="2147483650" r:id="R8d17e45824654d69"/>
    <p:sldLayoutId xmlns:r="http://schemas.openxmlformats.org/officeDocument/2006/relationships" id="2147483651" r:id="R9f39ccb8f65a4943"/>
    <p:sldLayoutId xmlns:r="http://schemas.openxmlformats.org/officeDocument/2006/relationships" id="2147483652" r:id="R732a6e0f188647bb"/>
    <p:sldLayoutId xmlns:r="http://schemas.openxmlformats.org/officeDocument/2006/relationships" id="2147483653" r:id="R6ab2a4839e9743ee"/>
    <p:sldLayoutId xmlns:r="http://schemas.openxmlformats.org/officeDocument/2006/relationships" id="2147483654" r:id="R99971e282d37449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9f4062b19d74923" /><Relationship Type="http://schemas.openxmlformats.org/officeDocument/2006/relationships/image" Target="/ppt/media/image.png" Id="R9adf691b10324053" /><Relationship Type="http://schemas.openxmlformats.org/officeDocument/2006/relationships/image" Target="/ppt/media/image2.png" Id="R01a4238268d9417a" /><Relationship Type="http://schemas.openxmlformats.org/officeDocument/2006/relationships/image" Target="/ppt/media/image3.png" Id="Rcb1cfd1ae26148c2" /><Relationship Type="http://schemas.openxmlformats.org/officeDocument/2006/relationships/image" Target="/ppt/media/image4.png" Id="Rf5a6bfa2409d4502" /><Relationship Type="http://schemas.openxmlformats.org/officeDocument/2006/relationships/image" Target="/ppt/media/image5.png" Id="R92cc796ed5144b29" /><Relationship Type="http://schemas.openxmlformats.org/officeDocument/2006/relationships/image" Target="/ppt/media/image6.png" Id="Raaf0c57cb85b4a63" /><Relationship Type="http://schemas.openxmlformats.org/officeDocument/2006/relationships/image" Target="/ppt/media/image7.png" Id="R01c4f88d74614e24" /><Relationship Type="http://schemas.openxmlformats.org/officeDocument/2006/relationships/image" Target="/ppt/media/image8.png" Id="R886be1e8d57949f7" /><Relationship Type="http://schemas.openxmlformats.org/officeDocument/2006/relationships/notesSlide" Target="/ppt/notesSlides/notesSlide1.xml" Id="Rad37eef8cef34e6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interaction-panel">
            <a:extLst xmlns:a="http://schemas.openxmlformats.org/drawingml/2006/main">
              <a:ext uri="{FF2B5EF4-FFF2-40B4-BE49-F238E27FC236}">
                <a16:creationId xmlns:a16="http://schemas.microsoft.com/office/drawing/2014/main" id="{6490CD49-B664-459E-9333-13E0562EF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62075" y="19050"/>
            <a:ext cx="3914775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DB1"/>
          </a:solidFill>
          <a:ln xmlns:a="http://schemas.openxmlformats.org/drawingml/2006/main" w="17145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2" name="environment">
            <a:extLst xmlns:a="http://schemas.openxmlformats.org/drawingml/2006/main">
              <a:ext uri="{FF2B5EF4-FFF2-40B4-BE49-F238E27FC236}">
                <a16:creationId xmlns:a16="http://schemas.microsoft.com/office/drawing/2014/main" id="{99786745-873D-4746-8E9D-BF06D0D82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71625" y="257175"/>
            <a:ext cx="3505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B66"/>
          </a:solidFill>
          <a:ln xmlns:a="http://schemas.openxmlformats.org/drawingml/2006/main" w="17145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3" name="environment-label">
            <a:extLst xmlns:a="http://schemas.openxmlformats.org/drawingml/2006/main">
              <a:ext uri="{FF2B5EF4-FFF2-40B4-BE49-F238E27FC236}">
                <a16:creationId xmlns:a16="http://schemas.microsoft.com/office/drawing/2014/main" id="{034BA9B8-44DA-4384-9207-540ADA3E7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57375" y="428625"/>
            <a:ext cx="29241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21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1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Environment</a:t>
            </a:r>
          </a:p>
        </p:txBody>
      </p:sp>
      <p:sp>
        <p:nvSpPr>
          <p:cNvPr id="4" name="state">
            <a:extLst xmlns:a="http://schemas.openxmlformats.org/drawingml/2006/main">
              <a:ext uri="{FF2B5EF4-FFF2-40B4-BE49-F238E27FC236}">
                <a16:creationId xmlns:a16="http://schemas.microsoft.com/office/drawing/2014/main" id="{6CD1FF21-2995-457C-A980-C946A5BB6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71625" y="1314450"/>
            <a:ext cx="16002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C1F8"/>
          </a:solidFill>
          <a:ln xmlns:a="http://schemas.openxmlformats.org/drawingml/2006/main" w="17145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5" name="state-label">
            <a:extLst xmlns:a="http://schemas.openxmlformats.org/drawingml/2006/main">
              <a:ext uri="{FF2B5EF4-FFF2-40B4-BE49-F238E27FC236}">
                <a16:creationId xmlns:a16="http://schemas.microsoft.com/office/drawing/2014/main" id="{4EC8DCEB-5CB3-4D0D-B9D7-6A729DD1C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57350" y="1419225"/>
            <a:ext cx="1428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21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1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State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62A9A1-C670-407E-B265-386E7170675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df691b10324053"/>
          <a:srcRect xmlns:a="http://schemas.openxmlformats.org/drawingml/2006/main" l="0" t="649" r="0" b="64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238375" y="1752600"/>
            <a:ext cx="333375" cy="361950"/>
          </a:xfrm>
          <a:prstGeom xmlns:a="http://schemas.openxmlformats.org/drawingml/2006/main" prst="rect">
            <a:avLst/>
          </a:prstGeom>
        </p:spPr>
      </p:pic>
      <p:sp>
        <p:nvSpPr>
          <p:cNvPr id="7" name="state-formula">
            <a:extLst xmlns:a="http://schemas.openxmlformats.org/drawingml/2006/main">
              <a:ext uri="{FF2B5EF4-FFF2-40B4-BE49-F238E27FC236}">
                <a16:creationId xmlns:a16="http://schemas.microsoft.com/office/drawing/2014/main" id="{B4833F3B-A558-4B35-9A9A-3A9C38033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38375" y="1752600"/>
            <a:ext cx="333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" name="action">
            <a:extLst xmlns:a="http://schemas.openxmlformats.org/drawingml/2006/main">
              <a:ext uri="{FF2B5EF4-FFF2-40B4-BE49-F238E27FC236}">
                <a16:creationId xmlns:a16="http://schemas.microsoft.com/office/drawing/2014/main" id="{E62A7E4F-F5C5-4288-9AE8-CC93BA432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76625" y="1314450"/>
            <a:ext cx="16002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C1F8"/>
          </a:solidFill>
          <a:ln xmlns:a="http://schemas.openxmlformats.org/drawingml/2006/main" w="17145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9" name="action-label">
            <a:extLst xmlns:a="http://schemas.openxmlformats.org/drawingml/2006/main">
              <a:ext uri="{FF2B5EF4-FFF2-40B4-BE49-F238E27FC236}">
                <a16:creationId xmlns:a16="http://schemas.microsoft.com/office/drawing/2014/main" id="{FA39323E-F0F3-4183-8B1C-51A57970A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52825" y="1419225"/>
            <a:ext cx="1447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21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1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Action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904F98-2CBC-4534-8747-2AFC122FB95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a4238268d9417a"/>
          <a:srcRect xmlns:a="http://schemas.openxmlformats.org/drawingml/2006/main" l="0" t="649" r="0" b="64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33850" y="1752600"/>
            <a:ext cx="342900" cy="361950"/>
          </a:xfrm>
          <a:prstGeom xmlns:a="http://schemas.openxmlformats.org/drawingml/2006/main" prst="rect">
            <a:avLst/>
          </a:prstGeom>
        </p:spPr>
      </p:pic>
      <p:sp>
        <p:nvSpPr>
          <p:cNvPr id="11" name="action-formula">
            <a:extLst xmlns:a="http://schemas.openxmlformats.org/drawingml/2006/main">
              <a:ext uri="{FF2B5EF4-FFF2-40B4-BE49-F238E27FC236}">
                <a16:creationId xmlns:a16="http://schemas.microsoft.com/office/drawing/2014/main" id="{5876C008-B648-4669-A91B-261775D6A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33850" y="1752600"/>
            <a:ext cx="342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" name="policy">
            <a:extLst xmlns:a="http://schemas.openxmlformats.org/drawingml/2006/main">
              <a:ext uri="{FF2B5EF4-FFF2-40B4-BE49-F238E27FC236}">
                <a16:creationId xmlns:a16="http://schemas.microsoft.com/office/drawing/2014/main" id="{0A67D3B8-0EAD-4E9C-BDD3-390387545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71625" y="2371725"/>
            <a:ext cx="35052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5F2"/>
          </a:solidFill>
          <a:ln xmlns:a="http://schemas.openxmlformats.org/drawingml/2006/main" w="17145">
            <a:solidFill>
              <a:srgbClr val="000000"/>
            </a:solidFill>
            <a:prstDash val="dash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3" name="policy-label">
            <a:extLst xmlns:a="http://schemas.openxmlformats.org/drawingml/2006/main">
              <a:ext uri="{FF2B5EF4-FFF2-40B4-BE49-F238E27FC236}">
                <a16:creationId xmlns:a16="http://schemas.microsoft.com/office/drawing/2014/main" id="{C53560DB-BC76-4559-83F1-A348BEF52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24025" y="2438400"/>
            <a:ext cx="32099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21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1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Skill-Conditioned Policy</a:t>
            </a:r>
          </a:p>
        </p:txBody>
      </p:sp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1EFAA8-2C93-4FE9-87AF-59C5C31ED2C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1cfd1ae26148c2"/>
          <a:srcRect xmlns:a="http://schemas.openxmlformats.org/drawingml/2006/main" l="0" t="704" r="0" b="7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505075" y="2819400"/>
            <a:ext cx="1600200" cy="333375"/>
          </a:xfrm>
          <a:prstGeom xmlns:a="http://schemas.openxmlformats.org/drawingml/2006/main" prst="rect">
            <a:avLst/>
          </a:prstGeom>
        </p:spPr>
      </p:pic>
      <p:sp>
        <p:nvSpPr>
          <p:cNvPr id="15" name="policy-formula">
            <a:extLst xmlns:a="http://schemas.openxmlformats.org/drawingml/2006/main">
              <a:ext uri="{FF2B5EF4-FFF2-40B4-BE49-F238E27FC236}">
                <a16:creationId xmlns:a16="http://schemas.microsoft.com/office/drawing/2014/main" id="{002F4E90-8218-4B93-A653-6E9CA7239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05075" y="2819400"/>
            <a:ext cx="1600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6" name="skill">
            <a:extLst xmlns:a="http://schemas.openxmlformats.org/drawingml/2006/main">
              <a:ext uri="{FF2B5EF4-FFF2-40B4-BE49-F238E27FC236}">
                <a16:creationId xmlns:a16="http://schemas.microsoft.com/office/drawing/2014/main" id="{59961B46-3968-4AD3-8C37-C0CA0B217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100" y="3648075"/>
            <a:ext cx="1428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C1F8"/>
          </a:solidFill>
          <a:ln xmlns:a="http://schemas.openxmlformats.org/drawingml/2006/main" w="17145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7" name="skill-label">
            <a:extLst xmlns:a="http://schemas.openxmlformats.org/drawingml/2006/main">
              <a:ext uri="{FF2B5EF4-FFF2-40B4-BE49-F238E27FC236}">
                <a16:creationId xmlns:a16="http://schemas.microsoft.com/office/drawing/2014/main" id="{BA0CD36D-D23F-470F-B25D-D87ADBC61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8600" y="3743325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21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1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Skill</a:t>
            </a:r>
          </a:p>
        </p:txBody>
      </p:sp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396772-1340-4ED6-A294-BCB48693CB4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a6bfa2409d4502"/>
          <a:srcRect xmlns:a="http://schemas.openxmlformats.org/drawingml/2006/main" l="0" t="794" r="0" b="79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19075" y="4124325"/>
            <a:ext cx="1066800" cy="295275"/>
          </a:xfrm>
          <a:prstGeom xmlns:a="http://schemas.openxmlformats.org/drawingml/2006/main" prst="rect">
            <a:avLst/>
          </a:prstGeom>
        </p:spPr>
      </p:pic>
      <p:sp>
        <p:nvSpPr>
          <p:cNvPr id="19" name="skill-formula">
            <a:extLst xmlns:a="http://schemas.openxmlformats.org/drawingml/2006/main">
              <a:ext uri="{FF2B5EF4-FFF2-40B4-BE49-F238E27FC236}">
                <a16:creationId xmlns:a16="http://schemas.microsoft.com/office/drawing/2014/main" id="{4A8614C4-7F0A-4397-8D99-28661C99E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9075" y="4124325"/>
            <a:ext cx="1066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0" name="reward">
            <a:extLst xmlns:a="http://schemas.openxmlformats.org/drawingml/2006/main">
              <a:ext uri="{FF2B5EF4-FFF2-40B4-BE49-F238E27FC236}">
                <a16:creationId xmlns:a16="http://schemas.microsoft.com/office/drawing/2014/main" id="{48CD40B1-30F3-44DC-88DF-9A759DA69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52575" y="3648075"/>
            <a:ext cx="35433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C1F8"/>
          </a:solidFill>
          <a:ln xmlns:a="http://schemas.openxmlformats.org/drawingml/2006/main" w="17145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21" name="reward-label">
            <a:extLst xmlns:a="http://schemas.openxmlformats.org/drawingml/2006/main">
              <a:ext uri="{FF2B5EF4-FFF2-40B4-BE49-F238E27FC236}">
                <a16:creationId xmlns:a16="http://schemas.microsoft.com/office/drawing/2014/main" id="{AEF7A6FE-8C84-40F6-A1CC-0090E3423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09825" y="3733800"/>
            <a:ext cx="1828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21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1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Reward</a:t>
            </a:r>
          </a:p>
        </p:txBody>
      </p:sp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82B271-6550-40E1-A363-C9B703A924E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cc796ed5144b29"/>
          <a:srcRect xmlns:a="http://schemas.openxmlformats.org/drawingml/2006/main" l="0" t="667" r="0" b="6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666875" y="4095750"/>
            <a:ext cx="3343275" cy="352425"/>
          </a:xfrm>
          <a:prstGeom xmlns:a="http://schemas.openxmlformats.org/drawingml/2006/main" prst="rect">
            <a:avLst/>
          </a:prstGeom>
        </p:spPr>
      </p:pic>
      <p:sp>
        <p:nvSpPr>
          <p:cNvPr id="23" name="reward-formula">
            <a:extLst xmlns:a="http://schemas.openxmlformats.org/drawingml/2006/main">
              <a:ext uri="{FF2B5EF4-FFF2-40B4-BE49-F238E27FC236}">
                <a16:creationId xmlns:a16="http://schemas.microsoft.com/office/drawing/2014/main" id="{C2C81C05-F8D9-4073-9CB2-E11BC2EB0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66875" y="4095750"/>
            <a:ext cx="33432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4" name="trajectory">
            <a:extLst xmlns:a="http://schemas.openxmlformats.org/drawingml/2006/main">
              <a:ext uri="{FF2B5EF4-FFF2-40B4-BE49-F238E27FC236}">
                <a16:creationId xmlns:a16="http://schemas.microsoft.com/office/drawing/2014/main" id="{6E0644D3-1660-420A-8ECE-ED2611854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81600" y="3648075"/>
            <a:ext cx="1428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C1F8"/>
          </a:solidFill>
          <a:ln xmlns:a="http://schemas.openxmlformats.org/drawingml/2006/main" w="17145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25" name="trajectory-label">
            <a:extLst xmlns:a="http://schemas.openxmlformats.org/drawingml/2006/main">
              <a:ext uri="{FF2B5EF4-FFF2-40B4-BE49-F238E27FC236}">
                <a16:creationId xmlns:a16="http://schemas.microsoft.com/office/drawing/2014/main" id="{A2EA31DA-20DB-47C2-8F0B-1A1DCF7EB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19700" y="3743325"/>
            <a:ext cx="1352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21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1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Trajectory</a:t>
            </a:r>
          </a:p>
        </p:txBody>
      </p:sp>
      <p:pic>
        <p:nvPic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3794B8C-7F66-44AC-8154-2430CC5CF78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f0c57cb85b4a63"/>
          <a:srcRect xmlns:a="http://schemas.openxmlformats.org/drawingml/2006/main" l="0" t="685" r="0" b="68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53050" y="4095750"/>
            <a:ext cx="1123950" cy="342900"/>
          </a:xfrm>
          <a:prstGeom xmlns:a="http://schemas.openxmlformats.org/drawingml/2006/main" prst="rect">
            <a:avLst/>
          </a:prstGeom>
        </p:spPr>
      </p:pic>
      <p:sp>
        <p:nvSpPr>
          <p:cNvPr id="27" name="trajectory-formula">
            <a:extLst xmlns:a="http://schemas.openxmlformats.org/drawingml/2006/main">
              <a:ext uri="{FF2B5EF4-FFF2-40B4-BE49-F238E27FC236}">
                <a16:creationId xmlns:a16="http://schemas.microsoft.com/office/drawing/2014/main" id="{66FBF1F7-1C00-418F-9DED-EA621D3C8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53050" y="4095750"/>
            <a:ext cx="1123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8" name="discriminator-panel">
            <a:extLst xmlns:a="http://schemas.openxmlformats.org/drawingml/2006/main">
              <a:ext uri="{FF2B5EF4-FFF2-40B4-BE49-F238E27FC236}">
                <a16:creationId xmlns:a16="http://schemas.microsoft.com/office/drawing/2014/main" id="{1DD28AD0-123D-4332-A493-505B24ACD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62075" y="4695825"/>
            <a:ext cx="3914775" cy="1590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DB1"/>
          </a:solidFill>
          <a:ln xmlns:a="http://schemas.openxmlformats.org/drawingml/2006/main" w="17145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29" name="discriminator-label">
            <a:extLst xmlns:a="http://schemas.openxmlformats.org/drawingml/2006/main">
              <a:ext uri="{FF2B5EF4-FFF2-40B4-BE49-F238E27FC236}">
                <a16:creationId xmlns:a16="http://schemas.microsoft.com/office/drawing/2014/main" id="{02A072BE-E7A6-40BD-8405-6A14E5293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19250" y="4791075"/>
            <a:ext cx="338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21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1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Skill Discriminators</a:t>
            </a:r>
          </a:p>
        </p:txBody>
      </p:sp>
      <p:sp>
        <p:nvSpPr>
          <p:cNvPr id="30" name="relative-discriminator">
            <a:extLst xmlns:a="http://schemas.openxmlformats.org/drawingml/2006/main">
              <a:ext uri="{FF2B5EF4-FFF2-40B4-BE49-F238E27FC236}">
                <a16:creationId xmlns:a16="http://schemas.microsoft.com/office/drawing/2014/main" id="{4CC0D8D5-A673-4877-A4F1-017E964C3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6850" y="5248275"/>
            <a:ext cx="18097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5F2"/>
          </a:solidFill>
          <a:ln xmlns:a="http://schemas.openxmlformats.org/drawingml/2006/main" w="17145">
            <a:solidFill>
              <a:srgbClr val="000000"/>
            </a:solidFill>
            <a:prstDash val="dash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31" name="absolute-discriminator">
            <a:extLst xmlns:a="http://schemas.openxmlformats.org/drawingml/2006/main">
              <a:ext uri="{FF2B5EF4-FFF2-40B4-BE49-F238E27FC236}">
                <a16:creationId xmlns:a16="http://schemas.microsoft.com/office/drawing/2014/main" id="{DD09E91A-3C05-4D98-89F5-56BFD0ABF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71850" y="5248275"/>
            <a:ext cx="18097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5F2"/>
          </a:solidFill>
          <a:ln xmlns:a="http://schemas.openxmlformats.org/drawingml/2006/main" w="17145">
            <a:solidFill>
              <a:srgbClr val="000000"/>
            </a:solidFill>
            <a:prstDash val="dash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pic>
        <p:nvPic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0761D24-A51E-4D2E-8A15-24B609B645A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c4f88d74614e24"/>
          <a:srcRect xmlns:a="http://schemas.openxmlformats.org/drawingml/2006/main" l="0" t="617" r="0" b="61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52575" y="5524500"/>
            <a:ext cx="1638300" cy="381000"/>
          </a:xfrm>
          <a:prstGeom xmlns:a="http://schemas.openxmlformats.org/drawingml/2006/main" prst="rect">
            <a:avLst/>
          </a:prstGeom>
        </p:spPr>
      </p:pic>
      <p:sp>
        <p:nvSpPr>
          <p:cNvPr id="33" name="relative-discriminator-formula">
            <a:extLst xmlns:a="http://schemas.openxmlformats.org/drawingml/2006/main">
              <a:ext uri="{FF2B5EF4-FFF2-40B4-BE49-F238E27FC236}">
                <a16:creationId xmlns:a16="http://schemas.microsoft.com/office/drawing/2014/main" id="{079CC8D1-95F3-46D7-9A0F-707D2CF54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52575" y="5524500"/>
            <a:ext cx="1638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B7F41E8-011F-418F-9F84-541D787B174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6be1e8d57949f7"/>
          <a:srcRect xmlns:a="http://schemas.openxmlformats.org/drawingml/2006/main" l="0" t="617" r="0" b="61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505200" y="5524500"/>
            <a:ext cx="1590675" cy="381000"/>
          </a:xfrm>
          <a:prstGeom xmlns:a="http://schemas.openxmlformats.org/drawingml/2006/main" prst="rect">
            <a:avLst/>
          </a:prstGeom>
        </p:spPr>
      </p:pic>
      <p:sp>
        <p:nvSpPr>
          <p:cNvPr id="35" name="absolute-discriminator-formula">
            <a:extLst xmlns:a="http://schemas.openxmlformats.org/drawingml/2006/main">
              <a:ext uri="{FF2B5EF4-FFF2-40B4-BE49-F238E27FC236}">
                <a16:creationId xmlns:a16="http://schemas.microsoft.com/office/drawing/2014/main" id="{42495CB6-28B0-4108-982B-9391984F1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05200" y="5524500"/>
            <a:ext cx="15906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6" name="environment-state">
            <a:extLst xmlns:a="http://schemas.openxmlformats.org/drawingml/2006/main">
              <a:ext uri="{FF2B5EF4-FFF2-40B4-BE49-F238E27FC236}">
                <a16:creationId xmlns:a16="http://schemas.microsoft.com/office/drawing/2014/main" id="{A597E5BE-FCEF-4020-ADCC-043E3518A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71725" y="1038225"/>
            <a:ext cx="95" cy="276225"/>
          </a:xfrm>
          <a:custGeom xmlns:a="http://schemas.openxmlformats.org/drawingml/2006/main">
            <a:pathLst>
              <a:path w="95" h="276225">
                <a:moveTo>
                  <a:pt x="0" y="0"/>
                </a:moveTo>
                <a:lnTo>
                  <a:pt x="0" y="276225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000000"/>
            </a:solidFill>
            <a:prstDash val="solid"/>
          </a:ln>
        </p:spPr>
      </p:sp>
      <p:sp>
        <p:nvSpPr>
          <p:cNvPr id="37" name="state-policy">
            <a:extLst xmlns:a="http://schemas.openxmlformats.org/drawingml/2006/main">
              <a:ext uri="{FF2B5EF4-FFF2-40B4-BE49-F238E27FC236}">
                <a16:creationId xmlns:a16="http://schemas.microsoft.com/office/drawing/2014/main" id="{6D710D03-76DA-4792-9119-92F954FE8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71725" y="2124075"/>
            <a:ext cx="95" cy="247650"/>
          </a:xfrm>
          <a:custGeom xmlns:a="http://schemas.openxmlformats.org/drawingml/2006/main">
            <a:pathLst>
              <a:path w="95" h="247650">
                <a:moveTo>
                  <a:pt x="0" y="0"/>
                </a:moveTo>
                <a:lnTo>
                  <a:pt x="0" y="2476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000000"/>
            </a:solidFill>
            <a:prstDash val="solid"/>
          </a:ln>
        </p:spPr>
      </p:sp>
      <p:sp>
        <p:nvSpPr>
          <p:cNvPr id="38" name="state-policy-head">
            <a:extLst xmlns:a="http://schemas.openxmlformats.org/drawingml/2006/main">
              <a:ext uri="{FF2B5EF4-FFF2-40B4-BE49-F238E27FC236}">
                <a16:creationId xmlns:a16="http://schemas.microsoft.com/office/drawing/2014/main" id="{9F6B4C4E-8421-4294-873E-547780770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20290" y="2257425"/>
            <a:ext cx="102870" cy="114300"/>
          </a:xfrm>
          <a:custGeom xmlns:a="http://schemas.openxmlformats.org/drawingml/2006/main">
            <a:pathLst>
              <a:path w="102870" h="114300">
                <a:moveTo>
                  <a:pt x="51435" y="114300"/>
                </a:moveTo>
                <a:lnTo>
                  <a:pt x="0" y="0"/>
                </a:lnTo>
                <a:lnTo>
                  <a:pt x="10287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policy-action">
            <a:extLst xmlns:a="http://schemas.openxmlformats.org/drawingml/2006/main">
              <a:ext uri="{FF2B5EF4-FFF2-40B4-BE49-F238E27FC236}">
                <a16:creationId xmlns:a16="http://schemas.microsoft.com/office/drawing/2014/main" id="{90F33692-3EB5-44B2-9467-41333D096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76725" y="2124075"/>
            <a:ext cx="95" cy="247650"/>
          </a:xfrm>
          <a:custGeom xmlns:a="http://schemas.openxmlformats.org/drawingml/2006/main">
            <a:pathLst>
              <a:path w="95" h="247650">
                <a:moveTo>
                  <a:pt x="0" y="2476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000000"/>
            </a:solidFill>
            <a:prstDash val="solid"/>
          </a:ln>
        </p:spPr>
      </p:sp>
      <p:sp>
        <p:nvSpPr>
          <p:cNvPr id="40" name="action-environment">
            <a:extLst xmlns:a="http://schemas.openxmlformats.org/drawingml/2006/main">
              <a:ext uri="{FF2B5EF4-FFF2-40B4-BE49-F238E27FC236}">
                <a16:creationId xmlns:a16="http://schemas.microsoft.com/office/drawing/2014/main" id="{07252D2E-9C7A-4C16-8AD5-57AD59666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76725" y="1047750"/>
            <a:ext cx="95" cy="266700"/>
          </a:xfrm>
          <a:custGeom xmlns:a="http://schemas.openxmlformats.org/drawingml/2006/main">
            <a:pathLst>
              <a:path w="95" h="266700">
                <a:moveTo>
                  <a:pt x="0" y="2667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000000"/>
            </a:solidFill>
            <a:prstDash val="solid"/>
          </a:ln>
        </p:spPr>
      </p:sp>
      <p:sp>
        <p:nvSpPr>
          <p:cNvPr id="41" name="action-environment-head">
            <a:extLst xmlns:a="http://schemas.openxmlformats.org/drawingml/2006/main">
              <a:ext uri="{FF2B5EF4-FFF2-40B4-BE49-F238E27FC236}">
                <a16:creationId xmlns:a16="http://schemas.microsoft.com/office/drawing/2014/main" id="{1D9874C1-3802-42F3-BBB7-48286D062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25290" y="1047750"/>
            <a:ext cx="102870" cy="114300"/>
          </a:xfrm>
          <a:custGeom xmlns:a="http://schemas.openxmlformats.org/drawingml/2006/main">
            <a:pathLst>
              <a:path w="102870" h="114300">
                <a:moveTo>
                  <a:pt x="51435" y="0"/>
                </a:moveTo>
                <a:lnTo>
                  <a:pt x="102870" y="114300"/>
                </a:lnTo>
                <a:lnTo>
                  <a:pt x="0" y="11430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policy-trajectory">
            <a:extLst xmlns:a="http://schemas.openxmlformats.org/drawingml/2006/main">
              <a:ext uri="{FF2B5EF4-FFF2-40B4-BE49-F238E27FC236}">
                <a16:creationId xmlns:a16="http://schemas.microsoft.com/office/drawing/2014/main" id="{50C38370-AAD6-4B87-9A47-7F289B1FF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76825" y="2781300"/>
            <a:ext cx="828675" cy="866775"/>
          </a:xfrm>
          <a:custGeom xmlns:a="http://schemas.openxmlformats.org/drawingml/2006/main">
            <a:pathLst>
              <a:path w="828675" h="866775">
                <a:moveTo>
                  <a:pt x="0" y="0"/>
                </a:moveTo>
                <a:lnTo>
                  <a:pt x="828675" y="0"/>
                </a:lnTo>
                <a:lnTo>
                  <a:pt x="828675" y="866775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000000"/>
            </a:solidFill>
            <a:prstDash val="solid"/>
          </a:ln>
        </p:spPr>
      </p:sp>
      <p:sp>
        <p:nvSpPr>
          <p:cNvPr id="43" name="trajectory-discriminators">
            <a:extLst xmlns:a="http://schemas.openxmlformats.org/drawingml/2006/main">
              <a:ext uri="{FF2B5EF4-FFF2-40B4-BE49-F238E27FC236}">
                <a16:creationId xmlns:a16="http://schemas.microsoft.com/office/drawing/2014/main" id="{E86DBB75-2641-4982-815A-8A5C068C9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76850" y="4467225"/>
            <a:ext cx="628650" cy="1019175"/>
          </a:xfrm>
          <a:custGeom xmlns:a="http://schemas.openxmlformats.org/drawingml/2006/main">
            <a:pathLst>
              <a:path w="628650" h="1019175">
                <a:moveTo>
                  <a:pt x="628650" y="0"/>
                </a:moveTo>
                <a:lnTo>
                  <a:pt x="628650" y="1019175"/>
                </a:lnTo>
                <a:lnTo>
                  <a:pt x="0" y="1019175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000000"/>
            </a:solidFill>
            <a:prstDash val="solid"/>
          </a:ln>
        </p:spPr>
      </p:sp>
      <p:sp>
        <p:nvSpPr>
          <p:cNvPr id="44" name="trajectory-discriminators-head">
            <a:extLst xmlns:a="http://schemas.openxmlformats.org/drawingml/2006/main">
              <a:ext uri="{FF2B5EF4-FFF2-40B4-BE49-F238E27FC236}">
                <a16:creationId xmlns:a16="http://schemas.microsoft.com/office/drawing/2014/main" id="{8AC2810C-0416-4DB7-BAFB-E8F965840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76850" y="5434965"/>
            <a:ext cx="114300" cy="102870"/>
          </a:xfrm>
          <a:custGeom xmlns:a="http://schemas.openxmlformats.org/drawingml/2006/main">
            <a:pathLst>
              <a:path w="114300" h="102870">
                <a:moveTo>
                  <a:pt x="0" y="51435"/>
                </a:moveTo>
                <a:lnTo>
                  <a:pt x="114300" y="0"/>
                </a:lnTo>
                <a:lnTo>
                  <a:pt x="114300" y="10287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skill-policy">
            <a:extLst xmlns:a="http://schemas.openxmlformats.org/drawingml/2006/main">
              <a:ext uri="{FF2B5EF4-FFF2-40B4-BE49-F238E27FC236}">
                <a16:creationId xmlns:a16="http://schemas.microsoft.com/office/drawing/2014/main" id="{E29EFEC6-E391-4660-BB7D-535C822BC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2475" y="2781300"/>
            <a:ext cx="819150" cy="866775"/>
          </a:xfrm>
          <a:custGeom xmlns:a="http://schemas.openxmlformats.org/drawingml/2006/main">
            <a:pathLst>
              <a:path w="819150" h="866775">
                <a:moveTo>
                  <a:pt x="0" y="866775"/>
                </a:moveTo>
                <a:lnTo>
                  <a:pt x="0" y="0"/>
                </a:lnTo>
                <a:lnTo>
                  <a:pt x="819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000000"/>
            </a:solidFill>
            <a:prstDash val="solid"/>
          </a:ln>
        </p:spPr>
      </p:sp>
      <p:sp>
        <p:nvSpPr>
          <p:cNvPr id="46" name="skill-policy-head">
            <a:extLst xmlns:a="http://schemas.openxmlformats.org/drawingml/2006/main">
              <a:ext uri="{FF2B5EF4-FFF2-40B4-BE49-F238E27FC236}">
                <a16:creationId xmlns:a16="http://schemas.microsoft.com/office/drawing/2014/main" id="{11B766EE-B01A-4E62-B7CA-EDCA53CC7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57325" y="2729865"/>
            <a:ext cx="114300" cy="102870"/>
          </a:xfrm>
          <a:custGeom xmlns:a="http://schemas.openxmlformats.org/drawingml/2006/main">
            <a:pathLst>
              <a:path w="114300" h="102870">
                <a:moveTo>
                  <a:pt x="114300" y="51435"/>
                </a:moveTo>
                <a:lnTo>
                  <a:pt x="0" y="10287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skill-discriminators">
            <a:extLst xmlns:a="http://schemas.openxmlformats.org/drawingml/2006/main">
              <a:ext uri="{FF2B5EF4-FFF2-40B4-BE49-F238E27FC236}">
                <a16:creationId xmlns:a16="http://schemas.microsoft.com/office/drawing/2014/main" id="{81510633-9A7F-4C8F-80B0-6820E8AA2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2475" y="4467225"/>
            <a:ext cx="609600" cy="1019175"/>
          </a:xfrm>
          <a:custGeom xmlns:a="http://schemas.openxmlformats.org/drawingml/2006/main">
            <a:pathLst>
              <a:path w="609600" h="1019175">
                <a:moveTo>
                  <a:pt x="0" y="0"/>
                </a:moveTo>
                <a:lnTo>
                  <a:pt x="0" y="1019175"/>
                </a:lnTo>
                <a:lnTo>
                  <a:pt x="609600" y="1019175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000000"/>
            </a:solidFill>
            <a:prstDash val="solid"/>
          </a:ln>
        </p:spPr>
      </p:sp>
      <p:sp>
        <p:nvSpPr>
          <p:cNvPr id="48" name="skill-discriminators-head">
            <a:extLst xmlns:a="http://schemas.openxmlformats.org/drawingml/2006/main">
              <a:ext uri="{FF2B5EF4-FFF2-40B4-BE49-F238E27FC236}">
                <a16:creationId xmlns:a16="http://schemas.microsoft.com/office/drawing/2014/main" id="{367E3D03-E402-463B-B874-013BBE9C6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47775" y="5434965"/>
            <a:ext cx="114300" cy="102870"/>
          </a:xfrm>
          <a:custGeom xmlns:a="http://schemas.openxmlformats.org/drawingml/2006/main">
            <a:pathLst>
              <a:path w="114300" h="102870">
                <a:moveTo>
                  <a:pt x="114300" y="51435"/>
                </a:moveTo>
                <a:lnTo>
                  <a:pt x="0" y="10287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reward-policy">
            <a:extLst xmlns:a="http://schemas.openxmlformats.org/drawingml/2006/main">
              <a:ext uri="{FF2B5EF4-FFF2-40B4-BE49-F238E27FC236}">
                <a16:creationId xmlns:a16="http://schemas.microsoft.com/office/drawing/2014/main" id="{AFCE9A3C-2CC0-4808-B592-17EDEFA66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24225" y="3181350"/>
            <a:ext cx="95" cy="466725"/>
          </a:xfrm>
          <a:custGeom xmlns:a="http://schemas.openxmlformats.org/drawingml/2006/main">
            <a:pathLst>
              <a:path w="95" h="466725">
                <a:moveTo>
                  <a:pt x="0" y="4667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000000"/>
            </a:solidFill>
            <a:prstDash val="solid"/>
          </a:ln>
        </p:spPr>
      </p:sp>
      <p:sp>
        <p:nvSpPr>
          <p:cNvPr id="50" name="reward-policy-head">
            <a:extLst xmlns:a="http://schemas.openxmlformats.org/drawingml/2006/main">
              <a:ext uri="{FF2B5EF4-FFF2-40B4-BE49-F238E27FC236}">
                <a16:creationId xmlns:a16="http://schemas.microsoft.com/office/drawing/2014/main" id="{DCC47AAD-9B24-406B-9EF4-02B45E669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72790" y="3181350"/>
            <a:ext cx="102870" cy="114300"/>
          </a:xfrm>
          <a:custGeom xmlns:a="http://schemas.openxmlformats.org/drawingml/2006/main">
            <a:pathLst>
              <a:path w="102870" h="114300">
                <a:moveTo>
                  <a:pt x="51435" y="0"/>
                </a:moveTo>
                <a:lnTo>
                  <a:pt x="102870" y="114300"/>
                </a:lnTo>
                <a:lnTo>
                  <a:pt x="0" y="11430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68343437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2026-10-09T20:42:35.2790000Z</dcterms:created>
  <dcterms:modified xsi:type="dcterms:W3CDTF">2026-10-09T20:42:35.2800000Z</dcterms:modified>
</coreProperties>
</file>