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8add6827f842c9" /><Relationship Type="http://schemas.openxmlformats.org/officeDocument/2006/relationships/extended-properties" Target="/docProps/app.xml" Id="R39f1de6849054d03" /><Relationship Type="http://schemas.openxmlformats.org/officeDocument/2006/relationships/officeDocument" Target="/ppt/presentation.xml" Id="R5d60a001a452488d" /></Relationships>
</file>

<file path=ppt/presentation.xml><?xml version="1.0" encoding="utf-8"?>
<p:presentation xmlns:p="http://schemas.openxmlformats.org/presentationml/2006/main">
  <p:sldMasterIdLst>
    <p:sldMasterId xmlns:r="http://schemas.openxmlformats.org/officeDocument/2006/relationships" id="2147483648" r:id="R3136a047521d4571"/>
  </p:sldMasterIdLst>
  <p:notesMasterIdLst>
    <p:notesMasterId xmlns:r="http://schemas.openxmlformats.org/officeDocument/2006/relationships" r:id="R904cb7e79b334d60"/>
  </p:notesMasterIdLst>
  <p:sldIdLst>
    <p:sldId xmlns:r="http://schemas.openxmlformats.org/officeDocument/2006/relationships" id="256" r:id="R2e481336a34941ea"/>
  </p:sldIdLst>
  <p:sldSz cx="11115675" cy="4714875"/>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d1dfe8fbe04c6f" /><Relationship Type="http://schemas.openxmlformats.org/officeDocument/2006/relationships/slideMaster" Target="/ppt/slideMasters/slideMaster1.xml" Id="R3136a047521d4571" /><Relationship Type="http://schemas.openxmlformats.org/officeDocument/2006/relationships/notesMaster" Target="/ppt/notesMasters/notesMaster1.xml" Id="R904cb7e79b334d60" /><Relationship Type="http://schemas.openxmlformats.org/officeDocument/2006/relationships/presProps" Target="/ppt/presProps.xml" Id="Rdf1bf35536474143" /><Relationship Type="http://schemas.openxmlformats.org/officeDocument/2006/relationships/tableStyles" Target="/ppt/tableStyles.xml" Id="Rad1f0a329c384ac5" /><Relationship Type="http://schemas.openxmlformats.org/officeDocument/2006/relationships/slide" Target="/ppt/slides/slide1.xml" Id="R2e481336a34941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13222c99fc4f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f34eee700240c2" /><Relationship Type="http://schemas.openxmlformats.org/officeDocument/2006/relationships/notesMaster" Target="/ppt/notesMasters/notesMaster1.xml" Id="R0d4fc5cc117c4d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"paper_title": "Real-Time Verification of Embodied Reasoning for Generative Skill Acquisition",</a:t>
            </a:r>
          </a:p>
          <a:p xmlns:a="http://schemas.openxmlformats.org/drawingml/2006/main">
            <a:r>
              <a:t>  "paper_url": "https://arxiv.org/pdf/2505.11175v2",</a:t>
            </a:r>
          </a:p>
          <a:p xmlns:a="http://schemas.openxmlformats.org/drawingml/2006/main">
            <a:r>
              <a:t>  "figure": "Figure 2",</a:t>
            </a:r>
          </a:p>
          <a:p xmlns:a="http://schemas.openxmlformats.org/drawingml/2006/main">
            <a:r>
              <a:t>  "license": "http://creativecommons.org/licenses/by/4.0/",</a:t>
            </a:r>
          </a:p>
          <a:p xmlns:a="http://schemas.openxmlformats.org/drawingml/2006/main">
            <a:r>
              <a:t>  "notes": "Source-layout reconstruction using native PDF paths and live ordinary labels. Each source photograph, illustration or mathematical bitmap is an isolated insert with original clipping. No whole-figure raster backdrop. Native paths are not semantically attached connectors.",</a:t>
            </a:r>
          </a:p>
          <a:p xmlns:a="http://schemas.openxmlformats.org/drawingml/2006/main">
            <a:r>
              <a:t>  "page": 4,</a:t>
            </a:r>
          </a:p>
          <a:p xmlns:a="http://schemas.openxmlformats.org/drawingml/2006/main">
            <a:r>
              <a:t>  "status": "figure_recreation",</a:t>
            </a:r>
          </a:p>
          <a:p xmlns:a="http://schemas.openxmlformats.org/drawingml/2006/main">
            <a:r>
              <a:t>  "source_sha256": "f6cffe99b77adfe2c66b946903e6ec081efd4fa037eb33ec61b6bbccdf641192",</a:t>
            </a:r>
          </a:p>
          <a:p xmlns:a="http://schemas.openxmlformats.org/drawingml/2006/main">
            <a:r>
              <a:t>  "source_crop_pdf_points": [</a:t>
            </a:r>
          </a:p>
          <a:p xmlns:a="http://schemas.openxmlformats.org/drawingml/2006/main">
            <a:r>
              <a:t>    111,</a:t>
            </a:r>
          </a:p>
          <a:p xmlns:a="http://schemas.openxmlformats.org/drawingml/2006/main">
            <a:r>
              <a:t>    217,</a:t>
            </a:r>
          </a:p>
          <a:p xmlns:a="http://schemas.openxmlformats.org/drawingml/2006/main">
            <a:r>
              <a:t>    500,</a:t>
            </a:r>
          </a:p>
          <a:p xmlns:a="http://schemas.openxmlformats.org/drawingml/2006/main">
            <a:r>
              <a:t>    382</a:t>
            </a:r>
          </a:p>
          <a:p xmlns:a="http://schemas.openxmlformats.org/drawingml/2006/main">
            <a:r>
              <a:t>  ],</a:t>
            </a:r>
          </a:p>
          <a:p xmlns:a="http://schemas.openxmlformats.org/drawingml/2006/main">
            <a:r>
              <a:t>  "extraction_review": "pending; native geometry extraction is not visual fidelity approval",</a:t>
            </a:r>
          </a:p>
          <a:p xmlns:a="http://schemas.openxmlformats.org/drawingml/2006/main">
            <a:r>
              <a:t>  "font_substitutions": "Arial or Courier New; source fonts recorded per text object",</a:t>
            </a:r>
          </a:p>
          <a:p xmlns:a="http://schemas.openxmlformats.org/drawingml/2006/main">
            <a:r>
              <a:t>  "outlined_font_families": [</a:t>
            </a:r>
          </a:p>
          <a:p xmlns:a="http://schemas.openxmlformats.org/drawingml/2006/main">
            <a:r>
              <a:t>    "CMM",</a:t>
            </a:r>
          </a:p>
          <a:p xmlns:a="http://schemas.openxmlformats.org/drawingml/2006/main">
            <a:r>
              <a:t>    "CMSY",</a:t>
            </a:r>
          </a:p>
          <a:p xmlns:a="http://schemas.openxmlformats.org/drawingml/2006/main">
            <a:r>
              <a:t>    "CMEX",</a:t>
            </a:r>
          </a:p>
          <a:p xmlns:a="http://schemas.openxmlformats.org/drawingml/2006/main">
            <a:r>
              <a:t>    "CambriaMath"</a:t>
            </a:r>
          </a:p>
          <a:p xmlns:a="http://schemas.openxmlformats.org/drawingml/2006/main">
            <a:r>
              <a:t>  ],</a:t>
            </a:r>
          </a:p>
          <a:p xmlns:a="http://schemas.openxmlformats.org/drawingml/2006/main">
            <a:r>
              <a:t>  "outlined_math_limit": "Selected source mathematical fonts preserved as editable glyph outlines, not live equation/text objects.",</a:t>
            </a:r>
          </a:p>
          <a:p xmlns:a="http://schemas.openxmlformats.org/drawingml/2006/main">
            <a:r>
              <a:t>  "extraction_warnings": [</a:t>
            </a:r>
          </a:p>
          <a:p xmlns:a="http://schemas.openxmlformats.org/drawingml/2006/main">
            <a:r>
              <a:t>    "2 source clipping groups intersect crop; extracted paths require explicit clipping review",</a:t>
            </a:r>
          </a:p>
          <a:p xmlns:a="http://schemas.openxmlformats.org/drawingml/2006/main">
            <a:r>
              <a:t>    "path crosses crop boundary: 1",</a:t>
            </a:r>
          </a:p>
          <a:p xmlns:a="http://schemas.openxmlformats.org/drawingml/2006/main">
            <a:r>
              <a:t>    "unhandled image/shading at seq 34: [217.73385620117188, 330.7317199707031, 344.05615234375, 376.601806640625]; requires reviewed raster region",</a:t>
            </a:r>
          </a:p>
          <a:p xmlns:a="http://schemas.openxmlformats.org/drawingml/2006/main">
            <a:r>
              <a:t>    "unhandled image/shading at seq 42: [339.0536804199219, 309.1892395019531, 376.99102783203125, 327.23345947265625]; requires reviewed raster region",</a:t>
            </a:r>
          </a:p>
          <a:p xmlns:a="http://schemas.openxmlformats.org/drawingml/2006/main">
            <a:r>
              <a:t>    "unhandled image/shading at seq 44: [382.15399169921875, 309.1892395019531, 420.09136962890625, 327.23345947265625]; requires reviewed raster region",</a:t>
            </a:r>
          </a:p>
          <a:p xmlns:a="http://schemas.openxmlformats.org/drawingml/2006/main">
            <a:r>
              <a:t>    "unhandled image/shading at seq 46: [425.6368713378906, 309.1892395019531, 463.57421875, 327.23345947265625]; requires reviewed raster region",</a:t>
            </a:r>
          </a:p>
          <a:p xmlns:a="http://schemas.openxmlformats.org/drawingml/2006/main">
            <a:r>
              <a:t>    "unhandled image/shading at seq 48: [425.6368713378906, 327.557373046875, 463.57421875, 345.6015930175781]; requires reviewed raster region",</a:t>
            </a:r>
          </a:p>
          <a:p xmlns:a="http://schemas.openxmlformats.org/drawingml/2006/main">
            <a:r>
              <a:t>    "unhandled image/shading at seq 50: [382.15399169921875, 345.2466735839844, 420.09136962890625, 363.2908935546875]; requires reviewed raster region",</a:t>
            </a:r>
          </a:p>
          <a:p xmlns:a="http://schemas.openxmlformats.org/drawingml/2006/main">
            <a:r>
              <a:t>    "unhandled image/shading at seq 52: [425.6368713378906, 345.2466735839844, 463.57421875, 363.2908935546875]; requires reviewed raster region",</a:t>
            </a:r>
          </a:p>
          <a:p xmlns:a="http://schemas.openxmlformats.org/drawingml/2006/main">
            <a:r>
              <a:t>    "unhandled image/shading at seq 64: [219.34375, 311.6842956542969, 233.019775390625, 325.3603210449219]; requires reviewed raster region",</a:t>
            </a:r>
          </a:p>
          <a:p xmlns:a="http://schemas.openxmlformats.org/drawingml/2006/main">
            <a:r>
              <a:t>    "unhandled image/shading at seq 91: [233.19342041015625, 219.0474853515625, 434.002197265625, 251.42367553710938]; requires reviewed raster region",</a:t>
            </a:r>
          </a:p>
          <a:p xmlns:a="http://schemas.openxmlformats.org/drawingml/2006/main">
            <a:r>
              <a:t>    "unhandled image/shading at seq 101: [122.24832153320312, 219.75096130371094, 147.4665985107422, 242.0653076171875]; requires reviewed raster region",</a:t>
            </a:r>
          </a:p>
          <a:p xmlns:a="http://schemas.openxmlformats.org/drawingml/2006/main">
            <a:r>
              <a:t>    "unhandled image/shading at seq 102: [123.77670288085938, 258.31707763671875, 146.90618896484375, 281.5484619140625]; requires reviewed raster region",</a:t>
            </a:r>
          </a:p>
          <a:p xmlns:a="http://schemas.openxmlformats.org/drawingml/2006/main">
            <a:r>
              <a:t>    "unhandled image/shading at seq 103: [326.5927429199219, 284.0447998046875, 338.8707275390625, 302.6910400390625]; requires reviewed raster region",</a:t>
            </a:r>
          </a:p>
          <a:p xmlns:a="http://schemas.openxmlformats.org/drawingml/2006/main">
            <a:r>
              <a:t>    "unhandled image/shading at seq 104: [388.24755859375, 283.8036804199219, 400.5255432128906, 302.4499206542969]; requires reviewed raster region",</a:t>
            </a:r>
          </a:p>
          <a:p xmlns:a="http://schemas.openxmlformats.org/drawingml/2006/main">
            <a:r>
              <a:t>    "unhandled image/shading at seq 105: [287.66998291015625, 270.828125, 303.8708190917969, 281.52679443359375]; requires reviewed raster region",</a:t>
            </a:r>
          </a:p>
          <a:p xmlns:a="http://schemas.openxmlformats.org/drawingml/2006/main">
            <a:r>
              <a:t>    "unhandled image/shading at seq 106: [233.20867919921875, 270.216796875, 249.40951538085938, 280.91546630859375]; requires reviewed raster region",</a:t>
            </a:r>
          </a:p>
          <a:p xmlns:a="http://schemas.openxmlformats.org/drawingml/2006/main">
            <a:r>
              <a:t>    "unhandled image/shading at seq 107: [406.9345703125, 270.06396484375, 423.1354064941406, 280.76263427734375]; requires reviewed raster region",</a:t>
            </a:r>
          </a:p>
          <a:p xmlns:a="http://schemas.openxmlformats.org/drawingml/2006/main">
            <a:r>
              <a:t>    "unhandled image/shading at seq 108: [196.15103149414062, 237.17449951171875, 220.83563232421875, 269.2997741699219]; requires reviewed raster region",</a:t>
            </a:r>
          </a:p>
          <a:p xmlns:a="http://schemas.openxmlformats.org/drawingml/2006/main">
            <a:r>
              <a:t>    "unhandled image/shading at seq 109: [151.69509887695312, 230.12229919433594, 167.89593505859375, 240.82095336914062]; requires reviewed raster region",</a:t>
            </a:r>
          </a:p>
          <a:p xmlns:a="http://schemas.openxmlformats.org/drawingml/2006/main">
            <a:r>
              <a:t>    "unhandled image/shading at seq 110: [161.62957763671875, 269.4844665527344, 180.27581787109375, 281.762451171875]; requires reviewed raster region",</a:t>
            </a:r>
          </a:p>
          <a:p xmlns:a="http://schemas.openxmlformats.org/drawingml/2006/main">
            <a:r>
              <a:t>    "unhandled image/shading at seq 114: [352.5751647949219, 251.23558044433594, 442.0872802734375, 267.64019775390625]; requires reviewed raster region",</a:t>
            </a:r>
          </a:p>
          <a:p xmlns:a="http://schemas.openxmlformats.org/drawingml/2006/main">
            <a:r>
              <a:t>    "unhandled image/shading at seq 116: [471.2793273925781, 322.30523681640625, 494.6635437011719, 347.8291931152344]; requires reviewed raster region",</a:t>
            </a:r>
          </a:p>
          <a:p xmlns:a="http://schemas.openxmlformats.org/drawingml/2006/main">
            <a:r>
              <a:t>    "unhandled image/shading at seq 117: [294.496337890625, 309.1892395019531, 332.4337158203125, 327.23345947265625]; requires reviewed raster region"</a:t>
            </a:r>
          </a:p>
          <a:p xmlns:a="http://schemas.openxmlformats.org/drawingml/2006/main">
            <a:r>
              <a:t>  ],</a:t>
            </a:r>
          </a:p>
          <a:p xmlns:a="http://schemas.openxmlformats.org/drawingml/2006/main">
            <a:r>
              <a:t>  "ignored_invisible_text_spans": 189,</a:t>
            </a:r>
          </a:p>
          <a:p xmlns:a="http://schemas.openxmlformats.org/drawingml/2006/main">
            <a:r>
              <a:t>  "text_editability": "Ordinary source labels are live text; selected mathematical fonts are native outlines. Source image inserts retain internal raster pixels.",</a:t>
            </a:r>
          </a:p>
          <a:p xmlns:a="http://schemas.openxmlformats.org/drawingml/2006/main">
            <a:r>
              <a:t>  "image_reconstruction": "Each source raster instance is isolated with complete source SVG ancestry, source clipping, mask and paint order. No full-figure image is used.",</a:t>
            </a:r>
          </a:p>
          <a:p xmlns:a="http://schemas.openxmlformats.org/drawingml/2006/main">
            <a:r>
              <a:t>  "extraction_warnings_reviewed": [</a:t>
            </a:r>
          </a:p>
          <a:p xmlns:a="http://schemas.openxmlformats.org/drawingml/2006/main">
            <a:r>
              <a:t>    "Source clipping and reconstructed preview inspected. Individual source image instances use original SVG clips and masks. Identified diagram arrows and gradient ovals are now native editable contours, ordinary panel labels typeable. Font-based checkmarks repaired against original source pixels."</a:t>
            </a:r>
          </a:p>
          <a:p xmlns:a="http://schemas.openxmlformats.org/drawingml/2006/main">
            <a:r>
              <a:t>  ],</a:t>
            </a:r>
          </a:p>
          <a:p xmlns:a="http://schemas.openxmlformats.org/drawingml/2006/main">
            <a:r>
              <a:t>  "native_raster_repairs": "All VERGSA raster arrows and colored task boxes replaced by native editable geometry; scrolls use native silhouettes and pale paper fill with decorative paper grain omitted. Source decorative icons remain individual raster inserts."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ec56f96793495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087926c50d844a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2341ad32938418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57f9194924146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3a424a9564444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530589f86244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D0AD4B-45A2-4F95-B65C-4335D03CB333}"/>
              </a:ext>
            </a:extLst>
          </p:cNvPr>
          <p:cNvSpPr>
            <a:spLocks xmlns:a="http://schemas.openxmlformats.org/drawingml/2006/main" noGrp="1"/>
          </p:cNvSpPr>
          <p:nvPr>
            <p:ph type="title" idx="0"/>
          </p:nvPr>
        </p:nvSpPr>
        <p:spPr>
          <a:xfrm xmlns:a="http://schemas.openxmlformats.org/drawingml/2006/main">
            <a:off x="1111568" y="1781175"/>
            <a:ext cx="8892540" cy="681038"/>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6FA4837-0986-47BB-9826-C862802CB6D8}"/>
              </a:ext>
            </a:extLst>
          </p:cNvPr>
          <p:cNvSpPr>
            <a:spLocks xmlns:a="http://schemas.openxmlformats.org/drawingml/2006/main" noGrp="1"/>
          </p:cNvSpPr>
          <p:nvPr>
            <p:ph type="subTitle" idx="1"/>
          </p:nvPr>
        </p:nvSpPr>
        <p:spPr>
          <a:xfrm xmlns:a="http://schemas.openxmlformats.org/drawingml/2006/main">
            <a:off x="1667351" y="2593181"/>
            <a:ext cx="7780973" cy="5238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444"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D99A2A-6075-480C-AE31-B737ECC65B8B}"/>
              </a:ext>
            </a:extLst>
          </p:cNvPr>
          <p:cNvSpPr>
            <a:spLocks xmlns:a="http://schemas.openxmlformats.org/drawingml/2006/main" noGrp="1"/>
          </p:cNvSpPr>
          <p:nvPr>
            <p:ph type="title" idx="0"/>
          </p:nvPr>
        </p:nvSpPr>
        <p:spPr>
          <a:xfrm xmlns:a="http://schemas.openxmlformats.org/drawingml/2006/main">
            <a:off x="1111568" y="1964531"/>
            <a:ext cx="8892540" cy="78581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888"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DD607F-D1BE-4AC6-9CA2-01192C25BAF0}"/>
              </a:ext>
            </a:extLst>
          </p:cNvPr>
          <p:cNvSpPr>
            <a:spLocks xmlns:a="http://schemas.openxmlformats.org/drawingml/2006/main" noGrp="1"/>
          </p:cNvSpPr>
          <p:nvPr>
            <p:ph type="title" idx="0"/>
          </p:nvPr>
        </p:nvSpPr>
        <p:spPr>
          <a:xfrm xmlns:a="http://schemas.openxmlformats.org/drawingml/2006/main">
            <a:off x="625257" y="366713"/>
            <a:ext cx="9865162" cy="57626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69"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D38F7C1-049C-413B-85F5-40E62A15DA74}"/>
              </a:ext>
            </a:extLst>
          </p:cNvPr>
          <p:cNvSpPr>
            <a:spLocks xmlns:a="http://schemas.openxmlformats.org/drawingml/2006/main" noGrp="1"/>
          </p:cNvSpPr>
          <p:nvPr>
            <p:ph type="body" idx="1"/>
          </p:nvPr>
        </p:nvSpPr>
        <p:spPr>
          <a:xfrm xmlns:a="http://schemas.openxmlformats.org/drawingml/2006/main">
            <a:off x="625257" y="1309688"/>
            <a:ext cx="9865162" cy="29337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47" b="0">
                <a:solidFill>
                  <a:schemeClr val="tx1"/>
                </a:solidFill>
                <a:latin typeface="+mn-lt"/>
                <a:ea typeface="+mn-lt"/>
                <a:cs typeface="+mn-lt"/>
              </a:defRPr>
            </a:defPPr>
            <a:lvl1pPr marL="157163" indent="-157162">
              <a:lnSpc>
                <a:spcPct val="110000"/>
              </a:lnSpc>
              <a:spcBef>
                <a:spcPts val="0"/>
              </a:spcBef>
              <a:spcAft>
                <a:spcPts val="825"/>
              </a:spcAft>
              <a:buChar char="•"/>
            </a:lvl1pPr>
            <a:lvl2pPr marL="366713" indent="-157162">
              <a:lnSpc>
                <a:spcPct val="110000"/>
              </a:lnSpc>
              <a:spcBef>
                <a:spcPts val="0"/>
              </a:spcBef>
              <a:spcAft>
                <a:spcPts val="825"/>
              </a:spcAft>
              <a:buChar char="•"/>
            </a:lvl2pPr>
            <a:lvl3pPr marL="576263" indent="-157162">
              <a:lnSpc>
                <a:spcPct val="110000"/>
              </a:lnSpc>
              <a:spcBef>
                <a:spcPts val="0"/>
              </a:spcBef>
              <a:spcAft>
                <a:spcPts val="825"/>
              </a:spcAft>
              <a:buChar char="•"/>
            </a:lvl3pPr>
            <a:lvl4pPr marL="785813" indent="-157162">
              <a:lnSpc>
                <a:spcPct val="110000"/>
              </a:lnSpc>
              <a:spcBef>
                <a:spcPts val="0"/>
              </a:spcBef>
              <a:spcAft>
                <a:spcPts val="825"/>
              </a:spcAft>
              <a:buChar char="•"/>
            </a:lvl4pPr>
            <a:lvl5pPr marL="995363" indent="-157162">
              <a:lnSpc>
                <a:spcPct val="110000"/>
              </a:lnSpc>
              <a:spcBef>
                <a:spcPts val="0"/>
              </a:spcBef>
              <a:spcAft>
                <a:spcPts val="825"/>
              </a:spcAft>
              <a:buChar char="•"/>
            </a:lvl5pPr>
            <a:lvl6pPr marL="1204913" indent="-157162">
              <a:lnSpc>
                <a:spcPct val="110000"/>
              </a:lnSpc>
              <a:spcBef>
                <a:spcPts val="0"/>
              </a:spcBef>
              <a:spcAft>
                <a:spcPts val="825"/>
              </a:spcAft>
              <a:buChar char="•"/>
            </a:lvl6pPr>
            <a:lvl7pPr marL="1414463" indent="-157162">
              <a:lnSpc>
                <a:spcPct val="110000"/>
              </a:lnSpc>
              <a:spcBef>
                <a:spcPts val="0"/>
              </a:spcBef>
              <a:spcAft>
                <a:spcPts val="825"/>
              </a:spcAft>
              <a:buChar char="•"/>
            </a:lvl7pPr>
            <a:lvl8pPr marL="1624013" indent="-157162">
              <a:lnSpc>
                <a:spcPct val="110000"/>
              </a:lnSpc>
              <a:spcBef>
                <a:spcPts val="0"/>
              </a:spcBef>
              <a:spcAft>
                <a:spcPts val="825"/>
              </a:spcAft>
              <a:buChar char="•"/>
            </a:lvl8pPr>
            <a:lvl9pPr marL="1833563" indent="-157162">
              <a:lnSpc>
                <a:spcPct val="110000"/>
              </a:lnSpc>
              <a:spcBef>
                <a:spcPts val="0"/>
              </a:spcBef>
              <a:spcAft>
                <a:spcPts val="82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ED21D79-A1E7-40A0-9683-54CF3D6ED453}"/>
              </a:ext>
            </a:extLst>
          </p:cNvPr>
          <p:cNvSpPr>
            <a:spLocks xmlns:a="http://schemas.openxmlformats.org/drawingml/2006/main" noGrp="1"/>
          </p:cNvSpPr>
          <p:nvPr>
            <p:ph type="title" idx="0"/>
          </p:nvPr>
        </p:nvSpPr>
        <p:spPr>
          <a:xfrm xmlns:a="http://schemas.openxmlformats.org/drawingml/2006/main">
            <a:off x="625257" y="366713"/>
            <a:ext cx="9865162" cy="57626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69"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609EC5-F8AD-4CFA-A084-8E15D3606106}"/>
              </a:ext>
            </a:extLst>
          </p:cNvPr>
          <p:cNvSpPr>
            <a:spLocks xmlns:a="http://schemas.openxmlformats.org/drawingml/2006/main" noGrp="1"/>
          </p:cNvSpPr>
          <p:nvPr>
            <p:ph type="body" idx="1"/>
          </p:nvPr>
        </p:nvSpPr>
        <p:spPr>
          <a:xfrm xmlns:a="http://schemas.openxmlformats.org/drawingml/2006/main">
            <a:off x="625257" y="1309688"/>
            <a:ext cx="4585216" cy="29337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44" b="0">
                <a:solidFill>
                  <a:schemeClr val="tx1"/>
                </a:solidFill>
                <a:latin typeface="+mn-lt"/>
                <a:ea typeface="+mn-lt"/>
                <a:cs typeface="+mn-lt"/>
              </a:defRPr>
            </a:defPPr>
            <a:lvl1pPr marL="157163" indent="-157162">
              <a:lnSpc>
                <a:spcPct val="110000"/>
              </a:lnSpc>
              <a:spcBef>
                <a:spcPts val="0"/>
              </a:spcBef>
              <a:spcAft>
                <a:spcPts val="825"/>
              </a:spcAft>
              <a:buChar char="•"/>
            </a:lvl1pPr>
            <a:lvl2pPr marL="366713" indent="-157162">
              <a:lnSpc>
                <a:spcPct val="110000"/>
              </a:lnSpc>
              <a:spcBef>
                <a:spcPts val="0"/>
              </a:spcBef>
              <a:spcAft>
                <a:spcPts val="825"/>
              </a:spcAft>
              <a:buChar char="•"/>
            </a:lvl2pPr>
            <a:lvl3pPr marL="576263" indent="-157162">
              <a:lnSpc>
                <a:spcPct val="110000"/>
              </a:lnSpc>
              <a:spcBef>
                <a:spcPts val="0"/>
              </a:spcBef>
              <a:spcAft>
                <a:spcPts val="825"/>
              </a:spcAft>
              <a:buChar char="•"/>
            </a:lvl3pPr>
            <a:lvl4pPr marL="785813" indent="-157162">
              <a:lnSpc>
                <a:spcPct val="110000"/>
              </a:lnSpc>
              <a:spcBef>
                <a:spcPts val="0"/>
              </a:spcBef>
              <a:spcAft>
                <a:spcPts val="825"/>
              </a:spcAft>
              <a:buChar char="•"/>
            </a:lvl4pPr>
            <a:lvl5pPr marL="995363" indent="-157162">
              <a:lnSpc>
                <a:spcPct val="110000"/>
              </a:lnSpc>
              <a:spcBef>
                <a:spcPts val="0"/>
              </a:spcBef>
              <a:spcAft>
                <a:spcPts val="825"/>
              </a:spcAft>
              <a:buChar char="•"/>
            </a:lvl5pPr>
            <a:lvl6pPr marL="1204913" indent="-157162">
              <a:lnSpc>
                <a:spcPct val="110000"/>
              </a:lnSpc>
              <a:spcBef>
                <a:spcPts val="0"/>
              </a:spcBef>
              <a:spcAft>
                <a:spcPts val="825"/>
              </a:spcAft>
              <a:buChar char="•"/>
            </a:lvl6pPr>
            <a:lvl7pPr marL="1414463" indent="-157162">
              <a:lnSpc>
                <a:spcPct val="110000"/>
              </a:lnSpc>
              <a:spcBef>
                <a:spcPts val="0"/>
              </a:spcBef>
              <a:spcAft>
                <a:spcPts val="825"/>
              </a:spcAft>
              <a:buChar char="•"/>
            </a:lvl7pPr>
            <a:lvl8pPr marL="1624013" indent="-157162">
              <a:lnSpc>
                <a:spcPct val="110000"/>
              </a:lnSpc>
              <a:spcBef>
                <a:spcPts val="0"/>
              </a:spcBef>
              <a:spcAft>
                <a:spcPts val="825"/>
              </a:spcAft>
              <a:buChar char="•"/>
            </a:lvl8pPr>
            <a:lvl9pPr marL="1833563" indent="-157162">
              <a:lnSpc>
                <a:spcPct val="110000"/>
              </a:lnSpc>
              <a:spcBef>
                <a:spcPts val="0"/>
              </a:spcBef>
              <a:spcAft>
                <a:spcPts val="825"/>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20E2300-B595-4330-9D9F-2B6AFDED97E6}"/>
              </a:ext>
            </a:extLst>
          </p:cNvPr>
          <p:cNvSpPr>
            <a:spLocks xmlns:a="http://schemas.openxmlformats.org/drawingml/2006/main" noGrp="1"/>
          </p:cNvSpPr>
          <p:nvPr>
            <p:ph type="body" idx="2"/>
          </p:nvPr>
        </p:nvSpPr>
        <p:spPr>
          <a:xfrm xmlns:a="http://schemas.openxmlformats.org/drawingml/2006/main">
            <a:off x="5905202" y="1309688"/>
            <a:ext cx="4585216" cy="29337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44" b="0">
                <a:solidFill>
                  <a:schemeClr val="tx1"/>
                </a:solidFill>
                <a:latin typeface="+mn-lt"/>
                <a:ea typeface="+mn-lt"/>
                <a:cs typeface="+mn-lt"/>
              </a:defRPr>
            </a:defPPr>
            <a:lvl1pPr marL="157163" indent="-157162">
              <a:lnSpc>
                <a:spcPct val="110000"/>
              </a:lnSpc>
              <a:spcBef>
                <a:spcPts val="0"/>
              </a:spcBef>
              <a:spcAft>
                <a:spcPts val="825"/>
              </a:spcAft>
              <a:buChar char="•"/>
            </a:lvl1pPr>
            <a:lvl2pPr marL="366713" indent="-157162">
              <a:lnSpc>
                <a:spcPct val="110000"/>
              </a:lnSpc>
              <a:spcBef>
                <a:spcPts val="0"/>
              </a:spcBef>
              <a:spcAft>
                <a:spcPts val="825"/>
              </a:spcAft>
              <a:buChar char="•"/>
            </a:lvl2pPr>
            <a:lvl3pPr marL="576263" indent="-157162">
              <a:lnSpc>
                <a:spcPct val="110000"/>
              </a:lnSpc>
              <a:spcBef>
                <a:spcPts val="0"/>
              </a:spcBef>
              <a:spcAft>
                <a:spcPts val="825"/>
              </a:spcAft>
              <a:buChar char="•"/>
            </a:lvl3pPr>
            <a:lvl4pPr marL="785813" indent="-157162">
              <a:lnSpc>
                <a:spcPct val="110000"/>
              </a:lnSpc>
              <a:spcBef>
                <a:spcPts val="0"/>
              </a:spcBef>
              <a:spcAft>
                <a:spcPts val="825"/>
              </a:spcAft>
              <a:buChar char="•"/>
            </a:lvl4pPr>
            <a:lvl5pPr marL="995363" indent="-157162">
              <a:lnSpc>
                <a:spcPct val="110000"/>
              </a:lnSpc>
              <a:spcBef>
                <a:spcPts val="0"/>
              </a:spcBef>
              <a:spcAft>
                <a:spcPts val="825"/>
              </a:spcAft>
              <a:buChar char="•"/>
            </a:lvl5pPr>
            <a:lvl6pPr marL="1204913" indent="-157162">
              <a:lnSpc>
                <a:spcPct val="110000"/>
              </a:lnSpc>
              <a:spcBef>
                <a:spcPts val="0"/>
              </a:spcBef>
              <a:spcAft>
                <a:spcPts val="825"/>
              </a:spcAft>
              <a:buChar char="•"/>
            </a:lvl6pPr>
            <a:lvl7pPr marL="1414463" indent="-157162">
              <a:lnSpc>
                <a:spcPct val="110000"/>
              </a:lnSpc>
              <a:spcBef>
                <a:spcPts val="0"/>
              </a:spcBef>
              <a:spcAft>
                <a:spcPts val="825"/>
              </a:spcAft>
              <a:buChar char="•"/>
            </a:lvl7pPr>
            <a:lvl8pPr marL="1624013" indent="-157162">
              <a:lnSpc>
                <a:spcPct val="110000"/>
              </a:lnSpc>
              <a:spcBef>
                <a:spcPts val="0"/>
              </a:spcBef>
              <a:spcAft>
                <a:spcPts val="825"/>
              </a:spcAft>
              <a:buChar char="•"/>
            </a:lvl8pPr>
            <a:lvl9pPr marL="1833563" indent="-157162">
              <a:lnSpc>
                <a:spcPct val="110000"/>
              </a:lnSpc>
              <a:spcBef>
                <a:spcPts val="0"/>
              </a:spcBef>
              <a:spcAft>
                <a:spcPts val="82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F3DDC3-CB09-447A-A91D-E61E2F0C28EF}"/>
              </a:ext>
            </a:extLst>
          </p:cNvPr>
          <p:cNvSpPr>
            <a:spLocks xmlns:a="http://schemas.openxmlformats.org/drawingml/2006/main" noGrp="1"/>
          </p:cNvSpPr>
          <p:nvPr>
            <p:ph type="title" idx="0"/>
          </p:nvPr>
        </p:nvSpPr>
        <p:spPr>
          <a:xfrm xmlns:a="http://schemas.openxmlformats.org/drawingml/2006/main">
            <a:off x="625257" y="366713"/>
            <a:ext cx="9865162" cy="57626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69"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B79766-0F4E-47C5-9DE3-CA447D5015EA}"/>
              </a:ext>
            </a:extLst>
          </p:cNvPr>
          <p:cNvSpPr>
            <a:spLocks xmlns:a="http://schemas.openxmlformats.org/drawingml/2006/main" noGrp="1"/>
          </p:cNvSpPr>
          <p:nvPr>
            <p:ph type="body" idx="1"/>
          </p:nvPr>
        </p:nvSpPr>
        <p:spPr>
          <a:xfrm xmlns:a="http://schemas.openxmlformats.org/drawingml/2006/main">
            <a:off x="625257" y="1309688"/>
            <a:ext cx="4585216" cy="29337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47" b="0">
                <a:solidFill>
                  <a:schemeClr val="tx1"/>
                </a:solidFill>
                <a:latin typeface="+mn-lt"/>
                <a:ea typeface="+mn-lt"/>
                <a:cs typeface="+mn-lt"/>
              </a:defRPr>
            </a:defPPr>
            <a:lvl1pPr marL="157163" indent="-157162">
              <a:lnSpc>
                <a:spcPct val="110000"/>
              </a:lnSpc>
              <a:spcBef>
                <a:spcPts val="0"/>
              </a:spcBef>
              <a:spcAft>
                <a:spcPts val="825"/>
              </a:spcAft>
              <a:buChar char="•"/>
            </a:lvl1pPr>
            <a:lvl2pPr marL="366713" indent="-157162">
              <a:lnSpc>
                <a:spcPct val="110000"/>
              </a:lnSpc>
              <a:spcBef>
                <a:spcPts val="0"/>
              </a:spcBef>
              <a:spcAft>
                <a:spcPts val="825"/>
              </a:spcAft>
              <a:buChar char="•"/>
            </a:lvl2pPr>
            <a:lvl3pPr marL="576263" indent="-157162">
              <a:lnSpc>
                <a:spcPct val="110000"/>
              </a:lnSpc>
              <a:spcBef>
                <a:spcPts val="0"/>
              </a:spcBef>
              <a:spcAft>
                <a:spcPts val="825"/>
              </a:spcAft>
              <a:buChar char="•"/>
            </a:lvl3pPr>
            <a:lvl4pPr marL="785813" indent="-157162">
              <a:lnSpc>
                <a:spcPct val="110000"/>
              </a:lnSpc>
              <a:spcBef>
                <a:spcPts val="0"/>
              </a:spcBef>
              <a:spcAft>
                <a:spcPts val="825"/>
              </a:spcAft>
              <a:buChar char="•"/>
            </a:lvl4pPr>
            <a:lvl5pPr marL="995363" indent="-157162">
              <a:lnSpc>
                <a:spcPct val="110000"/>
              </a:lnSpc>
              <a:spcBef>
                <a:spcPts val="0"/>
              </a:spcBef>
              <a:spcAft>
                <a:spcPts val="825"/>
              </a:spcAft>
              <a:buChar char="•"/>
            </a:lvl5pPr>
            <a:lvl6pPr marL="1204913" indent="-157162">
              <a:lnSpc>
                <a:spcPct val="110000"/>
              </a:lnSpc>
              <a:spcBef>
                <a:spcPts val="0"/>
              </a:spcBef>
              <a:spcAft>
                <a:spcPts val="825"/>
              </a:spcAft>
              <a:buChar char="•"/>
            </a:lvl6pPr>
            <a:lvl7pPr marL="1414463" indent="-157162">
              <a:lnSpc>
                <a:spcPct val="110000"/>
              </a:lnSpc>
              <a:spcBef>
                <a:spcPts val="0"/>
              </a:spcBef>
              <a:spcAft>
                <a:spcPts val="825"/>
              </a:spcAft>
              <a:buChar char="•"/>
            </a:lvl7pPr>
            <a:lvl8pPr marL="1624013" indent="-157162">
              <a:lnSpc>
                <a:spcPct val="110000"/>
              </a:lnSpc>
              <a:spcBef>
                <a:spcPts val="0"/>
              </a:spcBef>
              <a:spcAft>
                <a:spcPts val="825"/>
              </a:spcAft>
              <a:buChar char="•"/>
            </a:lvl8pPr>
            <a:lvl9pPr marL="1833563" indent="-157162">
              <a:lnSpc>
                <a:spcPct val="110000"/>
              </a:lnSpc>
              <a:spcBef>
                <a:spcPts val="0"/>
              </a:spcBef>
              <a:spcAft>
                <a:spcPts val="82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1bfbd9ffd740d5" /><Relationship Type="http://schemas.openxmlformats.org/officeDocument/2006/relationships/slideLayout" Target="/ppt/slideLayouts/slideLayout1.xml" Id="Rb2e76cc44e734bcf" /><Relationship Type="http://schemas.openxmlformats.org/officeDocument/2006/relationships/slideLayout" Target="/ppt/slideLayouts/slideLayout2.xml" Id="R1eaec5a99bcf40e5" /><Relationship Type="http://schemas.openxmlformats.org/officeDocument/2006/relationships/slideLayout" Target="/ppt/slideLayouts/slideLayout3.xml" Id="R4a32269128f84d0f" /><Relationship Type="http://schemas.openxmlformats.org/officeDocument/2006/relationships/slideLayout" Target="/ppt/slideLayouts/slideLayout4.xml" Id="R22c9c8067b7642d3" /><Relationship Type="http://schemas.openxmlformats.org/officeDocument/2006/relationships/slideLayout" Target="/ppt/slideLayouts/slideLayout5.xml" Id="R46aa512ee4c44af4" /><Relationship Type="http://schemas.openxmlformats.org/officeDocument/2006/relationships/slideLayout" Target="/ppt/slideLayouts/slideLayout6.xml" Id="R9ab1fb014e0f42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e76cc44e734bcf"/>
    <p:sldLayoutId xmlns:r="http://schemas.openxmlformats.org/officeDocument/2006/relationships" id="2147483650" r:id="R1eaec5a99bcf40e5"/>
    <p:sldLayoutId xmlns:r="http://schemas.openxmlformats.org/officeDocument/2006/relationships" id="2147483651" r:id="R4a32269128f84d0f"/>
    <p:sldLayoutId xmlns:r="http://schemas.openxmlformats.org/officeDocument/2006/relationships" id="2147483652" r:id="R22c9c8067b7642d3"/>
    <p:sldLayoutId xmlns:r="http://schemas.openxmlformats.org/officeDocument/2006/relationships" id="2147483653" r:id="R46aa512ee4c44af4"/>
    <p:sldLayoutId xmlns:r="http://schemas.openxmlformats.org/officeDocument/2006/relationships" id="2147483654" r:id="R9ab1fb014e0f42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226e68b166a4e74" /><Relationship Type="http://schemas.openxmlformats.org/officeDocument/2006/relationships/image" Target="/ppt/media/image.png" Id="R23ba8792fdf642a2" /><Relationship Type="http://schemas.openxmlformats.org/officeDocument/2006/relationships/image" Target="/ppt/media/image2.png" Id="R49fb236a091e4a3f" /><Relationship Type="http://schemas.openxmlformats.org/officeDocument/2006/relationships/image" Target="/ppt/media/image3.png" Id="R42533f80544a46db" /><Relationship Type="http://schemas.openxmlformats.org/officeDocument/2006/relationships/image" Target="/ppt/media/image4.png" Id="R4d615a4f6b8b4ff8" /><Relationship Type="http://schemas.openxmlformats.org/officeDocument/2006/relationships/notesSlide" Target="/ppt/notesSlides/notesSlide1.xml" Id="R271d8fe9060948a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 name="pdf-text-11-0">
            <a:extLst xmlns:a="http://schemas.openxmlformats.org/drawingml/2006/main">
              <a:ext uri="{FF2B5EF4-FFF2-40B4-BE49-F238E27FC236}">
                <a16:creationId xmlns:a16="http://schemas.microsoft.com/office/drawing/2014/main" id="{B63A057C-2689-4327-8110-D26BCE940BA7}"/>
              </a:ext>
            </a:extLst>
          </p:cNvPr>
          <p:cNvSpPr>
            <a:spLocks xmlns:a="http://schemas.openxmlformats.org/drawingml/2006/main" noGrp="1"/>
          </p:cNvSpPr>
          <p:nvPr/>
        </p:nvSpPr>
        <p:spPr>
          <a:xfrm xmlns:a="http://schemas.openxmlformats.org/drawingml/2006/main" rot="0">
            <a:off x="47358" y="1880197"/>
            <a:ext cx="660304" cy="1704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7" b="0" i="0">
                <a:solidFill>
                  <a:srgbClr val="000000"/>
                </a:solidFill>
                <a:latin typeface="Times New Roman"/>
                <a:ea typeface="Times New Roman"/>
                <a:cs typeface="Times New Roman"/>
              </a:defRPr>
            </a:defPPr>
          </a:lstStyle>
          <a:p xmlns:a="http://schemas.openxmlformats.org/drawingml/2006/main">
            <a:pPr algn="l">
              <a:defRPr sz="1337" b="0" i="0">
                <a:solidFill>
                  <a:srgbClr val="000000"/>
                </a:solidFill>
                <a:latin typeface="Times New Roman"/>
                <a:ea typeface="Times New Roman"/>
                <a:cs typeface="Times New Roman"/>
              </a:defRPr>
            </a:pPr>
            <a:r>
              <a:rPr sz="1337" b="0" i="0">
                <a:solidFill>
                  <a:srgbClr val="000000"/>
                </a:solidFill>
                <a:latin typeface="Times New Roman"/>
                <a:ea typeface="Times New Roman"/>
                <a:cs typeface="Times New Roman"/>
              </a:rPr>
              <a:t>Exemplar</a:t>
            </a:r>
          </a:p>
        </p:txBody>
      </p:sp>
      <p:sp>
        <p:nvSpPr>
          <p:cNvPr id="2" name="pdf-text-13-0">
            <a:extLst xmlns:a="http://schemas.openxmlformats.org/drawingml/2006/main">
              <a:ext uri="{FF2B5EF4-FFF2-40B4-BE49-F238E27FC236}">
                <a16:creationId xmlns:a16="http://schemas.microsoft.com/office/drawing/2014/main" id="{31EE31E6-29B0-4199-A067-181F4DCF703A}"/>
              </a:ext>
            </a:extLst>
          </p:cNvPr>
          <p:cNvSpPr>
            <a:spLocks xmlns:a="http://schemas.openxmlformats.org/drawingml/2006/main" noGrp="1"/>
          </p:cNvSpPr>
          <p:nvPr/>
        </p:nvSpPr>
        <p:spPr>
          <a:xfrm xmlns:a="http://schemas.openxmlformats.org/drawingml/2006/main" rot="0">
            <a:off x="749772" y="1880164"/>
            <a:ext cx="330281" cy="1704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8" b="0" i="0">
                <a:solidFill>
                  <a:srgbClr val="000000"/>
                </a:solidFill>
                <a:latin typeface="Times New Roman"/>
                <a:ea typeface="Times New Roman"/>
                <a:cs typeface="Times New Roman"/>
              </a:defRPr>
            </a:defPPr>
          </a:lstStyle>
          <a:p xmlns:a="http://schemas.openxmlformats.org/drawingml/2006/main">
            <a:pPr algn="l">
              <a:defRPr sz="1338" b="0" i="0">
                <a:solidFill>
                  <a:srgbClr val="000000"/>
                </a:solidFill>
                <a:latin typeface="Times New Roman"/>
                <a:ea typeface="Times New Roman"/>
                <a:cs typeface="Times New Roman"/>
              </a:defRPr>
            </a:pPr>
            <a:r>
              <a:rPr sz="1338" b="0" i="0">
                <a:solidFill>
                  <a:srgbClr val="000000"/>
                </a:solidFill>
                <a:latin typeface="Times New Roman"/>
                <a:ea typeface="Times New Roman"/>
                <a:cs typeface="Times New Roman"/>
              </a:rPr>
              <a:t>Task</a:t>
            </a:r>
          </a:p>
        </p:txBody>
      </p:sp>
      <p:sp>
        <p:nvSpPr>
          <p:cNvPr id="3" name="pdf-text-15-0">
            <a:extLst xmlns:a="http://schemas.openxmlformats.org/drawingml/2006/main">
              <a:ext uri="{FF2B5EF4-FFF2-40B4-BE49-F238E27FC236}">
                <a16:creationId xmlns:a16="http://schemas.microsoft.com/office/drawing/2014/main" id="{993221D3-3F3A-4EB1-92F5-E14B7F1824B4}"/>
              </a:ext>
            </a:extLst>
          </p:cNvPr>
          <p:cNvSpPr>
            <a:spLocks xmlns:a="http://schemas.openxmlformats.org/drawingml/2006/main" noGrp="1"/>
          </p:cNvSpPr>
          <p:nvPr/>
        </p:nvSpPr>
        <p:spPr>
          <a:xfrm xmlns:a="http://schemas.openxmlformats.org/drawingml/2006/main" rot="0">
            <a:off x="1122210" y="1880101"/>
            <a:ext cx="311823" cy="1704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9" b="0" i="0">
                <a:solidFill>
                  <a:srgbClr val="000000"/>
                </a:solidFill>
                <a:latin typeface="Times New Roman"/>
                <a:ea typeface="Times New Roman"/>
                <a:cs typeface="Times New Roman"/>
              </a:defRPr>
            </a:defPPr>
          </a:lstStyle>
          <a:p xmlns:a="http://schemas.openxmlformats.org/drawingml/2006/main">
            <a:pPr algn="l">
              <a:defRPr sz="1339" b="0" i="0">
                <a:solidFill>
                  <a:srgbClr val="000000"/>
                </a:solidFill>
                <a:latin typeface="Times New Roman"/>
                <a:ea typeface="Times New Roman"/>
                <a:cs typeface="Times New Roman"/>
              </a:defRPr>
            </a:pPr>
            <a:r>
              <a:rPr sz="1339" b="0" i="0">
                <a:solidFill>
                  <a:srgbClr val="000000"/>
                </a:solidFill>
                <a:latin typeface="Times New Roman"/>
                <a:ea typeface="Times New Roman"/>
                <a:cs typeface="Times New Roman"/>
              </a:rPr>
              <a:t>Pool</a:t>
            </a:r>
          </a:p>
        </p:txBody>
      </p:sp>
      <p:sp>
        <p:nvSpPr>
          <p:cNvPr id="4" name="pdf-text-16-0">
            <a:extLst xmlns:a="http://schemas.openxmlformats.org/drawingml/2006/main">
              <a:ext uri="{FF2B5EF4-FFF2-40B4-BE49-F238E27FC236}">
                <a16:creationId xmlns:a16="http://schemas.microsoft.com/office/drawing/2014/main" id="{64F35F28-F275-4BF3-9CD5-87B1843C998F}"/>
              </a:ext>
            </a:extLst>
          </p:cNvPr>
          <p:cNvSpPr>
            <a:spLocks xmlns:a="http://schemas.openxmlformats.org/drawingml/2006/main" noGrp="1"/>
          </p:cNvSpPr>
          <p:nvPr/>
        </p:nvSpPr>
        <p:spPr>
          <a:xfrm xmlns:a="http://schemas.openxmlformats.org/drawingml/2006/main" rot="0">
            <a:off x="151567" y="734604"/>
            <a:ext cx="1165579" cy="1704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8" b="0" i="0">
                <a:solidFill>
                  <a:srgbClr val="000000"/>
                </a:solidFill>
                <a:latin typeface="Times New Roman"/>
                <a:ea typeface="Times New Roman"/>
                <a:cs typeface="Times New Roman"/>
              </a:defRPr>
            </a:defPPr>
          </a:lstStyle>
          <a:p xmlns:a="http://schemas.openxmlformats.org/drawingml/2006/main">
            <a:pPr algn="l">
              <a:defRPr sz="1338" b="0" i="0">
                <a:solidFill>
                  <a:srgbClr val="000000"/>
                </a:solidFill>
                <a:latin typeface="Times New Roman"/>
                <a:ea typeface="Times New Roman"/>
                <a:cs typeface="Times New Roman"/>
              </a:defRPr>
            </a:pPr>
            <a:r>
              <a:rPr sz="1338" b="0" i="0">
                <a:solidFill>
                  <a:srgbClr val="000000"/>
                </a:solidFill>
                <a:latin typeface="Times New Roman"/>
                <a:ea typeface="Times New Roman"/>
                <a:cs typeface="Times New Roman"/>
              </a:rPr>
              <a:t>LLM Brainstorm</a:t>
            </a:r>
          </a:p>
        </p:txBody>
      </p:sp>
      <p:sp>
        <p:nvSpPr>
          <p:cNvPr id="5" name="pdf-path-8">
            <a:extLst xmlns:a="http://schemas.openxmlformats.org/drawingml/2006/main">
              <a:ext uri="{FF2B5EF4-FFF2-40B4-BE49-F238E27FC236}">
                <a16:creationId xmlns:a16="http://schemas.microsoft.com/office/drawing/2014/main" id="{3FF8CA97-C74E-423B-87E6-AFD144B0D62D}"/>
              </a:ext>
            </a:extLst>
          </p:cNvPr>
          <p:cNvSpPr>
            <a:spLocks xmlns:a="http://schemas.openxmlformats.org/drawingml/2006/main" noGrp="1"/>
          </p:cNvSpPr>
          <p:nvPr/>
        </p:nvSpPr>
        <p:spPr>
          <a:xfrm xmlns:a="http://schemas.openxmlformats.org/drawingml/2006/main" rot="0">
            <a:off x="2486169" y="1452576"/>
            <a:ext cx="1044341" cy="437026"/>
          </a:xfrm>
          <a:custGeom xmlns:a="http://schemas.openxmlformats.org/drawingml/2006/main">
            <a:pathLst>
              <a:path w="1044341" h="437026">
                <a:moveTo>
                  <a:pt x="0" y="73080"/>
                </a:moveTo>
                <a:cubicBezTo>
                  <a:pt x="618" y="32597"/>
                  <a:pt x="33204" y="0"/>
                  <a:pt x="72789" y="291"/>
                </a:cubicBezTo>
                <a:lnTo>
                  <a:pt x="971006" y="291"/>
                </a:lnTo>
                <a:cubicBezTo>
                  <a:pt x="1011756" y="0"/>
                  <a:pt x="1044341" y="32597"/>
                  <a:pt x="1043795" y="73080"/>
                </a:cubicBezTo>
                <a:lnTo>
                  <a:pt x="1043795" y="364237"/>
                </a:lnTo>
                <a:cubicBezTo>
                  <a:pt x="1044341" y="404149"/>
                  <a:pt x="1011756" y="436747"/>
                  <a:pt x="971006" y="437026"/>
                </a:cubicBezTo>
                <a:lnTo>
                  <a:pt x="72789" y="437026"/>
                </a:lnTo>
                <a:cubicBezTo>
                  <a:pt x="33204" y="436747"/>
                  <a:pt x="618" y="404149"/>
                  <a:pt x="0" y="364237"/>
                </a:cubicBezTo>
                <a:lnTo>
                  <a:pt x="0" y="73080"/>
                </a:lnTo>
              </a:path>
            </a:pathLst>
          </a:custGeom>
          <a:solidFill xmlns:a="http://schemas.openxmlformats.org/drawingml/2006/main">
            <a:srgbClr val="CAEEFB">
              <a:alpha val="36000"/>
            </a:srgbClr>
          </a:solidFill>
          <a:ln xmlns:a="http://schemas.openxmlformats.org/drawingml/2006/main" w="0">
            <a:noFill/>
            <a:prstDash val="solid"/>
          </a:ln>
        </p:spPr>
      </p:sp>
      <p:sp>
        <p:nvSpPr>
          <p:cNvPr id="6" name="pdf-path-9">
            <a:extLst xmlns:a="http://schemas.openxmlformats.org/drawingml/2006/main">
              <a:ext uri="{FF2B5EF4-FFF2-40B4-BE49-F238E27FC236}">
                <a16:creationId xmlns:a16="http://schemas.microsoft.com/office/drawing/2014/main" id="{8F871DF2-360C-4532-AFD5-69D91D22CF4F}"/>
              </a:ext>
            </a:extLst>
          </p:cNvPr>
          <p:cNvSpPr>
            <a:spLocks xmlns:a="http://schemas.openxmlformats.org/drawingml/2006/main" noGrp="1"/>
          </p:cNvSpPr>
          <p:nvPr/>
        </p:nvSpPr>
        <p:spPr>
          <a:xfrm xmlns:a="http://schemas.openxmlformats.org/drawingml/2006/main" rot="0">
            <a:off x="2477688" y="1443477"/>
            <a:ext cx="1061920" cy="454945"/>
          </a:xfrm>
          <a:custGeom xmlns:a="http://schemas.openxmlformats.org/drawingml/2006/main">
            <a:pathLst>
              <a:path w="1061920" h="454945">
                <a:moveTo>
                  <a:pt x="110" y="77690"/>
                </a:moveTo>
                <a:lnTo>
                  <a:pt x="425" y="73530"/>
                </a:lnTo>
                <a:lnTo>
                  <a:pt x="946" y="69428"/>
                </a:lnTo>
                <a:lnTo>
                  <a:pt x="1662" y="65401"/>
                </a:lnTo>
                <a:lnTo>
                  <a:pt x="2573" y="61434"/>
                </a:lnTo>
                <a:lnTo>
                  <a:pt x="3677" y="57540"/>
                </a:lnTo>
                <a:lnTo>
                  <a:pt x="4974" y="53743"/>
                </a:lnTo>
                <a:lnTo>
                  <a:pt x="6442" y="50018"/>
                </a:lnTo>
                <a:lnTo>
                  <a:pt x="8079" y="46391"/>
                </a:lnTo>
                <a:lnTo>
                  <a:pt x="9887" y="42849"/>
                </a:lnTo>
                <a:lnTo>
                  <a:pt x="11865" y="39428"/>
                </a:lnTo>
                <a:lnTo>
                  <a:pt x="13988" y="36103"/>
                </a:lnTo>
                <a:lnTo>
                  <a:pt x="16269" y="32889"/>
                </a:lnTo>
                <a:lnTo>
                  <a:pt x="18707" y="29796"/>
                </a:lnTo>
                <a:lnTo>
                  <a:pt x="21280" y="26835"/>
                </a:lnTo>
                <a:lnTo>
                  <a:pt x="23984" y="23985"/>
                </a:lnTo>
                <a:lnTo>
                  <a:pt x="26823" y="21280"/>
                </a:lnTo>
                <a:lnTo>
                  <a:pt x="29795" y="18707"/>
                </a:lnTo>
                <a:lnTo>
                  <a:pt x="32889" y="16281"/>
                </a:lnTo>
                <a:lnTo>
                  <a:pt x="36103" y="13988"/>
                </a:lnTo>
                <a:lnTo>
                  <a:pt x="39415" y="11865"/>
                </a:lnTo>
                <a:lnTo>
                  <a:pt x="42849" y="9887"/>
                </a:lnTo>
                <a:lnTo>
                  <a:pt x="46379" y="8080"/>
                </a:lnTo>
                <a:lnTo>
                  <a:pt x="50006" y="6443"/>
                </a:lnTo>
                <a:lnTo>
                  <a:pt x="53731" y="4974"/>
                </a:lnTo>
                <a:lnTo>
                  <a:pt x="57541" y="3689"/>
                </a:lnTo>
                <a:lnTo>
                  <a:pt x="61434" y="2585"/>
                </a:lnTo>
                <a:lnTo>
                  <a:pt x="65401" y="1662"/>
                </a:lnTo>
                <a:lnTo>
                  <a:pt x="69429" y="947"/>
                </a:lnTo>
                <a:lnTo>
                  <a:pt x="73530" y="426"/>
                </a:lnTo>
                <a:lnTo>
                  <a:pt x="77679" y="110"/>
                </a:lnTo>
                <a:lnTo>
                  <a:pt x="81779" y="0"/>
                </a:lnTo>
                <a:lnTo>
                  <a:pt x="980142" y="0"/>
                </a:lnTo>
                <a:lnTo>
                  <a:pt x="984243" y="110"/>
                </a:lnTo>
                <a:lnTo>
                  <a:pt x="988392" y="426"/>
                </a:lnTo>
                <a:lnTo>
                  <a:pt x="992492" y="947"/>
                </a:lnTo>
                <a:lnTo>
                  <a:pt x="996519" y="1662"/>
                </a:lnTo>
                <a:lnTo>
                  <a:pt x="1000487" y="2585"/>
                </a:lnTo>
                <a:lnTo>
                  <a:pt x="1004381" y="3689"/>
                </a:lnTo>
                <a:lnTo>
                  <a:pt x="1008190" y="4974"/>
                </a:lnTo>
                <a:lnTo>
                  <a:pt x="1011914" y="6443"/>
                </a:lnTo>
                <a:lnTo>
                  <a:pt x="1015542" y="8080"/>
                </a:lnTo>
                <a:lnTo>
                  <a:pt x="1019072" y="9887"/>
                </a:lnTo>
                <a:lnTo>
                  <a:pt x="1022505" y="11865"/>
                </a:lnTo>
                <a:lnTo>
                  <a:pt x="1025829" y="13988"/>
                </a:lnTo>
                <a:lnTo>
                  <a:pt x="1029031" y="16281"/>
                </a:lnTo>
                <a:lnTo>
                  <a:pt x="1032125" y="18707"/>
                </a:lnTo>
                <a:lnTo>
                  <a:pt x="1035097" y="21280"/>
                </a:lnTo>
                <a:lnTo>
                  <a:pt x="1037937" y="23985"/>
                </a:lnTo>
                <a:lnTo>
                  <a:pt x="1040642" y="26835"/>
                </a:lnTo>
                <a:lnTo>
                  <a:pt x="1043213" y="29796"/>
                </a:lnTo>
                <a:lnTo>
                  <a:pt x="1045652" y="32889"/>
                </a:lnTo>
                <a:lnTo>
                  <a:pt x="1047933" y="36103"/>
                </a:lnTo>
                <a:lnTo>
                  <a:pt x="1050056" y="39428"/>
                </a:lnTo>
                <a:lnTo>
                  <a:pt x="1052033" y="42849"/>
                </a:lnTo>
                <a:lnTo>
                  <a:pt x="1053841" y="46391"/>
                </a:lnTo>
                <a:lnTo>
                  <a:pt x="1055479" y="50018"/>
                </a:lnTo>
                <a:lnTo>
                  <a:pt x="1056946" y="53743"/>
                </a:lnTo>
                <a:lnTo>
                  <a:pt x="1058245" y="57540"/>
                </a:lnTo>
                <a:lnTo>
                  <a:pt x="1059349" y="61434"/>
                </a:lnTo>
                <a:lnTo>
                  <a:pt x="1060258" y="65401"/>
                </a:lnTo>
                <a:lnTo>
                  <a:pt x="1060974" y="69428"/>
                </a:lnTo>
                <a:lnTo>
                  <a:pt x="1061496" y="73530"/>
                </a:lnTo>
                <a:lnTo>
                  <a:pt x="1061811" y="77690"/>
                </a:lnTo>
                <a:lnTo>
                  <a:pt x="1061920" y="81778"/>
                </a:lnTo>
                <a:lnTo>
                  <a:pt x="1061920" y="373166"/>
                </a:lnTo>
                <a:lnTo>
                  <a:pt x="1061811" y="377254"/>
                </a:lnTo>
                <a:lnTo>
                  <a:pt x="1061496" y="381415"/>
                </a:lnTo>
                <a:lnTo>
                  <a:pt x="1060974" y="385515"/>
                </a:lnTo>
                <a:lnTo>
                  <a:pt x="1060258" y="389544"/>
                </a:lnTo>
                <a:lnTo>
                  <a:pt x="1059349" y="393510"/>
                </a:lnTo>
                <a:lnTo>
                  <a:pt x="1058245" y="397392"/>
                </a:lnTo>
                <a:lnTo>
                  <a:pt x="1056946" y="401201"/>
                </a:lnTo>
                <a:lnTo>
                  <a:pt x="1055479" y="404926"/>
                </a:lnTo>
                <a:lnTo>
                  <a:pt x="1053841" y="408553"/>
                </a:lnTo>
                <a:lnTo>
                  <a:pt x="1052033" y="412095"/>
                </a:lnTo>
                <a:lnTo>
                  <a:pt x="1050056" y="415516"/>
                </a:lnTo>
                <a:lnTo>
                  <a:pt x="1047933" y="418841"/>
                </a:lnTo>
                <a:lnTo>
                  <a:pt x="1045652" y="422056"/>
                </a:lnTo>
                <a:lnTo>
                  <a:pt x="1043213" y="425149"/>
                </a:lnTo>
                <a:lnTo>
                  <a:pt x="1040642" y="428109"/>
                </a:lnTo>
                <a:lnTo>
                  <a:pt x="1037937" y="430960"/>
                </a:lnTo>
                <a:lnTo>
                  <a:pt x="1035097" y="433665"/>
                </a:lnTo>
                <a:lnTo>
                  <a:pt x="1032125" y="436238"/>
                </a:lnTo>
                <a:lnTo>
                  <a:pt x="1029031" y="438664"/>
                </a:lnTo>
                <a:lnTo>
                  <a:pt x="1025829" y="440944"/>
                </a:lnTo>
                <a:lnTo>
                  <a:pt x="1022505" y="443080"/>
                </a:lnTo>
                <a:lnTo>
                  <a:pt x="1019072" y="445058"/>
                </a:lnTo>
                <a:lnTo>
                  <a:pt x="1015542" y="446865"/>
                </a:lnTo>
                <a:lnTo>
                  <a:pt x="1011914" y="448502"/>
                </a:lnTo>
                <a:lnTo>
                  <a:pt x="1008190" y="449971"/>
                </a:lnTo>
                <a:lnTo>
                  <a:pt x="1004381" y="451256"/>
                </a:lnTo>
                <a:lnTo>
                  <a:pt x="1000487" y="452360"/>
                </a:lnTo>
                <a:lnTo>
                  <a:pt x="996519" y="453282"/>
                </a:lnTo>
                <a:lnTo>
                  <a:pt x="992492" y="453998"/>
                </a:lnTo>
                <a:lnTo>
                  <a:pt x="988392" y="454519"/>
                </a:lnTo>
                <a:lnTo>
                  <a:pt x="984243" y="454835"/>
                </a:lnTo>
                <a:lnTo>
                  <a:pt x="980142" y="454945"/>
                </a:lnTo>
                <a:lnTo>
                  <a:pt x="81779" y="454945"/>
                </a:lnTo>
                <a:lnTo>
                  <a:pt x="77679" y="454835"/>
                </a:lnTo>
                <a:lnTo>
                  <a:pt x="73530" y="454519"/>
                </a:lnTo>
                <a:lnTo>
                  <a:pt x="69429" y="453998"/>
                </a:lnTo>
                <a:lnTo>
                  <a:pt x="65401" y="453282"/>
                </a:lnTo>
                <a:lnTo>
                  <a:pt x="61434" y="452360"/>
                </a:lnTo>
                <a:lnTo>
                  <a:pt x="57541" y="451256"/>
                </a:lnTo>
                <a:lnTo>
                  <a:pt x="53731" y="449971"/>
                </a:lnTo>
                <a:lnTo>
                  <a:pt x="50006" y="448502"/>
                </a:lnTo>
                <a:lnTo>
                  <a:pt x="46379" y="446865"/>
                </a:lnTo>
                <a:lnTo>
                  <a:pt x="42849" y="445058"/>
                </a:lnTo>
                <a:lnTo>
                  <a:pt x="39415" y="443080"/>
                </a:lnTo>
                <a:lnTo>
                  <a:pt x="36103" y="440944"/>
                </a:lnTo>
                <a:lnTo>
                  <a:pt x="32889" y="438664"/>
                </a:lnTo>
                <a:lnTo>
                  <a:pt x="29795" y="436238"/>
                </a:lnTo>
                <a:lnTo>
                  <a:pt x="26823" y="433665"/>
                </a:lnTo>
                <a:lnTo>
                  <a:pt x="23984" y="430960"/>
                </a:lnTo>
                <a:lnTo>
                  <a:pt x="21280" y="428109"/>
                </a:lnTo>
                <a:lnTo>
                  <a:pt x="18707" y="425149"/>
                </a:lnTo>
                <a:lnTo>
                  <a:pt x="16269" y="422056"/>
                </a:lnTo>
                <a:lnTo>
                  <a:pt x="13988" y="418841"/>
                </a:lnTo>
                <a:lnTo>
                  <a:pt x="11865" y="415516"/>
                </a:lnTo>
                <a:lnTo>
                  <a:pt x="9887" y="412095"/>
                </a:lnTo>
                <a:lnTo>
                  <a:pt x="8079" y="408553"/>
                </a:lnTo>
                <a:lnTo>
                  <a:pt x="6442" y="404926"/>
                </a:lnTo>
                <a:lnTo>
                  <a:pt x="4974" y="401201"/>
                </a:lnTo>
                <a:lnTo>
                  <a:pt x="3677" y="397392"/>
                </a:lnTo>
                <a:lnTo>
                  <a:pt x="2573" y="393510"/>
                </a:lnTo>
                <a:lnTo>
                  <a:pt x="1662" y="389544"/>
                </a:lnTo>
                <a:lnTo>
                  <a:pt x="946" y="385515"/>
                </a:lnTo>
                <a:lnTo>
                  <a:pt x="425" y="381415"/>
                </a:lnTo>
                <a:lnTo>
                  <a:pt x="110" y="377254"/>
                </a:lnTo>
                <a:lnTo>
                  <a:pt x="0" y="373166"/>
                </a:lnTo>
                <a:lnTo>
                  <a:pt x="0" y="81778"/>
                </a:lnTo>
                <a:lnTo>
                  <a:pt x="110" y="77690"/>
                </a:lnTo>
                <a:moveTo>
                  <a:pt x="18198" y="82118"/>
                </a:moveTo>
                <a:lnTo>
                  <a:pt x="18198" y="81888"/>
                </a:lnTo>
                <a:lnTo>
                  <a:pt x="18198" y="373045"/>
                </a:lnTo>
                <a:lnTo>
                  <a:pt x="18198" y="372826"/>
                </a:lnTo>
                <a:lnTo>
                  <a:pt x="18295" y="376562"/>
                </a:lnTo>
                <a:lnTo>
                  <a:pt x="18271" y="376101"/>
                </a:lnTo>
                <a:lnTo>
                  <a:pt x="18549" y="379801"/>
                </a:lnTo>
                <a:lnTo>
                  <a:pt x="18501" y="379341"/>
                </a:lnTo>
                <a:lnTo>
                  <a:pt x="18962" y="382993"/>
                </a:lnTo>
                <a:lnTo>
                  <a:pt x="18901" y="382531"/>
                </a:lnTo>
                <a:lnTo>
                  <a:pt x="19533" y="386122"/>
                </a:lnTo>
                <a:lnTo>
                  <a:pt x="19447" y="385674"/>
                </a:lnTo>
                <a:lnTo>
                  <a:pt x="20260" y="389191"/>
                </a:lnTo>
                <a:lnTo>
                  <a:pt x="20151" y="388754"/>
                </a:lnTo>
                <a:lnTo>
                  <a:pt x="21122" y="392212"/>
                </a:lnTo>
                <a:lnTo>
                  <a:pt x="20988" y="391776"/>
                </a:lnTo>
                <a:lnTo>
                  <a:pt x="22140" y="395160"/>
                </a:lnTo>
                <a:lnTo>
                  <a:pt x="21982" y="394736"/>
                </a:lnTo>
                <a:lnTo>
                  <a:pt x="23281" y="398048"/>
                </a:lnTo>
                <a:lnTo>
                  <a:pt x="23111" y="397634"/>
                </a:lnTo>
                <a:lnTo>
                  <a:pt x="24567" y="400862"/>
                </a:lnTo>
                <a:lnTo>
                  <a:pt x="24373" y="400462"/>
                </a:lnTo>
                <a:lnTo>
                  <a:pt x="25986" y="403604"/>
                </a:lnTo>
                <a:lnTo>
                  <a:pt x="25768" y="403216"/>
                </a:lnTo>
                <a:lnTo>
                  <a:pt x="27527" y="406261"/>
                </a:lnTo>
                <a:lnTo>
                  <a:pt x="27296" y="405884"/>
                </a:lnTo>
                <a:lnTo>
                  <a:pt x="29189" y="408832"/>
                </a:lnTo>
                <a:lnTo>
                  <a:pt x="28946" y="408481"/>
                </a:lnTo>
                <a:lnTo>
                  <a:pt x="30972" y="411332"/>
                </a:lnTo>
                <a:lnTo>
                  <a:pt x="30718" y="410979"/>
                </a:lnTo>
                <a:lnTo>
                  <a:pt x="32877" y="413734"/>
                </a:lnTo>
                <a:lnTo>
                  <a:pt x="32598" y="413394"/>
                </a:lnTo>
                <a:lnTo>
                  <a:pt x="34891" y="416038"/>
                </a:lnTo>
                <a:lnTo>
                  <a:pt x="34599" y="415711"/>
                </a:lnTo>
                <a:lnTo>
                  <a:pt x="37001" y="418246"/>
                </a:lnTo>
                <a:lnTo>
                  <a:pt x="36698" y="417930"/>
                </a:lnTo>
                <a:lnTo>
                  <a:pt x="39222" y="420345"/>
                </a:lnTo>
                <a:lnTo>
                  <a:pt x="38906" y="420055"/>
                </a:lnTo>
                <a:lnTo>
                  <a:pt x="41550" y="422346"/>
                </a:lnTo>
                <a:lnTo>
                  <a:pt x="41211" y="422067"/>
                </a:lnTo>
                <a:lnTo>
                  <a:pt x="43965" y="424227"/>
                </a:lnTo>
                <a:lnTo>
                  <a:pt x="43613" y="423960"/>
                </a:lnTo>
                <a:lnTo>
                  <a:pt x="46464" y="425998"/>
                </a:lnTo>
                <a:lnTo>
                  <a:pt x="46100" y="425744"/>
                </a:lnTo>
                <a:lnTo>
                  <a:pt x="49060" y="427636"/>
                </a:lnTo>
                <a:lnTo>
                  <a:pt x="48684" y="427418"/>
                </a:lnTo>
                <a:lnTo>
                  <a:pt x="51729" y="429165"/>
                </a:lnTo>
                <a:lnTo>
                  <a:pt x="51340" y="428958"/>
                </a:lnTo>
                <a:lnTo>
                  <a:pt x="54483" y="430560"/>
                </a:lnTo>
                <a:lnTo>
                  <a:pt x="54082" y="430366"/>
                </a:lnTo>
                <a:lnTo>
                  <a:pt x="57310" y="431834"/>
                </a:lnTo>
                <a:lnTo>
                  <a:pt x="56897" y="431652"/>
                </a:lnTo>
                <a:lnTo>
                  <a:pt x="60197" y="432963"/>
                </a:lnTo>
                <a:lnTo>
                  <a:pt x="59772" y="432804"/>
                </a:lnTo>
                <a:lnTo>
                  <a:pt x="63157" y="433944"/>
                </a:lnTo>
                <a:lnTo>
                  <a:pt x="62733" y="433811"/>
                </a:lnTo>
                <a:lnTo>
                  <a:pt x="66177" y="434794"/>
                </a:lnTo>
                <a:lnTo>
                  <a:pt x="65740" y="434684"/>
                </a:lnTo>
                <a:lnTo>
                  <a:pt x="69271" y="435498"/>
                </a:lnTo>
                <a:lnTo>
                  <a:pt x="68822" y="435401"/>
                </a:lnTo>
                <a:lnTo>
                  <a:pt x="72401" y="436043"/>
                </a:lnTo>
                <a:lnTo>
                  <a:pt x="71953" y="435970"/>
                </a:lnTo>
                <a:lnTo>
                  <a:pt x="75592" y="436432"/>
                </a:lnTo>
                <a:lnTo>
                  <a:pt x="75143" y="436395"/>
                </a:lnTo>
                <a:lnTo>
                  <a:pt x="78831" y="436674"/>
                </a:lnTo>
                <a:lnTo>
                  <a:pt x="78370" y="436650"/>
                </a:lnTo>
                <a:lnTo>
                  <a:pt x="82119" y="436747"/>
                </a:lnTo>
                <a:lnTo>
                  <a:pt x="81888" y="436747"/>
                </a:lnTo>
                <a:lnTo>
                  <a:pt x="980032" y="436747"/>
                </a:lnTo>
                <a:lnTo>
                  <a:pt x="979802" y="436747"/>
                </a:lnTo>
                <a:lnTo>
                  <a:pt x="983551" y="436650"/>
                </a:lnTo>
                <a:lnTo>
                  <a:pt x="983090" y="436674"/>
                </a:lnTo>
                <a:lnTo>
                  <a:pt x="986778" y="436395"/>
                </a:lnTo>
                <a:lnTo>
                  <a:pt x="986329" y="436432"/>
                </a:lnTo>
                <a:lnTo>
                  <a:pt x="989968" y="435970"/>
                </a:lnTo>
                <a:lnTo>
                  <a:pt x="989520" y="436043"/>
                </a:lnTo>
                <a:lnTo>
                  <a:pt x="993098" y="435401"/>
                </a:lnTo>
                <a:lnTo>
                  <a:pt x="992650" y="435498"/>
                </a:lnTo>
                <a:lnTo>
                  <a:pt x="996179" y="434684"/>
                </a:lnTo>
                <a:lnTo>
                  <a:pt x="995731" y="434794"/>
                </a:lnTo>
                <a:lnTo>
                  <a:pt x="999188" y="433811"/>
                </a:lnTo>
                <a:lnTo>
                  <a:pt x="998764" y="433944"/>
                </a:lnTo>
                <a:lnTo>
                  <a:pt x="1002136" y="432804"/>
                </a:lnTo>
                <a:lnTo>
                  <a:pt x="1001724" y="432963"/>
                </a:lnTo>
                <a:lnTo>
                  <a:pt x="1005023" y="431652"/>
                </a:lnTo>
                <a:lnTo>
                  <a:pt x="1004611" y="431834"/>
                </a:lnTo>
                <a:lnTo>
                  <a:pt x="1007838" y="430366"/>
                </a:lnTo>
                <a:lnTo>
                  <a:pt x="1007438" y="430560"/>
                </a:lnTo>
                <a:lnTo>
                  <a:pt x="1010580" y="428958"/>
                </a:lnTo>
                <a:lnTo>
                  <a:pt x="1010192" y="429165"/>
                </a:lnTo>
                <a:lnTo>
                  <a:pt x="1013236" y="427418"/>
                </a:lnTo>
                <a:lnTo>
                  <a:pt x="1012860" y="427636"/>
                </a:lnTo>
                <a:lnTo>
                  <a:pt x="1015821" y="425744"/>
                </a:lnTo>
                <a:lnTo>
                  <a:pt x="1015457" y="425998"/>
                </a:lnTo>
                <a:lnTo>
                  <a:pt x="1018308" y="423960"/>
                </a:lnTo>
                <a:lnTo>
                  <a:pt x="1017956" y="424227"/>
                </a:lnTo>
                <a:lnTo>
                  <a:pt x="1020709" y="422067"/>
                </a:lnTo>
                <a:lnTo>
                  <a:pt x="1020370" y="422346"/>
                </a:lnTo>
                <a:lnTo>
                  <a:pt x="1023015" y="420055"/>
                </a:lnTo>
                <a:lnTo>
                  <a:pt x="1022699" y="420345"/>
                </a:lnTo>
                <a:lnTo>
                  <a:pt x="1025223" y="417930"/>
                </a:lnTo>
                <a:lnTo>
                  <a:pt x="1024919" y="418246"/>
                </a:lnTo>
                <a:lnTo>
                  <a:pt x="1027321" y="415711"/>
                </a:lnTo>
                <a:lnTo>
                  <a:pt x="1027030" y="416038"/>
                </a:lnTo>
                <a:lnTo>
                  <a:pt x="1029324" y="413394"/>
                </a:lnTo>
                <a:lnTo>
                  <a:pt x="1029044" y="413734"/>
                </a:lnTo>
                <a:lnTo>
                  <a:pt x="1031204" y="410979"/>
                </a:lnTo>
                <a:lnTo>
                  <a:pt x="1030949" y="411332"/>
                </a:lnTo>
                <a:lnTo>
                  <a:pt x="1032975" y="408481"/>
                </a:lnTo>
                <a:lnTo>
                  <a:pt x="1032731" y="408832"/>
                </a:lnTo>
                <a:lnTo>
                  <a:pt x="1034625" y="405884"/>
                </a:lnTo>
                <a:lnTo>
                  <a:pt x="1034394" y="406261"/>
                </a:lnTo>
                <a:lnTo>
                  <a:pt x="1036153" y="403216"/>
                </a:lnTo>
                <a:lnTo>
                  <a:pt x="1035934" y="403604"/>
                </a:lnTo>
                <a:lnTo>
                  <a:pt x="1037549" y="400462"/>
                </a:lnTo>
                <a:lnTo>
                  <a:pt x="1037354" y="400862"/>
                </a:lnTo>
                <a:lnTo>
                  <a:pt x="1038810" y="397634"/>
                </a:lnTo>
                <a:lnTo>
                  <a:pt x="1038640" y="398048"/>
                </a:lnTo>
                <a:lnTo>
                  <a:pt x="1039939" y="394736"/>
                </a:lnTo>
                <a:lnTo>
                  <a:pt x="1039781" y="395160"/>
                </a:lnTo>
                <a:lnTo>
                  <a:pt x="1040933" y="391776"/>
                </a:lnTo>
                <a:lnTo>
                  <a:pt x="1040800" y="392212"/>
                </a:lnTo>
                <a:lnTo>
                  <a:pt x="1041782" y="388754"/>
                </a:lnTo>
                <a:lnTo>
                  <a:pt x="1041661" y="389191"/>
                </a:lnTo>
                <a:lnTo>
                  <a:pt x="1042474" y="385674"/>
                </a:lnTo>
                <a:lnTo>
                  <a:pt x="1042388" y="386122"/>
                </a:lnTo>
                <a:lnTo>
                  <a:pt x="1043020" y="382531"/>
                </a:lnTo>
                <a:lnTo>
                  <a:pt x="1042959" y="382993"/>
                </a:lnTo>
                <a:lnTo>
                  <a:pt x="1043420" y="379341"/>
                </a:lnTo>
                <a:lnTo>
                  <a:pt x="1043371" y="379801"/>
                </a:lnTo>
                <a:lnTo>
                  <a:pt x="1043650" y="376101"/>
                </a:lnTo>
                <a:lnTo>
                  <a:pt x="1043626" y="376562"/>
                </a:lnTo>
                <a:lnTo>
                  <a:pt x="1043723" y="372826"/>
                </a:lnTo>
                <a:lnTo>
                  <a:pt x="1043723" y="373045"/>
                </a:lnTo>
                <a:lnTo>
                  <a:pt x="1043723" y="81888"/>
                </a:lnTo>
                <a:lnTo>
                  <a:pt x="1043723" y="82118"/>
                </a:lnTo>
                <a:lnTo>
                  <a:pt x="1043626" y="78382"/>
                </a:lnTo>
                <a:lnTo>
                  <a:pt x="1043650" y="78843"/>
                </a:lnTo>
                <a:lnTo>
                  <a:pt x="1043371" y="75143"/>
                </a:lnTo>
                <a:lnTo>
                  <a:pt x="1043420" y="75604"/>
                </a:lnTo>
                <a:lnTo>
                  <a:pt x="1042959" y="71952"/>
                </a:lnTo>
                <a:lnTo>
                  <a:pt x="1043020" y="72413"/>
                </a:lnTo>
                <a:lnTo>
                  <a:pt x="1042388" y="68822"/>
                </a:lnTo>
                <a:lnTo>
                  <a:pt x="1042474" y="69271"/>
                </a:lnTo>
                <a:lnTo>
                  <a:pt x="1041661" y="65754"/>
                </a:lnTo>
                <a:lnTo>
                  <a:pt x="1041782" y="66190"/>
                </a:lnTo>
                <a:lnTo>
                  <a:pt x="1040800" y="62733"/>
                </a:lnTo>
                <a:lnTo>
                  <a:pt x="1040933" y="63169"/>
                </a:lnTo>
                <a:lnTo>
                  <a:pt x="1039781" y="59784"/>
                </a:lnTo>
                <a:lnTo>
                  <a:pt x="1039939" y="60209"/>
                </a:lnTo>
                <a:lnTo>
                  <a:pt x="1038640" y="56897"/>
                </a:lnTo>
                <a:lnTo>
                  <a:pt x="1038810" y="57310"/>
                </a:lnTo>
                <a:lnTo>
                  <a:pt x="1037354" y="54082"/>
                </a:lnTo>
                <a:lnTo>
                  <a:pt x="1037549" y="54483"/>
                </a:lnTo>
                <a:lnTo>
                  <a:pt x="1035934" y="51340"/>
                </a:lnTo>
                <a:lnTo>
                  <a:pt x="1036153" y="51729"/>
                </a:lnTo>
                <a:lnTo>
                  <a:pt x="1034394" y="48684"/>
                </a:lnTo>
                <a:lnTo>
                  <a:pt x="1034625" y="49060"/>
                </a:lnTo>
                <a:lnTo>
                  <a:pt x="1032731" y="46112"/>
                </a:lnTo>
                <a:lnTo>
                  <a:pt x="1032975" y="46464"/>
                </a:lnTo>
                <a:lnTo>
                  <a:pt x="1030949" y="43612"/>
                </a:lnTo>
                <a:lnTo>
                  <a:pt x="1031204" y="43965"/>
                </a:lnTo>
                <a:lnTo>
                  <a:pt x="1029044" y="41211"/>
                </a:lnTo>
                <a:lnTo>
                  <a:pt x="1029324" y="41551"/>
                </a:lnTo>
                <a:lnTo>
                  <a:pt x="1027030" y="38906"/>
                </a:lnTo>
                <a:lnTo>
                  <a:pt x="1027321" y="39233"/>
                </a:lnTo>
                <a:lnTo>
                  <a:pt x="1024919" y="36698"/>
                </a:lnTo>
                <a:lnTo>
                  <a:pt x="1025223" y="37013"/>
                </a:lnTo>
                <a:lnTo>
                  <a:pt x="1022699" y="34599"/>
                </a:lnTo>
                <a:lnTo>
                  <a:pt x="1023015" y="34890"/>
                </a:lnTo>
                <a:lnTo>
                  <a:pt x="1020370" y="32597"/>
                </a:lnTo>
                <a:lnTo>
                  <a:pt x="1020709" y="32877"/>
                </a:lnTo>
                <a:lnTo>
                  <a:pt x="1017956" y="30717"/>
                </a:lnTo>
                <a:lnTo>
                  <a:pt x="1018308" y="30984"/>
                </a:lnTo>
                <a:lnTo>
                  <a:pt x="1015457" y="28946"/>
                </a:lnTo>
                <a:lnTo>
                  <a:pt x="1015821" y="29201"/>
                </a:lnTo>
                <a:lnTo>
                  <a:pt x="1012860" y="27297"/>
                </a:lnTo>
                <a:lnTo>
                  <a:pt x="1013236" y="27527"/>
                </a:lnTo>
                <a:lnTo>
                  <a:pt x="1010192" y="25779"/>
                </a:lnTo>
                <a:lnTo>
                  <a:pt x="1010580" y="25986"/>
                </a:lnTo>
                <a:lnTo>
                  <a:pt x="1007438" y="24385"/>
                </a:lnTo>
                <a:lnTo>
                  <a:pt x="1007838" y="24579"/>
                </a:lnTo>
                <a:lnTo>
                  <a:pt x="1004611" y="23111"/>
                </a:lnTo>
                <a:lnTo>
                  <a:pt x="1005023" y="23292"/>
                </a:lnTo>
                <a:lnTo>
                  <a:pt x="1001724" y="21982"/>
                </a:lnTo>
                <a:lnTo>
                  <a:pt x="1002136" y="22140"/>
                </a:lnTo>
                <a:lnTo>
                  <a:pt x="998764" y="21000"/>
                </a:lnTo>
                <a:lnTo>
                  <a:pt x="999188" y="21133"/>
                </a:lnTo>
                <a:lnTo>
                  <a:pt x="995731" y="20151"/>
                </a:lnTo>
                <a:lnTo>
                  <a:pt x="996179" y="20259"/>
                </a:lnTo>
                <a:lnTo>
                  <a:pt x="992650" y="19446"/>
                </a:lnTo>
                <a:lnTo>
                  <a:pt x="993098" y="19544"/>
                </a:lnTo>
                <a:lnTo>
                  <a:pt x="989520" y="18901"/>
                </a:lnTo>
                <a:lnTo>
                  <a:pt x="989968" y="18974"/>
                </a:lnTo>
                <a:lnTo>
                  <a:pt x="986329" y="18501"/>
                </a:lnTo>
                <a:lnTo>
                  <a:pt x="986778" y="18549"/>
                </a:lnTo>
                <a:lnTo>
                  <a:pt x="983090" y="18270"/>
                </a:lnTo>
                <a:lnTo>
                  <a:pt x="983551" y="18295"/>
                </a:lnTo>
                <a:lnTo>
                  <a:pt x="979802" y="18198"/>
                </a:lnTo>
                <a:lnTo>
                  <a:pt x="980032" y="18198"/>
                </a:lnTo>
                <a:lnTo>
                  <a:pt x="81888" y="18198"/>
                </a:lnTo>
                <a:lnTo>
                  <a:pt x="82119" y="18198"/>
                </a:lnTo>
                <a:lnTo>
                  <a:pt x="78370" y="18295"/>
                </a:lnTo>
                <a:lnTo>
                  <a:pt x="78831" y="18270"/>
                </a:lnTo>
                <a:lnTo>
                  <a:pt x="75143" y="18549"/>
                </a:lnTo>
                <a:lnTo>
                  <a:pt x="75592" y="18501"/>
                </a:lnTo>
                <a:lnTo>
                  <a:pt x="71953" y="18974"/>
                </a:lnTo>
                <a:lnTo>
                  <a:pt x="72401" y="18901"/>
                </a:lnTo>
                <a:lnTo>
                  <a:pt x="68822" y="19544"/>
                </a:lnTo>
                <a:lnTo>
                  <a:pt x="69271" y="19446"/>
                </a:lnTo>
                <a:lnTo>
                  <a:pt x="65740" y="20259"/>
                </a:lnTo>
                <a:lnTo>
                  <a:pt x="66177" y="20151"/>
                </a:lnTo>
                <a:lnTo>
                  <a:pt x="62733" y="21133"/>
                </a:lnTo>
                <a:lnTo>
                  <a:pt x="63157" y="21000"/>
                </a:lnTo>
                <a:lnTo>
                  <a:pt x="59772" y="22140"/>
                </a:lnTo>
                <a:lnTo>
                  <a:pt x="60197" y="21982"/>
                </a:lnTo>
                <a:lnTo>
                  <a:pt x="56897" y="23292"/>
                </a:lnTo>
                <a:lnTo>
                  <a:pt x="57310" y="23111"/>
                </a:lnTo>
                <a:lnTo>
                  <a:pt x="54082" y="24579"/>
                </a:lnTo>
                <a:lnTo>
                  <a:pt x="54483" y="24385"/>
                </a:lnTo>
                <a:lnTo>
                  <a:pt x="51340" y="25986"/>
                </a:lnTo>
                <a:lnTo>
                  <a:pt x="51729" y="25779"/>
                </a:lnTo>
                <a:lnTo>
                  <a:pt x="48684" y="27527"/>
                </a:lnTo>
                <a:lnTo>
                  <a:pt x="49060" y="27297"/>
                </a:lnTo>
                <a:lnTo>
                  <a:pt x="46100" y="29201"/>
                </a:lnTo>
                <a:lnTo>
                  <a:pt x="46464" y="28946"/>
                </a:lnTo>
                <a:lnTo>
                  <a:pt x="43613" y="30984"/>
                </a:lnTo>
                <a:lnTo>
                  <a:pt x="43965" y="30717"/>
                </a:lnTo>
                <a:lnTo>
                  <a:pt x="41211" y="32877"/>
                </a:lnTo>
                <a:lnTo>
                  <a:pt x="41550" y="32597"/>
                </a:lnTo>
                <a:lnTo>
                  <a:pt x="38906" y="34890"/>
                </a:lnTo>
                <a:lnTo>
                  <a:pt x="39222" y="34599"/>
                </a:lnTo>
                <a:lnTo>
                  <a:pt x="36698" y="37013"/>
                </a:lnTo>
                <a:lnTo>
                  <a:pt x="37001" y="36698"/>
                </a:lnTo>
                <a:lnTo>
                  <a:pt x="34599" y="39233"/>
                </a:lnTo>
                <a:lnTo>
                  <a:pt x="34891" y="38906"/>
                </a:lnTo>
                <a:lnTo>
                  <a:pt x="32598" y="41551"/>
                </a:lnTo>
                <a:lnTo>
                  <a:pt x="32877" y="41211"/>
                </a:lnTo>
                <a:lnTo>
                  <a:pt x="30718" y="43965"/>
                </a:lnTo>
                <a:lnTo>
                  <a:pt x="30972" y="43612"/>
                </a:lnTo>
                <a:lnTo>
                  <a:pt x="28946" y="46464"/>
                </a:lnTo>
                <a:lnTo>
                  <a:pt x="29189" y="46112"/>
                </a:lnTo>
                <a:lnTo>
                  <a:pt x="27296" y="49060"/>
                </a:lnTo>
                <a:lnTo>
                  <a:pt x="27527" y="48684"/>
                </a:lnTo>
                <a:lnTo>
                  <a:pt x="25768" y="51729"/>
                </a:lnTo>
                <a:lnTo>
                  <a:pt x="25986" y="51340"/>
                </a:lnTo>
                <a:lnTo>
                  <a:pt x="24373" y="54483"/>
                </a:lnTo>
                <a:lnTo>
                  <a:pt x="24567" y="54082"/>
                </a:lnTo>
                <a:lnTo>
                  <a:pt x="23111" y="57310"/>
                </a:lnTo>
                <a:lnTo>
                  <a:pt x="23281" y="56897"/>
                </a:lnTo>
                <a:lnTo>
                  <a:pt x="21982" y="60209"/>
                </a:lnTo>
                <a:lnTo>
                  <a:pt x="22140" y="59784"/>
                </a:lnTo>
                <a:lnTo>
                  <a:pt x="20988" y="63169"/>
                </a:lnTo>
                <a:lnTo>
                  <a:pt x="21122" y="62733"/>
                </a:lnTo>
                <a:lnTo>
                  <a:pt x="20151" y="66190"/>
                </a:lnTo>
                <a:lnTo>
                  <a:pt x="20260" y="65754"/>
                </a:lnTo>
                <a:lnTo>
                  <a:pt x="19447" y="69271"/>
                </a:lnTo>
                <a:lnTo>
                  <a:pt x="19533" y="68822"/>
                </a:lnTo>
                <a:lnTo>
                  <a:pt x="18901" y="72413"/>
                </a:lnTo>
                <a:lnTo>
                  <a:pt x="18962" y="71952"/>
                </a:lnTo>
                <a:lnTo>
                  <a:pt x="18501" y="75604"/>
                </a:lnTo>
                <a:lnTo>
                  <a:pt x="18549" y="75143"/>
                </a:lnTo>
                <a:lnTo>
                  <a:pt x="18271" y="78843"/>
                </a:lnTo>
                <a:lnTo>
                  <a:pt x="18295" y="78382"/>
                </a:lnTo>
                <a:lnTo>
                  <a:pt x="18198" y="82118"/>
                </a:lnTo>
              </a:path>
            </a:pathLst>
          </a:custGeom>
          <a:solidFill xmlns:a="http://schemas.openxmlformats.org/drawingml/2006/main">
            <a:srgbClr val="747474"/>
          </a:solidFill>
          <a:ln xmlns:a="http://schemas.openxmlformats.org/drawingml/2006/main" w="0">
            <a:noFill/>
            <a:prstDash val="solid"/>
          </a:ln>
        </p:spPr>
      </p:sp>
      <p:sp>
        <p:nvSpPr>
          <p:cNvPr id="7" name="pdf-text-17-0">
            <a:extLst xmlns:a="http://schemas.openxmlformats.org/drawingml/2006/main">
              <a:ext uri="{FF2B5EF4-FFF2-40B4-BE49-F238E27FC236}">
                <a16:creationId xmlns:a16="http://schemas.microsoft.com/office/drawing/2014/main" id="{C4616667-0A10-4B6B-B305-DE5F57C95D8F}"/>
              </a:ext>
            </a:extLst>
          </p:cNvPr>
          <p:cNvSpPr>
            <a:spLocks xmlns:a="http://schemas.openxmlformats.org/drawingml/2006/main" noGrp="1"/>
          </p:cNvSpPr>
          <p:nvPr/>
        </p:nvSpPr>
        <p:spPr>
          <a:xfrm xmlns:a="http://schemas.openxmlformats.org/drawingml/2006/main" rot="0">
            <a:off x="2725268" y="1572631"/>
            <a:ext cx="566758" cy="1704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9" b="0" i="0">
                <a:solidFill>
                  <a:srgbClr val="000000"/>
                </a:solidFill>
                <a:latin typeface="Times New Roman"/>
                <a:ea typeface="Times New Roman"/>
                <a:cs typeface="Times New Roman"/>
              </a:defRPr>
            </a:defPPr>
          </a:lstStyle>
          <a:p xmlns:a="http://schemas.openxmlformats.org/drawingml/2006/main">
            <a:pPr algn="l">
              <a:defRPr sz="1339" b="0" i="0">
                <a:solidFill>
                  <a:srgbClr val="000000"/>
                </a:solidFill>
                <a:latin typeface="Times New Roman"/>
                <a:ea typeface="Times New Roman"/>
                <a:cs typeface="Times New Roman"/>
              </a:defRPr>
            </a:pPr>
            <a:r>
              <a:rPr sz="1339" b="0" i="0">
                <a:solidFill>
                  <a:srgbClr val="000000"/>
                </a:solidFill>
                <a:latin typeface="Times New Roman"/>
                <a:ea typeface="Times New Roman"/>
                <a:cs typeface="Times New Roman"/>
              </a:rPr>
              <a:t>Prompts</a:t>
            </a:r>
          </a:p>
        </p:txBody>
      </p:sp>
      <p:sp>
        <p:nvSpPr>
          <p:cNvPr id="8" name="pdf-path-11">
            <a:extLst xmlns:a="http://schemas.openxmlformats.org/drawingml/2006/main">
              <a:ext uri="{FF2B5EF4-FFF2-40B4-BE49-F238E27FC236}">
                <a16:creationId xmlns:a16="http://schemas.microsoft.com/office/drawing/2014/main" id="{1DFC6B48-BC7C-4382-BCB9-C78F92FA7B6B}"/>
              </a:ext>
            </a:extLst>
          </p:cNvPr>
          <p:cNvSpPr>
            <a:spLocks xmlns:a="http://schemas.openxmlformats.org/drawingml/2006/main" noGrp="1"/>
          </p:cNvSpPr>
          <p:nvPr/>
        </p:nvSpPr>
        <p:spPr>
          <a:xfrm xmlns:a="http://schemas.openxmlformats.org/drawingml/2006/main" rot="0">
            <a:off x="1653462" y="296976"/>
            <a:ext cx="1505278" cy="437026"/>
          </a:xfrm>
          <a:custGeom xmlns:a="http://schemas.openxmlformats.org/drawingml/2006/main">
            <a:pathLst>
              <a:path w="1505278" h="437026">
                <a:moveTo>
                  <a:pt x="0" y="72789"/>
                </a:moveTo>
                <a:cubicBezTo>
                  <a:pt x="121" y="32876"/>
                  <a:pt x="32706" y="279"/>
                  <a:pt x="72789" y="0"/>
                </a:cubicBezTo>
                <a:lnTo>
                  <a:pt x="1432489" y="0"/>
                </a:lnTo>
                <a:cubicBezTo>
                  <a:pt x="1472353" y="279"/>
                  <a:pt x="1504938" y="32876"/>
                  <a:pt x="1505278" y="72789"/>
                </a:cubicBezTo>
                <a:lnTo>
                  <a:pt x="1505278" y="363945"/>
                </a:lnTo>
                <a:cubicBezTo>
                  <a:pt x="1504938" y="404429"/>
                  <a:pt x="1472353" y="437026"/>
                  <a:pt x="1432489" y="436735"/>
                </a:cubicBezTo>
                <a:lnTo>
                  <a:pt x="72789" y="436735"/>
                </a:lnTo>
                <a:cubicBezTo>
                  <a:pt x="32706" y="437026"/>
                  <a:pt x="121" y="404429"/>
                  <a:pt x="0" y="363945"/>
                </a:cubicBezTo>
                <a:lnTo>
                  <a:pt x="0" y="72789"/>
                </a:lnTo>
              </a:path>
            </a:pathLst>
          </a:custGeom>
          <a:solidFill xmlns:a="http://schemas.openxmlformats.org/drawingml/2006/main">
            <a:srgbClr val="CAEEFB">
              <a:alpha val="36000"/>
            </a:srgbClr>
          </a:solidFill>
          <a:ln xmlns:a="http://schemas.openxmlformats.org/drawingml/2006/main" w="0">
            <a:noFill/>
            <a:prstDash val="solid"/>
          </a:ln>
        </p:spPr>
      </p:sp>
      <p:sp>
        <p:nvSpPr>
          <p:cNvPr id="9" name="pdf-path-12">
            <a:extLst xmlns:a="http://schemas.openxmlformats.org/drawingml/2006/main">
              <a:ext uri="{FF2B5EF4-FFF2-40B4-BE49-F238E27FC236}">
                <a16:creationId xmlns:a16="http://schemas.microsoft.com/office/drawing/2014/main" id="{4826C4D6-8D6B-402D-AA7A-B7EFDC233711}"/>
              </a:ext>
            </a:extLst>
          </p:cNvPr>
          <p:cNvSpPr>
            <a:spLocks xmlns:a="http://schemas.openxmlformats.org/drawingml/2006/main" noGrp="1"/>
          </p:cNvSpPr>
          <p:nvPr/>
        </p:nvSpPr>
        <p:spPr>
          <a:xfrm xmlns:a="http://schemas.openxmlformats.org/drawingml/2006/main" rot="0">
            <a:off x="1644484" y="288156"/>
            <a:ext cx="1523015" cy="454944"/>
          </a:xfrm>
          <a:custGeom xmlns:a="http://schemas.openxmlformats.org/drawingml/2006/main">
            <a:pathLst>
              <a:path w="1523015" h="454944">
                <a:moveTo>
                  <a:pt x="97" y="77690"/>
                </a:moveTo>
                <a:lnTo>
                  <a:pt x="412" y="73530"/>
                </a:lnTo>
                <a:lnTo>
                  <a:pt x="934" y="69429"/>
                </a:lnTo>
                <a:lnTo>
                  <a:pt x="1662" y="65401"/>
                </a:lnTo>
                <a:lnTo>
                  <a:pt x="2572" y="61434"/>
                </a:lnTo>
                <a:lnTo>
                  <a:pt x="3676" y="57540"/>
                </a:lnTo>
                <a:lnTo>
                  <a:pt x="4962" y="53743"/>
                </a:lnTo>
                <a:lnTo>
                  <a:pt x="6430" y="50018"/>
                </a:lnTo>
                <a:lnTo>
                  <a:pt x="8080" y="46391"/>
                </a:lnTo>
                <a:lnTo>
                  <a:pt x="9887" y="42849"/>
                </a:lnTo>
                <a:lnTo>
                  <a:pt x="11853" y="39428"/>
                </a:lnTo>
                <a:lnTo>
                  <a:pt x="13988" y="36103"/>
                </a:lnTo>
                <a:lnTo>
                  <a:pt x="16269" y="32889"/>
                </a:lnTo>
                <a:lnTo>
                  <a:pt x="18695" y="29795"/>
                </a:lnTo>
                <a:lnTo>
                  <a:pt x="21266" y="26835"/>
                </a:lnTo>
                <a:lnTo>
                  <a:pt x="23984" y="23984"/>
                </a:lnTo>
                <a:lnTo>
                  <a:pt x="26823" y="21279"/>
                </a:lnTo>
                <a:lnTo>
                  <a:pt x="29795" y="18707"/>
                </a:lnTo>
                <a:lnTo>
                  <a:pt x="32889" y="16281"/>
                </a:lnTo>
                <a:lnTo>
                  <a:pt x="36091" y="14000"/>
                </a:lnTo>
                <a:lnTo>
                  <a:pt x="39415" y="11865"/>
                </a:lnTo>
                <a:lnTo>
                  <a:pt x="42849" y="9888"/>
                </a:lnTo>
                <a:lnTo>
                  <a:pt x="46379" y="8079"/>
                </a:lnTo>
                <a:lnTo>
                  <a:pt x="50006" y="6442"/>
                </a:lnTo>
                <a:lnTo>
                  <a:pt x="53730" y="4974"/>
                </a:lnTo>
                <a:lnTo>
                  <a:pt x="57540" y="3688"/>
                </a:lnTo>
                <a:lnTo>
                  <a:pt x="61422" y="2584"/>
                </a:lnTo>
                <a:lnTo>
                  <a:pt x="65389" y="1662"/>
                </a:lnTo>
                <a:lnTo>
                  <a:pt x="69428" y="947"/>
                </a:lnTo>
                <a:lnTo>
                  <a:pt x="73529" y="425"/>
                </a:lnTo>
                <a:lnTo>
                  <a:pt x="77679" y="109"/>
                </a:lnTo>
                <a:lnTo>
                  <a:pt x="81767" y="0"/>
                </a:lnTo>
                <a:lnTo>
                  <a:pt x="1441236" y="0"/>
                </a:lnTo>
                <a:lnTo>
                  <a:pt x="1445336" y="109"/>
                </a:lnTo>
                <a:lnTo>
                  <a:pt x="1449485" y="425"/>
                </a:lnTo>
                <a:lnTo>
                  <a:pt x="1453586" y="947"/>
                </a:lnTo>
                <a:lnTo>
                  <a:pt x="1457614" y="1662"/>
                </a:lnTo>
                <a:lnTo>
                  <a:pt x="1461581" y="2584"/>
                </a:lnTo>
                <a:lnTo>
                  <a:pt x="1465475" y="3688"/>
                </a:lnTo>
                <a:lnTo>
                  <a:pt x="1469284" y="4974"/>
                </a:lnTo>
                <a:lnTo>
                  <a:pt x="1473009" y="6442"/>
                </a:lnTo>
                <a:lnTo>
                  <a:pt x="1476636" y="8079"/>
                </a:lnTo>
                <a:lnTo>
                  <a:pt x="1480166" y="9888"/>
                </a:lnTo>
                <a:lnTo>
                  <a:pt x="1483600" y="11865"/>
                </a:lnTo>
                <a:lnTo>
                  <a:pt x="1486912" y="14000"/>
                </a:lnTo>
                <a:lnTo>
                  <a:pt x="1490127" y="16281"/>
                </a:lnTo>
                <a:lnTo>
                  <a:pt x="1493220" y="18707"/>
                </a:lnTo>
                <a:lnTo>
                  <a:pt x="1496192" y="21279"/>
                </a:lnTo>
                <a:lnTo>
                  <a:pt x="1499031" y="23984"/>
                </a:lnTo>
                <a:lnTo>
                  <a:pt x="1501736" y="26835"/>
                </a:lnTo>
                <a:lnTo>
                  <a:pt x="1504308" y="29795"/>
                </a:lnTo>
                <a:lnTo>
                  <a:pt x="1506746" y="32889"/>
                </a:lnTo>
                <a:lnTo>
                  <a:pt x="1509027" y="36103"/>
                </a:lnTo>
                <a:lnTo>
                  <a:pt x="1511150" y="39428"/>
                </a:lnTo>
                <a:lnTo>
                  <a:pt x="1513128" y="42849"/>
                </a:lnTo>
                <a:lnTo>
                  <a:pt x="1514935" y="46391"/>
                </a:lnTo>
                <a:lnTo>
                  <a:pt x="1516573" y="50018"/>
                </a:lnTo>
                <a:lnTo>
                  <a:pt x="1518041" y="53743"/>
                </a:lnTo>
                <a:lnTo>
                  <a:pt x="1519339" y="57540"/>
                </a:lnTo>
                <a:lnTo>
                  <a:pt x="1520442" y="61434"/>
                </a:lnTo>
                <a:lnTo>
                  <a:pt x="1521353" y="65401"/>
                </a:lnTo>
                <a:lnTo>
                  <a:pt x="1522069" y="69429"/>
                </a:lnTo>
                <a:lnTo>
                  <a:pt x="1522590" y="73530"/>
                </a:lnTo>
                <a:lnTo>
                  <a:pt x="1522905" y="77690"/>
                </a:lnTo>
                <a:lnTo>
                  <a:pt x="1523015" y="81779"/>
                </a:lnTo>
                <a:lnTo>
                  <a:pt x="1523015" y="373166"/>
                </a:lnTo>
                <a:lnTo>
                  <a:pt x="1522905" y="377254"/>
                </a:lnTo>
                <a:lnTo>
                  <a:pt x="1522590" y="381415"/>
                </a:lnTo>
                <a:lnTo>
                  <a:pt x="1522069" y="385515"/>
                </a:lnTo>
                <a:lnTo>
                  <a:pt x="1521353" y="389543"/>
                </a:lnTo>
                <a:lnTo>
                  <a:pt x="1520442" y="393510"/>
                </a:lnTo>
                <a:lnTo>
                  <a:pt x="1519339" y="397404"/>
                </a:lnTo>
                <a:lnTo>
                  <a:pt x="1518041" y="401202"/>
                </a:lnTo>
                <a:lnTo>
                  <a:pt x="1516573" y="404926"/>
                </a:lnTo>
                <a:lnTo>
                  <a:pt x="1514935" y="408553"/>
                </a:lnTo>
                <a:lnTo>
                  <a:pt x="1513128" y="412095"/>
                </a:lnTo>
                <a:lnTo>
                  <a:pt x="1511150" y="415517"/>
                </a:lnTo>
                <a:lnTo>
                  <a:pt x="1509027" y="418841"/>
                </a:lnTo>
                <a:lnTo>
                  <a:pt x="1506746" y="422056"/>
                </a:lnTo>
                <a:lnTo>
                  <a:pt x="1504308" y="425149"/>
                </a:lnTo>
                <a:lnTo>
                  <a:pt x="1501736" y="428109"/>
                </a:lnTo>
                <a:lnTo>
                  <a:pt x="1499031" y="430960"/>
                </a:lnTo>
                <a:lnTo>
                  <a:pt x="1496192" y="433666"/>
                </a:lnTo>
                <a:lnTo>
                  <a:pt x="1493220" y="436237"/>
                </a:lnTo>
                <a:lnTo>
                  <a:pt x="1490127" y="438663"/>
                </a:lnTo>
                <a:lnTo>
                  <a:pt x="1486912" y="440944"/>
                </a:lnTo>
                <a:lnTo>
                  <a:pt x="1483600" y="443079"/>
                </a:lnTo>
                <a:lnTo>
                  <a:pt x="1480166" y="445057"/>
                </a:lnTo>
                <a:lnTo>
                  <a:pt x="1476636" y="446865"/>
                </a:lnTo>
                <a:lnTo>
                  <a:pt x="1473009" y="448502"/>
                </a:lnTo>
                <a:lnTo>
                  <a:pt x="1469284" y="449970"/>
                </a:lnTo>
                <a:lnTo>
                  <a:pt x="1465475" y="451256"/>
                </a:lnTo>
                <a:lnTo>
                  <a:pt x="1461581" y="452360"/>
                </a:lnTo>
                <a:lnTo>
                  <a:pt x="1457614" y="453282"/>
                </a:lnTo>
                <a:lnTo>
                  <a:pt x="1453586" y="453998"/>
                </a:lnTo>
                <a:lnTo>
                  <a:pt x="1449485" y="454520"/>
                </a:lnTo>
                <a:lnTo>
                  <a:pt x="1445336" y="454835"/>
                </a:lnTo>
                <a:lnTo>
                  <a:pt x="1441236" y="454944"/>
                </a:lnTo>
                <a:lnTo>
                  <a:pt x="81767" y="454944"/>
                </a:lnTo>
                <a:lnTo>
                  <a:pt x="77679" y="454835"/>
                </a:lnTo>
                <a:lnTo>
                  <a:pt x="73529" y="454520"/>
                </a:lnTo>
                <a:lnTo>
                  <a:pt x="69428" y="453998"/>
                </a:lnTo>
                <a:lnTo>
                  <a:pt x="65389" y="453282"/>
                </a:lnTo>
                <a:lnTo>
                  <a:pt x="61422" y="452360"/>
                </a:lnTo>
                <a:lnTo>
                  <a:pt x="57540" y="451256"/>
                </a:lnTo>
                <a:lnTo>
                  <a:pt x="53730" y="449970"/>
                </a:lnTo>
                <a:lnTo>
                  <a:pt x="50006" y="448502"/>
                </a:lnTo>
                <a:lnTo>
                  <a:pt x="46379" y="446865"/>
                </a:lnTo>
                <a:lnTo>
                  <a:pt x="42849" y="445057"/>
                </a:lnTo>
                <a:lnTo>
                  <a:pt x="39415" y="443079"/>
                </a:lnTo>
                <a:lnTo>
                  <a:pt x="36091" y="440944"/>
                </a:lnTo>
                <a:lnTo>
                  <a:pt x="32889" y="438663"/>
                </a:lnTo>
                <a:lnTo>
                  <a:pt x="29795" y="436237"/>
                </a:lnTo>
                <a:lnTo>
                  <a:pt x="26823" y="433666"/>
                </a:lnTo>
                <a:lnTo>
                  <a:pt x="23984" y="430960"/>
                </a:lnTo>
                <a:lnTo>
                  <a:pt x="21266" y="428109"/>
                </a:lnTo>
                <a:lnTo>
                  <a:pt x="18695" y="425149"/>
                </a:lnTo>
                <a:lnTo>
                  <a:pt x="16269" y="422056"/>
                </a:lnTo>
                <a:lnTo>
                  <a:pt x="13988" y="418841"/>
                </a:lnTo>
                <a:lnTo>
                  <a:pt x="11853" y="415517"/>
                </a:lnTo>
                <a:lnTo>
                  <a:pt x="9887" y="412095"/>
                </a:lnTo>
                <a:lnTo>
                  <a:pt x="8080" y="408553"/>
                </a:lnTo>
                <a:lnTo>
                  <a:pt x="6430" y="404926"/>
                </a:lnTo>
                <a:lnTo>
                  <a:pt x="4962" y="401202"/>
                </a:lnTo>
                <a:lnTo>
                  <a:pt x="3676" y="397404"/>
                </a:lnTo>
                <a:lnTo>
                  <a:pt x="2572" y="393510"/>
                </a:lnTo>
                <a:lnTo>
                  <a:pt x="1662" y="389543"/>
                </a:lnTo>
                <a:lnTo>
                  <a:pt x="934" y="385515"/>
                </a:lnTo>
                <a:lnTo>
                  <a:pt x="412" y="381415"/>
                </a:lnTo>
                <a:lnTo>
                  <a:pt x="97" y="377254"/>
                </a:lnTo>
                <a:lnTo>
                  <a:pt x="0" y="373166"/>
                </a:lnTo>
                <a:lnTo>
                  <a:pt x="0" y="81779"/>
                </a:lnTo>
                <a:lnTo>
                  <a:pt x="97" y="77690"/>
                </a:lnTo>
                <a:moveTo>
                  <a:pt x="18198" y="82118"/>
                </a:moveTo>
                <a:lnTo>
                  <a:pt x="18198" y="81888"/>
                </a:lnTo>
                <a:lnTo>
                  <a:pt x="18198" y="373056"/>
                </a:lnTo>
                <a:lnTo>
                  <a:pt x="18198" y="372826"/>
                </a:lnTo>
                <a:lnTo>
                  <a:pt x="18281" y="376562"/>
                </a:lnTo>
                <a:lnTo>
                  <a:pt x="18270" y="376101"/>
                </a:lnTo>
                <a:lnTo>
                  <a:pt x="18549" y="379802"/>
                </a:lnTo>
                <a:lnTo>
                  <a:pt x="18500" y="379340"/>
                </a:lnTo>
                <a:lnTo>
                  <a:pt x="18962" y="382992"/>
                </a:lnTo>
                <a:lnTo>
                  <a:pt x="18889" y="382531"/>
                </a:lnTo>
                <a:lnTo>
                  <a:pt x="19532" y="386122"/>
                </a:lnTo>
                <a:lnTo>
                  <a:pt x="19435" y="385673"/>
                </a:lnTo>
                <a:lnTo>
                  <a:pt x="20259" y="389191"/>
                </a:lnTo>
                <a:lnTo>
                  <a:pt x="20138" y="388754"/>
                </a:lnTo>
                <a:lnTo>
                  <a:pt x="21121" y="392212"/>
                </a:lnTo>
                <a:lnTo>
                  <a:pt x="20987" y="391776"/>
                </a:lnTo>
                <a:lnTo>
                  <a:pt x="22128" y="395160"/>
                </a:lnTo>
                <a:lnTo>
                  <a:pt x="21982" y="394735"/>
                </a:lnTo>
                <a:lnTo>
                  <a:pt x="23281" y="398047"/>
                </a:lnTo>
                <a:lnTo>
                  <a:pt x="23110" y="397635"/>
                </a:lnTo>
                <a:lnTo>
                  <a:pt x="24566" y="400862"/>
                </a:lnTo>
                <a:lnTo>
                  <a:pt x="24372" y="400462"/>
                </a:lnTo>
                <a:lnTo>
                  <a:pt x="25986" y="403604"/>
                </a:lnTo>
                <a:lnTo>
                  <a:pt x="25767" y="403216"/>
                </a:lnTo>
                <a:lnTo>
                  <a:pt x="27526" y="406261"/>
                </a:lnTo>
                <a:lnTo>
                  <a:pt x="27296" y="405884"/>
                </a:lnTo>
                <a:lnTo>
                  <a:pt x="29189" y="408832"/>
                </a:lnTo>
                <a:lnTo>
                  <a:pt x="28946" y="408480"/>
                </a:lnTo>
                <a:lnTo>
                  <a:pt x="30971" y="411332"/>
                </a:lnTo>
                <a:lnTo>
                  <a:pt x="30717" y="410979"/>
                </a:lnTo>
                <a:lnTo>
                  <a:pt x="32876" y="413734"/>
                </a:lnTo>
                <a:lnTo>
                  <a:pt x="32598" y="413394"/>
                </a:lnTo>
                <a:lnTo>
                  <a:pt x="34878" y="416038"/>
                </a:lnTo>
                <a:lnTo>
                  <a:pt x="34588" y="415711"/>
                </a:lnTo>
                <a:lnTo>
                  <a:pt x="37002" y="418246"/>
                </a:lnTo>
                <a:lnTo>
                  <a:pt x="36697" y="417931"/>
                </a:lnTo>
                <a:lnTo>
                  <a:pt x="39221" y="420345"/>
                </a:lnTo>
                <a:lnTo>
                  <a:pt x="38905" y="420054"/>
                </a:lnTo>
                <a:lnTo>
                  <a:pt x="41539" y="422347"/>
                </a:lnTo>
                <a:lnTo>
                  <a:pt x="41211" y="422068"/>
                </a:lnTo>
                <a:lnTo>
                  <a:pt x="43953" y="424227"/>
                </a:lnTo>
                <a:lnTo>
                  <a:pt x="43612" y="423960"/>
                </a:lnTo>
                <a:lnTo>
                  <a:pt x="46463" y="425998"/>
                </a:lnTo>
                <a:lnTo>
                  <a:pt x="46100" y="425743"/>
                </a:lnTo>
                <a:lnTo>
                  <a:pt x="49048" y="427636"/>
                </a:lnTo>
                <a:lnTo>
                  <a:pt x="48671" y="427418"/>
                </a:lnTo>
                <a:lnTo>
                  <a:pt x="51729" y="429165"/>
                </a:lnTo>
                <a:lnTo>
                  <a:pt x="51340" y="428959"/>
                </a:lnTo>
                <a:lnTo>
                  <a:pt x="54470" y="430560"/>
                </a:lnTo>
                <a:lnTo>
                  <a:pt x="54082" y="430366"/>
                </a:lnTo>
                <a:lnTo>
                  <a:pt x="57297" y="431834"/>
                </a:lnTo>
                <a:lnTo>
                  <a:pt x="56884" y="431651"/>
                </a:lnTo>
                <a:lnTo>
                  <a:pt x="60196" y="432962"/>
                </a:lnTo>
                <a:lnTo>
                  <a:pt x="59772" y="432804"/>
                </a:lnTo>
                <a:lnTo>
                  <a:pt x="63157" y="433944"/>
                </a:lnTo>
                <a:lnTo>
                  <a:pt x="62720" y="433811"/>
                </a:lnTo>
                <a:lnTo>
                  <a:pt x="66177" y="434794"/>
                </a:lnTo>
                <a:lnTo>
                  <a:pt x="65741" y="434684"/>
                </a:lnTo>
                <a:lnTo>
                  <a:pt x="69259" y="435498"/>
                </a:lnTo>
                <a:lnTo>
                  <a:pt x="68810" y="435400"/>
                </a:lnTo>
                <a:lnTo>
                  <a:pt x="72400" y="436043"/>
                </a:lnTo>
                <a:lnTo>
                  <a:pt x="71952" y="435971"/>
                </a:lnTo>
                <a:lnTo>
                  <a:pt x="75591" y="436443"/>
                </a:lnTo>
                <a:lnTo>
                  <a:pt x="75131" y="436395"/>
                </a:lnTo>
                <a:lnTo>
                  <a:pt x="78831" y="436674"/>
                </a:lnTo>
                <a:lnTo>
                  <a:pt x="78369" y="436650"/>
                </a:lnTo>
                <a:lnTo>
                  <a:pt x="82118" y="436747"/>
                </a:lnTo>
                <a:lnTo>
                  <a:pt x="81888" y="436747"/>
                </a:lnTo>
                <a:lnTo>
                  <a:pt x="1441127" y="436747"/>
                </a:lnTo>
                <a:lnTo>
                  <a:pt x="1440897" y="436747"/>
                </a:lnTo>
                <a:lnTo>
                  <a:pt x="1444645" y="436650"/>
                </a:lnTo>
                <a:lnTo>
                  <a:pt x="1444184" y="436674"/>
                </a:lnTo>
                <a:lnTo>
                  <a:pt x="1447872" y="436395"/>
                </a:lnTo>
                <a:lnTo>
                  <a:pt x="1447423" y="436443"/>
                </a:lnTo>
                <a:lnTo>
                  <a:pt x="1451063" y="435971"/>
                </a:lnTo>
                <a:lnTo>
                  <a:pt x="1450614" y="436043"/>
                </a:lnTo>
                <a:lnTo>
                  <a:pt x="1454193" y="435400"/>
                </a:lnTo>
                <a:lnTo>
                  <a:pt x="1453744" y="435498"/>
                </a:lnTo>
                <a:lnTo>
                  <a:pt x="1457274" y="434684"/>
                </a:lnTo>
                <a:lnTo>
                  <a:pt x="1456838" y="434794"/>
                </a:lnTo>
                <a:lnTo>
                  <a:pt x="1460283" y="433811"/>
                </a:lnTo>
                <a:lnTo>
                  <a:pt x="1459858" y="433944"/>
                </a:lnTo>
                <a:lnTo>
                  <a:pt x="1463243" y="432804"/>
                </a:lnTo>
                <a:lnTo>
                  <a:pt x="1462818" y="432962"/>
                </a:lnTo>
                <a:lnTo>
                  <a:pt x="1466118" y="431651"/>
                </a:lnTo>
                <a:lnTo>
                  <a:pt x="1465705" y="431834"/>
                </a:lnTo>
                <a:lnTo>
                  <a:pt x="1468933" y="430366"/>
                </a:lnTo>
                <a:lnTo>
                  <a:pt x="1468532" y="430560"/>
                </a:lnTo>
                <a:lnTo>
                  <a:pt x="1471674" y="428959"/>
                </a:lnTo>
                <a:lnTo>
                  <a:pt x="1471286" y="429165"/>
                </a:lnTo>
                <a:lnTo>
                  <a:pt x="1474332" y="427418"/>
                </a:lnTo>
                <a:lnTo>
                  <a:pt x="1473955" y="427636"/>
                </a:lnTo>
                <a:lnTo>
                  <a:pt x="1476915" y="425743"/>
                </a:lnTo>
                <a:lnTo>
                  <a:pt x="1476551" y="425998"/>
                </a:lnTo>
                <a:lnTo>
                  <a:pt x="1479402" y="423960"/>
                </a:lnTo>
                <a:lnTo>
                  <a:pt x="1479050" y="424227"/>
                </a:lnTo>
                <a:lnTo>
                  <a:pt x="1481804" y="422068"/>
                </a:lnTo>
                <a:lnTo>
                  <a:pt x="1481465" y="422347"/>
                </a:lnTo>
                <a:lnTo>
                  <a:pt x="1484109" y="420054"/>
                </a:lnTo>
                <a:lnTo>
                  <a:pt x="1483793" y="420345"/>
                </a:lnTo>
                <a:lnTo>
                  <a:pt x="1486317" y="417931"/>
                </a:lnTo>
                <a:lnTo>
                  <a:pt x="1486014" y="418246"/>
                </a:lnTo>
                <a:lnTo>
                  <a:pt x="1488416" y="415711"/>
                </a:lnTo>
                <a:lnTo>
                  <a:pt x="1488125" y="416038"/>
                </a:lnTo>
                <a:lnTo>
                  <a:pt x="1490417" y="413394"/>
                </a:lnTo>
                <a:lnTo>
                  <a:pt x="1490138" y="413734"/>
                </a:lnTo>
                <a:lnTo>
                  <a:pt x="1492298" y="410979"/>
                </a:lnTo>
                <a:lnTo>
                  <a:pt x="1492044" y="411332"/>
                </a:lnTo>
                <a:lnTo>
                  <a:pt x="1494069" y="408480"/>
                </a:lnTo>
                <a:lnTo>
                  <a:pt x="1493826" y="408832"/>
                </a:lnTo>
                <a:lnTo>
                  <a:pt x="1495719" y="405884"/>
                </a:lnTo>
                <a:lnTo>
                  <a:pt x="1495489" y="406261"/>
                </a:lnTo>
                <a:lnTo>
                  <a:pt x="1497236" y="403216"/>
                </a:lnTo>
                <a:lnTo>
                  <a:pt x="1497029" y="403604"/>
                </a:lnTo>
                <a:lnTo>
                  <a:pt x="1498642" y="400462"/>
                </a:lnTo>
                <a:lnTo>
                  <a:pt x="1498449" y="400862"/>
                </a:lnTo>
                <a:lnTo>
                  <a:pt x="1499904" y="397635"/>
                </a:lnTo>
                <a:lnTo>
                  <a:pt x="1499734" y="398047"/>
                </a:lnTo>
                <a:lnTo>
                  <a:pt x="1501033" y="394735"/>
                </a:lnTo>
                <a:lnTo>
                  <a:pt x="1500875" y="395160"/>
                </a:lnTo>
                <a:lnTo>
                  <a:pt x="1502028" y="391776"/>
                </a:lnTo>
                <a:lnTo>
                  <a:pt x="1501893" y="392212"/>
                </a:lnTo>
                <a:lnTo>
                  <a:pt x="1502865" y="388754"/>
                </a:lnTo>
                <a:lnTo>
                  <a:pt x="1502756" y="389191"/>
                </a:lnTo>
                <a:lnTo>
                  <a:pt x="1503568" y="385673"/>
                </a:lnTo>
                <a:lnTo>
                  <a:pt x="1503483" y="386122"/>
                </a:lnTo>
                <a:lnTo>
                  <a:pt x="1504114" y="382531"/>
                </a:lnTo>
                <a:lnTo>
                  <a:pt x="1504053" y="382992"/>
                </a:lnTo>
                <a:lnTo>
                  <a:pt x="1504514" y="379340"/>
                </a:lnTo>
                <a:lnTo>
                  <a:pt x="1504466" y="379802"/>
                </a:lnTo>
                <a:lnTo>
                  <a:pt x="1504745" y="376101"/>
                </a:lnTo>
                <a:lnTo>
                  <a:pt x="1504720" y="376562"/>
                </a:lnTo>
                <a:lnTo>
                  <a:pt x="1504818" y="372826"/>
                </a:lnTo>
                <a:lnTo>
                  <a:pt x="1504818" y="373056"/>
                </a:lnTo>
                <a:lnTo>
                  <a:pt x="1504818" y="81888"/>
                </a:lnTo>
                <a:lnTo>
                  <a:pt x="1504818" y="82118"/>
                </a:lnTo>
                <a:lnTo>
                  <a:pt x="1504720" y="78382"/>
                </a:lnTo>
                <a:lnTo>
                  <a:pt x="1504745" y="78843"/>
                </a:lnTo>
                <a:lnTo>
                  <a:pt x="1504466" y="75143"/>
                </a:lnTo>
                <a:lnTo>
                  <a:pt x="1504514" y="75604"/>
                </a:lnTo>
                <a:lnTo>
                  <a:pt x="1504053" y="71952"/>
                </a:lnTo>
                <a:lnTo>
                  <a:pt x="1504114" y="72413"/>
                </a:lnTo>
                <a:lnTo>
                  <a:pt x="1503483" y="68822"/>
                </a:lnTo>
                <a:lnTo>
                  <a:pt x="1503568" y="69271"/>
                </a:lnTo>
                <a:lnTo>
                  <a:pt x="1502756" y="65753"/>
                </a:lnTo>
                <a:lnTo>
                  <a:pt x="1502865" y="66190"/>
                </a:lnTo>
                <a:lnTo>
                  <a:pt x="1501893" y="62732"/>
                </a:lnTo>
                <a:lnTo>
                  <a:pt x="1502028" y="63169"/>
                </a:lnTo>
                <a:lnTo>
                  <a:pt x="1500875" y="59784"/>
                </a:lnTo>
                <a:lnTo>
                  <a:pt x="1501033" y="60209"/>
                </a:lnTo>
                <a:lnTo>
                  <a:pt x="1499734" y="56897"/>
                </a:lnTo>
                <a:lnTo>
                  <a:pt x="1499904" y="57310"/>
                </a:lnTo>
                <a:lnTo>
                  <a:pt x="1498449" y="54083"/>
                </a:lnTo>
                <a:lnTo>
                  <a:pt x="1498642" y="54483"/>
                </a:lnTo>
                <a:lnTo>
                  <a:pt x="1497029" y="51341"/>
                </a:lnTo>
                <a:lnTo>
                  <a:pt x="1497236" y="51729"/>
                </a:lnTo>
                <a:lnTo>
                  <a:pt x="1495489" y="48684"/>
                </a:lnTo>
                <a:lnTo>
                  <a:pt x="1495719" y="49060"/>
                </a:lnTo>
                <a:lnTo>
                  <a:pt x="1493826" y="46112"/>
                </a:lnTo>
                <a:lnTo>
                  <a:pt x="1494069" y="46464"/>
                </a:lnTo>
                <a:lnTo>
                  <a:pt x="1492044" y="43613"/>
                </a:lnTo>
                <a:lnTo>
                  <a:pt x="1492298" y="43965"/>
                </a:lnTo>
                <a:lnTo>
                  <a:pt x="1490138" y="41211"/>
                </a:lnTo>
                <a:lnTo>
                  <a:pt x="1490417" y="41551"/>
                </a:lnTo>
                <a:lnTo>
                  <a:pt x="1488125" y="38906"/>
                </a:lnTo>
                <a:lnTo>
                  <a:pt x="1488416" y="39234"/>
                </a:lnTo>
                <a:lnTo>
                  <a:pt x="1486014" y="36698"/>
                </a:lnTo>
                <a:lnTo>
                  <a:pt x="1486317" y="37013"/>
                </a:lnTo>
                <a:lnTo>
                  <a:pt x="1483793" y="34599"/>
                </a:lnTo>
                <a:lnTo>
                  <a:pt x="1484109" y="34890"/>
                </a:lnTo>
                <a:lnTo>
                  <a:pt x="1481465" y="32598"/>
                </a:lnTo>
                <a:lnTo>
                  <a:pt x="1481804" y="32876"/>
                </a:lnTo>
                <a:lnTo>
                  <a:pt x="1479050" y="30717"/>
                </a:lnTo>
                <a:lnTo>
                  <a:pt x="1479402" y="30984"/>
                </a:lnTo>
                <a:lnTo>
                  <a:pt x="1476551" y="28946"/>
                </a:lnTo>
                <a:lnTo>
                  <a:pt x="1476915" y="29201"/>
                </a:lnTo>
                <a:lnTo>
                  <a:pt x="1473955" y="27296"/>
                </a:lnTo>
                <a:lnTo>
                  <a:pt x="1474332" y="27526"/>
                </a:lnTo>
                <a:lnTo>
                  <a:pt x="1471286" y="25780"/>
                </a:lnTo>
                <a:lnTo>
                  <a:pt x="1471674" y="25986"/>
                </a:lnTo>
                <a:lnTo>
                  <a:pt x="1468532" y="24385"/>
                </a:lnTo>
                <a:lnTo>
                  <a:pt x="1468933" y="24579"/>
                </a:lnTo>
                <a:lnTo>
                  <a:pt x="1465705" y="23111"/>
                </a:lnTo>
                <a:lnTo>
                  <a:pt x="1466118" y="23293"/>
                </a:lnTo>
                <a:lnTo>
                  <a:pt x="1462818" y="21983"/>
                </a:lnTo>
                <a:lnTo>
                  <a:pt x="1463243" y="22140"/>
                </a:lnTo>
                <a:lnTo>
                  <a:pt x="1459858" y="21000"/>
                </a:lnTo>
                <a:lnTo>
                  <a:pt x="1460283" y="21133"/>
                </a:lnTo>
                <a:lnTo>
                  <a:pt x="1456838" y="20151"/>
                </a:lnTo>
                <a:lnTo>
                  <a:pt x="1457274" y="20260"/>
                </a:lnTo>
                <a:lnTo>
                  <a:pt x="1453744" y="19447"/>
                </a:lnTo>
                <a:lnTo>
                  <a:pt x="1454193" y="19544"/>
                </a:lnTo>
                <a:lnTo>
                  <a:pt x="1450614" y="18901"/>
                </a:lnTo>
                <a:lnTo>
                  <a:pt x="1451063" y="18974"/>
                </a:lnTo>
                <a:lnTo>
                  <a:pt x="1447423" y="18501"/>
                </a:lnTo>
                <a:lnTo>
                  <a:pt x="1447872" y="18549"/>
                </a:lnTo>
                <a:lnTo>
                  <a:pt x="1444184" y="18271"/>
                </a:lnTo>
                <a:lnTo>
                  <a:pt x="1444645" y="18295"/>
                </a:lnTo>
                <a:lnTo>
                  <a:pt x="1440897" y="18197"/>
                </a:lnTo>
                <a:lnTo>
                  <a:pt x="1441127" y="18197"/>
                </a:lnTo>
                <a:lnTo>
                  <a:pt x="81888" y="18197"/>
                </a:lnTo>
                <a:lnTo>
                  <a:pt x="82118" y="18197"/>
                </a:lnTo>
                <a:lnTo>
                  <a:pt x="78369" y="18295"/>
                </a:lnTo>
                <a:lnTo>
                  <a:pt x="78831" y="18271"/>
                </a:lnTo>
                <a:lnTo>
                  <a:pt x="75131" y="18549"/>
                </a:lnTo>
                <a:lnTo>
                  <a:pt x="75591" y="18501"/>
                </a:lnTo>
                <a:lnTo>
                  <a:pt x="71952" y="18974"/>
                </a:lnTo>
                <a:lnTo>
                  <a:pt x="72400" y="18901"/>
                </a:lnTo>
                <a:lnTo>
                  <a:pt x="68810" y="19544"/>
                </a:lnTo>
                <a:lnTo>
                  <a:pt x="69259" y="19447"/>
                </a:lnTo>
                <a:lnTo>
                  <a:pt x="65741" y="20260"/>
                </a:lnTo>
                <a:lnTo>
                  <a:pt x="66177" y="20151"/>
                </a:lnTo>
                <a:lnTo>
                  <a:pt x="62720" y="21133"/>
                </a:lnTo>
                <a:lnTo>
                  <a:pt x="63157" y="21000"/>
                </a:lnTo>
                <a:lnTo>
                  <a:pt x="59772" y="22140"/>
                </a:lnTo>
                <a:lnTo>
                  <a:pt x="60196" y="21983"/>
                </a:lnTo>
                <a:lnTo>
                  <a:pt x="56884" y="23293"/>
                </a:lnTo>
                <a:lnTo>
                  <a:pt x="57297" y="23111"/>
                </a:lnTo>
                <a:lnTo>
                  <a:pt x="54082" y="24579"/>
                </a:lnTo>
                <a:lnTo>
                  <a:pt x="54470" y="24385"/>
                </a:lnTo>
                <a:lnTo>
                  <a:pt x="51340" y="25986"/>
                </a:lnTo>
                <a:lnTo>
                  <a:pt x="51729" y="25780"/>
                </a:lnTo>
                <a:lnTo>
                  <a:pt x="48671" y="27526"/>
                </a:lnTo>
                <a:lnTo>
                  <a:pt x="49048" y="27296"/>
                </a:lnTo>
                <a:lnTo>
                  <a:pt x="46100" y="29201"/>
                </a:lnTo>
                <a:lnTo>
                  <a:pt x="46463" y="28946"/>
                </a:lnTo>
                <a:lnTo>
                  <a:pt x="43612" y="30984"/>
                </a:lnTo>
                <a:lnTo>
                  <a:pt x="43953" y="30717"/>
                </a:lnTo>
                <a:lnTo>
                  <a:pt x="41211" y="32876"/>
                </a:lnTo>
                <a:lnTo>
                  <a:pt x="41539" y="32598"/>
                </a:lnTo>
                <a:lnTo>
                  <a:pt x="38905" y="34890"/>
                </a:lnTo>
                <a:lnTo>
                  <a:pt x="39221" y="34599"/>
                </a:lnTo>
                <a:lnTo>
                  <a:pt x="36697" y="37013"/>
                </a:lnTo>
                <a:lnTo>
                  <a:pt x="37002" y="36698"/>
                </a:lnTo>
                <a:lnTo>
                  <a:pt x="34588" y="39234"/>
                </a:lnTo>
                <a:lnTo>
                  <a:pt x="34878" y="38906"/>
                </a:lnTo>
                <a:lnTo>
                  <a:pt x="32598" y="41551"/>
                </a:lnTo>
                <a:lnTo>
                  <a:pt x="32876" y="41211"/>
                </a:lnTo>
                <a:lnTo>
                  <a:pt x="30717" y="43965"/>
                </a:lnTo>
                <a:lnTo>
                  <a:pt x="30971" y="43613"/>
                </a:lnTo>
                <a:lnTo>
                  <a:pt x="28946" y="46464"/>
                </a:lnTo>
                <a:lnTo>
                  <a:pt x="29189" y="46112"/>
                </a:lnTo>
                <a:lnTo>
                  <a:pt x="27296" y="49060"/>
                </a:lnTo>
                <a:lnTo>
                  <a:pt x="27526" y="48684"/>
                </a:lnTo>
                <a:lnTo>
                  <a:pt x="25767" y="51729"/>
                </a:lnTo>
                <a:lnTo>
                  <a:pt x="25986" y="51341"/>
                </a:lnTo>
                <a:lnTo>
                  <a:pt x="24372" y="54483"/>
                </a:lnTo>
                <a:lnTo>
                  <a:pt x="24566" y="54083"/>
                </a:lnTo>
                <a:lnTo>
                  <a:pt x="23110" y="57310"/>
                </a:lnTo>
                <a:lnTo>
                  <a:pt x="23281" y="56897"/>
                </a:lnTo>
                <a:lnTo>
                  <a:pt x="21982" y="60209"/>
                </a:lnTo>
                <a:lnTo>
                  <a:pt x="22128" y="59784"/>
                </a:lnTo>
                <a:lnTo>
                  <a:pt x="20987" y="63169"/>
                </a:lnTo>
                <a:lnTo>
                  <a:pt x="21121" y="62732"/>
                </a:lnTo>
                <a:lnTo>
                  <a:pt x="20138" y="66190"/>
                </a:lnTo>
                <a:lnTo>
                  <a:pt x="20259" y="65753"/>
                </a:lnTo>
                <a:lnTo>
                  <a:pt x="19435" y="69271"/>
                </a:lnTo>
                <a:lnTo>
                  <a:pt x="19532" y="68822"/>
                </a:lnTo>
                <a:lnTo>
                  <a:pt x="18889" y="72413"/>
                </a:lnTo>
                <a:lnTo>
                  <a:pt x="18962" y="71952"/>
                </a:lnTo>
                <a:lnTo>
                  <a:pt x="18500" y="75604"/>
                </a:lnTo>
                <a:lnTo>
                  <a:pt x="18549" y="75143"/>
                </a:lnTo>
                <a:lnTo>
                  <a:pt x="18270" y="78843"/>
                </a:lnTo>
                <a:lnTo>
                  <a:pt x="18281" y="78382"/>
                </a:lnTo>
                <a:lnTo>
                  <a:pt x="18198" y="82118"/>
                </a:lnTo>
              </a:path>
            </a:pathLst>
          </a:custGeom>
          <a:solidFill xmlns:a="http://schemas.openxmlformats.org/drawingml/2006/main">
            <a:srgbClr val="747474"/>
          </a:solidFill>
          <a:ln xmlns:a="http://schemas.openxmlformats.org/drawingml/2006/main" w="0">
            <a:noFill/>
            <a:prstDash val="solid"/>
          </a:ln>
        </p:spPr>
      </p:sp>
      <p:sp>
        <p:nvSpPr>
          <p:cNvPr id="10" name="pdf-text-18-0">
            <a:extLst xmlns:a="http://schemas.openxmlformats.org/drawingml/2006/main">
              <a:ext uri="{FF2B5EF4-FFF2-40B4-BE49-F238E27FC236}">
                <a16:creationId xmlns:a16="http://schemas.microsoft.com/office/drawing/2014/main" id="{5250F631-2A96-4D8B-85F4-638CC62E5055}"/>
              </a:ext>
            </a:extLst>
          </p:cNvPr>
          <p:cNvSpPr>
            <a:spLocks xmlns:a="http://schemas.openxmlformats.org/drawingml/2006/main" noGrp="1"/>
          </p:cNvSpPr>
          <p:nvPr/>
        </p:nvSpPr>
        <p:spPr>
          <a:xfrm xmlns:a="http://schemas.openxmlformats.org/drawingml/2006/main" rot="0">
            <a:off x="1771343" y="417402"/>
            <a:ext cx="1268655" cy="1704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7" b="0" i="0">
                <a:solidFill>
                  <a:srgbClr val="000000"/>
                </a:solidFill>
                <a:latin typeface="Times New Roman"/>
                <a:ea typeface="Times New Roman"/>
                <a:cs typeface="Times New Roman"/>
              </a:defRPr>
            </a:defPPr>
          </a:lstStyle>
          <a:p xmlns:a="http://schemas.openxmlformats.org/drawingml/2006/main">
            <a:pPr algn="l">
              <a:defRPr sz="1337" b="0" i="0">
                <a:solidFill>
                  <a:srgbClr val="000000"/>
                </a:solidFill>
                <a:latin typeface="Times New Roman"/>
                <a:ea typeface="Times New Roman"/>
                <a:cs typeface="Times New Roman"/>
              </a:defRPr>
            </a:pPr>
            <a:r>
              <a:rPr sz="1337" b="0" i="0">
                <a:solidFill>
                  <a:srgbClr val="000000"/>
                </a:solidFill>
                <a:latin typeface="Times New Roman"/>
                <a:ea typeface="Times New Roman"/>
                <a:cs typeface="Times New Roman"/>
              </a:rPr>
              <a:t>Task Specification</a:t>
            </a:r>
          </a:p>
        </p:txBody>
      </p:sp>
      <p:sp>
        <p:nvSpPr>
          <p:cNvPr id="11" name="pdf-path-14">
            <a:extLst xmlns:a="http://schemas.openxmlformats.org/drawingml/2006/main">
              <a:ext uri="{FF2B5EF4-FFF2-40B4-BE49-F238E27FC236}">
                <a16:creationId xmlns:a16="http://schemas.microsoft.com/office/drawing/2014/main" id="{1E085C60-9AA1-4531-83E5-43313CC65647}"/>
              </a:ext>
            </a:extLst>
          </p:cNvPr>
          <p:cNvSpPr>
            <a:spLocks xmlns:a="http://schemas.openxmlformats.org/drawingml/2006/main" noGrp="1"/>
          </p:cNvSpPr>
          <p:nvPr/>
        </p:nvSpPr>
        <p:spPr>
          <a:xfrm xmlns:a="http://schemas.openxmlformats.org/drawingml/2006/main" rot="0">
            <a:off x="7582303" y="1452576"/>
            <a:ext cx="915019" cy="437026"/>
          </a:xfrm>
          <a:custGeom xmlns:a="http://schemas.openxmlformats.org/drawingml/2006/main">
            <a:pathLst>
              <a:path w="915019" h="437026">
                <a:moveTo>
                  <a:pt x="558" y="73080"/>
                </a:moveTo>
                <a:cubicBezTo>
                  <a:pt x="0" y="32586"/>
                  <a:pt x="32586" y="0"/>
                  <a:pt x="73347" y="291"/>
                </a:cubicBezTo>
                <a:lnTo>
                  <a:pt x="842000" y="291"/>
                </a:lnTo>
                <a:cubicBezTo>
                  <a:pt x="882422" y="0"/>
                  <a:pt x="915019" y="32586"/>
                  <a:pt x="914789" y="73080"/>
                </a:cubicBezTo>
                <a:lnTo>
                  <a:pt x="914789" y="364237"/>
                </a:lnTo>
                <a:cubicBezTo>
                  <a:pt x="915019" y="404149"/>
                  <a:pt x="882422" y="436735"/>
                  <a:pt x="842000" y="437026"/>
                </a:cubicBezTo>
                <a:lnTo>
                  <a:pt x="73347" y="437026"/>
                </a:lnTo>
                <a:cubicBezTo>
                  <a:pt x="32586" y="436735"/>
                  <a:pt x="0" y="404149"/>
                  <a:pt x="558" y="364237"/>
                </a:cubicBezTo>
                <a:lnTo>
                  <a:pt x="558" y="73080"/>
                </a:lnTo>
              </a:path>
            </a:pathLst>
          </a:custGeom>
          <a:solidFill xmlns:a="http://schemas.openxmlformats.org/drawingml/2006/main">
            <a:srgbClr val="CAEEFB">
              <a:alpha val="36000"/>
            </a:srgbClr>
          </a:solidFill>
          <a:ln xmlns:a="http://schemas.openxmlformats.org/drawingml/2006/main" w="0">
            <a:noFill/>
            <a:prstDash val="solid"/>
          </a:ln>
        </p:spPr>
      </p:sp>
      <p:sp>
        <p:nvSpPr>
          <p:cNvPr id="12" name="pdf-path-15">
            <a:extLst xmlns:a="http://schemas.openxmlformats.org/drawingml/2006/main">
              <a:ext uri="{FF2B5EF4-FFF2-40B4-BE49-F238E27FC236}">
                <a16:creationId xmlns:a16="http://schemas.microsoft.com/office/drawing/2014/main" id="{90CEA3D6-FCA0-4BC7-B6B1-D6893AA8954E}"/>
              </a:ext>
            </a:extLst>
          </p:cNvPr>
          <p:cNvSpPr>
            <a:spLocks xmlns:a="http://schemas.openxmlformats.org/drawingml/2006/main" noGrp="1"/>
          </p:cNvSpPr>
          <p:nvPr/>
        </p:nvSpPr>
        <p:spPr>
          <a:xfrm xmlns:a="http://schemas.openxmlformats.org/drawingml/2006/main" rot="0">
            <a:off x="7573204" y="1443477"/>
            <a:ext cx="933217" cy="454933"/>
          </a:xfrm>
          <a:custGeom xmlns:a="http://schemas.openxmlformats.org/drawingml/2006/main">
            <a:pathLst>
              <a:path w="933217" h="454933">
                <a:moveTo>
                  <a:pt x="110" y="77678"/>
                </a:moveTo>
                <a:lnTo>
                  <a:pt x="425" y="73530"/>
                </a:lnTo>
                <a:lnTo>
                  <a:pt x="946" y="69428"/>
                </a:lnTo>
                <a:lnTo>
                  <a:pt x="1661" y="65401"/>
                </a:lnTo>
                <a:lnTo>
                  <a:pt x="2573" y="61434"/>
                </a:lnTo>
                <a:lnTo>
                  <a:pt x="3676" y="57540"/>
                </a:lnTo>
                <a:lnTo>
                  <a:pt x="4974" y="53731"/>
                </a:lnTo>
                <a:lnTo>
                  <a:pt x="6442" y="50006"/>
                </a:lnTo>
                <a:lnTo>
                  <a:pt x="8079" y="46379"/>
                </a:lnTo>
                <a:lnTo>
                  <a:pt x="9888" y="42849"/>
                </a:lnTo>
                <a:lnTo>
                  <a:pt x="11865" y="39415"/>
                </a:lnTo>
                <a:lnTo>
                  <a:pt x="13988" y="36103"/>
                </a:lnTo>
                <a:lnTo>
                  <a:pt x="16269" y="32889"/>
                </a:lnTo>
                <a:lnTo>
                  <a:pt x="18695" y="29796"/>
                </a:lnTo>
                <a:lnTo>
                  <a:pt x="21279" y="26823"/>
                </a:lnTo>
                <a:lnTo>
                  <a:pt x="23985" y="23985"/>
                </a:lnTo>
                <a:lnTo>
                  <a:pt x="26824" y="21280"/>
                </a:lnTo>
                <a:lnTo>
                  <a:pt x="29796" y="18707"/>
                </a:lnTo>
                <a:lnTo>
                  <a:pt x="32889" y="16269"/>
                </a:lnTo>
                <a:lnTo>
                  <a:pt x="36091" y="13988"/>
                </a:lnTo>
                <a:lnTo>
                  <a:pt x="39415" y="11865"/>
                </a:lnTo>
                <a:lnTo>
                  <a:pt x="42849" y="9887"/>
                </a:lnTo>
                <a:lnTo>
                  <a:pt x="46379" y="8080"/>
                </a:lnTo>
                <a:lnTo>
                  <a:pt x="50005" y="6443"/>
                </a:lnTo>
                <a:lnTo>
                  <a:pt x="53730" y="4974"/>
                </a:lnTo>
                <a:lnTo>
                  <a:pt x="57541" y="3689"/>
                </a:lnTo>
                <a:lnTo>
                  <a:pt x="61433" y="2573"/>
                </a:lnTo>
                <a:lnTo>
                  <a:pt x="65389" y="1662"/>
                </a:lnTo>
                <a:lnTo>
                  <a:pt x="69429" y="947"/>
                </a:lnTo>
                <a:lnTo>
                  <a:pt x="73530" y="426"/>
                </a:lnTo>
                <a:lnTo>
                  <a:pt x="77678" y="110"/>
                </a:lnTo>
                <a:lnTo>
                  <a:pt x="81766" y="0"/>
                </a:lnTo>
                <a:lnTo>
                  <a:pt x="851438" y="0"/>
                </a:lnTo>
                <a:lnTo>
                  <a:pt x="855527" y="110"/>
                </a:lnTo>
                <a:lnTo>
                  <a:pt x="859688" y="426"/>
                </a:lnTo>
                <a:lnTo>
                  <a:pt x="863789" y="947"/>
                </a:lnTo>
                <a:lnTo>
                  <a:pt x="867817" y="1662"/>
                </a:lnTo>
                <a:lnTo>
                  <a:pt x="871783" y="2573"/>
                </a:lnTo>
                <a:lnTo>
                  <a:pt x="875677" y="3689"/>
                </a:lnTo>
                <a:lnTo>
                  <a:pt x="879474" y="4974"/>
                </a:lnTo>
                <a:lnTo>
                  <a:pt x="883198" y="6443"/>
                </a:lnTo>
                <a:lnTo>
                  <a:pt x="886838" y="8080"/>
                </a:lnTo>
                <a:lnTo>
                  <a:pt x="890368" y="9887"/>
                </a:lnTo>
                <a:lnTo>
                  <a:pt x="893790" y="11865"/>
                </a:lnTo>
                <a:lnTo>
                  <a:pt x="897113" y="13988"/>
                </a:lnTo>
                <a:lnTo>
                  <a:pt x="900329" y="16269"/>
                </a:lnTo>
                <a:lnTo>
                  <a:pt x="903421" y="18707"/>
                </a:lnTo>
                <a:lnTo>
                  <a:pt x="906382" y="21280"/>
                </a:lnTo>
                <a:lnTo>
                  <a:pt x="909232" y="23985"/>
                </a:lnTo>
                <a:lnTo>
                  <a:pt x="911939" y="26823"/>
                </a:lnTo>
                <a:lnTo>
                  <a:pt x="914512" y="29796"/>
                </a:lnTo>
                <a:lnTo>
                  <a:pt x="916936" y="32889"/>
                </a:lnTo>
                <a:lnTo>
                  <a:pt x="919229" y="36103"/>
                </a:lnTo>
                <a:lnTo>
                  <a:pt x="921352" y="39415"/>
                </a:lnTo>
                <a:lnTo>
                  <a:pt x="923330" y="42849"/>
                </a:lnTo>
                <a:lnTo>
                  <a:pt x="925138" y="46379"/>
                </a:lnTo>
                <a:lnTo>
                  <a:pt x="926776" y="50006"/>
                </a:lnTo>
                <a:lnTo>
                  <a:pt x="928243" y="53731"/>
                </a:lnTo>
                <a:lnTo>
                  <a:pt x="929528" y="57540"/>
                </a:lnTo>
                <a:lnTo>
                  <a:pt x="930634" y="61434"/>
                </a:lnTo>
                <a:lnTo>
                  <a:pt x="931555" y="65401"/>
                </a:lnTo>
                <a:lnTo>
                  <a:pt x="932272" y="69428"/>
                </a:lnTo>
                <a:lnTo>
                  <a:pt x="932793" y="73530"/>
                </a:lnTo>
                <a:lnTo>
                  <a:pt x="933109" y="77678"/>
                </a:lnTo>
                <a:lnTo>
                  <a:pt x="933217" y="81778"/>
                </a:lnTo>
                <a:lnTo>
                  <a:pt x="933217" y="373166"/>
                </a:lnTo>
                <a:lnTo>
                  <a:pt x="933109" y="377254"/>
                </a:lnTo>
                <a:lnTo>
                  <a:pt x="932793" y="381403"/>
                </a:lnTo>
                <a:lnTo>
                  <a:pt x="932272" y="385504"/>
                </a:lnTo>
                <a:lnTo>
                  <a:pt x="931555" y="389544"/>
                </a:lnTo>
                <a:lnTo>
                  <a:pt x="930634" y="393510"/>
                </a:lnTo>
                <a:lnTo>
                  <a:pt x="929528" y="397392"/>
                </a:lnTo>
                <a:lnTo>
                  <a:pt x="928243" y="401201"/>
                </a:lnTo>
                <a:lnTo>
                  <a:pt x="926776" y="404926"/>
                </a:lnTo>
                <a:lnTo>
                  <a:pt x="925138" y="408553"/>
                </a:lnTo>
                <a:lnTo>
                  <a:pt x="923330" y="412083"/>
                </a:lnTo>
                <a:lnTo>
                  <a:pt x="921352" y="415516"/>
                </a:lnTo>
                <a:lnTo>
                  <a:pt x="919229" y="418841"/>
                </a:lnTo>
                <a:lnTo>
                  <a:pt x="916936" y="422044"/>
                </a:lnTo>
                <a:lnTo>
                  <a:pt x="914512" y="425137"/>
                </a:lnTo>
                <a:lnTo>
                  <a:pt x="911939" y="428109"/>
                </a:lnTo>
                <a:lnTo>
                  <a:pt x="909232" y="430948"/>
                </a:lnTo>
                <a:lnTo>
                  <a:pt x="906382" y="433665"/>
                </a:lnTo>
                <a:lnTo>
                  <a:pt x="903421" y="436238"/>
                </a:lnTo>
                <a:lnTo>
                  <a:pt x="900329" y="438664"/>
                </a:lnTo>
                <a:lnTo>
                  <a:pt x="897113" y="440944"/>
                </a:lnTo>
                <a:lnTo>
                  <a:pt x="893790" y="443080"/>
                </a:lnTo>
                <a:lnTo>
                  <a:pt x="890368" y="445046"/>
                </a:lnTo>
                <a:lnTo>
                  <a:pt x="886838" y="446852"/>
                </a:lnTo>
                <a:lnTo>
                  <a:pt x="883198" y="448502"/>
                </a:lnTo>
                <a:lnTo>
                  <a:pt x="879474" y="449971"/>
                </a:lnTo>
                <a:lnTo>
                  <a:pt x="875677" y="451256"/>
                </a:lnTo>
                <a:lnTo>
                  <a:pt x="871783" y="452360"/>
                </a:lnTo>
                <a:lnTo>
                  <a:pt x="867817" y="453271"/>
                </a:lnTo>
                <a:lnTo>
                  <a:pt x="863789" y="453998"/>
                </a:lnTo>
                <a:lnTo>
                  <a:pt x="859688" y="454519"/>
                </a:lnTo>
                <a:lnTo>
                  <a:pt x="855527" y="454835"/>
                </a:lnTo>
                <a:lnTo>
                  <a:pt x="851438" y="454933"/>
                </a:lnTo>
                <a:lnTo>
                  <a:pt x="81766" y="454933"/>
                </a:lnTo>
                <a:lnTo>
                  <a:pt x="77678" y="454835"/>
                </a:lnTo>
                <a:lnTo>
                  <a:pt x="73530" y="454519"/>
                </a:lnTo>
                <a:lnTo>
                  <a:pt x="69429" y="453998"/>
                </a:lnTo>
                <a:lnTo>
                  <a:pt x="65389" y="453271"/>
                </a:lnTo>
                <a:lnTo>
                  <a:pt x="61433" y="452360"/>
                </a:lnTo>
                <a:lnTo>
                  <a:pt x="57541" y="451256"/>
                </a:lnTo>
                <a:lnTo>
                  <a:pt x="53730" y="449971"/>
                </a:lnTo>
                <a:lnTo>
                  <a:pt x="50005" y="448502"/>
                </a:lnTo>
                <a:lnTo>
                  <a:pt x="46379" y="446852"/>
                </a:lnTo>
                <a:lnTo>
                  <a:pt x="42849" y="445046"/>
                </a:lnTo>
                <a:lnTo>
                  <a:pt x="39415" y="443080"/>
                </a:lnTo>
                <a:lnTo>
                  <a:pt x="36091" y="440944"/>
                </a:lnTo>
                <a:lnTo>
                  <a:pt x="32889" y="438664"/>
                </a:lnTo>
                <a:lnTo>
                  <a:pt x="29796" y="436238"/>
                </a:lnTo>
                <a:lnTo>
                  <a:pt x="26824" y="433665"/>
                </a:lnTo>
                <a:lnTo>
                  <a:pt x="23985" y="430948"/>
                </a:lnTo>
                <a:lnTo>
                  <a:pt x="21279" y="428109"/>
                </a:lnTo>
                <a:lnTo>
                  <a:pt x="18695" y="425137"/>
                </a:lnTo>
                <a:lnTo>
                  <a:pt x="16269" y="422044"/>
                </a:lnTo>
                <a:lnTo>
                  <a:pt x="13988" y="418841"/>
                </a:lnTo>
                <a:lnTo>
                  <a:pt x="11865" y="415516"/>
                </a:lnTo>
                <a:lnTo>
                  <a:pt x="9888" y="412083"/>
                </a:lnTo>
                <a:lnTo>
                  <a:pt x="8079" y="408553"/>
                </a:lnTo>
                <a:lnTo>
                  <a:pt x="6442" y="404926"/>
                </a:lnTo>
                <a:lnTo>
                  <a:pt x="4974" y="401201"/>
                </a:lnTo>
                <a:lnTo>
                  <a:pt x="3676" y="397392"/>
                </a:lnTo>
                <a:lnTo>
                  <a:pt x="2573" y="393510"/>
                </a:lnTo>
                <a:lnTo>
                  <a:pt x="1661" y="389544"/>
                </a:lnTo>
                <a:lnTo>
                  <a:pt x="946" y="385504"/>
                </a:lnTo>
                <a:lnTo>
                  <a:pt x="425" y="381403"/>
                </a:lnTo>
                <a:lnTo>
                  <a:pt x="110" y="377254"/>
                </a:lnTo>
                <a:lnTo>
                  <a:pt x="0" y="373166"/>
                </a:lnTo>
                <a:lnTo>
                  <a:pt x="0" y="81778"/>
                </a:lnTo>
                <a:lnTo>
                  <a:pt x="110" y="77678"/>
                </a:lnTo>
                <a:moveTo>
                  <a:pt x="18198" y="82118"/>
                </a:moveTo>
                <a:lnTo>
                  <a:pt x="18198" y="81888"/>
                </a:lnTo>
                <a:lnTo>
                  <a:pt x="18198" y="373045"/>
                </a:lnTo>
                <a:lnTo>
                  <a:pt x="18198" y="372814"/>
                </a:lnTo>
                <a:lnTo>
                  <a:pt x="18295" y="376562"/>
                </a:lnTo>
                <a:lnTo>
                  <a:pt x="18270" y="376101"/>
                </a:lnTo>
                <a:lnTo>
                  <a:pt x="18550" y="379801"/>
                </a:lnTo>
                <a:lnTo>
                  <a:pt x="18501" y="379341"/>
                </a:lnTo>
                <a:lnTo>
                  <a:pt x="18962" y="382981"/>
                </a:lnTo>
                <a:lnTo>
                  <a:pt x="18889" y="382531"/>
                </a:lnTo>
                <a:lnTo>
                  <a:pt x="19532" y="386122"/>
                </a:lnTo>
                <a:lnTo>
                  <a:pt x="19447" y="385674"/>
                </a:lnTo>
                <a:lnTo>
                  <a:pt x="20260" y="389191"/>
                </a:lnTo>
                <a:lnTo>
                  <a:pt x="20139" y="388754"/>
                </a:lnTo>
                <a:lnTo>
                  <a:pt x="21121" y="392212"/>
                </a:lnTo>
                <a:lnTo>
                  <a:pt x="20987" y="391776"/>
                </a:lnTo>
                <a:lnTo>
                  <a:pt x="22128" y="395160"/>
                </a:lnTo>
                <a:lnTo>
                  <a:pt x="21982" y="394736"/>
                </a:lnTo>
                <a:lnTo>
                  <a:pt x="23280" y="398048"/>
                </a:lnTo>
                <a:lnTo>
                  <a:pt x="23111" y="397634"/>
                </a:lnTo>
                <a:lnTo>
                  <a:pt x="24566" y="400862"/>
                </a:lnTo>
                <a:lnTo>
                  <a:pt x="24373" y="400462"/>
                </a:lnTo>
                <a:lnTo>
                  <a:pt x="25985" y="403592"/>
                </a:lnTo>
                <a:lnTo>
                  <a:pt x="25768" y="403203"/>
                </a:lnTo>
                <a:lnTo>
                  <a:pt x="27527" y="406261"/>
                </a:lnTo>
                <a:lnTo>
                  <a:pt x="27296" y="405884"/>
                </a:lnTo>
                <a:lnTo>
                  <a:pt x="29189" y="408832"/>
                </a:lnTo>
                <a:lnTo>
                  <a:pt x="28946" y="408469"/>
                </a:lnTo>
                <a:lnTo>
                  <a:pt x="30971" y="411319"/>
                </a:lnTo>
                <a:lnTo>
                  <a:pt x="30717" y="410979"/>
                </a:lnTo>
                <a:lnTo>
                  <a:pt x="32876" y="413722"/>
                </a:lnTo>
                <a:lnTo>
                  <a:pt x="32598" y="413394"/>
                </a:lnTo>
                <a:lnTo>
                  <a:pt x="34890" y="416026"/>
                </a:lnTo>
                <a:lnTo>
                  <a:pt x="34600" y="415711"/>
                </a:lnTo>
                <a:lnTo>
                  <a:pt x="37002" y="418234"/>
                </a:lnTo>
                <a:lnTo>
                  <a:pt x="36698" y="417930"/>
                </a:lnTo>
                <a:lnTo>
                  <a:pt x="39222" y="420345"/>
                </a:lnTo>
                <a:lnTo>
                  <a:pt x="38906" y="420055"/>
                </a:lnTo>
                <a:lnTo>
                  <a:pt x="41551" y="422334"/>
                </a:lnTo>
                <a:lnTo>
                  <a:pt x="41211" y="422056"/>
                </a:lnTo>
                <a:lnTo>
                  <a:pt x="43965" y="424227"/>
                </a:lnTo>
                <a:lnTo>
                  <a:pt x="43612" y="423960"/>
                </a:lnTo>
                <a:lnTo>
                  <a:pt x="46463" y="425986"/>
                </a:lnTo>
                <a:lnTo>
                  <a:pt x="46100" y="425744"/>
                </a:lnTo>
                <a:lnTo>
                  <a:pt x="49059" y="427636"/>
                </a:lnTo>
                <a:lnTo>
                  <a:pt x="48684" y="427406"/>
                </a:lnTo>
                <a:lnTo>
                  <a:pt x="51729" y="429165"/>
                </a:lnTo>
                <a:lnTo>
                  <a:pt x="51341" y="428958"/>
                </a:lnTo>
                <a:lnTo>
                  <a:pt x="54482" y="430560"/>
                </a:lnTo>
                <a:lnTo>
                  <a:pt x="54082" y="430366"/>
                </a:lnTo>
                <a:lnTo>
                  <a:pt x="57310" y="431822"/>
                </a:lnTo>
                <a:lnTo>
                  <a:pt x="56898" y="431652"/>
                </a:lnTo>
                <a:lnTo>
                  <a:pt x="60197" y="432950"/>
                </a:lnTo>
                <a:lnTo>
                  <a:pt x="59772" y="432804"/>
                </a:lnTo>
                <a:lnTo>
                  <a:pt x="63157" y="433944"/>
                </a:lnTo>
                <a:lnTo>
                  <a:pt x="62732" y="433811"/>
                </a:lnTo>
                <a:lnTo>
                  <a:pt x="66176" y="434794"/>
                </a:lnTo>
                <a:lnTo>
                  <a:pt x="65740" y="434684"/>
                </a:lnTo>
                <a:lnTo>
                  <a:pt x="69258" y="435498"/>
                </a:lnTo>
                <a:lnTo>
                  <a:pt x="68821" y="435401"/>
                </a:lnTo>
                <a:lnTo>
                  <a:pt x="72401" y="436043"/>
                </a:lnTo>
                <a:lnTo>
                  <a:pt x="71952" y="435970"/>
                </a:lnTo>
                <a:lnTo>
                  <a:pt x="75591" y="436432"/>
                </a:lnTo>
                <a:lnTo>
                  <a:pt x="75131" y="436383"/>
                </a:lnTo>
                <a:lnTo>
                  <a:pt x="78832" y="436674"/>
                </a:lnTo>
                <a:lnTo>
                  <a:pt x="78369" y="436650"/>
                </a:lnTo>
                <a:lnTo>
                  <a:pt x="82119" y="436735"/>
                </a:lnTo>
                <a:lnTo>
                  <a:pt x="81888" y="436735"/>
                </a:lnTo>
                <a:lnTo>
                  <a:pt x="851330" y="436735"/>
                </a:lnTo>
                <a:lnTo>
                  <a:pt x="851099" y="436735"/>
                </a:lnTo>
                <a:lnTo>
                  <a:pt x="854835" y="436650"/>
                </a:lnTo>
                <a:lnTo>
                  <a:pt x="854386" y="436674"/>
                </a:lnTo>
                <a:lnTo>
                  <a:pt x="858074" y="436383"/>
                </a:lnTo>
                <a:lnTo>
                  <a:pt x="857625" y="436432"/>
                </a:lnTo>
                <a:lnTo>
                  <a:pt x="861265" y="435970"/>
                </a:lnTo>
                <a:lnTo>
                  <a:pt x="860817" y="436043"/>
                </a:lnTo>
                <a:lnTo>
                  <a:pt x="864395" y="435401"/>
                </a:lnTo>
                <a:lnTo>
                  <a:pt x="863946" y="435498"/>
                </a:lnTo>
                <a:lnTo>
                  <a:pt x="867464" y="434684"/>
                </a:lnTo>
                <a:lnTo>
                  <a:pt x="867027" y="434794"/>
                </a:lnTo>
                <a:lnTo>
                  <a:pt x="870485" y="433811"/>
                </a:lnTo>
                <a:lnTo>
                  <a:pt x="870048" y="433944"/>
                </a:lnTo>
                <a:lnTo>
                  <a:pt x="873432" y="432804"/>
                </a:lnTo>
                <a:lnTo>
                  <a:pt x="873021" y="432950"/>
                </a:lnTo>
                <a:lnTo>
                  <a:pt x="876320" y="431652"/>
                </a:lnTo>
                <a:lnTo>
                  <a:pt x="875908" y="431822"/>
                </a:lnTo>
                <a:lnTo>
                  <a:pt x="879135" y="430366"/>
                </a:lnTo>
                <a:lnTo>
                  <a:pt x="878734" y="430560"/>
                </a:lnTo>
                <a:lnTo>
                  <a:pt x="881876" y="428958"/>
                </a:lnTo>
                <a:lnTo>
                  <a:pt x="881488" y="429165"/>
                </a:lnTo>
                <a:lnTo>
                  <a:pt x="884533" y="427406"/>
                </a:lnTo>
                <a:lnTo>
                  <a:pt x="884157" y="427636"/>
                </a:lnTo>
                <a:lnTo>
                  <a:pt x="887117" y="425744"/>
                </a:lnTo>
                <a:lnTo>
                  <a:pt x="886753" y="425986"/>
                </a:lnTo>
                <a:lnTo>
                  <a:pt x="889604" y="423960"/>
                </a:lnTo>
                <a:lnTo>
                  <a:pt x="889252" y="424227"/>
                </a:lnTo>
                <a:lnTo>
                  <a:pt x="892006" y="422056"/>
                </a:lnTo>
                <a:lnTo>
                  <a:pt x="891666" y="422334"/>
                </a:lnTo>
                <a:lnTo>
                  <a:pt x="894312" y="420055"/>
                </a:lnTo>
                <a:lnTo>
                  <a:pt x="893984" y="420345"/>
                </a:lnTo>
                <a:lnTo>
                  <a:pt x="896520" y="417930"/>
                </a:lnTo>
                <a:lnTo>
                  <a:pt x="896216" y="418234"/>
                </a:lnTo>
                <a:lnTo>
                  <a:pt x="898618" y="415711"/>
                </a:lnTo>
                <a:lnTo>
                  <a:pt x="898327" y="416026"/>
                </a:lnTo>
                <a:lnTo>
                  <a:pt x="900620" y="413394"/>
                </a:lnTo>
                <a:lnTo>
                  <a:pt x="900339" y="413722"/>
                </a:lnTo>
                <a:lnTo>
                  <a:pt x="902500" y="410979"/>
                </a:lnTo>
                <a:lnTo>
                  <a:pt x="902233" y="411319"/>
                </a:lnTo>
                <a:lnTo>
                  <a:pt x="904272" y="408469"/>
                </a:lnTo>
                <a:lnTo>
                  <a:pt x="904030" y="408832"/>
                </a:lnTo>
                <a:lnTo>
                  <a:pt x="905922" y="405884"/>
                </a:lnTo>
                <a:lnTo>
                  <a:pt x="905690" y="406261"/>
                </a:lnTo>
                <a:lnTo>
                  <a:pt x="907438" y="403203"/>
                </a:lnTo>
                <a:lnTo>
                  <a:pt x="907230" y="403592"/>
                </a:lnTo>
                <a:lnTo>
                  <a:pt x="908833" y="400462"/>
                </a:lnTo>
                <a:lnTo>
                  <a:pt x="908652" y="400862"/>
                </a:lnTo>
                <a:lnTo>
                  <a:pt x="910106" y="397634"/>
                </a:lnTo>
                <a:lnTo>
                  <a:pt x="909925" y="398048"/>
                </a:lnTo>
                <a:lnTo>
                  <a:pt x="911234" y="394736"/>
                </a:lnTo>
                <a:lnTo>
                  <a:pt x="911076" y="395160"/>
                </a:lnTo>
                <a:lnTo>
                  <a:pt x="912216" y="391776"/>
                </a:lnTo>
                <a:lnTo>
                  <a:pt x="912084" y="392212"/>
                </a:lnTo>
                <a:lnTo>
                  <a:pt x="913068" y="388754"/>
                </a:lnTo>
                <a:lnTo>
                  <a:pt x="912958" y="389191"/>
                </a:lnTo>
                <a:lnTo>
                  <a:pt x="913770" y="385674"/>
                </a:lnTo>
                <a:lnTo>
                  <a:pt x="913673" y="386122"/>
                </a:lnTo>
                <a:lnTo>
                  <a:pt x="914316" y="382531"/>
                </a:lnTo>
                <a:lnTo>
                  <a:pt x="914243" y="382981"/>
                </a:lnTo>
                <a:lnTo>
                  <a:pt x="914717" y="379341"/>
                </a:lnTo>
                <a:lnTo>
                  <a:pt x="914669" y="379801"/>
                </a:lnTo>
                <a:lnTo>
                  <a:pt x="914946" y="376101"/>
                </a:lnTo>
                <a:lnTo>
                  <a:pt x="914923" y="376562"/>
                </a:lnTo>
                <a:lnTo>
                  <a:pt x="915021" y="372814"/>
                </a:lnTo>
                <a:lnTo>
                  <a:pt x="915021" y="373045"/>
                </a:lnTo>
                <a:lnTo>
                  <a:pt x="915021" y="81888"/>
                </a:lnTo>
                <a:lnTo>
                  <a:pt x="915021" y="82118"/>
                </a:lnTo>
                <a:lnTo>
                  <a:pt x="914923" y="78370"/>
                </a:lnTo>
                <a:lnTo>
                  <a:pt x="914946" y="78831"/>
                </a:lnTo>
                <a:lnTo>
                  <a:pt x="914669" y="75143"/>
                </a:lnTo>
                <a:lnTo>
                  <a:pt x="914717" y="75592"/>
                </a:lnTo>
                <a:lnTo>
                  <a:pt x="914243" y="71952"/>
                </a:lnTo>
                <a:lnTo>
                  <a:pt x="914316" y="72401"/>
                </a:lnTo>
                <a:lnTo>
                  <a:pt x="913673" y="68822"/>
                </a:lnTo>
                <a:lnTo>
                  <a:pt x="913770" y="69271"/>
                </a:lnTo>
                <a:lnTo>
                  <a:pt x="912958" y="65741"/>
                </a:lnTo>
                <a:lnTo>
                  <a:pt x="913068" y="66190"/>
                </a:lnTo>
                <a:lnTo>
                  <a:pt x="912084" y="62733"/>
                </a:lnTo>
                <a:lnTo>
                  <a:pt x="912216" y="63157"/>
                </a:lnTo>
                <a:lnTo>
                  <a:pt x="911076" y="59784"/>
                </a:lnTo>
                <a:lnTo>
                  <a:pt x="911234" y="60197"/>
                </a:lnTo>
                <a:lnTo>
                  <a:pt x="909925" y="56897"/>
                </a:lnTo>
                <a:lnTo>
                  <a:pt x="910106" y="57310"/>
                </a:lnTo>
                <a:lnTo>
                  <a:pt x="908652" y="54082"/>
                </a:lnTo>
                <a:lnTo>
                  <a:pt x="908833" y="54483"/>
                </a:lnTo>
                <a:lnTo>
                  <a:pt x="907230" y="51340"/>
                </a:lnTo>
                <a:lnTo>
                  <a:pt x="907438" y="51729"/>
                </a:lnTo>
                <a:lnTo>
                  <a:pt x="905690" y="48684"/>
                </a:lnTo>
                <a:lnTo>
                  <a:pt x="905922" y="49060"/>
                </a:lnTo>
                <a:lnTo>
                  <a:pt x="904030" y="46100"/>
                </a:lnTo>
                <a:lnTo>
                  <a:pt x="904272" y="46464"/>
                </a:lnTo>
                <a:lnTo>
                  <a:pt x="902233" y="43612"/>
                </a:lnTo>
                <a:lnTo>
                  <a:pt x="902500" y="43965"/>
                </a:lnTo>
                <a:lnTo>
                  <a:pt x="900339" y="41211"/>
                </a:lnTo>
                <a:lnTo>
                  <a:pt x="900620" y="41551"/>
                </a:lnTo>
                <a:lnTo>
                  <a:pt x="898327" y="38906"/>
                </a:lnTo>
                <a:lnTo>
                  <a:pt x="898618" y="39221"/>
                </a:lnTo>
                <a:lnTo>
                  <a:pt x="896216" y="36698"/>
                </a:lnTo>
                <a:lnTo>
                  <a:pt x="896520" y="37001"/>
                </a:lnTo>
                <a:lnTo>
                  <a:pt x="893984" y="34599"/>
                </a:lnTo>
                <a:lnTo>
                  <a:pt x="894312" y="34890"/>
                </a:lnTo>
                <a:lnTo>
                  <a:pt x="891666" y="32597"/>
                </a:lnTo>
                <a:lnTo>
                  <a:pt x="892006" y="32877"/>
                </a:lnTo>
                <a:lnTo>
                  <a:pt x="889252" y="30717"/>
                </a:lnTo>
                <a:lnTo>
                  <a:pt x="889604" y="30972"/>
                </a:lnTo>
                <a:lnTo>
                  <a:pt x="886753" y="28946"/>
                </a:lnTo>
                <a:lnTo>
                  <a:pt x="887117" y="29189"/>
                </a:lnTo>
                <a:lnTo>
                  <a:pt x="884157" y="27297"/>
                </a:lnTo>
                <a:lnTo>
                  <a:pt x="884533" y="27527"/>
                </a:lnTo>
                <a:lnTo>
                  <a:pt x="881488" y="25779"/>
                </a:lnTo>
                <a:lnTo>
                  <a:pt x="881876" y="25986"/>
                </a:lnTo>
                <a:lnTo>
                  <a:pt x="878734" y="24373"/>
                </a:lnTo>
                <a:lnTo>
                  <a:pt x="879135" y="24567"/>
                </a:lnTo>
                <a:lnTo>
                  <a:pt x="875908" y="23111"/>
                </a:lnTo>
                <a:lnTo>
                  <a:pt x="876320" y="23281"/>
                </a:lnTo>
                <a:lnTo>
                  <a:pt x="873021" y="21982"/>
                </a:lnTo>
                <a:lnTo>
                  <a:pt x="873432" y="22140"/>
                </a:lnTo>
                <a:lnTo>
                  <a:pt x="870048" y="20987"/>
                </a:lnTo>
                <a:lnTo>
                  <a:pt x="870485" y="21121"/>
                </a:lnTo>
                <a:lnTo>
                  <a:pt x="867027" y="20151"/>
                </a:lnTo>
                <a:lnTo>
                  <a:pt x="867464" y="20259"/>
                </a:lnTo>
                <a:lnTo>
                  <a:pt x="863946" y="19446"/>
                </a:lnTo>
                <a:lnTo>
                  <a:pt x="864395" y="19532"/>
                </a:lnTo>
                <a:lnTo>
                  <a:pt x="860817" y="18901"/>
                </a:lnTo>
                <a:lnTo>
                  <a:pt x="861265" y="18962"/>
                </a:lnTo>
                <a:lnTo>
                  <a:pt x="857625" y="18501"/>
                </a:lnTo>
                <a:lnTo>
                  <a:pt x="858074" y="18549"/>
                </a:lnTo>
                <a:lnTo>
                  <a:pt x="854386" y="18270"/>
                </a:lnTo>
                <a:lnTo>
                  <a:pt x="854835" y="18295"/>
                </a:lnTo>
                <a:lnTo>
                  <a:pt x="851099" y="18198"/>
                </a:lnTo>
                <a:lnTo>
                  <a:pt x="851330" y="18198"/>
                </a:lnTo>
                <a:lnTo>
                  <a:pt x="81888" y="18198"/>
                </a:lnTo>
                <a:lnTo>
                  <a:pt x="82119" y="18198"/>
                </a:lnTo>
                <a:lnTo>
                  <a:pt x="78369" y="18295"/>
                </a:lnTo>
                <a:lnTo>
                  <a:pt x="78832" y="18270"/>
                </a:lnTo>
                <a:lnTo>
                  <a:pt x="75131" y="18549"/>
                </a:lnTo>
                <a:lnTo>
                  <a:pt x="75591" y="18501"/>
                </a:lnTo>
                <a:lnTo>
                  <a:pt x="71952" y="18962"/>
                </a:lnTo>
                <a:lnTo>
                  <a:pt x="72401" y="18901"/>
                </a:lnTo>
                <a:lnTo>
                  <a:pt x="68821" y="19532"/>
                </a:lnTo>
                <a:lnTo>
                  <a:pt x="69258" y="19446"/>
                </a:lnTo>
                <a:lnTo>
                  <a:pt x="65740" y="20259"/>
                </a:lnTo>
                <a:lnTo>
                  <a:pt x="66176" y="20151"/>
                </a:lnTo>
                <a:lnTo>
                  <a:pt x="62732" y="21121"/>
                </a:lnTo>
                <a:lnTo>
                  <a:pt x="63157" y="20987"/>
                </a:lnTo>
                <a:lnTo>
                  <a:pt x="59772" y="22140"/>
                </a:lnTo>
                <a:lnTo>
                  <a:pt x="60197" y="21982"/>
                </a:lnTo>
                <a:lnTo>
                  <a:pt x="56898" y="23281"/>
                </a:lnTo>
                <a:lnTo>
                  <a:pt x="57310" y="23111"/>
                </a:lnTo>
                <a:lnTo>
                  <a:pt x="54082" y="24567"/>
                </a:lnTo>
                <a:lnTo>
                  <a:pt x="54482" y="24373"/>
                </a:lnTo>
                <a:lnTo>
                  <a:pt x="51341" y="25986"/>
                </a:lnTo>
                <a:lnTo>
                  <a:pt x="51729" y="25779"/>
                </a:lnTo>
                <a:lnTo>
                  <a:pt x="48684" y="27527"/>
                </a:lnTo>
                <a:lnTo>
                  <a:pt x="49059" y="27297"/>
                </a:lnTo>
                <a:lnTo>
                  <a:pt x="46100" y="29189"/>
                </a:lnTo>
                <a:lnTo>
                  <a:pt x="46463" y="28946"/>
                </a:lnTo>
                <a:lnTo>
                  <a:pt x="43612" y="30972"/>
                </a:lnTo>
                <a:lnTo>
                  <a:pt x="43965" y="30717"/>
                </a:lnTo>
                <a:lnTo>
                  <a:pt x="41211" y="32877"/>
                </a:lnTo>
                <a:lnTo>
                  <a:pt x="41551" y="32597"/>
                </a:lnTo>
                <a:lnTo>
                  <a:pt x="38906" y="34890"/>
                </a:lnTo>
                <a:lnTo>
                  <a:pt x="39222" y="34599"/>
                </a:lnTo>
                <a:lnTo>
                  <a:pt x="36698" y="37001"/>
                </a:lnTo>
                <a:lnTo>
                  <a:pt x="37002" y="36698"/>
                </a:lnTo>
                <a:lnTo>
                  <a:pt x="34600" y="39221"/>
                </a:lnTo>
                <a:lnTo>
                  <a:pt x="34890" y="38906"/>
                </a:lnTo>
                <a:lnTo>
                  <a:pt x="32598" y="41551"/>
                </a:lnTo>
                <a:lnTo>
                  <a:pt x="32876" y="41211"/>
                </a:lnTo>
                <a:lnTo>
                  <a:pt x="30717" y="43965"/>
                </a:lnTo>
                <a:lnTo>
                  <a:pt x="30971" y="43612"/>
                </a:lnTo>
                <a:lnTo>
                  <a:pt x="28946" y="46464"/>
                </a:lnTo>
                <a:lnTo>
                  <a:pt x="29189" y="46100"/>
                </a:lnTo>
                <a:lnTo>
                  <a:pt x="27296" y="49060"/>
                </a:lnTo>
                <a:lnTo>
                  <a:pt x="27527" y="48684"/>
                </a:lnTo>
                <a:lnTo>
                  <a:pt x="25768" y="51729"/>
                </a:lnTo>
                <a:lnTo>
                  <a:pt x="25985" y="51340"/>
                </a:lnTo>
                <a:lnTo>
                  <a:pt x="24373" y="54483"/>
                </a:lnTo>
                <a:lnTo>
                  <a:pt x="24566" y="54082"/>
                </a:lnTo>
                <a:lnTo>
                  <a:pt x="23111" y="57310"/>
                </a:lnTo>
                <a:lnTo>
                  <a:pt x="23280" y="56897"/>
                </a:lnTo>
                <a:lnTo>
                  <a:pt x="21982" y="60197"/>
                </a:lnTo>
                <a:lnTo>
                  <a:pt x="22128" y="59784"/>
                </a:lnTo>
                <a:lnTo>
                  <a:pt x="20987" y="63157"/>
                </a:lnTo>
                <a:lnTo>
                  <a:pt x="21121" y="62733"/>
                </a:lnTo>
                <a:lnTo>
                  <a:pt x="20139" y="66190"/>
                </a:lnTo>
                <a:lnTo>
                  <a:pt x="20260" y="65741"/>
                </a:lnTo>
                <a:lnTo>
                  <a:pt x="19447" y="69271"/>
                </a:lnTo>
                <a:lnTo>
                  <a:pt x="19532" y="68822"/>
                </a:lnTo>
                <a:lnTo>
                  <a:pt x="18889" y="72401"/>
                </a:lnTo>
                <a:lnTo>
                  <a:pt x="18962" y="71952"/>
                </a:lnTo>
                <a:lnTo>
                  <a:pt x="18501" y="75592"/>
                </a:lnTo>
                <a:lnTo>
                  <a:pt x="18550" y="75143"/>
                </a:lnTo>
                <a:lnTo>
                  <a:pt x="18270" y="78831"/>
                </a:lnTo>
                <a:lnTo>
                  <a:pt x="18295" y="78370"/>
                </a:lnTo>
                <a:lnTo>
                  <a:pt x="18198" y="82118"/>
                </a:lnTo>
              </a:path>
            </a:pathLst>
          </a:custGeom>
          <a:solidFill xmlns:a="http://schemas.openxmlformats.org/drawingml/2006/main">
            <a:srgbClr val="747474"/>
          </a:solidFill>
          <a:ln xmlns:a="http://schemas.openxmlformats.org/drawingml/2006/main" w="0">
            <a:noFill/>
            <a:prstDash val="solid"/>
          </a:ln>
        </p:spPr>
      </p:sp>
      <p:sp>
        <p:nvSpPr>
          <p:cNvPr id="13" name="pdf-text-19-0">
            <a:extLst xmlns:a="http://schemas.openxmlformats.org/drawingml/2006/main">
              <a:ext uri="{FF2B5EF4-FFF2-40B4-BE49-F238E27FC236}">
                <a16:creationId xmlns:a16="http://schemas.microsoft.com/office/drawing/2014/main" id="{E6551970-0B93-4368-A94B-376A2C230FBD}"/>
              </a:ext>
            </a:extLst>
          </p:cNvPr>
          <p:cNvSpPr>
            <a:spLocks xmlns:a="http://schemas.openxmlformats.org/drawingml/2006/main" noGrp="1"/>
          </p:cNvSpPr>
          <p:nvPr/>
        </p:nvSpPr>
        <p:spPr>
          <a:xfrm xmlns:a="http://schemas.openxmlformats.org/drawingml/2006/main" rot="0">
            <a:off x="7752229" y="1572721"/>
            <a:ext cx="575246" cy="1704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7" b="0" i="0">
                <a:solidFill>
                  <a:srgbClr val="000000"/>
                </a:solidFill>
                <a:latin typeface="Times New Roman"/>
                <a:ea typeface="Times New Roman"/>
                <a:cs typeface="Times New Roman"/>
              </a:defRPr>
            </a:defPPr>
          </a:lstStyle>
          <a:p xmlns:a="http://schemas.openxmlformats.org/drawingml/2006/main">
            <a:pPr algn="l">
              <a:defRPr sz="1337" b="0" i="0">
                <a:solidFill>
                  <a:srgbClr val="000000"/>
                </a:solidFill>
                <a:latin typeface="Times New Roman"/>
                <a:ea typeface="Times New Roman"/>
                <a:cs typeface="Times New Roman"/>
              </a:defRPr>
            </a:pPr>
            <a:r>
              <a:rPr sz="1337" b="0" i="0">
                <a:solidFill>
                  <a:srgbClr val="000000"/>
                </a:solidFill>
                <a:latin typeface="Times New Roman"/>
                <a:ea typeface="Times New Roman"/>
                <a:cs typeface="Times New Roman"/>
              </a:rPr>
              <a:t>Datasets</a:t>
            </a:r>
          </a:p>
        </p:txBody>
      </p:sp>
      <p:sp>
        <p:nvSpPr>
          <p:cNvPr id="14" name="pdf-path-17">
            <a:extLst xmlns:a="http://schemas.openxmlformats.org/drawingml/2006/main">
              <a:ext uri="{FF2B5EF4-FFF2-40B4-BE49-F238E27FC236}">
                <a16:creationId xmlns:a16="http://schemas.microsoft.com/office/drawing/2014/main" id="{54FED91B-2950-4881-B679-04FA052D1374}"/>
              </a:ext>
            </a:extLst>
          </p:cNvPr>
          <p:cNvSpPr>
            <a:spLocks xmlns:a="http://schemas.openxmlformats.org/drawingml/2006/main" noGrp="1"/>
          </p:cNvSpPr>
          <p:nvPr/>
        </p:nvSpPr>
        <p:spPr>
          <a:xfrm xmlns:a="http://schemas.openxmlformats.org/drawingml/2006/main" rot="0">
            <a:off x="8877050" y="1452576"/>
            <a:ext cx="1029239" cy="437026"/>
          </a:xfrm>
          <a:custGeom xmlns:a="http://schemas.openxmlformats.org/drawingml/2006/main">
            <a:pathLst>
              <a:path w="1029239" h="437026">
                <a:moveTo>
                  <a:pt x="0" y="73080"/>
                </a:moveTo>
                <a:cubicBezTo>
                  <a:pt x="303" y="32586"/>
                  <a:pt x="32890" y="0"/>
                  <a:pt x="72789" y="291"/>
                </a:cubicBezTo>
                <a:lnTo>
                  <a:pt x="956450" y="291"/>
                </a:lnTo>
                <a:cubicBezTo>
                  <a:pt x="996497" y="0"/>
                  <a:pt x="1029092" y="32586"/>
                  <a:pt x="1029239" y="73080"/>
                </a:cubicBezTo>
                <a:lnTo>
                  <a:pt x="1029239" y="364237"/>
                </a:lnTo>
                <a:cubicBezTo>
                  <a:pt x="1029092" y="404149"/>
                  <a:pt x="996497" y="436735"/>
                  <a:pt x="956450" y="437026"/>
                </a:cubicBezTo>
                <a:lnTo>
                  <a:pt x="72789" y="437026"/>
                </a:lnTo>
                <a:cubicBezTo>
                  <a:pt x="32890" y="436735"/>
                  <a:pt x="303" y="404149"/>
                  <a:pt x="0" y="364237"/>
                </a:cubicBezTo>
                <a:lnTo>
                  <a:pt x="0" y="73080"/>
                </a:lnTo>
              </a:path>
            </a:pathLst>
          </a:custGeom>
          <a:solidFill xmlns:a="http://schemas.openxmlformats.org/drawingml/2006/main">
            <a:srgbClr val="CAEEFB">
              <a:alpha val="36000"/>
            </a:srgbClr>
          </a:solidFill>
          <a:ln xmlns:a="http://schemas.openxmlformats.org/drawingml/2006/main" w="0">
            <a:noFill/>
            <a:prstDash val="solid"/>
          </a:ln>
        </p:spPr>
      </p:sp>
      <p:sp>
        <p:nvSpPr>
          <p:cNvPr id="15" name="pdf-path-18">
            <a:extLst xmlns:a="http://schemas.openxmlformats.org/drawingml/2006/main">
              <a:ext uri="{FF2B5EF4-FFF2-40B4-BE49-F238E27FC236}">
                <a16:creationId xmlns:a16="http://schemas.microsoft.com/office/drawing/2014/main" id="{D74B94C5-D003-4549-B408-304F0E6309DD}"/>
              </a:ext>
            </a:extLst>
          </p:cNvPr>
          <p:cNvSpPr>
            <a:spLocks xmlns:a="http://schemas.openxmlformats.org/drawingml/2006/main" noGrp="1"/>
          </p:cNvSpPr>
          <p:nvPr/>
        </p:nvSpPr>
        <p:spPr>
          <a:xfrm xmlns:a="http://schemas.openxmlformats.org/drawingml/2006/main" rot="0">
            <a:off x="8868255" y="1443477"/>
            <a:ext cx="1046987" cy="454933"/>
          </a:xfrm>
          <a:custGeom xmlns:a="http://schemas.openxmlformats.org/drawingml/2006/main">
            <a:pathLst>
              <a:path w="1046987" h="454933">
                <a:moveTo>
                  <a:pt x="110" y="77678"/>
                </a:moveTo>
                <a:lnTo>
                  <a:pt x="426" y="73530"/>
                </a:lnTo>
                <a:lnTo>
                  <a:pt x="935" y="69428"/>
                </a:lnTo>
                <a:lnTo>
                  <a:pt x="1664" y="65401"/>
                </a:lnTo>
                <a:lnTo>
                  <a:pt x="2573" y="61434"/>
                </a:lnTo>
                <a:lnTo>
                  <a:pt x="3677" y="57540"/>
                </a:lnTo>
                <a:lnTo>
                  <a:pt x="4974" y="53731"/>
                </a:lnTo>
                <a:lnTo>
                  <a:pt x="6430" y="50006"/>
                </a:lnTo>
                <a:lnTo>
                  <a:pt x="8080" y="46379"/>
                </a:lnTo>
                <a:lnTo>
                  <a:pt x="9889" y="42849"/>
                </a:lnTo>
                <a:lnTo>
                  <a:pt x="11865" y="39415"/>
                </a:lnTo>
                <a:lnTo>
                  <a:pt x="13989" y="36092"/>
                </a:lnTo>
                <a:lnTo>
                  <a:pt x="16271" y="32889"/>
                </a:lnTo>
                <a:lnTo>
                  <a:pt x="18695" y="29796"/>
                </a:lnTo>
                <a:lnTo>
                  <a:pt x="21280" y="26823"/>
                </a:lnTo>
                <a:lnTo>
                  <a:pt x="23985" y="23985"/>
                </a:lnTo>
                <a:lnTo>
                  <a:pt x="26824" y="21280"/>
                </a:lnTo>
                <a:lnTo>
                  <a:pt x="29796" y="18707"/>
                </a:lnTo>
                <a:lnTo>
                  <a:pt x="32890" y="16269"/>
                </a:lnTo>
                <a:lnTo>
                  <a:pt x="36092" y="13988"/>
                </a:lnTo>
                <a:lnTo>
                  <a:pt x="39416" y="11865"/>
                </a:lnTo>
                <a:lnTo>
                  <a:pt x="42849" y="9887"/>
                </a:lnTo>
                <a:lnTo>
                  <a:pt x="46379" y="8080"/>
                </a:lnTo>
                <a:lnTo>
                  <a:pt x="50008" y="6443"/>
                </a:lnTo>
                <a:lnTo>
                  <a:pt x="53732" y="4974"/>
                </a:lnTo>
                <a:lnTo>
                  <a:pt x="57541" y="3677"/>
                </a:lnTo>
                <a:lnTo>
                  <a:pt x="61435" y="2573"/>
                </a:lnTo>
                <a:lnTo>
                  <a:pt x="65389" y="1662"/>
                </a:lnTo>
                <a:lnTo>
                  <a:pt x="69430" y="947"/>
                </a:lnTo>
                <a:lnTo>
                  <a:pt x="73530" y="426"/>
                </a:lnTo>
                <a:lnTo>
                  <a:pt x="77680" y="110"/>
                </a:lnTo>
                <a:lnTo>
                  <a:pt x="81780" y="0"/>
                </a:lnTo>
                <a:lnTo>
                  <a:pt x="965209" y="0"/>
                </a:lnTo>
                <a:lnTo>
                  <a:pt x="969297" y="110"/>
                </a:lnTo>
                <a:lnTo>
                  <a:pt x="973458" y="426"/>
                </a:lnTo>
                <a:lnTo>
                  <a:pt x="977558" y="947"/>
                </a:lnTo>
                <a:lnTo>
                  <a:pt x="981585" y="1662"/>
                </a:lnTo>
                <a:lnTo>
                  <a:pt x="985553" y="2573"/>
                </a:lnTo>
                <a:lnTo>
                  <a:pt x="989448" y="3677"/>
                </a:lnTo>
                <a:lnTo>
                  <a:pt x="993257" y="4974"/>
                </a:lnTo>
                <a:lnTo>
                  <a:pt x="996970" y="6443"/>
                </a:lnTo>
                <a:lnTo>
                  <a:pt x="1000596" y="8080"/>
                </a:lnTo>
                <a:lnTo>
                  <a:pt x="1004138" y="9887"/>
                </a:lnTo>
                <a:lnTo>
                  <a:pt x="1007560" y="11865"/>
                </a:lnTo>
                <a:lnTo>
                  <a:pt x="1010884" y="13988"/>
                </a:lnTo>
                <a:lnTo>
                  <a:pt x="1014099" y="16269"/>
                </a:lnTo>
                <a:lnTo>
                  <a:pt x="1017193" y="18707"/>
                </a:lnTo>
                <a:lnTo>
                  <a:pt x="1020152" y="21280"/>
                </a:lnTo>
                <a:lnTo>
                  <a:pt x="1023004" y="23985"/>
                </a:lnTo>
                <a:lnTo>
                  <a:pt x="1025709" y="26823"/>
                </a:lnTo>
                <a:lnTo>
                  <a:pt x="1028280" y="29796"/>
                </a:lnTo>
                <a:lnTo>
                  <a:pt x="1030707" y="32889"/>
                </a:lnTo>
                <a:lnTo>
                  <a:pt x="1032999" y="36092"/>
                </a:lnTo>
                <a:lnTo>
                  <a:pt x="1035123" y="39415"/>
                </a:lnTo>
                <a:lnTo>
                  <a:pt x="1037099" y="42849"/>
                </a:lnTo>
                <a:lnTo>
                  <a:pt x="1038908" y="46379"/>
                </a:lnTo>
                <a:lnTo>
                  <a:pt x="1040544" y="50006"/>
                </a:lnTo>
                <a:lnTo>
                  <a:pt x="1042014" y="53731"/>
                </a:lnTo>
                <a:lnTo>
                  <a:pt x="1043300" y="57540"/>
                </a:lnTo>
                <a:lnTo>
                  <a:pt x="1044404" y="61434"/>
                </a:lnTo>
                <a:lnTo>
                  <a:pt x="1045325" y="65401"/>
                </a:lnTo>
                <a:lnTo>
                  <a:pt x="1046040" y="69428"/>
                </a:lnTo>
                <a:lnTo>
                  <a:pt x="1046563" y="73530"/>
                </a:lnTo>
                <a:lnTo>
                  <a:pt x="1046879" y="77678"/>
                </a:lnTo>
                <a:lnTo>
                  <a:pt x="1046987" y="81778"/>
                </a:lnTo>
                <a:lnTo>
                  <a:pt x="1046987" y="373166"/>
                </a:lnTo>
                <a:lnTo>
                  <a:pt x="1046879" y="377254"/>
                </a:lnTo>
                <a:lnTo>
                  <a:pt x="1046563" y="381403"/>
                </a:lnTo>
                <a:lnTo>
                  <a:pt x="1046040" y="385504"/>
                </a:lnTo>
                <a:lnTo>
                  <a:pt x="1045325" y="389544"/>
                </a:lnTo>
                <a:lnTo>
                  <a:pt x="1044404" y="393510"/>
                </a:lnTo>
                <a:lnTo>
                  <a:pt x="1043300" y="397392"/>
                </a:lnTo>
                <a:lnTo>
                  <a:pt x="1042014" y="401201"/>
                </a:lnTo>
                <a:lnTo>
                  <a:pt x="1040544" y="404926"/>
                </a:lnTo>
                <a:lnTo>
                  <a:pt x="1038908" y="408553"/>
                </a:lnTo>
                <a:lnTo>
                  <a:pt x="1037099" y="412083"/>
                </a:lnTo>
                <a:lnTo>
                  <a:pt x="1035123" y="415516"/>
                </a:lnTo>
                <a:lnTo>
                  <a:pt x="1032999" y="418841"/>
                </a:lnTo>
                <a:lnTo>
                  <a:pt x="1030707" y="422044"/>
                </a:lnTo>
                <a:lnTo>
                  <a:pt x="1028280" y="425137"/>
                </a:lnTo>
                <a:lnTo>
                  <a:pt x="1025709" y="428109"/>
                </a:lnTo>
                <a:lnTo>
                  <a:pt x="1023004" y="430948"/>
                </a:lnTo>
                <a:lnTo>
                  <a:pt x="1020152" y="433665"/>
                </a:lnTo>
                <a:lnTo>
                  <a:pt x="1017193" y="436238"/>
                </a:lnTo>
                <a:lnTo>
                  <a:pt x="1014099" y="438664"/>
                </a:lnTo>
                <a:lnTo>
                  <a:pt x="1010884" y="440944"/>
                </a:lnTo>
                <a:lnTo>
                  <a:pt x="1007560" y="443080"/>
                </a:lnTo>
                <a:lnTo>
                  <a:pt x="1004138" y="445046"/>
                </a:lnTo>
                <a:lnTo>
                  <a:pt x="1000596" y="446852"/>
                </a:lnTo>
                <a:lnTo>
                  <a:pt x="996970" y="448502"/>
                </a:lnTo>
                <a:lnTo>
                  <a:pt x="993257" y="449971"/>
                </a:lnTo>
                <a:lnTo>
                  <a:pt x="989448" y="451256"/>
                </a:lnTo>
                <a:lnTo>
                  <a:pt x="985553" y="452360"/>
                </a:lnTo>
                <a:lnTo>
                  <a:pt x="981585" y="453271"/>
                </a:lnTo>
                <a:lnTo>
                  <a:pt x="977558" y="453998"/>
                </a:lnTo>
                <a:lnTo>
                  <a:pt x="973458" y="454519"/>
                </a:lnTo>
                <a:lnTo>
                  <a:pt x="969297" y="454835"/>
                </a:lnTo>
                <a:lnTo>
                  <a:pt x="965209" y="454933"/>
                </a:lnTo>
                <a:lnTo>
                  <a:pt x="81780" y="454933"/>
                </a:lnTo>
                <a:lnTo>
                  <a:pt x="77680" y="454835"/>
                </a:lnTo>
                <a:lnTo>
                  <a:pt x="73530" y="454519"/>
                </a:lnTo>
                <a:lnTo>
                  <a:pt x="69430" y="453998"/>
                </a:lnTo>
                <a:lnTo>
                  <a:pt x="65389" y="453271"/>
                </a:lnTo>
                <a:lnTo>
                  <a:pt x="61435" y="452360"/>
                </a:lnTo>
                <a:lnTo>
                  <a:pt x="57541" y="451256"/>
                </a:lnTo>
                <a:lnTo>
                  <a:pt x="53732" y="449971"/>
                </a:lnTo>
                <a:lnTo>
                  <a:pt x="50008" y="448502"/>
                </a:lnTo>
                <a:lnTo>
                  <a:pt x="46379" y="446852"/>
                </a:lnTo>
                <a:lnTo>
                  <a:pt x="42849" y="445046"/>
                </a:lnTo>
                <a:lnTo>
                  <a:pt x="39416" y="443080"/>
                </a:lnTo>
                <a:lnTo>
                  <a:pt x="36092" y="440944"/>
                </a:lnTo>
                <a:lnTo>
                  <a:pt x="32890" y="438664"/>
                </a:lnTo>
                <a:lnTo>
                  <a:pt x="29796" y="436238"/>
                </a:lnTo>
                <a:lnTo>
                  <a:pt x="26824" y="433665"/>
                </a:lnTo>
                <a:lnTo>
                  <a:pt x="23985" y="430948"/>
                </a:lnTo>
                <a:lnTo>
                  <a:pt x="21280" y="428109"/>
                </a:lnTo>
                <a:lnTo>
                  <a:pt x="18695" y="425137"/>
                </a:lnTo>
                <a:lnTo>
                  <a:pt x="16271" y="422044"/>
                </a:lnTo>
                <a:lnTo>
                  <a:pt x="13989" y="418841"/>
                </a:lnTo>
                <a:lnTo>
                  <a:pt x="11865" y="415516"/>
                </a:lnTo>
                <a:lnTo>
                  <a:pt x="9889" y="412083"/>
                </a:lnTo>
                <a:lnTo>
                  <a:pt x="8080" y="408553"/>
                </a:lnTo>
                <a:lnTo>
                  <a:pt x="6430" y="404926"/>
                </a:lnTo>
                <a:lnTo>
                  <a:pt x="4974" y="401201"/>
                </a:lnTo>
                <a:lnTo>
                  <a:pt x="3677" y="397392"/>
                </a:lnTo>
                <a:lnTo>
                  <a:pt x="2573" y="393510"/>
                </a:lnTo>
                <a:lnTo>
                  <a:pt x="1664" y="389544"/>
                </a:lnTo>
                <a:lnTo>
                  <a:pt x="935" y="385504"/>
                </a:lnTo>
                <a:lnTo>
                  <a:pt x="426" y="381403"/>
                </a:lnTo>
                <a:lnTo>
                  <a:pt x="110" y="377254"/>
                </a:lnTo>
                <a:lnTo>
                  <a:pt x="0" y="373166"/>
                </a:lnTo>
                <a:lnTo>
                  <a:pt x="0" y="81778"/>
                </a:lnTo>
                <a:lnTo>
                  <a:pt x="110" y="77678"/>
                </a:lnTo>
                <a:moveTo>
                  <a:pt x="18198" y="82118"/>
                </a:moveTo>
                <a:lnTo>
                  <a:pt x="18198" y="81888"/>
                </a:lnTo>
                <a:lnTo>
                  <a:pt x="18198" y="373045"/>
                </a:lnTo>
                <a:lnTo>
                  <a:pt x="18198" y="372814"/>
                </a:lnTo>
                <a:lnTo>
                  <a:pt x="18295" y="376562"/>
                </a:lnTo>
                <a:lnTo>
                  <a:pt x="18271" y="376101"/>
                </a:lnTo>
                <a:lnTo>
                  <a:pt x="18550" y="379801"/>
                </a:lnTo>
                <a:lnTo>
                  <a:pt x="18501" y="379341"/>
                </a:lnTo>
                <a:lnTo>
                  <a:pt x="18962" y="382981"/>
                </a:lnTo>
                <a:lnTo>
                  <a:pt x="18890" y="382531"/>
                </a:lnTo>
                <a:lnTo>
                  <a:pt x="19532" y="386122"/>
                </a:lnTo>
                <a:lnTo>
                  <a:pt x="19448" y="385674"/>
                </a:lnTo>
                <a:lnTo>
                  <a:pt x="20261" y="389191"/>
                </a:lnTo>
                <a:lnTo>
                  <a:pt x="20139" y="388754"/>
                </a:lnTo>
                <a:lnTo>
                  <a:pt x="21123" y="392212"/>
                </a:lnTo>
                <a:lnTo>
                  <a:pt x="20988" y="391776"/>
                </a:lnTo>
                <a:lnTo>
                  <a:pt x="22129" y="395160"/>
                </a:lnTo>
                <a:lnTo>
                  <a:pt x="21982" y="394736"/>
                </a:lnTo>
                <a:lnTo>
                  <a:pt x="23282" y="398048"/>
                </a:lnTo>
                <a:lnTo>
                  <a:pt x="23111" y="397634"/>
                </a:lnTo>
                <a:lnTo>
                  <a:pt x="24567" y="400850"/>
                </a:lnTo>
                <a:lnTo>
                  <a:pt x="24374" y="400462"/>
                </a:lnTo>
                <a:lnTo>
                  <a:pt x="25987" y="403592"/>
                </a:lnTo>
                <a:lnTo>
                  <a:pt x="25769" y="403203"/>
                </a:lnTo>
                <a:lnTo>
                  <a:pt x="27527" y="406261"/>
                </a:lnTo>
                <a:lnTo>
                  <a:pt x="27297" y="405884"/>
                </a:lnTo>
                <a:lnTo>
                  <a:pt x="29189" y="408832"/>
                </a:lnTo>
                <a:lnTo>
                  <a:pt x="28946" y="408469"/>
                </a:lnTo>
                <a:lnTo>
                  <a:pt x="30971" y="411319"/>
                </a:lnTo>
                <a:lnTo>
                  <a:pt x="30717" y="410979"/>
                </a:lnTo>
                <a:lnTo>
                  <a:pt x="32878" y="413722"/>
                </a:lnTo>
                <a:lnTo>
                  <a:pt x="32599" y="413394"/>
                </a:lnTo>
                <a:lnTo>
                  <a:pt x="34890" y="416026"/>
                </a:lnTo>
                <a:lnTo>
                  <a:pt x="34601" y="415711"/>
                </a:lnTo>
                <a:lnTo>
                  <a:pt x="37002" y="418234"/>
                </a:lnTo>
                <a:lnTo>
                  <a:pt x="36699" y="417930"/>
                </a:lnTo>
                <a:lnTo>
                  <a:pt x="39223" y="420345"/>
                </a:lnTo>
                <a:lnTo>
                  <a:pt x="38907" y="420055"/>
                </a:lnTo>
                <a:lnTo>
                  <a:pt x="41551" y="422334"/>
                </a:lnTo>
                <a:lnTo>
                  <a:pt x="41211" y="422056"/>
                </a:lnTo>
                <a:lnTo>
                  <a:pt x="43965" y="424227"/>
                </a:lnTo>
                <a:lnTo>
                  <a:pt x="43612" y="423960"/>
                </a:lnTo>
                <a:lnTo>
                  <a:pt x="46466" y="425986"/>
                </a:lnTo>
                <a:lnTo>
                  <a:pt x="46101" y="425744"/>
                </a:lnTo>
                <a:lnTo>
                  <a:pt x="49061" y="427636"/>
                </a:lnTo>
                <a:lnTo>
                  <a:pt x="48686" y="427406"/>
                </a:lnTo>
                <a:lnTo>
                  <a:pt x="51729" y="429165"/>
                </a:lnTo>
                <a:lnTo>
                  <a:pt x="51342" y="428946"/>
                </a:lnTo>
                <a:lnTo>
                  <a:pt x="54485" y="430560"/>
                </a:lnTo>
                <a:lnTo>
                  <a:pt x="54082" y="430366"/>
                </a:lnTo>
                <a:lnTo>
                  <a:pt x="57298" y="431822"/>
                </a:lnTo>
                <a:lnTo>
                  <a:pt x="56899" y="431652"/>
                </a:lnTo>
                <a:lnTo>
                  <a:pt x="60197" y="432950"/>
                </a:lnTo>
                <a:lnTo>
                  <a:pt x="59773" y="432804"/>
                </a:lnTo>
                <a:lnTo>
                  <a:pt x="63158" y="433944"/>
                </a:lnTo>
                <a:lnTo>
                  <a:pt x="62733" y="433811"/>
                </a:lnTo>
                <a:lnTo>
                  <a:pt x="66179" y="434794"/>
                </a:lnTo>
                <a:lnTo>
                  <a:pt x="65741" y="434684"/>
                </a:lnTo>
                <a:lnTo>
                  <a:pt x="69259" y="435498"/>
                </a:lnTo>
                <a:lnTo>
                  <a:pt x="68823" y="435401"/>
                </a:lnTo>
                <a:lnTo>
                  <a:pt x="72402" y="436043"/>
                </a:lnTo>
                <a:lnTo>
                  <a:pt x="71954" y="435970"/>
                </a:lnTo>
                <a:lnTo>
                  <a:pt x="75594" y="436432"/>
                </a:lnTo>
                <a:lnTo>
                  <a:pt x="75131" y="436383"/>
                </a:lnTo>
                <a:lnTo>
                  <a:pt x="78832" y="436674"/>
                </a:lnTo>
                <a:lnTo>
                  <a:pt x="78372" y="436650"/>
                </a:lnTo>
                <a:lnTo>
                  <a:pt x="82120" y="436735"/>
                </a:lnTo>
                <a:lnTo>
                  <a:pt x="81888" y="436735"/>
                </a:lnTo>
                <a:lnTo>
                  <a:pt x="965099" y="436735"/>
                </a:lnTo>
                <a:lnTo>
                  <a:pt x="964870" y="436735"/>
                </a:lnTo>
                <a:lnTo>
                  <a:pt x="968606" y="436650"/>
                </a:lnTo>
                <a:lnTo>
                  <a:pt x="968146" y="436674"/>
                </a:lnTo>
                <a:lnTo>
                  <a:pt x="971845" y="436383"/>
                </a:lnTo>
                <a:lnTo>
                  <a:pt x="971395" y="436432"/>
                </a:lnTo>
                <a:lnTo>
                  <a:pt x="975036" y="435970"/>
                </a:lnTo>
                <a:lnTo>
                  <a:pt x="974574" y="436043"/>
                </a:lnTo>
                <a:lnTo>
                  <a:pt x="978165" y="435401"/>
                </a:lnTo>
                <a:lnTo>
                  <a:pt x="977715" y="435498"/>
                </a:lnTo>
                <a:lnTo>
                  <a:pt x="981235" y="434684"/>
                </a:lnTo>
                <a:lnTo>
                  <a:pt x="980797" y="434794"/>
                </a:lnTo>
                <a:lnTo>
                  <a:pt x="984256" y="433811"/>
                </a:lnTo>
                <a:lnTo>
                  <a:pt x="983820" y="433944"/>
                </a:lnTo>
                <a:lnTo>
                  <a:pt x="987203" y="432804"/>
                </a:lnTo>
                <a:lnTo>
                  <a:pt x="986779" y="432950"/>
                </a:lnTo>
                <a:lnTo>
                  <a:pt x="990091" y="431652"/>
                </a:lnTo>
                <a:lnTo>
                  <a:pt x="989678" y="431822"/>
                </a:lnTo>
                <a:lnTo>
                  <a:pt x="992905" y="430366"/>
                </a:lnTo>
                <a:lnTo>
                  <a:pt x="992505" y="430560"/>
                </a:lnTo>
                <a:lnTo>
                  <a:pt x="995646" y="428946"/>
                </a:lnTo>
                <a:lnTo>
                  <a:pt x="995259" y="429165"/>
                </a:lnTo>
                <a:lnTo>
                  <a:pt x="998304" y="427406"/>
                </a:lnTo>
                <a:lnTo>
                  <a:pt x="997927" y="427636"/>
                </a:lnTo>
                <a:lnTo>
                  <a:pt x="1000877" y="425744"/>
                </a:lnTo>
                <a:lnTo>
                  <a:pt x="1000523" y="425986"/>
                </a:lnTo>
                <a:lnTo>
                  <a:pt x="1003374" y="423960"/>
                </a:lnTo>
                <a:lnTo>
                  <a:pt x="1003024" y="424227"/>
                </a:lnTo>
                <a:lnTo>
                  <a:pt x="1005776" y="422056"/>
                </a:lnTo>
                <a:lnTo>
                  <a:pt x="1005437" y="422334"/>
                </a:lnTo>
                <a:lnTo>
                  <a:pt x="1008081" y="420055"/>
                </a:lnTo>
                <a:lnTo>
                  <a:pt x="1007754" y="420345"/>
                </a:lnTo>
                <a:lnTo>
                  <a:pt x="1010289" y="417930"/>
                </a:lnTo>
                <a:lnTo>
                  <a:pt x="1009974" y="418234"/>
                </a:lnTo>
                <a:lnTo>
                  <a:pt x="1012388" y="415711"/>
                </a:lnTo>
                <a:lnTo>
                  <a:pt x="1012096" y="416026"/>
                </a:lnTo>
                <a:lnTo>
                  <a:pt x="1014390" y="413394"/>
                </a:lnTo>
                <a:lnTo>
                  <a:pt x="1014111" y="413722"/>
                </a:lnTo>
                <a:lnTo>
                  <a:pt x="1016270" y="410979"/>
                </a:lnTo>
                <a:lnTo>
                  <a:pt x="1016003" y="411319"/>
                </a:lnTo>
                <a:lnTo>
                  <a:pt x="1018040" y="408469"/>
                </a:lnTo>
                <a:lnTo>
                  <a:pt x="1017786" y="408832"/>
                </a:lnTo>
                <a:lnTo>
                  <a:pt x="1019690" y="405884"/>
                </a:lnTo>
                <a:lnTo>
                  <a:pt x="1019462" y="406261"/>
                </a:lnTo>
                <a:lnTo>
                  <a:pt x="1021207" y="403203"/>
                </a:lnTo>
                <a:lnTo>
                  <a:pt x="1021002" y="403592"/>
                </a:lnTo>
                <a:lnTo>
                  <a:pt x="1022603" y="400462"/>
                </a:lnTo>
                <a:lnTo>
                  <a:pt x="1022407" y="400850"/>
                </a:lnTo>
                <a:lnTo>
                  <a:pt x="1023878" y="397634"/>
                </a:lnTo>
                <a:lnTo>
                  <a:pt x="1023694" y="398048"/>
                </a:lnTo>
                <a:lnTo>
                  <a:pt x="1025006" y="394736"/>
                </a:lnTo>
                <a:lnTo>
                  <a:pt x="1024847" y="395160"/>
                </a:lnTo>
                <a:lnTo>
                  <a:pt x="1025988" y="391776"/>
                </a:lnTo>
                <a:lnTo>
                  <a:pt x="1025854" y="392212"/>
                </a:lnTo>
                <a:lnTo>
                  <a:pt x="1026837" y="388754"/>
                </a:lnTo>
                <a:lnTo>
                  <a:pt x="1026727" y="389191"/>
                </a:lnTo>
                <a:lnTo>
                  <a:pt x="1027540" y="385674"/>
                </a:lnTo>
                <a:lnTo>
                  <a:pt x="1027443" y="386122"/>
                </a:lnTo>
                <a:lnTo>
                  <a:pt x="1028086" y="382531"/>
                </a:lnTo>
                <a:lnTo>
                  <a:pt x="1028013" y="382981"/>
                </a:lnTo>
                <a:lnTo>
                  <a:pt x="1028487" y="379341"/>
                </a:lnTo>
                <a:lnTo>
                  <a:pt x="1028438" y="379801"/>
                </a:lnTo>
                <a:lnTo>
                  <a:pt x="1028717" y="376101"/>
                </a:lnTo>
                <a:lnTo>
                  <a:pt x="1028693" y="376562"/>
                </a:lnTo>
                <a:lnTo>
                  <a:pt x="1028789" y="372814"/>
                </a:lnTo>
                <a:lnTo>
                  <a:pt x="1028789" y="373045"/>
                </a:lnTo>
                <a:lnTo>
                  <a:pt x="1028789" y="81888"/>
                </a:lnTo>
                <a:lnTo>
                  <a:pt x="1028789" y="82118"/>
                </a:lnTo>
                <a:lnTo>
                  <a:pt x="1028693" y="78370"/>
                </a:lnTo>
                <a:lnTo>
                  <a:pt x="1028717" y="78831"/>
                </a:lnTo>
                <a:lnTo>
                  <a:pt x="1028438" y="75131"/>
                </a:lnTo>
                <a:lnTo>
                  <a:pt x="1028487" y="75592"/>
                </a:lnTo>
                <a:lnTo>
                  <a:pt x="1028013" y="71952"/>
                </a:lnTo>
                <a:lnTo>
                  <a:pt x="1028086" y="72401"/>
                </a:lnTo>
                <a:lnTo>
                  <a:pt x="1027443" y="68822"/>
                </a:lnTo>
                <a:lnTo>
                  <a:pt x="1027540" y="69271"/>
                </a:lnTo>
                <a:lnTo>
                  <a:pt x="1026727" y="65741"/>
                </a:lnTo>
                <a:lnTo>
                  <a:pt x="1026837" y="66177"/>
                </a:lnTo>
                <a:lnTo>
                  <a:pt x="1025854" y="62733"/>
                </a:lnTo>
                <a:lnTo>
                  <a:pt x="1025988" y="63157"/>
                </a:lnTo>
                <a:lnTo>
                  <a:pt x="1024847" y="59772"/>
                </a:lnTo>
                <a:lnTo>
                  <a:pt x="1025006" y="60197"/>
                </a:lnTo>
                <a:lnTo>
                  <a:pt x="1023694" y="56897"/>
                </a:lnTo>
                <a:lnTo>
                  <a:pt x="1023878" y="57310"/>
                </a:lnTo>
                <a:lnTo>
                  <a:pt x="1022407" y="54082"/>
                </a:lnTo>
                <a:lnTo>
                  <a:pt x="1022603" y="54483"/>
                </a:lnTo>
                <a:lnTo>
                  <a:pt x="1021002" y="51340"/>
                </a:lnTo>
                <a:lnTo>
                  <a:pt x="1021207" y="51729"/>
                </a:lnTo>
                <a:lnTo>
                  <a:pt x="1019462" y="48684"/>
                </a:lnTo>
                <a:lnTo>
                  <a:pt x="1019690" y="49060"/>
                </a:lnTo>
                <a:lnTo>
                  <a:pt x="1017786" y="46100"/>
                </a:lnTo>
                <a:lnTo>
                  <a:pt x="1018040" y="46464"/>
                </a:lnTo>
                <a:lnTo>
                  <a:pt x="1016003" y="43612"/>
                </a:lnTo>
                <a:lnTo>
                  <a:pt x="1016270" y="43965"/>
                </a:lnTo>
                <a:lnTo>
                  <a:pt x="1014111" y="41211"/>
                </a:lnTo>
                <a:lnTo>
                  <a:pt x="1014390" y="41551"/>
                </a:lnTo>
                <a:lnTo>
                  <a:pt x="1012096" y="38906"/>
                </a:lnTo>
                <a:lnTo>
                  <a:pt x="1012388" y="39221"/>
                </a:lnTo>
                <a:lnTo>
                  <a:pt x="1009974" y="36698"/>
                </a:lnTo>
                <a:lnTo>
                  <a:pt x="1010289" y="37001"/>
                </a:lnTo>
                <a:lnTo>
                  <a:pt x="1007754" y="34599"/>
                </a:lnTo>
                <a:lnTo>
                  <a:pt x="1008081" y="34890"/>
                </a:lnTo>
                <a:lnTo>
                  <a:pt x="1005437" y="32597"/>
                </a:lnTo>
                <a:lnTo>
                  <a:pt x="1005776" y="32877"/>
                </a:lnTo>
                <a:lnTo>
                  <a:pt x="1003024" y="30717"/>
                </a:lnTo>
                <a:lnTo>
                  <a:pt x="1003374" y="30972"/>
                </a:lnTo>
                <a:lnTo>
                  <a:pt x="1000523" y="28946"/>
                </a:lnTo>
                <a:lnTo>
                  <a:pt x="1000877" y="29189"/>
                </a:lnTo>
                <a:lnTo>
                  <a:pt x="997927" y="27297"/>
                </a:lnTo>
                <a:lnTo>
                  <a:pt x="998304" y="27527"/>
                </a:lnTo>
                <a:lnTo>
                  <a:pt x="995259" y="25767"/>
                </a:lnTo>
                <a:lnTo>
                  <a:pt x="995646" y="25986"/>
                </a:lnTo>
                <a:lnTo>
                  <a:pt x="992505" y="24373"/>
                </a:lnTo>
                <a:lnTo>
                  <a:pt x="992905" y="24567"/>
                </a:lnTo>
                <a:lnTo>
                  <a:pt x="989678" y="23111"/>
                </a:lnTo>
                <a:lnTo>
                  <a:pt x="990091" y="23281"/>
                </a:lnTo>
                <a:lnTo>
                  <a:pt x="986779" y="21982"/>
                </a:lnTo>
                <a:lnTo>
                  <a:pt x="987203" y="22140"/>
                </a:lnTo>
                <a:lnTo>
                  <a:pt x="983820" y="20987"/>
                </a:lnTo>
                <a:lnTo>
                  <a:pt x="984256" y="21121"/>
                </a:lnTo>
                <a:lnTo>
                  <a:pt x="980797" y="20139"/>
                </a:lnTo>
                <a:lnTo>
                  <a:pt x="981235" y="20259"/>
                </a:lnTo>
                <a:lnTo>
                  <a:pt x="977715" y="19446"/>
                </a:lnTo>
                <a:lnTo>
                  <a:pt x="978165" y="19532"/>
                </a:lnTo>
                <a:lnTo>
                  <a:pt x="974574" y="18901"/>
                </a:lnTo>
                <a:lnTo>
                  <a:pt x="975036" y="18962"/>
                </a:lnTo>
                <a:lnTo>
                  <a:pt x="971395" y="18501"/>
                </a:lnTo>
                <a:lnTo>
                  <a:pt x="971845" y="18549"/>
                </a:lnTo>
                <a:lnTo>
                  <a:pt x="968146" y="18270"/>
                </a:lnTo>
                <a:lnTo>
                  <a:pt x="968606" y="18295"/>
                </a:lnTo>
                <a:lnTo>
                  <a:pt x="964870" y="18198"/>
                </a:lnTo>
                <a:lnTo>
                  <a:pt x="965099" y="18198"/>
                </a:lnTo>
                <a:lnTo>
                  <a:pt x="81888" y="18198"/>
                </a:lnTo>
                <a:lnTo>
                  <a:pt x="82120" y="18198"/>
                </a:lnTo>
                <a:lnTo>
                  <a:pt x="78372" y="18295"/>
                </a:lnTo>
                <a:lnTo>
                  <a:pt x="78832" y="18270"/>
                </a:lnTo>
                <a:lnTo>
                  <a:pt x="75131" y="18549"/>
                </a:lnTo>
                <a:lnTo>
                  <a:pt x="75594" y="18501"/>
                </a:lnTo>
                <a:lnTo>
                  <a:pt x="71954" y="18962"/>
                </a:lnTo>
                <a:lnTo>
                  <a:pt x="72402" y="18901"/>
                </a:lnTo>
                <a:lnTo>
                  <a:pt x="68823" y="19532"/>
                </a:lnTo>
                <a:lnTo>
                  <a:pt x="69259" y="19446"/>
                </a:lnTo>
                <a:lnTo>
                  <a:pt x="65741" y="20259"/>
                </a:lnTo>
                <a:lnTo>
                  <a:pt x="66179" y="20139"/>
                </a:lnTo>
                <a:lnTo>
                  <a:pt x="62733" y="21121"/>
                </a:lnTo>
                <a:lnTo>
                  <a:pt x="63158" y="20987"/>
                </a:lnTo>
                <a:lnTo>
                  <a:pt x="59773" y="22140"/>
                </a:lnTo>
                <a:lnTo>
                  <a:pt x="60197" y="21982"/>
                </a:lnTo>
                <a:lnTo>
                  <a:pt x="56899" y="23281"/>
                </a:lnTo>
                <a:lnTo>
                  <a:pt x="57298" y="23111"/>
                </a:lnTo>
                <a:lnTo>
                  <a:pt x="54082" y="24567"/>
                </a:lnTo>
                <a:lnTo>
                  <a:pt x="54485" y="24373"/>
                </a:lnTo>
                <a:lnTo>
                  <a:pt x="51342" y="25986"/>
                </a:lnTo>
                <a:lnTo>
                  <a:pt x="51729" y="25767"/>
                </a:lnTo>
                <a:lnTo>
                  <a:pt x="48686" y="27527"/>
                </a:lnTo>
                <a:lnTo>
                  <a:pt x="49061" y="27297"/>
                </a:lnTo>
                <a:lnTo>
                  <a:pt x="46101" y="29189"/>
                </a:lnTo>
                <a:lnTo>
                  <a:pt x="46466" y="28946"/>
                </a:lnTo>
                <a:lnTo>
                  <a:pt x="43612" y="30972"/>
                </a:lnTo>
                <a:lnTo>
                  <a:pt x="43965" y="30717"/>
                </a:lnTo>
                <a:lnTo>
                  <a:pt x="41211" y="32877"/>
                </a:lnTo>
                <a:lnTo>
                  <a:pt x="41551" y="32597"/>
                </a:lnTo>
                <a:lnTo>
                  <a:pt x="38907" y="34890"/>
                </a:lnTo>
                <a:lnTo>
                  <a:pt x="39223" y="34599"/>
                </a:lnTo>
                <a:lnTo>
                  <a:pt x="36699" y="37001"/>
                </a:lnTo>
                <a:lnTo>
                  <a:pt x="37002" y="36698"/>
                </a:lnTo>
                <a:lnTo>
                  <a:pt x="34601" y="39221"/>
                </a:lnTo>
                <a:lnTo>
                  <a:pt x="34890" y="38906"/>
                </a:lnTo>
                <a:lnTo>
                  <a:pt x="32599" y="41551"/>
                </a:lnTo>
                <a:lnTo>
                  <a:pt x="32878" y="41211"/>
                </a:lnTo>
                <a:lnTo>
                  <a:pt x="30717" y="43965"/>
                </a:lnTo>
                <a:lnTo>
                  <a:pt x="30971" y="43612"/>
                </a:lnTo>
                <a:lnTo>
                  <a:pt x="28946" y="46464"/>
                </a:lnTo>
                <a:lnTo>
                  <a:pt x="29189" y="46100"/>
                </a:lnTo>
                <a:lnTo>
                  <a:pt x="27297" y="49060"/>
                </a:lnTo>
                <a:lnTo>
                  <a:pt x="27527" y="48684"/>
                </a:lnTo>
                <a:lnTo>
                  <a:pt x="25769" y="51729"/>
                </a:lnTo>
                <a:lnTo>
                  <a:pt x="25987" y="51340"/>
                </a:lnTo>
                <a:lnTo>
                  <a:pt x="24374" y="54483"/>
                </a:lnTo>
                <a:lnTo>
                  <a:pt x="24567" y="54082"/>
                </a:lnTo>
                <a:lnTo>
                  <a:pt x="23111" y="57310"/>
                </a:lnTo>
                <a:lnTo>
                  <a:pt x="23282" y="56897"/>
                </a:lnTo>
                <a:lnTo>
                  <a:pt x="21982" y="60197"/>
                </a:lnTo>
                <a:lnTo>
                  <a:pt x="22129" y="59772"/>
                </a:lnTo>
                <a:lnTo>
                  <a:pt x="20988" y="63157"/>
                </a:lnTo>
                <a:lnTo>
                  <a:pt x="21123" y="62733"/>
                </a:lnTo>
                <a:lnTo>
                  <a:pt x="20139" y="66177"/>
                </a:lnTo>
                <a:lnTo>
                  <a:pt x="20261" y="65741"/>
                </a:lnTo>
                <a:lnTo>
                  <a:pt x="19448" y="69271"/>
                </a:lnTo>
                <a:lnTo>
                  <a:pt x="19532" y="68822"/>
                </a:lnTo>
                <a:lnTo>
                  <a:pt x="18890" y="72401"/>
                </a:lnTo>
                <a:lnTo>
                  <a:pt x="18962" y="71952"/>
                </a:lnTo>
                <a:lnTo>
                  <a:pt x="18501" y="75592"/>
                </a:lnTo>
                <a:lnTo>
                  <a:pt x="18550" y="75131"/>
                </a:lnTo>
                <a:lnTo>
                  <a:pt x="18271" y="78831"/>
                </a:lnTo>
                <a:lnTo>
                  <a:pt x="18295" y="78370"/>
                </a:lnTo>
                <a:lnTo>
                  <a:pt x="18198" y="82118"/>
                </a:lnTo>
              </a:path>
            </a:pathLst>
          </a:custGeom>
          <a:solidFill xmlns:a="http://schemas.openxmlformats.org/drawingml/2006/main">
            <a:srgbClr val="747474"/>
          </a:solidFill>
          <a:ln xmlns:a="http://schemas.openxmlformats.org/drawingml/2006/main" w="0">
            <a:noFill/>
            <a:prstDash val="solid"/>
          </a:ln>
        </p:spPr>
      </p:sp>
      <p:sp>
        <p:nvSpPr>
          <p:cNvPr id="16" name="pdf-text-20-0">
            <a:extLst xmlns:a="http://schemas.openxmlformats.org/drawingml/2006/main">
              <a:ext uri="{FF2B5EF4-FFF2-40B4-BE49-F238E27FC236}">
                <a16:creationId xmlns:a16="http://schemas.microsoft.com/office/drawing/2014/main" id="{9DE219DF-B59A-4B6B-BA7F-9BCF892753FB}"/>
              </a:ext>
            </a:extLst>
          </p:cNvPr>
          <p:cNvSpPr>
            <a:spLocks xmlns:a="http://schemas.openxmlformats.org/drawingml/2006/main" noGrp="1"/>
          </p:cNvSpPr>
          <p:nvPr/>
        </p:nvSpPr>
        <p:spPr>
          <a:xfrm xmlns:a="http://schemas.openxmlformats.org/drawingml/2006/main" rot="0">
            <a:off x="9006639" y="1572627"/>
            <a:ext cx="769657" cy="1704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8" b="0" i="0">
                <a:solidFill>
                  <a:srgbClr val="000000"/>
                </a:solidFill>
                <a:latin typeface="Times New Roman"/>
                <a:ea typeface="Times New Roman"/>
                <a:cs typeface="Times New Roman"/>
              </a:defRPr>
            </a:defPPr>
          </a:lstStyle>
          <a:p xmlns:a="http://schemas.openxmlformats.org/drawingml/2006/main">
            <a:pPr algn="l">
              <a:defRPr sz="1338" b="0" i="0">
                <a:solidFill>
                  <a:srgbClr val="000000"/>
                </a:solidFill>
                <a:latin typeface="Times New Roman"/>
                <a:ea typeface="Times New Roman"/>
                <a:cs typeface="Times New Roman"/>
              </a:defRPr>
            </a:pPr>
            <a:r>
              <a:rPr sz="1338" b="0" i="0">
                <a:solidFill>
                  <a:srgbClr val="000000"/>
                </a:solidFill>
                <a:latin typeface="Times New Roman"/>
                <a:ea typeface="Times New Roman"/>
                <a:cs typeface="Times New Roman"/>
              </a:rPr>
              <a:t>Train PRM</a:t>
            </a:r>
          </a:p>
        </p:txBody>
      </p:sp>
      <p:sp>
        <p:nvSpPr>
          <p:cNvPr id="17" name="pdf-path-20">
            <a:extLst xmlns:a="http://schemas.openxmlformats.org/drawingml/2006/main">
              <a:ext uri="{FF2B5EF4-FFF2-40B4-BE49-F238E27FC236}">
                <a16:creationId xmlns:a16="http://schemas.microsoft.com/office/drawing/2014/main" id="{B3F019BF-CAA6-4879-97F0-8F55E4B58393}"/>
              </a:ext>
            </a:extLst>
          </p:cNvPr>
          <p:cNvSpPr>
            <a:spLocks xmlns:a="http://schemas.openxmlformats.org/drawingml/2006/main" noGrp="1"/>
          </p:cNvSpPr>
          <p:nvPr/>
        </p:nvSpPr>
        <p:spPr>
          <a:xfrm xmlns:a="http://schemas.openxmlformats.org/drawingml/2006/main" rot="0">
            <a:off x="3917202" y="1452576"/>
            <a:ext cx="1173361" cy="437026"/>
          </a:xfrm>
          <a:custGeom xmlns:a="http://schemas.openxmlformats.org/drawingml/2006/main">
            <a:pathLst>
              <a:path w="1173361" h="437026">
                <a:moveTo>
                  <a:pt x="0" y="73080"/>
                </a:moveTo>
                <a:cubicBezTo>
                  <a:pt x="12" y="32597"/>
                  <a:pt x="32598" y="0"/>
                  <a:pt x="72789" y="291"/>
                </a:cubicBezTo>
                <a:lnTo>
                  <a:pt x="1100572" y="291"/>
                </a:lnTo>
                <a:cubicBezTo>
                  <a:pt x="1140763" y="0"/>
                  <a:pt x="1173348" y="32597"/>
                  <a:pt x="1173361" y="73080"/>
                </a:cubicBezTo>
                <a:lnTo>
                  <a:pt x="1173361" y="364237"/>
                </a:lnTo>
                <a:cubicBezTo>
                  <a:pt x="1173348" y="404149"/>
                  <a:pt x="1140763" y="436747"/>
                  <a:pt x="1100572" y="437026"/>
                </a:cubicBezTo>
                <a:lnTo>
                  <a:pt x="72789" y="437026"/>
                </a:lnTo>
                <a:cubicBezTo>
                  <a:pt x="32598" y="436747"/>
                  <a:pt x="12" y="404149"/>
                  <a:pt x="0" y="364237"/>
                </a:cubicBezTo>
                <a:lnTo>
                  <a:pt x="0" y="73080"/>
                </a:lnTo>
              </a:path>
            </a:pathLst>
          </a:custGeom>
          <a:solidFill xmlns:a="http://schemas.openxmlformats.org/drawingml/2006/main">
            <a:srgbClr val="CAEEFB">
              <a:alpha val="36000"/>
            </a:srgbClr>
          </a:solidFill>
          <a:ln xmlns:a="http://schemas.openxmlformats.org/drawingml/2006/main" w="0">
            <a:noFill/>
            <a:prstDash val="solid"/>
          </a:ln>
        </p:spPr>
      </p:sp>
      <p:sp>
        <p:nvSpPr>
          <p:cNvPr id="18" name="pdf-path-21">
            <a:extLst xmlns:a="http://schemas.openxmlformats.org/drawingml/2006/main">
              <a:ext uri="{FF2B5EF4-FFF2-40B4-BE49-F238E27FC236}">
                <a16:creationId xmlns:a16="http://schemas.microsoft.com/office/drawing/2014/main" id="{FCA07C1E-93C3-40F7-940A-4B11249B01B6}"/>
              </a:ext>
            </a:extLst>
          </p:cNvPr>
          <p:cNvSpPr>
            <a:spLocks xmlns:a="http://schemas.openxmlformats.org/drawingml/2006/main" noGrp="1"/>
          </p:cNvSpPr>
          <p:nvPr/>
        </p:nvSpPr>
        <p:spPr>
          <a:xfrm xmlns:a="http://schemas.openxmlformats.org/drawingml/2006/main" rot="0">
            <a:off x="3908116" y="1443477"/>
            <a:ext cx="1191533" cy="454945"/>
          </a:xfrm>
          <a:custGeom xmlns:a="http://schemas.openxmlformats.org/drawingml/2006/main">
            <a:pathLst>
              <a:path w="1191533" h="454945">
                <a:moveTo>
                  <a:pt x="109" y="77690"/>
                </a:moveTo>
                <a:lnTo>
                  <a:pt x="424" y="73530"/>
                </a:lnTo>
                <a:lnTo>
                  <a:pt x="946" y="69428"/>
                </a:lnTo>
                <a:lnTo>
                  <a:pt x="1661" y="65401"/>
                </a:lnTo>
                <a:lnTo>
                  <a:pt x="2572" y="61434"/>
                </a:lnTo>
                <a:lnTo>
                  <a:pt x="3676" y="57540"/>
                </a:lnTo>
                <a:lnTo>
                  <a:pt x="4973" y="53743"/>
                </a:lnTo>
                <a:lnTo>
                  <a:pt x="6442" y="50018"/>
                </a:lnTo>
                <a:lnTo>
                  <a:pt x="8079" y="46391"/>
                </a:lnTo>
                <a:lnTo>
                  <a:pt x="9887" y="42849"/>
                </a:lnTo>
                <a:lnTo>
                  <a:pt x="11864" y="39428"/>
                </a:lnTo>
                <a:lnTo>
                  <a:pt x="13987" y="36103"/>
                </a:lnTo>
                <a:lnTo>
                  <a:pt x="16268" y="32889"/>
                </a:lnTo>
                <a:lnTo>
                  <a:pt x="18706" y="29796"/>
                </a:lnTo>
                <a:lnTo>
                  <a:pt x="21278" y="26835"/>
                </a:lnTo>
                <a:lnTo>
                  <a:pt x="23984" y="23985"/>
                </a:lnTo>
                <a:lnTo>
                  <a:pt x="26822" y="21280"/>
                </a:lnTo>
                <a:lnTo>
                  <a:pt x="29795" y="18707"/>
                </a:lnTo>
                <a:lnTo>
                  <a:pt x="32888" y="16281"/>
                </a:lnTo>
                <a:lnTo>
                  <a:pt x="36102" y="13988"/>
                </a:lnTo>
                <a:lnTo>
                  <a:pt x="39414" y="11865"/>
                </a:lnTo>
                <a:lnTo>
                  <a:pt x="42848" y="9887"/>
                </a:lnTo>
                <a:lnTo>
                  <a:pt x="46379" y="8080"/>
                </a:lnTo>
                <a:lnTo>
                  <a:pt x="50006" y="6443"/>
                </a:lnTo>
                <a:lnTo>
                  <a:pt x="53730" y="4974"/>
                </a:lnTo>
                <a:lnTo>
                  <a:pt x="57539" y="3689"/>
                </a:lnTo>
                <a:lnTo>
                  <a:pt x="61433" y="2585"/>
                </a:lnTo>
                <a:lnTo>
                  <a:pt x="65400" y="1662"/>
                </a:lnTo>
                <a:lnTo>
                  <a:pt x="69428" y="947"/>
                </a:lnTo>
                <a:lnTo>
                  <a:pt x="73529" y="426"/>
                </a:lnTo>
                <a:lnTo>
                  <a:pt x="77677" y="110"/>
                </a:lnTo>
                <a:lnTo>
                  <a:pt x="81778" y="0"/>
                </a:lnTo>
                <a:lnTo>
                  <a:pt x="1109754" y="0"/>
                </a:lnTo>
                <a:lnTo>
                  <a:pt x="1113855" y="110"/>
                </a:lnTo>
                <a:lnTo>
                  <a:pt x="1118004" y="426"/>
                </a:lnTo>
                <a:lnTo>
                  <a:pt x="1122104" y="947"/>
                </a:lnTo>
                <a:lnTo>
                  <a:pt x="1126144" y="1662"/>
                </a:lnTo>
                <a:lnTo>
                  <a:pt x="1130099" y="2585"/>
                </a:lnTo>
                <a:lnTo>
                  <a:pt x="1133993" y="3689"/>
                </a:lnTo>
                <a:lnTo>
                  <a:pt x="1137803" y="4974"/>
                </a:lnTo>
                <a:lnTo>
                  <a:pt x="1141527" y="6443"/>
                </a:lnTo>
                <a:lnTo>
                  <a:pt x="1145154" y="8080"/>
                </a:lnTo>
                <a:lnTo>
                  <a:pt x="1148684" y="9887"/>
                </a:lnTo>
                <a:lnTo>
                  <a:pt x="1152118" y="11865"/>
                </a:lnTo>
                <a:lnTo>
                  <a:pt x="1155441" y="13988"/>
                </a:lnTo>
                <a:lnTo>
                  <a:pt x="1158644" y="16281"/>
                </a:lnTo>
                <a:lnTo>
                  <a:pt x="1161738" y="18707"/>
                </a:lnTo>
                <a:lnTo>
                  <a:pt x="1164709" y="21280"/>
                </a:lnTo>
                <a:lnTo>
                  <a:pt x="1167549" y="23985"/>
                </a:lnTo>
                <a:lnTo>
                  <a:pt x="1170254" y="26835"/>
                </a:lnTo>
                <a:lnTo>
                  <a:pt x="1172839" y="29796"/>
                </a:lnTo>
                <a:lnTo>
                  <a:pt x="1175264" y="32889"/>
                </a:lnTo>
                <a:lnTo>
                  <a:pt x="1177545" y="36103"/>
                </a:lnTo>
                <a:lnTo>
                  <a:pt x="1179680" y="39428"/>
                </a:lnTo>
                <a:lnTo>
                  <a:pt x="1181645" y="42849"/>
                </a:lnTo>
                <a:lnTo>
                  <a:pt x="1183453" y="46391"/>
                </a:lnTo>
                <a:lnTo>
                  <a:pt x="1185092" y="50018"/>
                </a:lnTo>
                <a:lnTo>
                  <a:pt x="1186559" y="53743"/>
                </a:lnTo>
                <a:lnTo>
                  <a:pt x="1187857" y="57540"/>
                </a:lnTo>
                <a:lnTo>
                  <a:pt x="1188961" y="61434"/>
                </a:lnTo>
                <a:lnTo>
                  <a:pt x="1189871" y="65401"/>
                </a:lnTo>
                <a:lnTo>
                  <a:pt x="1190599" y="69428"/>
                </a:lnTo>
                <a:lnTo>
                  <a:pt x="1191108" y="73530"/>
                </a:lnTo>
                <a:lnTo>
                  <a:pt x="1191423" y="77690"/>
                </a:lnTo>
                <a:lnTo>
                  <a:pt x="1191533" y="81778"/>
                </a:lnTo>
                <a:lnTo>
                  <a:pt x="1191533" y="373166"/>
                </a:lnTo>
                <a:lnTo>
                  <a:pt x="1191423" y="377254"/>
                </a:lnTo>
                <a:lnTo>
                  <a:pt x="1191108" y="381415"/>
                </a:lnTo>
                <a:lnTo>
                  <a:pt x="1190599" y="385515"/>
                </a:lnTo>
                <a:lnTo>
                  <a:pt x="1189871" y="389544"/>
                </a:lnTo>
                <a:lnTo>
                  <a:pt x="1188961" y="393510"/>
                </a:lnTo>
                <a:lnTo>
                  <a:pt x="1187857" y="397392"/>
                </a:lnTo>
                <a:lnTo>
                  <a:pt x="1186559" y="401201"/>
                </a:lnTo>
                <a:lnTo>
                  <a:pt x="1185092" y="404926"/>
                </a:lnTo>
                <a:lnTo>
                  <a:pt x="1183453" y="408553"/>
                </a:lnTo>
                <a:lnTo>
                  <a:pt x="1181645" y="412095"/>
                </a:lnTo>
                <a:lnTo>
                  <a:pt x="1179680" y="415516"/>
                </a:lnTo>
                <a:lnTo>
                  <a:pt x="1177545" y="418841"/>
                </a:lnTo>
                <a:lnTo>
                  <a:pt x="1175264" y="422056"/>
                </a:lnTo>
                <a:lnTo>
                  <a:pt x="1172839" y="425149"/>
                </a:lnTo>
                <a:lnTo>
                  <a:pt x="1170254" y="428109"/>
                </a:lnTo>
                <a:lnTo>
                  <a:pt x="1167549" y="430960"/>
                </a:lnTo>
                <a:lnTo>
                  <a:pt x="1164709" y="433665"/>
                </a:lnTo>
                <a:lnTo>
                  <a:pt x="1161738" y="436238"/>
                </a:lnTo>
                <a:lnTo>
                  <a:pt x="1158644" y="438664"/>
                </a:lnTo>
                <a:lnTo>
                  <a:pt x="1155441" y="440944"/>
                </a:lnTo>
                <a:lnTo>
                  <a:pt x="1152118" y="443080"/>
                </a:lnTo>
                <a:lnTo>
                  <a:pt x="1148684" y="445058"/>
                </a:lnTo>
                <a:lnTo>
                  <a:pt x="1145154" y="446865"/>
                </a:lnTo>
                <a:lnTo>
                  <a:pt x="1141527" y="448502"/>
                </a:lnTo>
                <a:lnTo>
                  <a:pt x="1137803" y="449971"/>
                </a:lnTo>
                <a:lnTo>
                  <a:pt x="1133993" y="451256"/>
                </a:lnTo>
                <a:lnTo>
                  <a:pt x="1130099" y="452360"/>
                </a:lnTo>
                <a:lnTo>
                  <a:pt x="1126144" y="453282"/>
                </a:lnTo>
                <a:lnTo>
                  <a:pt x="1122104" y="453998"/>
                </a:lnTo>
                <a:lnTo>
                  <a:pt x="1118004" y="454519"/>
                </a:lnTo>
                <a:lnTo>
                  <a:pt x="1113855" y="454835"/>
                </a:lnTo>
                <a:lnTo>
                  <a:pt x="1109754" y="454945"/>
                </a:lnTo>
                <a:lnTo>
                  <a:pt x="81778" y="454945"/>
                </a:lnTo>
                <a:lnTo>
                  <a:pt x="77677" y="454835"/>
                </a:lnTo>
                <a:lnTo>
                  <a:pt x="73529" y="454519"/>
                </a:lnTo>
                <a:lnTo>
                  <a:pt x="69428" y="453998"/>
                </a:lnTo>
                <a:lnTo>
                  <a:pt x="65400" y="453282"/>
                </a:lnTo>
                <a:lnTo>
                  <a:pt x="61433" y="452360"/>
                </a:lnTo>
                <a:lnTo>
                  <a:pt x="57539" y="451256"/>
                </a:lnTo>
                <a:lnTo>
                  <a:pt x="53730" y="449971"/>
                </a:lnTo>
                <a:lnTo>
                  <a:pt x="50006" y="448502"/>
                </a:lnTo>
                <a:lnTo>
                  <a:pt x="46379" y="446865"/>
                </a:lnTo>
                <a:lnTo>
                  <a:pt x="42848" y="445058"/>
                </a:lnTo>
                <a:lnTo>
                  <a:pt x="39414" y="443080"/>
                </a:lnTo>
                <a:lnTo>
                  <a:pt x="36102" y="440944"/>
                </a:lnTo>
                <a:lnTo>
                  <a:pt x="32888" y="438664"/>
                </a:lnTo>
                <a:lnTo>
                  <a:pt x="29795" y="436238"/>
                </a:lnTo>
                <a:lnTo>
                  <a:pt x="26822" y="433665"/>
                </a:lnTo>
                <a:lnTo>
                  <a:pt x="23984" y="430960"/>
                </a:lnTo>
                <a:lnTo>
                  <a:pt x="21278" y="428109"/>
                </a:lnTo>
                <a:lnTo>
                  <a:pt x="18706" y="425149"/>
                </a:lnTo>
                <a:lnTo>
                  <a:pt x="16268" y="422056"/>
                </a:lnTo>
                <a:lnTo>
                  <a:pt x="13987" y="418841"/>
                </a:lnTo>
                <a:lnTo>
                  <a:pt x="11864" y="415516"/>
                </a:lnTo>
                <a:lnTo>
                  <a:pt x="9887" y="412095"/>
                </a:lnTo>
                <a:lnTo>
                  <a:pt x="8079" y="408553"/>
                </a:lnTo>
                <a:lnTo>
                  <a:pt x="6442" y="404926"/>
                </a:lnTo>
                <a:lnTo>
                  <a:pt x="4973" y="401201"/>
                </a:lnTo>
                <a:lnTo>
                  <a:pt x="3676" y="397392"/>
                </a:lnTo>
                <a:lnTo>
                  <a:pt x="2572" y="393510"/>
                </a:lnTo>
                <a:lnTo>
                  <a:pt x="1661" y="389544"/>
                </a:lnTo>
                <a:lnTo>
                  <a:pt x="946" y="385515"/>
                </a:lnTo>
                <a:lnTo>
                  <a:pt x="424" y="381415"/>
                </a:lnTo>
                <a:lnTo>
                  <a:pt x="109" y="377254"/>
                </a:lnTo>
                <a:lnTo>
                  <a:pt x="0" y="373166"/>
                </a:lnTo>
                <a:lnTo>
                  <a:pt x="0" y="81778"/>
                </a:lnTo>
                <a:lnTo>
                  <a:pt x="109" y="77690"/>
                </a:lnTo>
                <a:moveTo>
                  <a:pt x="18197" y="82118"/>
                </a:moveTo>
                <a:lnTo>
                  <a:pt x="18197" y="81888"/>
                </a:lnTo>
                <a:lnTo>
                  <a:pt x="18197" y="373045"/>
                </a:lnTo>
                <a:lnTo>
                  <a:pt x="18197" y="372826"/>
                </a:lnTo>
                <a:lnTo>
                  <a:pt x="18294" y="376562"/>
                </a:lnTo>
                <a:lnTo>
                  <a:pt x="18269" y="376101"/>
                </a:lnTo>
                <a:lnTo>
                  <a:pt x="18549" y="379801"/>
                </a:lnTo>
                <a:lnTo>
                  <a:pt x="18500" y="379341"/>
                </a:lnTo>
                <a:lnTo>
                  <a:pt x="18961" y="382993"/>
                </a:lnTo>
                <a:lnTo>
                  <a:pt x="18901" y="382531"/>
                </a:lnTo>
                <a:lnTo>
                  <a:pt x="19531" y="386122"/>
                </a:lnTo>
                <a:lnTo>
                  <a:pt x="19446" y="385674"/>
                </a:lnTo>
                <a:lnTo>
                  <a:pt x="20259" y="389191"/>
                </a:lnTo>
                <a:lnTo>
                  <a:pt x="20150" y="388754"/>
                </a:lnTo>
                <a:lnTo>
                  <a:pt x="21120" y="392212"/>
                </a:lnTo>
                <a:lnTo>
                  <a:pt x="20987" y="391776"/>
                </a:lnTo>
                <a:lnTo>
                  <a:pt x="22140" y="395160"/>
                </a:lnTo>
                <a:lnTo>
                  <a:pt x="21982" y="394736"/>
                </a:lnTo>
                <a:lnTo>
                  <a:pt x="23280" y="398048"/>
                </a:lnTo>
                <a:lnTo>
                  <a:pt x="23110" y="397634"/>
                </a:lnTo>
                <a:lnTo>
                  <a:pt x="24565" y="400862"/>
                </a:lnTo>
                <a:lnTo>
                  <a:pt x="24372" y="400462"/>
                </a:lnTo>
                <a:lnTo>
                  <a:pt x="25985" y="403604"/>
                </a:lnTo>
                <a:lnTo>
                  <a:pt x="25767" y="403216"/>
                </a:lnTo>
                <a:lnTo>
                  <a:pt x="27526" y="406261"/>
                </a:lnTo>
                <a:lnTo>
                  <a:pt x="27296" y="405884"/>
                </a:lnTo>
                <a:lnTo>
                  <a:pt x="29188" y="408832"/>
                </a:lnTo>
                <a:lnTo>
                  <a:pt x="28946" y="408481"/>
                </a:lnTo>
                <a:lnTo>
                  <a:pt x="30971" y="411332"/>
                </a:lnTo>
                <a:lnTo>
                  <a:pt x="30717" y="410979"/>
                </a:lnTo>
                <a:lnTo>
                  <a:pt x="32876" y="413734"/>
                </a:lnTo>
                <a:lnTo>
                  <a:pt x="32598" y="413394"/>
                </a:lnTo>
                <a:lnTo>
                  <a:pt x="34889" y="416038"/>
                </a:lnTo>
                <a:lnTo>
                  <a:pt x="34599" y="415711"/>
                </a:lnTo>
                <a:lnTo>
                  <a:pt x="37001" y="418246"/>
                </a:lnTo>
                <a:lnTo>
                  <a:pt x="36697" y="417930"/>
                </a:lnTo>
                <a:lnTo>
                  <a:pt x="39221" y="420345"/>
                </a:lnTo>
                <a:lnTo>
                  <a:pt x="38905" y="420055"/>
                </a:lnTo>
                <a:lnTo>
                  <a:pt x="41550" y="422346"/>
                </a:lnTo>
                <a:lnTo>
                  <a:pt x="41210" y="422067"/>
                </a:lnTo>
                <a:lnTo>
                  <a:pt x="43964" y="424227"/>
                </a:lnTo>
                <a:lnTo>
                  <a:pt x="43612" y="423960"/>
                </a:lnTo>
                <a:lnTo>
                  <a:pt x="46463" y="425998"/>
                </a:lnTo>
                <a:lnTo>
                  <a:pt x="46100" y="425744"/>
                </a:lnTo>
                <a:lnTo>
                  <a:pt x="49060" y="427636"/>
                </a:lnTo>
                <a:lnTo>
                  <a:pt x="48683" y="427418"/>
                </a:lnTo>
                <a:lnTo>
                  <a:pt x="51729" y="429165"/>
                </a:lnTo>
                <a:lnTo>
                  <a:pt x="51340" y="428958"/>
                </a:lnTo>
                <a:lnTo>
                  <a:pt x="54482" y="430560"/>
                </a:lnTo>
                <a:lnTo>
                  <a:pt x="54082" y="430366"/>
                </a:lnTo>
                <a:lnTo>
                  <a:pt x="57309" y="431834"/>
                </a:lnTo>
                <a:lnTo>
                  <a:pt x="56896" y="431652"/>
                </a:lnTo>
                <a:lnTo>
                  <a:pt x="60196" y="432963"/>
                </a:lnTo>
                <a:lnTo>
                  <a:pt x="59784" y="432804"/>
                </a:lnTo>
                <a:lnTo>
                  <a:pt x="63157" y="433944"/>
                </a:lnTo>
                <a:lnTo>
                  <a:pt x="62731" y="433811"/>
                </a:lnTo>
                <a:lnTo>
                  <a:pt x="66190" y="434794"/>
                </a:lnTo>
                <a:lnTo>
                  <a:pt x="65740" y="434684"/>
                </a:lnTo>
                <a:lnTo>
                  <a:pt x="69270" y="435498"/>
                </a:lnTo>
                <a:lnTo>
                  <a:pt x="68821" y="435401"/>
                </a:lnTo>
                <a:lnTo>
                  <a:pt x="72400" y="436043"/>
                </a:lnTo>
                <a:lnTo>
                  <a:pt x="71951" y="435970"/>
                </a:lnTo>
                <a:lnTo>
                  <a:pt x="75591" y="436432"/>
                </a:lnTo>
                <a:lnTo>
                  <a:pt x="75142" y="436395"/>
                </a:lnTo>
                <a:lnTo>
                  <a:pt x="78830" y="436674"/>
                </a:lnTo>
                <a:lnTo>
                  <a:pt x="78368" y="436650"/>
                </a:lnTo>
                <a:lnTo>
                  <a:pt x="82117" y="436747"/>
                </a:lnTo>
                <a:lnTo>
                  <a:pt x="81887" y="436747"/>
                </a:lnTo>
                <a:lnTo>
                  <a:pt x="1109644" y="436747"/>
                </a:lnTo>
                <a:lnTo>
                  <a:pt x="1109414" y="436747"/>
                </a:lnTo>
                <a:lnTo>
                  <a:pt x="1113163" y="436650"/>
                </a:lnTo>
                <a:lnTo>
                  <a:pt x="1112702" y="436674"/>
                </a:lnTo>
                <a:lnTo>
                  <a:pt x="1116402" y="436395"/>
                </a:lnTo>
                <a:lnTo>
                  <a:pt x="1115941" y="436432"/>
                </a:lnTo>
                <a:lnTo>
                  <a:pt x="1119580" y="435970"/>
                </a:lnTo>
                <a:lnTo>
                  <a:pt x="1119132" y="436043"/>
                </a:lnTo>
                <a:lnTo>
                  <a:pt x="1122711" y="435401"/>
                </a:lnTo>
                <a:lnTo>
                  <a:pt x="1122274" y="435498"/>
                </a:lnTo>
                <a:lnTo>
                  <a:pt x="1125793" y="434684"/>
                </a:lnTo>
                <a:lnTo>
                  <a:pt x="1125356" y="434794"/>
                </a:lnTo>
                <a:lnTo>
                  <a:pt x="1128801" y="433811"/>
                </a:lnTo>
                <a:lnTo>
                  <a:pt x="1128376" y="433944"/>
                </a:lnTo>
                <a:lnTo>
                  <a:pt x="1131760" y="432804"/>
                </a:lnTo>
                <a:lnTo>
                  <a:pt x="1131336" y="432963"/>
                </a:lnTo>
                <a:lnTo>
                  <a:pt x="1134635" y="431652"/>
                </a:lnTo>
                <a:lnTo>
                  <a:pt x="1134236" y="431834"/>
                </a:lnTo>
                <a:lnTo>
                  <a:pt x="1137451" y="430366"/>
                </a:lnTo>
                <a:lnTo>
                  <a:pt x="1137050" y="430560"/>
                </a:lnTo>
                <a:lnTo>
                  <a:pt x="1140192" y="428958"/>
                </a:lnTo>
                <a:lnTo>
                  <a:pt x="1139804" y="429165"/>
                </a:lnTo>
                <a:lnTo>
                  <a:pt x="1142849" y="427418"/>
                </a:lnTo>
                <a:lnTo>
                  <a:pt x="1142473" y="427636"/>
                </a:lnTo>
                <a:lnTo>
                  <a:pt x="1145433" y="425744"/>
                </a:lnTo>
                <a:lnTo>
                  <a:pt x="1145069" y="425998"/>
                </a:lnTo>
                <a:lnTo>
                  <a:pt x="1147920" y="423960"/>
                </a:lnTo>
                <a:lnTo>
                  <a:pt x="1147580" y="424227"/>
                </a:lnTo>
                <a:lnTo>
                  <a:pt x="1150322" y="422067"/>
                </a:lnTo>
                <a:lnTo>
                  <a:pt x="1149995" y="422346"/>
                </a:lnTo>
                <a:lnTo>
                  <a:pt x="1152627" y="420055"/>
                </a:lnTo>
                <a:lnTo>
                  <a:pt x="1152312" y="420345"/>
                </a:lnTo>
                <a:lnTo>
                  <a:pt x="1154835" y="417930"/>
                </a:lnTo>
                <a:lnTo>
                  <a:pt x="1154532" y="418246"/>
                </a:lnTo>
                <a:lnTo>
                  <a:pt x="1156933" y="415711"/>
                </a:lnTo>
                <a:lnTo>
                  <a:pt x="1156642" y="416038"/>
                </a:lnTo>
                <a:lnTo>
                  <a:pt x="1158936" y="413394"/>
                </a:lnTo>
                <a:lnTo>
                  <a:pt x="1158657" y="413734"/>
                </a:lnTo>
                <a:lnTo>
                  <a:pt x="1160816" y="410979"/>
                </a:lnTo>
                <a:lnTo>
                  <a:pt x="1160561" y="411332"/>
                </a:lnTo>
                <a:lnTo>
                  <a:pt x="1162587" y="408481"/>
                </a:lnTo>
                <a:lnTo>
                  <a:pt x="1162344" y="408832"/>
                </a:lnTo>
                <a:lnTo>
                  <a:pt x="1164237" y="405884"/>
                </a:lnTo>
                <a:lnTo>
                  <a:pt x="1164007" y="406261"/>
                </a:lnTo>
                <a:lnTo>
                  <a:pt x="1165765" y="403216"/>
                </a:lnTo>
                <a:lnTo>
                  <a:pt x="1165547" y="403604"/>
                </a:lnTo>
                <a:lnTo>
                  <a:pt x="1167161" y="400462"/>
                </a:lnTo>
                <a:lnTo>
                  <a:pt x="1166966" y="400862"/>
                </a:lnTo>
                <a:lnTo>
                  <a:pt x="1168423" y="397634"/>
                </a:lnTo>
                <a:lnTo>
                  <a:pt x="1168253" y="398048"/>
                </a:lnTo>
                <a:lnTo>
                  <a:pt x="1169551" y="394736"/>
                </a:lnTo>
                <a:lnTo>
                  <a:pt x="1169404" y="395160"/>
                </a:lnTo>
                <a:lnTo>
                  <a:pt x="1170545" y="391776"/>
                </a:lnTo>
                <a:lnTo>
                  <a:pt x="1170412" y="392212"/>
                </a:lnTo>
                <a:lnTo>
                  <a:pt x="1171394" y="388754"/>
                </a:lnTo>
                <a:lnTo>
                  <a:pt x="1171273" y="389191"/>
                </a:lnTo>
                <a:lnTo>
                  <a:pt x="1172086" y="385674"/>
                </a:lnTo>
                <a:lnTo>
                  <a:pt x="1172001" y="386122"/>
                </a:lnTo>
                <a:lnTo>
                  <a:pt x="1172644" y="382531"/>
                </a:lnTo>
                <a:lnTo>
                  <a:pt x="1172571" y="382993"/>
                </a:lnTo>
                <a:lnTo>
                  <a:pt x="1173032" y="379341"/>
                </a:lnTo>
                <a:lnTo>
                  <a:pt x="1172983" y="379801"/>
                </a:lnTo>
                <a:lnTo>
                  <a:pt x="1173262" y="376101"/>
                </a:lnTo>
                <a:lnTo>
                  <a:pt x="1173238" y="376562"/>
                </a:lnTo>
                <a:lnTo>
                  <a:pt x="1173336" y="372826"/>
                </a:lnTo>
                <a:lnTo>
                  <a:pt x="1173336" y="373045"/>
                </a:lnTo>
                <a:lnTo>
                  <a:pt x="1173336" y="81888"/>
                </a:lnTo>
                <a:lnTo>
                  <a:pt x="1173336" y="82118"/>
                </a:lnTo>
                <a:lnTo>
                  <a:pt x="1173238" y="78382"/>
                </a:lnTo>
                <a:lnTo>
                  <a:pt x="1173262" y="78843"/>
                </a:lnTo>
                <a:lnTo>
                  <a:pt x="1172983" y="75143"/>
                </a:lnTo>
                <a:lnTo>
                  <a:pt x="1173032" y="75604"/>
                </a:lnTo>
                <a:lnTo>
                  <a:pt x="1172571" y="71952"/>
                </a:lnTo>
                <a:lnTo>
                  <a:pt x="1172644" y="72413"/>
                </a:lnTo>
                <a:lnTo>
                  <a:pt x="1172001" y="68822"/>
                </a:lnTo>
                <a:lnTo>
                  <a:pt x="1172086" y="69271"/>
                </a:lnTo>
                <a:lnTo>
                  <a:pt x="1171273" y="65754"/>
                </a:lnTo>
                <a:lnTo>
                  <a:pt x="1171394" y="66190"/>
                </a:lnTo>
                <a:lnTo>
                  <a:pt x="1170412" y="62733"/>
                </a:lnTo>
                <a:lnTo>
                  <a:pt x="1170545" y="63169"/>
                </a:lnTo>
                <a:lnTo>
                  <a:pt x="1169404" y="59784"/>
                </a:lnTo>
                <a:lnTo>
                  <a:pt x="1169551" y="60209"/>
                </a:lnTo>
                <a:lnTo>
                  <a:pt x="1168253" y="56897"/>
                </a:lnTo>
                <a:lnTo>
                  <a:pt x="1168423" y="57310"/>
                </a:lnTo>
                <a:lnTo>
                  <a:pt x="1166966" y="54082"/>
                </a:lnTo>
                <a:lnTo>
                  <a:pt x="1167161" y="54483"/>
                </a:lnTo>
                <a:lnTo>
                  <a:pt x="1165547" y="51340"/>
                </a:lnTo>
                <a:lnTo>
                  <a:pt x="1165765" y="51729"/>
                </a:lnTo>
                <a:lnTo>
                  <a:pt x="1164007" y="48684"/>
                </a:lnTo>
                <a:lnTo>
                  <a:pt x="1164237" y="49060"/>
                </a:lnTo>
                <a:lnTo>
                  <a:pt x="1162344" y="46112"/>
                </a:lnTo>
                <a:lnTo>
                  <a:pt x="1162587" y="46464"/>
                </a:lnTo>
                <a:lnTo>
                  <a:pt x="1160561" y="43612"/>
                </a:lnTo>
                <a:lnTo>
                  <a:pt x="1160816" y="43965"/>
                </a:lnTo>
                <a:lnTo>
                  <a:pt x="1158657" y="41211"/>
                </a:lnTo>
                <a:lnTo>
                  <a:pt x="1158936" y="41551"/>
                </a:lnTo>
                <a:lnTo>
                  <a:pt x="1156642" y="38906"/>
                </a:lnTo>
                <a:lnTo>
                  <a:pt x="1156933" y="39233"/>
                </a:lnTo>
                <a:lnTo>
                  <a:pt x="1154532" y="36698"/>
                </a:lnTo>
                <a:lnTo>
                  <a:pt x="1154835" y="37013"/>
                </a:lnTo>
                <a:lnTo>
                  <a:pt x="1152312" y="34599"/>
                </a:lnTo>
                <a:lnTo>
                  <a:pt x="1152627" y="34890"/>
                </a:lnTo>
                <a:lnTo>
                  <a:pt x="1149995" y="32597"/>
                </a:lnTo>
                <a:lnTo>
                  <a:pt x="1150322" y="32877"/>
                </a:lnTo>
                <a:lnTo>
                  <a:pt x="1147580" y="30717"/>
                </a:lnTo>
                <a:lnTo>
                  <a:pt x="1147920" y="30984"/>
                </a:lnTo>
                <a:lnTo>
                  <a:pt x="1145069" y="28946"/>
                </a:lnTo>
                <a:lnTo>
                  <a:pt x="1145433" y="29201"/>
                </a:lnTo>
                <a:lnTo>
                  <a:pt x="1142473" y="27297"/>
                </a:lnTo>
                <a:lnTo>
                  <a:pt x="1142849" y="27527"/>
                </a:lnTo>
                <a:lnTo>
                  <a:pt x="1139804" y="25779"/>
                </a:lnTo>
                <a:lnTo>
                  <a:pt x="1140192" y="25986"/>
                </a:lnTo>
                <a:lnTo>
                  <a:pt x="1137050" y="24385"/>
                </a:lnTo>
                <a:lnTo>
                  <a:pt x="1137451" y="24579"/>
                </a:lnTo>
                <a:lnTo>
                  <a:pt x="1134236" y="23111"/>
                </a:lnTo>
                <a:lnTo>
                  <a:pt x="1134635" y="23292"/>
                </a:lnTo>
                <a:lnTo>
                  <a:pt x="1131336" y="21982"/>
                </a:lnTo>
                <a:lnTo>
                  <a:pt x="1131760" y="22140"/>
                </a:lnTo>
                <a:lnTo>
                  <a:pt x="1128376" y="21000"/>
                </a:lnTo>
                <a:lnTo>
                  <a:pt x="1128801" y="21133"/>
                </a:lnTo>
                <a:lnTo>
                  <a:pt x="1125356" y="20151"/>
                </a:lnTo>
                <a:lnTo>
                  <a:pt x="1125793" y="20259"/>
                </a:lnTo>
                <a:lnTo>
                  <a:pt x="1122274" y="19446"/>
                </a:lnTo>
                <a:lnTo>
                  <a:pt x="1122711" y="19544"/>
                </a:lnTo>
                <a:lnTo>
                  <a:pt x="1119132" y="18901"/>
                </a:lnTo>
                <a:lnTo>
                  <a:pt x="1119580" y="18974"/>
                </a:lnTo>
                <a:lnTo>
                  <a:pt x="1115941" y="18501"/>
                </a:lnTo>
                <a:lnTo>
                  <a:pt x="1116402" y="18549"/>
                </a:lnTo>
                <a:lnTo>
                  <a:pt x="1112702" y="18270"/>
                </a:lnTo>
                <a:lnTo>
                  <a:pt x="1113163" y="18295"/>
                </a:lnTo>
                <a:lnTo>
                  <a:pt x="1109414" y="18198"/>
                </a:lnTo>
                <a:lnTo>
                  <a:pt x="1109644" y="18198"/>
                </a:lnTo>
                <a:lnTo>
                  <a:pt x="81887" y="18198"/>
                </a:lnTo>
                <a:lnTo>
                  <a:pt x="82117" y="18198"/>
                </a:lnTo>
                <a:lnTo>
                  <a:pt x="78368" y="18295"/>
                </a:lnTo>
                <a:lnTo>
                  <a:pt x="78830" y="18270"/>
                </a:lnTo>
                <a:lnTo>
                  <a:pt x="75142" y="18549"/>
                </a:lnTo>
                <a:lnTo>
                  <a:pt x="75591" y="18501"/>
                </a:lnTo>
                <a:lnTo>
                  <a:pt x="71951" y="18974"/>
                </a:lnTo>
                <a:lnTo>
                  <a:pt x="72400" y="18901"/>
                </a:lnTo>
                <a:lnTo>
                  <a:pt x="68821" y="19544"/>
                </a:lnTo>
                <a:lnTo>
                  <a:pt x="69270" y="19446"/>
                </a:lnTo>
                <a:lnTo>
                  <a:pt x="65740" y="20259"/>
                </a:lnTo>
                <a:lnTo>
                  <a:pt x="66190" y="20151"/>
                </a:lnTo>
                <a:lnTo>
                  <a:pt x="62731" y="21133"/>
                </a:lnTo>
                <a:lnTo>
                  <a:pt x="63157" y="21000"/>
                </a:lnTo>
                <a:lnTo>
                  <a:pt x="59784" y="22140"/>
                </a:lnTo>
                <a:lnTo>
                  <a:pt x="60196" y="21982"/>
                </a:lnTo>
                <a:lnTo>
                  <a:pt x="56896" y="23292"/>
                </a:lnTo>
                <a:lnTo>
                  <a:pt x="57309" y="23111"/>
                </a:lnTo>
                <a:lnTo>
                  <a:pt x="54082" y="24579"/>
                </a:lnTo>
                <a:lnTo>
                  <a:pt x="54482" y="24385"/>
                </a:lnTo>
                <a:lnTo>
                  <a:pt x="51340" y="25986"/>
                </a:lnTo>
                <a:lnTo>
                  <a:pt x="51729" y="25779"/>
                </a:lnTo>
                <a:lnTo>
                  <a:pt x="48683" y="27527"/>
                </a:lnTo>
                <a:lnTo>
                  <a:pt x="49060" y="27297"/>
                </a:lnTo>
                <a:lnTo>
                  <a:pt x="46100" y="29201"/>
                </a:lnTo>
                <a:lnTo>
                  <a:pt x="46463" y="28946"/>
                </a:lnTo>
                <a:lnTo>
                  <a:pt x="43612" y="30984"/>
                </a:lnTo>
                <a:lnTo>
                  <a:pt x="43964" y="30717"/>
                </a:lnTo>
                <a:lnTo>
                  <a:pt x="41210" y="32877"/>
                </a:lnTo>
                <a:lnTo>
                  <a:pt x="41550" y="32597"/>
                </a:lnTo>
                <a:lnTo>
                  <a:pt x="38905" y="34890"/>
                </a:lnTo>
                <a:lnTo>
                  <a:pt x="39221" y="34599"/>
                </a:lnTo>
                <a:lnTo>
                  <a:pt x="36697" y="37013"/>
                </a:lnTo>
                <a:lnTo>
                  <a:pt x="37001" y="36698"/>
                </a:lnTo>
                <a:lnTo>
                  <a:pt x="34599" y="39233"/>
                </a:lnTo>
                <a:lnTo>
                  <a:pt x="34889" y="38906"/>
                </a:lnTo>
                <a:lnTo>
                  <a:pt x="32598" y="41551"/>
                </a:lnTo>
                <a:lnTo>
                  <a:pt x="32876" y="41211"/>
                </a:lnTo>
                <a:lnTo>
                  <a:pt x="30717" y="43965"/>
                </a:lnTo>
                <a:lnTo>
                  <a:pt x="30971" y="43612"/>
                </a:lnTo>
                <a:lnTo>
                  <a:pt x="28946" y="46464"/>
                </a:lnTo>
                <a:lnTo>
                  <a:pt x="29188" y="46112"/>
                </a:lnTo>
                <a:lnTo>
                  <a:pt x="27296" y="49060"/>
                </a:lnTo>
                <a:lnTo>
                  <a:pt x="27526" y="48684"/>
                </a:lnTo>
                <a:lnTo>
                  <a:pt x="25767" y="51729"/>
                </a:lnTo>
                <a:lnTo>
                  <a:pt x="25985" y="51340"/>
                </a:lnTo>
                <a:lnTo>
                  <a:pt x="24372" y="54483"/>
                </a:lnTo>
                <a:lnTo>
                  <a:pt x="24565" y="54082"/>
                </a:lnTo>
                <a:lnTo>
                  <a:pt x="23110" y="57310"/>
                </a:lnTo>
                <a:lnTo>
                  <a:pt x="23280" y="56897"/>
                </a:lnTo>
                <a:lnTo>
                  <a:pt x="21982" y="60209"/>
                </a:lnTo>
                <a:lnTo>
                  <a:pt x="22140" y="59784"/>
                </a:lnTo>
                <a:lnTo>
                  <a:pt x="20987" y="63169"/>
                </a:lnTo>
                <a:lnTo>
                  <a:pt x="21120" y="62733"/>
                </a:lnTo>
                <a:lnTo>
                  <a:pt x="20150" y="66190"/>
                </a:lnTo>
                <a:lnTo>
                  <a:pt x="20259" y="65754"/>
                </a:lnTo>
                <a:lnTo>
                  <a:pt x="19446" y="69271"/>
                </a:lnTo>
                <a:lnTo>
                  <a:pt x="19531" y="68822"/>
                </a:lnTo>
                <a:lnTo>
                  <a:pt x="18901" y="72413"/>
                </a:lnTo>
                <a:lnTo>
                  <a:pt x="18961" y="71952"/>
                </a:lnTo>
                <a:lnTo>
                  <a:pt x="18500" y="75604"/>
                </a:lnTo>
                <a:lnTo>
                  <a:pt x="18549" y="75143"/>
                </a:lnTo>
                <a:lnTo>
                  <a:pt x="18269" y="78843"/>
                </a:lnTo>
                <a:lnTo>
                  <a:pt x="18294" y="78382"/>
                </a:lnTo>
                <a:lnTo>
                  <a:pt x="18197" y="82118"/>
                </a:lnTo>
              </a:path>
            </a:pathLst>
          </a:custGeom>
          <a:solidFill xmlns:a="http://schemas.openxmlformats.org/drawingml/2006/main">
            <a:srgbClr val="747474"/>
          </a:solidFill>
          <a:ln xmlns:a="http://schemas.openxmlformats.org/drawingml/2006/main" w="0">
            <a:noFill/>
            <a:prstDash val="solid"/>
          </a:ln>
        </p:spPr>
      </p:sp>
      <p:sp>
        <p:nvSpPr>
          <p:cNvPr id="19" name="pdf-text-21-0">
            <a:extLst xmlns:a="http://schemas.openxmlformats.org/drawingml/2006/main">
              <a:ext uri="{FF2B5EF4-FFF2-40B4-BE49-F238E27FC236}">
                <a16:creationId xmlns:a16="http://schemas.microsoft.com/office/drawing/2014/main" id="{53DDF8FD-F819-493F-A2F3-9F2C6177BA41}"/>
              </a:ext>
            </a:extLst>
          </p:cNvPr>
          <p:cNvSpPr>
            <a:spLocks xmlns:a="http://schemas.openxmlformats.org/drawingml/2006/main" noGrp="1"/>
          </p:cNvSpPr>
          <p:nvPr/>
        </p:nvSpPr>
        <p:spPr>
          <a:xfrm xmlns:a="http://schemas.openxmlformats.org/drawingml/2006/main" rot="0">
            <a:off x="4043467" y="1572690"/>
            <a:ext cx="920219" cy="1704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8" b="0" i="0">
                <a:solidFill>
                  <a:srgbClr val="000000"/>
                </a:solidFill>
                <a:latin typeface="Times New Roman"/>
                <a:ea typeface="Times New Roman"/>
                <a:cs typeface="Times New Roman"/>
              </a:defRPr>
            </a:defPPr>
          </a:lstStyle>
          <a:p xmlns:a="http://schemas.openxmlformats.org/drawingml/2006/main">
            <a:pPr algn="l">
              <a:defRPr sz="1338" b="0" i="0">
                <a:solidFill>
                  <a:srgbClr val="000000"/>
                </a:solidFill>
                <a:latin typeface="Times New Roman"/>
                <a:ea typeface="Times New Roman"/>
                <a:cs typeface="Times New Roman"/>
              </a:defRPr>
            </a:pPr>
            <a:r>
              <a:rPr sz="1338" b="0" i="0">
                <a:solidFill>
                  <a:srgbClr val="000000"/>
                </a:solidFill>
                <a:latin typeface="Times New Roman"/>
                <a:ea typeface="Times New Roman"/>
                <a:cs typeface="Times New Roman"/>
              </a:rPr>
              <a:t>Policy Model</a:t>
            </a:r>
          </a:p>
        </p:txBody>
      </p:sp>
      <p:sp>
        <p:nvSpPr>
          <p:cNvPr id="20" name="pdf-path-23">
            <a:extLst xmlns:a="http://schemas.openxmlformats.org/drawingml/2006/main">
              <a:ext uri="{FF2B5EF4-FFF2-40B4-BE49-F238E27FC236}">
                <a16:creationId xmlns:a16="http://schemas.microsoft.com/office/drawing/2014/main" id="{89966650-2C46-4A3E-9A77-712D2C2A7281}"/>
              </a:ext>
            </a:extLst>
          </p:cNvPr>
          <p:cNvSpPr>
            <a:spLocks xmlns:a="http://schemas.openxmlformats.org/drawingml/2006/main" noGrp="1"/>
          </p:cNvSpPr>
          <p:nvPr/>
        </p:nvSpPr>
        <p:spPr>
          <a:xfrm xmlns:a="http://schemas.openxmlformats.org/drawingml/2006/main" rot="0">
            <a:off x="5470522" y="1452576"/>
            <a:ext cx="1732379" cy="437026"/>
          </a:xfrm>
          <a:custGeom xmlns:a="http://schemas.openxmlformats.org/drawingml/2006/main">
            <a:pathLst>
              <a:path w="1732379" h="437026">
                <a:moveTo>
                  <a:pt x="0" y="73080"/>
                </a:moveTo>
                <a:cubicBezTo>
                  <a:pt x="60" y="32586"/>
                  <a:pt x="32657" y="0"/>
                  <a:pt x="72789" y="291"/>
                </a:cubicBezTo>
                <a:lnTo>
                  <a:pt x="1659590" y="291"/>
                </a:lnTo>
                <a:cubicBezTo>
                  <a:pt x="1699164" y="0"/>
                  <a:pt x="1731749" y="32586"/>
                  <a:pt x="1732379" y="73080"/>
                </a:cubicBezTo>
                <a:lnTo>
                  <a:pt x="1732379" y="364237"/>
                </a:lnTo>
                <a:cubicBezTo>
                  <a:pt x="1731749" y="404149"/>
                  <a:pt x="1699164" y="436735"/>
                  <a:pt x="1659590" y="437026"/>
                </a:cubicBezTo>
                <a:lnTo>
                  <a:pt x="72789" y="437026"/>
                </a:lnTo>
                <a:cubicBezTo>
                  <a:pt x="32657" y="436735"/>
                  <a:pt x="60" y="404149"/>
                  <a:pt x="0" y="364237"/>
                </a:cubicBezTo>
                <a:lnTo>
                  <a:pt x="0" y="73080"/>
                </a:lnTo>
              </a:path>
            </a:pathLst>
          </a:custGeom>
          <a:solidFill xmlns:a="http://schemas.openxmlformats.org/drawingml/2006/main">
            <a:srgbClr val="CAEEFB">
              <a:alpha val="36000"/>
            </a:srgbClr>
          </a:solidFill>
          <a:ln xmlns:a="http://schemas.openxmlformats.org/drawingml/2006/main" w="0">
            <a:noFill/>
            <a:prstDash val="solid"/>
          </a:ln>
        </p:spPr>
      </p:sp>
      <p:sp>
        <p:nvSpPr>
          <p:cNvPr id="21" name="pdf-path-24">
            <a:extLst xmlns:a="http://schemas.openxmlformats.org/drawingml/2006/main">
              <a:ext uri="{FF2B5EF4-FFF2-40B4-BE49-F238E27FC236}">
                <a16:creationId xmlns:a16="http://schemas.microsoft.com/office/drawing/2014/main" id="{C6FC5173-D260-46F4-9072-277FB1B57534}"/>
              </a:ext>
            </a:extLst>
          </p:cNvPr>
          <p:cNvSpPr>
            <a:spLocks xmlns:a="http://schemas.openxmlformats.org/drawingml/2006/main" noGrp="1"/>
          </p:cNvSpPr>
          <p:nvPr/>
        </p:nvSpPr>
        <p:spPr>
          <a:xfrm xmlns:a="http://schemas.openxmlformats.org/drawingml/2006/main" rot="0">
            <a:off x="5461484" y="1443477"/>
            <a:ext cx="1749885" cy="454933"/>
          </a:xfrm>
          <a:custGeom xmlns:a="http://schemas.openxmlformats.org/drawingml/2006/main">
            <a:pathLst>
              <a:path w="1749885" h="454933">
                <a:moveTo>
                  <a:pt x="109" y="77678"/>
                </a:moveTo>
                <a:lnTo>
                  <a:pt x="424" y="73530"/>
                </a:lnTo>
                <a:lnTo>
                  <a:pt x="946" y="69428"/>
                </a:lnTo>
                <a:lnTo>
                  <a:pt x="1661" y="65401"/>
                </a:lnTo>
                <a:lnTo>
                  <a:pt x="2583" y="61434"/>
                </a:lnTo>
                <a:lnTo>
                  <a:pt x="3687" y="57540"/>
                </a:lnTo>
                <a:lnTo>
                  <a:pt x="4973" y="53731"/>
                </a:lnTo>
                <a:lnTo>
                  <a:pt x="6442" y="50006"/>
                </a:lnTo>
                <a:lnTo>
                  <a:pt x="8079" y="46379"/>
                </a:lnTo>
                <a:lnTo>
                  <a:pt x="9887" y="42849"/>
                </a:lnTo>
                <a:lnTo>
                  <a:pt x="11864" y="39415"/>
                </a:lnTo>
                <a:lnTo>
                  <a:pt x="13987" y="36103"/>
                </a:lnTo>
                <a:lnTo>
                  <a:pt x="16268" y="32889"/>
                </a:lnTo>
                <a:lnTo>
                  <a:pt x="18706" y="29796"/>
                </a:lnTo>
                <a:lnTo>
                  <a:pt x="21278" y="26823"/>
                </a:lnTo>
                <a:lnTo>
                  <a:pt x="23984" y="23985"/>
                </a:lnTo>
                <a:lnTo>
                  <a:pt x="26822" y="21280"/>
                </a:lnTo>
                <a:lnTo>
                  <a:pt x="29795" y="18707"/>
                </a:lnTo>
                <a:lnTo>
                  <a:pt x="32888" y="16269"/>
                </a:lnTo>
                <a:lnTo>
                  <a:pt x="36102" y="13988"/>
                </a:lnTo>
                <a:lnTo>
                  <a:pt x="39428" y="11865"/>
                </a:lnTo>
                <a:lnTo>
                  <a:pt x="42848" y="9887"/>
                </a:lnTo>
                <a:lnTo>
                  <a:pt x="46379" y="8080"/>
                </a:lnTo>
                <a:lnTo>
                  <a:pt x="50018" y="6443"/>
                </a:lnTo>
                <a:lnTo>
                  <a:pt x="53730" y="4974"/>
                </a:lnTo>
                <a:lnTo>
                  <a:pt x="57539" y="3689"/>
                </a:lnTo>
                <a:lnTo>
                  <a:pt x="61433" y="2573"/>
                </a:lnTo>
                <a:lnTo>
                  <a:pt x="65400" y="1662"/>
                </a:lnTo>
                <a:lnTo>
                  <a:pt x="69428" y="947"/>
                </a:lnTo>
                <a:lnTo>
                  <a:pt x="73529" y="426"/>
                </a:lnTo>
                <a:lnTo>
                  <a:pt x="77690" y="110"/>
                </a:lnTo>
                <a:lnTo>
                  <a:pt x="81778" y="0"/>
                </a:lnTo>
                <a:lnTo>
                  <a:pt x="1668107" y="0"/>
                </a:lnTo>
                <a:lnTo>
                  <a:pt x="1672208" y="110"/>
                </a:lnTo>
                <a:lnTo>
                  <a:pt x="1676357" y="426"/>
                </a:lnTo>
                <a:lnTo>
                  <a:pt x="1680457" y="947"/>
                </a:lnTo>
                <a:lnTo>
                  <a:pt x="1684484" y="1662"/>
                </a:lnTo>
                <a:lnTo>
                  <a:pt x="1688451" y="2573"/>
                </a:lnTo>
                <a:lnTo>
                  <a:pt x="1692346" y="3689"/>
                </a:lnTo>
                <a:lnTo>
                  <a:pt x="1696155" y="4974"/>
                </a:lnTo>
                <a:lnTo>
                  <a:pt x="1699879" y="6443"/>
                </a:lnTo>
                <a:lnTo>
                  <a:pt x="1703506" y="8080"/>
                </a:lnTo>
                <a:lnTo>
                  <a:pt x="1707037" y="9887"/>
                </a:lnTo>
                <a:lnTo>
                  <a:pt x="1710471" y="11865"/>
                </a:lnTo>
                <a:lnTo>
                  <a:pt x="1713782" y="13988"/>
                </a:lnTo>
                <a:lnTo>
                  <a:pt x="1716998" y="16269"/>
                </a:lnTo>
                <a:lnTo>
                  <a:pt x="1720091" y="18707"/>
                </a:lnTo>
                <a:lnTo>
                  <a:pt x="1723063" y="21280"/>
                </a:lnTo>
                <a:lnTo>
                  <a:pt x="1725902" y="23985"/>
                </a:lnTo>
                <a:lnTo>
                  <a:pt x="1728608" y="26823"/>
                </a:lnTo>
                <a:lnTo>
                  <a:pt x="1731179" y="29796"/>
                </a:lnTo>
                <a:lnTo>
                  <a:pt x="1733618" y="32889"/>
                </a:lnTo>
                <a:lnTo>
                  <a:pt x="1735898" y="36103"/>
                </a:lnTo>
                <a:lnTo>
                  <a:pt x="1738022" y="39415"/>
                </a:lnTo>
                <a:lnTo>
                  <a:pt x="1739998" y="42849"/>
                </a:lnTo>
                <a:lnTo>
                  <a:pt x="1741807" y="46379"/>
                </a:lnTo>
                <a:lnTo>
                  <a:pt x="1743445" y="50006"/>
                </a:lnTo>
                <a:lnTo>
                  <a:pt x="1744912" y="53731"/>
                </a:lnTo>
                <a:lnTo>
                  <a:pt x="1746198" y="57540"/>
                </a:lnTo>
                <a:lnTo>
                  <a:pt x="1747314" y="61434"/>
                </a:lnTo>
                <a:lnTo>
                  <a:pt x="1748224" y="65401"/>
                </a:lnTo>
                <a:lnTo>
                  <a:pt x="1748939" y="69428"/>
                </a:lnTo>
                <a:lnTo>
                  <a:pt x="1749462" y="73530"/>
                </a:lnTo>
                <a:lnTo>
                  <a:pt x="1749777" y="77678"/>
                </a:lnTo>
                <a:lnTo>
                  <a:pt x="1749885" y="81778"/>
                </a:lnTo>
                <a:lnTo>
                  <a:pt x="1749885" y="373166"/>
                </a:lnTo>
                <a:lnTo>
                  <a:pt x="1749777" y="377254"/>
                </a:lnTo>
                <a:lnTo>
                  <a:pt x="1749462" y="381403"/>
                </a:lnTo>
                <a:lnTo>
                  <a:pt x="1748939" y="385504"/>
                </a:lnTo>
                <a:lnTo>
                  <a:pt x="1748224" y="389544"/>
                </a:lnTo>
                <a:lnTo>
                  <a:pt x="1747314" y="393510"/>
                </a:lnTo>
                <a:lnTo>
                  <a:pt x="1746198" y="397392"/>
                </a:lnTo>
                <a:lnTo>
                  <a:pt x="1744912" y="401201"/>
                </a:lnTo>
                <a:lnTo>
                  <a:pt x="1743445" y="404926"/>
                </a:lnTo>
                <a:lnTo>
                  <a:pt x="1741807" y="408553"/>
                </a:lnTo>
                <a:lnTo>
                  <a:pt x="1739998" y="412083"/>
                </a:lnTo>
                <a:lnTo>
                  <a:pt x="1738022" y="415516"/>
                </a:lnTo>
                <a:lnTo>
                  <a:pt x="1735898" y="418841"/>
                </a:lnTo>
                <a:lnTo>
                  <a:pt x="1733618" y="422044"/>
                </a:lnTo>
                <a:lnTo>
                  <a:pt x="1731179" y="425137"/>
                </a:lnTo>
                <a:lnTo>
                  <a:pt x="1728608" y="428109"/>
                </a:lnTo>
                <a:lnTo>
                  <a:pt x="1725902" y="430948"/>
                </a:lnTo>
                <a:lnTo>
                  <a:pt x="1723063" y="433665"/>
                </a:lnTo>
                <a:lnTo>
                  <a:pt x="1720091" y="436238"/>
                </a:lnTo>
                <a:lnTo>
                  <a:pt x="1716998" y="438664"/>
                </a:lnTo>
                <a:lnTo>
                  <a:pt x="1713782" y="440944"/>
                </a:lnTo>
                <a:lnTo>
                  <a:pt x="1710471" y="443080"/>
                </a:lnTo>
                <a:lnTo>
                  <a:pt x="1707037" y="445046"/>
                </a:lnTo>
                <a:lnTo>
                  <a:pt x="1703506" y="446852"/>
                </a:lnTo>
                <a:lnTo>
                  <a:pt x="1699879" y="448502"/>
                </a:lnTo>
                <a:lnTo>
                  <a:pt x="1696155" y="449971"/>
                </a:lnTo>
                <a:lnTo>
                  <a:pt x="1692346" y="451256"/>
                </a:lnTo>
                <a:lnTo>
                  <a:pt x="1688451" y="452360"/>
                </a:lnTo>
                <a:lnTo>
                  <a:pt x="1684484" y="453271"/>
                </a:lnTo>
                <a:lnTo>
                  <a:pt x="1680457" y="453998"/>
                </a:lnTo>
                <a:lnTo>
                  <a:pt x="1676357" y="454519"/>
                </a:lnTo>
                <a:lnTo>
                  <a:pt x="1672208" y="454835"/>
                </a:lnTo>
                <a:lnTo>
                  <a:pt x="1668107" y="454933"/>
                </a:lnTo>
                <a:lnTo>
                  <a:pt x="81778" y="454933"/>
                </a:lnTo>
                <a:lnTo>
                  <a:pt x="77690" y="454835"/>
                </a:lnTo>
                <a:lnTo>
                  <a:pt x="73529" y="454519"/>
                </a:lnTo>
                <a:lnTo>
                  <a:pt x="69428" y="453998"/>
                </a:lnTo>
                <a:lnTo>
                  <a:pt x="65400" y="453271"/>
                </a:lnTo>
                <a:lnTo>
                  <a:pt x="61433" y="452360"/>
                </a:lnTo>
                <a:lnTo>
                  <a:pt x="57539" y="451256"/>
                </a:lnTo>
                <a:lnTo>
                  <a:pt x="53730" y="449971"/>
                </a:lnTo>
                <a:lnTo>
                  <a:pt x="50018" y="448502"/>
                </a:lnTo>
                <a:lnTo>
                  <a:pt x="46379" y="446852"/>
                </a:lnTo>
                <a:lnTo>
                  <a:pt x="42848" y="445046"/>
                </a:lnTo>
                <a:lnTo>
                  <a:pt x="39428" y="443080"/>
                </a:lnTo>
                <a:lnTo>
                  <a:pt x="36102" y="440944"/>
                </a:lnTo>
                <a:lnTo>
                  <a:pt x="32888" y="438664"/>
                </a:lnTo>
                <a:lnTo>
                  <a:pt x="29795" y="436238"/>
                </a:lnTo>
                <a:lnTo>
                  <a:pt x="26822" y="433665"/>
                </a:lnTo>
                <a:lnTo>
                  <a:pt x="23984" y="430948"/>
                </a:lnTo>
                <a:lnTo>
                  <a:pt x="21278" y="428109"/>
                </a:lnTo>
                <a:lnTo>
                  <a:pt x="18706" y="425137"/>
                </a:lnTo>
                <a:lnTo>
                  <a:pt x="16268" y="422044"/>
                </a:lnTo>
                <a:lnTo>
                  <a:pt x="13987" y="418841"/>
                </a:lnTo>
                <a:lnTo>
                  <a:pt x="11864" y="415516"/>
                </a:lnTo>
                <a:lnTo>
                  <a:pt x="9887" y="412083"/>
                </a:lnTo>
                <a:lnTo>
                  <a:pt x="8079" y="408553"/>
                </a:lnTo>
                <a:lnTo>
                  <a:pt x="6442" y="404926"/>
                </a:lnTo>
                <a:lnTo>
                  <a:pt x="4973" y="401201"/>
                </a:lnTo>
                <a:lnTo>
                  <a:pt x="3687" y="397392"/>
                </a:lnTo>
                <a:lnTo>
                  <a:pt x="2583" y="393510"/>
                </a:lnTo>
                <a:lnTo>
                  <a:pt x="1661" y="389544"/>
                </a:lnTo>
                <a:lnTo>
                  <a:pt x="946" y="385504"/>
                </a:lnTo>
                <a:lnTo>
                  <a:pt x="424" y="381403"/>
                </a:lnTo>
                <a:lnTo>
                  <a:pt x="109" y="377254"/>
                </a:lnTo>
                <a:lnTo>
                  <a:pt x="0" y="373166"/>
                </a:lnTo>
                <a:lnTo>
                  <a:pt x="0" y="81778"/>
                </a:lnTo>
                <a:lnTo>
                  <a:pt x="109" y="77678"/>
                </a:lnTo>
                <a:moveTo>
                  <a:pt x="18197" y="82118"/>
                </a:moveTo>
                <a:lnTo>
                  <a:pt x="18197" y="81888"/>
                </a:lnTo>
                <a:lnTo>
                  <a:pt x="18197" y="373045"/>
                </a:lnTo>
                <a:lnTo>
                  <a:pt x="18197" y="372814"/>
                </a:lnTo>
                <a:lnTo>
                  <a:pt x="18294" y="376562"/>
                </a:lnTo>
                <a:lnTo>
                  <a:pt x="18269" y="376101"/>
                </a:lnTo>
                <a:lnTo>
                  <a:pt x="18548" y="379801"/>
                </a:lnTo>
                <a:lnTo>
                  <a:pt x="18499" y="379341"/>
                </a:lnTo>
                <a:lnTo>
                  <a:pt x="18961" y="382981"/>
                </a:lnTo>
                <a:lnTo>
                  <a:pt x="18901" y="382531"/>
                </a:lnTo>
                <a:lnTo>
                  <a:pt x="19531" y="386122"/>
                </a:lnTo>
                <a:lnTo>
                  <a:pt x="19446" y="385674"/>
                </a:lnTo>
                <a:lnTo>
                  <a:pt x="20259" y="389191"/>
                </a:lnTo>
                <a:lnTo>
                  <a:pt x="20149" y="388754"/>
                </a:lnTo>
                <a:lnTo>
                  <a:pt x="21120" y="392212"/>
                </a:lnTo>
                <a:lnTo>
                  <a:pt x="20987" y="391776"/>
                </a:lnTo>
                <a:lnTo>
                  <a:pt x="22139" y="395160"/>
                </a:lnTo>
                <a:lnTo>
                  <a:pt x="21982" y="394736"/>
                </a:lnTo>
                <a:lnTo>
                  <a:pt x="23292" y="398048"/>
                </a:lnTo>
                <a:lnTo>
                  <a:pt x="23110" y="397634"/>
                </a:lnTo>
                <a:lnTo>
                  <a:pt x="24565" y="400862"/>
                </a:lnTo>
                <a:lnTo>
                  <a:pt x="24372" y="400462"/>
                </a:lnTo>
                <a:lnTo>
                  <a:pt x="25985" y="403592"/>
                </a:lnTo>
                <a:lnTo>
                  <a:pt x="25779" y="403203"/>
                </a:lnTo>
                <a:lnTo>
                  <a:pt x="27526" y="406261"/>
                </a:lnTo>
                <a:lnTo>
                  <a:pt x="27296" y="405884"/>
                </a:lnTo>
                <a:lnTo>
                  <a:pt x="29188" y="408832"/>
                </a:lnTo>
                <a:lnTo>
                  <a:pt x="28946" y="408469"/>
                </a:lnTo>
                <a:lnTo>
                  <a:pt x="30971" y="411319"/>
                </a:lnTo>
                <a:lnTo>
                  <a:pt x="30717" y="410979"/>
                </a:lnTo>
                <a:lnTo>
                  <a:pt x="32876" y="413722"/>
                </a:lnTo>
                <a:lnTo>
                  <a:pt x="32597" y="413394"/>
                </a:lnTo>
                <a:lnTo>
                  <a:pt x="34889" y="416026"/>
                </a:lnTo>
                <a:lnTo>
                  <a:pt x="34599" y="415711"/>
                </a:lnTo>
                <a:lnTo>
                  <a:pt x="37001" y="418234"/>
                </a:lnTo>
                <a:lnTo>
                  <a:pt x="36697" y="417930"/>
                </a:lnTo>
                <a:lnTo>
                  <a:pt x="39232" y="420345"/>
                </a:lnTo>
                <a:lnTo>
                  <a:pt x="38905" y="420055"/>
                </a:lnTo>
                <a:lnTo>
                  <a:pt x="41550" y="422334"/>
                </a:lnTo>
                <a:lnTo>
                  <a:pt x="41210" y="422056"/>
                </a:lnTo>
                <a:lnTo>
                  <a:pt x="43964" y="424227"/>
                </a:lnTo>
                <a:lnTo>
                  <a:pt x="43612" y="423960"/>
                </a:lnTo>
                <a:lnTo>
                  <a:pt x="46463" y="425986"/>
                </a:lnTo>
                <a:lnTo>
                  <a:pt x="46100" y="425744"/>
                </a:lnTo>
                <a:lnTo>
                  <a:pt x="49059" y="427636"/>
                </a:lnTo>
                <a:lnTo>
                  <a:pt x="48683" y="427406"/>
                </a:lnTo>
                <a:lnTo>
                  <a:pt x="51729" y="429165"/>
                </a:lnTo>
                <a:lnTo>
                  <a:pt x="51340" y="428958"/>
                </a:lnTo>
                <a:lnTo>
                  <a:pt x="54482" y="430560"/>
                </a:lnTo>
                <a:lnTo>
                  <a:pt x="54081" y="430366"/>
                </a:lnTo>
                <a:lnTo>
                  <a:pt x="57309" y="431822"/>
                </a:lnTo>
                <a:lnTo>
                  <a:pt x="56896" y="431652"/>
                </a:lnTo>
                <a:lnTo>
                  <a:pt x="60196" y="432950"/>
                </a:lnTo>
                <a:lnTo>
                  <a:pt x="59784" y="432804"/>
                </a:lnTo>
                <a:lnTo>
                  <a:pt x="63157" y="433944"/>
                </a:lnTo>
                <a:lnTo>
                  <a:pt x="62731" y="433811"/>
                </a:lnTo>
                <a:lnTo>
                  <a:pt x="66190" y="434794"/>
                </a:lnTo>
                <a:lnTo>
                  <a:pt x="65740" y="434684"/>
                </a:lnTo>
                <a:lnTo>
                  <a:pt x="69270" y="435498"/>
                </a:lnTo>
                <a:lnTo>
                  <a:pt x="68821" y="435401"/>
                </a:lnTo>
                <a:lnTo>
                  <a:pt x="72400" y="436043"/>
                </a:lnTo>
                <a:lnTo>
                  <a:pt x="71951" y="435970"/>
                </a:lnTo>
                <a:lnTo>
                  <a:pt x="75591" y="436432"/>
                </a:lnTo>
                <a:lnTo>
                  <a:pt x="75142" y="436383"/>
                </a:lnTo>
                <a:lnTo>
                  <a:pt x="78830" y="436674"/>
                </a:lnTo>
                <a:lnTo>
                  <a:pt x="78368" y="436650"/>
                </a:lnTo>
                <a:lnTo>
                  <a:pt x="82117" y="436735"/>
                </a:lnTo>
                <a:lnTo>
                  <a:pt x="81887" y="436735"/>
                </a:lnTo>
                <a:lnTo>
                  <a:pt x="1667998" y="436735"/>
                </a:lnTo>
                <a:lnTo>
                  <a:pt x="1667767" y="436735"/>
                </a:lnTo>
                <a:lnTo>
                  <a:pt x="1671516" y="436650"/>
                </a:lnTo>
                <a:lnTo>
                  <a:pt x="1671055" y="436674"/>
                </a:lnTo>
                <a:lnTo>
                  <a:pt x="1674743" y="436383"/>
                </a:lnTo>
                <a:lnTo>
                  <a:pt x="1674294" y="436432"/>
                </a:lnTo>
                <a:lnTo>
                  <a:pt x="1677934" y="435970"/>
                </a:lnTo>
                <a:lnTo>
                  <a:pt x="1677485" y="436043"/>
                </a:lnTo>
                <a:lnTo>
                  <a:pt x="1681063" y="435401"/>
                </a:lnTo>
                <a:lnTo>
                  <a:pt x="1680614" y="435498"/>
                </a:lnTo>
                <a:lnTo>
                  <a:pt x="1684145" y="434684"/>
                </a:lnTo>
                <a:lnTo>
                  <a:pt x="1683696" y="434794"/>
                </a:lnTo>
                <a:lnTo>
                  <a:pt x="1687155" y="433811"/>
                </a:lnTo>
                <a:lnTo>
                  <a:pt x="1686729" y="433944"/>
                </a:lnTo>
                <a:lnTo>
                  <a:pt x="1690101" y="432804"/>
                </a:lnTo>
                <a:lnTo>
                  <a:pt x="1689690" y="432950"/>
                </a:lnTo>
                <a:lnTo>
                  <a:pt x="1692989" y="431652"/>
                </a:lnTo>
                <a:lnTo>
                  <a:pt x="1692576" y="431822"/>
                </a:lnTo>
                <a:lnTo>
                  <a:pt x="1695804" y="430366"/>
                </a:lnTo>
                <a:lnTo>
                  <a:pt x="1695403" y="430560"/>
                </a:lnTo>
                <a:lnTo>
                  <a:pt x="1698545" y="428958"/>
                </a:lnTo>
                <a:lnTo>
                  <a:pt x="1698157" y="429165"/>
                </a:lnTo>
                <a:lnTo>
                  <a:pt x="1701202" y="427406"/>
                </a:lnTo>
                <a:lnTo>
                  <a:pt x="1700826" y="427636"/>
                </a:lnTo>
                <a:lnTo>
                  <a:pt x="1703786" y="425744"/>
                </a:lnTo>
                <a:lnTo>
                  <a:pt x="1703422" y="425986"/>
                </a:lnTo>
                <a:lnTo>
                  <a:pt x="1706272" y="423960"/>
                </a:lnTo>
                <a:lnTo>
                  <a:pt x="1705922" y="424227"/>
                </a:lnTo>
                <a:lnTo>
                  <a:pt x="1708675" y="422056"/>
                </a:lnTo>
                <a:lnTo>
                  <a:pt x="1708336" y="422334"/>
                </a:lnTo>
                <a:lnTo>
                  <a:pt x="1710980" y="420055"/>
                </a:lnTo>
                <a:lnTo>
                  <a:pt x="1710665" y="420345"/>
                </a:lnTo>
                <a:lnTo>
                  <a:pt x="1713188" y="417930"/>
                </a:lnTo>
                <a:lnTo>
                  <a:pt x="1712885" y="418234"/>
                </a:lnTo>
                <a:lnTo>
                  <a:pt x="1715287" y="415711"/>
                </a:lnTo>
                <a:lnTo>
                  <a:pt x="1714995" y="416026"/>
                </a:lnTo>
                <a:lnTo>
                  <a:pt x="1717289" y="413394"/>
                </a:lnTo>
                <a:lnTo>
                  <a:pt x="1717009" y="413722"/>
                </a:lnTo>
                <a:lnTo>
                  <a:pt x="1719168" y="410979"/>
                </a:lnTo>
                <a:lnTo>
                  <a:pt x="1718913" y="411319"/>
                </a:lnTo>
                <a:lnTo>
                  <a:pt x="1720939" y="408469"/>
                </a:lnTo>
                <a:lnTo>
                  <a:pt x="1720698" y="408832"/>
                </a:lnTo>
                <a:lnTo>
                  <a:pt x="1722589" y="405884"/>
                </a:lnTo>
                <a:lnTo>
                  <a:pt x="1722360" y="406261"/>
                </a:lnTo>
                <a:lnTo>
                  <a:pt x="1724119" y="403203"/>
                </a:lnTo>
                <a:lnTo>
                  <a:pt x="1723900" y="403592"/>
                </a:lnTo>
                <a:lnTo>
                  <a:pt x="1725514" y="400462"/>
                </a:lnTo>
                <a:lnTo>
                  <a:pt x="1725320" y="400862"/>
                </a:lnTo>
                <a:lnTo>
                  <a:pt x="1726776" y="397634"/>
                </a:lnTo>
                <a:lnTo>
                  <a:pt x="1726606" y="398048"/>
                </a:lnTo>
                <a:lnTo>
                  <a:pt x="1727904" y="394736"/>
                </a:lnTo>
                <a:lnTo>
                  <a:pt x="1727745" y="395160"/>
                </a:lnTo>
                <a:lnTo>
                  <a:pt x="1728897" y="391776"/>
                </a:lnTo>
                <a:lnTo>
                  <a:pt x="1728765" y="392212"/>
                </a:lnTo>
                <a:lnTo>
                  <a:pt x="1729736" y="388754"/>
                </a:lnTo>
                <a:lnTo>
                  <a:pt x="1729626" y="389191"/>
                </a:lnTo>
                <a:lnTo>
                  <a:pt x="1730439" y="385674"/>
                </a:lnTo>
                <a:lnTo>
                  <a:pt x="1730354" y="386122"/>
                </a:lnTo>
                <a:lnTo>
                  <a:pt x="1730984" y="382531"/>
                </a:lnTo>
                <a:lnTo>
                  <a:pt x="1730924" y="382981"/>
                </a:lnTo>
                <a:lnTo>
                  <a:pt x="1731385" y="379341"/>
                </a:lnTo>
                <a:lnTo>
                  <a:pt x="1731336" y="379801"/>
                </a:lnTo>
                <a:lnTo>
                  <a:pt x="1731616" y="376101"/>
                </a:lnTo>
                <a:lnTo>
                  <a:pt x="1731591" y="376562"/>
                </a:lnTo>
                <a:lnTo>
                  <a:pt x="1731688" y="372814"/>
                </a:lnTo>
                <a:lnTo>
                  <a:pt x="1731688" y="373045"/>
                </a:lnTo>
                <a:lnTo>
                  <a:pt x="1731688" y="81888"/>
                </a:lnTo>
                <a:lnTo>
                  <a:pt x="1731688" y="82118"/>
                </a:lnTo>
                <a:lnTo>
                  <a:pt x="1731591" y="78370"/>
                </a:lnTo>
                <a:lnTo>
                  <a:pt x="1731616" y="78831"/>
                </a:lnTo>
                <a:lnTo>
                  <a:pt x="1731336" y="75143"/>
                </a:lnTo>
                <a:lnTo>
                  <a:pt x="1731385" y="75592"/>
                </a:lnTo>
                <a:lnTo>
                  <a:pt x="1730924" y="71952"/>
                </a:lnTo>
                <a:lnTo>
                  <a:pt x="1730984" y="72401"/>
                </a:lnTo>
                <a:lnTo>
                  <a:pt x="1730354" y="68822"/>
                </a:lnTo>
                <a:lnTo>
                  <a:pt x="1730439" y="69271"/>
                </a:lnTo>
                <a:lnTo>
                  <a:pt x="1729626" y="65741"/>
                </a:lnTo>
                <a:lnTo>
                  <a:pt x="1729736" y="66190"/>
                </a:lnTo>
                <a:lnTo>
                  <a:pt x="1728765" y="62733"/>
                </a:lnTo>
                <a:lnTo>
                  <a:pt x="1728897" y="63157"/>
                </a:lnTo>
                <a:lnTo>
                  <a:pt x="1727745" y="59784"/>
                </a:lnTo>
                <a:lnTo>
                  <a:pt x="1727904" y="60197"/>
                </a:lnTo>
                <a:lnTo>
                  <a:pt x="1726606" y="56897"/>
                </a:lnTo>
                <a:lnTo>
                  <a:pt x="1726776" y="57310"/>
                </a:lnTo>
                <a:lnTo>
                  <a:pt x="1725320" y="54082"/>
                </a:lnTo>
                <a:lnTo>
                  <a:pt x="1725514" y="54483"/>
                </a:lnTo>
                <a:lnTo>
                  <a:pt x="1723900" y="51340"/>
                </a:lnTo>
                <a:lnTo>
                  <a:pt x="1724119" y="51729"/>
                </a:lnTo>
                <a:lnTo>
                  <a:pt x="1722360" y="48684"/>
                </a:lnTo>
                <a:lnTo>
                  <a:pt x="1722589" y="49060"/>
                </a:lnTo>
                <a:lnTo>
                  <a:pt x="1720698" y="46100"/>
                </a:lnTo>
                <a:lnTo>
                  <a:pt x="1720939" y="46464"/>
                </a:lnTo>
                <a:lnTo>
                  <a:pt x="1718913" y="43612"/>
                </a:lnTo>
                <a:lnTo>
                  <a:pt x="1719168" y="43965"/>
                </a:lnTo>
                <a:lnTo>
                  <a:pt x="1717009" y="41211"/>
                </a:lnTo>
                <a:lnTo>
                  <a:pt x="1717289" y="41551"/>
                </a:lnTo>
                <a:lnTo>
                  <a:pt x="1714995" y="38906"/>
                </a:lnTo>
                <a:lnTo>
                  <a:pt x="1715287" y="39221"/>
                </a:lnTo>
                <a:lnTo>
                  <a:pt x="1712885" y="36698"/>
                </a:lnTo>
                <a:lnTo>
                  <a:pt x="1713188" y="37001"/>
                </a:lnTo>
                <a:lnTo>
                  <a:pt x="1710665" y="34599"/>
                </a:lnTo>
                <a:lnTo>
                  <a:pt x="1710980" y="34890"/>
                </a:lnTo>
                <a:lnTo>
                  <a:pt x="1708336" y="32597"/>
                </a:lnTo>
                <a:lnTo>
                  <a:pt x="1708675" y="32877"/>
                </a:lnTo>
                <a:lnTo>
                  <a:pt x="1705922" y="30717"/>
                </a:lnTo>
                <a:lnTo>
                  <a:pt x="1706272" y="30972"/>
                </a:lnTo>
                <a:lnTo>
                  <a:pt x="1703422" y="28946"/>
                </a:lnTo>
                <a:lnTo>
                  <a:pt x="1703786" y="29189"/>
                </a:lnTo>
                <a:lnTo>
                  <a:pt x="1700826" y="27297"/>
                </a:lnTo>
                <a:lnTo>
                  <a:pt x="1701202" y="27527"/>
                </a:lnTo>
                <a:lnTo>
                  <a:pt x="1698157" y="25779"/>
                </a:lnTo>
                <a:lnTo>
                  <a:pt x="1698545" y="25986"/>
                </a:lnTo>
                <a:lnTo>
                  <a:pt x="1695403" y="24373"/>
                </a:lnTo>
                <a:lnTo>
                  <a:pt x="1695804" y="24567"/>
                </a:lnTo>
                <a:lnTo>
                  <a:pt x="1692576" y="23111"/>
                </a:lnTo>
                <a:lnTo>
                  <a:pt x="1692989" y="23281"/>
                </a:lnTo>
                <a:lnTo>
                  <a:pt x="1689690" y="21982"/>
                </a:lnTo>
                <a:lnTo>
                  <a:pt x="1690101" y="22140"/>
                </a:lnTo>
                <a:lnTo>
                  <a:pt x="1686729" y="20987"/>
                </a:lnTo>
                <a:lnTo>
                  <a:pt x="1687155" y="21121"/>
                </a:lnTo>
                <a:lnTo>
                  <a:pt x="1683696" y="20151"/>
                </a:lnTo>
                <a:lnTo>
                  <a:pt x="1684145" y="20259"/>
                </a:lnTo>
                <a:lnTo>
                  <a:pt x="1680614" y="19446"/>
                </a:lnTo>
                <a:lnTo>
                  <a:pt x="1681063" y="19532"/>
                </a:lnTo>
                <a:lnTo>
                  <a:pt x="1677485" y="18901"/>
                </a:lnTo>
                <a:lnTo>
                  <a:pt x="1677934" y="18962"/>
                </a:lnTo>
                <a:lnTo>
                  <a:pt x="1674294" y="18501"/>
                </a:lnTo>
                <a:lnTo>
                  <a:pt x="1674743" y="18549"/>
                </a:lnTo>
                <a:lnTo>
                  <a:pt x="1671055" y="18270"/>
                </a:lnTo>
                <a:lnTo>
                  <a:pt x="1671516" y="18295"/>
                </a:lnTo>
                <a:lnTo>
                  <a:pt x="1667767" y="18198"/>
                </a:lnTo>
                <a:lnTo>
                  <a:pt x="1667998" y="18198"/>
                </a:lnTo>
                <a:lnTo>
                  <a:pt x="81887" y="18198"/>
                </a:lnTo>
                <a:lnTo>
                  <a:pt x="82117" y="18198"/>
                </a:lnTo>
                <a:lnTo>
                  <a:pt x="78368" y="18295"/>
                </a:lnTo>
                <a:lnTo>
                  <a:pt x="78830" y="18270"/>
                </a:lnTo>
                <a:lnTo>
                  <a:pt x="75142" y="18549"/>
                </a:lnTo>
                <a:lnTo>
                  <a:pt x="75591" y="18501"/>
                </a:lnTo>
                <a:lnTo>
                  <a:pt x="71951" y="18962"/>
                </a:lnTo>
                <a:lnTo>
                  <a:pt x="72400" y="18901"/>
                </a:lnTo>
                <a:lnTo>
                  <a:pt x="68821" y="19532"/>
                </a:lnTo>
                <a:lnTo>
                  <a:pt x="69270" y="19446"/>
                </a:lnTo>
                <a:lnTo>
                  <a:pt x="65740" y="20259"/>
                </a:lnTo>
                <a:lnTo>
                  <a:pt x="66190" y="20151"/>
                </a:lnTo>
                <a:lnTo>
                  <a:pt x="62731" y="21121"/>
                </a:lnTo>
                <a:lnTo>
                  <a:pt x="63157" y="20987"/>
                </a:lnTo>
                <a:lnTo>
                  <a:pt x="59784" y="22140"/>
                </a:lnTo>
                <a:lnTo>
                  <a:pt x="60196" y="21982"/>
                </a:lnTo>
                <a:lnTo>
                  <a:pt x="56896" y="23281"/>
                </a:lnTo>
                <a:lnTo>
                  <a:pt x="57309" y="23111"/>
                </a:lnTo>
                <a:lnTo>
                  <a:pt x="54081" y="24567"/>
                </a:lnTo>
                <a:lnTo>
                  <a:pt x="54482" y="24373"/>
                </a:lnTo>
                <a:lnTo>
                  <a:pt x="51340" y="25986"/>
                </a:lnTo>
                <a:lnTo>
                  <a:pt x="51729" y="25779"/>
                </a:lnTo>
                <a:lnTo>
                  <a:pt x="48683" y="27527"/>
                </a:lnTo>
                <a:lnTo>
                  <a:pt x="49059" y="27297"/>
                </a:lnTo>
                <a:lnTo>
                  <a:pt x="46100" y="29189"/>
                </a:lnTo>
                <a:lnTo>
                  <a:pt x="46463" y="28946"/>
                </a:lnTo>
                <a:lnTo>
                  <a:pt x="43612" y="30972"/>
                </a:lnTo>
                <a:lnTo>
                  <a:pt x="43964" y="30717"/>
                </a:lnTo>
                <a:lnTo>
                  <a:pt x="41210" y="32877"/>
                </a:lnTo>
                <a:lnTo>
                  <a:pt x="41550" y="32597"/>
                </a:lnTo>
                <a:lnTo>
                  <a:pt x="38905" y="34890"/>
                </a:lnTo>
                <a:lnTo>
                  <a:pt x="39232" y="34599"/>
                </a:lnTo>
                <a:lnTo>
                  <a:pt x="36697" y="37001"/>
                </a:lnTo>
                <a:lnTo>
                  <a:pt x="37001" y="36698"/>
                </a:lnTo>
                <a:lnTo>
                  <a:pt x="34599" y="39221"/>
                </a:lnTo>
                <a:lnTo>
                  <a:pt x="34889" y="38906"/>
                </a:lnTo>
                <a:lnTo>
                  <a:pt x="32597" y="41551"/>
                </a:lnTo>
                <a:lnTo>
                  <a:pt x="32876" y="41211"/>
                </a:lnTo>
                <a:lnTo>
                  <a:pt x="30717" y="43965"/>
                </a:lnTo>
                <a:lnTo>
                  <a:pt x="30971" y="43612"/>
                </a:lnTo>
                <a:lnTo>
                  <a:pt x="28946" y="46464"/>
                </a:lnTo>
                <a:lnTo>
                  <a:pt x="29188" y="46100"/>
                </a:lnTo>
                <a:lnTo>
                  <a:pt x="27296" y="49060"/>
                </a:lnTo>
                <a:lnTo>
                  <a:pt x="27526" y="48684"/>
                </a:lnTo>
                <a:lnTo>
                  <a:pt x="25779" y="51729"/>
                </a:lnTo>
                <a:lnTo>
                  <a:pt x="25985" y="51340"/>
                </a:lnTo>
                <a:lnTo>
                  <a:pt x="24372" y="54483"/>
                </a:lnTo>
                <a:lnTo>
                  <a:pt x="24565" y="54082"/>
                </a:lnTo>
                <a:lnTo>
                  <a:pt x="23110" y="57310"/>
                </a:lnTo>
                <a:lnTo>
                  <a:pt x="23292" y="56897"/>
                </a:lnTo>
                <a:lnTo>
                  <a:pt x="21982" y="60197"/>
                </a:lnTo>
                <a:lnTo>
                  <a:pt x="22139" y="59784"/>
                </a:lnTo>
                <a:lnTo>
                  <a:pt x="20987" y="63157"/>
                </a:lnTo>
                <a:lnTo>
                  <a:pt x="21120" y="62733"/>
                </a:lnTo>
                <a:lnTo>
                  <a:pt x="20149" y="66190"/>
                </a:lnTo>
                <a:lnTo>
                  <a:pt x="20259" y="65741"/>
                </a:lnTo>
                <a:lnTo>
                  <a:pt x="19446" y="69271"/>
                </a:lnTo>
                <a:lnTo>
                  <a:pt x="19531" y="68822"/>
                </a:lnTo>
                <a:lnTo>
                  <a:pt x="18901" y="72401"/>
                </a:lnTo>
                <a:lnTo>
                  <a:pt x="18961" y="71952"/>
                </a:lnTo>
                <a:lnTo>
                  <a:pt x="18499" y="75592"/>
                </a:lnTo>
                <a:lnTo>
                  <a:pt x="18548" y="75143"/>
                </a:lnTo>
                <a:lnTo>
                  <a:pt x="18269" y="78831"/>
                </a:lnTo>
                <a:lnTo>
                  <a:pt x="18294" y="78370"/>
                </a:lnTo>
                <a:lnTo>
                  <a:pt x="18197" y="82118"/>
                </a:lnTo>
              </a:path>
            </a:pathLst>
          </a:custGeom>
          <a:solidFill xmlns:a="http://schemas.openxmlformats.org/drawingml/2006/main">
            <a:srgbClr val="747474"/>
          </a:solidFill>
          <a:ln xmlns:a="http://schemas.openxmlformats.org/drawingml/2006/main" w="0">
            <a:noFill/>
            <a:prstDash val="solid"/>
          </a:ln>
        </p:spPr>
      </p:sp>
      <p:sp>
        <p:nvSpPr>
          <p:cNvPr id="22" name="pdf-text-22-0">
            <a:extLst xmlns:a="http://schemas.openxmlformats.org/drawingml/2006/main">
              <a:ext uri="{FF2B5EF4-FFF2-40B4-BE49-F238E27FC236}">
                <a16:creationId xmlns:a16="http://schemas.microsoft.com/office/drawing/2014/main" id="{146DC1E8-01B5-4775-9980-430AD3B1B0DE}"/>
              </a:ext>
            </a:extLst>
          </p:cNvPr>
          <p:cNvSpPr>
            <a:spLocks xmlns:a="http://schemas.openxmlformats.org/drawingml/2006/main" noGrp="1"/>
          </p:cNvSpPr>
          <p:nvPr/>
        </p:nvSpPr>
        <p:spPr>
          <a:xfrm xmlns:a="http://schemas.openxmlformats.org/drawingml/2006/main" rot="0">
            <a:off x="5763655" y="1572727"/>
            <a:ext cx="1145654" cy="1704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7" b="0" i="0">
                <a:solidFill>
                  <a:srgbClr val="000000"/>
                </a:solidFill>
                <a:latin typeface="Times New Roman"/>
                <a:ea typeface="Times New Roman"/>
                <a:cs typeface="Times New Roman"/>
              </a:defRPr>
            </a:defPPr>
          </a:lstStyle>
          <a:p xmlns:a="http://schemas.openxmlformats.org/drawingml/2006/main">
            <a:pPr algn="l">
              <a:defRPr sz="1337" b="0" i="0">
                <a:solidFill>
                  <a:srgbClr val="000000"/>
                </a:solidFill>
                <a:latin typeface="Times New Roman"/>
                <a:ea typeface="Times New Roman"/>
                <a:cs typeface="Times New Roman"/>
              </a:defRPr>
            </a:pPr>
            <a:r>
              <a:rPr sz="1337" b="0" i="0">
                <a:solidFill>
                  <a:srgbClr val="000000"/>
                </a:solidFill>
                <a:latin typeface="Times New Roman"/>
                <a:ea typeface="Times New Roman"/>
                <a:cs typeface="Times New Roman"/>
              </a:rPr>
              <a:t>Reasoning Trace</a:t>
            </a:r>
          </a:p>
        </p:txBody>
      </p:sp>
      <p:sp>
        <p:nvSpPr>
          <p:cNvPr id="23" name="pdf-text-23-0">
            <a:extLst xmlns:a="http://schemas.openxmlformats.org/drawingml/2006/main">
              <a:ext uri="{FF2B5EF4-FFF2-40B4-BE49-F238E27FC236}">
                <a16:creationId xmlns:a16="http://schemas.microsoft.com/office/drawing/2014/main" id="{6328F3CE-8F08-4387-A817-9848E7BD0A67}"/>
              </a:ext>
            </a:extLst>
          </p:cNvPr>
          <p:cNvSpPr>
            <a:spLocks xmlns:a="http://schemas.openxmlformats.org/drawingml/2006/main" noGrp="1"/>
          </p:cNvSpPr>
          <p:nvPr/>
        </p:nvSpPr>
        <p:spPr>
          <a:xfrm xmlns:a="http://schemas.openxmlformats.org/drawingml/2006/main" rot="0">
            <a:off x="1030824" y="2847782"/>
            <a:ext cx="1287307" cy="1704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7" b="0" i="0">
                <a:solidFill>
                  <a:srgbClr val="000000"/>
                </a:solidFill>
                <a:latin typeface="Times New Roman"/>
                <a:ea typeface="Times New Roman"/>
                <a:cs typeface="Times New Roman"/>
              </a:defRPr>
            </a:defPPr>
          </a:lstStyle>
          <a:p xmlns:a="http://schemas.openxmlformats.org/drawingml/2006/main">
            <a:pPr algn="l">
              <a:defRPr sz="1337" b="0" i="0">
                <a:solidFill>
                  <a:srgbClr val="000000"/>
                </a:solidFill>
                <a:latin typeface="Times New Roman"/>
                <a:ea typeface="Times New Roman"/>
                <a:cs typeface="Times New Roman"/>
              </a:defRPr>
            </a:pPr>
            <a:r>
              <a:rPr sz="1337" b="0" i="0">
                <a:solidFill>
                  <a:srgbClr val="000000"/>
                </a:solidFill>
                <a:latin typeface="Times New Roman"/>
                <a:ea typeface="Times New Roman"/>
                <a:cs typeface="Times New Roman"/>
              </a:rPr>
              <a:t>Add verified tasks </a:t>
            </a:r>
          </a:p>
        </p:txBody>
      </p:sp>
      <p:sp>
        <p:nvSpPr>
          <p:cNvPr id="24" name="pdf-text-24-0-check">
            <a:extLst xmlns:a="http://schemas.openxmlformats.org/drawingml/2006/main">
              <a:ext uri="{FF2B5EF4-FFF2-40B4-BE49-F238E27FC236}">
                <a16:creationId xmlns:a16="http://schemas.microsoft.com/office/drawing/2014/main" id="{BF167D39-C4CB-4F6B-87D8-88E4ADF86047}"/>
              </a:ext>
            </a:extLst>
          </p:cNvPr>
          <p:cNvSpPr>
            <a:spLocks xmlns:a="http://schemas.openxmlformats.org/drawingml/2006/main" noGrp="1"/>
          </p:cNvSpPr>
          <p:nvPr/>
        </p:nvSpPr>
        <p:spPr>
          <a:xfrm xmlns:a="http://schemas.openxmlformats.org/drawingml/2006/main" rot="0">
            <a:off x="2317977" y="2835967"/>
            <a:ext cx="127836" cy="170447"/>
          </a:xfrm>
          <a:custGeom xmlns:a="http://schemas.openxmlformats.org/drawingml/2006/main">
            <a:pathLst>
              <a:path w="127836" h="170447">
                <a:moveTo>
                  <a:pt x="0" y="78406"/>
                </a:moveTo>
                <a:lnTo>
                  <a:pt x="44743" y="149993"/>
                </a:lnTo>
                <a:lnTo>
                  <a:pt x="127836" y="17045"/>
                </a:lnTo>
              </a:path>
            </a:pathLst>
          </a:custGeom>
          <a:noFill xmlns:a="http://schemas.openxmlformats.org/drawingml/2006/main"/>
          <a:ln xmlns:a="http://schemas.openxmlformats.org/drawingml/2006/main" w="13335">
            <a:solidFill>
              <a:srgbClr val="4EA72E"/>
            </a:solidFill>
            <a:prstDash val="solid"/>
          </a:ln>
        </p:spPr>
      </p:sp>
      <p:sp>
        <p:nvSpPr>
          <p:cNvPr id="25" name="pdf-text-25-0">
            <a:extLst xmlns:a="http://schemas.openxmlformats.org/drawingml/2006/main">
              <a:ext uri="{FF2B5EF4-FFF2-40B4-BE49-F238E27FC236}">
                <a16:creationId xmlns:a16="http://schemas.microsoft.com/office/drawing/2014/main" id="{C64613FC-5CD2-4BDE-807C-054F4824E947}"/>
              </a:ext>
            </a:extLst>
          </p:cNvPr>
          <p:cNvSpPr>
            <a:spLocks xmlns:a="http://schemas.openxmlformats.org/drawingml/2006/main" noGrp="1"/>
          </p:cNvSpPr>
          <p:nvPr/>
        </p:nvSpPr>
        <p:spPr>
          <a:xfrm xmlns:a="http://schemas.openxmlformats.org/drawingml/2006/main" rot="0">
            <a:off x="2445358" y="2847502"/>
            <a:ext cx="47356" cy="1704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41" b="0" i="0">
                <a:solidFill>
                  <a:srgbClr val="000000"/>
                </a:solidFill>
                <a:latin typeface="Times New Roman"/>
                <a:ea typeface="Times New Roman"/>
                <a:cs typeface="Times New Roman"/>
              </a:defRPr>
            </a:defPPr>
          </a:lstStyle>
          <a:p xmlns:a="http://schemas.openxmlformats.org/drawingml/2006/main">
            <a:pPr algn="l">
              <a:defRPr sz="1341" b="0" i="0">
                <a:solidFill>
                  <a:srgbClr val="000000"/>
                </a:solidFill>
                <a:latin typeface="Times New Roman"/>
                <a:ea typeface="Times New Roman"/>
                <a:cs typeface="Times New Roman"/>
              </a:defRPr>
            </a:pPr>
            <a:r>
              <a:rPr sz="1341" b="0" i="0">
                <a:solidFill>
                  <a:srgbClr val="000000"/>
                </a:solidFill>
                <a:latin typeface="Times New Roman"/>
                <a:ea typeface="Times New Roman"/>
                <a:cs typeface="Times New Roman"/>
              </a:rPr>
              <a:t>:</a:t>
            </a:r>
          </a:p>
        </p:txBody>
      </p:sp>
      <p:sp>
        <p:nvSpPr>
          <p:cNvPr id="26" name="pdf-text-26-0">
            <a:extLst xmlns:a="http://schemas.openxmlformats.org/drawingml/2006/main">
              <a:ext uri="{FF2B5EF4-FFF2-40B4-BE49-F238E27FC236}">
                <a16:creationId xmlns:a16="http://schemas.microsoft.com/office/drawing/2014/main" id="{521E6FB5-B386-4CBF-9DBE-7FFD3A2D6B08}"/>
              </a:ext>
            </a:extLst>
          </p:cNvPr>
          <p:cNvSpPr>
            <a:spLocks xmlns:a="http://schemas.openxmlformats.org/drawingml/2006/main" noGrp="1"/>
          </p:cNvSpPr>
          <p:nvPr/>
        </p:nvSpPr>
        <p:spPr>
          <a:xfrm xmlns:a="http://schemas.openxmlformats.org/drawingml/2006/main" rot="0">
            <a:off x="1030824" y="3064824"/>
            <a:ext cx="1040058"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2" b="0" i="0">
                <a:solidFill>
                  <a:srgbClr val="000000"/>
                </a:solidFill>
                <a:latin typeface="Times New Roman"/>
                <a:ea typeface="Times New Roman"/>
                <a:cs typeface="Times New Roman"/>
              </a:defRPr>
            </a:defPPr>
          </a:lstStyle>
          <a:p xmlns:a="http://schemas.openxmlformats.org/drawingml/2006/main">
            <a:pPr algn="l">
              <a:defRPr sz="1052" b="0" i="0">
                <a:solidFill>
                  <a:srgbClr val="000000"/>
                </a:solidFill>
                <a:latin typeface="Times New Roman"/>
                <a:ea typeface="Times New Roman"/>
                <a:cs typeface="Times New Roman"/>
              </a:defRPr>
            </a:pPr>
            <a:r>
              <a:rPr sz="1052" b="0" i="0">
                <a:solidFill>
                  <a:srgbClr val="000000"/>
                </a:solidFill>
                <a:latin typeface="Times New Roman"/>
                <a:ea typeface="Times New Roman"/>
                <a:cs typeface="Times New Roman"/>
              </a:rPr>
              <a:t>task specification +</a:t>
            </a:r>
          </a:p>
        </p:txBody>
      </p:sp>
      <p:sp>
        <p:nvSpPr>
          <p:cNvPr id="27" name="pdf-text-27-0">
            <a:extLst xmlns:a="http://schemas.openxmlformats.org/drawingml/2006/main">
              <a:ext uri="{FF2B5EF4-FFF2-40B4-BE49-F238E27FC236}">
                <a16:creationId xmlns:a16="http://schemas.microsoft.com/office/drawing/2014/main" id="{91A9A49F-CE0B-46BA-85D0-9F4D245C1645}"/>
              </a:ext>
            </a:extLst>
          </p:cNvPr>
          <p:cNvSpPr>
            <a:spLocks xmlns:a="http://schemas.openxmlformats.org/drawingml/2006/main" noGrp="1"/>
          </p:cNvSpPr>
          <p:nvPr/>
        </p:nvSpPr>
        <p:spPr>
          <a:xfrm xmlns:a="http://schemas.openxmlformats.org/drawingml/2006/main" rot="0">
            <a:off x="1030824" y="3225035"/>
            <a:ext cx="1512498"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1" b="0" i="0">
                <a:solidFill>
                  <a:srgbClr val="000000"/>
                </a:solidFill>
                <a:latin typeface="Times New Roman"/>
                <a:ea typeface="Times New Roman"/>
                <a:cs typeface="Times New Roman"/>
              </a:defRPr>
            </a:defPPr>
          </a:lstStyle>
          <a:p xmlns:a="http://schemas.openxmlformats.org/drawingml/2006/main">
            <a:pPr algn="l">
              <a:defRPr sz="1051" b="0" i="0">
                <a:solidFill>
                  <a:srgbClr val="000000"/>
                </a:solidFill>
                <a:latin typeface="Times New Roman"/>
                <a:ea typeface="Times New Roman"/>
                <a:cs typeface="Times New Roman"/>
              </a:defRPr>
            </a:pPr>
            <a:r>
              <a:rPr sz="1051" b="0" i="0">
                <a:solidFill>
                  <a:srgbClr val="000000"/>
                </a:solidFill>
                <a:latin typeface="Times New Roman"/>
                <a:ea typeface="Times New Roman"/>
                <a:cs typeface="Times New Roman"/>
              </a:rPr>
              <a:t>verified training supervision</a:t>
            </a:r>
          </a:p>
        </p:txBody>
      </p:sp>
      <p:sp>
        <p:nvSpPr>
          <p:cNvPr id="28" name="pdf-text-28-0">
            <a:extLst xmlns:a="http://schemas.openxmlformats.org/drawingml/2006/main">
              <a:ext uri="{FF2B5EF4-FFF2-40B4-BE49-F238E27FC236}">
                <a16:creationId xmlns:a16="http://schemas.microsoft.com/office/drawing/2014/main" id="{8BEEEF56-8863-4AC3-B2F4-621C97E31A4C}"/>
              </a:ext>
            </a:extLst>
          </p:cNvPr>
          <p:cNvSpPr>
            <a:spLocks xmlns:a="http://schemas.openxmlformats.org/drawingml/2006/main" noGrp="1"/>
          </p:cNvSpPr>
          <p:nvPr/>
        </p:nvSpPr>
        <p:spPr>
          <a:xfrm xmlns:a="http://schemas.openxmlformats.org/drawingml/2006/main" rot="0">
            <a:off x="1154467" y="1359040"/>
            <a:ext cx="1208516" cy="1704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338" b="0" i="0">
                <a:solidFill>
                  <a:srgbClr val="000000"/>
                </a:solidFill>
                <a:latin typeface="Times New Roman"/>
                <a:ea typeface="Times New Roman"/>
                <a:cs typeface="Times New Roman"/>
              </a:defRPr>
            </a:defPPr>
          </a:lstStyle>
          <a:p xmlns:a="http://schemas.openxmlformats.org/drawingml/2006/main">
            <a:pPr algn="l">
              <a:defRPr sz="1338" b="0" i="0">
                <a:solidFill>
                  <a:srgbClr val="000000"/>
                </a:solidFill>
                <a:latin typeface="Times New Roman"/>
                <a:ea typeface="Times New Roman"/>
                <a:cs typeface="Times New Roman"/>
              </a:defRPr>
            </a:pPr>
            <a:r>
              <a:rPr sz="1338" b="0" i="0">
                <a:solidFill>
                  <a:srgbClr val="000000"/>
                </a:solidFill>
                <a:latin typeface="Times New Roman"/>
                <a:ea typeface="Times New Roman"/>
                <a:cs typeface="Times New Roman"/>
              </a:rPr>
              <a:t>Find similar tasks</a:t>
            </a:r>
          </a:p>
        </p:txBody>
      </p:sp>
      <p:sp>
        <p:nvSpPr>
          <p:cNvPr id="29" name="pdf-path-32">
            <a:extLst xmlns:a="http://schemas.openxmlformats.org/drawingml/2006/main">
              <a:ext uri="{FF2B5EF4-FFF2-40B4-BE49-F238E27FC236}">
                <a16:creationId xmlns:a16="http://schemas.microsoft.com/office/drawing/2014/main" id="{7752BA67-4D97-42AB-96C4-BBB5C513BCBE}"/>
              </a:ext>
            </a:extLst>
          </p:cNvPr>
          <p:cNvSpPr>
            <a:spLocks xmlns:a="http://schemas.openxmlformats.org/drawingml/2006/main" noGrp="1"/>
          </p:cNvSpPr>
          <p:nvPr/>
        </p:nvSpPr>
        <p:spPr>
          <a:xfrm xmlns:a="http://schemas.openxmlformats.org/drawingml/2006/main" rot="0">
            <a:off x="3008794" y="2503942"/>
            <a:ext cx="8000978" cy="2129808"/>
          </a:xfrm>
          <a:custGeom xmlns:a="http://schemas.openxmlformats.org/drawingml/2006/main">
            <a:pathLst>
              <a:path w="8000978" h="2129808">
                <a:moveTo>
                  <a:pt x="0" y="0"/>
                </a:moveTo>
                <a:lnTo>
                  <a:pt x="8000978" y="0"/>
                </a:lnTo>
                <a:lnTo>
                  <a:pt x="8000978" y="2129808"/>
                </a:lnTo>
                <a:lnTo>
                  <a:pt x="0" y="2129808"/>
                </a:lnTo>
                <a:close/>
              </a:path>
            </a:pathLst>
          </a:custGeom>
          <a:solidFill xmlns:a="http://schemas.openxmlformats.org/drawingml/2006/main">
            <a:srgbClr val="F2CFEE">
              <a:alpha val="30000"/>
            </a:srgbClr>
          </a:solidFill>
          <a:ln xmlns:a="http://schemas.openxmlformats.org/drawingml/2006/main" w="0">
            <a:noFill/>
            <a:prstDash val="solid"/>
          </a:ln>
        </p:spPr>
      </p:sp>
      <p:sp>
        <p:nvSpPr>
          <p:cNvPr id="30" name="pdf-path-33">
            <a:extLst xmlns:a="http://schemas.openxmlformats.org/drawingml/2006/main">
              <a:ext uri="{FF2B5EF4-FFF2-40B4-BE49-F238E27FC236}">
                <a16:creationId xmlns:a16="http://schemas.microsoft.com/office/drawing/2014/main" id="{3A39BB44-339C-477C-95A2-FF373110BA4C}"/>
              </a:ext>
            </a:extLst>
          </p:cNvPr>
          <p:cNvSpPr>
            <a:spLocks xmlns:a="http://schemas.openxmlformats.org/drawingml/2006/main" noGrp="1"/>
          </p:cNvSpPr>
          <p:nvPr/>
        </p:nvSpPr>
        <p:spPr>
          <a:xfrm xmlns:a="http://schemas.openxmlformats.org/drawingml/2006/main" rot="0">
            <a:off x="3004391" y="2499174"/>
            <a:ext cx="8009227" cy="2138787"/>
          </a:xfrm>
          <a:custGeom xmlns:a="http://schemas.openxmlformats.org/drawingml/2006/main">
            <a:pathLst>
              <a:path w="8009227" h="2138787">
                <a:moveTo>
                  <a:pt x="8004678" y="0"/>
                </a:moveTo>
                <a:lnTo>
                  <a:pt x="8006084" y="231"/>
                </a:lnTo>
                <a:lnTo>
                  <a:pt x="8007347" y="874"/>
                </a:lnTo>
                <a:lnTo>
                  <a:pt x="8008353" y="1880"/>
                </a:lnTo>
                <a:lnTo>
                  <a:pt x="8009007" y="3143"/>
                </a:lnTo>
                <a:lnTo>
                  <a:pt x="8009227" y="4549"/>
                </a:lnTo>
                <a:lnTo>
                  <a:pt x="8009227" y="2134237"/>
                </a:lnTo>
                <a:lnTo>
                  <a:pt x="8009007" y="2135645"/>
                </a:lnTo>
                <a:lnTo>
                  <a:pt x="8008353" y="2136919"/>
                </a:lnTo>
                <a:lnTo>
                  <a:pt x="8007347" y="2137925"/>
                </a:lnTo>
                <a:lnTo>
                  <a:pt x="8006084" y="2138569"/>
                </a:lnTo>
                <a:lnTo>
                  <a:pt x="8004678" y="2138787"/>
                </a:lnTo>
                <a:lnTo>
                  <a:pt x="4549" y="2138787"/>
                </a:lnTo>
                <a:lnTo>
                  <a:pt x="3141" y="2138569"/>
                </a:lnTo>
                <a:lnTo>
                  <a:pt x="1880" y="2137925"/>
                </a:lnTo>
                <a:lnTo>
                  <a:pt x="874" y="2136919"/>
                </a:lnTo>
                <a:lnTo>
                  <a:pt x="230" y="2135645"/>
                </a:lnTo>
                <a:lnTo>
                  <a:pt x="0" y="2134237"/>
                </a:lnTo>
                <a:lnTo>
                  <a:pt x="0" y="4549"/>
                </a:lnTo>
                <a:lnTo>
                  <a:pt x="230" y="3143"/>
                </a:lnTo>
                <a:lnTo>
                  <a:pt x="874" y="1880"/>
                </a:lnTo>
                <a:lnTo>
                  <a:pt x="1880" y="874"/>
                </a:lnTo>
                <a:lnTo>
                  <a:pt x="3141" y="231"/>
                </a:lnTo>
                <a:lnTo>
                  <a:pt x="4549" y="0"/>
                </a:lnTo>
                <a:lnTo>
                  <a:pt x="8004678" y="0"/>
                </a:lnTo>
                <a:moveTo>
                  <a:pt x="4549" y="9099"/>
                </a:moveTo>
                <a:lnTo>
                  <a:pt x="9098" y="4549"/>
                </a:lnTo>
                <a:lnTo>
                  <a:pt x="9098" y="2134237"/>
                </a:lnTo>
                <a:lnTo>
                  <a:pt x="4549" y="2129689"/>
                </a:lnTo>
                <a:lnTo>
                  <a:pt x="8004678" y="2129689"/>
                </a:lnTo>
                <a:lnTo>
                  <a:pt x="8000128" y="2134237"/>
                </a:lnTo>
                <a:lnTo>
                  <a:pt x="8000128" y="4549"/>
                </a:lnTo>
                <a:lnTo>
                  <a:pt x="8004678" y="9099"/>
                </a:lnTo>
                <a:lnTo>
                  <a:pt x="4549" y="9099"/>
                </a:lnTo>
              </a:path>
            </a:pathLst>
          </a:custGeom>
          <a:solidFill xmlns:a="http://schemas.openxmlformats.org/drawingml/2006/main">
            <a:srgbClr val="000000"/>
          </a:solidFill>
          <a:ln xmlns:a="http://schemas.openxmlformats.org/drawingml/2006/main" w="0">
            <a:noFill/>
            <a:prstDash val="solid"/>
          </a:ln>
        </p:spPr>
      </p:sp>
      <p:sp>
        <p:nvSpPr>
          <p:cNvPr id="31" name="vergsa-source-component-0-shadow">
            <a:extLst xmlns:a="http://schemas.openxmlformats.org/drawingml/2006/main">
              <a:ext uri="{FF2B5EF4-FFF2-40B4-BE49-F238E27FC236}">
                <a16:creationId xmlns:a16="http://schemas.microsoft.com/office/drawing/2014/main" id="{DD9CADF0-A8C7-481B-89F1-62E71E9B8C7F}"/>
              </a:ext>
            </a:extLst>
          </p:cNvPr>
          <p:cNvSpPr>
            <a:spLocks xmlns:a="http://schemas.openxmlformats.org/drawingml/2006/main" noGrp="1"/>
          </p:cNvSpPr>
          <p:nvPr/>
        </p:nvSpPr>
        <p:spPr>
          <a:xfrm xmlns:a="http://schemas.openxmlformats.org/drawingml/2006/main" rot="0">
            <a:off x="3126120" y="3287984"/>
            <a:ext cx="3514410" cy="1244063"/>
          </a:xfrm>
          <a:prstGeom xmlns:a="http://schemas.openxmlformats.org/drawingml/2006/main" prst="rect">
            <a:avLst/>
          </a:prstGeom>
          <a:solidFill xmlns:a="http://schemas.openxmlformats.org/drawingml/2006/main">
            <a:srgbClr val="BBBBB2"/>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32" name="vergsa-source-component-0-paper">
            <a:extLst xmlns:a="http://schemas.openxmlformats.org/drawingml/2006/main">
              <a:ext uri="{FF2B5EF4-FFF2-40B4-BE49-F238E27FC236}">
                <a16:creationId xmlns:a16="http://schemas.microsoft.com/office/drawing/2014/main" id="{99FC3658-85C3-4809-B5B6-D279C80D10BC}"/>
              </a:ext>
            </a:extLst>
          </p:cNvPr>
          <p:cNvSpPr>
            <a:spLocks xmlns:a="http://schemas.openxmlformats.org/drawingml/2006/main" noGrp="1"/>
          </p:cNvSpPr>
          <p:nvPr/>
        </p:nvSpPr>
        <p:spPr>
          <a:xfrm xmlns:a="http://schemas.openxmlformats.org/drawingml/2006/main" rot="0">
            <a:off x="3097545" y="3268934"/>
            <a:ext cx="3485835" cy="1215488"/>
          </a:xfrm>
          <a:prstGeom xmlns:a="http://schemas.openxmlformats.org/drawingml/2006/main" prst="rect">
            <a:avLst/>
          </a:prstGeom>
          <a:solidFill xmlns:a="http://schemas.openxmlformats.org/drawingml/2006/main">
            <a:srgbClr val="FFF7DF"/>
          </a:solidFill>
          <a:ln xmlns:a="http://schemas.openxmlformats.org/drawingml/2006/main" w="12383">
            <a:solidFill>
              <a:srgbClr val="827D70"/>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33" name="vergsa-source-component-0-curl-0">
            <a:extLst xmlns:a="http://schemas.openxmlformats.org/drawingml/2006/main">
              <a:ext uri="{FF2B5EF4-FFF2-40B4-BE49-F238E27FC236}">
                <a16:creationId xmlns:a16="http://schemas.microsoft.com/office/drawing/2014/main" id="{BD01217B-7794-499A-BFF4-B40D6E7D065F}"/>
              </a:ext>
            </a:extLst>
          </p:cNvPr>
          <p:cNvSpPr>
            <a:spLocks xmlns:a="http://schemas.openxmlformats.org/drawingml/2006/main" noGrp="1"/>
          </p:cNvSpPr>
          <p:nvPr/>
        </p:nvSpPr>
        <p:spPr>
          <a:xfrm xmlns:a="http://schemas.openxmlformats.org/drawingml/2006/main" rot="0">
            <a:off x="6488130" y="3278459"/>
            <a:ext cx="133350" cy="66675"/>
          </a:xfrm>
          <a:prstGeom xmlns:a="http://schemas.openxmlformats.org/drawingml/2006/main" prst="roundRect">
            <a:avLst>
              <a:gd name="adj" fmla="val 50000"/>
            </a:avLst>
          </a:prstGeom>
          <a:solidFill xmlns:a="http://schemas.openxmlformats.org/drawingml/2006/main">
            <a:srgbClr val="F6EED8"/>
          </a:solidFill>
          <a:ln xmlns:a="http://schemas.openxmlformats.org/drawingml/2006/main" w="11430">
            <a:solidFill>
              <a:srgbClr val="827D70"/>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34" name="vergsa-source-component-0-curl-1">
            <a:extLst xmlns:a="http://schemas.openxmlformats.org/drawingml/2006/main">
              <a:ext uri="{FF2B5EF4-FFF2-40B4-BE49-F238E27FC236}">
                <a16:creationId xmlns:a16="http://schemas.microsoft.com/office/drawing/2014/main" id="{F64FAF0C-24F9-4130-AC32-00118901D670}"/>
              </a:ext>
            </a:extLst>
          </p:cNvPr>
          <p:cNvSpPr>
            <a:spLocks xmlns:a="http://schemas.openxmlformats.org/drawingml/2006/main" noGrp="1"/>
          </p:cNvSpPr>
          <p:nvPr/>
        </p:nvSpPr>
        <p:spPr>
          <a:xfrm xmlns:a="http://schemas.openxmlformats.org/drawingml/2006/main" rot="0">
            <a:off x="3068970" y="4446322"/>
            <a:ext cx="3447735" cy="66675"/>
          </a:xfrm>
          <a:prstGeom xmlns:a="http://schemas.openxmlformats.org/drawingml/2006/main" prst="roundRect">
            <a:avLst>
              <a:gd name="adj" fmla="val 50000"/>
            </a:avLst>
          </a:prstGeom>
          <a:solidFill xmlns:a="http://schemas.openxmlformats.org/drawingml/2006/main">
            <a:srgbClr val="F6EED8"/>
          </a:solidFill>
          <a:ln xmlns:a="http://schemas.openxmlformats.org/drawingml/2006/main" w="11430">
            <a:solidFill>
              <a:srgbClr val="827D70"/>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35" name="pdf-text-29-0">
            <a:extLst xmlns:a="http://schemas.openxmlformats.org/drawingml/2006/main">
              <a:ext uri="{FF2B5EF4-FFF2-40B4-BE49-F238E27FC236}">
                <a16:creationId xmlns:a16="http://schemas.microsoft.com/office/drawing/2014/main" id="{ECFC33A2-F27B-43CE-9283-7956AA0140B7}"/>
              </a:ext>
            </a:extLst>
          </p:cNvPr>
          <p:cNvSpPr>
            <a:spLocks xmlns:a="http://schemas.openxmlformats.org/drawingml/2006/main" noGrp="1"/>
          </p:cNvSpPr>
          <p:nvPr/>
        </p:nvSpPr>
        <p:spPr>
          <a:xfrm xmlns:a="http://schemas.openxmlformats.org/drawingml/2006/main" rot="0">
            <a:off x="4607170" y="3437877"/>
            <a:ext cx="953950" cy="1455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46" b="1" i="1">
                <a:solidFill>
                  <a:srgbClr val="000000"/>
                </a:solidFill>
                <a:latin typeface="Times New Roman"/>
                <a:ea typeface="Times New Roman"/>
                <a:cs typeface="Times New Roman"/>
              </a:defRPr>
            </a:defPPr>
          </a:lstStyle>
          <a:p xmlns:a="http://schemas.openxmlformats.org/drawingml/2006/main">
            <a:pPr algn="l">
              <a:defRPr sz="1146" b="1" i="1">
                <a:solidFill>
                  <a:srgbClr val="000000"/>
                </a:solidFill>
                <a:latin typeface="Times New Roman"/>
                <a:ea typeface="Times New Roman"/>
                <a:cs typeface="Times New Roman"/>
              </a:defRPr>
            </a:pPr>
            <a:r>
              <a:rPr sz="1146" b="1" i="1">
                <a:solidFill>
                  <a:srgbClr val="000000"/>
                </a:solidFill>
                <a:latin typeface="Times New Roman"/>
                <a:ea typeface="Times New Roman"/>
                <a:cs typeface="Times New Roman"/>
              </a:rPr>
              <a:t>Subtask  format</a:t>
            </a:r>
          </a:p>
        </p:txBody>
      </p:sp>
      <p:sp>
        <p:nvSpPr>
          <p:cNvPr id="36" name="pdf-text-30-0">
            <a:extLst xmlns:a="http://schemas.openxmlformats.org/drawingml/2006/main">
              <a:ext uri="{FF2B5EF4-FFF2-40B4-BE49-F238E27FC236}">
                <a16:creationId xmlns:a16="http://schemas.microsoft.com/office/drawing/2014/main" id="{54435B2D-CCAA-40D9-8AF0-6D69CC00C969}"/>
              </a:ext>
            </a:extLst>
          </p:cNvPr>
          <p:cNvSpPr>
            <a:spLocks xmlns:a="http://schemas.openxmlformats.org/drawingml/2006/main" noGrp="1"/>
          </p:cNvSpPr>
          <p:nvPr/>
        </p:nvSpPr>
        <p:spPr>
          <a:xfrm xmlns:a="http://schemas.openxmlformats.org/drawingml/2006/main" rot="0">
            <a:off x="4607170" y="3670285"/>
            <a:ext cx="1113121"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2" b="0" i="1">
                <a:solidFill>
                  <a:srgbClr val="000000"/>
                </a:solidFill>
                <a:latin typeface="Times New Roman"/>
                <a:ea typeface="Times New Roman"/>
                <a:cs typeface="Times New Roman"/>
              </a:defRPr>
            </a:defPPr>
          </a:lstStyle>
          <a:p xmlns:a="http://schemas.openxmlformats.org/drawingml/2006/main">
            <a:pPr algn="l">
              <a:defRPr sz="1052" b="0" i="1">
                <a:solidFill>
                  <a:srgbClr val="000000"/>
                </a:solidFill>
                <a:latin typeface="Times New Roman"/>
                <a:ea typeface="Times New Roman"/>
                <a:cs typeface="Times New Roman"/>
              </a:defRPr>
            </a:pPr>
            <a:r>
              <a:rPr sz="1052" b="0" i="1">
                <a:solidFill>
                  <a:srgbClr val="000000"/>
                </a:solidFill>
                <a:latin typeface="Times New Roman"/>
                <a:ea typeface="Times New Roman"/>
                <a:cs typeface="Times New Roman"/>
              </a:rPr>
              <a:t>Name: subtask name</a:t>
            </a:r>
          </a:p>
        </p:txBody>
      </p:sp>
      <p:sp>
        <p:nvSpPr>
          <p:cNvPr id="37" name="pdf-text-31-0">
            <a:extLst xmlns:a="http://schemas.openxmlformats.org/drawingml/2006/main">
              <a:ext uri="{FF2B5EF4-FFF2-40B4-BE49-F238E27FC236}">
                <a16:creationId xmlns:a16="http://schemas.microsoft.com/office/drawing/2014/main" id="{60FD970F-D5EE-497D-89BB-95F4D5F51BFA}"/>
              </a:ext>
            </a:extLst>
          </p:cNvPr>
          <p:cNvSpPr>
            <a:spLocks xmlns:a="http://schemas.openxmlformats.org/drawingml/2006/main" noGrp="1"/>
          </p:cNvSpPr>
          <p:nvPr/>
        </p:nvSpPr>
        <p:spPr>
          <a:xfrm xmlns:a="http://schemas.openxmlformats.org/drawingml/2006/main" rot="0">
            <a:off x="4607170" y="3830527"/>
            <a:ext cx="559415"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0" b="0" i="1">
                <a:solidFill>
                  <a:srgbClr val="000000"/>
                </a:solidFill>
                <a:latin typeface="Times New Roman"/>
                <a:ea typeface="Times New Roman"/>
                <a:cs typeface="Times New Roman"/>
              </a:defRPr>
            </a:defPPr>
          </a:lstStyle>
          <a:p xmlns:a="http://schemas.openxmlformats.org/drawingml/2006/main">
            <a:pPr algn="l">
              <a:defRPr sz="1050" b="0" i="1">
                <a:solidFill>
                  <a:srgbClr val="000000"/>
                </a:solidFill>
                <a:latin typeface="Times New Roman"/>
                <a:ea typeface="Times New Roman"/>
                <a:cs typeface="Times New Roman"/>
              </a:defRPr>
            </a:pPr>
            <a:r>
              <a:rPr sz="1050" b="0" i="1">
                <a:solidFill>
                  <a:srgbClr val="000000"/>
                </a:solidFill>
                <a:latin typeface="Times New Roman"/>
                <a:ea typeface="Times New Roman"/>
                <a:cs typeface="Times New Roman"/>
              </a:rPr>
              <a:t>Function: </a:t>
            </a:r>
          </a:p>
        </p:txBody>
      </p:sp>
      <p:sp>
        <p:nvSpPr>
          <p:cNvPr id="38" name="pdf-text-32-0">
            <a:extLst xmlns:a="http://schemas.openxmlformats.org/drawingml/2006/main">
              <a:ext uri="{FF2B5EF4-FFF2-40B4-BE49-F238E27FC236}">
                <a16:creationId xmlns:a16="http://schemas.microsoft.com/office/drawing/2014/main" id="{4D83601F-C7F9-48BC-9ED8-0E5255C7A769}"/>
              </a:ext>
            </a:extLst>
          </p:cNvPr>
          <p:cNvSpPr>
            <a:spLocks xmlns:a="http://schemas.openxmlformats.org/drawingml/2006/main" noGrp="1"/>
          </p:cNvSpPr>
          <p:nvPr/>
        </p:nvSpPr>
        <p:spPr>
          <a:xfrm xmlns:a="http://schemas.openxmlformats.org/drawingml/2006/main" rot="0">
            <a:off x="5166433" y="3830359"/>
            <a:ext cx="616584"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3" b="0" i="1">
                <a:solidFill>
                  <a:srgbClr val="000000"/>
                </a:solidFill>
                <a:latin typeface="Times New Roman"/>
                <a:ea typeface="Times New Roman"/>
                <a:cs typeface="Times New Roman"/>
              </a:defRPr>
            </a:defPPr>
          </a:lstStyle>
          <a:p xmlns:a="http://schemas.openxmlformats.org/drawingml/2006/main">
            <a:pPr algn="l">
              <a:defRPr sz="1053" b="0" i="1">
                <a:solidFill>
                  <a:srgbClr val="000000"/>
                </a:solidFill>
                <a:latin typeface="Times New Roman"/>
                <a:ea typeface="Times New Roman"/>
                <a:cs typeface="Times New Roman"/>
              </a:defRPr>
            </a:pPr>
            <a:r>
              <a:rPr sz="1053" b="0" i="1">
                <a:solidFill>
                  <a:srgbClr val="000000"/>
                </a:solidFill>
                <a:latin typeface="Times New Roman"/>
                <a:ea typeface="Times New Roman"/>
                <a:cs typeface="Times New Roman"/>
              </a:rPr>
              <a:t>cal_reward</a:t>
            </a:r>
          </a:p>
        </p:txBody>
      </p:sp>
      <p:sp>
        <p:nvSpPr>
          <p:cNvPr id="39" name="pdf-text-33-0">
            <a:extLst xmlns:a="http://schemas.openxmlformats.org/drawingml/2006/main">
              <a:ext uri="{FF2B5EF4-FFF2-40B4-BE49-F238E27FC236}">
                <a16:creationId xmlns:a16="http://schemas.microsoft.com/office/drawing/2014/main" id="{F661DEE3-0173-47DC-89C2-87B1CA15DE1C}"/>
              </a:ext>
            </a:extLst>
          </p:cNvPr>
          <p:cNvSpPr>
            <a:spLocks xmlns:a="http://schemas.openxmlformats.org/drawingml/2006/main" noGrp="1"/>
          </p:cNvSpPr>
          <p:nvPr/>
        </p:nvSpPr>
        <p:spPr>
          <a:xfrm xmlns:a="http://schemas.openxmlformats.org/drawingml/2006/main" rot="0">
            <a:off x="5782714" y="3830441"/>
            <a:ext cx="615431"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2" b="0" i="1">
                <a:solidFill>
                  <a:srgbClr val="000000"/>
                </a:solidFill>
                <a:latin typeface="Times New Roman"/>
                <a:ea typeface="Times New Roman"/>
                <a:cs typeface="Times New Roman"/>
              </a:defRPr>
            </a:defPPr>
          </a:lstStyle>
          <a:p xmlns:a="http://schemas.openxmlformats.org/drawingml/2006/main">
            <a:pPr algn="l">
              <a:defRPr sz="1052" b="0" i="1">
                <a:solidFill>
                  <a:srgbClr val="000000"/>
                </a:solidFill>
                <a:latin typeface="Times New Roman"/>
                <a:ea typeface="Times New Roman"/>
                <a:cs typeface="Times New Roman"/>
              </a:defRPr>
            </a:pPr>
            <a:r>
              <a:rPr sz="1052" b="0" i="1">
                <a:solidFill>
                  <a:srgbClr val="000000"/>
                </a:solidFill>
                <a:latin typeface="Times New Roman"/>
                <a:ea typeface="Times New Roman"/>
                <a:cs typeface="Times New Roman"/>
              </a:rPr>
              <a:t>()/execute()</a:t>
            </a:r>
          </a:p>
        </p:txBody>
      </p:sp>
      <p:sp>
        <p:nvSpPr>
          <p:cNvPr id="40" name="pdf-text-34-0">
            <a:extLst xmlns:a="http://schemas.openxmlformats.org/drawingml/2006/main">
              <a:ext uri="{FF2B5EF4-FFF2-40B4-BE49-F238E27FC236}">
                <a16:creationId xmlns:a16="http://schemas.microsoft.com/office/drawing/2014/main" id="{792861E9-26CD-48ED-BFA3-A1831B421AD9}"/>
              </a:ext>
            </a:extLst>
          </p:cNvPr>
          <p:cNvSpPr>
            <a:spLocks xmlns:a="http://schemas.openxmlformats.org/drawingml/2006/main" noGrp="1"/>
          </p:cNvSpPr>
          <p:nvPr/>
        </p:nvSpPr>
        <p:spPr>
          <a:xfrm xmlns:a="http://schemas.openxmlformats.org/drawingml/2006/main" rot="0">
            <a:off x="4607170" y="3990581"/>
            <a:ext cx="1817606"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2" b="0" i="1">
                <a:solidFill>
                  <a:srgbClr val="000000"/>
                </a:solidFill>
                <a:latin typeface="Times New Roman"/>
                <a:ea typeface="Times New Roman"/>
                <a:cs typeface="Times New Roman"/>
              </a:defRPr>
            </a:defPPr>
          </a:lstStyle>
          <a:p xmlns:a="http://schemas.openxmlformats.org/drawingml/2006/main">
            <a:pPr algn="l">
              <a:defRPr sz="1052" b="0" i="1">
                <a:solidFill>
                  <a:srgbClr val="000000"/>
                </a:solidFill>
                <a:latin typeface="Times New Roman"/>
                <a:ea typeface="Times New Roman"/>
                <a:cs typeface="Times New Roman"/>
              </a:defRPr>
            </a:pPr>
            <a:r>
              <a:rPr sz="1052" b="0" i="1">
                <a:solidFill>
                  <a:srgbClr val="000000"/>
                </a:solidFill>
                <a:latin typeface="Times New Roman"/>
                <a:ea typeface="Times New Roman"/>
                <a:cs typeface="Times New Roman"/>
              </a:rPr>
              <a:t>Explanation: reasons to each step</a:t>
            </a:r>
          </a:p>
        </p:txBody>
      </p:sp>
      <p:sp>
        <p:nvSpPr>
          <p:cNvPr id="41" name="pdf-text-35-0">
            <a:extLst xmlns:a="http://schemas.openxmlformats.org/drawingml/2006/main">
              <a:ext uri="{FF2B5EF4-FFF2-40B4-BE49-F238E27FC236}">
                <a16:creationId xmlns:a16="http://schemas.microsoft.com/office/drawing/2014/main" id="{2A1E4D02-4B84-4621-8A7B-EAB50815BACF}"/>
              </a:ext>
            </a:extLst>
          </p:cNvPr>
          <p:cNvSpPr>
            <a:spLocks xmlns:a="http://schemas.openxmlformats.org/drawingml/2006/main" noGrp="1"/>
          </p:cNvSpPr>
          <p:nvPr/>
        </p:nvSpPr>
        <p:spPr>
          <a:xfrm xmlns:a="http://schemas.openxmlformats.org/drawingml/2006/main" rot="0">
            <a:off x="4607170" y="4150679"/>
            <a:ext cx="1410292"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2" b="0" i="1">
                <a:solidFill>
                  <a:srgbClr val="000000"/>
                </a:solidFill>
                <a:latin typeface="Times New Roman"/>
                <a:ea typeface="Times New Roman"/>
                <a:cs typeface="Times New Roman"/>
              </a:defRPr>
            </a:defPPr>
          </a:lstStyle>
          <a:p xmlns:a="http://schemas.openxmlformats.org/drawingml/2006/main">
            <a:pPr algn="l">
              <a:defRPr sz="1052" b="0" i="1">
                <a:solidFill>
                  <a:srgbClr val="000000"/>
                </a:solidFill>
                <a:latin typeface="Times New Roman"/>
                <a:ea typeface="Times New Roman"/>
                <a:cs typeface="Times New Roman"/>
              </a:defRPr>
            </a:pPr>
            <a:r>
              <a:rPr sz="1052" b="0" i="1">
                <a:solidFill>
                  <a:srgbClr val="000000"/>
                </a:solidFill>
                <a:latin typeface="Times New Roman"/>
                <a:ea typeface="Times New Roman"/>
                <a:cs typeface="Times New Roman"/>
              </a:rPr>
              <a:t>Metrics: success indicator</a:t>
            </a:r>
          </a:p>
        </p:txBody>
      </p:sp>
      <p:sp>
        <p:nvSpPr>
          <p:cNvPr id="42" name="vergsa-source-component-1-shadow">
            <a:extLst xmlns:a="http://schemas.openxmlformats.org/drawingml/2006/main">
              <a:ext uri="{FF2B5EF4-FFF2-40B4-BE49-F238E27FC236}">
                <a16:creationId xmlns:a16="http://schemas.microsoft.com/office/drawing/2014/main" id="{8C296F14-520F-4A17-BAA8-0EBFDE19E447}"/>
              </a:ext>
            </a:extLst>
          </p:cNvPr>
          <p:cNvSpPr>
            <a:spLocks xmlns:a="http://schemas.openxmlformats.org/drawingml/2006/main" noGrp="1"/>
          </p:cNvSpPr>
          <p:nvPr/>
        </p:nvSpPr>
        <p:spPr>
          <a:xfrm xmlns:a="http://schemas.openxmlformats.org/drawingml/2006/main" rot="0">
            <a:off x="6564259" y="2691458"/>
            <a:ext cx="998335" cy="420364"/>
          </a:xfrm>
          <a:prstGeom xmlns:a="http://schemas.openxmlformats.org/drawingml/2006/main" prst="rect">
            <a:avLst/>
          </a:prstGeom>
          <a:solidFill xmlns:a="http://schemas.openxmlformats.org/drawingml/2006/main">
            <a:srgbClr val="BCBCBC"/>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3" name="vergsa-source-component-1-box">
            <a:extLst xmlns:a="http://schemas.openxmlformats.org/drawingml/2006/main">
              <a:ext uri="{FF2B5EF4-FFF2-40B4-BE49-F238E27FC236}">
                <a16:creationId xmlns:a16="http://schemas.microsoft.com/office/drawing/2014/main" id="{E241D14E-B6FE-4066-BC6A-FD3D7CECDABF}"/>
              </a:ext>
            </a:extLst>
          </p:cNvPr>
          <p:cNvSpPr>
            <a:spLocks xmlns:a="http://schemas.openxmlformats.org/drawingml/2006/main" noGrp="1"/>
          </p:cNvSpPr>
          <p:nvPr/>
        </p:nvSpPr>
        <p:spPr>
          <a:xfrm xmlns:a="http://schemas.openxmlformats.org/drawingml/2006/main" rot="0">
            <a:off x="6545209" y="2662883"/>
            <a:ext cx="979285" cy="420364"/>
          </a:xfrm>
          <a:prstGeom xmlns:a="http://schemas.openxmlformats.org/drawingml/2006/main" prst="rect">
            <a:avLst/>
          </a:prstGeom>
          <a:solidFill xmlns:a="http://schemas.openxmlformats.org/drawingml/2006/main">
            <a:srgbClr val="8ED974"/>
          </a:solidFill>
          <a:ln xmlns:a="http://schemas.openxmlformats.org/drawingml/2006/main" w="13335">
            <a:solidFill>
              <a:srgbClr val="747474"/>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4" name="pdf-text-36-0">
            <a:extLst xmlns:a="http://schemas.openxmlformats.org/drawingml/2006/main">
              <a:ext uri="{FF2B5EF4-FFF2-40B4-BE49-F238E27FC236}">
                <a16:creationId xmlns:a16="http://schemas.microsoft.com/office/drawing/2014/main" id="{94F7A4A7-5216-4F7A-85F1-EC8169D0070C}"/>
              </a:ext>
            </a:extLst>
          </p:cNvPr>
          <p:cNvSpPr>
            <a:spLocks xmlns:a="http://schemas.openxmlformats.org/drawingml/2006/main" noGrp="1"/>
          </p:cNvSpPr>
          <p:nvPr/>
        </p:nvSpPr>
        <p:spPr>
          <a:xfrm xmlns:a="http://schemas.openxmlformats.org/drawingml/2006/main" rot="0">
            <a:off x="6705292" y="2782308"/>
            <a:ext cx="655102" cy="1455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46" b="0" i="0">
                <a:solidFill>
                  <a:srgbClr val="000000"/>
                </a:solidFill>
                <a:latin typeface="Times New Roman"/>
                <a:ea typeface="Times New Roman"/>
                <a:cs typeface="Times New Roman"/>
              </a:defRPr>
            </a:defPPr>
          </a:lstStyle>
          <a:p xmlns:a="http://schemas.openxmlformats.org/drawingml/2006/main">
            <a:pPr algn="l">
              <a:defRPr sz="1146" b="0" i="0">
                <a:solidFill>
                  <a:srgbClr val="000000"/>
                </a:solidFill>
                <a:latin typeface="Times New Roman"/>
                <a:ea typeface="Times New Roman"/>
                <a:cs typeface="Times New Roman"/>
              </a:defRPr>
            </a:pPr>
            <a:r>
              <a:rPr sz="1146" b="0" i="0">
                <a:solidFill>
                  <a:srgbClr val="000000"/>
                </a:solidFill>
                <a:latin typeface="Times New Roman"/>
                <a:ea typeface="Times New Roman"/>
                <a:cs typeface="Times New Roman"/>
              </a:rPr>
              <a:t>Subtask1-1</a:t>
            </a:r>
          </a:p>
        </p:txBody>
      </p:sp>
      <p:sp>
        <p:nvSpPr>
          <p:cNvPr id="45" name="vergsa-source-component-2-shadow">
            <a:extLst xmlns:a="http://schemas.openxmlformats.org/drawingml/2006/main">
              <a:ext uri="{FF2B5EF4-FFF2-40B4-BE49-F238E27FC236}">
                <a16:creationId xmlns:a16="http://schemas.microsoft.com/office/drawing/2014/main" id="{62D80E47-DCCD-4C32-8E06-352D94C5D0BF}"/>
              </a:ext>
            </a:extLst>
          </p:cNvPr>
          <p:cNvSpPr>
            <a:spLocks xmlns:a="http://schemas.openxmlformats.org/drawingml/2006/main" noGrp="1"/>
          </p:cNvSpPr>
          <p:nvPr/>
        </p:nvSpPr>
        <p:spPr>
          <a:xfrm xmlns:a="http://schemas.openxmlformats.org/drawingml/2006/main" rot="0">
            <a:off x="7795850" y="2691458"/>
            <a:ext cx="998336" cy="420364"/>
          </a:xfrm>
          <a:prstGeom xmlns:a="http://schemas.openxmlformats.org/drawingml/2006/main" prst="rect">
            <a:avLst/>
          </a:prstGeom>
          <a:solidFill xmlns:a="http://schemas.openxmlformats.org/drawingml/2006/main">
            <a:srgbClr val="BCBCBC"/>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6" name="vergsa-source-component-2-box">
            <a:extLst xmlns:a="http://schemas.openxmlformats.org/drawingml/2006/main">
              <a:ext uri="{FF2B5EF4-FFF2-40B4-BE49-F238E27FC236}">
                <a16:creationId xmlns:a16="http://schemas.microsoft.com/office/drawing/2014/main" id="{99AA9998-BA68-4B91-ADDE-FA30A7417B36}"/>
              </a:ext>
            </a:extLst>
          </p:cNvPr>
          <p:cNvSpPr>
            <a:spLocks xmlns:a="http://schemas.openxmlformats.org/drawingml/2006/main" noGrp="1"/>
          </p:cNvSpPr>
          <p:nvPr/>
        </p:nvSpPr>
        <p:spPr>
          <a:xfrm xmlns:a="http://schemas.openxmlformats.org/drawingml/2006/main" rot="0">
            <a:off x="7776800" y="2662883"/>
            <a:ext cx="979286" cy="420364"/>
          </a:xfrm>
          <a:prstGeom xmlns:a="http://schemas.openxmlformats.org/drawingml/2006/main" prst="rect">
            <a:avLst/>
          </a:prstGeom>
          <a:solidFill xmlns:a="http://schemas.openxmlformats.org/drawingml/2006/main">
            <a:srgbClr val="F2AA84"/>
          </a:solidFill>
          <a:ln xmlns:a="http://schemas.openxmlformats.org/drawingml/2006/main" w="13335">
            <a:solidFill>
              <a:srgbClr val="747474"/>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7" name="pdf-text-37-0">
            <a:extLst xmlns:a="http://schemas.openxmlformats.org/drawingml/2006/main">
              <a:ext uri="{FF2B5EF4-FFF2-40B4-BE49-F238E27FC236}">
                <a16:creationId xmlns:a16="http://schemas.microsoft.com/office/drawing/2014/main" id="{0DECBA2B-ACB6-4811-B31C-83F0A0771E16}"/>
              </a:ext>
            </a:extLst>
          </p:cNvPr>
          <p:cNvSpPr>
            <a:spLocks xmlns:a="http://schemas.openxmlformats.org/drawingml/2006/main" noGrp="1"/>
          </p:cNvSpPr>
          <p:nvPr/>
        </p:nvSpPr>
        <p:spPr>
          <a:xfrm xmlns:a="http://schemas.openxmlformats.org/drawingml/2006/main" rot="0">
            <a:off x="7918674" y="2782308"/>
            <a:ext cx="691497" cy="1455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46" b="0" i="0">
                <a:solidFill>
                  <a:srgbClr val="000000"/>
                </a:solidFill>
                <a:latin typeface="Times New Roman"/>
                <a:ea typeface="Times New Roman"/>
                <a:cs typeface="Times New Roman"/>
              </a:defRPr>
            </a:defPPr>
          </a:lstStyle>
          <a:p xmlns:a="http://schemas.openxmlformats.org/drawingml/2006/main">
            <a:pPr algn="l">
              <a:defRPr sz="1146" b="0" i="0">
                <a:solidFill>
                  <a:srgbClr val="000000"/>
                </a:solidFill>
                <a:latin typeface="Times New Roman"/>
                <a:ea typeface="Times New Roman"/>
                <a:cs typeface="Times New Roman"/>
              </a:defRPr>
            </a:pPr>
            <a:r>
              <a:rPr sz="1146" b="0" i="0">
                <a:solidFill>
                  <a:srgbClr val="000000"/>
                </a:solidFill>
                <a:latin typeface="Times New Roman"/>
                <a:ea typeface="Times New Roman"/>
                <a:cs typeface="Times New Roman"/>
              </a:rPr>
              <a:t>Subtask 2-1</a:t>
            </a:r>
          </a:p>
        </p:txBody>
      </p:sp>
      <p:sp>
        <p:nvSpPr>
          <p:cNvPr id="48" name="vergsa-source-component-3-shadow">
            <a:extLst xmlns:a="http://schemas.openxmlformats.org/drawingml/2006/main">
              <a:ext uri="{FF2B5EF4-FFF2-40B4-BE49-F238E27FC236}">
                <a16:creationId xmlns:a16="http://schemas.microsoft.com/office/drawing/2014/main" id="{DCA92C7C-1480-410A-9689-B76AC5891517}"/>
              </a:ext>
            </a:extLst>
          </p:cNvPr>
          <p:cNvSpPr>
            <a:spLocks xmlns:a="http://schemas.openxmlformats.org/drawingml/2006/main" noGrp="1"/>
          </p:cNvSpPr>
          <p:nvPr/>
        </p:nvSpPr>
        <p:spPr>
          <a:xfrm xmlns:a="http://schemas.openxmlformats.org/drawingml/2006/main" rot="0">
            <a:off x="9038374" y="2691458"/>
            <a:ext cx="998335" cy="420364"/>
          </a:xfrm>
          <a:prstGeom xmlns:a="http://schemas.openxmlformats.org/drawingml/2006/main" prst="rect">
            <a:avLst/>
          </a:prstGeom>
          <a:solidFill xmlns:a="http://schemas.openxmlformats.org/drawingml/2006/main">
            <a:srgbClr val="BCBCBC"/>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49" name="vergsa-source-component-3-box">
            <a:extLst xmlns:a="http://schemas.openxmlformats.org/drawingml/2006/main">
              <a:ext uri="{FF2B5EF4-FFF2-40B4-BE49-F238E27FC236}">
                <a16:creationId xmlns:a16="http://schemas.microsoft.com/office/drawing/2014/main" id="{AF4DF6DD-52D5-4EE7-805C-1114985C1851}"/>
              </a:ext>
            </a:extLst>
          </p:cNvPr>
          <p:cNvSpPr>
            <a:spLocks xmlns:a="http://schemas.openxmlformats.org/drawingml/2006/main" noGrp="1"/>
          </p:cNvSpPr>
          <p:nvPr/>
        </p:nvSpPr>
        <p:spPr>
          <a:xfrm xmlns:a="http://schemas.openxmlformats.org/drawingml/2006/main" rot="0">
            <a:off x="9019324" y="2662883"/>
            <a:ext cx="979285" cy="420364"/>
          </a:xfrm>
          <a:prstGeom xmlns:a="http://schemas.openxmlformats.org/drawingml/2006/main" prst="rect">
            <a:avLst/>
          </a:prstGeom>
          <a:solidFill xmlns:a="http://schemas.openxmlformats.org/drawingml/2006/main">
            <a:srgbClr val="F2AA84"/>
          </a:solidFill>
          <a:ln xmlns:a="http://schemas.openxmlformats.org/drawingml/2006/main" w="13335">
            <a:solidFill>
              <a:srgbClr val="747474"/>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50" name="pdf-text-38-0">
            <a:extLst xmlns:a="http://schemas.openxmlformats.org/drawingml/2006/main">
              <a:ext uri="{FF2B5EF4-FFF2-40B4-BE49-F238E27FC236}">
                <a16:creationId xmlns:a16="http://schemas.microsoft.com/office/drawing/2014/main" id="{74A468BF-FD05-4639-AD1D-1CB5D740F22B}"/>
              </a:ext>
            </a:extLst>
          </p:cNvPr>
          <p:cNvSpPr>
            <a:spLocks xmlns:a="http://schemas.openxmlformats.org/drawingml/2006/main" noGrp="1"/>
          </p:cNvSpPr>
          <p:nvPr/>
        </p:nvSpPr>
        <p:spPr>
          <a:xfrm xmlns:a="http://schemas.openxmlformats.org/drawingml/2006/main" rot="0">
            <a:off x="9161208" y="2782308"/>
            <a:ext cx="691496" cy="1455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46" b="0" i="0">
                <a:solidFill>
                  <a:srgbClr val="000000"/>
                </a:solidFill>
                <a:latin typeface="Times New Roman"/>
                <a:ea typeface="Times New Roman"/>
                <a:cs typeface="Times New Roman"/>
              </a:defRPr>
            </a:defPPr>
          </a:lstStyle>
          <a:p xmlns:a="http://schemas.openxmlformats.org/drawingml/2006/main">
            <a:pPr algn="l">
              <a:defRPr sz="1146" b="0" i="0">
                <a:solidFill>
                  <a:srgbClr val="000000"/>
                </a:solidFill>
                <a:latin typeface="Times New Roman"/>
                <a:ea typeface="Times New Roman"/>
                <a:cs typeface="Times New Roman"/>
              </a:defRPr>
            </a:pPr>
            <a:r>
              <a:rPr sz="1146" b="0" i="0">
                <a:solidFill>
                  <a:srgbClr val="000000"/>
                </a:solidFill>
                <a:latin typeface="Times New Roman"/>
                <a:ea typeface="Times New Roman"/>
                <a:cs typeface="Times New Roman"/>
              </a:rPr>
              <a:t>Subtask 3-1</a:t>
            </a:r>
          </a:p>
        </p:txBody>
      </p:sp>
      <p:sp>
        <p:nvSpPr>
          <p:cNvPr id="51" name="vergsa-source-component-4-shadow">
            <a:extLst xmlns:a="http://schemas.openxmlformats.org/drawingml/2006/main">
              <a:ext uri="{FF2B5EF4-FFF2-40B4-BE49-F238E27FC236}">
                <a16:creationId xmlns:a16="http://schemas.microsoft.com/office/drawing/2014/main" id="{81D4BFF5-C3E9-418A-9515-938056087341}"/>
              </a:ext>
            </a:extLst>
          </p:cNvPr>
          <p:cNvSpPr>
            <a:spLocks xmlns:a="http://schemas.openxmlformats.org/drawingml/2006/main" noGrp="1"/>
          </p:cNvSpPr>
          <p:nvPr/>
        </p:nvSpPr>
        <p:spPr>
          <a:xfrm xmlns:a="http://schemas.openxmlformats.org/drawingml/2006/main" rot="0">
            <a:off x="9038374" y="3216327"/>
            <a:ext cx="998335" cy="420364"/>
          </a:xfrm>
          <a:prstGeom xmlns:a="http://schemas.openxmlformats.org/drawingml/2006/main" prst="rect">
            <a:avLst/>
          </a:prstGeom>
          <a:solidFill xmlns:a="http://schemas.openxmlformats.org/drawingml/2006/main">
            <a:srgbClr val="BCBCBC"/>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52" name="vergsa-source-component-4-box">
            <a:extLst xmlns:a="http://schemas.openxmlformats.org/drawingml/2006/main">
              <a:ext uri="{FF2B5EF4-FFF2-40B4-BE49-F238E27FC236}">
                <a16:creationId xmlns:a16="http://schemas.microsoft.com/office/drawing/2014/main" id="{6B96822C-CCDA-4815-BE76-2CF32141454F}"/>
              </a:ext>
            </a:extLst>
          </p:cNvPr>
          <p:cNvSpPr>
            <a:spLocks xmlns:a="http://schemas.openxmlformats.org/drawingml/2006/main" noGrp="1"/>
          </p:cNvSpPr>
          <p:nvPr/>
        </p:nvSpPr>
        <p:spPr>
          <a:xfrm xmlns:a="http://schemas.openxmlformats.org/drawingml/2006/main" rot="0">
            <a:off x="9019324" y="3187752"/>
            <a:ext cx="979285" cy="420364"/>
          </a:xfrm>
          <a:prstGeom xmlns:a="http://schemas.openxmlformats.org/drawingml/2006/main" prst="rect">
            <a:avLst/>
          </a:prstGeom>
          <a:solidFill xmlns:a="http://schemas.openxmlformats.org/drawingml/2006/main">
            <a:srgbClr val="F2AA84"/>
          </a:solidFill>
          <a:ln xmlns:a="http://schemas.openxmlformats.org/drawingml/2006/main" w="13335">
            <a:solidFill>
              <a:srgbClr val="747474"/>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53" name="pdf-text-39-0">
            <a:extLst xmlns:a="http://schemas.openxmlformats.org/drawingml/2006/main">
              <a:ext uri="{FF2B5EF4-FFF2-40B4-BE49-F238E27FC236}">
                <a16:creationId xmlns:a16="http://schemas.microsoft.com/office/drawing/2014/main" id="{228A7859-C954-428E-9754-9C5BCAE5EB4D}"/>
              </a:ext>
            </a:extLst>
          </p:cNvPr>
          <p:cNvSpPr>
            <a:spLocks xmlns:a="http://schemas.openxmlformats.org/drawingml/2006/main" noGrp="1"/>
          </p:cNvSpPr>
          <p:nvPr/>
        </p:nvSpPr>
        <p:spPr>
          <a:xfrm xmlns:a="http://schemas.openxmlformats.org/drawingml/2006/main" rot="0">
            <a:off x="9161208" y="3307179"/>
            <a:ext cx="691496" cy="1455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46" b="0" i="0">
                <a:solidFill>
                  <a:srgbClr val="000000"/>
                </a:solidFill>
                <a:latin typeface="Times New Roman"/>
                <a:ea typeface="Times New Roman"/>
                <a:cs typeface="Times New Roman"/>
              </a:defRPr>
            </a:defPPr>
          </a:lstStyle>
          <a:p xmlns:a="http://schemas.openxmlformats.org/drawingml/2006/main">
            <a:pPr algn="l">
              <a:defRPr sz="1146" b="0" i="0">
                <a:solidFill>
                  <a:srgbClr val="000000"/>
                </a:solidFill>
                <a:latin typeface="Times New Roman"/>
                <a:ea typeface="Times New Roman"/>
                <a:cs typeface="Times New Roman"/>
              </a:defRPr>
            </a:pPr>
            <a:r>
              <a:rPr sz="1146" b="0" i="0">
                <a:solidFill>
                  <a:srgbClr val="000000"/>
                </a:solidFill>
                <a:latin typeface="Times New Roman"/>
                <a:ea typeface="Times New Roman"/>
                <a:cs typeface="Times New Roman"/>
              </a:rPr>
              <a:t>Subtask 3-2</a:t>
            </a:r>
          </a:p>
        </p:txBody>
      </p:sp>
      <p:sp>
        <p:nvSpPr>
          <p:cNvPr id="54" name="vergsa-source-component-5-shadow">
            <a:extLst xmlns:a="http://schemas.openxmlformats.org/drawingml/2006/main">
              <a:ext uri="{FF2B5EF4-FFF2-40B4-BE49-F238E27FC236}">
                <a16:creationId xmlns:a16="http://schemas.microsoft.com/office/drawing/2014/main" id="{4E9980BC-14BE-4BCE-BA51-8AA00BF79268}"/>
              </a:ext>
            </a:extLst>
          </p:cNvPr>
          <p:cNvSpPr>
            <a:spLocks xmlns:a="http://schemas.openxmlformats.org/drawingml/2006/main" noGrp="1"/>
          </p:cNvSpPr>
          <p:nvPr/>
        </p:nvSpPr>
        <p:spPr>
          <a:xfrm xmlns:a="http://schemas.openxmlformats.org/drawingml/2006/main" rot="0">
            <a:off x="7795850" y="3721799"/>
            <a:ext cx="998336" cy="420364"/>
          </a:xfrm>
          <a:prstGeom xmlns:a="http://schemas.openxmlformats.org/drawingml/2006/main" prst="rect">
            <a:avLst/>
          </a:prstGeom>
          <a:solidFill xmlns:a="http://schemas.openxmlformats.org/drawingml/2006/main">
            <a:srgbClr val="BCBCBC"/>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55" name="vergsa-source-component-5-box">
            <a:extLst xmlns:a="http://schemas.openxmlformats.org/drawingml/2006/main">
              <a:ext uri="{FF2B5EF4-FFF2-40B4-BE49-F238E27FC236}">
                <a16:creationId xmlns:a16="http://schemas.microsoft.com/office/drawing/2014/main" id="{F12D08A2-3EE5-4F92-A430-EB88CCEEFEBD}"/>
              </a:ext>
            </a:extLst>
          </p:cNvPr>
          <p:cNvSpPr>
            <a:spLocks xmlns:a="http://schemas.openxmlformats.org/drawingml/2006/main" noGrp="1"/>
          </p:cNvSpPr>
          <p:nvPr/>
        </p:nvSpPr>
        <p:spPr>
          <a:xfrm xmlns:a="http://schemas.openxmlformats.org/drawingml/2006/main" rot="0">
            <a:off x="7776800" y="3693224"/>
            <a:ext cx="979286" cy="420364"/>
          </a:xfrm>
          <a:prstGeom xmlns:a="http://schemas.openxmlformats.org/drawingml/2006/main" prst="rect">
            <a:avLst/>
          </a:prstGeom>
          <a:solidFill xmlns:a="http://schemas.openxmlformats.org/drawingml/2006/main">
            <a:srgbClr val="8ED974"/>
          </a:solidFill>
          <a:ln xmlns:a="http://schemas.openxmlformats.org/drawingml/2006/main" w="13335">
            <a:solidFill>
              <a:srgbClr val="747474"/>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56" name="pdf-text-40-0">
            <a:extLst xmlns:a="http://schemas.openxmlformats.org/drawingml/2006/main">
              <a:ext uri="{FF2B5EF4-FFF2-40B4-BE49-F238E27FC236}">
                <a16:creationId xmlns:a16="http://schemas.microsoft.com/office/drawing/2014/main" id="{6F11E841-A8F9-460C-904E-7E9F3B7AA834}"/>
              </a:ext>
            </a:extLst>
          </p:cNvPr>
          <p:cNvSpPr>
            <a:spLocks xmlns:a="http://schemas.openxmlformats.org/drawingml/2006/main" noGrp="1"/>
          </p:cNvSpPr>
          <p:nvPr/>
        </p:nvSpPr>
        <p:spPr>
          <a:xfrm xmlns:a="http://schemas.openxmlformats.org/drawingml/2006/main" rot="0">
            <a:off x="7918674" y="3812651"/>
            <a:ext cx="691497" cy="1455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46" b="0" i="0">
                <a:solidFill>
                  <a:srgbClr val="000000"/>
                </a:solidFill>
                <a:latin typeface="Times New Roman"/>
                <a:ea typeface="Times New Roman"/>
                <a:cs typeface="Times New Roman"/>
              </a:defRPr>
            </a:defPPr>
          </a:lstStyle>
          <a:p xmlns:a="http://schemas.openxmlformats.org/drawingml/2006/main">
            <a:pPr algn="l">
              <a:defRPr sz="1146" b="0" i="0">
                <a:solidFill>
                  <a:srgbClr val="000000"/>
                </a:solidFill>
                <a:latin typeface="Times New Roman"/>
                <a:ea typeface="Times New Roman"/>
                <a:cs typeface="Times New Roman"/>
              </a:defRPr>
            </a:pPr>
            <a:r>
              <a:rPr sz="1146" b="0" i="0">
                <a:solidFill>
                  <a:srgbClr val="000000"/>
                </a:solidFill>
                <a:latin typeface="Times New Roman"/>
                <a:ea typeface="Times New Roman"/>
                <a:cs typeface="Times New Roman"/>
              </a:rPr>
              <a:t>Subtask 2-2</a:t>
            </a:r>
          </a:p>
        </p:txBody>
      </p:sp>
      <p:sp>
        <p:nvSpPr>
          <p:cNvPr id="57" name="vergsa-source-component-6-shadow">
            <a:extLst xmlns:a="http://schemas.openxmlformats.org/drawingml/2006/main">
              <a:ext uri="{FF2B5EF4-FFF2-40B4-BE49-F238E27FC236}">
                <a16:creationId xmlns:a16="http://schemas.microsoft.com/office/drawing/2014/main" id="{9DE31726-1C1D-4893-A1C7-AAC39A5EAD78}"/>
              </a:ext>
            </a:extLst>
          </p:cNvPr>
          <p:cNvSpPr>
            <a:spLocks xmlns:a="http://schemas.openxmlformats.org/drawingml/2006/main" noGrp="1"/>
          </p:cNvSpPr>
          <p:nvPr/>
        </p:nvSpPr>
        <p:spPr>
          <a:xfrm xmlns:a="http://schemas.openxmlformats.org/drawingml/2006/main" rot="0">
            <a:off x="9038374" y="3721799"/>
            <a:ext cx="998335" cy="420364"/>
          </a:xfrm>
          <a:prstGeom xmlns:a="http://schemas.openxmlformats.org/drawingml/2006/main" prst="rect">
            <a:avLst/>
          </a:prstGeom>
          <a:solidFill xmlns:a="http://schemas.openxmlformats.org/drawingml/2006/main">
            <a:srgbClr val="BCBCBC"/>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58" name="vergsa-source-component-6-box">
            <a:extLst xmlns:a="http://schemas.openxmlformats.org/drawingml/2006/main">
              <a:ext uri="{FF2B5EF4-FFF2-40B4-BE49-F238E27FC236}">
                <a16:creationId xmlns:a16="http://schemas.microsoft.com/office/drawing/2014/main" id="{5C7293EF-8000-4DC6-B120-D93933B2CDD4}"/>
              </a:ext>
            </a:extLst>
          </p:cNvPr>
          <p:cNvSpPr>
            <a:spLocks xmlns:a="http://schemas.openxmlformats.org/drawingml/2006/main" noGrp="1"/>
          </p:cNvSpPr>
          <p:nvPr/>
        </p:nvSpPr>
        <p:spPr>
          <a:xfrm xmlns:a="http://schemas.openxmlformats.org/drawingml/2006/main" rot="0">
            <a:off x="9019324" y="3693224"/>
            <a:ext cx="979285" cy="420364"/>
          </a:xfrm>
          <a:prstGeom xmlns:a="http://schemas.openxmlformats.org/drawingml/2006/main" prst="rect">
            <a:avLst/>
          </a:prstGeom>
          <a:solidFill xmlns:a="http://schemas.openxmlformats.org/drawingml/2006/main">
            <a:srgbClr val="8ED974"/>
          </a:solidFill>
          <a:ln xmlns:a="http://schemas.openxmlformats.org/drawingml/2006/main" w="13335">
            <a:solidFill>
              <a:srgbClr val="747474"/>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59" name="pdf-text-41-0">
            <a:extLst xmlns:a="http://schemas.openxmlformats.org/drawingml/2006/main">
              <a:ext uri="{FF2B5EF4-FFF2-40B4-BE49-F238E27FC236}">
                <a16:creationId xmlns:a16="http://schemas.microsoft.com/office/drawing/2014/main" id="{7B6E07A9-D828-4686-8753-295D9EE1EE74}"/>
              </a:ext>
            </a:extLst>
          </p:cNvPr>
          <p:cNvSpPr>
            <a:spLocks xmlns:a="http://schemas.openxmlformats.org/drawingml/2006/main" noGrp="1"/>
          </p:cNvSpPr>
          <p:nvPr/>
        </p:nvSpPr>
        <p:spPr>
          <a:xfrm xmlns:a="http://schemas.openxmlformats.org/drawingml/2006/main" rot="0">
            <a:off x="9161208" y="3812651"/>
            <a:ext cx="691496" cy="1455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46" b="0" i="0">
                <a:solidFill>
                  <a:srgbClr val="000000"/>
                </a:solidFill>
                <a:latin typeface="Times New Roman"/>
                <a:ea typeface="Times New Roman"/>
                <a:cs typeface="Times New Roman"/>
              </a:defRPr>
            </a:defPPr>
          </a:lstStyle>
          <a:p xmlns:a="http://schemas.openxmlformats.org/drawingml/2006/main">
            <a:pPr algn="l">
              <a:defRPr sz="1146" b="0" i="0">
                <a:solidFill>
                  <a:srgbClr val="000000"/>
                </a:solidFill>
                <a:latin typeface="Times New Roman"/>
                <a:ea typeface="Times New Roman"/>
                <a:cs typeface="Times New Roman"/>
              </a:defRPr>
            </a:pPr>
            <a:r>
              <a:rPr sz="1146" b="0" i="0">
                <a:solidFill>
                  <a:srgbClr val="000000"/>
                </a:solidFill>
                <a:latin typeface="Times New Roman"/>
                <a:ea typeface="Times New Roman"/>
                <a:cs typeface="Times New Roman"/>
              </a:rPr>
              <a:t>Subtask 3-3</a:t>
            </a:r>
          </a:p>
        </p:txBody>
      </p:sp>
      <p:sp>
        <p:nvSpPr>
          <p:cNvPr id="60" name="pdf-path-54">
            <a:extLst xmlns:a="http://schemas.openxmlformats.org/drawingml/2006/main">
              <a:ext uri="{FF2B5EF4-FFF2-40B4-BE49-F238E27FC236}">
                <a16:creationId xmlns:a16="http://schemas.microsoft.com/office/drawing/2014/main" id="{AAB9629E-9163-4829-ABC9-0F1E14603D64}"/>
              </a:ext>
            </a:extLst>
          </p:cNvPr>
          <p:cNvSpPr>
            <a:spLocks xmlns:a="http://schemas.openxmlformats.org/drawingml/2006/main" noGrp="1"/>
          </p:cNvSpPr>
          <p:nvPr/>
        </p:nvSpPr>
        <p:spPr>
          <a:xfrm xmlns:a="http://schemas.openxmlformats.org/drawingml/2006/main" rot="0">
            <a:off x="8741371" y="2829989"/>
            <a:ext cx="288124" cy="72789"/>
          </a:xfrm>
          <a:custGeom xmlns:a="http://schemas.openxmlformats.org/drawingml/2006/main">
            <a:pathLst>
              <a:path w="288124" h="72789">
                <a:moveTo>
                  <a:pt x="215335" y="72789"/>
                </a:moveTo>
                <a:lnTo>
                  <a:pt x="215335" y="36394"/>
                </a:lnTo>
                <a:lnTo>
                  <a:pt x="215335" y="0"/>
                </a:lnTo>
                <a:lnTo>
                  <a:pt x="288124" y="36394"/>
                </a:lnTo>
                <a:lnTo>
                  <a:pt x="215335" y="72789"/>
                </a:lnTo>
                <a:moveTo>
                  <a:pt x="0" y="27295"/>
                </a:moveTo>
                <a:lnTo>
                  <a:pt x="233532" y="27295"/>
                </a:lnTo>
                <a:lnTo>
                  <a:pt x="233532" y="45493"/>
                </a:lnTo>
                <a:lnTo>
                  <a:pt x="0" y="45493"/>
                </a:lnTo>
                <a:lnTo>
                  <a:pt x="0" y="27295"/>
                </a:lnTo>
              </a:path>
            </a:pathLst>
          </a:custGeom>
          <a:solidFill xmlns:a="http://schemas.openxmlformats.org/drawingml/2006/main">
            <a:srgbClr val="000000"/>
          </a:solidFill>
          <a:ln xmlns:a="http://schemas.openxmlformats.org/drawingml/2006/main" w="0">
            <a:noFill/>
            <a:prstDash val="solid"/>
          </a:ln>
        </p:spPr>
      </p:sp>
      <p:sp>
        <p:nvSpPr>
          <p:cNvPr id="61" name="pdf-path-55">
            <a:extLst xmlns:a="http://schemas.openxmlformats.org/drawingml/2006/main">
              <a:ext uri="{FF2B5EF4-FFF2-40B4-BE49-F238E27FC236}">
                <a16:creationId xmlns:a16="http://schemas.microsoft.com/office/drawing/2014/main" id="{F1E319AA-8FD0-4D35-9185-49944E784299}"/>
              </a:ext>
            </a:extLst>
          </p:cNvPr>
          <p:cNvSpPr>
            <a:spLocks xmlns:a="http://schemas.openxmlformats.org/drawingml/2006/main" noGrp="1"/>
          </p:cNvSpPr>
          <p:nvPr/>
        </p:nvSpPr>
        <p:spPr>
          <a:xfrm xmlns:a="http://schemas.openxmlformats.org/drawingml/2006/main" rot="0">
            <a:off x="8255069" y="3059408"/>
            <a:ext cx="774597" cy="366371"/>
          </a:xfrm>
          <a:custGeom xmlns:a="http://schemas.openxmlformats.org/drawingml/2006/main">
            <a:pathLst>
              <a:path w="774597" h="366371">
                <a:moveTo>
                  <a:pt x="702814" y="293606"/>
                </a:moveTo>
                <a:lnTo>
                  <a:pt x="701832" y="329989"/>
                </a:lnTo>
                <a:lnTo>
                  <a:pt x="700851" y="366371"/>
                </a:lnTo>
                <a:lnTo>
                  <a:pt x="774597" y="331954"/>
                </a:lnTo>
                <a:lnTo>
                  <a:pt x="702814" y="293606"/>
                </a:lnTo>
                <a:moveTo>
                  <a:pt x="0" y="327"/>
                </a:moveTo>
                <a:lnTo>
                  <a:pt x="72" y="4367"/>
                </a:lnTo>
                <a:lnTo>
                  <a:pt x="303" y="8577"/>
                </a:lnTo>
                <a:lnTo>
                  <a:pt x="678" y="12786"/>
                </a:lnTo>
                <a:lnTo>
                  <a:pt x="1201" y="16983"/>
                </a:lnTo>
                <a:lnTo>
                  <a:pt x="1868" y="21169"/>
                </a:lnTo>
                <a:lnTo>
                  <a:pt x="2693" y="25427"/>
                </a:lnTo>
                <a:lnTo>
                  <a:pt x="4719" y="33677"/>
                </a:lnTo>
                <a:lnTo>
                  <a:pt x="7328" y="41949"/>
                </a:lnTo>
                <a:lnTo>
                  <a:pt x="10469" y="50176"/>
                </a:lnTo>
                <a:lnTo>
                  <a:pt x="14132" y="58328"/>
                </a:lnTo>
                <a:lnTo>
                  <a:pt x="18306" y="66420"/>
                </a:lnTo>
                <a:lnTo>
                  <a:pt x="22988" y="74450"/>
                </a:lnTo>
                <a:lnTo>
                  <a:pt x="28145" y="82409"/>
                </a:lnTo>
                <a:lnTo>
                  <a:pt x="33785" y="90307"/>
                </a:lnTo>
                <a:lnTo>
                  <a:pt x="39877" y="98119"/>
                </a:lnTo>
                <a:lnTo>
                  <a:pt x="46427" y="105860"/>
                </a:lnTo>
                <a:lnTo>
                  <a:pt x="53415" y="113539"/>
                </a:lnTo>
                <a:lnTo>
                  <a:pt x="60839" y="121132"/>
                </a:lnTo>
                <a:lnTo>
                  <a:pt x="68689" y="128655"/>
                </a:lnTo>
                <a:lnTo>
                  <a:pt x="76949" y="136104"/>
                </a:lnTo>
                <a:lnTo>
                  <a:pt x="85613" y="143455"/>
                </a:lnTo>
                <a:lnTo>
                  <a:pt x="94674" y="150734"/>
                </a:lnTo>
                <a:lnTo>
                  <a:pt x="104125" y="157928"/>
                </a:lnTo>
                <a:lnTo>
                  <a:pt x="113963" y="165037"/>
                </a:lnTo>
                <a:lnTo>
                  <a:pt x="124154" y="172061"/>
                </a:lnTo>
                <a:lnTo>
                  <a:pt x="134721" y="178977"/>
                </a:lnTo>
                <a:lnTo>
                  <a:pt x="145639" y="185806"/>
                </a:lnTo>
                <a:lnTo>
                  <a:pt x="156897" y="192539"/>
                </a:lnTo>
                <a:lnTo>
                  <a:pt x="168506" y="199163"/>
                </a:lnTo>
                <a:lnTo>
                  <a:pt x="180431" y="205689"/>
                </a:lnTo>
                <a:lnTo>
                  <a:pt x="192673" y="212107"/>
                </a:lnTo>
                <a:lnTo>
                  <a:pt x="205241" y="218403"/>
                </a:lnTo>
                <a:lnTo>
                  <a:pt x="218100" y="224591"/>
                </a:lnTo>
                <a:lnTo>
                  <a:pt x="231252" y="230668"/>
                </a:lnTo>
                <a:lnTo>
                  <a:pt x="244692" y="236613"/>
                </a:lnTo>
                <a:lnTo>
                  <a:pt x="258412" y="242435"/>
                </a:lnTo>
                <a:lnTo>
                  <a:pt x="272412" y="248138"/>
                </a:lnTo>
                <a:lnTo>
                  <a:pt x="286654" y="253694"/>
                </a:lnTo>
                <a:lnTo>
                  <a:pt x="301165" y="259129"/>
                </a:lnTo>
                <a:lnTo>
                  <a:pt x="315904" y="264417"/>
                </a:lnTo>
                <a:lnTo>
                  <a:pt x="330886" y="269562"/>
                </a:lnTo>
                <a:lnTo>
                  <a:pt x="346087" y="274560"/>
                </a:lnTo>
                <a:lnTo>
                  <a:pt x="361519" y="279413"/>
                </a:lnTo>
                <a:lnTo>
                  <a:pt x="377144" y="284108"/>
                </a:lnTo>
                <a:lnTo>
                  <a:pt x="392975" y="288644"/>
                </a:lnTo>
                <a:lnTo>
                  <a:pt x="409001" y="293025"/>
                </a:lnTo>
                <a:lnTo>
                  <a:pt x="425209" y="297234"/>
                </a:lnTo>
                <a:lnTo>
                  <a:pt x="441600" y="301273"/>
                </a:lnTo>
                <a:lnTo>
                  <a:pt x="458146" y="305143"/>
                </a:lnTo>
                <a:lnTo>
                  <a:pt x="474851" y="308843"/>
                </a:lnTo>
                <a:lnTo>
                  <a:pt x="491714" y="312362"/>
                </a:lnTo>
                <a:lnTo>
                  <a:pt x="508711" y="315686"/>
                </a:lnTo>
                <a:lnTo>
                  <a:pt x="525841" y="318840"/>
                </a:lnTo>
                <a:lnTo>
                  <a:pt x="543079" y="321788"/>
                </a:lnTo>
                <a:lnTo>
                  <a:pt x="560452" y="324542"/>
                </a:lnTo>
                <a:lnTo>
                  <a:pt x="577921" y="327101"/>
                </a:lnTo>
                <a:lnTo>
                  <a:pt x="595487" y="329467"/>
                </a:lnTo>
                <a:lnTo>
                  <a:pt x="613137" y="331615"/>
                </a:lnTo>
                <a:lnTo>
                  <a:pt x="630875" y="333556"/>
                </a:lnTo>
                <a:lnTo>
                  <a:pt x="648683" y="335278"/>
                </a:lnTo>
                <a:lnTo>
                  <a:pt x="666553" y="336783"/>
                </a:lnTo>
                <a:lnTo>
                  <a:pt x="684557" y="338080"/>
                </a:lnTo>
                <a:lnTo>
                  <a:pt x="719641" y="339573"/>
                </a:lnTo>
                <a:lnTo>
                  <a:pt x="720405" y="321388"/>
                </a:lnTo>
                <a:lnTo>
                  <a:pt x="685454" y="319908"/>
                </a:lnTo>
                <a:lnTo>
                  <a:pt x="685721" y="319919"/>
                </a:lnTo>
                <a:lnTo>
                  <a:pt x="667912" y="318646"/>
                </a:lnTo>
                <a:lnTo>
                  <a:pt x="668034" y="318646"/>
                </a:lnTo>
                <a:lnTo>
                  <a:pt x="650272" y="317155"/>
                </a:lnTo>
                <a:lnTo>
                  <a:pt x="650382" y="317166"/>
                </a:lnTo>
                <a:lnTo>
                  <a:pt x="632695" y="315443"/>
                </a:lnTo>
                <a:lnTo>
                  <a:pt x="632804" y="315456"/>
                </a:lnTo>
                <a:lnTo>
                  <a:pt x="615178" y="313527"/>
                </a:lnTo>
                <a:lnTo>
                  <a:pt x="615286" y="313538"/>
                </a:lnTo>
                <a:lnTo>
                  <a:pt x="597744" y="311404"/>
                </a:lnTo>
                <a:lnTo>
                  <a:pt x="597854" y="311416"/>
                </a:lnTo>
                <a:lnTo>
                  <a:pt x="580396" y="309074"/>
                </a:lnTo>
                <a:lnTo>
                  <a:pt x="580506" y="309087"/>
                </a:lnTo>
                <a:lnTo>
                  <a:pt x="563145" y="306551"/>
                </a:lnTo>
                <a:lnTo>
                  <a:pt x="563253" y="306563"/>
                </a:lnTo>
                <a:lnTo>
                  <a:pt x="545990" y="303821"/>
                </a:lnTo>
                <a:lnTo>
                  <a:pt x="546098" y="303846"/>
                </a:lnTo>
                <a:lnTo>
                  <a:pt x="528958" y="300910"/>
                </a:lnTo>
                <a:lnTo>
                  <a:pt x="529067" y="300923"/>
                </a:lnTo>
                <a:lnTo>
                  <a:pt x="512047" y="297804"/>
                </a:lnTo>
                <a:lnTo>
                  <a:pt x="512155" y="297829"/>
                </a:lnTo>
                <a:lnTo>
                  <a:pt x="495269" y="294517"/>
                </a:lnTo>
                <a:lnTo>
                  <a:pt x="495379" y="294529"/>
                </a:lnTo>
                <a:lnTo>
                  <a:pt x="478625" y="291047"/>
                </a:lnTo>
                <a:lnTo>
                  <a:pt x="478733" y="291060"/>
                </a:lnTo>
                <a:lnTo>
                  <a:pt x="462124" y="287396"/>
                </a:lnTo>
                <a:lnTo>
                  <a:pt x="462234" y="287419"/>
                </a:lnTo>
                <a:lnTo>
                  <a:pt x="445796" y="283574"/>
                </a:lnTo>
                <a:lnTo>
                  <a:pt x="445906" y="283598"/>
                </a:lnTo>
                <a:lnTo>
                  <a:pt x="429625" y="279582"/>
                </a:lnTo>
                <a:lnTo>
                  <a:pt x="429735" y="279606"/>
                </a:lnTo>
                <a:lnTo>
                  <a:pt x="413636" y="275422"/>
                </a:lnTo>
                <a:lnTo>
                  <a:pt x="413745" y="275458"/>
                </a:lnTo>
                <a:lnTo>
                  <a:pt x="397829" y="271102"/>
                </a:lnTo>
                <a:lnTo>
                  <a:pt x="397939" y="271139"/>
                </a:lnTo>
                <a:lnTo>
                  <a:pt x="382216" y="266625"/>
                </a:lnTo>
                <a:lnTo>
                  <a:pt x="382324" y="266662"/>
                </a:lnTo>
                <a:lnTo>
                  <a:pt x="366809" y="262003"/>
                </a:lnTo>
                <a:lnTo>
                  <a:pt x="366919" y="262040"/>
                </a:lnTo>
                <a:lnTo>
                  <a:pt x="351607" y="257225"/>
                </a:lnTo>
                <a:lnTo>
                  <a:pt x="351717" y="257261"/>
                </a:lnTo>
                <a:lnTo>
                  <a:pt x="336624" y="252299"/>
                </a:lnTo>
                <a:lnTo>
                  <a:pt x="336734" y="252335"/>
                </a:lnTo>
                <a:lnTo>
                  <a:pt x="321873" y="247228"/>
                </a:lnTo>
                <a:lnTo>
                  <a:pt x="321995" y="247264"/>
                </a:lnTo>
                <a:lnTo>
                  <a:pt x="307364" y="242023"/>
                </a:lnTo>
                <a:lnTo>
                  <a:pt x="307486" y="242060"/>
                </a:lnTo>
                <a:lnTo>
                  <a:pt x="293097" y="236685"/>
                </a:lnTo>
                <a:lnTo>
                  <a:pt x="293217" y="236722"/>
                </a:lnTo>
                <a:lnTo>
                  <a:pt x="279085" y="231214"/>
                </a:lnTo>
                <a:lnTo>
                  <a:pt x="279205" y="231262"/>
                </a:lnTo>
                <a:lnTo>
                  <a:pt x="265340" y="225610"/>
                </a:lnTo>
                <a:lnTo>
                  <a:pt x="265462" y="225658"/>
                </a:lnTo>
                <a:lnTo>
                  <a:pt x="251874" y="219895"/>
                </a:lnTo>
                <a:lnTo>
                  <a:pt x="251996" y="219944"/>
                </a:lnTo>
                <a:lnTo>
                  <a:pt x="238687" y="214060"/>
                </a:lnTo>
                <a:lnTo>
                  <a:pt x="238809" y="214109"/>
                </a:lnTo>
                <a:lnTo>
                  <a:pt x="225791" y="208104"/>
                </a:lnTo>
                <a:lnTo>
                  <a:pt x="225924" y="208165"/>
                </a:lnTo>
                <a:lnTo>
                  <a:pt x="213199" y="202039"/>
                </a:lnTo>
                <a:lnTo>
                  <a:pt x="213333" y="202110"/>
                </a:lnTo>
                <a:lnTo>
                  <a:pt x="200909" y="195875"/>
                </a:lnTo>
                <a:lnTo>
                  <a:pt x="201056" y="195948"/>
                </a:lnTo>
                <a:lnTo>
                  <a:pt x="188948" y="189603"/>
                </a:lnTo>
                <a:lnTo>
                  <a:pt x="189093" y="189689"/>
                </a:lnTo>
                <a:lnTo>
                  <a:pt x="177302" y="183246"/>
                </a:lnTo>
                <a:lnTo>
                  <a:pt x="177459" y="183319"/>
                </a:lnTo>
                <a:lnTo>
                  <a:pt x="166008" y="176780"/>
                </a:lnTo>
                <a:lnTo>
                  <a:pt x="166165" y="176864"/>
                </a:lnTo>
                <a:lnTo>
                  <a:pt x="155053" y="170229"/>
                </a:lnTo>
                <a:lnTo>
                  <a:pt x="155210" y="170326"/>
                </a:lnTo>
                <a:lnTo>
                  <a:pt x="144450" y="163605"/>
                </a:lnTo>
                <a:lnTo>
                  <a:pt x="144619" y="163702"/>
                </a:lnTo>
                <a:lnTo>
                  <a:pt x="134223" y="156897"/>
                </a:lnTo>
                <a:lnTo>
                  <a:pt x="134394" y="157006"/>
                </a:lnTo>
                <a:lnTo>
                  <a:pt x="124360" y="150103"/>
                </a:lnTo>
                <a:lnTo>
                  <a:pt x="124529" y="150225"/>
                </a:lnTo>
                <a:lnTo>
                  <a:pt x="114885" y="143249"/>
                </a:lnTo>
                <a:lnTo>
                  <a:pt x="115067" y="143382"/>
                </a:lnTo>
                <a:lnTo>
                  <a:pt x="105798" y="136334"/>
                </a:lnTo>
                <a:lnTo>
                  <a:pt x="105981" y="136479"/>
                </a:lnTo>
                <a:lnTo>
                  <a:pt x="97113" y="129345"/>
                </a:lnTo>
                <a:lnTo>
                  <a:pt x="97307" y="129504"/>
                </a:lnTo>
                <a:lnTo>
                  <a:pt x="88826" y="122310"/>
                </a:lnTo>
                <a:lnTo>
                  <a:pt x="89034" y="122491"/>
                </a:lnTo>
                <a:lnTo>
                  <a:pt x="80977" y="115225"/>
                </a:lnTo>
                <a:lnTo>
                  <a:pt x="81183" y="115419"/>
                </a:lnTo>
                <a:lnTo>
                  <a:pt x="73542" y="108103"/>
                </a:lnTo>
                <a:lnTo>
                  <a:pt x="73748" y="108310"/>
                </a:lnTo>
                <a:lnTo>
                  <a:pt x="66541" y="100933"/>
                </a:lnTo>
                <a:lnTo>
                  <a:pt x="66759" y="101164"/>
                </a:lnTo>
                <a:lnTo>
                  <a:pt x="59990" y="93728"/>
                </a:lnTo>
                <a:lnTo>
                  <a:pt x="60221" y="93982"/>
                </a:lnTo>
                <a:lnTo>
                  <a:pt x="53887" y="86509"/>
                </a:lnTo>
                <a:lnTo>
                  <a:pt x="54118" y="86788"/>
                </a:lnTo>
                <a:lnTo>
                  <a:pt x="48246" y="79268"/>
                </a:lnTo>
                <a:lnTo>
                  <a:pt x="48478" y="79570"/>
                </a:lnTo>
                <a:lnTo>
                  <a:pt x="43078" y="72000"/>
                </a:lnTo>
                <a:lnTo>
                  <a:pt x="43309" y="72340"/>
                </a:lnTo>
                <a:lnTo>
                  <a:pt x="38371" y="64734"/>
                </a:lnTo>
                <a:lnTo>
                  <a:pt x="38603" y="65110"/>
                </a:lnTo>
                <a:lnTo>
                  <a:pt x="34150" y="57467"/>
                </a:lnTo>
                <a:lnTo>
                  <a:pt x="34381" y="57867"/>
                </a:lnTo>
                <a:lnTo>
                  <a:pt x="30413" y="50201"/>
                </a:lnTo>
                <a:lnTo>
                  <a:pt x="30631" y="50649"/>
                </a:lnTo>
                <a:lnTo>
                  <a:pt x="27175" y="42945"/>
                </a:lnTo>
                <a:lnTo>
                  <a:pt x="27369" y="43430"/>
                </a:lnTo>
                <a:lnTo>
                  <a:pt x="24421" y="35714"/>
                </a:lnTo>
                <a:lnTo>
                  <a:pt x="24602" y="36237"/>
                </a:lnTo>
                <a:lnTo>
                  <a:pt x="22163" y="28497"/>
                </a:lnTo>
                <a:lnTo>
                  <a:pt x="22322" y="29042"/>
                </a:lnTo>
                <a:lnTo>
                  <a:pt x="20417" y="21291"/>
                </a:lnTo>
                <a:lnTo>
                  <a:pt x="20514" y="21739"/>
                </a:lnTo>
                <a:lnTo>
                  <a:pt x="19761" y="17857"/>
                </a:lnTo>
                <a:lnTo>
                  <a:pt x="19810" y="18160"/>
                </a:lnTo>
                <a:lnTo>
                  <a:pt x="19191" y="14266"/>
                </a:lnTo>
                <a:lnTo>
                  <a:pt x="19240" y="14581"/>
                </a:lnTo>
                <a:lnTo>
                  <a:pt x="18754" y="10699"/>
                </a:lnTo>
                <a:lnTo>
                  <a:pt x="18792" y="11015"/>
                </a:lnTo>
                <a:lnTo>
                  <a:pt x="18439" y="7120"/>
                </a:lnTo>
                <a:lnTo>
                  <a:pt x="18464" y="7448"/>
                </a:lnTo>
                <a:lnTo>
                  <a:pt x="18258" y="3554"/>
                </a:lnTo>
                <a:lnTo>
                  <a:pt x="18270" y="3881"/>
                </a:lnTo>
                <a:lnTo>
                  <a:pt x="18198" y="0"/>
                </a:lnTo>
                <a:lnTo>
                  <a:pt x="0" y="327"/>
                </a:lnTo>
              </a:path>
            </a:pathLst>
          </a:custGeom>
          <a:solidFill xmlns:a="http://schemas.openxmlformats.org/drawingml/2006/main">
            <a:srgbClr val="000000"/>
          </a:solidFill>
          <a:ln xmlns:a="http://schemas.openxmlformats.org/drawingml/2006/main" w="0">
            <a:noFill/>
            <a:prstDash val="solid"/>
          </a:ln>
        </p:spPr>
      </p:sp>
      <p:sp>
        <p:nvSpPr>
          <p:cNvPr id="62" name="pdf-path-56">
            <a:extLst xmlns:a="http://schemas.openxmlformats.org/drawingml/2006/main">
              <a:ext uri="{FF2B5EF4-FFF2-40B4-BE49-F238E27FC236}">
                <a16:creationId xmlns:a16="http://schemas.microsoft.com/office/drawing/2014/main" id="{711648FB-4754-479B-BE50-CDFEBFBF078C}"/>
              </a:ext>
            </a:extLst>
          </p:cNvPr>
          <p:cNvSpPr>
            <a:spLocks xmlns:a="http://schemas.openxmlformats.org/drawingml/2006/main" noGrp="1"/>
          </p:cNvSpPr>
          <p:nvPr/>
        </p:nvSpPr>
        <p:spPr>
          <a:xfrm xmlns:a="http://schemas.openxmlformats.org/drawingml/2006/main" rot="0">
            <a:off x="8741371" y="3860936"/>
            <a:ext cx="288124" cy="72789"/>
          </a:xfrm>
          <a:custGeom xmlns:a="http://schemas.openxmlformats.org/drawingml/2006/main">
            <a:pathLst>
              <a:path w="288124" h="72789">
                <a:moveTo>
                  <a:pt x="215335" y="72789"/>
                </a:moveTo>
                <a:lnTo>
                  <a:pt x="215335" y="36395"/>
                </a:lnTo>
                <a:lnTo>
                  <a:pt x="215335" y="0"/>
                </a:lnTo>
                <a:lnTo>
                  <a:pt x="288124" y="36395"/>
                </a:lnTo>
                <a:lnTo>
                  <a:pt x="215335" y="72789"/>
                </a:lnTo>
                <a:moveTo>
                  <a:pt x="0" y="27296"/>
                </a:moveTo>
                <a:lnTo>
                  <a:pt x="233532" y="27296"/>
                </a:lnTo>
                <a:lnTo>
                  <a:pt x="233532" y="45493"/>
                </a:lnTo>
                <a:lnTo>
                  <a:pt x="0" y="45493"/>
                </a:lnTo>
                <a:lnTo>
                  <a:pt x="0" y="27296"/>
                </a:lnTo>
              </a:path>
            </a:pathLst>
          </a:custGeom>
          <a:solidFill xmlns:a="http://schemas.openxmlformats.org/drawingml/2006/main">
            <a:srgbClr val="000000"/>
          </a:solidFill>
          <a:ln xmlns:a="http://schemas.openxmlformats.org/drawingml/2006/main" w="0">
            <a:noFill/>
            <a:prstDash val="solid"/>
          </a:ln>
        </p:spPr>
      </p:sp>
      <p:sp>
        <p:nvSpPr>
          <p:cNvPr id="63" name="pdf-text-42-0">
            <a:extLst xmlns:a="http://schemas.openxmlformats.org/drawingml/2006/main">
              <a:ext uri="{FF2B5EF4-FFF2-40B4-BE49-F238E27FC236}">
                <a16:creationId xmlns:a16="http://schemas.microsoft.com/office/drawing/2014/main" id="{FD24305F-3C65-4A77-A8EB-9DE09F0456F9}"/>
              </a:ext>
            </a:extLst>
          </p:cNvPr>
          <p:cNvSpPr>
            <a:spLocks xmlns:a="http://schemas.openxmlformats.org/drawingml/2006/main" noGrp="1"/>
          </p:cNvSpPr>
          <p:nvPr/>
        </p:nvSpPr>
        <p:spPr>
          <a:xfrm xmlns:a="http://schemas.openxmlformats.org/drawingml/2006/main" rot="0">
            <a:off x="10087267" y="3289239"/>
            <a:ext cx="124644" cy="2183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719" b="0" i="0">
                <a:solidFill>
                  <a:srgbClr val="E97132"/>
                </a:solidFill>
                <a:latin typeface="Arial"/>
                <a:ea typeface="Arial"/>
                <a:cs typeface="Arial"/>
              </a:defRPr>
            </a:defPPr>
          </a:lstStyle>
          <a:p xmlns:a="http://schemas.openxmlformats.org/drawingml/2006/main">
            <a:pPr algn="l">
              <a:defRPr sz="1719" b="0" i="0">
                <a:solidFill>
                  <a:srgbClr val="E97132"/>
                </a:solidFill>
                <a:latin typeface="Arial"/>
                <a:ea typeface="Arial"/>
                <a:cs typeface="Arial"/>
              </a:defRPr>
            </a:pPr>
            <a:r>
              <a:rPr sz="1719" b="0" i="0">
                <a:solidFill>
                  <a:srgbClr val="E97132"/>
                </a:solidFill>
                <a:latin typeface="Arial"/>
                <a:ea typeface="Arial"/>
                <a:cs typeface="Arial"/>
              </a:rPr>
              <a:t>✗</a:t>
            </a:r>
          </a:p>
        </p:txBody>
      </p:sp>
      <p:sp>
        <p:nvSpPr>
          <p:cNvPr id="64" name="pdf-text-43-0">
            <a:extLst xmlns:a="http://schemas.openxmlformats.org/drawingml/2006/main">
              <a:ext uri="{FF2B5EF4-FFF2-40B4-BE49-F238E27FC236}">
                <a16:creationId xmlns:a16="http://schemas.microsoft.com/office/drawing/2014/main" id="{C7CC7687-46B6-4E57-A87D-6D4A4EFBE0D0}"/>
              </a:ext>
            </a:extLst>
          </p:cNvPr>
          <p:cNvSpPr>
            <a:spLocks xmlns:a="http://schemas.openxmlformats.org/drawingml/2006/main" noGrp="1"/>
          </p:cNvSpPr>
          <p:nvPr/>
        </p:nvSpPr>
        <p:spPr>
          <a:xfrm xmlns:a="http://schemas.openxmlformats.org/drawingml/2006/main" rot="0">
            <a:off x="10087267" y="3289239"/>
            <a:ext cx="124644" cy="2183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719" b="0" i="0">
                <a:solidFill>
                  <a:srgbClr val="E97132"/>
                </a:solidFill>
                <a:latin typeface="Arial"/>
                <a:ea typeface="Arial"/>
                <a:cs typeface="Arial"/>
              </a:defRPr>
            </a:defPPr>
          </a:lstStyle>
          <a:p xmlns:a="http://schemas.openxmlformats.org/drawingml/2006/main">
            <a:pPr algn="l">
              <a:defRPr sz="1719" b="0" i="0">
                <a:solidFill>
                  <a:srgbClr val="E97132"/>
                </a:solidFill>
                <a:latin typeface="Arial"/>
                <a:ea typeface="Arial"/>
                <a:cs typeface="Arial"/>
              </a:defRPr>
            </a:pPr>
            <a:r>
              <a:rPr sz="1719" b="0" i="0">
                <a:solidFill>
                  <a:srgbClr val="E97132"/>
                </a:solidFill>
                <a:latin typeface="Arial"/>
                <a:ea typeface="Arial"/>
                <a:cs typeface="Arial"/>
              </a:rPr>
              <a:t>✗</a:t>
            </a:r>
          </a:p>
        </p:txBody>
      </p:sp>
      <p:sp>
        <p:nvSpPr>
          <p:cNvPr id="65" name="pdf-text-44-0-check">
            <a:extLst xmlns:a="http://schemas.openxmlformats.org/drawingml/2006/main">
              <a:ext uri="{FF2B5EF4-FFF2-40B4-BE49-F238E27FC236}">
                <a16:creationId xmlns:a16="http://schemas.microsoft.com/office/drawing/2014/main" id="{27F2E1F9-64C7-4100-AD22-14FF3EBE2876}"/>
              </a:ext>
            </a:extLst>
          </p:cNvPr>
          <p:cNvSpPr>
            <a:spLocks xmlns:a="http://schemas.openxmlformats.org/drawingml/2006/main" noGrp="1"/>
          </p:cNvSpPr>
          <p:nvPr/>
        </p:nvSpPr>
        <p:spPr>
          <a:xfrm xmlns:a="http://schemas.openxmlformats.org/drawingml/2006/main" rot="0">
            <a:off x="10071495" y="3774129"/>
            <a:ext cx="163775" cy="218367"/>
          </a:xfrm>
          <a:custGeom xmlns:a="http://schemas.openxmlformats.org/drawingml/2006/main">
            <a:pathLst>
              <a:path w="163775" h="218367">
                <a:moveTo>
                  <a:pt x="0" y="100449"/>
                </a:moveTo>
                <a:lnTo>
                  <a:pt x="57321" y="192163"/>
                </a:lnTo>
                <a:lnTo>
                  <a:pt x="163775" y="21837"/>
                </a:lnTo>
              </a:path>
            </a:pathLst>
          </a:custGeom>
          <a:noFill xmlns:a="http://schemas.openxmlformats.org/drawingml/2006/main"/>
          <a:ln xmlns:a="http://schemas.openxmlformats.org/drawingml/2006/main" w="13335">
            <a:solidFill>
              <a:srgbClr val="4EA72E"/>
            </a:solidFill>
            <a:prstDash val="solid"/>
          </a:ln>
        </p:spPr>
      </p:sp>
      <p:sp>
        <p:nvSpPr>
          <p:cNvPr id="66" name="pdf-text-46-0">
            <a:extLst xmlns:a="http://schemas.openxmlformats.org/drawingml/2006/main">
              <a:ext uri="{FF2B5EF4-FFF2-40B4-BE49-F238E27FC236}">
                <a16:creationId xmlns:a16="http://schemas.microsoft.com/office/drawing/2014/main" id="{400A4201-2424-4604-B24C-738D258573F7}"/>
              </a:ext>
            </a:extLst>
          </p:cNvPr>
          <p:cNvSpPr>
            <a:spLocks xmlns:a="http://schemas.openxmlformats.org/drawingml/2006/main" noGrp="1"/>
          </p:cNvSpPr>
          <p:nvPr/>
        </p:nvSpPr>
        <p:spPr>
          <a:xfrm xmlns:a="http://schemas.openxmlformats.org/drawingml/2006/main" rot="0">
            <a:off x="10096366" y="2729660"/>
            <a:ext cx="124644" cy="2183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719" b="0" i="0">
                <a:solidFill>
                  <a:srgbClr val="E97132"/>
                </a:solidFill>
                <a:latin typeface="Arial"/>
                <a:ea typeface="Arial"/>
                <a:cs typeface="Arial"/>
              </a:defRPr>
            </a:defPPr>
          </a:lstStyle>
          <a:p xmlns:a="http://schemas.openxmlformats.org/drawingml/2006/main">
            <a:pPr algn="l">
              <a:defRPr sz="1719" b="0" i="0">
                <a:solidFill>
                  <a:srgbClr val="E97132"/>
                </a:solidFill>
                <a:latin typeface="Arial"/>
                <a:ea typeface="Arial"/>
                <a:cs typeface="Arial"/>
              </a:defRPr>
            </a:pPr>
            <a:r>
              <a:rPr sz="1719" b="0" i="0">
                <a:solidFill>
                  <a:srgbClr val="E97132"/>
                </a:solidFill>
                <a:latin typeface="Arial"/>
                <a:ea typeface="Arial"/>
                <a:cs typeface="Arial"/>
              </a:rPr>
              <a:t>✗</a:t>
            </a:r>
          </a:p>
        </p:txBody>
      </p:sp>
      <p:sp>
        <p:nvSpPr>
          <p:cNvPr id="67" name="pdf-text-47-0">
            <a:extLst xmlns:a="http://schemas.openxmlformats.org/drawingml/2006/main">
              <a:ext uri="{FF2B5EF4-FFF2-40B4-BE49-F238E27FC236}">
                <a16:creationId xmlns:a16="http://schemas.microsoft.com/office/drawing/2014/main" id="{507D743F-E419-4527-930B-90B9731F3470}"/>
              </a:ext>
            </a:extLst>
          </p:cNvPr>
          <p:cNvSpPr>
            <a:spLocks xmlns:a="http://schemas.openxmlformats.org/drawingml/2006/main" noGrp="1"/>
          </p:cNvSpPr>
          <p:nvPr/>
        </p:nvSpPr>
        <p:spPr>
          <a:xfrm xmlns:a="http://schemas.openxmlformats.org/drawingml/2006/main" rot="0">
            <a:off x="10096366" y="2729660"/>
            <a:ext cx="124644" cy="2183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719" b="0" i="0">
                <a:solidFill>
                  <a:srgbClr val="E97132"/>
                </a:solidFill>
                <a:latin typeface="Arial"/>
                <a:ea typeface="Arial"/>
                <a:cs typeface="Arial"/>
              </a:defRPr>
            </a:defPPr>
          </a:lstStyle>
          <a:p xmlns:a="http://schemas.openxmlformats.org/drawingml/2006/main">
            <a:pPr algn="l">
              <a:defRPr sz="1719" b="0" i="0">
                <a:solidFill>
                  <a:srgbClr val="E97132"/>
                </a:solidFill>
                <a:latin typeface="Arial"/>
                <a:ea typeface="Arial"/>
                <a:cs typeface="Arial"/>
              </a:defRPr>
            </a:pPr>
            <a:r>
              <a:rPr sz="1719" b="0" i="0">
                <a:solidFill>
                  <a:srgbClr val="E97132"/>
                </a:solidFill>
                <a:latin typeface="Arial"/>
                <a:ea typeface="Arial"/>
                <a:cs typeface="Arial"/>
              </a:rPr>
              <a:t>✗</a:t>
            </a:r>
          </a:p>
        </p:txBody>
      </p:sp>
      <p:sp>
        <p:nvSpPr>
          <p:cNvPr id="68" name="pdf-text-48-0">
            <a:extLst xmlns:a="http://schemas.openxmlformats.org/drawingml/2006/main">
              <a:ext uri="{FF2B5EF4-FFF2-40B4-BE49-F238E27FC236}">
                <a16:creationId xmlns:a16="http://schemas.microsoft.com/office/drawing/2014/main" id="{04CAAA1B-F8FA-4775-B79C-E59647B7794B}"/>
              </a:ext>
            </a:extLst>
          </p:cNvPr>
          <p:cNvSpPr>
            <a:spLocks xmlns:a="http://schemas.openxmlformats.org/drawingml/2006/main" noGrp="1"/>
          </p:cNvSpPr>
          <p:nvPr/>
        </p:nvSpPr>
        <p:spPr>
          <a:xfrm xmlns:a="http://schemas.openxmlformats.org/drawingml/2006/main" rot="0">
            <a:off x="3559638" y="2749706"/>
            <a:ext cx="661178" cy="2432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912" b="0" i="0">
                <a:solidFill>
                  <a:srgbClr val="000000"/>
                </a:solidFill>
                <a:latin typeface="Times New Roman"/>
                <a:ea typeface="Times New Roman"/>
                <a:cs typeface="Times New Roman"/>
              </a:defRPr>
            </a:defPPr>
          </a:lstStyle>
          <a:p xmlns:a="http://schemas.openxmlformats.org/drawingml/2006/main">
            <a:pPr algn="l">
              <a:defRPr sz="1912" b="0" i="0">
                <a:solidFill>
                  <a:srgbClr val="000000"/>
                </a:solidFill>
                <a:latin typeface="Times New Roman"/>
                <a:ea typeface="Times New Roman"/>
                <a:cs typeface="Times New Roman"/>
              </a:defRPr>
            </a:pPr>
            <a:r>
              <a:rPr sz="1912" b="0" i="0">
                <a:solidFill>
                  <a:srgbClr val="000000"/>
                </a:solidFill>
                <a:latin typeface="Times New Roman"/>
                <a:ea typeface="Times New Roman"/>
                <a:cs typeface="Times New Roman"/>
              </a:rPr>
              <a:t>MCTS</a:t>
            </a:r>
          </a:p>
        </p:txBody>
      </p:sp>
      <p:pic>
        <p:nvPicPr>
          <p:cNvPr id="69" name="">
            <a:extLst xmlns:a="http://schemas.openxmlformats.org/drawingml/2006/main">
              <a:ext uri="{FF2B5EF4-FFF2-40B4-BE49-F238E27FC236}">
                <a16:creationId xmlns:a16="http://schemas.microsoft.com/office/drawing/2014/main" id="{54611455-04A4-4517-920B-42F754BEC378}"/>
              </a:ext>
            </a:extLst>
          </p:cNvPr>
          <p:cNvPicPr>
            <a:picLocks xmlns:a="http://schemas.openxmlformats.org/drawingml/2006/main" noChangeAspect="1"/>
          </p:cNvPicPr>
          <p:nvPr/>
        </p:nvPicPr>
        <p:blipFill>
          <a:blip xmlns:r="http://schemas.openxmlformats.org/officeDocument/2006/relationships" xmlns:a="http://schemas.openxmlformats.org/drawingml/2006/main" r:embed="R23ba8792fdf642a2"/>
          <a:srcRect xmlns:a="http://schemas.openxmlformats.org/drawingml/2006/main" l="0" t="0" r="0" b="0"/>
          <a:stretch xmlns:a="http://schemas.openxmlformats.org/drawingml/2006/main">
            <a:fillRect l="0" t="0" r="0" b="0"/>
          </a:stretch>
        </p:blipFill>
        <p:spPr>
          <a:xfrm xmlns:a="http://schemas.openxmlformats.org/drawingml/2006/main">
            <a:off x="3095923" y="2705604"/>
            <a:ext cx="390792" cy="390792"/>
          </a:xfrm>
          <a:prstGeom xmlns:a="http://schemas.openxmlformats.org/drawingml/2006/main" prst="rect">
            <a:avLst/>
          </a:prstGeom>
        </p:spPr>
      </p:pic>
      <p:sp>
        <p:nvSpPr>
          <p:cNvPr id="70" name="vergsa-source-component-7">
            <a:extLst xmlns:a="http://schemas.openxmlformats.org/drawingml/2006/main">
              <a:ext uri="{FF2B5EF4-FFF2-40B4-BE49-F238E27FC236}">
                <a16:creationId xmlns:a16="http://schemas.microsoft.com/office/drawing/2014/main" id="{C58F62C7-377F-4246-A735-21AD2AC3FD45}"/>
              </a:ext>
            </a:extLst>
          </p:cNvPr>
          <p:cNvSpPr>
            <a:spLocks xmlns:a="http://schemas.openxmlformats.org/drawingml/2006/main" noGrp="1"/>
          </p:cNvSpPr>
          <p:nvPr/>
        </p:nvSpPr>
        <p:spPr>
          <a:xfrm xmlns:a="http://schemas.openxmlformats.org/drawingml/2006/main" rot="0">
            <a:off x="3095923" y="2705604"/>
            <a:ext cx="390792" cy="390792"/>
          </a:xfrm>
          <a:prstGeom xmlns:a="http://schemas.openxmlformats.org/drawingml/2006/main" prst="rect">
            <a:avLst/>
          </a:prstGeom>
          <a:noFill xmlns:a="http://schemas.openxmlformats.org/drawingml/2006/main"/>
          <a:ln xmlns:a="http://schemas.openxmlformats.org/drawingml/2006/main" w="0">
            <a:noFill/>
          </a:ln>
        </p:spPr>
      </p:sp>
      <p:sp>
        <p:nvSpPr>
          <p:cNvPr id="71" name="pdf-text-49-0">
            <a:extLst xmlns:a="http://schemas.openxmlformats.org/drawingml/2006/main">
              <a:ext uri="{FF2B5EF4-FFF2-40B4-BE49-F238E27FC236}">
                <a16:creationId xmlns:a16="http://schemas.microsoft.com/office/drawing/2014/main" id="{BD2A8772-C1C2-40D4-948C-6D9A043C8D19}"/>
              </a:ext>
            </a:extLst>
          </p:cNvPr>
          <p:cNvSpPr>
            <a:spLocks xmlns:a="http://schemas.openxmlformats.org/drawingml/2006/main" noGrp="1"/>
          </p:cNvSpPr>
          <p:nvPr/>
        </p:nvSpPr>
        <p:spPr>
          <a:xfrm xmlns:a="http://schemas.openxmlformats.org/drawingml/2006/main" rot="0">
            <a:off x="8046479" y="4253221"/>
            <a:ext cx="436735" cy="2183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719" b="0" i="0">
                <a:solidFill>
                  <a:srgbClr val="000000"/>
                </a:solidFill>
                <a:latin typeface="Arial"/>
                <a:ea typeface="Arial"/>
                <a:cs typeface="Arial"/>
              </a:defRPr>
            </a:defPPr>
          </a:lstStyle>
          <a:p xmlns:a="http://schemas.openxmlformats.org/drawingml/2006/main">
            <a:pPr algn="l">
              <a:defRPr sz="1719" b="0" i="0">
                <a:solidFill>
                  <a:srgbClr val="000000"/>
                </a:solidFill>
                <a:latin typeface="Arial"/>
                <a:ea typeface="Arial"/>
                <a:cs typeface="Arial"/>
              </a:defRPr>
            </a:pPr>
            <a:r>
              <a:rPr sz="1719" b="0" i="0">
                <a:solidFill>
                  <a:srgbClr val="000000"/>
                </a:solidFill>
                <a:latin typeface="Arial"/>
                <a:ea typeface="Arial"/>
                <a:cs typeface="Arial"/>
              </a:rPr>
              <a:t>……</a:t>
            </a:r>
          </a:p>
        </p:txBody>
      </p:sp>
      <p:sp>
        <p:nvSpPr>
          <p:cNvPr id="72" name="pdf-text-50-0">
            <a:extLst xmlns:a="http://schemas.openxmlformats.org/drawingml/2006/main">
              <a:ext uri="{FF2B5EF4-FFF2-40B4-BE49-F238E27FC236}">
                <a16:creationId xmlns:a16="http://schemas.microsoft.com/office/drawing/2014/main" id="{416FA7EE-F81D-45C4-AF2F-57D75A48F12C}"/>
              </a:ext>
            </a:extLst>
          </p:cNvPr>
          <p:cNvSpPr>
            <a:spLocks xmlns:a="http://schemas.openxmlformats.org/drawingml/2006/main" noGrp="1"/>
          </p:cNvSpPr>
          <p:nvPr/>
        </p:nvSpPr>
        <p:spPr>
          <a:xfrm xmlns:a="http://schemas.openxmlformats.org/drawingml/2006/main" rot="0">
            <a:off x="9397590" y="4231093"/>
            <a:ext cx="218367" cy="21836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719" b="0" i="0">
                <a:solidFill>
                  <a:srgbClr val="000000"/>
                </a:solidFill>
                <a:latin typeface="Arial"/>
                <a:ea typeface="Arial"/>
                <a:cs typeface="Arial"/>
              </a:defRPr>
            </a:defPPr>
          </a:lstStyle>
          <a:p xmlns:a="http://schemas.openxmlformats.org/drawingml/2006/main">
            <a:pPr algn="l">
              <a:defRPr sz="1719" b="0" i="0">
                <a:solidFill>
                  <a:srgbClr val="000000"/>
                </a:solidFill>
                <a:latin typeface="Arial"/>
                <a:ea typeface="Arial"/>
                <a:cs typeface="Arial"/>
              </a:defRPr>
            </a:pPr>
            <a:r>
              <a:rPr sz="1719" b="0" i="0">
                <a:solidFill>
                  <a:srgbClr val="000000"/>
                </a:solidFill>
                <a:latin typeface="Arial"/>
                <a:ea typeface="Arial"/>
                <a:cs typeface="Arial"/>
              </a:rPr>
              <a:t>…</a:t>
            </a:r>
          </a:p>
        </p:txBody>
      </p:sp>
      <p:sp>
        <p:nvSpPr>
          <p:cNvPr id="73" name="pdf-text-51-0">
            <a:extLst xmlns:a="http://schemas.openxmlformats.org/drawingml/2006/main">
              <a:ext uri="{FF2B5EF4-FFF2-40B4-BE49-F238E27FC236}">
                <a16:creationId xmlns:a16="http://schemas.microsoft.com/office/drawing/2014/main" id="{990B060B-85CE-4E46-8EFC-709407DDA41F}"/>
              </a:ext>
            </a:extLst>
          </p:cNvPr>
          <p:cNvSpPr>
            <a:spLocks xmlns:a="http://schemas.openxmlformats.org/drawingml/2006/main" noGrp="1"/>
          </p:cNvSpPr>
          <p:nvPr/>
        </p:nvSpPr>
        <p:spPr>
          <a:xfrm xmlns:a="http://schemas.openxmlformats.org/drawingml/2006/main" rot="0">
            <a:off x="495108" y="3742666"/>
            <a:ext cx="456296"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1" b="0" i="0">
                <a:solidFill>
                  <a:srgbClr val="000000"/>
                </a:solidFill>
                <a:latin typeface="Times New Roman"/>
                <a:ea typeface="Times New Roman"/>
                <a:cs typeface="Times New Roman"/>
              </a:defRPr>
            </a:defPPr>
          </a:lstStyle>
          <a:p xmlns:a="http://schemas.openxmlformats.org/drawingml/2006/main">
            <a:pPr algn="l">
              <a:defRPr sz="1051" b="0" i="0">
                <a:solidFill>
                  <a:srgbClr val="000000"/>
                </a:solidFill>
                <a:latin typeface="Times New Roman"/>
                <a:ea typeface="Times New Roman"/>
                <a:cs typeface="Times New Roman"/>
              </a:defRPr>
            </a:pPr>
            <a:r>
              <a:rPr sz="1051" b="0" i="0">
                <a:solidFill>
                  <a:srgbClr val="000000"/>
                </a:solidFill>
                <a:latin typeface="Times New Roman"/>
                <a:ea typeface="Times New Roman"/>
                <a:cs typeface="Times New Roman"/>
              </a:rPr>
              <a:t>Subtask </a:t>
            </a:r>
          </a:p>
        </p:txBody>
      </p:sp>
      <p:sp>
        <p:nvSpPr>
          <p:cNvPr id="74" name="pdf-text-52-0">
            <a:extLst xmlns:a="http://schemas.openxmlformats.org/drawingml/2006/main">
              <a:ext uri="{FF2B5EF4-FFF2-40B4-BE49-F238E27FC236}">
                <a16:creationId xmlns:a16="http://schemas.microsoft.com/office/drawing/2014/main" id="{EC66F39D-06BE-4109-BE8B-A6B3CFD22B96}"/>
              </a:ext>
            </a:extLst>
          </p:cNvPr>
          <p:cNvSpPr>
            <a:spLocks xmlns:a="http://schemas.openxmlformats.org/drawingml/2006/main" noGrp="1"/>
          </p:cNvSpPr>
          <p:nvPr/>
        </p:nvSpPr>
        <p:spPr>
          <a:xfrm xmlns:a="http://schemas.openxmlformats.org/drawingml/2006/main" rot="0">
            <a:off x="951253" y="3742448"/>
            <a:ext cx="37244"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5" b="0" i="0">
                <a:solidFill>
                  <a:srgbClr val="000000"/>
                </a:solidFill>
                <a:latin typeface="Times New Roman"/>
                <a:ea typeface="Times New Roman"/>
                <a:cs typeface="Times New Roman"/>
              </a:defRPr>
            </a:defPPr>
          </a:lstStyle>
          <a:p xmlns:a="http://schemas.openxmlformats.org/drawingml/2006/main">
            <a:pPr algn="l">
              <a:defRPr sz="1055" b="0" i="0">
                <a:solidFill>
                  <a:srgbClr val="000000"/>
                </a:solidFill>
                <a:latin typeface="Times New Roman"/>
                <a:ea typeface="Times New Roman"/>
                <a:cs typeface="Times New Roman"/>
              </a:defRPr>
            </a:pPr>
            <a:r>
              <a:rPr sz="1055" b="0" i="0">
                <a:solidFill>
                  <a:srgbClr val="000000"/>
                </a:solidFill>
                <a:latin typeface="Times New Roman"/>
                <a:ea typeface="Times New Roman"/>
                <a:cs typeface="Times New Roman"/>
              </a:rPr>
              <a:t>i</a:t>
            </a:r>
          </a:p>
        </p:txBody>
      </p:sp>
      <p:sp>
        <p:nvSpPr>
          <p:cNvPr id="75" name="pdf-text-53-0">
            <a:extLst xmlns:a="http://schemas.openxmlformats.org/drawingml/2006/main">
              <a:ext uri="{FF2B5EF4-FFF2-40B4-BE49-F238E27FC236}">
                <a16:creationId xmlns:a16="http://schemas.microsoft.com/office/drawing/2014/main" id="{254D44CC-E89D-4800-9A78-64DE4C0E8457}"/>
              </a:ext>
            </a:extLst>
          </p:cNvPr>
          <p:cNvSpPr>
            <a:spLocks xmlns:a="http://schemas.openxmlformats.org/drawingml/2006/main" noGrp="1"/>
          </p:cNvSpPr>
          <p:nvPr/>
        </p:nvSpPr>
        <p:spPr>
          <a:xfrm xmlns:a="http://schemas.openxmlformats.org/drawingml/2006/main" rot="0">
            <a:off x="988254" y="3742734"/>
            <a:ext cx="429816"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0" b="0" i="0">
                <a:solidFill>
                  <a:srgbClr val="000000"/>
                </a:solidFill>
                <a:latin typeface="Times New Roman"/>
                <a:ea typeface="Times New Roman"/>
                <a:cs typeface="Times New Roman"/>
              </a:defRPr>
            </a:defPPr>
          </a:lstStyle>
          <a:p xmlns:a="http://schemas.openxmlformats.org/drawingml/2006/main">
            <a:pPr algn="l">
              <a:defRPr sz="1050" b="0" i="0">
                <a:solidFill>
                  <a:srgbClr val="000000"/>
                </a:solidFill>
                <a:latin typeface="Times New Roman"/>
                <a:ea typeface="Times New Roman"/>
                <a:cs typeface="Times New Roman"/>
              </a:defRPr>
            </a:pPr>
            <a:r>
              <a:rPr sz="1050" b="0" i="0">
                <a:solidFill>
                  <a:srgbClr val="000000"/>
                </a:solidFill>
                <a:latin typeface="Times New Roman"/>
                <a:ea typeface="Times New Roman"/>
                <a:cs typeface="Times New Roman"/>
              </a:rPr>
              <a:t>-j: the j-</a:t>
            </a:r>
          </a:p>
        </p:txBody>
      </p:sp>
      <p:sp>
        <p:nvSpPr>
          <p:cNvPr id="76" name="pdf-text-54-0">
            <a:extLst xmlns:a="http://schemas.openxmlformats.org/drawingml/2006/main">
              <a:ext uri="{FF2B5EF4-FFF2-40B4-BE49-F238E27FC236}">
                <a16:creationId xmlns:a16="http://schemas.microsoft.com/office/drawing/2014/main" id="{A9BA2238-3F15-45D3-8851-52139A9152AB}"/>
              </a:ext>
            </a:extLst>
          </p:cNvPr>
          <p:cNvSpPr>
            <a:spLocks xmlns:a="http://schemas.openxmlformats.org/drawingml/2006/main" noGrp="1"/>
          </p:cNvSpPr>
          <p:nvPr/>
        </p:nvSpPr>
        <p:spPr>
          <a:xfrm xmlns:a="http://schemas.openxmlformats.org/drawingml/2006/main" rot="0">
            <a:off x="1417710" y="3742579"/>
            <a:ext cx="104027"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3" b="0" i="0">
                <a:solidFill>
                  <a:srgbClr val="000000"/>
                </a:solidFill>
                <a:latin typeface="Times New Roman"/>
                <a:ea typeface="Times New Roman"/>
                <a:cs typeface="Times New Roman"/>
              </a:defRPr>
            </a:defPPr>
          </a:lstStyle>
          <a:p xmlns:a="http://schemas.openxmlformats.org/drawingml/2006/main">
            <a:pPr algn="l">
              <a:defRPr sz="1053" b="0" i="0">
                <a:solidFill>
                  <a:srgbClr val="000000"/>
                </a:solidFill>
                <a:latin typeface="Times New Roman"/>
                <a:ea typeface="Times New Roman"/>
                <a:cs typeface="Times New Roman"/>
              </a:defRPr>
            </a:pPr>
            <a:r>
              <a:rPr sz="1053" b="0" i="0">
                <a:solidFill>
                  <a:srgbClr val="000000"/>
                </a:solidFill>
                <a:latin typeface="Times New Roman"/>
                <a:ea typeface="Times New Roman"/>
                <a:cs typeface="Times New Roman"/>
              </a:rPr>
              <a:t>th</a:t>
            </a:r>
          </a:p>
        </p:txBody>
      </p:sp>
      <p:sp>
        <p:nvSpPr>
          <p:cNvPr id="77" name="pdf-text-55-0">
            <a:extLst xmlns:a="http://schemas.openxmlformats.org/drawingml/2006/main">
              <a:ext uri="{FF2B5EF4-FFF2-40B4-BE49-F238E27FC236}">
                <a16:creationId xmlns:a16="http://schemas.microsoft.com/office/drawing/2014/main" id="{029D9732-0D10-44A5-9E80-B599AFB7E45F}"/>
              </a:ext>
            </a:extLst>
          </p:cNvPr>
          <p:cNvSpPr>
            <a:spLocks xmlns:a="http://schemas.openxmlformats.org/drawingml/2006/main" noGrp="1"/>
          </p:cNvSpPr>
          <p:nvPr/>
        </p:nvSpPr>
        <p:spPr>
          <a:xfrm xmlns:a="http://schemas.openxmlformats.org/drawingml/2006/main" rot="0">
            <a:off x="1521434" y="3742680"/>
            <a:ext cx="1209057"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1" b="0" i="0">
                <a:solidFill>
                  <a:srgbClr val="000000"/>
                </a:solidFill>
                <a:latin typeface="Times New Roman"/>
                <a:ea typeface="Times New Roman"/>
                <a:cs typeface="Times New Roman"/>
              </a:defRPr>
            </a:defPPr>
          </a:lstStyle>
          <a:p xmlns:a="http://schemas.openxmlformats.org/drawingml/2006/main">
            <a:pPr algn="l">
              <a:defRPr sz="1051" b="0" i="0">
                <a:solidFill>
                  <a:srgbClr val="000000"/>
                </a:solidFill>
                <a:latin typeface="Times New Roman"/>
                <a:ea typeface="Times New Roman"/>
                <a:cs typeface="Times New Roman"/>
              </a:defRPr>
            </a:pPr>
            <a:r>
              <a:rPr sz="1051" b="0" i="0">
                <a:solidFill>
                  <a:srgbClr val="000000"/>
                </a:solidFill>
                <a:latin typeface="Times New Roman"/>
                <a:ea typeface="Times New Roman"/>
                <a:cs typeface="Times New Roman"/>
              </a:rPr>
              <a:t> simulation of subtask </a:t>
            </a:r>
          </a:p>
        </p:txBody>
      </p:sp>
      <p:sp>
        <p:nvSpPr>
          <p:cNvPr id="78" name="pdf-text-56-0">
            <a:extLst xmlns:a="http://schemas.openxmlformats.org/drawingml/2006/main">
              <a:ext uri="{FF2B5EF4-FFF2-40B4-BE49-F238E27FC236}">
                <a16:creationId xmlns:a16="http://schemas.microsoft.com/office/drawing/2014/main" id="{ED1940FA-E52A-4CF7-B135-B07A77472936}"/>
              </a:ext>
            </a:extLst>
          </p:cNvPr>
          <p:cNvSpPr>
            <a:spLocks xmlns:a="http://schemas.openxmlformats.org/drawingml/2006/main" noGrp="1"/>
          </p:cNvSpPr>
          <p:nvPr/>
        </p:nvSpPr>
        <p:spPr>
          <a:xfrm xmlns:a="http://schemas.openxmlformats.org/drawingml/2006/main" rot="0">
            <a:off x="2730339" y="3742448"/>
            <a:ext cx="37244"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5" b="0" i="0">
                <a:solidFill>
                  <a:srgbClr val="000000"/>
                </a:solidFill>
                <a:latin typeface="Times New Roman"/>
                <a:ea typeface="Times New Roman"/>
                <a:cs typeface="Times New Roman"/>
              </a:defRPr>
            </a:defPPr>
          </a:lstStyle>
          <a:p xmlns:a="http://schemas.openxmlformats.org/drawingml/2006/main">
            <a:pPr algn="l">
              <a:defRPr sz="1055" b="0" i="0">
                <a:solidFill>
                  <a:srgbClr val="000000"/>
                </a:solidFill>
                <a:latin typeface="Times New Roman"/>
                <a:ea typeface="Times New Roman"/>
                <a:cs typeface="Times New Roman"/>
              </a:defRPr>
            </a:pPr>
            <a:r>
              <a:rPr sz="1055" b="0" i="0">
                <a:solidFill>
                  <a:srgbClr val="000000"/>
                </a:solidFill>
                <a:latin typeface="Times New Roman"/>
                <a:ea typeface="Times New Roman"/>
                <a:cs typeface="Times New Roman"/>
              </a:rPr>
              <a:t>i</a:t>
            </a:r>
          </a:p>
        </p:txBody>
      </p:sp>
      <p:sp>
        <p:nvSpPr>
          <p:cNvPr id="79" name="pdf-text-58-0-check">
            <a:extLst xmlns:a="http://schemas.openxmlformats.org/drawingml/2006/main">
              <a:ext uri="{FF2B5EF4-FFF2-40B4-BE49-F238E27FC236}">
                <a16:creationId xmlns:a16="http://schemas.microsoft.com/office/drawing/2014/main" id="{1C67047D-6A73-4DA8-90FF-DA469394C4B7}"/>
              </a:ext>
            </a:extLst>
          </p:cNvPr>
          <p:cNvSpPr>
            <a:spLocks xmlns:a="http://schemas.openxmlformats.org/drawingml/2006/main" noGrp="1"/>
          </p:cNvSpPr>
          <p:nvPr/>
        </p:nvSpPr>
        <p:spPr>
          <a:xfrm xmlns:a="http://schemas.openxmlformats.org/drawingml/2006/main" rot="0">
            <a:off x="495108" y="3893513"/>
            <a:ext cx="100540" cy="134053"/>
          </a:xfrm>
          <a:custGeom xmlns:a="http://schemas.openxmlformats.org/drawingml/2006/main">
            <a:pathLst>
              <a:path w="100540" h="134053">
                <a:moveTo>
                  <a:pt x="0" y="61664"/>
                </a:moveTo>
                <a:lnTo>
                  <a:pt x="35189" y="117966"/>
                </a:lnTo>
                <a:lnTo>
                  <a:pt x="100540" y="13405"/>
                </a:lnTo>
              </a:path>
            </a:pathLst>
          </a:custGeom>
          <a:noFill xmlns:a="http://schemas.openxmlformats.org/drawingml/2006/main"/>
          <a:ln xmlns:a="http://schemas.openxmlformats.org/drawingml/2006/main" w="13335">
            <a:solidFill>
              <a:srgbClr val="4EA72E"/>
            </a:solidFill>
            <a:prstDash val="solid"/>
          </a:ln>
        </p:spPr>
      </p:sp>
      <p:sp>
        <p:nvSpPr>
          <p:cNvPr id="80" name="pdf-text-59-0">
            <a:extLst xmlns:a="http://schemas.openxmlformats.org/drawingml/2006/main">
              <a:ext uri="{FF2B5EF4-FFF2-40B4-BE49-F238E27FC236}">
                <a16:creationId xmlns:a16="http://schemas.microsoft.com/office/drawing/2014/main" id="{C75A88C4-2029-4A92-9B6D-A249B36FA5CF}"/>
              </a:ext>
            </a:extLst>
          </p:cNvPr>
          <p:cNvSpPr>
            <a:spLocks xmlns:a="http://schemas.openxmlformats.org/drawingml/2006/main" noGrp="1"/>
          </p:cNvSpPr>
          <p:nvPr/>
        </p:nvSpPr>
        <p:spPr>
          <a:xfrm xmlns:a="http://schemas.openxmlformats.org/drawingml/2006/main" rot="0">
            <a:off x="595192" y="3902796"/>
            <a:ext cx="70514"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2" b="0" i="0">
                <a:solidFill>
                  <a:srgbClr val="4EA72E"/>
                </a:solidFill>
                <a:latin typeface="Times New Roman"/>
                <a:ea typeface="Times New Roman"/>
                <a:cs typeface="Times New Roman"/>
              </a:defRPr>
            </a:defPPr>
          </a:lstStyle>
          <a:p xmlns:a="http://schemas.openxmlformats.org/drawingml/2006/main">
            <a:pPr algn="l">
              <a:defRPr sz="1052" b="0" i="0">
                <a:solidFill>
                  <a:srgbClr val="4EA72E"/>
                </a:solidFill>
                <a:latin typeface="Times New Roman"/>
                <a:ea typeface="Times New Roman"/>
                <a:cs typeface="Times New Roman"/>
              </a:defRPr>
            </a:pPr>
            <a:r>
              <a:rPr sz="1052" b="0" i="0">
                <a:solidFill>
                  <a:srgbClr val="4EA72E"/>
                </a:solidFill>
                <a:latin typeface="Times New Roman"/>
                <a:ea typeface="Times New Roman"/>
                <a:cs typeface="Times New Roman"/>
              </a:rPr>
              <a:t>: </a:t>
            </a:r>
          </a:p>
        </p:txBody>
      </p:sp>
      <p:sp>
        <p:nvSpPr>
          <p:cNvPr id="81" name="pdf-text-60-0">
            <a:extLst xmlns:a="http://schemas.openxmlformats.org/drawingml/2006/main">
              <a:ext uri="{FF2B5EF4-FFF2-40B4-BE49-F238E27FC236}">
                <a16:creationId xmlns:a16="http://schemas.microsoft.com/office/drawing/2014/main" id="{13D2395E-8C64-4491-876E-84EDDE0F62A7}"/>
              </a:ext>
            </a:extLst>
          </p:cNvPr>
          <p:cNvSpPr>
            <a:spLocks xmlns:a="http://schemas.openxmlformats.org/drawingml/2006/main" noGrp="1"/>
          </p:cNvSpPr>
          <p:nvPr/>
        </p:nvSpPr>
        <p:spPr>
          <a:xfrm xmlns:a="http://schemas.openxmlformats.org/drawingml/2006/main" rot="0">
            <a:off x="665556" y="3902775"/>
            <a:ext cx="2122108"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2" b="0" i="0">
                <a:solidFill>
                  <a:srgbClr val="000000"/>
                </a:solidFill>
                <a:latin typeface="Times New Roman"/>
                <a:ea typeface="Times New Roman"/>
                <a:cs typeface="Times New Roman"/>
              </a:defRPr>
            </a:defPPr>
          </a:lstStyle>
          <a:p xmlns:a="http://schemas.openxmlformats.org/drawingml/2006/main">
            <a:pPr algn="l">
              <a:defRPr sz="1052" b="0" i="0">
                <a:solidFill>
                  <a:srgbClr val="000000"/>
                </a:solidFill>
                <a:latin typeface="Times New Roman"/>
                <a:ea typeface="Times New Roman"/>
                <a:cs typeface="Times New Roman"/>
              </a:defRPr>
            </a:pPr>
            <a:r>
              <a:rPr sz="1052" b="0" i="0">
                <a:solidFill>
                  <a:srgbClr val="000000"/>
                </a:solidFill>
                <a:latin typeface="Times New Roman"/>
                <a:ea typeface="Times New Roman"/>
                <a:cs typeface="Times New Roman"/>
              </a:rPr>
              <a:t>task succeeds under current supervision</a:t>
            </a:r>
          </a:p>
        </p:txBody>
      </p:sp>
      <p:sp>
        <p:nvSpPr>
          <p:cNvPr id="82" name="pdf-text-61-0">
            <a:extLst xmlns:a="http://schemas.openxmlformats.org/drawingml/2006/main">
              <a:ext uri="{FF2B5EF4-FFF2-40B4-BE49-F238E27FC236}">
                <a16:creationId xmlns:a16="http://schemas.microsoft.com/office/drawing/2014/main" id="{C2758D57-8898-4AD1-8E02-13EC5C6C65CD}"/>
              </a:ext>
            </a:extLst>
          </p:cNvPr>
          <p:cNvSpPr>
            <a:spLocks xmlns:a="http://schemas.openxmlformats.org/drawingml/2006/main" noGrp="1"/>
          </p:cNvSpPr>
          <p:nvPr/>
        </p:nvSpPr>
        <p:spPr>
          <a:xfrm xmlns:a="http://schemas.openxmlformats.org/drawingml/2006/main" rot="0">
            <a:off x="495108" y="4067613"/>
            <a:ext cx="76518"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6" b="0" i="0">
                <a:solidFill>
                  <a:srgbClr val="E97132"/>
                </a:solidFill>
                <a:latin typeface="Arial"/>
                <a:ea typeface="Arial"/>
                <a:cs typeface="Arial"/>
              </a:defRPr>
            </a:defPPr>
          </a:lstStyle>
          <a:p xmlns:a="http://schemas.openxmlformats.org/drawingml/2006/main">
            <a:pPr algn="l">
              <a:defRPr sz="1056" b="0" i="0">
                <a:solidFill>
                  <a:srgbClr val="E97132"/>
                </a:solidFill>
                <a:latin typeface="Arial"/>
                <a:ea typeface="Arial"/>
                <a:cs typeface="Arial"/>
              </a:defRPr>
            </a:pPr>
            <a:r>
              <a:rPr sz="1056" b="0" i="0">
                <a:solidFill>
                  <a:srgbClr val="E97132"/>
                </a:solidFill>
                <a:latin typeface="Arial"/>
                <a:ea typeface="Arial"/>
                <a:cs typeface="Arial"/>
              </a:rPr>
              <a:t>✗</a:t>
            </a:r>
          </a:p>
        </p:txBody>
      </p:sp>
      <p:sp>
        <p:nvSpPr>
          <p:cNvPr id="83" name="pdf-text-62-0">
            <a:extLst xmlns:a="http://schemas.openxmlformats.org/drawingml/2006/main">
              <a:ext uri="{FF2B5EF4-FFF2-40B4-BE49-F238E27FC236}">
                <a16:creationId xmlns:a16="http://schemas.microsoft.com/office/drawing/2014/main" id="{3BC4E73E-6F9C-4C8D-ABBA-D6BF2262C54A}"/>
              </a:ext>
            </a:extLst>
          </p:cNvPr>
          <p:cNvSpPr>
            <a:spLocks xmlns:a="http://schemas.openxmlformats.org/drawingml/2006/main" noGrp="1"/>
          </p:cNvSpPr>
          <p:nvPr/>
        </p:nvSpPr>
        <p:spPr>
          <a:xfrm xmlns:a="http://schemas.openxmlformats.org/drawingml/2006/main" rot="0">
            <a:off x="571537" y="4067784"/>
            <a:ext cx="70514"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2" b="0" i="0">
                <a:solidFill>
                  <a:srgbClr val="E97132"/>
                </a:solidFill>
                <a:latin typeface="Times New Roman"/>
                <a:ea typeface="Times New Roman"/>
                <a:cs typeface="Times New Roman"/>
              </a:defRPr>
            </a:defPPr>
          </a:lstStyle>
          <a:p xmlns:a="http://schemas.openxmlformats.org/drawingml/2006/main">
            <a:pPr algn="l">
              <a:defRPr sz="1052" b="0" i="0">
                <a:solidFill>
                  <a:srgbClr val="E97132"/>
                </a:solidFill>
                <a:latin typeface="Times New Roman"/>
                <a:ea typeface="Times New Roman"/>
                <a:cs typeface="Times New Roman"/>
              </a:defRPr>
            </a:pPr>
            <a:r>
              <a:rPr sz="1052" b="0" i="0">
                <a:solidFill>
                  <a:srgbClr val="E97132"/>
                </a:solidFill>
                <a:latin typeface="Times New Roman"/>
                <a:ea typeface="Times New Roman"/>
                <a:cs typeface="Times New Roman"/>
              </a:rPr>
              <a:t>: </a:t>
            </a:r>
          </a:p>
        </p:txBody>
      </p:sp>
      <p:sp>
        <p:nvSpPr>
          <p:cNvPr id="84" name="pdf-text-63-0">
            <a:extLst xmlns:a="http://schemas.openxmlformats.org/drawingml/2006/main">
              <a:ext uri="{FF2B5EF4-FFF2-40B4-BE49-F238E27FC236}">
                <a16:creationId xmlns:a16="http://schemas.microsoft.com/office/drawing/2014/main" id="{702F9F8D-2323-442A-81B0-935B5B6893F9}"/>
              </a:ext>
            </a:extLst>
          </p:cNvPr>
          <p:cNvSpPr>
            <a:spLocks xmlns:a="http://schemas.openxmlformats.org/drawingml/2006/main" noGrp="1"/>
          </p:cNvSpPr>
          <p:nvPr/>
        </p:nvSpPr>
        <p:spPr>
          <a:xfrm xmlns:a="http://schemas.openxmlformats.org/drawingml/2006/main" rot="0">
            <a:off x="641899" y="4067796"/>
            <a:ext cx="1876444"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1" b="0" i="0">
                <a:solidFill>
                  <a:srgbClr val="000000"/>
                </a:solidFill>
                <a:latin typeface="Times New Roman"/>
                <a:ea typeface="Times New Roman"/>
                <a:cs typeface="Times New Roman"/>
              </a:defRPr>
            </a:defPPr>
          </a:lstStyle>
          <a:p xmlns:a="http://schemas.openxmlformats.org/drawingml/2006/main">
            <a:pPr algn="l">
              <a:defRPr sz="1051" b="0" i="0">
                <a:solidFill>
                  <a:srgbClr val="000000"/>
                </a:solidFill>
                <a:latin typeface="Times New Roman"/>
                <a:ea typeface="Times New Roman"/>
                <a:cs typeface="Times New Roman"/>
              </a:defRPr>
            </a:pPr>
            <a:r>
              <a:rPr sz="1051" b="0" i="0">
                <a:solidFill>
                  <a:srgbClr val="000000"/>
                </a:solidFill>
                <a:latin typeface="Times New Roman"/>
                <a:ea typeface="Times New Roman"/>
                <a:cs typeface="Times New Roman"/>
              </a:rPr>
              <a:t>task fails under current supervision</a:t>
            </a:r>
          </a:p>
        </p:txBody>
      </p:sp>
      <p:sp>
        <p:nvSpPr>
          <p:cNvPr id="85" name="pdf-text-65-0">
            <a:extLst xmlns:a="http://schemas.openxmlformats.org/drawingml/2006/main">
              <a:ext uri="{FF2B5EF4-FFF2-40B4-BE49-F238E27FC236}">
                <a16:creationId xmlns:a16="http://schemas.microsoft.com/office/drawing/2014/main" id="{4D72DCB4-1D5E-4512-9ECA-8431C22D7E6A}"/>
              </a:ext>
            </a:extLst>
          </p:cNvPr>
          <p:cNvSpPr>
            <a:spLocks xmlns:a="http://schemas.openxmlformats.org/drawingml/2006/main" noGrp="1"/>
          </p:cNvSpPr>
          <p:nvPr/>
        </p:nvSpPr>
        <p:spPr>
          <a:xfrm xmlns:a="http://schemas.openxmlformats.org/drawingml/2006/main" rot="0">
            <a:off x="628554" y="4222856"/>
            <a:ext cx="37244"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5" b="0" i="0">
                <a:solidFill>
                  <a:srgbClr val="4EA72E"/>
                </a:solidFill>
                <a:latin typeface="Times New Roman"/>
                <a:ea typeface="Times New Roman"/>
                <a:cs typeface="Times New Roman"/>
              </a:defRPr>
            </a:defPPr>
          </a:lstStyle>
          <a:p xmlns:a="http://schemas.openxmlformats.org/drawingml/2006/main">
            <a:pPr algn="l">
              <a:defRPr sz="1055" b="0" i="0">
                <a:solidFill>
                  <a:srgbClr val="4EA72E"/>
                </a:solidFill>
                <a:latin typeface="Times New Roman"/>
                <a:ea typeface="Times New Roman"/>
                <a:cs typeface="Times New Roman"/>
              </a:defRPr>
            </a:pPr>
            <a:r>
              <a:rPr sz="1055" b="0" i="0">
                <a:solidFill>
                  <a:srgbClr val="4EA72E"/>
                </a:solidFill>
                <a:latin typeface="Times New Roman"/>
                <a:ea typeface="Times New Roman"/>
                <a:cs typeface="Times New Roman"/>
              </a:rPr>
              <a:t>:</a:t>
            </a:r>
          </a:p>
        </p:txBody>
      </p:sp>
      <p:sp>
        <p:nvSpPr>
          <p:cNvPr id="86" name="pdf-text-66-0">
            <a:extLst xmlns:a="http://schemas.openxmlformats.org/drawingml/2006/main">
              <a:ext uri="{FF2B5EF4-FFF2-40B4-BE49-F238E27FC236}">
                <a16:creationId xmlns:a16="http://schemas.microsoft.com/office/drawing/2014/main" id="{EB94E997-45EF-4697-AF88-221F2FA453DB}"/>
              </a:ext>
            </a:extLst>
          </p:cNvPr>
          <p:cNvSpPr>
            <a:spLocks xmlns:a="http://schemas.openxmlformats.org/drawingml/2006/main" noGrp="1"/>
          </p:cNvSpPr>
          <p:nvPr/>
        </p:nvSpPr>
        <p:spPr>
          <a:xfrm xmlns:a="http://schemas.openxmlformats.org/drawingml/2006/main" rot="0">
            <a:off x="665556" y="4223072"/>
            <a:ext cx="1610764"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1" b="0" i="0">
                <a:solidFill>
                  <a:srgbClr val="000000"/>
                </a:solidFill>
                <a:latin typeface="Times New Roman"/>
                <a:ea typeface="Times New Roman"/>
                <a:cs typeface="Times New Roman"/>
              </a:defRPr>
            </a:defPPr>
          </a:lstStyle>
          <a:p xmlns:a="http://schemas.openxmlformats.org/drawingml/2006/main">
            <a:pPr algn="l">
              <a:defRPr sz="1051" b="0" i="0">
                <a:solidFill>
                  <a:srgbClr val="000000"/>
                </a:solidFill>
                <a:latin typeface="Times New Roman"/>
                <a:ea typeface="Times New Roman"/>
                <a:cs typeface="Times New Roman"/>
              </a:defRPr>
            </a:pPr>
            <a:r>
              <a:rPr sz="1051" b="0" i="0">
                <a:solidFill>
                  <a:srgbClr val="000000"/>
                </a:solidFill>
                <a:latin typeface="Times New Roman"/>
                <a:ea typeface="Times New Roman"/>
                <a:cs typeface="Times New Roman"/>
              </a:rPr>
              <a:t> subtask with reward label = 1</a:t>
            </a:r>
          </a:p>
        </p:txBody>
      </p:sp>
      <p:sp>
        <p:nvSpPr>
          <p:cNvPr id="87" name="pdf-text-69-0">
            <a:extLst xmlns:a="http://schemas.openxmlformats.org/drawingml/2006/main">
              <a:ext uri="{FF2B5EF4-FFF2-40B4-BE49-F238E27FC236}">
                <a16:creationId xmlns:a16="http://schemas.microsoft.com/office/drawing/2014/main" id="{E30FFF1C-16E9-453A-9A45-FE0526B8068C}"/>
              </a:ext>
            </a:extLst>
          </p:cNvPr>
          <p:cNvSpPr>
            <a:spLocks xmlns:a="http://schemas.openxmlformats.org/drawingml/2006/main" noGrp="1"/>
          </p:cNvSpPr>
          <p:nvPr/>
        </p:nvSpPr>
        <p:spPr>
          <a:xfrm xmlns:a="http://schemas.openxmlformats.org/drawingml/2006/main" rot="0">
            <a:off x="628554" y="4382992"/>
            <a:ext cx="37244"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5" b="0" i="0">
                <a:solidFill>
                  <a:srgbClr val="E97132"/>
                </a:solidFill>
                <a:latin typeface="Times New Roman"/>
                <a:ea typeface="Times New Roman"/>
                <a:cs typeface="Times New Roman"/>
              </a:defRPr>
            </a:defPPr>
          </a:lstStyle>
          <a:p xmlns:a="http://schemas.openxmlformats.org/drawingml/2006/main">
            <a:pPr algn="l">
              <a:defRPr sz="1055" b="0" i="0">
                <a:solidFill>
                  <a:srgbClr val="E97132"/>
                </a:solidFill>
                <a:latin typeface="Times New Roman"/>
                <a:ea typeface="Times New Roman"/>
                <a:cs typeface="Times New Roman"/>
              </a:defRPr>
            </a:pPr>
            <a:r>
              <a:rPr sz="1055" b="0" i="0">
                <a:solidFill>
                  <a:srgbClr val="E97132"/>
                </a:solidFill>
                <a:latin typeface="Times New Roman"/>
                <a:ea typeface="Times New Roman"/>
                <a:cs typeface="Times New Roman"/>
              </a:rPr>
              <a:t>:</a:t>
            </a:r>
          </a:p>
        </p:txBody>
      </p:sp>
      <p:sp>
        <p:nvSpPr>
          <p:cNvPr id="88" name="pdf-text-70-0">
            <a:extLst xmlns:a="http://schemas.openxmlformats.org/drawingml/2006/main">
              <a:ext uri="{FF2B5EF4-FFF2-40B4-BE49-F238E27FC236}">
                <a16:creationId xmlns:a16="http://schemas.microsoft.com/office/drawing/2014/main" id="{2CD17E81-A220-438D-9257-C4E8EC0767D8}"/>
              </a:ext>
            </a:extLst>
          </p:cNvPr>
          <p:cNvSpPr>
            <a:spLocks xmlns:a="http://schemas.openxmlformats.org/drawingml/2006/main" noGrp="1"/>
          </p:cNvSpPr>
          <p:nvPr/>
        </p:nvSpPr>
        <p:spPr>
          <a:xfrm xmlns:a="http://schemas.openxmlformats.org/drawingml/2006/main" rot="0">
            <a:off x="665556" y="4383208"/>
            <a:ext cx="1610764"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1" b="0" i="0">
                <a:solidFill>
                  <a:srgbClr val="000000"/>
                </a:solidFill>
                <a:latin typeface="Times New Roman"/>
                <a:ea typeface="Times New Roman"/>
                <a:cs typeface="Times New Roman"/>
              </a:defRPr>
            </a:defPPr>
          </a:lstStyle>
          <a:p xmlns:a="http://schemas.openxmlformats.org/drawingml/2006/main">
            <a:pPr algn="l">
              <a:defRPr sz="1051" b="0" i="0">
                <a:solidFill>
                  <a:srgbClr val="000000"/>
                </a:solidFill>
                <a:latin typeface="Times New Roman"/>
                <a:ea typeface="Times New Roman"/>
                <a:cs typeface="Times New Roman"/>
              </a:defRPr>
            </a:pPr>
            <a:r>
              <a:rPr sz="1051" b="0" i="0">
                <a:solidFill>
                  <a:srgbClr val="000000"/>
                </a:solidFill>
                <a:latin typeface="Times New Roman"/>
                <a:ea typeface="Times New Roman"/>
                <a:cs typeface="Times New Roman"/>
              </a:rPr>
              <a:t> subtask with reward label = 0</a:t>
            </a:r>
          </a:p>
        </p:txBody>
      </p:sp>
      <p:sp>
        <p:nvSpPr>
          <p:cNvPr id="89" name="pdf-path-87">
            <a:extLst xmlns:a="http://schemas.openxmlformats.org/drawingml/2006/main">
              <a:ext uri="{FF2B5EF4-FFF2-40B4-BE49-F238E27FC236}">
                <a16:creationId xmlns:a16="http://schemas.microsoft.com/office/drawing/2014/main" id="{18268E83-8542-4E04-B253-017C0413601F}"/>
              </a:ext>
            </a:extLst>
          </p:cNvPr>
          <p:cNvSpPr>
            <a:spLocks xmlns:a="http://schemas.openxmlformats.org/drawingml/2006/main" noGrp="1"/>
          </p:cNvSpPr>
          <p:nvPr/>
        </p:nvSpPr>
        <p:spPr>
          <a:xfrm xmlns:a="http://schemas.openxmlformats.org/drawingml/2006/main" rot="0">
            <a:off x="481557" y="4258159"/>
            <a:ext cx="115007" cy="115006"/>
          </a:xfrm>
          <a:custGeom xmlns:a="http://schemas.openxmlformats.org/drawingml/2006/main">
            <a:pathLst>
              <a:path w="115007" h="115006">
                <a:moveTo>
                  <a:pt x="0" y="0"/>
                </a:moveTo>
                <a:lnTo>
                  <a:pt x="115007" y="0"/>
                </a:lnTo>
                <a:lnTo>
                  <a:pt x="115007" y="115006"/>
                </a:lnTo>
                <a:lnTo>
                  <a:pt x="0" y="115006"/>
                </a:lnTo>
                <a:close/>
              </a:path>
            </a:pathLst>
          </a:custGeom>
          <a:solidFill xmlns:a="http://schemas.openxmlformats.org/drawingml/2006/main">
            <a:srgbClr val="8ED973"/>
          </a:solidFill>
          <a:ln xmlns:a="http://schemas.openxmlformats.org/drawingml/2006/main" w="0">
            <a:noFill/>
            <a:prstDash val="solid"/>
          </a:ln>
        </p:spPr>
      </p:sp>
      <p:sp>
        <p:nvSpPr>
          <p:cNvPr id="90" name="pdf-path-88">
            <a:extLst xmlns:a="http://schemas.openxmlformats.org/drawingml/2006/main">
              <a:ext uri="{FF2B5EF4-FFF2-40B4-BE49-F238E27FC236}">
                <a16:creationId xmlns:a16="http://schemas.microsoft.com/office/drawing/2014/main" id="{CDBA51D8-2845-4324-AE0F-550DA18BD382}"/>
              </a:ext>
            </a:extLst>
          </p:cNvPr>
          <p:cNvSpPr>
            <a:spLocks xmlns:a="http://schemas.openxmlformats.org/drawingml/2006/main" noGrp="1"/>
          </p:cNvSpPr>
          <p:nvPr/>
        </p:nvSpPr>
        <p:spPr>
          <a:xfrm xmlns:a="http://schemas.openxmlformats.org/drawingml/2006/main" rot="0">
            <a:off x="476680" y="4253416"/>
            <a:ext cx="124069" cy="124056"/>
          </a:xfrm>
          <a:custGeom xmlns:a="http://schemas.openxmlformats.org/drawingml/2006/main">
            <a:pathLst>
              <a:path w="124069" h="124056">
                <a:moveTo>
                  <a:pt x="124069" y="0"/>
                </a:moveTo>
                <a:lnTo>
                  <a:pt x="124069" y="124056"/>
                </a:lnTo>
                <a:lnTo>
                  <a:pt x="0" y="124056"/>
                </a:lnTo>
                <a:lnTo>
                  <a:pt x="0" y="0"/>
                </a:lnTo>
                <a:lnTo>
                  <a:pt x="124069" y="0"/>
                </a:lnTo>
                <a:moveTo>
                  <a:pt x="4549" y="9098"/>
                </a:moveTo>
                <a:lnTo>
                  <a:pt x="9099" y="4549"/>
                </a:lnTo>
                <a:lnTo>
                  <a:pt x="9099" y="119507"/>
                </a:lnTo>
                <a:lnTo>
                  <a:pt x="4549" y="114958"/>
                </a:lnTo>
                <a:lnTo>
                  <a:pt x="119520" y="114958"/>
                </a:lnTo>
                <a:lnTo>
                  <a:pt x="114971" y="119507"/>
                </a:lnTo>
                <a:lnTo>
                  <a:pt x="114971" y="4549"/>
                </a:lnTo>
                <a:lnTo>
                  <a:pt x="119520" y="9098"/>
                </a:lnTo>
                <a:lnTo>
                  <a:pt x="4549" y="9098"/>
                </a:lnTo>
              </a:path>
            </a:pathLst>
          </a:custGeom>
          <a:solidFill xmlns:a="http://schemas.openxmlformats.org/drawingml/2006/main">
            <a:srgbClr val="747474"/>
          </a:solidFill>
          <a:ln xmlns:a="http://schemas.openxmlformats.org/drawingml/2006/main" w="0">
            <a:noFill/>
            <a:prstDash val="solid"/>
          </a:ln>
        </p:spPr>
      </p:sp>
      <p:sp>
        <p:nvSpPr>
          <p:cNvPr id="91" name="pdf-path-89">
            <a:extLst xmlns:a="http://schemas.openxmlformats.org/drawingml/2006/main">
              <a:ext uri="{FF2B5EF4-FFF2-40B4-BE49-F238E27FC236}">
                <a16:creationId xmlns:a16="http://schemas.microsoft.com/office/drawing/2014/main" id="{3AB91818-8824-40AD-8E9A-FB579FC2F9AA}"/>
              </a:ext>
            </a:extLst>
          </p:cNvPr>
          <p:cNvSpPr>
            <a:spLocks xmlns:a="http://schemas.openxmlformats.org/drawingml/2006/main" noGrp="1"/>
          </p:cNvSpPr>
          <p:nvPr/>
        </p:nvSpPr>
        <p:spPr>
          <a:xfrm xmlns:a="http://schemas.openxmlformats.org/drawingml/2006/main" rot="0">
            <a:off x="481557" y="4413927"/>
            <a:ext cx="115007" cy="115006"/>
          </a:xfrm>
          <a:custGeom xmlns:a="http://schemas.openxmlformats.org/drawingml/2006/main">
            <a:pathLst>
              <a:path w="115007" h="115006">
                <a:moveTo>
                  <a:pt x="0" y="0"/>
                </a:moveTo>
                <a:lnTo>
                  <a:pt x="115007" y="0"/>
                </a:lnTo>
                <a:lnTo>
                  <a:pt x="115007" y="115006"/>
                </a:lnTo>
                <a:lnTo>
                  <a:pt x="0" y="115006"/>
                </a:lnTo>
                <a:close/>
              </a:path>
            </a:pathLst>
          </a:custGeom>
          <a:solidFill xmlns:a="http://schemas.openxmlformats.org/drawingml/2006/main">
            <a:srgbClr val="F2AA84"/>
          </a:solidFill>
          <a:ln xmlns:a="http://schemas.openxmlformats.org/drawingml/2006/main" w="0">
            <a:noFill/>
            <a:prstDash val="solid"/>
          </a:ln>
        </p:spPr>
      </p:sp>
      <p:sp>
        <p:nvSpPr>
          <p:cNvPr id="92" name="pdf-path-90">
            <a:extLst xmlns:a="http://schemas.openxmlformats.org/drawingml/2006/main">
              <a:ext uri="{FF2B5EF4-FFF2-40B4-BE49-F238E27FC236}">
                <a16:creationId xmlns:a16="http://schemas.microsoft.com/office/drawing/2014/main" id="{B5F85B77-71A5-43BB-9DAE-44D1C4404E0E}"/>
              </a:ext>
            </a:extLst>
          </p:cNvPr>
          <p:cNvSpPr>
            <a:spLocks xmlns:a="http://schemas.openxmlformats.org/drawingml/2006/main" noGrp="1"/>
          </p:cNvSpPr>
          <p:nvPr/>
        </p:nvSpPr>
        <p:spPr>
          <a:xfrm xmlns:a="http://schemas.openxmlformats.org/drawingml/2006/main" rot="0">
            <a:off x="476680" y="4409391"/>
            <a:ext cx="124069" cy="124056"/>
          </a:xfrm>
          <a:custGeom xmlns:a="http://schemas.openxmlformats.org/drawingml/2006/main">
            <a:pathLst>
              <a:path w="124069" h="124056">
                <a:moveTo>
                  <a:pt x="124069" y="0"/>
                </a:moveTo>
                <a:lnTo>
                  <a:pt x="124069" y="124056"/>
                </a:lnTo>
                <a:lnTo>
                  <a:pt x="0" y="124056"/>
                </a:lnTo>
                <a:lnTo>
                  <a:pt x="0" y="0"/>
                </a:lnTo>
                <a:lnTo>
                  <a:pt x="124069" y="0"/>
                </a:lnTo>
                <a:moveTo>
                  <a:pt x="4549" y="9098"/>
                </a:moveTo>
                <a:lnTo>
                  <a:pt x="9099" y="4549"/>
                </a:lnTo>
                <a:lnTo>
                  <a:pt x="9099" y="119508"/>
                </a:lnTo>
                <a:lnTo>
                  <a:pt x="4549" y="114958"/>
                </a:lnTo>
                <a:lnTo>
                  <a:pt x="119520" y="114958"/>
                </a:lnTo>
                <a:lnTo>
                  <a:pt x="114971" y="119508"/>
                </a:lnTo>
                <a:lnTo>
                  <a:pt x="114971" y="4549"/>
                </a:lnTo>
                <a:lnTo>
                  <a:pt x="119520" y="9098"/>
                </a:lnTo>
                <a:lnTo>
                  <a:pt x="4549" y="9098"/>
                </a:lnTo>
              </a:path>
            </a:pathLst>
          </a:custGeom>
          <a:solidFill xmlns:a="http://schemas.openxmlformats.org/drawingml/2006/main">
            <a:srgbClr val="747474"/>
          </a:solidFill>
          <a:ln xmlns:a="http://schemas.openxmlformats.org/drawingml/2006/main" w="0">
            <a:noFill/>
            <a:prstDash val="solid"/>
          </a:ln>
        </p:spPr>
      </p:sp>
      <p:sp>
        <p:nvSpPr>
          <p:cNvPr id="93" name="vergsa-source-component-8-shadow">
            <a:extLst xmlns:a="http://schemas.openxmlformats.org/drawingml/2006/main">
              <a:ext uri="{FF2B5EF4-FFF2-40B4-BE49-F238E27FC236}">
                <a16:creationId xmlns:a16="http://schemas.microsoft.com/office/drawing/2014/main" id="{35C5F803-9A74-429C-A33E-6A67995AC72F}"/>
              </a:ext>
            </a:extLst>
          </p:cNvPr>
          <p:cNvSpPr>
            <a:spLocks xmlns:a="http://schemas.openxmlformats.org/drawingml/2006/main" noGrp="1"/>
          </p:cNvSpPr>
          <p:nvPr/>
        </p:nvSpPr>
        <p:spPr>
          <a:xfrm xmlns:a="http://schemas.openxmlformats.org/drawingml/2006/main" rot="0">
            <a:off x="3567877" y="96607"/>
            <a:ext cx="5642861" cy="858475"/>
          </a:xfrm>
          <a:prstGeom xmlns:a="http://schemas.openxmlformats.org/drawingml/2006/main" prst="rect">
            <a:avLst/>
          </a:prstGeom>
          <a:solidFill xmlns:a="http://schemas.openxmlformats.org/drawingml/2006/main">
            <a:srgbClr val="BBBBB2"/>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94" name="vergsa-source-component-8-paper">
            <a:extLst xmlns:a="http://schemas.openxmlformats.org/drawingml/2006/main">
              <a:ext uri="{FF2B5EF4-FFF2-40B4-BE49-F238E27FC236}">
                <a16:creationId xmlns:a16="http://schemas.microsoft.com/office/drawing/2014/main" id="{86A8B7A6-E95A-4103-B32F-1AD854FB5D94}"/>
              </a:ext>
            </a:extLst>
          </p:cNvPr>
          <p:cNvSpPr>
            <a:spLocks xmlns:a="http://schemas.openxmlformats.org/drawingml/2006/main" noGrp="1"/>
          </p:cNvSpPr>
          <p:nvPr/>
        </p:nvSpPr>
        <p:spPr>
          <a:xfrm xmlns:a="http://schemas.openxmlformats.org/drawingml/2006/main" rot="0">
            <a:off x="3539302" y="77557"/>
            <a:ext cx="5614286" cy="829900"/>
          </a:xfrm>
          <a:prstGeom xmlns:a="http://schemas.openxmlformats.org/drawingml/2006/main" prst="rect">
            <a:avLst/>
          </a:prstGeom>
          <a:solidFill xmlns:a="http://schemas.openxmlformats.org/drawingml/2006/main">
            <a:srgbClr val="FFF7DF"/>
          </a:solidFill>
          <a:ln xmlns:a="http://schemas.openxmlformats.org/drawingml/2006/main" w="12383">
            <a:solidFill>
              <a:srgbClr val="827D70"/>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95" name="vergsa-source-component-8-curl-0">
            <a:extLst xmlns:a="http://schemas.openxmlformats.org/drawingml/2006/main">
              <a:ext uri="{FF2B5EF4-FFF2-40B4-BE49-F238E27FC236}">
                <a16:creationId xmlns:a16="http://schemas.microsoft.com/office/drawing/2014/main" id="{B8EABDDA-B2A2-416D-A821-EA24FBF1DF3C}"/>
              </a:ext>
            </a:extLst>
          </p:cNvPr>
          <p:cNvSpPr>
            <a:spLocks xmlns:a="http://schemas.openxmlformats.org/drawingml/2006/main" noGrp="1"/>
          </p:cNvSpPr>
          <p:nvPr/>
        </p:nvSpPr>
        <p:spPr>
          <a:xfrm xmlns:a="http://schemas.openxmlformats.org/drawingml/2006/main" rot="0">
            <a:off x="9058338" y="87082"/>
            <a:ext cx="133350" cy="66675"/>
          </a:xfrm>
          <a:prstGeom xmlns:a="http://schemas.openxmlformats.org/drawingml/2006/main" prst="roundRect">
            <a:avLst>
              <a:gd name="adj" fmla="val 50000"/>
            </a:avLst>
          </a:prstGeom>
          <a:solidFill xmlns:a="http://schemas.openxmlformats.org/drawingml/2006/main">
            <a:srgbClr val="F6EED8"/>
          </a:solidFill>
          <a:ln xmlns:a="http://schemas.openxmlformats.org/drawingml/2006/main" w="11430">
            <a:solidFill>
              <a:srgbClr val="827D70"/>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96" name="vergsa-source-component-8-curl-1">
            <a:extLst xmlns:a="http://schemas.openxmlformats.org/drawingml/2006/main">
              <a:ext uri="{FF2B5EF4-FFF2-40B4-BE49-F238E27FC236}">
                <a16:creationId xmlns:a16="http://schemas.microsoft.com/office/drawing/2014/main" id="{8C99431C-3413-4387-867F-5927D6486D57}"/>
              </a:ext>
            </a:extLst>
          </p:cNvPr>
          <p:cNvSpPr>
            <a:spLocks xmlns:a="http://schemas.openxmlformats.org/drawingml/2006/main" noGrp="1"/>
          </p:cNvSpPr>
          <p:nvPr/>
        </p:nvSpPr>
        <p:spPr>
          <a:xfrm xmlns:a="http://schemas.openxmlformats.org/drawingml/2006/main" rot="0">
            <a:off x="3510727" y="869357"/>
            <a:ext cx="5576186" cy="66675"/>
          </a:xfrm>
          <a:prstGeom xmlns:a="http://schemas.openxmlformats.org/drawingml/2006/main" prst="roundRect">
            <a:avLst>
              <a:gd name="adj" fmla="val 50000"/>
            </a:avLst>
          </a:prstGeom>
          <a:solidFill xmlns:a="http://schemas.openxmlformats.org/drawingml/2006/main">
            <a:srgbClr val="F6EED8"/>
          </a:solidFill>
          <a:ln xmlns:a="http://schemas.openxmlformats.org/drawingml/2006/main" w="11430">
            <a:solidFill>
              <a:srgbClr val="827D70"/>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97" name="pdf-text-71-0">
            <a:extLst xmlns:a="http://schemas.openxmlformats.org/drawingml/2006/main">
              <a:ext uri="{FF2B5EF4-FFF2-40B4-BE49-F238E27FC236}">
                <a16:creationId xmlns:a16="http://schemas.microsoft.com/office/drawing/2014/main" id="{0D019175-8373-49B4-9446-C8E886B5C18F}"/>
              </a:ext>
            </a:extLst>
          </p:cNvPr>
          <p:cNvSpPr>
            <a:spLocks xmlns:a="http://schemas.openxmlformats.org/drawingml/2006/main" noGrp="1"/>
          </p:cNvSpPr>
          <p:nvPr/>
        </p:nvSpPr>
        <p:spPr>
          <a:xfrm xmlns:a="http://schemas.openxmlformats.org/drawingml/2006/main" rot="0">
            <a:off x="3617857" y="213948"/>
            <a:ext cx="975084" cy="1455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46" b="0" i="1">
                <a:solidFill>
                  <a:srgbClr val="000000"/>
                </a:solidFill>
                <a:latin typeface="Times New Roman"/>
                <a:ea typeface="Times New Roman"/>
                <a:cs typeface="Times New Roman"/>
              </a:defRPr>
            </a:defPPr>
          </a:lstStyle>
          <a:p xmlns:a="http://schemas.openxmlformats.org/drawingml/2006/main">
            <a:pPr algn="l">
              <a:defRPr sz="1146" b="0" i="1">
                <a:solidFill>
                  <a:srgbClr val="000000"/>
                </a:solidFill>
                <a:latin typeface="Times New Roman"/>
                <a:ea typeface="Times New Roman"/>
                <a:cs typeface="Times New Roman"/>
              </a:defRPr>
            </a:pPr>
            <a:r>
              <a:rPr sz="1146" b="0" i="1">
                <a:solidFill>
                  <a:srgbClr val="000000"/>
                </a:solidFill>
                <a:latin typeface="Times New Roman"/>
                <a:ea typeface="Times New Roman"/>
                <a:cs typeface="Times New Roman"/>
              </a:rPr>
              <a:t>Prompt template</a:t>
            </a:r>
          </a:p>
        </p:txBody>
      </p:sp>
      <p:sp>
        <p:nvSpPr>
          <p:cNvPr id="98" name="pdf-text-72-0">
            <a:extLst xmlns:a="http://schemas.openxmlformats.org/drawingml/2006/main">
              <a:ext uri="{FF2B5EF4-FFF2-40B4-BE49-F238E27FC236}">
                <a16:creationId xmlns:a16="http://schemas.microsoft.com/office/drawing/2014/main" id="{FE689B5B-1FC1-4FB6-95E7-05CB3D2D6AC3}"/>
              </a:ext>
            </a:extLst>
          </p:cNvPr>
          <p:cNvSpPr>
            <a:spLocks xmlns:a="http://schemas.openxmlformats.org/drawingml/2006/main" noGrp="1"/>
          </p:cNvSpPr>
          <p:nvPr/>
        </p:nvSpPr>
        <p:spPr>
          <a:xfrm xmlns:a="http://schemas.openxmlformats.org/drawingml/2006/main" rot="0">
            <a:off x="3617857" y="446332"/>
            <a:ext cx="1982747" cy="127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04" b="0" i="1">
                <a:solidFill>
                  <a:srgbClr val="000000"/>
                </a:solidFill>
                <a:latin typeface="Times New Roman"/>
                <a:ea typeface="Times New Roman"/>
                <a:cs typeface="Times New Roman"/>
              </a:defRPr>
            </a:defPPr>
          </a:lstStyle>
          <a:p xmlns:a="http://schemas.openxmlformats.org/drawingml/2006/main">
            <a:pPr algn="l">
              <a:defRPr sz="1004" b="0" i="1">
                <a:solidFill>
                  <a:srgbClr val="000000"/>
                </a:solidFill>
                <a:latin typeface="Times New Roman"/>
                <a:ea typeface="Times New Roman"/>
                <a:cs typeface="Times New Roman"/>
              </a:defRPr>
            </a:pPr>
            <a:r>
              <a:rPr sz="1004" b="0" i="1">
                <a:solidFill>
                  <a:srgbClr val="000000"/>
                </a:solidFill>
                <a:latin typeface="Times New Roman"/>
                <a:ea typeface="Times New Roman"/>
                <a:cs typeface="Times New Roman"/>
              </a:rPr>
              <a:t>Instructions: coding standard, format, </a:t>
            </a:r>
          </a:p>
        </p:txBody>
      </p:sp>
      <p:sp>
        <p:nvSpPr>
          <p:cNvPr id="99" name="pdf-text-73-0">
            <a:extLst xmlns:a="http://schemas.openxmlformats.org/drawingml/2006/main">
              <a:ext uri="{FF2B5EF4-FFF2-40B4-BE49-F238E27FC236}">
                <a16:creationId xmlns:a16="http://schemas.microsoft.com/office/drawing/2014/main" id="{6E963573-4BA1-443E-9D7E-8C5E3E5CF43E}"/>
              </a:ext>
            </a:extLst>
          </p:cNvPr>
          <p:cNvSpPr>
            <a:spLocks xmlns:a="http://schemas.openxmlformats.org/drawingml/2006/main" noGrp="1"/>
          </p:cNvSpPr>
          <p:nvPr/>
        </p:nvSpPr>
        <p:spPr>
          <a:xfrm xmlns:a="http://schemas.openxmlformats.org/drawingml/2006/main" rot="0">
            <a:off x="5600753" y="446068"/>
            <a:ext cx="113801" cy="127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08" b="0" i="1">
                <a:solidFill>
                  <a:srgbClr val="000000"/>
                </a:solidFill>
                <a:latin typeface="Times New Roman"/>
                <a:ea typeface="Times New Roman"/>
                <a:cs typeface="Times New Roman"/>
              </a:defRPr>
            </a:defPPr>
          </a:lstStyle>
          <a:p xmlns:a="http://schemas.openxmlformats.org/drawingml/2006/main">
            <a:pPr algn="l">
              <a:defRPr sz="1008" b="0" i="1">
                <a:solidFill>
                  <a:srgbClr val="000000"/>
                </a:solidFill>
                <a:latin typeface="Times New Roman"/>
                <a:ea typeface="Times New Roman"/>
                <a:cs typeface="Times New Roman"/>
              </a:defRPr>
            </a:pPr>
            <a:r>
              <a:rPr sz="1008" b="0" i="1">
                <a:solidFill>
                  <a:srgbClr val="000000"/>
                </a:solidFill>
                <a:latin typeface="Times New Roman"/>
                <a:ea typeface="Times New Roman"/>
                <a:cs typeface="Times New Roman"/>
              </a:rPr>
              <a:t>…</a:t>
            </a:r>
          </a:p>
        </p:txBody>
      </p:sp>
      <p:sp>
        <p:nvSpPr>
          <p:cNvPr id="100" name="pdf-text-74-0">
            <a:extLst xmlns:a="http://schemas.openxmlformats.org/drawingml/2006/main">
              <a:ext uri="{FF2B5EF4-FFF2-40B4-BE49-F238E27FC236}">
                <a16:creationId xmlns:a16="http://schemas.microsoft.com/office/drawing/2014/main" id="{6CAAE804-B20A-4BCC-8D6B-5544D9530800}"/>
              </a:ext>
            </a:extLst>
          </p:cNvPr>
          <p:cNvSpPr>
            <a:spLocks xmlns:a="http://schemas.openxmlformats.org/drawingml/2006/main" noGrp="1"/>
          </p:cNvSpPr>
          <p:nvPr/>
        </p:nvSpPr>
        <p:spPr>
          <a:xfrm xmlns:a="http://schemas.openxmlformats.org/drawingml/2006/main" rot="0">
            <a:off x="5714183" y="446232"/>
            <a:ext cx="2439428" cy="127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05" b="0" i="1">
                <a:solidFill>
                  <a:srgbClr val="000000"/>
                </a:solidFill>
                <a:latin typeface="Times New Roman"/>
                <a:ea typeface="Times New Roman"/>
                <a:cs typeface="Times New Roman"/>
              </a:defRPr>
            </a:defPPr>
          </a:lstStyle>
          <a:p xmlns:a="http://schemas.openxmlformats.org/drawingml/2006/main">
            <a:pPr algn="l">
              <a:defRPr sz="1005" b="0" i="1">
                <a:solidFill>
                  <a:srgbClr val="000000"/>
                </a:solidFill>
                <a:latin typeface="Times New Roman"/>
                <a:ea typeface="Times New Roman"/>
                <a:cs typeface="Times New Roman"/>
              </a:defRPr>
            </a:pPr>
            <a:r>
              <a:rPr sz="1005" b="0" i="1">
                <a:solidFill>
                  <a:srgbClr val="000000"/>
                </a:solidFill>
                <a:latin typeface="Times New Roman"/>
                <a:ea typeface="Times New Roman"/>
                <a:cs typeface="Times New Roman"/>
              </a:rPr>
              <a:t>                    Available APIs: grasp()/distance()/</a:t>
            </a:r>
          </a:p>
        </p:txBody>
      </p:sp>
      <p:sp>
        <p:nvSpPr>
          <p:cNvPr id="101" name="pdf-text-75-0">
            <a:extLst xmlns:a="http://schemas.openxmlformats.org/drawingml/2006/main">
              <a:ext uri="{FF2B5EF4-FFF2-40B4-BE49-F238E27FC236}">
                <a16:creationId xmlns:a16="http://schemas.microsoft.com/office/drawing/2014/main" id="{BD504E22-0334-41F2-AC1D-8D4F5E4163D6}"/>
              </a:ext>
            </a:extLst>
          </p:cNvPr>
          <p:cNvSpPr>
            <a:spLocks xmlns:a="http://schemas.openxmlformats.org/drawingml/2006/main" noGrp="1"/>
          </p:cNvSpPr>
          <p:nvPr/>
        </p:nvSpPr>
        <p:spPr>
          <a:xfrm xmlns:a="http://schemas.openxmlformats.org/drawingml/2006/main" rot="0">
            <a:off x="8153225" y="446068"/>
            <a:ext cx="113801" cy="127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08" b="0" i="1">
                <a:solidFill>
                  <a:srgbClr val="000000"/>
                </a:solidFill>
                <a:latin typeface="Times New Roman"/>
                <a:ea typeface="Times New Roman"/>
                <a:cs typeface="Times New Roman"/>
              </a:defRPr>
            </a:defPPr>
          </a:lstStyle>
          <a:p xmlns:a="http://schemas.openxmlformats.org/drawingml/2006/main">
            <a:pPr algn="l">
              <a:defRPr sz="1008" b="0" i="1">
                <a:solidFill>
                  <a:srgbClr val="000000"/>
                </a:solidFill>
                <a:latin typeface="Times New Roman"/>
                <a:ea typeface="Times New Roman"/>
                <a:cs typeface="Times New Roman"/>
              </a:defRPr>
            </a:pPr>
            <a:r>
              <a:rPr sz="1008" b="0" i="1">
                <a:solidFill>
                  <a:srgbClr val="000000"/>
                </a:solidFill>
                <a:latin typeface="Times New Roman"/>
                <a:ea typeface="Times New Roman"/>
                <a:cs typeface="Times New Roman"/>
              </a:rPr>
              <a:t>…</a:t>
            </a:r>
          </a:p>
        </p:txBody>
      </p:sp>
      <p:sp>
        <p:nvSpPr>
          <p:cNvPr id="102" name="pdf-text-76-0">
            <a:extLst xmlns:a="http://schemas.openxmlformats.org/drawingml/2006/main">
              <a:ext uri="{FF2B5EF4-FFF2-40B4-BE49-F238E27FC236}">
                <a16:creationId xmlns:a16="http://schemas.microsoft.com/office/drawing/2014/main" id="{B9A1E49E-5604-4A00-B8C6-54F6C85B53C2}"/>
              </a:ext>
            </a:extLst>
          </p:cNvPr>
          <p:cNvSpPr>
            <a:spLocks xmlns:a="http://schemas.openxmlformats.org/drawingml/2006/main" noGrp="1"/>
          </p:cNvSpPr>
          <p:nvPr/>
        </p:nvSpPr>
        <p:spPr>
          <a:xfrm xmlns:a="http://schemas.openxmlformats.org/drawingml/2006/main" rot="0">
            <a:off x="3617857" y="599169"/>
            <a:ext cx="2252675" cy="127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04" b="0" i="1">
                <a:solidFill>
                  <a:srgbClr val="000000"/>
                </a:solidFill>
                <a:latin typeface="Times New Roman"/>
                <a:ea typeface="Times New Roman"/>
                <a:cs typeface="Times New Roman"/>
              </a:defRPr>
            </a:defPPr>
          </a:lstStyle>
          <a:p xmlns:a="http://schemas.openxmlformats.org/drawingml/2006/main">
            <a:pPr algn="l">
              <a:defRPr sz="1004" b="0" i="1">
                <a:solidFill>
                  <a:srgbClr val="000000"/>
                </a:solidFill>
                <a:latin typeface="Times New Roman"/>
                <a:ea typeface="Times New Roman"/>
                <a:cs typeface="Times New Roman"/>
              </a:defRPr>
            </a:pPr>
            <a:r>
              <a:rPr sz="1004" b="0" i="1">
                <a:solidFill>
                  <a:srgbClr val="000000"/>
                </a:solidFill>
                <a:latin typeface="Times New Roman"/>
                <a:ea typeface="Times New Roman"/>
                <a:cs typeface="Times New Roman"/>
              </a:rPr>
              <a:t>Similar tasks: similar task 1, similar task 2, </a:t>
            </a:r>
          </a:p>
        </p:txBody>
      </p:sp>
      <p:sp>
        <p:nvSpPr>
          <p:cNvPr id="103" name="pdf-text-77-0">
            <a:extLst xmlns:a="http://schemas.openxmlformats.org/drawingml/2006/main">
              <a:ext uri="{FF2B5EF4-FFF2-40B4-BE49-F238E27FC236}">
                <a16:creationId xmlns:a16="http://schemas.microsoft.com/office/drawing/2014/main" id="{0215C37C-ED47-4EED-B069-30DF220B8060}"/>
              </a:ext>
            </a:extLst>
          </p:cNvPr>
          <p:cNvSpPr>
            <a:spLocks xmlns:a="http://schemas.openxmlformats.org/drawingml/2006/main" noGrp="1"/>
          </p:cNvSpPr>
          <p:nvPr/>
        </p:nvSpPr>
        <p:spPr>
          <a:xfrm xmlns:a="http://schemas.openxmlformats.org/drawingml/2006/main" rot="0">
            <a:off x="5870680" y="598925"/>
            <a:ext cx="113801" cy="127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08" b="0" i="1">
                <a:solidFill>
                  <a:srgbClr val="000000"/>
                </a:solidFill>
                <a:latin typeface="Times New Roman"/>
                <a:ea typeface="Times New Roman"/>
                <a:cs typeface="Times New Roman"/>
              </a:defRPr>
            </a:defPPr>
          </a:lstStyle>
          <a:p xmlns:a="http://schemas.openxmlformats.org/drawingml/2006/main">
            <a:pPr algn="l">
              <a:defRPr sz="1008" b="0" i="1">
                <a:solidFill>
                  <a:srgbClr val="000000"/>
                </a:solidFill>
                <a:latin typeface="Times New Roman"/>
                <a:ea typeface="Times New Roman"/>
                <a:cs typeface="Times New Roman"/>
              </a:defRPr>
            </a:pPr>
            <a:r>
              <a:rPr sz="1008" b="0" i="1">
                <a:solidFill>
                  <a:srgbClr val="000000"/>
                </a:solidFill>
                <a:latin typeface="Times New Roman"/>
                <a:ea typeface="Times New Roman"/>
                <a:cs typeface="Times New Roman"/>
              </a:rPr>
              <a:t>…</a:t>
            </a:r>
          </a:p>
        </p:txBody>
      </p:sp>
      <p:sp>
        <p:nvSpPr>
          <p:cNvPr id="104" name="pdf-text-78-0">
            <a:extLst xmlns:a="http://schemas.openxmlformats.org/drawingml/2006/main">
              <a:ext uri="{FF2B5EF4-FFF2-40B4-BE49-F238E27FC236}">
                <a16:creationId xmlns:a16="http://schemas.microsoft.com/office/drawing/2014/main" id="{75EA8814-DCCB-4EF0-A552-8BD721F76C3F}"/>
              </a:ext>
            </a:extLst>
          </p:cNvPr>
          <p:cNvSpPr>
            <a:spLocks xmlns:a="http://schemas.openxmlformats.org/drawingml/2006/main" noGrp="1"/>
          </p:cNvSpPr>
          <p:nvPr/>
        </p:nvSpPr>
        <p:spPr>
          <a:xfrm xmlns:a="http://schemas.openxmlformats.org/drawingml/2006/main" rot="0">
            <a:off x="5984109" y="599149"/>
            <a:ext cx="2738395" cy="127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04" b="0" i="1">
                <a:solidFill>
                  <a:srgbClr val="000000"/>
                </a:solidFill>
                <a:latin typeface="Times New Roman"/>
                <a:ea typeface="Times New Roman"/>
                <a:cs typeface="Times New Roman"/>
              </a:defRPr>
            </a:defPPr>
          </a:lstStyle>
          <a:p xmlns:a="http://schemas.openxmlformats.org/drawingml/2006/main">
            <a:pPr algn="l">
              <a:defRPr sz="1004" b="0" i="1">
                <a:solidFill>
                  <a:srgbClr val="000000"/>
                </a:solidFill>
                <a:latin typeface="Times New Roman"/>
                <a:ea typeface="Times New Roman"/>
                <a:cs typeface="Times New Roman"/>
              </a:defRPr>
            </a:pPr>
            <a:r>
              <a:rPr sz="1004" b="0" i="1">
                <a:solidFill>
                  <a:srgbClr val="000000"/>
                </a:solidFill>
                <a:latin typeface="Times New Roman"/>
                <a:ea typeface="Times New Roman"/>
                <a:cs typeface="Times New Roman"/>
              </a:rPr>
              <a:t>           Task specification: task name, task description</a:t>
            </a:r>
          </a:p>
        </p:txBody>
      </p:sp>
      <p:sp>
        <p:nvSpPr>
          <p:cNvPr id="105" name="pdf-path-100">
            <a:extLst xmlns:a="http://schemas.openxmlformats.org/drawingml/2006/main">
              <a:ext uri="{FF2B5EF4-FFF2-40B4-BE49-F238E27FC236}">
                <a16:creationId xmlns:a16="http://schemas.microsoft.com/office/drawing/2014/main" id="{9799A7D2-2AD3-4B74-9646-7AD41714A69F}"/>
              </a:ext>
            </a:extLst>
          </p:cNvPr>
          <p:cNvSpPr>
            <a:spLocks xmlns:a="http://schemas.openxmlformats.org/drawingml/2006/main" noGrp="1"/>
          </p:cNvSpPr>
          <p:nvPr/>
        </p:nvSpPr>
        <p:spPr>
          <a:xfrm xmlns:a="http://schemas.openxmlformats.org/drawingml/2006/main" rot="0">
            <a:off x="3176136" y="486240"/>
            <a:ext cx="354568" cy="966384"/>
          </a:xfrm>
          <a:custGeom xmlns:a="http://schemas.openxmlformats.org/drawingml/2006/main">
            <a:pathLst>
              <a:path w="354568" h="966384">
                <a:moveTo>
                  <a:pt x="354180" y="0"/>
                </a:moveTo>
                <a:lnTo>
                  <a:pt x="349934" y="97"/>
                </a:lnTo>
                <a:lnTo>
                  <a:pt x="345506" y="376"/>
                </a:lnTo>
                <a:lnTo>
                  <a:pt x="341077" y="861"/>
                </a:lnTo>
                <a:lnTo>
                  <a:pt x="336662" y="1516"/>
                </a:lnTo>
                <a:lnTo>
                  <a:pt x="332258" y="2365"/>
                </a:lnTo>
                <a:lnTo>
                  <a:pt x="327866" y="3384"/>
                </a:lnTo>
                <a:lnTo>
                  <a:pt x="323499" y="4585"/>
                </a:lnTo>
                <a:lnTo>
                  <a:pt x="319144" y="5969"/>
                </a:lnTo>
                <a:lnTo>
                  <a:pt x="314801" y="7521"/>
                </a:lnTo>
                <a:lnTo>
                  <a:pt x="310410" y="9268"/>
                </a:lnTo>
                <a:lnTo>
                  <a:pt x="301892" y="13175"/>
                </a:lnTo>
                <a:lnTo>
                  <a:pt x="293388" y="17773"/>
                </a:lnTo>
                <a:lnTo>
                  <a:pt x="284957" y="23001"/>
                </a:lnTo>
                <a:lnTo>
                  <a:pt x="276611" y="28848"/>
                </a:lnTo>
                <a:lnTo>
                  <a:pt x="268348" y="35290"/>
                </a:lnTo>
                <a:lnTo>
                  <a:pt x="260160" y="42314"/>
                </a:lnTo>
                <a:lnTo>
                  <a:pt x="252044" y="49909"/>
                </a:lnTo>
                <a:lnTo>
                  <a:pt x="244013" y="58073"/>
                </a:lnTo>
                <a:lnTo>
                  <a:pt x="236055" y="66784"/>
                </a:lnTo>
                <a:lnTo>
                  <a:pt x="228181" y="76028"/>
                </a:lnTo>
                <a:lnTo>
                  <a:pt x="220393" y="85794"/>
                </a:lnTo>
                <a:lnTo>
                  <a:pt x="212677" y="96081"/>
                </a:lnTo>
                <a:lnTo>
                  <a:pt x="205047" y="106879"/>
                </a:lnTo>
                <a:lnTo>
                  <a:pt x="197501" y="118161"/>
                </a:lnTo>
                <a:lnTo>
                  <a:pt x="190052" y="129928"/>
                </a:lnTo>
                <a:lnTo>
                  <a:pt x="182689" y="142181"/>
                </a:lnTo>
                <a:lnTo>
                  <a:pt x="175410" y="154883"/>
                </a:lnTo>
                <a:lnTo>
                  <a:pt x="168228" y="168046"/>
                </a:lnTo>
                <a:lnTo>
                  <a:pt x="161143" y="181657"/>
                </a:lnTo>
                <a:lnTo>
                  <a:pt x="154167" y="195681"/>
                </a:lnTo>
                <a:lnTo>
                  <a:pt x="147288" y="210142"/>
                </a:lnTo>
                <a:lnTo>
                  <a:pt x="140532" y="225015"/>
                </a:lnTo>
                <a:lnTo>
                  <a:pt x="133871" y="240277"/>
                </a:lnTo>
                <a:lnTo>
                  <a:pt x="127333" y="255938"/>
                </a:lnTo>
                <a:lnTo>
                  <a:pt x="120915" y="271976"/>
                </a:lnTo>
                <a:lnTo>
                  <a:pt x="114606" y="288378"/>
                </a:lnTo>
                <a:lnTo>
                  <a:pt x="108431" y="305144"/>
                </a:lnTo>
                <a:lnTo>
                  <a:pt x="102390" y="322261"/>
                </a:lnTo>
                <a:lnTo>
                  <a:pt x="96482" y="339706"/>
                </a:lnTo>
                <a:lnTo>
                  <a:pt x="90707" y="357479"/>
                </a:lnTo>
                <a:lnTo>
                  <a:pt x="85067" y="375579"/>
                </a:lnTo>
                <a:lnTo>
                  <a:pt x="79582" y="393971"/>
                </a:lnTo>
                <a:lnTo>
                  <a:pt x="74232" y="412665"/>
                </a:lnTo>
                <a:lnTo>
                  <a:pt x="69041" y="431627"/>
                </a:lnTo>
                <a:lnTo>
                  <a:pt x="64006" y="450879"/>
                </a:lnTo>
                <a:lnTo>
                  <a:pt x="59129" y="470387"/>
                </a:lnTo>
                <a:lnTo>
                  <a:pt x="54422" y="490137"/>
                </a:lnTo>
                <a:lnTo>
                  <a:pt x="49873" y="510130"/>
                </a:lnTo>
                <a:lnTo>
                  <a:pt x="45506" y="530365"/>
                </a:lnTo>
                <a:lnTo>
                  <a:pt x="41308" y="550807"/>
                </a:lnTo>
                <a:lnTo>
                  <a:pt x="37280" y="571455"/>
                </a:lnTo>
                <a:lnTo>
                  <a:pt x="33446" y="592309"/>
                </a:lnTo>
                <a:lnTo>
                  <a:pt x="29795" y="613345"/>
                </a:lnTo>
                <a:lnTo>
                  <a:pt x="26337" y="634551"/>
                </a:lnTo>
                <a:lnTo>
                  <a:pt x="23074" y="655926"/>
                </a:lnTo>
                <a:lnTo>
                  <a:pt x="20005" y="677448"/>
                </a:lnTo>
                <a:lnTo>
                  <a:pt x="17142" y="699127"/>
                </a:lnTo>
                <a:lnTo>
                  <a:pt x="14485" y="720927"/>
                </a:lnTo>
                <a:lnTo>
                  <a:pt x="12034" y="742849"/>
                </a:lnTo>
                <a:lnTo>
                  <a:pt x="9803" y="764880"/>
                </a:lnTo>
                <a:lnTo>
                  <a:pt x="7788" y="787008"/>
                </a:lnTo>
                <a:lnTo>
                  <a:pt x="5993" y="809232"/>
                </a:lnTo>
                <a:lnTo>
                  <a:pt x="4427" y="831530"/>
                </a:lnTo>
                <a:lnTo>
                  <a:pt x="3093" y="853889"/>
                </a:lnTo>
                <a:lnTo>
                  <a:pt x="1989" y="876320"/>
                </a:lnTo>
                <a:lnTo>
                  <a:pt x="1128" y="898775"/>
                </a:lnTo>
                <a:lnTo>
                  <a:pt x="497" y="921279"/>
                </a:lnTo>
                <a:lnTo>
                  <a:pt x="121" y="943795"/>
                </a:lnTo>
                <a:lnTo>
                  <a:pt x="0" y="966287"/>
                </a:lnTo>
                <a:lnTo>
                  <a:pt x="18197" y="966384"/>
                </a:lnTo>
                <a:lnTo>
                  <a:pt x="18318" y="943953"/>
                </a:lnTo>
                <a:lnTo>
                  <a:pt x="18318" y="944050"/>
                </a:lnTo>
                <a:lnTo>
                  <a:pt x="18695" y="921631"/>
                </a:lnTo>
                <a:lnTo>
                  <a:pt x="18695" y="921728"/>
                </a:lnTo>
                <a:lnTo>
                  <a:pt x="19314" y="899333"/>
                </a:lnTo>
                <a:lnTo>
                  <a:pt x="19314" y="899430"/>
                </a:lnTo>
                <a:lnTo>
                  <a:pt x="20175" y="877060"/>
                </a:lnTo>
                <a:lnTo>
                  <a:pt x="20163" y="877157"/>
                </a:lnTo>
                <a:lnTo>
                  <a:pt x="21266" y="854835"/>
                </a:lnTo>
                <a:lnTo>
                  <a:pt x="21254" y="854932"/>
                </a:lnTo>
                <a:lnTo>
                  <a:pt x="22588" y="832659"/>
                </a:lnTo>
                <a:lnTo>
                  <a:pt x="22577" y="832755"/>
                </a:lnTo>
                <a:lnTo>
                  <a:pt x="24142" y="810554"/>
                </a:lnTo>
                <a:lnTo>
                  <a:pt x="24129" y="810652"/>
                </a:lnTo>
                <a:lnTo>
                  <a:pt x="25925" y="788524"/>
                </a:lnTo>
                <a:lnTo>
                  <a:pt x="25914" y="788609"/>
                </a:lnTo>
                <a:lnTo>
                  <a:pt x="27915" y="766577"/>
                </a:lnTo>
                <a:lnTo>
                  <a:pt x="27915" y="766663"/>
                </a:lnTo>
                <a:lnTo>
                  <a:pt x="30134" y="744729"/>
                </a:lnTo>
                <a:lnTo>
                  <a:pt x="30123" y="744814"/>
                </a:lnTo>
                <a:lnTo>
                  <a:pt x="32561" y="722989"/>
                </a:lnTo>
                <a:lnTo>
                  <a:pt x="32549" y="723075"/>
                </a:lnTo>
                <a:lnTo>
                  <a:pt x="35193" y="701372"/>
                </a:lnTo>
                <a:lnTo>
                  <a:pt x="35182" y="701456"/>
                </a:lnTo>
                <a:lnTo>
                  <a:pt x="38032" y="679886"/>
                </a:lnTo>
                <a:lnTo>
                  <a:pt x="38020" y="679972"/>
                </a:lnTo>
                <a:lnTo>
                  <a:pt x="41077" y="658535"/>
                </a:lnTo>
                <a:lnTo>
                  <a:pt x="41065" y="658631"/>
                </a:lnTo>
                <a:lnTo>
                  <a:pt x="44316" y="637341"/>
                </a:lnTo>
                <a:lnTo>
                  <a:pt x="44305" y="637439"/>
                </a:lnTo>
                <a:lnTo>
                  <a:pt x="47750" y="616317"/>
                </a:lnTo>
                <a:lnTo>
                  <a:pt x="47737" y="616402"/>
                </a:lnTo>
                <a:lnTo>
                  <a:pt x="51365" y="595463"/>
                </a:lnTo>
                <a:lnTo>
                  <a:pt x="51353" y="595560"/>
                </a:lnTo>
                <a:lnTo>
                  <a:pt x="55174" y="574791"/>
                </a:lnTo>
                <a:lnTo>
                  <a:pt x="55150" y="574888"/>
                </a:lnTo>
                <a:lnTo>
                  <a:pt x="59153" y="554325"/>
                </a:lnTo>
                <a:lnTo>
                  <a:pt x="59141" y="554422"/>
                </a:lnTo>
                <a:lnTo>
                  <a:pt x="63314" y="534065"/>
                </a:lnTo>
                <a:lnTo>
                  <a:pt x="63302" y="534163"/>
                </a:lnTo>
                <a:lnTo>
                  <a:pt x="67657" y="514024"/>
                </a:lnTo>
                <a:lnTo>
                  <a:pt x="67633" y="514121"/>
                </a:lnTo>
                <a:lnTo>
                  <a:pt x="72158" y="494214"/>
                </a:lnTo>
                <a:lnTo>
                  <a:pt x="72134" y="494311"/>
                </a:lnTo>
                <a:lnTo>
                  <a:pt x="76817" y="474645"/>
                </a:lnTo>
                <a:lnTo>
                  <a:pt x="76804" y="474742"/>
                </a:lnTo>
                <a:lnTo>
                  <a:pt x="81646" y="455332"/>
                </a:lnTo>
                <a:lnTo>
                  <a:pt x="81621" y="455429"/>
                </a:lnTo>
                <a:lnTo>
                  <a:pt x="86631" y="436285"/>
                </a:lnTo>
                <a:lnTo>
                  <a:pt x="86608" y="436383"/>
                </a:lnTo>
                <a:lnTo>
                  <a:pt x="91774" y="417506"/>
                </a:lnTo>
                <a:lnTo>
                  <a:pt x="91750" y="417615"/>
                </a:lnTo>
                <a:lnTo>
                  <a:pt x="97064" y="399018"/>
                </a:lnTo>
                <a:lnTo>
                  <a:pt x="97028" y="399127"/>
                </a:lnTo>
                <a:lnTo>
                  <a:pt x="102486" y="380832"/>
                </a:lnTo>
                <a:lnTo>
                  <a:pt x="102463" y="380941"/>
                </a:lnTo>
                <a:lnTo>
                  <a:pt x="108055" y="362950"/>
                </a:lnTo>
                <a:lnTo>
                  <a:pt x="108031" y="363060"/>
                </a:lnTo>
                <a:lnTo>
                  <a:pt x="113769" y="345384"/>
                </a:lnTo>
                <a:lnTo>
                  <a:pt x="113733" y="345493"/>
                </a:lnTo>
                <a:lnTo>
                  <a:pt x="119605" y="328157"/>
                </a:lnTo>
                <a:lnTo>
                  <a:pt x="119568" y="328266"/>
                </a:lnTo>
                <a:lnTo>
                  <a:pt x="125573" y="311270"/>
                </a:lnTo>
                <a:lnTo>
                  <a:pt x="125537" y="311379"/>
                </a:lnTo>
                <a:lnTo>
                  <a:pt x="131663" y="294735"/>
                </a:lnTo>
                <a:lnTo>
                  <a:pt x="131614" y="294844"/>
                </a:lnTo>
                <a:lnTo>
                  <a:pt x="137875" y="278564"/>
                </a:lnTo>
                <a:lnTo>
                  <a:pt x="137826" y="278685"/>
                </a:lnTo>
                <a:lnTo>
                  <a:pt x="144195" y="262768"/>
                </a:lnTo>
                <a:lnTo>
                  <a:pt x="144146" y="262889"/>
                </a:lnTo>
                <a:lnTo>
                  <a:pt x="150637" y="247361"/>
                </a:lnTo>
                <a:lnTo>
                  <a:pt x="150577" y="247483"/>
                </a:lnTo>
                <a:lnTo>
                  <a:pt x="157176" y="232355"/>
                </a:lnTo>
                <a:lnTo>
                  <a:pt x="157115" y="232488"/>
                </a:lnTo>
                <a:lnTo>
                  <a:pt x="163824" y="217748"/>
                </a:lnTo>
                <a:lnTo>
                  <a:pt x="163763" y="217894"/>
                </a:lnTo>
                <a:lnTo>
                  <a:pt x="170569" y="203579"/>
                </a:lnTo>
                <a:lnTo>
                  <a:pt x="170496" y="203712"/>
                </a:lnTo>
                <a:lnTo>
                  <a:pt x="177400" y="189833"/>
                </a:lnTo>
                <a:lnTo>
                  <a:pt x="177326" y="189980"/>
                </a:lnTo>
                <a:lnTo>
                  <a:pt x="184327" y="176525"/>
                </a:lnTo>
                <a:lnTo>
                  <a:pt x="184241" y="176683"/>
                </a:lnTo>
                <a:lnTo>
                  <a:pt x="191339" y="163678"/>
                </a:lnTo>
                <a:lnTo>
                  <a:pt x="191253" y="163848"/>
                </a:lnTo>
                <a:lnTo>
                  <a:pt x="198423" y="151304"/>
                </a:lnTo>
                <a:lnTo>
                  <a:pt x="198326" y="151474"/>
                </a:lnTo>
                <a:lnTo>
                  <a:pt x="205593" y="139403"/>
                </a:lnTo>
                <a:lnTo>
                  <a:pt x="205483" y="139585"/>
                </a:lnTo>
                <a:lnTo>
                  <a:pt x="212823" y="127999"/>
                </a:lnTo>
                <a:lnTo>
                  <a:pt x="212702" y="128181"/>
                </a:lnTo>
                <a:lnTo>
                  <a:pt x="220114" y="117081"/>
                </a:lnTo>
                <a:lnTo>
                  <a:pt x="219981" y="117287"/>
                </a:lnTo>
                <a:lnTo>
                  <a:pt x="227465" y="106696"/>
                </a:lnTo>
                <a:lnTo>
                  <a:pt x="227321" y="106902"/>
                </a:lnTo>
                <a:lnTo>
                  <a:pt x="234866" y="96821"/>
                </a:lnTo>
                <a:lnTo>
                  <a:pt x="234709" y="97040"/>
                </a:lnTo>
                <a:lnTo>
                  <a:pt x="242328" y="87480"/>
                </a:lnTo>
                <a:lnTo>
                  <a:pt x="242133" y="87710"/>
                </a:lnTo>
                <a:lnTo>
                  <a:pt x="249812" y="78697"/>
                </a:lnTo>
                <a:lnTo>
                  <a:pt x="249606" y="78939"/>
                </a:lnTo>
                <a:lnTo>
                  <a:pt x="257334" y="70472"/>
                </a:lnTo>
                <a:lnTo>
                  <a:pt x="257103" y="70714"/>
                </a:lnTo>
                <a:lnTo>
                  <a:pt x="264879" y="62805"/>
                </a:lnTo>
                <a:lnTo>
                  <a:pt x="264625" y="63059"/>
                </a:lnTo>
                <a:lnTo>
                  <a:pt x="272450" y="55732"/>
                </a:lnTo>
                <a:lnTo>
                  <a:pt x="272158" y="55987"/>
                </a:lnTo>
                <a:lnTo>
                  <a:pt x="280032" y="49229"/>
                </a:lnTo>
                <a:lnTo>
                  <a:pt x="279704" y="49508"/>
                </a:lnTo>
                <a:lnTo>
                  <a:pt x="287614" y="43346"/>
                </a:lnTo>
                <a:lnTo>
                  <a:pt x="287238" y="43612"/>
                </a:lnTo>
                <a:lnTo>
                  <a:pt x="295185" y="38056"/>
                </a:lnTo>
                <a:lnTo>
                  <a:pt x="294759" y="38335"/>
                </a:lnTo>
                <a:lnTo>
                  <a:pt x="302742" y="33386"/>
                </a:lnTo>
                <a:lnTo>
                  <a:pt x="302269" y="33652"/>
                </a:lnTo>
                <a:lnTo>
                  <a:pt x="310287" y="29334"/>
                </a:lnTo>
                <a:lnTo>
                  <a:pt x="309754" y="29588"/>
                </a:lnTo>
                <a:lnTo>
                  <a:pt x="317785" y="25900"/>
                </a:lnTo>
                <a:lnTo>
                  <a:pt x="317361" y="26082"/>
                </a:lnTo>
                <a:lnTo>
                  <a:pt x="321388" y="24481"/>
                </a:lnTo>
                <a:lnTo>
                  <a:pt x="321085" y="24602"/>
                </a:lnTo>
                <a:lnTo>
                  <a:pt x="325112" y="23159"/>
                </a:lnTo>
                <a:lnTo>
                  <a:pt x="324785" y="23268"/>
                </a:lnTo>
                <a:lnTo>
                  <a:pt x="328825" y="21994"/>
                </a:lnTo>
                <a:lnTo>
                  <a:pt x="328485" y="22091"/>
                </a:lnTo>
                <a:lnTo>
                  <a:pt x="332525" y="20975"/>
                </a:lnTo>
                <a:lnTo>
                  <a:pt x="332185" y="21072"/>
                </a:lnTo>
                <a:lnTo>
                  <a:pt x="336225" y="20126"/>
                </a:lnTo>
                <a:lnTo>
                  <a:pt x="335861" y="20199"/>
                </a:lnTo>
                <a:lnTo>
                  <a:pt x="339901" y="19422"/>
                </a:lnTo>
                <a:lnTo>
                  <a:pt x="339537" y="19483"/>
                </a:lnTo>
                <a:lnTo>
                  <a:pt x="343577" y="18877"/>
                </a:lnTo>
                <a:lnTo>
                  <a:pt x="343201" y="18925"/>
                </a:lnTo>
                <a:lnTo>
                  <a:pt x="347252" y="18500"/>
                </a:lnTo>
                <a:lnTo>
                  <a:pt x="346864" y="18525"/>
                </a:lnTo>
                <a:lnTo>
                  <a:pt x="350917" y="18270"/>
                </a:lnTo>
                <a:lnTo>
                  <a:pt x="350529" y="18282"/>
                </a:lnTo>
                <a:lnTo>
                  <a:pt x="354568" y="18197"/>
                </a:lnTo>
                <a:lnTo>
                  <a:pt x="354180" y="0"/>
                </a:lnTo>
              </a:path>
            </a:pathLst>
          </a:custGeom>
          <a:solidFill xmlns:a="http://schemas.openxmlformats.org/drawingml/2006/main">
            <a:srgbClr val="000000"/>
          </a:solidFill>
          <a:ln xmlns:a="http://schemas.openxmlformats.org/drawingml/2006/main" w="0">
            <a:noFill/>
            <a:prstDash val="solid"/>
          </a:ln>
        </p:spPr>
      </p:sp>
      <p:pic>
        <p:nvPicPr>
          <p:cNvPr id="106" name="">
            <a:extLst xmlns:a="http://schemas.openxmlformats.org/drawingml/2006/main">
              <a:ext uri="{FF2B5EF4-FFF2-40B4-BE49-F238E27FC236}">
                <a16:creationId xmlns:a16="http://schemas.microsoft.com/office/drawing/2014/main" id="{46CA0A6D-EA46-43FD-BE26-DA4D4D107EC3}"/>
              </a:ext>
            </a:extLst>
          </p:cNvPr>
          <p:cNvPicPr>
            <a:picLocks xmlns:a="http://schemas.openxmlformats.org/drawingml/2006/main" noChangeAspect="1"/>
          </p:cNvPicPr>
          <p:nvPr/>
        </p:nvPicPr>
        <p:blipFill>
          <a:blip xmlns:r="http://schemas.openxmlformats.org/officeDocument/2006/relationships" xmlns:a="http://schemas.openxmlformats.org/drawingml/2006/main" r:embed="R49fb236a091e4a3f"/>
          <a:srcRect xmlns:a="http://schemas.openxmlformats.org/drawingml/2006/main" l="185" t="0" r="185" b="0"/>
          <a:stretch xmlns:a="http://schemas.openxmlformats.org/drawingml/2006/main">
            <a:fillRect l="0" t="0" r="0" b="0"/>
          </a:stretch>
        </p:blipFill>
        <p:spPr>
          <a:xfrm xmlns:a="http://schemas.openxmlformats.org/drawingml/2006/main">
            <a:off x="321421" y="78609"/>
            <a:ext cx="720612" cy="637632"/>
          </a:xfrm>
          <a:prstGeom xmlns:a="http://schemas.openxmlformats.org/drawingml/2006/main" prst="rect">
            <a:avLst/>
          </a:prstGeom>
        </p:spPr>
      </p:pic>
      <p:sp>
        <p:nvSpPr>
          <p:cNvPr id="107" name="vergsa-source-component-9">
            <a:extLst xmlns:a="http://schemas.openxmlformats.org/drawingml/2006/main">
              <a:ext uri="{FF2B5EF4-FFF2-40B4-BE49-F238E27FC236}">
                <a16:creationId xmlns:a16="http://schemas.microsoft.com/office/drawing/2014/main" id="{ECFCEF93-6D03-444E-9AF6-49DE8FFB114F}"/>
              </a:ext>
            </a:extLst>
          </p:cNvPr>
          <p:cNvSpPr>
            <a:spLocks xmlns:a="http://schemas.openxmlformats.org/drawingml/2006/main" noGrp="1"/>
          </p:cNvSpPr>
          <p:nvPr/>
        </p:nvSpPr>
        <p:spPr>
          <a:xfrm xmlns:a="http://schemas.openxmlformats.org/drawingml/2006/main" rot="0">
            <a:off x="321421" y="78609"/>
            <a:ext cx="720612" cy="637632"/>
          </a:xfrm>
          <a:prstGeom xmlns:a="http://schemas.openxmlformats.org/drawingml/2006/main" prst="rect">
            <a:avLst/>
          </a:prstGeom>
          <a:noFill xmlns:a="http://schemas.openxmlformats.org/drawingml/2006/main"/>
          <a:ln xmlns:a="http://schemas.openxmlformats.org/drawingml/2006/main" w="0">
            <a:noFill/>
          </a:ln>
        </p:spPr>
      </p:sp>
      <p:pic>
        <p:nvPicPr>
          <p:cNvPr id="108" name="">
            <a:extLst xmlns:a="http://schemas.openxmlformats.org/drawingml/2006/main">
              <a:ext uri="{FF2B5EF4-FFF2-40B4-BE49-F238E27FC236}">
                <a16:creationId xmlns:a16="http://schemas.microsoft.com/office/drawing/2014/main" id="{4788ABAC-6155-4B4F-B043-CFFEC71B5DC9}"/>
              </a:ext>
            </a:extLst>
          </p:cNvPr>
          <p:cNvPicPr>
            <a:picLocks xmlns:a="http://schemas.openxmlformats.org/drawingml/2006/main" noChangeAspect="1"/>
          </p:cNvPicPr>
          <p:nvPr/>
        </p:nvPicPr>
        <p:blipFill>
          <a:blip xmlns:r="http://schemas.openxmlformats.org/officeDocument/2006/relationships" xmlns:a="http://schemas.openxmlformats.org/drawingml/2006/main" r:embed="R42533f80544a46db"/>
          <a:srcRect xmlns:a="http://schemas.openxmlformats.org/drawingml/2006/main" l="0" t="497" r="0" b="497"/>
          <a:stretch xmlns:a="http://schemas.openxmlformats.org/drawingml/2006/main">
            <a:fillRect l="0" t="0" r="0" b="0"/>
          </a:stretch>
        </p:blipFill>
        <p:spPr>
          <a:xfrm xmlns:a="http://schemas.openxmlformats.org/drawingml/2006/main">
            <a:off x="365094" y="1180635"/>
            <a:ext cx="660925" cy="663837"/>
          </a:xfrm>
          <a:prstGeom xmlns:a="http://schemas.openxmlformats.org/drawingml/2006/main" prst="rect">
            <a:avLst/>
          </a:prstGeom>
        </p:spPr>
      </p:pic>
      <p:sp>
        <p:nvSpPr>
          <p:cNvPr id="109" name="vergsa-source-component-10">
            <a:extLst xmlns:a="http://schemas.openxmlformats.org/drawingml/2006/main">
              <a:ext uri="{FF2B5EF4-FFF2-40B4-BE49-F238E27FC236}">
                <a16:creationId xmlns:a16="http://schemas.microsoft.com/office/drawing/2014/main" id="{5FFE516C-585E-4212-A1CA-76B84B4C0141}"/>
              </a:ext>
            </a:extLst>
          </p:cNvPr>
          <p:cNvSpPr>
            <a:spLocks xmlns:a="http://schemas.openxmlformats.org/drawingml/2006/main" noGrp="1"/>
          </p:cNvSpPr>
          <p:nvPr/>
        </p:nvSpPr>
        <p:spPr>
          <a:xfrm xmlns:a="http://schemas.openxmlformats.org/drawingml/2006/main" rot="0">
            <a:off x="365094" y="1180635"/>
            <a:ext cx="660925" cy="663837"/>
          </a:xfrm>
          <a:prstGeom xmlns:a="http://schemas.openxmlformats.org/drawingml/2006/main" prst="rect">
            <a:avLst/>
          </a:prstGeom>
          <a:noFill xmlns:a="http://schemas.openxmlformats.org/drawingml/2006/main"/>
          <a:ln xmlns:a="http://schemas.openxmlformats.org/drawingml/2006/main" w="0">
            <a:noFill/>
          </a:ln>
        </p:spPr>
      </p:sp>
      <p:sp>
        <p:nvSpPr>
          <p:cNvPr id="110" name="vergsa-source-component-11-native-arrow-0">
            <a:extLst xmlns:a="http://schemas.openxmlformats.org/drawingml/2006/main">
              <a:ext uri="{FF2B5EF4-FFF2-40B4-BE49-F238E27FC236}">
                <a16:creationId xmlns:a16="http://schemas.microsoft.com/office/drawing/2014/main" id="{8A696D22-8422-4248-B4C3-5092F6C5AF8F}"/>
              </a:ext>
            </a:extLst>
          </p:cNvPr>
          <p:cNvSpPr>
            <a:spLocks xmlns:a="http://schemas.openxmlformats.org/drawingml/2006/main" noGrp="1"/>
          </p:cNvSpPr>
          <p:nvPr/>
        </p:nvSpPr>
        <p:spPr>
          <a:xfrm xmlns:a="http://schemas.openxmlformats.org/drawingml/2006/main" rot="0">
            <a:off x="6221842" y="1968463"/>
            <a:ext cx="234404" cy="414357"/>
          </a:xfrm>
          <a:custGeom xmlns:a="http://schemas.openxmlformats.org/drawingml/2006/main">
            <a:pathLst>
              <a:path w="234404" h="414357">
                <a:moveTo>
                  <a:pt x="108199" y="9187"/>
                </a:moveTo>
                <a:lnTo>
                  <a:pt x="114142" y="0"/>
                </a:lnTo>
                <a:lnTo>
                  <a:pt x="123625" y="2973"/>
                </a:lnTo>
                <a:lnTo>
                  <a:pt x="127294" y="9187"/>
                </a:lnTo>
                <a:lnTo>
                  <a:pt x="129138" y="18701"/>
                </a:lnTo>
                <a:lnTo>
                  <a:pt x="129731" y="28216"/>
                </a:lnTo>
                <a:lnTo>
                  <a:pt x="131035" y="37730"/>
                </a:lnTo>
                <a:lnTo>
                  <a:pt x="132993" y="47245"/>
                </a:lnTo>
                <a:lnTo>
                  <a:pt x="133107" y="47766"/>
                </a:lnTo>
                <a:lnTo>
                  <a:pt x="134996" y="56760"/>
                </a:lnTo>
                <a:lnTo>
                  <a:pt x="136353" y="66274"/>
                </a:lnTo>
                <a:lnTo>
                  <a:pt x="137881" y="75789"/>
                </a:lnTo>
                <a:lnTo>
                  <a:pt x="139134" y="85303"/>
                </a:lnTo>
                <a:lnTo>
                  <a:pt x="139578" y="94818"/>
                </a:lnTo>
                <a:lnTo>
                  <a:pt x="141904" y="104333"/>
                </a:lnTo>
                <a:lnTo>
                  <a:pt x="142589" y="108521"/>
                </a:lnTo>
                <a:lnTo>
                  <a:pt x="143587" y="113847"/>
                </a:lnTo>
                <a:lnTo>
                  <a:pt x="145190" y="123362"/>
                </a:lnTo>
                <a:lnTo>
                  <a:pt x="146533" y="132876"/>
                </a:lnTo>
                <a:lnTo>
                  <a:pt x="148021" y="142391"/>
                </a:lnTo>
                <a:lnTo>
                  <a:pt x="149082" y="151905"/>
                </a:lnTo>
                <a:lnTo>
                  <a:pt x="150491" y="161420"/>
                </a:lnTo>
                <a:lnTo>
                  <a:pt x="152071" y="169557"/>
                </a:lnTo>
                <a:lnTo>
                  <a:pt x="152441" y="170935"/>
                </a:lnTo>
                <a:lnTo>
                  <a:pt x="154357" y="180449"/>
                </a:lnTo>
                <a:lnTo>
                  <a:pt x="155594" y="189964"/>
                </a:lnTo>
                <a:lnTo>
                  <a:pt x="156569" y="199478"/>
                </a:lnTo>
                <a:lnTo>
                  <a:pt x="158512" y="208993"/>
                </a:lnTo>
                <a:lnTo>
                  <a:pt x="158911" y="218507"/>
                </a:lnTo>
                <a:lnTo>
                  <a:pt x="161235" y="228022"/>
                </a:lnTo>
                <a:lnTo>
                  <a:pt x="161554" y="229788"/>
                </a:lnTo>
                <a:lnTo>
                  <a:pt x="162980" y="237537"/>
                </a:lnTo>
                <a:lnTo>
                  <a:pt x="165838" y="247051"/>
                </a:lnTo>
                <a:lnTo>
                  <a:pt x="171036" y="250567"/>
                </a:lnTo>
                <a:lnTo>
                  <a:pt x="180518" y="250516"/>
                </a:lnTo>
                <a:lnTo>
                  <a:pt x="190000" y="250516"/>
                </a:lnTo>
                <a:lnTo>
                  <a:pt x="199483" y="250516"/>
                </a:lnTo>
                <a:lnTo>
                  <a:pt x="208965" y="250516"/>
                </a:lnTo>
                <a:lnTo>
                  <a:pt x="218447" y="250516"/>
                </a:lnTo>
                <a:lnTo>
                  <a:pt x="227929" y="251446"/>
                </a:lnTo>
                <a:lnTo>
                  <a:pt x="234404" y="256566"/>
                </a:lnTo>
                <a:lnTo>
                  <a:pt x="234403" y="266080"/>
                </a:lnTo>
                <a:lnTo>
                  <a:pt x="227929" y="275543"/>
                </a:lnTo>
                <a:lnTo>
                  <a:pt x="227884" y="275595"/>
                </a:lnTo>
                <a:lnTo>
                  <a:pt x="221107" y="285109"/>
                </a:lnTo>
                <a:lnTo>
                  <a:pt x="218447" y="288194"/>
                </a:lnTo>
                <a:lnTo>
                  <a:pt x="213710" y="294624"/>
                </a:lnTo>
                <a:lnTo>
                  <a:pt x="208965" y="300708"/>
                </a:lnTo>
                <a:lnTo>
                  <a:pt x="206246" y="304139"/>
                </a:lnTo>
                <a:lnTo>
                  <a:pt x="199483" y="313249"/>
                </a:lnTo>
                <a:lnTo>
                  <a:pt x="199134" y="313653"/>
                </a:lnTo>
                <a:lnTo>
                  <a:pt x="192478" y="323168"/>
                </a:lnTo>
                <a:lnTo>
                  <a:pt x="190000" y="326064"/>
                </a:lnTo>
                <a:lnTo>
                  <a:pt x="185035" y="332682"/>
                </a:lnTo>
                <a:lnTo>
                  <a:pt x="180518" y="338625"/>
                </a:lnTo>
                <a:lnTo>
                  <a:pt x="177761" y="342197"/>
                </a:lnTo>
                <a:lnTo>
                  <a:pt x="171036" y="350935"/>
                </a:lnTo>
                <a:lnTo>
                  <a:pt x="170337" y="351712"/>
                </a:lnTo>
                <a:lnTo>
                  <a:pt x="163873" y="361226"/>
                </a:lnTo>
                <a:lnTo>
                  <a:pt x="161554" y="364070"/>
                </a:lnTo>
                <a:lnTo>
                  <a:pt x="156659" y="370741"/>
                </a:lnTo>
                <a:lnTo>
                  <a:pt x="152071" y="376706"/>
                </a:lnTo>
                <a:lnTo>
                  <a:pt x="149214" y="380255"/>
                </a:lnTo>
                <a:lnTo>
                  <a:pt x="142589" y="388949"/>
                </a:lnTo>
                <a:lnTo>
                  <a:pt x="141884" y="389770"/>
                </a:lnTo>
                <a:lnTo>
                  <a:pt x="135301" y="399284"/>
                </a:lnTo>
                <a:lnTo>
                  <a:pt x="133107" y="402014"/>
                </a:lnTo>
                <a:lnTo>
                  <a:pt x="128054" y="408799"/>
                </a:lnTo>
                <a:lnTo>
                  <a:pt x="123625" y="412914"/>
                </a:lnTo>
                <a:lnTo>
                  <a:pt x="114142" y="414357"/>
                </a:lnTo>
                <a:lnTo>
                  <a:pt x="107137" y="408799"/>
                </a:lnTo>
                <a:lnTo>
                  <a:pt x="104660" y="405824"/>
                </a:lnTo>
                <a:lnTo>
                  <a:pt x="99772" y="399284"/>
                </a:lnTo>
                <a:lnTo>
                  <a:pt x="95178" y="393065"/>
                </a:lnTo>
                <a:lnTo>
                  <a:pt x="92478" y="389770"/>
                </a:lnTo>
                <a:lnTo>
                  <a:pt x="85695" y="380316"/>
                </a:lnTo>
                <a:lnTo>
                  <a:pt x="85638" y="380255"/>
                </a:lnTo>
                <a:lnTo>
                  <a:pt x="78789" y="370741"/>
                </a:lnTo>
                <a:lnTo>
                  <a:pt x="76213" y="367586"/>
                </a:lnTo>
                <a:lnTo>
                  <a:pt x="71441" y="361226"/>
                </a:lnTo>
                <a:lnTo>
                  <a:pt x="66731" y="355037"/>
                </a:lnTo>
                <a:lnTo>
                  <a:pt x="63947" y="351712"/>
                </a:lnTo>
                <a:lnTo>
                  <a:pt x="57249" y="342472"/>
                </a:lnTo>
                <a:lnTo>
                  <a:pt x="56975" y="342197"/>
                </a:lnTo>
                <a:lnTo>
                  <a:pt x="50359" y="332682"/>
                </a:lnTo>
                <a:lnTo>
                  <a:pt x="47766" y="329463"/>
                </a:lnTo>
                <a:lnTo>
                  <a:pt x="42312" y="323168"/>
                </a:lnTo>
                <a:lnTo>
                  <a:pt x="38284" y="317604"/>
                </a:lnTo>
                <a:lnTo>
                  <a:pt x="34994" y="313653"/>
                </a:lnTo>
                <a:lnTo>
                  <a:pt x="28802" y="304697"/>
                </a:lnTo>
                <a:lnTo>
                  <a:pt x="28340" y="304139"/>
                </a:lnTo>
                <a:lnTo>
                  <a:pt x="21369" y="294624"/>
                </a:lnTo>
                <a:lnTo>
                  <a:pt x="19320" y="292123"/>
                </a:lnTo>
                <a:lnTo>
                  <a:pt x="13632" y="285109"/>
                </a:lnTo>
                <a:lnTo>
                  <a:pt x="9837" y="279896"/>
                </a:lnTo>
                <a:lnTo>
                  <a:pt x="6423" y="275595"/>
                </a:lnTo>
                <a:lnTo>
                  <a:pt x="355" y="266157"/>
                </a:lnTo>
                <a:lnTo>
                  <a:pt x="294" y="266080"/>
                </a:lnTo>
                <a:lnTo>
                  <a:pt x="0" y="256566"/>
                </a:lnTo>
                <a:lnTo>
                  <a:pt x="355" y="256209"/>
                </a:lnTo>
                <a:lnTo>
                  <a:pt x="9837" y="250884"/>
                </a:lnTo>
                <a:lnTo>
                  <a:pt x="19320" y="250516"/>
                </a:lnTo>
                <a:lnTo>
                  <a:pt x="28802" y="250516"/>
                </a:lnTo>
                <a:lnTo>
                  <a:pt x="38284" y="250516"/>
                </a:lnTo>
                <a:lnTo>
                  <a:pt x="47766" y="250516"/>
                </a:lnTo>
                <a:lnTo>
                  <a:pt x="57249" y="250516"/>
                </a:lnTo>
                <a:lnTo>
                  <a:pt x="66731" y="250516"/>
                </a:lnTo>
                <a:lnTo>
                  <a:pt x="72604" y="247051"/>
                </a:lnTo>
                <a:lnTo>
                  <a:pt x="75408" y="237537"/>
                </a:lnTo>
                <a:lnTo>
                  <a:pt x="76213" y="233934"/>
                </a:lnTo>
                <a:lnTo>
                  <a:pt x="77305" y="228022"/>
                </a:lnTo>
                <a:lnTo>
                  <a:pt x="79033" y="218507"/>
                </a:lnTo>
                <a:lnTo>
                  <a:pt x="79446" y="208993"/>
                </a:lnTo>
                <a:lnTo>
                  <a:pt x="81196" y="199478"/>
                </a:lnTo>
                <a:lnTo>
                  <a:pt x="82022" y="189964"/>
                </a:lnTo>
                <a:lnTo>
                  <a:pt x="83175" y="180449"/>
                </a:lnTo>
                <a:lnTo>
                  <a:pt x="85052" y="170935"/>
                </a:lnTo>
                <a:lnTo>
                  <a:pt x="85695" y="166459"/>
                </a:lnTo>
                <a:lnTo>
                  <a:pt x="86295" y="161420"/>
                </a:lnTo>
                <a:lnTo>
                  <a:pt x="88355" y="151905"/>
                </a:lnTo>
                <a:lnTo>
                  <a:pt x="88990" y="142391"/>
                </a:lnTo>
                <a:lnTo>
                  <a:pt x="89979" y="132876"/>
                </a:lnTo>
                <a:lnTo>
                  <a:pt x="91381" y="123362"/>
                </a:lnTo>
                <a:lnTo>
                  <a:pt x="92519" y="113847"/>
                </a:lnTo>
                <a:lnTo>
                  <a:pt x="94312" y="104333"/>
                </a:lnTo>
                <a:lnTo>
                  <a:pt x="95178" y="98280"/>
                </a:lnTo>
                <a:lnTo>
                  <a:pt x="95612" y="94818"/>
                </a:lnTo>
                <a:lnTo>
                  <a:pt x="97540" y="85303"/>
                </a:lnTo>
                <a:lnTo>
                  <a:pt x="98589" y="75789"/>
                </a:lnTo>
                <a:lnTo>
                  <a:pt x="99278" y="66274"/>
                </a:lnTo>
                <a:lnTo>
                  <a:pt x="100833" y="56760"/>
                </a:lnTo>
                <a:lnTo>
                  <a:pt x="101821" y="47245"/>
                </a:lnTo>
                <a:lnTo>
                  <a:pt x="103600" y="37730"/>
                </a:lnTo>
                <a:lnTo>
                  <a:pt x="104660" y="31767"/>
                </a:lnTo>
                <a:lnTo>
                  <a:pt x="105219" y="28216"/>
                </a:lnTo>
                <a:lnTo>
                  <a:pt x="106885" y="18701"/>
                </a:lnTo>
                <a:lnTo>
                  <a:pt x="108199" y="9187"/>
                </a:lnTo>
                <a:close/>
              </a:path>
            </a:pathLst>
          </a:custGeom>
          <a:solidFill xmlns:a="http://schemas.openxmlformats.org/drawingml/2006/main">
            <a:srgbClr val="000000"/>
          </a:solidFill>
          <a:ln xmlns:a="http://schemas.openxmlformats.org/drawingml/2006/main" w="0">
            <a:noFill/>
            <a:prstDash val="solid"/>
          </a:ln>
        </p:spPr>
      </p:sp>
      <p:sp>
        <p:nvSpPr>
          <p:cNvPr id="111" name="vergsa-source-component-12-native-arrow-0">
            <a:extLst xmlns:a="http://schemas.openxmlformats.org/drawingml/2006/main">
              <a:ext uri="{FF2B5EF4-FFF2-40B4-BE49-F238E27FC236}">
                <a16:creationId xmlns:a16="http://schemas.microsoft.com/office/drawing/2014/main" id="{DB177378-2992-46C8-971E-7C570D0757A1}"/>
              </a:ext>
            </a:extLst>
          </p:cNvPr>
          <p:cNvSpPr>
            <a:spLocks xmlns:a="http://schemas.openxmlformats.org/drawingml/2006/main" noGrp="1"/>
          </p:cNvSpPr>
          <p:nvPr/>
        </p:nvSpPr>
        <p:spPr>
          <a:xfrm xmlns:a="http://schemas.openxmlformats.org/drawingml/2006/main" rot="0">
            <a:off x="7977509" y="1974737"/>
            <a:ext cx="234404" cy="414233"/>
          </a:xfrm>
          <a:custGeom xmlns:a="http://schemas.openxmlformats.org/drawingml/2006/main">
            <a:pathLst>
              <a:path w="234404" h="414233">
                <a:moveTo>
                  <a:pt x="106350" y="5537"/>
                </a:moveTo>
                <a:lnTo>
                  <a:pt x="110779" y="1422"/>
                </a:lnTo>
                <a:lnTo>
                  <a:pt x="120261" y="0"/>
                </a:lnTo>
                <a:lnTo>
                  <a:pt x="127251" y="5537"/>
                </a:lnTo>
                <a:lnTo>
                  <a:pt x="129744" y="8513"/>
                </a:lnTo>
                <a:lnTo>
                  <a:pt x="134632" y="15052"/>
                </a:lnTo>
                <a:lnTo>
                  <a:pt x="139226" y="21272"/>
                </a:lnTo>
                <a:lnTo>
                  <a:pt x="141926" y="24567"/>
                </a:lnTo>
                <a:lnTo>
                  <a:pt x="148708" y="34020"/>
                </a:lnTo>
                <a:lnTo>
                  <a:pt x="148766" y="34081"/>
                </a:lnTo>
                <a:lnTo>
                  <a:pt x="155615" y="43596"/>
                </a:lnTo>
                <a:lnTo>
                  <a:pt x="158190" y="46751"/>
                </a:lnTo>
                <a:lnTo>
                  <a:pt x="162963" y="53110"/>
                </a:lnTo>
                <a:lnTo>
                  <a:pt x="167673" y="59299"/>
                </a:lnTo>
                <a:lnTo>
                  <a:pt x="170456" y="62625"/>
                </a:lnTo>
                <a:lnTo>
                  <a:pt x="177155" y="71865"/>
                </a:lnTo>
                <a:lnTo>
                  <a:pt x="177429" y="72140"/>
                </a:lnTo>
                <a:lnTo>
                  <a:pt x="184045" y="81654"/>
                </a:lnTo>
                <a:lnTo>
                  <a:pt x="186637" y="84873"/>
                </a:lnTo>
                <a:lnTo>
                  <a:pt x="192092" y="91169"/>
                </a:lnTo>
                <a:lnTo>
                  <a:pt x="196119" y="96733"/>
                </a:lnTo>
                <a:lnTo>
                  <a:pt x="199410" y="100683"/>
                </a:lnTo>
                <a:lnTo>
                  <a:pt x="205602" y="109639"/>
                </a:lnTo>
                <a:lnTo>
                  <a:pt x="206064" y="110198"/>
                </a:lnTo>
                <a:lnTo>
                  <a:pt x="213035" y="119712"/>
                </a:lnTo>
                <a:lnTo>
                  <a:pt x="215084" y="122214"/>
                </a:lnTo>
                <a:lnTo>
                  <a:pt x="220771" y="129227"/>
                </a:lnTo>
                <a:lnTo>
                  <a:pt x="224566" y="134440"/>
                </a:lnTo>
                <a:lnTo>
                  <a:pt x="227981" y="138742"/>
                </a:lnTo>
                <a:lnTo>
                  <a:pt x="234049" y="148180"/>
                </a:lnTo>
                <a:lnTo>
                  <a:pt x="234109" y="148256"/>
                </a:lnTo>
                <a:lnTo>
                  <a:pt x="234404" y="157771"/>
                </a:lnTo>
                <a:lnTo>
                  <a:pt x="234049" y="158127"/>
                </a:lnTo>
                <a:lnTo>
                  <a:pt x="224566" y="163453"/>
                </a:lnTo>
                <a:lnTo>
                  <a:pt x="215084" y="163821"/>
                </a:lnTo>
                <a:lnTo>
                  <a:pt x="205602" y="163821"/>
                </a:lnTo>
                <a:lnTo>
                  <a:pt x="196119" y="163821"/>
                </a:lnTo>
                <a:lnTo>
                  <a:pt x="186637" y="163821"/>
                </a:lnTo>
                <a:lnTo>
                  <a:pt x="177155" y="163821"/>
                </a:lnTo>
                <a:lnTo>
                  <a:pt x="167673" y="163821"/>
                </a:lnTo>
                <a:lnTo>
                  <a:pt x="161800" y="167285"/>
                </a:lnTo>
                <a:lnTo>
                  <a:pt x="158996" y="176800"/>
                </a:lnTo>
                <a:lnTo>
                  <a:pt x="158190" y="180403"/>
                </a:lnTo>
                <a:lnTo>
                  <a:pt x="157098" y="186314"/>
                </a:lnTo>
                <a:lnTo>
                  <a:pt x="155371" y="195829"/>
                </a:lnTo>
                <a:lnTo>
                  <a:pt x="154958" y="205344"/>
                </a:lnTo>
                <a:lnTo>
                  <a:pt x="153208" y="214858"/>
                </a:lnTo>
                <a:lnTo>
                  <a:pt x="152382" y="224373"/>
                </a:lnTo>
                <a:lnTo>
                  <a:pt x="151229" y="233887"/>
                </a:lnTo>
                <a:lnTo>
                  <a:pt x="149351" y="243402"/>
                </a:lnTo>
                <a:lnTo>
                  <a:pt x="148708" y="247877"/>
                </a:lnTo>
                <a:lnTo>
                  <a:pt x="148109" y="252916"/>
                </a:lnTo>
                <a:lnTo>
                  <a:pt x="146049" y="262431"/>
                </a:lnTo>
                <a:lnTo>
                  <a:pt x="145414" y="271946"/>
                </a:lnTo>
                <a:lnTo>
                  <a:pt x="144425" y="281460"/>
                </a:lnTo>
                <a:lnTo>
                  <a:pt x="143023" y="290975"/>
                </a:lnTo>
                <a:lnTo>
                  <a:pt x="141885" y="300489"/>
                </a:lnTo>
                <a:lnTo>
                  <a:pt x="140091" y="310004"/>
                </a:lnTo>
                <a:lnTo>
                  <a:pt x="139226" y="316056"/>
                </a:lnTo>
                <a:lnTo>
                  <a:pt x="138791" y="319519"/>
                </a:lnTo>
                <a:lnTo>
                  <a:pt x="136863" y="329033"/>
                </a:lnTo>
                <a:lnTo>
                  <a:pt x="135815" y="338548"/>
                </a:lnTo>
                <a:lnTo>
                  <a:pt x="135126" y="348062"/>
                </a:lnTo>
                <a:lnTo>
                  <a:pt x="133571" y="357577"/>
                </a:lnTo>
                <a:lnTo>
                  <a:pt x="132583" y="367091"/>
                </a:lnTo>
                <a:lnTo>
                  <a:pt x="130804" y="376606"/>
                </a:lnTo>
                <a:lnTo>
                  <a:pt x="129744" y="382569"/>
                </a:lnTo>
                <a:lnTo>
                  <a:pt x="129185" y="386121"/>
                </a:lnTo>
                <a:lnTo>
                  <a:pt x="127519" y="395635"/>
                </a:lnTo>
                <a:lnTo>
                  <a:pt x="126186" y="405150"/>
                </a:lnTo>
                <a:lnTo>
                  <a:pt x="120261" y="414233"/>
                </a:lnTo>
                <a:lnTo>
                  <a:pt x="110779" y="411364"/>
                </a:lnTo>
                <a:lnTo>
                  <a:pt x="107109" y="405150"/>
                </a:lnTo>
                <a:lnTo>
                  <a:pt x="105266" y="395635"/>
                </a:lnTo>
                <a:lnTo>
                  <a:pt x="104672" y="386121"/>
                </a:lnTo>
                <a:lnTo>
                  <a:pt x="103369" y="376606"/>
                </a:lnTo>
                <a:lnTo>
                  <a:pt x="101411" y="367091"/>
                </a:lnTo>
                <a:lnTo>
                  <a:pt x="101297" y="366571"/>
                </a:lnTo>
                <a:lnTo>
                  <a:pt x="99408" y="357577"/>
                </a:lnTo>
                <a:lnTo>
                  <a:pt x="98051" y="348062"/>
                </a:lnTo>
                <a:lnTo>
                  <a:pt x="96522" y="338548"/>
                </a:lnTo>
                <a:lnTo>
                  <a:pt x="95269" y="329033"/>
                </a:lnTo>
                <a:lnTo>
                  <a:pt x="94826" y="319519"/>
                </a:lnTo>
                <a:lnTo>
                  <a:pt x="92500" y="310004"/>
                </a:lnTo>
                <a:lnTo>
                  <a:pt x="91815" y="305816"/>
                </a:lnTo>
                <a:lnTo>
                  <a:pt x="90817" y="300489"/>
                </a:lnTo>
                <a:lnTo>
                  <a:pt x="89214" y="290975"/>
                </a:lnTo>
                <a:lnTo>
                  <a:pt x="87871" y="281460"/>
                </a:lnTo>
                <a:lnTo>
                  <a:pt x="86383" y="271946"/>
                </a:lnTo>
                <a:lnTo>
                  <a:pt x="85322" y="262431"/>
                </a:lnTo>
                <a:lnTo>
                  <a:pt x="83913" y="252916"/>
                </a:lnTo>
                <a:lnTo>
                  <a:pt x="82332" y="244780"/>
                </a:lnTo>
                <a:lnTo>
                  <a:pt x="81963" y="243402"/>
                </a:lnTo>
                <a:lnTo>
                  <a:pt x="80047" y="233887"/>
                </a:lnTo>
                <a:lnTo>
                  <a:pt x="78809" y="224373"/>
                </a:lnTo>
                <a:lnTo>
                  <a:pt x="77835" y="214858"/>
                </a:lnTo>
                <a:lnTo>
                  <a:pt x="75892" y="205344"/>
                </a:lnTo>
                <a:lnTo>
                  <a:pt x="75493" y="195829"/>
                </a:lnTo>
                <a:lnTo>
                  <a:pt x="73169" y="186314"/>
                </a:lnTo>
                <a:lnTo>
                  <a:pt x="72850" y="184548"/>
                </a:lnTo>
                <a:lnTo>
                  <a:pt x="71423" y="176800"/>
                </a:lnTo>
                <a:lnTo>
                  <a:pt x="68566" y="167285"/>
                </a:lnTo>
                <a:lnTo>
                  <a:pt x="63368" y="163769"/>
                </a:lnTo>
                <a:lnTo>
                  <a:pt x="53886" y="163821"/>
                </a:lnTo>
                <a:lnTo>
                  <a:pt x="44403" y="163821"/>
                </a:lnTo>
                <a:lnTo>
                  <a:pt x="34921" y="163821"/>
                </a:lnTo>
                <a:lnTo>
                  <a:pt x="25439" y="163821"/>
                </a:lnTo>
                <a:lnTo>
                  <a:pt x="15957" y="163821"/>
                </a:lnTo>
                <a:lnTo>
                  <a:pt x="6474" y="162890"/>
                </a:lnTo>
                <a:lnTo>
                  <a:pt x="0" y="157771"/>
                </a:lnTo>
                <a:lnTo>
                  <a:pt x="1" y="148256"/>
                </a:lnTo>
                <a:lnTo>
                  <a:pt x="6474" y="138793"/>
                </a:lnTo>
                <a:lnTo>
                  <a:pt x="6520" y="138742"/>
                </a:lnTo>
                <a:lnTo>
                  <a:pt x="13297" y="129227"/>
                </a:lnTo>
                <a:lnTo>
                  <a:pt x="15957" y="126143"/>
                </a:lnTo>
                <a:lnTo>
                  <a:pt x="20694" y="119712"/>
                </a:lnTo>
                <a:lnTo>
                  <a:pt x="25439" y="113629"/>
                </a:lnTo>
                <a:lnTo>
                  <a:pt x="28157" y="110198"/>
                </a:lnTo>
                <a:lnTo>
                  <a:pt x="34921" y="101087"/>
                </a:lnTo>
                <a:lnTo>
                  <a:pt x="35270" y="100683"/>
                </a:lnTo>
                <a:lnTo>
                  <a:pt x="41926" y="91169"/>
                </a:lnTo>
                <a:lnTo>
                  <a:pt x="44403" y="88272"/>
                </a:lnTo>
                <a:lnTo>
                  <a:pt x="49368" y="81654"/>
                </a:lnTo>
                <a:lnTo>
                  <a:pt x="53886" y="75711"/>
                </a:lnTo>
                <a:lnTo>
                  <a:pt x="56643" y="72140"/>
                </a:lnTo>
                <a:lnTo>
                  <a:pt x="63368" y="63402"/>
                </a:lnTo>
                <a:lnTo>
                  <a:pt x="64067" y="62625"/>
                </a:lnTo>
                <a:lnTo>
                  <a:pt x="70531" y="53110"/>
                </a:lnTo>
                <a:lnTo>
                  <a:pt x="72850" y="50267"/>
                </a:lnTo>
                <a:lnTo>
                  <a:pt x="77745" y="43596"/>
                </a:lnTo>
                <a:lnTo>
                  <a:pt x="82332" y="37630"/>
                </a:lnTo>
                <a:lnTo>
                  <a:pt x="85189" y="34081"/>
                </a:lnTo>
                <a:lnTo>
                  <a:pt x="91815" y="25387"/>
                </a:lnTo>
                <a:lnTo>
                  <a:pt x="92519" y="24567"/>
                </a:lnTo>
                <a:lnTo>
                  <a:pt x="99102" y="15052"/>
                </a:lnTo>
                <a:lnTo>
                  <a:pt x="101297" y="12322"/>
                </a:lnTo>
                <a:lnTo>
                  <a:pt x="106350" y="5537"/>
                </a:lnTo>
                <a:close/>
              </a:path>
            </a:pathLst>
          </a:custGeom>
          <a:solidFill xmlns:a="http://schemas.openxmlformats.org/drawingml/2006/main">
            <a:srgbClr val="000000"/>
          </a:solidFill>
          <a:ln xmlns:a="http://schemas.openxmlformats.org/drawingml/2006/main" w="0">
            <a:noFill/>
            <a:prstDash val="solid"/>
          </a:ln>
        </p:spPr>
      </p:sp>
      <p:sp>
        <p:nvSpPr>
          <p:cNvPr id="112" name="vergsa-source-component-13-native-arrow-0">
            <a:extLst xmlns:a="http://schemas.openxmlformats.org/drawingml/2006/main">
              <a:ext uri="{FF2B5EF4-FFF2-40B4-BE49-F238E27FC236}">
                <a16:creationId xmlns:a16="http://schemas.microsoft.com/office/drawing/2014/main" id="{C3DC9517-3634-4405-896B-0780BE8FA1A7}"/>
              </a:ext>
            </a:extLst>
          </p:cNvPr>
          <p:cNvSpPr>
            <a:spLocks xmlns:a="http://schemas.openxmlformats.org/drawingml/2006/main" noGrp="1"/>
          </p:cNvSpPr>
          <p:nvPr/>
        </p:nvSpPr>
        <p:spPr>
          <a:xfrm xmlns:a="http://schemas.openxmlformats.org/drawingml/2006/main" rot="0">
            <a:off x="5095879" y="1585071"/>
            <a:ext cx="357437" cy="205973"/>
          </a:xfrm>
          <a:custGeom xmlns:a="http://schemas.openxmlformats.org/drawingml/2006/main">
            <a:pathLst>
              <a:path w="357437" h="205973">
                <a:moveTo>
                  <a:pt x="216619" y="5613"/>
                </a:moveTo>
                <a:lnTo>
                  <a:pt x="221727" y="0"/>
                </a:lnTo>
                <a:lnTo>
                  <a:pt x="231174" y="1706"/>
                </a:lnTo>
                <a:lnTo>
                  <a:pt x="236114" y="5613"/>
                </a:lnTo>
                <a:lnTo>
                  <a:pt x="240622" y="9128"/>
                </a:lnTo>
                <a:lnTo>
                  <a:pt x="248336" y="15166"/>
                </a:lnTo>
                <a:lnTo>
                  <a:pt x="250070" y="16711"/>
                </a:lnTo>
                <a:lnTo>
                  <a:pt x="259517" y="23038"/>
                </a:lnTo>
                <a:lnTo>
                  <a:pt x="261419" y="24720"/>
                </a:lnTo>
                <a:lnTo>
                  <a:pt x="268965" y="30100"/>
                </a:lnTo>
                <a:lnTo>
                  <a:pt x="274011" y="34273"/>
                </a:lnTo>
                <a:lnTo>
                  <a:pt x="278413" y="37772"/>
                </a:lnTo>
                <a:lnTo>
                  <a:pt x="286187" y="43827"/>
                </a:lnTo>
                <a:lnTo>
                  <a:pt x="287861" y="45269"/>
                </a:lnTo>
                <a:lnTo>
                  <a:pt x="297308" y="52435"/>
                </a:lnTo>
                <a:lnTo>
                  <a:pt x="298399" y="53380"/>
                </a:lnTo>
                <a:lnTo>
                  <a:pt x="306756" y="59112"/>
                </a:lnTo>
                <a:lnTo>
                  <a:pt x="311340" y="62934"/>
                </a:lnTo>
                <a:lnTo>
                  <a:pt x="316204" y="66733"/>
                </a:lnTo>
                <a:lnTo>
                  <a:pt x="323261" y="72488"/>
                </a:lnTo>
                <a:lnTo>
                  <a:pt x="325652" y="74588"/>
                </a:lnTo>
                <a:lnTo>
                  <a:pt x="335099" y="81097"/>
                </a:lnTo>
                <a:lnTo>
                  <a:pt x="336113" y="82041"/>
                </a:lnTo>
                <a:lnTo>
                  <a:pt x="344547" y="88248"/>
                </a:lnTo>
                <a:lnTo>
                  <a:pt x="348554" y="91595"/>
                </a:lnTo>
                <a:lnTo>
                  <a:pt x="353995" y="96739"/>
                </a:lnTo>
                <a:lnTo>
                  <a:pt x="357437" y="101148"/>
                </a:lnTo>
                <a:lnTo>
                  <a:pt x="353995" y="108894"/>
                </a:lnTo>
                <a:lnTo>
                  <a:pt x="352894" y="110702"/>
                </a:lnTo>
                <a:lnTo>
                  <a:pt x="344547" y="117281"/>
                </a:lnTo>
                <a:lnTo>
                  <a:pt x="340926" y="120255"/>
                </a:lnTo>
                <a:lnTo>
                  <a:pt x="335099" y="124868"/>
                </a:lnTo>
                <a:lnTo>
                  <a:pt x="328529" y="129809"/>
                </a:lnTo>
                <a:lnTo>
                  <a:pt x="325652" y="132266"/>
                </a:lnTo>
                <a:lnTo>
                  <a:pt x="316204" y="139134"/>
                </a:lnTo>
                <a:lnTo>
                  <a:pt x="315946" y="139363"/>
                </a:lnTo>
                <a:lnTo>
                  <a:pt x="306756" y="146243"/>
                </a:lnTo>
                <a:lnTo>
                  <a:pt x="303593" y="148916"/>
                </a:lnTo>
                <a:lnTo>
                  <a:pt x="297308" y="153807"/>
                </a:lnTo>
                <a:lnTo>
                  <a:pt x="291164" y="158470"/>
                </a:lnTo>
                <a:lnTo>
                  <a:pt x="287861" y="161373"/>
                </a:lnTo>
                <a:lnTo>
                  <a:pt x="278645" y="168023"/>
                </a:lnTo>
                <a:lnTo>
                  <a:pt x="278413" y="168242"/>
                </a:lnTo>
                <a:lnTo>
                  <a:pt x="268965" y="175409"/>
                </a:lnTo>
                <a:lnTo>
                  <a:pt x="266393" y="177577"/>
                </a:lnTo>
                <a:lnTo>
                  <a:pt x="259517" y="182999"/>
                </a:lnTo>
                <a:lnTo>
                  <a:pt x="253851" y="187131"/>
                </a:lnTo>
                <a:lnTo>
                  <a:pt x="250070" y="190212"/>
                </a:lnTo>
                <a:lnTo>
                  <a:pt x="241279" y="196684"/>
                </a:lnTo>
                <a:lnTo>
                  <a:pt x="240622" y="197288"/>
                </a:lnTo>
                <a:lnTo>
                  <a:pt x="231174" y="203956"/>
                </a:lnTo>
                <a:lnTo>
                  <a:pt x="221727" y="205973"/>
                </a:lnTo>
                <a:lnTo>
                  <a:pt x="215854" y="196684"/>
                </a:lnTo>
                <a:lnTo>
                  <a:pt x="215491" y="187131"/>
                </a:lnTo>
                <a:lnTo>
                  <a:pt x="215491" y="177577"/>
                </a:lnTo>
                <a:lnTo>
                  <a:pt x="215491" y="168023"/>
                </a:lnTo>
                <a:lnTo>
                  <a:pt x="215491" y="158470"/>
                </a:lnTo>
                <a:lnTo>
                  <a:pt x="215491" y="148916"/>
                </a:lnTo>
                <a:lnTo>
                  <a:pt x="212279" y="142312"/>
                </a:lnTo>
                <a:lnTo>
                  <a:pt x="202831" y="139384"/>
                </a:lnTo>
                <a:lnTo>
                  <a:pt x="202762" y="139363"/>
                </a:lnTo>
                <a:lnTo>
                  <a:pt x="193383" y="137368"/>
                </a:lnTo>
                <a:lnTo>
                  <a:pt x="183936" y="136414"/>
                </a:lnTo>
                <a:lnTo>
                  <a:pt x="174488" y="135273"/>
                </a:lnTo>
                <a:lnTo>
                  <a:pt x="165040" y="134104"/>
                </a:lnTo>
                <a:lnTo>
                  <a:pt x="155592" y="133147"/>
                </a:lnTo>
                <a:lnTo>
                  <a:pt x="146145" y="131775"/>
                </a:lnTo>
                <a:lnTo>
                  <a:pt x="136697" y="130312"/>
                </a:lnTo>
                <a:lnTo>
                  <a:pt x="135191" y="129809"/>
                </a:lnTo>
                <a:lnTo>
                  <a:pt x="127249" y="127950"/>
                </a:lnTo>
                <a:lnTo>
                  <a:pt x="117802" y="127305"/>
                </a:lnTo>
                <a:lnTo>
                  <a:pt x="108354" y="125526"/>
                </a:lnTo>
                <a:lnTo>
                  <a:pt x="98906" y="124883"/>
                </a:lnTo>
                <a:lnTo>
                  <a:pt x="89458" y="123697"/>
                </a:lnTo>
                <a:lnTo>
                  <a:pt x="80011" y="122531"/>
                </a:lnTo>
                <a:lnTo>
                  <a:pt x="70929" y="120255"/>
                </a:lnTo>
                <a:lnTo>
                  <a:pt x="70563" y="120156"/>
                </a:lnTo>
                <a:lnTo>
                  <a:pt x="61115" y="119049"/>
                </a:lnTo>
                <a:lnTo>
                  <a:pt x="51667" y="117089"/>
                </a:lnTo>
                <a:lnTo>
                  <a:pt x="42220" y="116550"/>
                </a:lnTo>
                <a:lnTo>
                  <a:pt x="32772" y="115277"/>
                </a:lnTo>
                <a:lnTo>
                  <a:pt x="23324" y="114251"/>
                </a:lnTo>
                <a:lnTo>
                  <a:pt x="13876" y="112925"/>
                </a:lnTo>
                <a:lnTo>
                  <a:pt x="6427" y="110702"/>
                </a:lnTo>
                <a:lnTo>
                  <a:pt x="4429" y="109895"/>
                </a:lnTo>
                <a:lnTo>
                  <a:pt x="0" y="101148"/>
                </a:lnTo>
                <a:lnTo>
                  <a:pt x="4429" y="95918"/>
                </a:lnTo>
                <a:lnTo>
                  <a:pt x="13876" y="93854"/>
                </a:lnTo>
                <a:lnTo>
                  <a:pt x="23324" y="92386"/>
                </a:lnTo>
                <a:lnTo>
                  <a:pt x="26990" y="91595"/>
                </a:lnTo>
                <a:lnTo>
                  <a:pt x="32772" y="90195"/>
                </a:lnTo>
                <a:lnTo>
                  <a:pt x="42220" y="88515"/>
                </a:lnTo>
                <a:lnTo>
                  <a:pt x="51667" y="87293"/>
                </a:lnTo>
                <a:lnTo>
                  <a:pt x="61115" y="86442"/>
                </a:lnTo>
                <a:lnTo>
                  <a:pt x="70563" y="84549"/>
                </a:lnTo>
                <a:lnTo>
                  <a:pt x="80011" y="83843"/>
                </a:lnTo>
                <a:lnTo>
                  <a:pt x="87121" y="82041"/>
                </a:lnTo>
                <a:lnTo>
                  <a:pt x="89458" y="81247"/>
                </a:lnTo>
                <a:lnTo>
                  <a:pt x="98906" y="79547"/>
                </a:lnTo>
                <a:lnTo>
                  <a:pt x="108354" y="78437"/>
                </a:lnTo>
                <a:lnTo>
                  <a:pt x="117802" y="77303"/>
                </a:lnTo>
                <a:lnTo>
                  <a:pt x="127249" y="75526"/>
                </a:lnTo>
                <a:lnTo>
                  <a:pt x="136697" y="74698"/>
                </a:lnTo>
                <a:lnTo>
                  <a:pt x="146145" y="72639"/>
                </a:lnTo>
                <a:lnTo>
                  <a:pt x="146801" y="72488"/>
                </a:lnTo>
                <a:lnTo>
                  <a:pt x="155592" y="70491"/>
                </a:lnTo>
                <a:lnTo>
                  <a:pt x="165040" y="69159"/>
                </a:lnTo>
                <a:lnTo>
                  <a:pt x="174488" y="67864"/>
                </a:lnTo>
                <a:lnTo>
                  <a:pt x="183936" y="66827"/>
                </a:lnTo>
                <a:lnTo>
                  <a:pt x="193383" y="65363"/>
                </a:lnTo>
                <a:lnTo>
                  <a:pt x="202831" y="64076"/>
                </a:lnTo>
                <a:lnTo>
                  <a:pt x="207547" y="62934"/>
                </a:lnTo>
                <a:lnTo>
                  <a:pt x="212279" y="60839"/>
                </a:lnTo>
                <a:lnTo>
                  <a:pt x="215507" y="53380"/>
                </a:lnTo>
                <a:lnTo>
                  <a:pt x="215491" y="43827"/>
                </a:lnTo>
                <a:lnTo>
                  <a:pt x="215491" y="34273"/>
                </a:lnTo>
                <a:lnTo>
                  <a:pt x="215507" y="24720"/>
                </a:lnTo>
                <a:lnTo>
                  <a:pt x="215507" y="15166"/>
                </a:lnTo>
                <a:lnTo>
                  <a:pt x="216619" y="5613"/>
                </a:lnTo>
                <a:close/>
              </a:path>
            </a:pathLst>
          </a:custGeom>
          <a:solidFill xmlns:a="http://schemas.openxmlformats.org/drawingml/2006/main">
            <a:srgbClr val="000000"/>
          </a:solidFill>
          <a:ln xmlns:a="http://schemas.openxmlformats.org/drawingml/2006/main" w="0">
            <a:noFill/>
            <a:prstDash val="solid"/>
          </a:ln>
        </p:spPr>
      </p:sp>
      <p:sp>
        <p:nvSpPr>
          <p:cNvPr id="113" name="vergsa-source-component-14-native-arrow-0">
            <a:extLst xmlns:a="http://schemas.openxmlformats.org/drawingml/2006/main">
              <a:ext uri="{FF2B5EF4-FFF2-40B4-BE49-F238E27FC236}">
                <a16:creationId xmlns:a16="http://schemas.microsoft.com/office/drawing/2014/main" id="{4A338776-6244-4592-995D-AECA49161A5D}"/>
              </a:ext>
            </a:extLst>
          </p:cNvPr>
          <p:cNvSpPr>
            <a:spLocks xmlns:a="http://schemas.openxmlformats.org/drawingml/2006/main" noGrp="1"/>
          </p:cNvSpPr>
          <p:nvPr/>
        </p:nvSpPr>
        <p:spPr>
          <a:xfrm xmlns:a="http://schemas.openxmlformats.org/drawingml/2006/main" rot="0">
            <a:off x="3541305" y="1568510"/>
            <a:ext cx="356060" cy="203914"/>
          </a:xfrm>
          <a:custGeom xmlns:a="http://schemas.openxmlformats.org/drawingml/2006/main">
            <a:pathLst>
              <a:path w="356060" h="203914">
                <a:moveTo>
                  <a:pt x="215947" y="4705"/>
                </a:moveTo>
                <a:lnTo>
                  <a:pt x="220068" y="0"/>
                </a:lnTo>
                <a:lnTo>
                  <a:pt x="229516" y="128"/>
                </a:lnTo>
                <a:lnTo>
                  <a:pt x="235466" y="4705"/>
                </a:lnTo>
                <a:lnTo>
                  <a:pt x="238963" y="7640"/>
                </a:lnTo>
                <a:lnTo>
                  <a:pt x="247963" y="14258"/>
                </a:lnTo>
                <a:lnTo>
                  <a:pt x="248411" y="14652"/>
                </a:lnTo>
                <a:lnTo>
                  <a:pt x="257859" y="21458"/>
                </a:lnTo>
                <a:lnTo>
                  <a:pt x="260564" y="23812"/>
                </a:lnTo>
                <a:lnTo>
                  <a:pt x="267307" y="28710"/>
                </a:lnTo>
                <a:lnTo>
                  <a:pt x="273033" y="33366"/>
                </a:lnTo>
                <a:lnTo>
                  <a:pt x="276754" y="36428"/>
                </a:lnTo>
                <a:lnTo>
                  <a:pt x="285230" y="42919"/>
                </a:lnTo>
                <a:lnTo>
                  <a:pt x="286202" y="43754"/>
                </a:lnTo>
                <a:lnTo>
                  <a:pt x="295650" y="50721"/>
                </a:lnTo>
                <a:lnTo>
                  <a:pt x="297637" y="52473"/>
                </a:lnTo>
                <a:lnTo>
                  <a:pt x="305098" y="57838"/>
                </a:lnTo>
                <a:lnTo>
                  <a:pt x="310213" y="62026"/>
                </a:lnTo>
                <a:lnTo>
                  <a:pt x="314545" y="65440"/>
                </a:lnTo>
                <a:lnTo>
                  <a:pt x="322198" y="71580"/>
                </a:lnTo>
                <a:lnTo>
                  <a:pt x="323993" y="73169"/>
                </a:lnTo>
                <a:lnTo>
                  <a:pt x="333441" y="79747"/>
                </a:lnTo>
                <a:lnTo>
                  <a:pt x="334971" y="81134"/>
                </a:lnTo>
                <a:lnTo>
                  <a:pt x="342889" y="86980"/>
                </a:lnTo>
                <a:lnTo>
                  <a:pt x="347277" y="90687"/>
                </a:lnTo>
                <a:lnTo>
                  <a:pt x="352336" y="95431"/>
                </a:lnTo>
                <a:lnTo>
                  <a:pt x="356060" y="100241"/>
                </a:lnTo>
                <a:lnTo>
                  <a:pt x="352336" y="108504"/>
                </a:lnTo>
                <a:lnTo>
                  <a:pt x="351502" y="109794"/>
                </a:lnTo>
                <a:lnTo>
                  <a:pt x="342889" y="116722"/>
                </a:lnTo>
                <a:lnTo>
                  <a:pt x="339755" y="119348"/>
                </a:lnTo>
                <a:lnTo>
                  <a:pt x="333441" y="124265"/>
                </a:lnTo>
                <a:lnTo>
                  <a:pt x="327372" y="128901"/>
                </a:lnTo>
                <a:lnTo>
                  <a:pt x="323993" y="131783"/>
                </a:lnTo>
                <a:lnTo>
                  <a:pt x="315056" y="138455"/>
                </a:lnTo>
                <a:lnTo>
                  <a:pt x="314545" y="138958"/>
                </a:lnTo>
                <a:lnTo>
                  <a:pt x="305098" y="145750"/>
                </a:lnTo>
                <a:lnTo>
                  <a:pt x="302514" y="148009"/>
                </a:lnTo>
                <a:lnTo>
                  <a:pt x="295650" y="153417"/>
                </a:lnTo>
                <a:lnTo>
                  <a:pt x="290304" y="157562"/>
                </a:lnTo>
                <a:lnTo>
                  <a:pt x="286202" y="161018"/>
                </a:lnTo>
                <a:lnTo>
                  <a:pt x="277851" y="167116"/>
                </a:lnTo>
                <a:lnTo>
                  <a:pt x="276754" y="168138"/>
                </a:lnTo>
                <a:lnTo>
                  <a:pt x="267307" y="175117"/>
                </a:lnTo>
                <a:lnTo>
                  <a:pt x="265485" y="176669"/>
                </a:lnTo>
                <a:lnTo>
                  <a:pt x="257859" y="182621"/>
                </a:lnTo>
                <a:lnTo>
                  <a:pt x="253251" y="186223"/>
                </a:lnTo>
                <a:lnTo>
                  <a:pt x="248411" y="190235"/>
                </a:lnTo>
                <a:lnTo>
                  <a:pt x="240701" y="195776"/>
                </a:lnTo>
                <a:lnTo>
                  <a:pt x="238963" y="197265"/>
                </a:lnTo>
                <a:lnTo>
                  <a:pt x="229516" y="203712"/>
                </a:lnTo>
                <a:lnTo>
                  <a:pt x="220068" y="203914"/>
                </a:lnTo>
                <a:lnTo>
                  <a:pt x="215271" y="195776"/>
                </a:lnTo>
                <a:lnTo>
                  <a:pt x="215051" y="186223"/>
                </a:lnTo>
                <a:lnTo>
                  <a:pt x="215051" y="176669"/>
                </a:lnTo>
                <a:lnTo>
                  <a:pt x="215051" y="167116"/>
                </a:lnTo>
                <a:lnTo>
                  <a:pt x="215051" y="157562"/>
                </a:lnTo>
                <a:lnTo>
                  <a:pt x="215051" y="148009"/>
                </a:lnTo>
                <a:lnTo>
                  <a:pt x="210620" y="140415"/>
                </a:lnTo>
                <a:lnTo>
                  <a:pt x="202114" y="138455"/>
                </a:lnTo>
                <a:lnTo>
                  <a:pt x="201173" y="138283"/>
                </a:lnTo>
                <a:lnTo>
                  <a:pt x="191725" y="136143"/>
                </a:lnTo>
                <a:lnTo>
                  <a:pt x="182277" y="135471"/>
                </a:lnTo>
                <a:lnTo>
                  <a:pt x="172829" y="134107"/>
                </a:lnTo>
                <a:lnTo>
                  <a:pt x="163382" y="133098"/>
                </a:lnTo>
                <a:lnTo>
                  <a:pt x="153934" y="132052"/>
                </a:lnTo>
                <a:lnTo>
                  <a:pt x="144486" y="130689"/>
                </a:lnTo>
                <a:lnTo>
                  <a:pt x="135246" y="128901"/>
                </a:lnTo>
                <a:lnTo>
                  <a:pt x="135038" y="128861"/>
                </a:lnTo>
                <a:lnTo>
                  <a:pt x="125591" y="127020"/>
                </a:lnTo>
                <a:lnTo>
                  <a:pt x="116143" y="126075"/>
                </a:lnTo>
                <a:lnTo>
                  <a:pt x="106695" y="124517"/>
                </a:lnTo>
                <a:lnTo>
                  <a:pt x="97247" y="123791"/>
                </a:lnTo>
                <a:lnTo>
                  <a:pt x="87800" y="122542"/>
                </a:lnTo>
                <a:lnTo>
                  <a:pt x="78352" y="121301"/>
                </a:lnTo>
                <a:lnTo>
                  <a:pt x="70427" y="119348"/>
                </a:lnTo>
                <a:lnTo>
                  <a:pt x="68904" y="118966"/>
                </a:lnTo>
                <a:lnTo>
                  <a:pt x="59457" y="117741"/>
                </a:lnTo>
                <a:lnTo>
                  <a:pt x="50009" y="115907"/>
                </a:lnTo>
                <a:lnTo>
                  <a:pt x="40561" y="115486"/>
                </a:lnTo>
                <a:lnTo>
                  <a:pt x="31113" y="113993"/>
                </a:lnTo>
                <a:lnTo>
                  <a:pt x="21666" y="113077"/>
                </a:lnTo>
                <a:lnTo>
                  <a:pt x="12218" y="111368"/>
                </a:lnTo>
                <a:lnTo>
                  <a:pt x="8788" y="109794"/>
                </a:lnTo>
                <a:lnTo>
                  <a:pt x="2770" y="105449"/>
                </a:lnTo>
                <a:lnTo>
                  <a:pt x="0" y="100241"/>
                </a:lnTo>
                <a:lnTo>
                  <a:pt x="2770" y="97046"/>
                </a:lnTo>
                <a:lnTo>
                  <a:pt x="12218" y="93499"/>
                </a:lnTo>
                <a:lnTo>
                  <a:pt x="21666" y="91764"/>
                </a:lnTo>
                <a:lnTo>
                  <a:pt x="28017" y="90687"/>
                </a:lnTo>
                <a:lnTo>
                  <a:pt x="31113" y="90032"/>
                </a:lnTo>
                <a:lnTo>
                  <a:pt x="40561" y="87953"/>
                </a:lnTo>
                <a:lnTo>
                  <a:pt x="50009" y="86669"/>
                </a:lnTo>
                <a:lnTo>
                  <a:pt x="59457" y="85686"/>
                </a:lnTo>
                <a:lnTo>
                  <a:pt x="68904" y="84019"/>
                </a:lnTo>
                <a:lnTo>
                  <a:pt x="78352" y="83020"/>
                </a:lnTo>
                <a:lnTo>
                  <a:pt x="87156" y="81134"/>
                </a:lnTo>
                <a:lnTo>
                  <a:pt x="87800" y="80933"/>
                </a:lnTo>
                <a:lnTo>
                  <a:pt x="97247" y="79011"/>
                </a:lnTo>
                <a:lnTo>
                  <a:pt x="106695" y="77654"/>
                </a:lnTo>
                <a:lnTo>
                  <a:pt x="116143" y="76564"/>
                </a:lnTo>
                <a:lnTo>
                  <a:pt x="125591" y="74940"/>
                </a:lnTo>
                <a:lnTo>
                  <a:pt x="135038" y="74157"/>
                </a:lnTo>
                <a:lnTo>
                  <a:pt x="144486" y="71947"/>
                </a:lnTo>
                <a:lnTo>
                  <a:pt x="146433" y="71580"/>
                </a:lnTo>
                <a:lnTo>
                  <a:pt x="153934" y="70067"/>
                </a:lnTo>
                <a:lnTo>
                  <a:pt x="163382" y="68406"/>
                </a:lnTo>
                <a:lnTo>
                  <a:pt x="172829" y="67141"/>
                </a:lnTo>
                <a:lnTo>
                  <a:pt x="182277" y="65979"/>
                </a:lnTo>
                <a:lnTo>
                  <a:pt x="191725" y="64747"/>
                </a:lnTo>
                <a:lnTo>
                  <a:pt x="201173" y="63264"/>
                </a:lnTo>
                <a:lnTo>
                  <a:pt x="207382" y="62026"/>
                </a:lnTo>
                <a:lnTo>
                  <a:pt x="210620" y="60991"/>
                </a:lnTo>
                <a:lnTo>
                  <a:pt x="215051" y="52473"/>
                </a:lnTo>
                <a:lnTo>
                  <a:pt x="215051" y="42919"/>
                </a:lnTo>
                <a:lnTo>
                  <a:pt x="215051" y="33366"/>
                </a:lnTo>
                <a:lnTo>
                  <a:pt x="215075" y="23812"/>
                </a:lnTo>
                <a:lnTo>
                  <a:pt x="215075" y="14258"/>
                </a:lnTo>
                <a:lnTo>
                  <a:pt x="215947" y="4705"/>
                </a:lnTo>
                <a:close/>
              </a:path>
            </a:pathLst>
          </a:custGeom>
          <a:solidFill xmlns:a="http://schemas.openxmlformats.org/drawingml/2006/main">
            <a:srgbClr val="000000"/>
          </a:solidFill>
          <a:ln xmlns:a="http://schemas.openxmlformats.org/drawingml/2006/main" w="0">
            <a:noFill/>
            <a:prstDash val="solid"/>
          </a:ln>
        </p:spPr>
      </p:sp>
      <p:sp>
        <p:nvSpPr>
          <p:cNvPr id="114" name="vergsa-source-component-15-native-arrow-0">
            <a:extLst xmlns:a="http://schemas.openxmlformats.org/drawingml/2006/main">
              <a:ext uri="{FF2B5EF4-FFF2-40B4-BE49-F238E27FC236}">
                <a16:creationId xmlns:a16="http://schemas.microsoft.com/office/drawing/2014/main" id="{7619CF28-B4C8-4C7F-9C88-F46407AE5313}"/>
              </a:ext>
            </a:extLst>
          </p:cNvPr>
          <p:cNvSpPr>
            <a:spLocks xmlns:a="http://schemas.openxmlformats.org/drawingml/2006/main" noGrp="1"/>
          </p:cNvSpPr>
          <p:nvPr/>
        </p:nvSpPr>
        <p:spPr>
          <a:xfrm xmlns:a="http://schemas.openxmlformats.org/drawingml/2006/main" rot="0">
            <a:off x="8503864" y="1563235"/>
            <a:ext cx="357437" cy="205973"/>
          </a:xfrm>
          <a:custGeom xmlns:a="http://schemas.openxmlformats.org/drawingml/2006/main">
            <a:pathLst>
              <a:path w="357437" h="205973">
                <a:moveTo>
                  <a:pt x="216619" y="5613"/>
                </a:moveTo>
                <a:lnTo>
                  <a:pt x="221727" y="0"/>
                </a:lnTo>
                <a:lnTo>
                  <a:pt x="231174" y="1706"/>
                </a:lnTo>
                <a:lnTo>
                  <a:pt x="236114" y="5613"/>
                </a:lnTo>
                <a:lnTo>
                  <a:pt x="240622" y="9128"/>
                </a:lnTo>
                <a:lnTo>
                  <a:pt x="248336" y="15166"/>
                </a:lnTo>
                <a:lnTo>
                  <a:pt x="250070" y="16711"/>
                </a:lnTo>
                <a:lnTo>
                  <a:pt x="259517" y="23038"/>
                </a:lnTo>
                <a:lnTo>
                  <a:pt x="261419" y="24720"/>
                </a:lnTo>
                <a:lnTo>
                  <a:pt x="268965" y="30100"/>
                </a:lnTo>
                <a:lnTo>
                  <a:pt x="274011" y="34273"/>
                </a:lnTo>
                <a:lnTo>
                  <a:pt x="278413" y="37772"/>
                </a:lnTo>
                <a:lnTo>
                  <a:pt x="286187" y="43827"/>
                </a:lnTo>
                <a:lnTo>
                  <a:pt x="287861" y="45269"/>
                </a:lnTo>
                <a:lnTo>
                  <a:pt x="297308" y="52435"/>
                </a:lnTo>
                <a:lnTo>
                  <a:pt x="298399" y="53380"/>
                </a:lnTo>
                <a:lnTo>
                  <a:pt x="306756" y="59112"/>
                </a:lnTo>
                <a:lnTo>
                  <a:pt x="311340" y="62934"/>
                </a:lnTo>
                <a:lnTo>
                  <a:pt x="316204" y="66733"/>
                </a:lnTo>
                <a:lnTo>
                  <a:pt x="323261" y="72488"/>
                </a:lnTo>
                <a:lnTo>
                  <a:pt x="325652" y="74588"/>
                </a:lnTo>
                <a:lnTo>
                  <a:pt x="335099" y="81097"/>
                </a:lnTo>
                <a:lnTo>
                  <a:pt x="336113" y="82041"/>
                </a:lnTo>
                <a:lnTo>
                  <a:pt x="344547" y="88248"/>
                </a:lnTo>
                <a:lnTo>
                  <a:pt x="348554" y="91595"/>
                </a:lnTo>
                <a:lnTo>
                  <a:pt x="353995" y="96739"/>
                </a:lnTo>
                <a:lnTo>
                  <a:pt x="357437" y="101148"/>
                </a:lnTo>
                <a:lnTo>
                  <a:pt x="353995" y="108894"/>
                </a:lnTo>
                <a:lnTo>
                  <a:pt x="352894" y="110702"/>
                </a:lnTo>
                <a:lnTo>
                  <a:pt x="344547" y="117281"/>
                </a:lnTo>
                <a:lnTo>
                  <a:pt x="340926" y="120255"/>
                </a:lnTo>
                <a:lnTo>
                  <a:pt x="335099" y="124868"/>
                </a:lnTo>
                <a:lnTo>
                  <a:pt x="328529" y="129809"/>
                </a:lnTo>
                <a:lnTo>
                  <a:pt x="325652" y="132266"/>
                </a:lnTo>
                <a:lnTo>
                  <a:pt x="316204" y="139134"/>
                </a:lnTo>
                <a:lnTo>
                  <a:pt x="315946" y="139363"/>
                </a:lnTo>
                <a:lnTo>
                  <a:pt x="306756" y="146243"/>
                </a:lnTo>
                <a:lnTo>
                  <a:pt x="303593" y="148916"/>
                </a:lnTo>
                <a:lnTo>
                  <a:pt x="297308" y="153807"/>
                </a:lnTo>
                <a:lnTo>
                  <a:pt x="291164" y="158470"/>
                </a:lnTo>
                <a:lnTo>
                  <a:pt x="287861" y="161373"/>
                </a:lnTo>
                <a:lnTo>
                  <a:pt x="278645" y="168023"/>
                </a:lnTo>
                <a:lnTo>
                  <a:pt x="278413" y="168242"/>
                </a:lnTo>
                <a:lnTo>
                  <a:pt x="268965" y="175409"/>
                </a:lnTo>
                <a:lnTo>
                  <a:pt x="266393" y="177577"/>
                </a:lnTo>
                <a:lnTo>
                  <a:pt x="259517" y="182999"/>
                </a:lnTo>
                <a:lnTo>
                  <a:pt x="253851" y="187131"/>
                </a:lnTo>
                <a:lnTo>
                  <a:pt x="250070" y="190212"/>
                </a:lnTo>
                <a:lnTo>
                  <a:pt x="241279" y="196684"/>
                </a:lnTo>
                <a:lnTo>
                  <a:pt x="240622" y="197288"/>
                </a:lnTo>
                <a:lnTo>
                  <a:pt x="231174" y="203956"/>
                </a:lnTo>
                <a:lnTo>
                  <a:pt x="221727" y="205973"/>
                </a:lnTo>
                <a:lnTo>
                  <a:pt x="215854" y="196684"/>
                </a:lnTo>
                <a:lnTo>
                  <a:pt x="215491" y="187131"/>
                </a:lnTo>
                <a:lnTo>
                  <a:pt x="215491" y="177577"/>
                </a:lnTo>
                <a:lnTo>
                  <a:pt x="215491" y="168023"/>
                </a:lnTo>
                <a:lnTo>
                  <a:pt x="215491" y="158470"/>
                </a:lnTo>
                <a:lnTo>
                  <a:pt x="215491" y="148916"/>
                </a:lnTo>
                <a:lnTo>
                  <a:pt x="212279" y="142312"/>
                </a:lnTo>
                <a:lnTo>
                  <a:pt x="202831" y="139384"/>
                </a:lnTo>
                <a:lnTo>
                  <a:pt x="202762" y="139363"/>
                </a:lnTo>
                <a:lnTo>
                  <a:pt x="193383" y="137368"/>
                </a:lnTo>
                <a:lnTo>
                  <a:pt x="183936" y="136414"/>
                </a:lnTo>
                <a:lnTo>
                  <a:pt x="174488" y="135273"/>
                </a:lnTo>
                <a:lnTo>
                  <a:pt x="165040" y="134104"/>
                </a:lnTo>
                <a:lnTo>
                  <a:pt x="155592" y="133147"/>
                </a:lnTo>
                <a:lnTo>
                  <a:pt x="146145" y="131775"/>
                </a:lnTo>
                <a:lnTo>
                  <a:pt x="136697" y="130312"/>
                </a:lnTo>
                <a:lnTo>
                  <a:pt x="135191" y="129809"/>
                </a:lnTo>
                <a:lnTo>
                  <a:pt x="127249" y="127950"/>
                </a:lnTo>
                <a:lnTo>
                  <a:pt x="117802" y="127305"/>
                </a:lnTo>
                <a:lnTo>
                  <a:pt x="108354" y="125526"/>
                </a:lnTo>
                <a:lnTo>
                  <a:pt x="98906" y="124883"/>
                </a:lnTo>
                <a:lnTo>
                  <a:pt x="89458" y="123697"/>
                </a:lnTo>
                <a:lnTo>
                  <a:pt x="80011" y="122531"/>
                </a:lnTo>
                <a:lnTo>
                  <a:pt x="70929" y="120255"/>
                </a:lnTo>
                <a:lnTo>
                  <a:pt x="70563" y="120156"/>
                </a:lnTo>
                <a:lnTo>
                  <a:pt x="61115" y="119049"/>
                </a:lnTo>
                <a:lnTo>
                  <a:pt x="51667" y="117089"/>
                </a:lnTo>
                <a:lnTo>
                  <a:pt x="42220" y="116550"/>
                </a:lnTo>
                <a:lnTo>
                  <a:pt x="32772" y="115277"/>
                </a:lnTo>
                <a:lnTo>
                  <a:pt x="23324" y="114251"/>
                </a:lnTo>
                <a:lnTo>
                  <a:pt x="13876" y="112925"/>
                </a:lnTo>
                <a:lnTo>
                  <a:pt x="6427" y="110702"/>
                </a:lnTo>
                <a:lnTo>
                  <a:pt x="4429" y="109895"/>
                </a:lnTo>
                <a:lnTo>
                  <a:pt x="0" y="101148"/>
                </a:lnTo>
                <a:lnTo>
                  <a:pt x="4429" y="95918"/>
                </a:lnTo>
                <a:lnTo>
                  <a:pt x="13876" y="93854"/>
                </a:lnTo>
                <a:lnTo>
                  <a:pt x="23324" y="92386"/>
                </a:lnTo>
                <a:lnTo>
                  <a:pt x="26990" y="91595"/>
                </a:lnTo>
                <a:lnTo>
                  <a:pt x="32772" y="90195"/>
                </a:lnTo>
                <a:lnTo>
                  <a:pt x="42220" y="88515"/>
                </a:lnTo>
                <a:lnTo>
                  <a:pt x="51667" y="87293"/>
                </a:lnTo>
                <a:lnTo>
                  <a:pt x="61115" y="86442"/>
                </a:lnTo>
                <a:lnTo>
                  <a:pt x="70563" y="84549"/>
                </a:lnTo>
                <a:lnTo>
                  <a:pt x="80011" y="83843"/>
                </a:lnTo>
                <a:lnTo>
                  <a:pt x="87121" y="82041"/>
                </a:lnTo>
                <a:lnTo>
                  <a:pt x="89458" y="81247"/>
                </a:lnTo>
                <a:lnTo>
                  <a:pt x="98906" y="79547"/>
                </a:lnTo>
                <a:lnTo>
                  <a:pt x="108354" y="78437"/>
                </a:lnTo>
                <a:lnTo>
                  <a:pt x="117802" y="77303"/>
                </a:lnTo>
                <a:lnTo>
                  <a:pt x="127249" y="75526"/>
                </a:lnTo>
                <a:lnTo>
                  <a:pt x="136697" y="74698"/>
                </a:lnTo>
                <a:lnTo>
                  <a:pt x="146145" y="72639"/>
                </a:lnTo>
                <a:lnTo>
                  <a:pt x="146801" y="72488"/>
                </a:lnTo>
                <a:lnTo>
                  <a:pt x="155592" y="70491"/>
                </a:lnTo>
                <a:lnTo>
                  <a:pt x="165040" y="69159"/>
                </a:lnTo>
                <a:lnTo>
                  <a:pt x="174488" y="67864"/>
                </a:lnTo>
                <a:lnTo>
                  <a:pt x="183936" y="66827"/>
                </a:lnTo>
                <a:lnTo>
                  <a:pt x="193383" y="65363"/>
                </a:lnTo>
                <a:lnTo>
                  <a:pt x="202831" y="64076"/>
                </a:lnTo>
                <a:lnTo>
                  <a:pt x="207547" y="62934"/>
                </a:lnTo>
                <a:lnTo>
                  <a:pt x="212279" y="60839"/>
                </a:lnTo>
                <a:lnTo>
                  <a:pt x="215507" y="53380"/>
                </a:lnTo>
                <a:lnTo>
                  <a:pt x="215491" y="43827"/>
                </a:lnTo>
                <a:lnTo>
                  <a:pt x="215491" y="34273"/>
                </a:lnTo>
                <a:lnTo>
                  <a:pt x="215507" y="24720"/>
                </a:lnTo>
                <a:lnTo>
                  <a:pt x="215507" y="15166"/>
                </a:lnTo>
                <a:lnTo>
                  <a:pt x="216619" y="5613"/>
                </a:lnTo>
                <a:close/>
              </a:path>
            </a:pathLst>
          </a:custGeom>
          <a:solidFill xmlns:a="http://schemas.openxmlformats.org/drawingml/2006/main">
            <a:srgbClr val="000000"/>
          </a:solidFill>
          <a:ln xmlns:a="http://schemas.openxmlformats.org/drawingml/2006/main" w="0">
            <a:noFill/>
            <a:prstDash val="solid"/>
          </a:ln>
        </p:spPr>
      </p:sp>
      <p:sp>
        <p:nvSpPr>
          <p:cNvPr id="115" name="vergsa-source-component-16-native-arrow-0">
            <a:extLst xmlns:a="http://schemas.openxmlformats.org/drawingml/2006/main">
              <a:ext uri="{FF2B5EF4-FFF2-40B4-BE49-F238E27FC236}">
                <a16:creationId xmlns:a16="http://schemas.microsoft.com/office/drawing/2014/main" id="{5C92F33F-1CA3-461B-9BB5-19BF6E2C6960}"/>
              </a:ext>
            </a:extLst>
          </p:cNvPr>
          <p:cNvSpPr>
            <a:spLocks xmlns:a="http://schemas.openxmlformats.org/drawingml/2006/main" noGrp="1"/>
          </p:cNvSpPr>
          <p:nvPr/>
        </p:nvSpPr>
        <p:spPr>
          <a:xfrm xmlns:a="http://schemas.openxmlformats.org/drawingml/2006/main" rot="0">
            <a:off x="2572134" y="863724"/>
            <a:ext cx="407138" cy="449771"/>
          </a:xfrm>
          <a:custGeom xmlns:a="http://schemas.openxmlformats.org/drawingml/2006/main">
            <a:pathLst>
              <a:path w="407138" h="449771">
                <a:moveTo>
                  <a:pt x="0" y="4412"/>
                </a:moveTo>
                <a:lnTo>
                  <a:pt x="8802" y="1291"/>
                </a:lnTo>
                <a:lnTo>
                  <a:pt x="18334" y="526"/>
                </a:lnTo>
                <a:lnTo>
                  <a:pt x="27866" y="27"/>
                </a:lnTo>
                <a:lnTo>
                  <a:pt x="37398" y="0"/>
                </a:lnTo>
                <a:lnTo>
                  <a:pt x="46930" y="471"/>
                </a:lnTo>
                <a:lnTo>
                  <a:pt x="56461" y="866"/>
                </a:lnTo>
                <a:lnTo>
                  <a:pt x="65993" y="1923"/>
                </a:lnTo>
                <a:lnTo>
                  <a:pt x="75525" y="3531"/>
                </a:lnTo>
                <a:lnTo>
                  <a:pt x="78579" y="4412"/>
                </a:lnTo>
                <a:lnTo>
                  <a:pt x="85057" y="5927"/>
                </a:lnTo>
                <a:lnTo>
                  <a:pt x="94589" y="7582"/>
                </a:lnTo>
                <a:lnTo>
                  <a:pt x="104121" y="9764"/>
                </a:lnTo>
                <a:lnTo>
                  <a:pt x="113653" y="12528"/>
                </a:lnTo>
                <a:lnTo>
                  <a:pt x="116186" y="13975"/>
                </a:lnTo>
                <a:lnTo>
                  <a:pt x="123185" y="16980"/>
                </a:lnTo>
                <a:lnTo>
                  <a:pt x="132717" y="19572"/>
                </a:lnTo>
                <a:lnTo>
                  <a:pt x="141297" y="23537"/>
                </a:lnTo>
                <a:lnTo>
                  <a:pt x="142249" y="24098"/>
                </a:lnTo>
                <a:lnTo>
                  <a:pt x="151781" y="28567"/>
                </a:lnTo>
                <a:lnTo>
                  <a:pt x="159922" y="33099"/>
                </a:lnTo>
                <a:lnTo>
                  <a:pt x="161313" y="34039"/>
                </a:lnTo>
                <a:lnTo>
                  <a:pt x="170845" y="38792"/>
                </a:lnTo>
                <a:lnTo>
                  <a:pt x="176382" y="42661"/>
                </a:lnTo>
                <a:lnTo>
                  <a:pt x="180376" y="45227"/>
                </a:lnTo>
                <a:lnTo>
                  <a:pt x="189908" y="51946"/>
                </a:lnTo>
                <a:lnTo>
                  <a:pt x="190216" y="52224"/>
                </a:lnTo>
                <a:lnTo>
                  <a:pt x="199440" y="58656"/>
                </a:lnTo>
                <a:lnTo>
                  <a:pt x="203144" y="61786"/>
                </a:lnTo>
                <a:lnTo>
                  <a:pt x="208972" y="66487"/>
                </a:lnTo>
                <a:lnTo>
                  <a:pt x="214984" y="71348"/>
                </a:lnTo>
                <a:lnTo>
                  <a:pt x="218504" y="74428"/>
                </a:lnTo>
                <a:lnTo>
                  <a:pt x="225429" y="80911"/>
                </a:lnTo>
                <a:lnTo>
                  <a:pt x="228036" y="83348"/>
                </a:lnTo>
                <a:lnTo>
                  <a:pt x="235299" y="90473"/>
                </a:lnTo>
                <a:lnTo>
                  <a:pt x="237568" y="92921"/>
                </a:lnTo>
                <a:lnTo>
                  <a:pt x="244210" y="100035"/>
                </a:lnTo>
                <a:lnTo>
                  <a:pt x="247100" y="103238"/>
                </a:lnTo>
                <a:lnTo>
                  <a:pt x="252313" y="109597"/>
                </a:lnTo>
                <a:lnTo>
                  <a:pt x="256632" y="114882"/>
                </a:lnTo>
                <a:lnTo>
                  <a:pt x="260563" y="119160"/>
                </a:lnTo>
                <a:lnTo>
                  <a:pt x="266164" y="126518"/>
                </a:lnTo>
                <a:lnTo>
                  <a:pt x="267932" y="128722"/>
                </a:lnTo>
                <a:lnTo>
                  <a:pt x="274239" y="138284"/>
                </a:lnTo>
                <a:lnTo>
                  <a:pt x="275696" y="140094"/>
                </a:lnTo>
                <a:lnTo>
                  <a:pt x="281183" y="147847"/>
                </a:lnTo>
                <a:lnTo>
                  <a:pt x="285228" y="154412"/>
                </a:lnTo>
                <a:lnTo>
                  <a:pt x="287560" y="157409"/>
                </a:lnTo>
                <a:lnTo>
                  <a:pt x="292434" y="166971"/>
                </a:lnTo>
                <a:lnTo>
                  <a:pt x="294760" y="170760"/>
                </a:lnTo>
                <a:lnTo>
                  <a:pt x="298590" y="176533"/>
                </a:lnTo>
                <a:lnTo>
                  <a:pt x="303332" y="186096"/>
                </a:lnTo>
                <a:lnTo>
                  <a:pt x="304292" y="187418"/>
                </a:lnTo>
                <a:lnTo>
                  <a:pt x="309618" y="195658"/>
                </a:lnTo>
                <a:lnTo>
                  <a:pt x="313796" y="205220"/>
                </a:lnTo>
                <a:lnTo>
                  <a:pt x="313823" y="205266"/>
                </a:lnTo>
                <a:lnTo>
                  <a:pt x="318230" y="214783"/>
                </a:lnTo>
                <a:lnTo>
                  <a:pt x="322312" y="224345"/>
                </a:lnTo>
                <a:lnTo>
                  <a:pt x="323355" y="226389"/>
                </a:lnTo>
                <a:lnTo>
                  <a:pt x="326905" y="233907"/>
                </a:lnTo>
                <a:lnTo>
                  <a:pt x="330491" y="243469"/>
                </a:lnTo>
                <a:lnTo>
                  <a:pt x="332887" y="248192"/>
                </a:lnTo>
                <a:lnTo>
                  <a:pt x="340249" y="253032"/>
                </a:lnTo>
                <a:lnTo>
                  <a:pt x="342419" y="253818"/>
                </a:lnTo>
                <a:lnTo>
                  <a:pt x="346206" y="253032"/>
                </a:lnTo>
                <a:lnTo>
                  <a:pt x="351951" y="251694"/>
                </a:lnTo>
                <a:lnTo>
                  <a:pt x="361483" y="250199"/>
                </a:lnTo>
                <a:lnTo>
                  <a:pt x="371015" y="249110"/>
                </a:lnTo>
                <a:lnTo>
                  <a:pt x="380547" y="248190"/>
                </a:lnTo>
                <a:lnTo>
                  <a:pt x="390079" y="246968"/>
                </a:lnTo>
                <a:lnTo>
                  <a:pt x="399611" y="245873"/>
                </a:lnTo>
                <a:lnTo>
                  <a:pt x="407138" y="253032"/>
                </a:lnTo>
                <a:lnTo>
                  <a:pt x="402166" y="262594"/>
                </a:lnTo>
                <a:lnTo>
                  <a:pt x="399611" y="266899"/>
                </a:lnTo>
                <a:lnTo>
                  <a:pt x="396764" y="272156"/>
                </a:lnTo>
                <a:lnTo>
                  <a:pt x="391159" y="281719"/>
                </a:lnTo>
                <a:lnTo>
                  <a:pt x="390079" y="283423"/>
                </a:lnTo>
                <a:lnTo>
                  <a:pt x="386225" y="291281"/>
                </a:lnTo>
                <a:lnTo>
                  <a:pt x="380547" y="300798"/>
                </a:lnTo>
                <a:lnTo>
                  <a:pt x="380514" y="300843"/>
                </a:lnTo>
                <a:lnTo>
                  <a:pt x="375533" y="310405"/>
                </a:lnTo>
                <a:lnTo>
                  <a:pt x="371015" y="318181"/>
                </a:lnTo>
                <a:lnTo>
                  <a:pt x="369817" y="319968"/>
                </a:lnTo>
                <a:lnTo>
                  <a:pt x="364945" y="329530"/>
                </a:lnTo>
                <a:lnTo>
                  <a:pt x="361483" y="335669"/>
                </a:lnTo>
                <a:lnTo>
                  <a:pt x="359517" y="339092"/>
                </a:lnTo>
                <a:lnTo>
                  <a:pt x="354089" y="348655"/>
                </a:lnTo>
                <a:lnTo>
                  <a:pt x="351951" y="352253"/>
                </a:lnTo>
                <a:lnTo>
                  <a:pt x="348982" y="358217"/>
                </a:lnTo>
                <a:lnTo>
                  <a:pt x="343500" y="367779"/>
                </a:lnTo>
                <a:lnTo>
                  <a:pt x="342419" y="369403"/>
                </a:lnTo>
                <a:lnTo>
                  <a:pt x="338356" y="377342"/>
                </a:lnTo>
                <a:lnTo>
                  <a:pt x="332887" y="386115"/>
                </a:lnTo>
                <a:lnTo>
                  <a:pt x="332304" y="386904"/>
                </a:lnTo>
                <a:lnTo>
                  <a:pt x="327787" y="396466"/>
                </a:lnTo>
                <a:lnTo>
                  <a:pt x="323355" y="403528"/>
                </a:lnTo>
                <a:lnTo>
                  <a:pt x="321746" y="406028"/>
                </a:lnTo>
                <a:lnTo>
                  <a:pt x="317087" y="415591"/>
                </a:lnTo>
                <a:lnTo>
                  <a:pt x="313823" y="421223"/>
                </a:lnTo>
                <a:lnTo>
                  <a:pt x="311585" y="425153"/>
                </a:lnTo>
                <a:lnTo>
                  <a:pt x="306447" y="434715"/>
                </a:lnTo>
                <a:lnTo>
                  <a:pt x="304292" y="438530"/>
                </a:lnTo>
                <a:lnTo>
                  <a:pt x="300899" y="444278"/>
                </a:lnTo>
                <a:lnTo>
                  <a:pt x="294760" y="449771"/>
                </a:lnTo>
                <a:lnTo>
                  <a:pt x="285940" y="444278"/>
                </a:lnTo>
                <a:lnTo>
                  <a:pt x="285228" y="443706"/>
                </a:lnTo>
                <a:lnTo>
                  <a:pt x="276207" y="434715"/>
                </a:lnTo>
                <a:lnTo>
                  <a:pt x="275696" y="434214"/>
                </a:lnTo>
                <a:lnTo>
                  <a:pt x="266429" y="425153"/>
                </a:lnTo>
                <a:lnTo>
                  <a:pt x="266164" y="424898"/>
                </a:lnTo>
                <a:lnTo>
                  <a:pt x="256887" y="415591"/>
                </a:lnTo>
                <a:lnTo>
                  <a:pt x="256632" y="415341"/>
                </a:lnTo>
                <a:lnTo>
                  <a:pt x="247421" y="406028"/>
                </a:lnTo>
                <a:lnTo>
                  <a:pt x="247100" y="405706"/>
                </a:lnTo>
                <a:lnTo>
                  <a:pt x="237840" y="396466"/>
                </a:lnTo>
                <a:lnTo>
                  <a:pt x="237568" y="396202"/>
                </a:lnTo>
                <a:lnTo>
                  <a:pt x="228139" y="386904"/>
                </a:lnTo>
                <a:lnTo>
                  <a:pt x="228036" y="386797"/>
                </a:lnTo>
                <a:lnTo>
                  <a:pt x="218504" y="377484"/>
                </a:lnTo>
                <a:lnTo>
                  <a:pt x="218346" y="377342"/>
                </a:lnTo>
                <a:lnTo>
                  <a:pt x="209096" y="367779"/>
                </a:lnTo>
                <a:lnTo>
                  <a:pt x="208972" y="367658"/>
                </a:lnTo>
                <a:lnTo>
                  <a:pt x="199440" y="358934"/>
                </a:lnTo>
                <a:lnTo>
                  <a:pt x="198726" y="358217"/>
                </a:lnTo>
                <a:lnTo>
                  <a:pt x="189908" y="349045"/>
                </a:lnTo>
                <a:lnTo>
                  <a:pt x="189494" y="348655"/>
                </a:lnTo>
                <a:lnTo>
                  <a:pt x="180376" y="339838"/>
                </a:lnTo>
                <a:lnTo>
                  <a:pt x="179678" y="339092"/>
                </a:lnTo>
                <a:lnTo>
                  <a:pt x="170845" y="330318"/>
                </a:lnTo>
                <a:lnTo>
                  <a:pt x="170091" y="329530"/>
                </a:lnTo>
                <a:lnTo>
                  <a:pt x="161313" y="321005"/>
                </a:lnTo>
                <a:lnTo>
                  <a:pt x="160118" y="319968"/>
                </a:lnTo>
                <a:lnTo>
                  <a:pt x="151781" y="311506"/>
                </a:lnTo>
                <a:lnTo>
                  <a:pt x="150750" y="310405"/>
                </a:lnTo>
                <a:lnTo>
                  <a:pt x="142249" y="302308"/>
                </a:lnTo>
                <a:lnTo>
                  <a:pt x="140847" y="300843"/>
                </a:lnTo>
                <a:lnTo>
                  <a:pt x="132717" y="292291"/>
                </a:lnTo>
                <a:lnTo>
                  <a:pt x="131701" y="291281"/>
                </a:lnTo>
                <a:lnTo>
                  <a:pt x="132717" y="288854"/>
                </a:lnTo>
                <a:lnTo>
                  <a:pt x="142249" y="282377"/>
                </a:lnTo>
                <a:lnTo>
                  <a:pt x="145233" y="281719"/>
                </a:lnTo>
                <a:lnTo>
                  <a:pt x="151781" y="280270"/>
                </a:lnTo>
                <a:lnTo>
                  <a:pt x="161313" y="278754"/>
                </a:lnTo>
                <a:lnTo>
                  <a:pt x="170845" y="277829"/>
                </a:lnTo>
                <a:lnTo>
                  <a:pt x="180376" y="276755"/>
                </a:lnTo>
                <a:lnTo>
                  <a:pt x="189908" y="275556"/>
                </a:lnTo>
                <a:lnTo>
                  <a:pt x="197976" y="272156"/>
                </a:lnTo>
                <a:lnTo>
                  <a:pt x="199440" y="264892"/>
                </a:lnTo>
                <a:lnTo>
                  <a:pt x="199692" y="262594"/>
                </a:lnTo>
                <a:lnTo>
                  <a:pt x="199440" y="261291"/>
                </a:lnTo>
                <a:lnTo>
                  <a:pt x="197818" y="253032"/>
                </a:lnTo>
                <a:lnTo>
                  <a:pt x="196561" y="243469"/>
                </a:lnTo>
                <a:lnTo>
                  <a:pt x="195756" y="233907"/>
                </a:lnTo>
                <a:lnTo>
                  <a:pt x="194800" y="224345"/>
                </a:lnTo>
                <a:lnTo>
                  <a:pt x="193338" y="214783"/>
                </a:lnTo>
                <a:lnTo>
                  <a:pt x="189924" y="205220"/>
                </a:lnTo>
                <a:lnTo>
                  <a:pt x="189908" y="205171"/>
                </a:lnTo>
                <a:lnTo>
                  <a:pt x="187324" y="195658"/>
                </a:lnTo>
                <a:lnTo>
                  <a:pt x="185677" y="186096"/>
                </a:lnTo>
                <a:lnTo>
                  <a:pt x="182732" y="176533"/>
                </a:lnTo>
                <a:lnTo>
                  <a:pt x="180376" y="171178"/>
                </a:lnTo>
                <a:lnTo>
                  <a:pt x="178217" y="166971"/>
                </a:lnTo>
                <a:lnTo>
                  <a:pt x="174540" y="157409"/>
                </a:lnTo>
                <a:lnTo>
                  <a:pt x="171142" y="147847"/>
                </a:lnTo>
                <a:lnTo>
                  <a:pt x="170845" y="147356"/>
                </a:lnTo>
                <a:lnTo>
                  <a:pt x="166313" y="138284"/>
                </a:lnTo>
                <a:lnTo>
                  <a:pt x="161991" y="128722"/>
                </a:lnTo>
                <a:lnTo>
                  <a:pt x="161313" y="127681"/>
                </a:lnTo>
                <a:lnTo>
                  <a:pt x="156163" y="119160"/>
                </a:lnTo>
                <a:lnTo>
                  <a:pt x="151781" y="112013"/>
                </a:lnTo>
                <a:lnTo>
                  <a:pt x="150099" y="109597"/>
                </a:lnTo>
                <a:lnTo>
                  <a:pt x="144008" y="100035"/>
                </a:lnTo>
                <a:lnTo>
                  <a:pt x="142249" y="97895"/>
                </a:lnTo>
                <a:lnTo>
                  <a:pt x="136283" y="90473"/>
                </a:lnTo>
                <a:lnTo>
                  <a:pt x="132717" y="86181"/>
                </a:lnTo>
                <a:lnTo>
                  <a:pt x="127998" y="80911"/>
                </a:lnTo>
                <a:lnTo>
                  <a:pt x="123185" y="75734"/>
                </a:lnTo>
                <a:lnTo>
                  <a:pt x="118882" y="71348"/>
                </a:lnTo>
                <a:lnTo>
                  <a:pt x="113653" y="66283"/>
                </a:lnTo>
                <a:lnTo>
                  <a:pt x="108112" y="61786"/>
                </a:lnTo>
                <a:lnTo>
                  <a:pt x="104121" y="58459"/>
                </a:lnTo>
                <a:lnTo>
                  <a:pt x="98002" y="52224"/>
                </a:lnTo>
                <a:lnTo>
                  <a:pt x="94589" y="49411"/>
                </a:lnTo>
                <a:lnTo>
                  <a:pt x="85057" y="43528"/>
                </a:lnTo>
                <a:lnTo>
                  <a:pt x="83944" y="42661"/>
                </a:lnTo>
                <a:lnTo>
                  <a:pt x="75525" y="38010"/>
                </a:lnTo>
                <a:lnTo>
                  <a:pt x="67804" y="33099"/>
                </a:lnTo>
                <a:lnTo>
                  <a:pt x="65993" y="31850"/>
                </a:lnTo>
                <a:lnTo>
                  <a:pt x="56461" y="27888"/>
                </a:lnTo>
                <a:lnTo>
                  <a:pt x="48180" y="23537"/>
                </a:lnTo>
                <a:lnTo>
                  <a:pt x="46930" y="22784"/>
                </a:lnTo>
                <a:lnTo>
                  <a:pt x="37398" y="19064"/>
                </a:lnTo>
                <a:lnTo>
                  <a:pt x="27866" y="16324"/>
                </a:lnTo>
                <a:lnTo>
                  <a:pt x="22378" y="13975"/>
                </a:lnTo>
                <a:lnTo>
                  <a:pt x="18334" y="11492"/>
                </a:lnTo>
                <a:lnTo>
                  <a:pt x="8802" y="8838"/>
                </a:lnTo>
                <a:lnTo>
                  <a:pt x="0" y="4412"/>
                </a:lnTo>
                <a:close/>
              </a:path>
            </a:pathLst>
          </a:custGeom>
          <a:solidFill xmlns:a="http://schemas.openxmlformats.org/drawingml/2006/main">
            <a:srgbClr val="000000"/>
          </a:solidFill>
          <a:ln xmlns:a="http://schemas.openxmlformats.org/drawingml/2006/main" w="0">
            <a:noFill/>
            <a:prstDash val="solid"/>
          </a:ln>
        </p:spPr>
      </p:sp>
      <p:sp>
        <p:nvSpPr>
          <p:cNvPr id="116" name="vergsa-source-component-17-native-arrow-0">
            <a:extLst xmlns:a="http://schemas.openxmlformats.org/drawingml/2006/main">
              <a:ext uri="{FF2B5EF4-FFF2-40B4-BE49-F238E27FC236}">
                <a16:creationId xmlns:a16="http://schemas.microsoft.com/office/drawing/2014/main" id="{60B4C492-2335-4E98-9C86-D8F394A58088}"/>
              </a:ext>
            </a:extLst>
          </p:cNvPr>
          <p:cNvSpPr>
            <a:spLocks xmlns:a="http://schemas.openxmlformats.org/drawingml/2006/main" noGrp="1"/>
          </p:cNvSpPr>
          <p:nvPr/>
        </p:nvSpPr>
        <p:spPr>
          <a:xfrm xmlns:a="http://schemas.openxmlformats.org/drawingml/2006/main" rot="0">
            <a:off x="1212092" y="422865"/>
            <a:ext cx="356023" cy="203851"/>
          </a:xfrm>
          <a:custGeom xmlns:a="http://schemas.openxmlformats.org/drawingml/2006/main">
            <a:pathLst>
              <a:path w="356023" h="203851">
                <a:moveTo>
                  <a:pt x="215957" y="4649"/>
                </a:moveTo>
                <a:lnTo>
                  <a:pt x="220031" y="0"/>
                </a:lnTo>
                <a:lnTo>
                  <a:pt x="229478" y="123"/>
                </a:lnTo>
                <a:lnTo>
                  <a:pt x="235346" y="4649"/>
                </a:lnTo>
                <a:lnTo>
                  <a:pt x="238926" y="7618"/>
                </a:lnTo>
                <a:lnTo>
                  <a:pt x="247867" y="14203"/>
                </a:lnTo>
                <a:lnTo>
                  <a:pt x="248374" y="14650"/>
                </a:lnTo>
                <a:lnTo>
                  <a:pt x="257822" y="21403"/>
                </a:lnTo>
                <a:lnTo>
                  <a:pt x="260503" y="23757"/>
                </a:lnTo>
                <a:lnTo>
                  <a:pt x="267269" y="28683"/>
                </a:lnTo>
                <a:lnTo>
                  <a:pt x="273000" y="33310"/>
                </a:lnTo>
                <a:lnTo>
                  <a:pt x="276717" y="36368"/>
                </a:lnTo>
                <a:lnTo>
                  <a:pt x="285125" y="42864"/>
                </a:lnTo>
                <a:lnTo>
                  <a:pt x="286165" y="43759"/>
                </a:lnTo>
                <a:lnTo>
                  <a:pt x="295613" y="50714"/>
                </a:lnTo>
                <a:lnTo>
                  <a:pt x="297546" y="52417"/>
                </a:lnTo>
                <a:lnTo>
                  <a:pt x="305060" y="57782"/>
                </a:lnTo>
                <a:lnTo>
                  <a:pt x="310133" y="61971"/>
                </a:lnTo>
                <a:lnTo>
                  <a:pt x="314508" y="65443"/>
                </a:lnTo>
                <a:lnTo>
                  <a:pt x="322103" y="71524"/>
                </a:lnTo>
                <a:lnTo>
                  <a:pt x="323956" y="73165"/>
                </a:lnTo>
                <a:lnTo>
                  <a:pt x="333403" y="79746"/>
                </a:lnTo>
                <a:lnTo>
                  <a:pt x="334863" y="81078"/>
                </a:lnTo>
                <a:lnTo>
                  <a:pt x="342851" y="86976"/>
                </a:lnTo>
                <a:lnTo>
                  <a:pt x="347210" y="90632"/>
                </a:lnTo>
                <a:lnTo>
                  <a:pt x="352299" y="95375"/>
                </a:lnTo>
                <a:lnTo>
                  <a:pt x="356023" y="100185"/>
                </a:lnTo>
                <a:lnTo>
                  <a:pt x="352299" y="108576"/>
                </a:lnTo>
                <a:lnTo>
                  <a:pt x="351557" y="109739"/>
                </a:lnTo>
                <a:lnTo>
                  <a:pt x="342851" y="116731"/>
                </a:lnTo>
                <a:lnTo>
                  <a:pt x="339772" y="119292"/>
                </a:lnTo>
                <a:lnTo>
                  <a:pt x="333403" y="124238"/>
                </a:lnTo>
                <a:lnTo>
                  <a:pt x="327469" y="128846"/>
                </a:lnTo>
                <a:lnTo>
                  <a:pt x="323956" y="131827"/>
                </a:lnTo>
                <a:lnTo>
                  <a:pt x="315030" y="138399"/>
                </a:lnTo>
                <a:lnTo>
                  <a:pt x="314508" y="138915"/>
                </a:lnTo>
                <a:lnTo>
                  <a:pt x="305060" y="145749"/>
                </a:lnTo>
                <a:lnTo>
                  <a:pt x="302536" y="147953"/>
                </a:lnTo>
                <a:lnTo>
                  <a:pt x="295613" y="153394"/>
                </a:lnTo>
                <a:lnTo>
                  <a:pt x="290332" y="157506"/>
                </a:lnTo>
                <a:lnTo>
                  <a:pt x="286165" y="160994"/>
                </a:lnTo>
                <a:lnTo>
                  <a:pt x="277817" y="167060"/>
                </a:lnTo>
                <a:lnTo>
                  <a:pt x="276717" y="168084"/>
                </a:lnTo>
                <a:lnTo>
                  <a:pt x="267269" y="175127"/>
                </a:lnTo>
                <a:lnTo>
                  <a:pt x="265535" y="176614"/>
                </a:lnTo>
                <a:lnTo>
                  <a:pt x="257822" y="182615"/>
                </a:lnTo>
                <a:lnTo>
                  <a:pt x="253244" y="186167"/>
                </a:lnTo>
                <a:lnTo>
                  <a:pt x="248374" y="190179"/>
                </a:lnTo>
                <a:lnTo>
                  <a:pt x="240664" y="195721"/>
                </a:lnTo>
                <a:lnTo>
                  <a:pt x="238926" y="197210"/>
                </a:lnTo>
                <a:lnTo>
                  <a:pt x="229478" y="203695"/>
                </a:lnTo>
                <a:lnTo>
                  <a:pt x="220031" y="203851"/>
                </a:lnTo>
                <a:lnTo>
                  <a:pt x="215257" y="195721"/>
                </a:lnTo>
                <a:lnTo>
                  <a:pt x="215013" y="186167"/>
                </a:lnTo>
                <a:lnTo>
                  <a:pt x="215013" y="176614"/>
                </a:lnTo>
                <a:lnTo>
                  <a:pt x="215013" y="167060"/>
                </a:lnTo>
                <a:lnTo>
                  <a:pt x="215013" y="157506"/>
                </a:lnTo>
                <a:lnTo>
                  <a:pt x="215013" y="147953"/>
                </a:lnTo>
                <a:lnTo>
                  <a:pt x="210583" y="140420"/>
                </a:lnTo>
                <a:lnTo>
                  <a:pt x="201965" y="138399"/>
                </a:lnTo>
                <a:lnTo>
                  <a:pt x="201135" y="138243"/>
                </a:lnTo>
                <a:lnTo>
                  <a:pt x="191687" y="136124"/>
                </a:lnTo>
                <a:lnTo>
                  <a:pt x="182240" y="135432"/>
                </a:lnTo>
                <a:lnTo>
                  <a:pt x="172792" y="134095"/>
                </a:lnTo>
                <a:lnTo>
                  <a:pt x="163344" y="133064"/>
                </a:lnTo>
                <a:lnTo>
                  <a:pt x="153897" y="132026"/>
                </a:lnTo>
                <a:lnTo>
                  <a:pt x="144449" y="130688"/>
                </a:lnTo>
                <a:lnTo>
                  <a:pt x="135120" y="128846"/>
                </a:lnTo>
                <a:lnTo>
                  <a:pt x="135001" y="128822"/>
                </a:lnTo>
                <a:lnTo>
                  <a:pt x="125553" y="126953"/>
                </a:lnTo>
                <a:lnTo>
                  <a:pt x="116106" y="126057"/>
                </a:lnTo>
                <a:lnTo>
                  <a:pt x="106658" y="124507"/>
                </a:lnTo>
                <a:lnTo>
                  <a:pt x="97210" y="123784"/>
                </a:lnTo>
                <a:lnTo>
                  <a:pt x="87762" y="122518"/>
                </a:lnTo>
                <a:lnTo>
                  <a:pt x="78315" y="121249"/>
                </a:lnTo>
                <a:lnTo>
                  <a:pt x="70403" y="119292"/>
                </a:lnTo>
                <a:lnTo>
                  <a:pt x="68867" y="118906"/>
                </a:lnTo>
                <a:lnTo>
                  <a:pt x="59419" y="117724"/>
                </a:lnTo>
                <a:lnTo>
                  <a:pt x="49971" y="115880"/>
                </a:lnTo>
                <a:lnTo>
                  <a:pt x="40524" y="115481"/>
                </a:lnTo>
                <a:lnTo>
                  <a:pt x="31076" y="113961"/>
                </a:lnTo>
                <a:lnTo>
                  <a:pt x="21628" y="113049"/>
                </a:lnTo>
                <a:lnTo>
                  <a:pt x="12181" y="111365"/>
                </a:lnTo>
                <a:lnTo>
                  <a:pt x="8597" y="109739"/>
                </a:lnTo>
                <a:lnTo>
                  <a:pt x="2733" y="105421"/>
                </a:lnTo>
                <a:lnTo>
                  <a:pt x="0" y="100185"/>
                </a:lnTo>
                <a:lnTo>
                  <a:pt x="2733" y="97031"/>
                </a:lnTo>
                <a:lnTo>
                  <a:pt x="12181" y="93476"/>
                </a:lnTo>
                <a:lnTo>
                  <a:pt x="21628" y="91778"/>
                </a:lnTo>
                <a:lnTo>
                  <a:pt x="28345" y="90632"/>
                </a:lnTo>
                <a:lnTo>
                  <a:pt x="31076" y="90041"/>
                </a:lnTo>
                <a:lnTo>
                  <a:pt x="40524" y="87965"/>
                </a:lnTo>
                <a:lnTo>
                  <a:pt x="49971" y="86636"/>
                </a:lnTo>
                <a:lnTo>
                  <a:pt x="59419" y="85678"/>
                </a:lnTo>
                <a:lnTo>
                  <a:pt x="68867" y="84001"/>
                </a:lnTo>
                <a:lnTo>
                  <a:pt x="78315" y="83003"/>
                </a:lnTo>
                <a:lnTo>
                  <a:pt x="87334" y="81078"/>
                </a:lnTo>
                <a:lnTo>
                  <a:pt x="87762" y="80944"/>
                </a:lnTo>
                <a:lnTo>
                  <a:pt x="97210" y="79078"/>
                </a:lnTo>
                <a:lnTo>
                  <a:pt x="106658" y="77594"/>
                </a:lnTo>
                <a:lnTo>
                  <a:pt x="116106" y="76551"/>
                </a:lnTo>
                <a:lnTo>
                  <a:pt x="125553" y="74933"/>
                </a:lnTo>
                <a:lnTo>
                  <a:pt x="135001" y="74168"/>
                </a:lnTo>
                <a:lnTo>
                  <a:pt x="144449" y="71940"/>
                </a:lnTo>
                <a:lnTo>
                  <a:pt x="146617" y="71524"/>
                </a:lnTo>
                <a:lnTo>
                  <a:pt x="153897" y="70023"/>
                </a:lnTo>
                <a:lnTo>
                  <a:pt x="163344" y="68412"/>
                </a:lnTo>
                <a:lnTo>
                  <a:pt x="172792" y="67109"/>
                </a:lnTo>
                <a:lnTo>
                  <a:pt x="182240" y="65953"/>
                </a:lnTo>
                <a:lnTo>
                  <a:pt x="191687" y="64722"/>
                </a:lnTo>
                <a:lnTo>
                  <a:pt x="201135" y="63275"/>
                </a:lnTo>
                <a:lnTo>
                  <a:pt x="207516" y="61971"/>
                </a:lnTo>
                <a:lnTo>
                  <a:pt x="210583" y="60955"/>
                </a:lnTo>
                <a:lnTo>
                  <a:pt x="215013" y="52417"/>
                </a:lnTo>
                <a:lnTo>
                  <a:pt x="215013" y="42864"/>
                </a:lnTo>
                <a:lnTo>
                  <a:pt x="215013" y="33310"/>
                </a:lnTo>
                <a:lnTo>
                  <a:pt x="215037" y="23757"/>
                </a:lnTo>
                <a:lnTo>
                  <a:pt x="215037" y="14203"/>
                </a:lnTo>
                <a:lnTo>
                  <a:pt x="215957" y="4649"/>
                </a:lnTo>
                <a:close/>
              </a:path>
            </a:pathLst>
          </a:custGeom>
          <a:solidFill xmlns:a="http://schemas.openxmlformats.org/drawingml/2006/main">
            <a:srgbClr val="000000"/>
          </a:solidFill>
          <a:ln xmlns:a="http://schemas.openxmlformats.org/drawingml/2006/main" w="0">
            <a:noFill/>
            <a:prstDash val="solid"/>
          </a:ln>
        </p:spPr>
      </p:sp>
      <p:sp>
        <p:nvSpPr>
          <p:cNvPr id="117" name="vergsa-source-component-18-native-arrow-0">
            <a:extLst xmlns:a="http://schemas.openxmlformats.org/drawingml/2006/main">
              <a:ext uri="{FF2B5EF4-FFF2-40B4-BE49-F238E27FC236}">
                <a16:creationId xmlns:a16="http://schemas.microsoft.com/office/drawing/2014/main" id="{E2F0D8D7-251D-4085-9033-46B12E2C2FE8}"/>
              </a:ext>
            </a:extLst>
          </p:cNvPr>
          <p:cNvSpPr>
            <a:spLocks xmlns:a="http://schemas.openxmlformats.org/drawingml/2006/main" noGrp="1"/>
          </p:cNvSpPr>
          <p:nvPr/>
        </p:nvSpPr>
        <p:spPr>
          <a:xfrm xmlns:a="http://schemas.openxmlformats.org/drawingml/2006/main" rot="0">
            <a:off x="1498847" y="1553928"/>
            <a:ext cx="412918" cy="236601"/>
          </a:xfrm>
          <a:custGeom xmlns:a="http://schemas.openxmlformats.org/drawingml/2006/main">
            <a:pathLst>
              <a:path w="412918" h="236601">
                <a:moveTo>
                  <a:pt x="250655" y="7450"/>
                </a:moveTo>
                <a:lnTo>
                  <a:pt x="257117" y="0"/>
                </a:lnTo>
                <a:lnTo>
                  <a:pt x="266631" y="1849"/>
                </a:lnTo>
                <a:lnTo>
                  <a:pt x="273938" y="7450"/>
                </a:lnTo>
                <a:lnTo>
                  <a:pt x="276146" y="9271"/>
                </a:lnTo>
                <a:lnTo>
                  <a:pt x="285660" y="16002"/>
                </a:lnTo>
                <a:lnTo>
                  <a:pt x="286634" y="16932"/>
                </a:lnTo>
                <a:lnTo>
                  <a:pt x="295175" y="23144"/>
                </a:lnTo>
                <a:lnTo>
                  <a:pt x="299121" y="26414"/>
                </a:lnTo>
                <a:lnTo>
                  <a:pt x="304690" y="30634"/>
                </a:lnTo>
                <a:lnTo>
                  <a:pt x="311437" y="35897"/>
                </a:lnTo>
                <a:lnTo>
                  <a:pt x="314204" y="38147"/>
                </a:lnTo>
                <a:lnTo>
                  <a:pt x="323719" y="44848"/>
                </a:lnTo>
                <a:lnTo>
                  <a:pt x="324265" y="45379"/>
                </a:lnTo>
                <a:lnTo>
                  <a:pt x="333233" y="52069"/>
                </a:lnTo>
                <a:lnTo>
                  <a:pt x="336687" y="54861"/>
                </a:lnTo>
                <a:lnTo>
                  <a:pt x="342748" y="59289"/>
                </a:lnTo>
                <a:lnTo>
                  <a:pt x="349382" y="64343"/>
                </a:lnTo>
                <a:lnTo>
                  <a:pt x="352262" y="66684"/>
                </a:lnTo>
                <a:lnTo>
                  <a:pt x="361745" y="73826"/>
                </a:lnTo>
                <a:lnTo>
                  <a:pt x="361777" y="73855"/>
                </a:lnTo>
                <a:lnTo>
                  <a:pt x="371292" y="80542"/>
                </a:lnTo>
                <a:lnTo>
                  <a:pt x="374710" y="83308"/>
                </a:lnTo>
                <a:lnTo>
                  <a:pt x="380806" y="87895"/>
                </a:lnTo>
                <a:lnTo>
                  <a:pt x="387146" y="92790"/>
                </a:lnTo>
                <a:lnTo>
                  <a:pt x="390321" y="95280"/>
                </a:lnTo>
                <a:lnTo>
                  <a:pt x="399414" y="102272"/>
                </a:lnTo>
                <a:lnTo>
                  <a:pt x="399835" y="102652"/>
                </a:lnTo>
                <a:lnTo>
                  <a:pt x="409350" y="109913"/>
                </a:lnTo>
                <a:lnTo>
                  <a:pt x="411066" y="111755"/>
                </a:lnTo>
                <a:lnTo>
                  <a:pt x="412918" y="121237"/>
                </a:lnTo>
                <a:lnTo>
                  <a:pt x="409350" y="125722"/>
                </a:lnTo>
                <a:lnTo>
                  <a:pt x="403539" y="130719"/>
                </a:lnTo>
                <a:lnTo>
                  <a:pt x="399835" y="133717"/>
                </a:lnTo>
                <a:lnTo>
                  <a:pt x="391035" y="140201"/>
                </a:lnTo>
                <a:lnTo>
                  <a:pt x="390321" y="140861"/>
                </a:lnTo>
                <a:lnTo>
                  <a:pt x="380806" y="147589"/>
                </a:lnTo>
                <a:lnTo>
                  <a:pt x="378238" y="149684"/>
                </a:lnTo>
                <a:lnTo>
                  <a:pt x="371292" y="154876"/>
                </a:lnTo>
                <a:lnTo>
                  <a:pt x="365792" y="159166"/>
                </a:lnTo>
                <a:lnTo>
                  <a:pt x="361777" y="162433"/>
                </a:lnTo>
                <a:lnTo>
                  <a:pt x="353276" y="168648"/>
                </a:lnTo>
                <a:lnTo>
                  <a:pt x="352262" y="169603"/>
                </a:lnTo>
                <a:lnTo>
                  <a:pt x="342748" y="176102"/>
                </a:lnTo>
                <a:lnTo>
                  <a:pt x="340358" y="178130"/>
                </a:lnTo>
                <a:lnTo>
                  <a:pt x="333233" y="183407"/>
                </a:lnTo>
                <a:lnTo>
                  <a:pt x="327686" y="187613"/>
                </a:lnTo>
                <a:lnTo>
                  <a:pt x="323719" y="191457"/>
                </a:lnTo>
                <a:lnTo>
                  <a:pt x="315843" y="197095"/>
                </a:lnTo>
                <a:lnTo>
                  <a:pt x="314204" y="198410"/>
                </a:lnTo>
                <a:lnTo>
                  <a:pt x="304690" y="205210"/>
                </a:lnTo>
                <a:lnTo>
                  <a:pt x="303056" y="206577"/>
                </a:lnTo>
                <a:lnTo>
                  <a:pt x="295175" y="212723"/>
                </a:lnTo>
                <a:lnTo>
                  <a:pt x="290806" y="216059"/>
                </a:lnTo>
                <a:lnTo>
                  <a:pt x="285660" y="220348"/>
                </a:lnTo>
                <a:lnTo>
                  <a:pt x="278348" y="225542"/>
                </a:lnTo>
                <a:lnTo>
                  <a:pt x="276146" y="227300"/>
                </a:lnTo>
                <a:lnTo>
                  <a:pt x="266631" y="233897"/>
                </a:lnTo>
                <a:lnTo>
                  <a:pt x="262519" y="235024"/>
                </a:lnTo>
                <a:lnTo>
                  <a:pt x="257117" y="236601"/>
                </a:lnTo>
                <a:lnTo>
                  <a:pt x="255397" y="235024"/>
                </a:lnTo>
                <a:lnTo>
                  <a:pt x="250025" y="225542"/>
                </a:lnTo>
                <a:lnTo>
                  <a:pt x="249656" y="216059"/>
                </a:lnTo>
                <a:lnTo>
                  <a:pt x="249644" y="206577"/>
                </a:lnTo>
                <a:lnTo>
                  <a:pt x="249644" y="197095"/>
                </a:lnTo>
                <a:lnTo>
                  <a:pt x="249644" y="187613"/>
                </a:lnTo>
                <a:lnTo>
                  <a:pt x="249644" y="178130"/>
                </a:lnTo>
                <a:lnTo>
                  <a:pt x="249644" y="168648"/>
                </a:lnTo>
                <a:lnTo>
                  <a:pt x="247602" y="164734"/>
                </a:lnTo>
                <a:lnTo>
                  <a:pt x="238088" y="160174"/>
                </a:lnTo>
                <a:lnTo>
                  <a:pt x="232522" y="159166"/>
                </a:lnTo>
                <a:lnTo>
                  <a:pt x="228573" y="158532"/>
                </a:lnTo>
                <a:lnTo>
                  <a:pt x="219058" y="156414"/>
                </a:lnTo>
                <a:lnTo>
                  <a:pt x="209544" y="156021"/>
                </a:lnTo>
                <a:lnTo>
                  <a:pt x="200029" y="154486"/>
                </a:lnTo>
                <a:lnTo>
                  <a:pt x="190515" y="153522"/>
                </a:lnTo>
                <a:lnTo>
                  <a:pt x="181000" y="152390"/>
                </a:lnTo>
                <a:lnTo>
                  <a:pt x="171486" y="150605"/>
                </a:lnTo>
                <a:lnTo>
                  <a:pt x="165263" y="149684"/>
                </a:lnTo>
                <a:lnTo>
                  <a:pt x="161971" y="149258"/>
                </a:lnTo>
                <a:lnTo>
                  <a:pt x="152456" y="147364"/>
                </a:lnTo>
                <a:lnTo>
                  <a:pt x="142942" y="146407"/>
                </a:lnTo>
                <a:lnTo>
                  <a:pt x="133427" y="145663"/>
                </a:lnTo>
                <a:lnTo>
                  <a:pt x="123913" y="144077"/>
                </a:lnTo>
                <a:lnTo>
                  <a:pt x="114398" y="142968"/>
                </a:lnTo>
                <a:lnTo>
                  <a:pt x="104883" y="141284"/>
                </a:lnTo>
                <a:lnTo>
                  <a:pt x="97946" y="140201"/>
                </a:lnTo>
                <a:lnTo>
                  <a:pt x="95369" y="139836"/>
                </a:lnTo>
                <a:lnTo>
                  <a:pt x="85854" y="138037"/>
                </a:lnTo>
                <a:lnTo>
                  <a:pt x="76340" y="136808"/>
                </a:lnTo>
                <a:lnTo>
                  <a:pt x="66825" y="136204"/>
                </a:lnTo>
                <a:lnTo>
                  <a:pt x="57311" y="134621"/>
                </a:lnTo>
                <a:lnTo>
                  <a:pt x="47796" y="133628"/>
                </a:lnTo>
                <a:lnTo>
                  <a:pt x="38281" y="131923"/>
                </a:lnTo>
                <a:lnTo>
                  <a:pt x="31731" y="130719"/>
                </a:lnTo>
                <a:lnTo>
                  <a:pt x="28767" y="130225"/>
                </a:lnTo>
                <a:lnTo>
                  <a:pt x="19252" y="128571"/>
                </a:lnTo>
                <a:lnTo>
                  <a:pt x="9738" y="127180"/>
                </a:lnTo>
                <a:lnTo>
                  <a:pt x="223" y="121482"/>
                </a:lnTo>
                <a:lnTo>
                  <a:pt x="0" y="121237"/>
                </a:lnTo>
                <a:lnTo>
                  <a:pt x="223" y="120473"/>
                </a:lnTo>
                <a:lnTo>
                  <a:pt x="3032" y="111755"/>
                </a:lnTo>
                <a:lnTo>
                  <a:pt x="9738" y="108005"/>
                </a:lnTo>
                <a:lnTo>
                  <a:pt x="19252" y="106185"/>
                </a:lnTo>
                <a:lnTo>
                  <a:pt x="28767" y="105630"/>
                </a:lnTo>
                <a:lnTo>
                  <a:pt x="38281" y="104210"/>
                </a:lnTo>
                <a:lnTo>
                  <a:pt x="47796" y="102310"/>
                </a:lnTo>
                <a:lnTo>
                  <a:pt x="47965" y="102272"/>
                </a:lnTo>
                <a:lnTo>
                  <a:pt x="57311" y="100273"/>
                </a:lnTo>
                <a:lnTo>
                  <a:pt x="66825" y="98932"/>
                </a:lnTo>
                <a:lnTo>
                  <a:pt x="76340" y="97354"/>
                </a:lnTo>
                <a:lnTo>
                  <a:pt x="85854" y="96195"/>
                </a:lnTo>
                <a:lnTo>
                  <a:pt x="95369" y="95650"/>
                </a:lnTo>
                <a:lnTo>
                  <a:pt x="104883" y="93336"/>
                </a:lnTo>
                <a:lnTo>
                  <a:pt x="108033" y="92790"/>
                </a:lnTo>
                <a:lnTo>
                  <a:pt x="114398" y="91586"/>
                </a:lnTo>
                <a:lnTo>
                  <a:pt x="123913" y="90074"/>
                </a:lnTo>
                <a:lnTo>
                  <a:pt x="133427" y="88672"/>
                </a:lnTo>
                <a:lnTo>
                  <a:pt x="142942" y="87107"/>
                </a:lnTo>
                <a:lnTo>
                  <a:pt x="152456" y="86229"/>
                </a:lnTo>
                <a:lnTo>
                  <a:pt x="161971" y="84596"/>
                </a:lnTo>
                <a:lnTo>
                  <a:pt x="168603" y="83308"/>
                </a:lnTo>
                <a:lnTo>
                  <a:pt x="171486" y="82586"/>
                </a:lnTo>
                <a:lnTo>
                  <a:pt x="181000" y="80798"/>
                </a:lnTo>
                <a:lnTo>
                  <a:pt x="190515" y="79664"/>
                </a:lnTo>
                <a:lnTo>
                  <a:pt x="200029" y="78464"/>
                </a:lnTo>
                <a:lnTo>
                  <a:pt x="209544" y="76812"/>
                </a:lnTo>
                <a:lnTo>
                  <a:pt x="219058" y="76122"/>
                </a:lnTo>
                <a:lnTo>
                  <a:pt x="228461" y="73826"/>
                </a:lnTo>
                <a:lnTo>
                  <a:pt x="228573" y="73785"/>
                </a:lnTo>
                <a:lnTo>
                  <a:pt x="238088" y="72148"/>
                </a:lnTo>
                <a:lnTo>
                  <a:pt x="247602" y="67945"/>
                </a:lnTo>
                <a:lnTo>
                  <a:pt x="249711" y="64343"/>
                </a:lnTo>
                <a:lnTo>
                  <a:pt x="249644" y="54861"/>
                </a:lnTo>
                <a:lnTo>
                  <a:pt x="249644" y="45379"/>
                </a:lnTo>
                <a:lnTo>
                  <a:pt x="249656" y="35897"/>
                </a:lnTo>
                <a:lnTo>
                  <a:pt x="249656" y="26414"/>
                </a:lnTo>
                <a:lnTo>
                  <a:pt x="249656" y="16932"/>
                </a:lnTo>
                <a:lnTo>
                  <a:pt x="250655" y="7450"/>
                </a:lnTo>
                <a:close/>
              </a:path>
            </a:pathLst>
          </a:custGeom>
          <a:solidFill xmlns:a="http://schemas.openxmlformats.org/drawingml/2006/main">
            <a:srgbClr val="000000"/>
          </a:solidFill>
          <a:ln xmlns:a="http://schemas.openxmlformats.org/drawingml/2006/main" w="0">
            <a:noFill/>
            <a:prstDash val="solid"/>
          </a:ln>
        </p:spPr>
      </p:sp>
      <p:sp>
        <p:nvSpPr>
          <p:cNvPr id="118" name="pdf-path-111">
            <a:extLst xmlns:a="http://schemas.openxmlformats.org/drawingml/2006/main">
              <a:ext uri="{FF2B5EF4-FFF2-40B4-BE49-F238E27FC236}">
                <a16:creationId xmlns:a16="http://schemas.microsoft.com/office/drawing/2014/main" id="{70085FF1-C404-4D16-98D8-6F823DEB754B}"/>
              </a:ext>
            </a:extLst>
          </p:cNvPr>
          <p:cNvSpPr>
            <a:spLocks xmlns:a="http://schemas.openxmlformats.org/drawingml/2006/main" noGrp="1"/>
          </p:cNvSpPr>
          <p:nvPr/>
        </p:nvSpPr>
        <p:spPr>
          <a:xfrm xmlns:a="http://schemas.openxmlformats.org/drawingml/2006/main" rot="0">
            <a:off x="679543" y="2135629"/>
            <a:ext cx="2317606" cy="1447047"/>
          </a:xfrm>
          <a:custGeom xmlns:a="http://schemas.openxmlformats.org/drawingml/2006/main">
            <a:pathLst>
              <a:path w="2317606" h="1447047">
                <a:moveTo>
                  <a:pt x="2317606" y="1385904"/>
                </a:moveTo>
                <a:lnTo>
                  <a:pt x="116463" y="1385904"/>
                </a:lnTo>
                <a:lnTo>
                  <a:pt x="116463" y="205265"/>
                </a:lnTo>
                <a:lnTo>
                  <a:pt x="171783" y="205265"/>
                </a:lnTo>
                <a:lnTo>
                  <a:pt x="85892" y="0"/>
                </a:lnTo>
                <a:lnTo>
                  <a:pt x="0" y="205265"/>
                </a:lnTo>
                <a:lnTo>
                  <a:pt x="53864" y="205265"/>
                </a:lnTo>
                <a:lnTo>
                  <a:pt x="53864" y="1447047"/>
                </a:lnTo>
                <a:lnTo>
                  <a:pt x="2317606" y="1447047"/>
                </a:lnTo>
                <a:lnTo>
                  <a:pt x="2317606" y="1385904"/>
                </a:lnTo>
              </a:path>
            </a:pathLst>
          </a:custGeom>
          <a:solidFill xmlns:a="http://schemas.openxmlformats.org/drawingml/2006/main">
            <a:srgbClr val="000000"/>
          </a:solidFill>
          <a:ln xmlns:a="http://schemas.openxmlformats.org/drawingml/2006/main" w="0">
            <a:noFill/>
            <a:prstDash val="solid"/>
          </a:ln>
        </p:spPr>
      </p:sp>
      <p:sp>
        <p:nvSpPr>
          <p:cNvPr id="119" name="pdf-path-112">
            <a:extLst xmlns:a="http://schemas.openxmlformats.org/drawingml/2006/main">
              <a:ext uri="{FF2B5EF4-FFF2-40B4-BE49-F238E27FC236}">
                <a16:creationId xmlns:a16="http://schemas.microsoft.com/office/drawing/2014/main" id="{EF3BD151-05A8-46B4-82CA-5094F1E71DA6}"/>
              </a:ext>
            </a:extLst>
          </p:cNvPr>
          <p:cNvSpPr>
            <a:spLocks xmlns:a="http://schemas.openxmlformats.org/drawingml/2006/main" noGrp="1"/>
          </p:cNvSpPr>
          <p:nvPr/>
        </p:nvSpPr>
        <p:spPr>
          <a:xfrm xmlns:a="http://schemas.openxmlformats.org/drawingml/2006/main" rot="0">
            <a:off x="665337" y="2112118"/>
            <a:ext cx="2340897" cy="1479851"/>
          </a:xfrm>
          <a:custGeom xmlns:a="http://schemas.openxmlformats.org/drawingml/2006/main">
            <a:pathLst>
              <a:path w="2340897" h="1479851">
                <a:moveTo>
                  <a:pt x="130608" y="1399649"/>
                </a:moveTo>
                <a:lnTo>
                  <a:pt x="139706" y="1408748"/>
                </a:lnTo>
                <a:lnTo>
                  <a:pt x="139706" y="229480"/>
                </a:lnTo>
                <a:lnTo>
                  <a:pt x="130608" y="238579"/>
                </a:lnTo>
                <a:lnTo>
                  <a:pt x="199211" y="238579"/>
                </a:lnTo>
                <a:lnTo>
                  <a:pt x="99600" y="0"/>
                </a:lnTo>
                <a:lnTo>
                  <a:pt x="0" y="238579"/>
                </a:lnTo>
                <a:lnTo>
                  <a:pt x="68603" y="238579"/>
                </a:lnTo>
                <a:lnTo>
                  <a:pt x="59505" y="229480"/>
                </a:lnTo>
                <a:lnTo>
                  <a:pt x="59505" y="1479851"/>
                </a:lnTo>
                <a:lnTo>
                  <a:pt x="2340897" y="1479851"/>
                </a:lnTo>
                <a:lnTo>
                  <a:pt x="2340897" y="1399649"/>
                </a:lnTo>
                <a:lnTo>
                  <a:pt x="130608" y="1399649"/>
                </a:lnTo>
                <a:moveTo>
                  <a:pt x="2331798" y="1417847"/>
                </a:moveTo>
                <a:lnTo>
                  <a:pt x="2322699" y="1408748"/>
                </a:lnTo>
                <a:lnTo>
                  <a:pt x="2322699" y="1470753"/>
                </a:lnTo>
                <a:lnTo>
                  <a:pt x="2331798" y="1461654"/>
                </a:lnTo>
                <a:lnTo>
                  <a:pt x="68603" y="1461654"/>
                </a:lnTo>
                <a:lnTo>
                  <a:pt x="77702" y="1470753"/>
                </a:lnTo>
                <a:lnTo>
                  <a:pt x="77702" y="220381"/>
                </a:lnTo>
                <a:lnTo>
                  <a:pt x="13660" y="220381"/>
                </a:lnTo>
                <a:lnTo>
                  <a:pt x="22055" y="232985"/>
                </a:lnTo>
                <a:lnTo>
                  <a:pt x="108006" y="27127"/>
                </a:lnTo>
                <a:lnTo>
                  <a:pt x="91205" y="27127"/>
                </a:lnTo>
                <a:lnTo>
                  <a:pt x="177156" y="232985"/>
                </a:lnTo>
                <a:lnTo>
                  <a:pt x="185551" y="220381"/>
                </a:lnTo>
                <a:lnTo>
                  <a:pt x="121509" y="220381"/>
                </a:lnTo>
                <a:lnTo>
                  <a:pt x="121509" y="1417847"/>
                </a:lnTo>
                <a:lnTo>
                  <a:pt x="2331798" y="1417847"/>
                </a:lnTo>
              </a:path>
            </a:pathLst>
          </a:custGeom>
          <a:solidFill xmlns:a="http://schemas.openxmlformats.org/drawingml/2006/main">
            <a:srgbClr val="042433"/>
          </a:solidFill>
          <a:ln xmlns:a="http://schemas.openxmlformats.org/drawingml/2006/main" w="0">
            <a:noFill/>
            <a:prstDash val="solid"/>
          </a:ln>
        </p:spPr>
      </p:sp>
      <p:sp>
        <p:nvSpPr>
          <p:cNvPr id="120" name="pdf-path-113">
            <a:extLst xmlns:a="http://schemas.openxmlformats.org/drawingml/2006/main">
              <a:ext uri="{FF2B5EF4-FFF2-40B4-BE49-F238E27FC236}">
                <a16:creationId xmlns:a16="http://schemas.microsoft.com/office/drawing/2014/main" id="{551ABDF7-B744-4E8B-9F82-F99A484D49F5}"/>
              </a:ext>
            </a:extLst>
          </p:cNvPr>
          <p:cNvSpPr>
            <a:spLocks xmlns:a="http://schemas.openxmlformats.org/drawingml/2006/main" noGrp="1"/>
          </p:cNvSpPr>
          <p:nvPr/>
        </p:nvSpPr>
        <p:spPr>
          <a:xfrm xmlns:a="http://schemas.openxmlformats.org/drawingml/2006/main" rot="0">
            <a:off x="4412168" y="980987"/>
            <a:ext cx="2538847" cy="463146"/>
          </a:xfrm>
          <a:custGeom xmlns:a="http://schemas.openxmlformats.org/drawingml/2006/main">
            <a:pathLst>
              <a:path w="2538847" h="463146">
                <a:moveTo>
                  <a:pt x="75701" y="463146"/>
                </a:moveTo>
                <a:lnTo>
                  <a:pt x="206721" y="394724"/>
                </a:lnTo>
                <a:lnTo>
                  <a:pt x="147034" y="394724"/>
                </a:lnTo>
                <a:cubicBezTo>
                  <a:pt x="321934" y="174197"/>
                  <a:pt x="1322893" y="4113"/>
                  <a:pt x="2538847" y="73"/>
                </a:cubicBezTo>
                <a:cubicBezTo>
                  <a:pt x="2523914" y="24"/>
                  <a:pt x="2509161" y="0"/>
                  <a:pt x="2494384" y="0"/>
                </a:cubicBezTo>
                <a:cubicBezTo>
                  <a:pt x="1258281" y="0"/>
                  <a:pt x="234902" y="171600"/>
                  <a:pt x="58231" y="394724"/>
                </a:cubicBezTo>
                <a:lnTo>
                  <a:pt x="0" y="394724"/>
                </a:lnTo>
                <a:lnTo>
                  <a:pt x="75701" y="463146"/>
                </a:lnTo>
              </a:path>
            </a:pathLst>
          </a:custGeom>
          <a:solidFill xmlns:a="http://schemas.openxmlformats.org/drawingml/2006/main">
            <a:srgbClr val="000000"/>
          </a:solidFill>
          <a:ln xmlns:a="http://schemas.openxmlformats.org/drawingml/2006/main" w="0">
            <a:noFill/>
            <a:prstDash val="solid"/>
          </a:ln>
        </p:spPr>
      </p:sp>
      <p:sp>
        <p:nvSpPr>
          <p:cNvPr id="121" name="vergsa-source-component-19-native-arrow-0">
            <a:extLst xmlns:a="http://schemas.openxmlformats.org/drawingml/2006/main">
              <a:ext uri="{FF2B5EF4-FFF2-40B4-BE49-F238E27FC236}">
                <a16:creationId xmlns:a16="http://schemas.microsoft.com/office/drawing/2014/main" id="{8BE1F596-EF20-436D-B426-1FE6AF288112}"/>
              </a:ext>
            </a:extLst>
          </p:cNvPr>
          <p:cNvSpPr>
            <a:spLocks xmlns:a="http://schemas.openxmlformats.org/drawingml/2006/main" noGrp="1"/>
          </p:cNvSpPr>
          <p:nvPr/>
        </p:nvSpPr>
        <p:spPr>
          <a:xfrm xmlns:a="http://schemas.openxmlformats.org/drawingml/2006/main" rot="0">
            <a:off x="7468402" y="992448"/>
            <a:ext cx="22060" cy="368"/>
          </a:xfrm>
          <a:custGeom xmlns:a="http://schemas.openxmlformats.org/drawingml/2006/main">
            <a:pathLst>
              <a:path w="22060" h="368">
                <a:moveTo>
                  <a:pt x="0" y="184"/>
                </a:moveTo>
                <a:lnTo>
                  <a:pt x="369" y="0"/>
                </a:lnTo>
                <a:lnTo>
                  <a:pt x="9877" y="0"/>
                </a:lnTo>
                <a:lnTo>
                  <a:pt x="19386" y="0"/>
                </a:lnTo>
                <a:lnTo>
                  <a:pt x="22060" y="184"/>
                </a:lnTo>
                <a:lnTo>
                  <a:pt x="19386" y="368"/>
                </a:lnTo>
                <a:lnTo>
                  <a:pt x="9877" y="368"/>
                </a:lnTo>
                <a:lnTo>
                  <a:pt x="369" y="368"/>
                </a:lnTo>
                <a:lnTo>
                  <a:pt x="0" y="184"/>
                </a:lnTo>
                <a:close/>
              </a:path>
            </a:pathLst>
          </a:custGeom>
          <a:solidFill xmlns:a="http://schemas.openxmlformats.org/drawingml/2006/main">
            <a:srgbClr val="000000"/>
          </a:solidFill>
          <a:ln xmlns:a="http://schemas.openxmlformats.org/drawingml/2006/main" w="0">
            <a:noFill/>
            <a:prstDash val="solid"/>
          </a:ln>
        </p:spPr>
      </p:sp>
      <p:sp>
        <p:nvSpPr>
          <p:cNvPr id="122" name="vergsa-source-component-19-native-arrow-1">
            <a:extLst xmlns:a="http://schemas.openxmlformats.org/drawingml/2006/main">
              <a:ext uri="{FF2B5EF4-FFF2-40B4-BE49-F238E27FC236}">
                <a16:creationId xmlns:a16="http://schemas.microsoft.com/office/drawing/2014/main" id="{77CDA344-E0F2-4EB5-8FA6-3E69BBA23BA5}"/>
              </a:ext>
            </a:extLst>
          </p:cNvPr>
          <p:cNvSpPr>
            <a:spLocks xmlns:a="http://schemas.openxmlformats.org/drawingml/2006/main" noGrp="1"/>
          </p:cNvSpPr>
          <p:nvPr/>
        </p:nvSpPr>
        <p:spPr>
          <a:xfrm xmlns:a="http://schemas.openxmlformats.org/drawingml/2006/main" rot="0">
            <a:off x="7524294" y="992448"/>
            <a:ext cx="21043" cy="368"/>
          </a:xfrm>
          <a:custGeom xmlns:a="http://schemas.openxmlformats.org/drawingml/2006/main">
            <a:pathLst>
              <a:path w="21043" h="368">
                <a:moveTo>
                  <a:pt x="0" y="184"/>
                </a:moveTo>
                <a:lnTo>
                  <a:pt x="1528" y="0"/>
                </a:lnTo>
                <a:lnTo>
                  <a:pt x="11037" y="0"/>
                </a:lnTo>
                <a:lnTo>
                  <a:pt x="20545" y="0"/>
                </a:lnTo>
                <a:lnTo>
                  <a:pt x="21043" y="184"/>
                </a:lnTo>
                <a:lnTo>
                  <a:pt x="20545" y="368"/>
                </a:lnTo>
                <a:lnTo>
                  <a:pt x="11037" y="368"/>
                </a:lnTo>
                <a:lnTo>
                  <a:pt x="1528" y="368"/>
                </a:lnTo>
                <a:lnTo>
                  <a:pt x="0" y="184"/>
                </a:lnTo>
                <a:close/>
              </a:path>
            </a:pathLst>
          </a:custGeom>
          <a:solidFill xmlns:a="http://schemas.openxmlformats.org/drawingml/2006/main">
            <a:srgbClr val="000000"/>
          </a:solidFill>
          <a:ln xmlns:a="http://schemas.openxmlformats.org/drawingml/2006/main" w="0">
            <a:noFill/>
            <a:prstDash val="solid"/>
          </a:ln>
        </p:spPr>
      </p:sp>
      <p:sp>
        <p:nvSpPr>
          <p:cNvPr id="123" name="vergsa-source-component-19-native-arrow-2">
            <a:extLst xmlns:a="http://schemas.openxmlformats.org/drawingml/2006/main">
              <a:ext uri="{FF2B5EF4-FFF2-40B4-BE49-F238E27FC236}">
                <a16:creationId xmlns:a16="http://schemas.microsoft.com/office/drawing/2014/main" id="{9206F4F5-E2EF-47F0-99E3-EED70E71E79B}"/>
              </a:ext>
            </a:extLst>
          </p:cNvPr>
          <p:cNvSpPr>
            <a:spLocks xmlns:a="http://schemas.openxmlformats.org/drawingml/2006/main" noGrp="1"/>
          </p:cNvSpPr>
          <p:nvPr/>
        </p:nvSpPr>
        <p:spPr>
          <a:xfrm xmlns:a="http://schemas.openxmlformats.org/drawingml/2006/main" rot="0">
            <a:off x="7646548" y="998905"/>
            <a:ext cx="109264" cy="6587"/>
          </a:xfrm>
          <a:custGeom xmlns:a="http://schemas.openxmlformats.org/drawingml/2006/main">
            <a:pathLst>
              <a:path w="109264" h="6587">
                <a:moveTo>
                  <a:pt x="0" y="3294"/>
                </a:moveTo>
                <a:lnTo>
                  <a:pt x="2887" y="2931"/>
                </a:lnTo>
                <a:lnTo>
                  <a:pt x="12395" y="3110"/>
                </a:lnTo>
                <a:lnTo>
                  <a:pt x="21904" y="3110"/>
                </a:lnTo>
                <a:lnTo>
                  <a:pt x="31412" y="261"/>
                </a:lnTo>
                <a:lnTo>
                  <a:pt x="40921" y="2043"/>
                </a:lnTo>
                <a:lnTo>
                  <a:pt x="50429" y="3110"/>
                </a:lnTo>
                <a:lnTo>
                  <a:pt x="59938" y="1350"/>
                </a:lnTo>
                <a:lnTo>
                  <a:pt x="69447" y="0"/>
                </a:lnTo>
                <a:lnTo>
                  <a:pt x="78955" y="997"/>
                </a:lnTo>
                <a:lnTo>
                  <a:pt x="88464" y="3110"/>
                </a:lnTo>
                <a:lnTo>
                  <a:pt x="97972" y="2725"/>
                </a:lnTo>
                <a:lnTo>
                  <a:pt x="107481" y="2652"/>
                </a:lnTo>
                <a:lnTo>
                  <a:pt x="109264" y="3294"/>
                </a:lnTo>
                <a:lnTo>
                  <a:pt x="107481" y="4405"/>
                </a:lnTo>
                <a:lnTo>
                  <a:pt x="97972" y="4161"/>
                </a:lnTo>
                <a:lnTo>
                  <a:pt x="88464" y="3478"/>
                </a:lnTo>
                <a:lnTo>
                  <a:pt x="78955" y="5590"/>
                </a:lnTo>
                <a:lnTo>
                  <a:pt x="69447" y="6587"/>
                </a:lnTo>
                <a:lnTo>
                  <a:pt x="59938" y="5237"/>
                </a:lnTo>
                <a:lnTo>
                  <a:pt x="50429" y="3478"/>
                </a:lnTo>
                <a:lnTo>
                  <a:pt x="40921" y="4544"/>
                </a:lnTo>
                <a:lnTo>
                  <a:pt x="31412" y="6326"/>
                </a:lnTo>
                <a:lnTo>
                  <a:pt x="21904" y="3478"/>
                </a:lnTo>
                <a:lnTo>
                  <a:pt x="12395" y="3478"/>
                </a:lnTo>
                <a:lnTo>
                  <a:pt x="2887" y="3635"/>
                </a:lnTo>
                <a:lnTo>
                  <a:pt x="0" y="3294"/>
                </a:lnTo>
                <a:close/>
              </a:path>
            </a:pathLst>
          </a:custGeom>
          <a:solidFill xmlns:a="http://schemas.openxmlformats.org/drawingml/2006/main">
            <a:srgbClr val="000000"/>
          </a:solidFill>
          <a:ln xmlns:a="http://schemas.openxmlformats.org/drawingml/2006/main" w="0">
            <a:noFill/>
            <a:prstDash val="solid"/>
          </a:ln>
        </p:spPr>
      </p:sp>
      <p:sp>
        <p:nvSpPr>
          <p:cNvPr id="124" name="vergsa-source-component-19-native-arrow-3">
            <a:extLst xmlns:a="http://schemas.openxmlformats.org/drawingml/2006/main">
              <a:ext uri="{FF2B5EF4-FFF2-40B4-BE49-F238E27FC236}">
                <a16:creationId xmlns:a16="http://schemas.microsoft.com/office/drawing/2014/main" id="{78ACE1AF-6559-46A8-980D-D60EE94BEF2A}"/>
              </a:ext>
            </a:extLst>
          </p:cNvPr>
          <p:cNvSpPr>
            <a:spLocks xmlns:a="http://schemas.openxmlformats.org/drawingml/2006/main" noGrp="1"/>
          </p:cNvSpPr>
          <p:nvPr/>
        </p:nvSpPr>
        <p:spPr>
          <a:xfrm xmlns:a="http://schemas.openxmlformats.org/drawingml/2006/main" rot="0">
            <a:off x="7793869" y="1008471"/>
            <a:ext cx="97817" cy="6587"/>
          </a:xfrm>
          <a:custGeom xmlns:a="http://schemas.openxmlformats.org/drawingml/2006/main">
            <a:pathLst>
              <a:path w="97817" h="6587">
                <a:moveTo>
                  <a:pt x="0" y="3294"/>
                </a:moveTo>
                <a:lnTo>
                  <a:pt x="7702" y="1792"/>
                </a:lnTo>
                <a:lnTo>
                  <a:pt x="17211" y="110"/>
                </a:lnTo>
                <a:lnTo>
                  <a:pt x="26719" y="110"/>
                </a:lnTo>
                <a:lnTo>
                  <a:pt x="36228" y="624"/>
                </a:lnTo>
                <a:lnTo>
                  <a:pt x="45736" y="0"/>
                </a:lnTo>
                <a:lnTo>
                  <a:pt x="55245" y="0"/>
                </a:lnTo>
                <a:lnTo>
                  <a:pt x="64753" y="300"/>
                </a:lnTo>
                <a:lnTo>
                  <a:pt x="74262" y="1298"/>
                </a:lnTo>
                <a:lnTo>
                  <a:pt x="83771" y="1298"/>
                </a:lnTo>
                <a:lnTo>
                  <a:pt x="93279" y="1513"/>
                </a:lnTo>
                <a:lnTo>
                  <a:pt x="97817" y="3294"/>
                </a:lnTo>
                <a:lnTo>
                  <a:pt x="93279" y="6472"/>
                </a:lnTo>
                <a:lnTo>
                  <a:pt x="83771" y="5855"/>
                </a:lnTo>
                <a:lnTo>
                  <a:pt x="74262" y="5855"/>
                </a:lnTo>
                <a:lnTo>
                  <a:pt x="64753" y="6437"/>
                </a:lnTo>
                <a:lnTo>
                  <a:pt x="55245" y="6587"/>
                </a:lnTo>
                <a:lnTo>
                  <a:pt x="45736" y="6587"/>
                </a:lnTo>
                <a:lnTo>
                  <a:pt x="36228" y="5912"/>
                </a:lnTo>
                <a:lnTo>
                  <a:pt x="26719" y="6365"/>
                </a:lnTo>
                <a:lnTo>
                  <a:pt x="17211" y="6365"/>
                </a:lnTo>
                <a:lnTo>
                  <a:pt x="7702" y="4729"/>
                </a:lnTo>
                <a:lnTo>
                  <a:pt x="0" y="3294"/>
                </a:lnTo>
                <a:close/>
              </a:path>
            </a:pathLst>
          </a:custGeom>
          <a:solidFill xmlns:a="http://schemas.openxmlformats.org/drawingml/2006/main">
            <a:srgbClr val="000000"/>
          </a:solidFill>
          <a:ln xmlns:a="http://schemas.openxmlformats.org/drawingml/2006/main" w="0">
            <a:noFill/>
            <a:prstDash val="solid"/>
          </a:ln>
        </p:spPr>
      </p:sp>
      <p:sp>
        <p:nvSpPr>
          <p:cNvPr id="125" name="vergsa-source-component-19-native-arrow-4">
            <a:extLst xmlns:a="http://schemas.openxmlformats.org/drawingml/2006/main">
              <a:ext uri="{FF2B5EF4-FFF2-40B4-BE49-F238E27FC236}">
                <a16:creationId xmlns:a16="http://schemas.microsoft.com/office/drawing/2014/main" id="{7C50FCA3-E6EF-4241-B091-297BDB905D94}"/>
              </a:ext>
            </a:extLst>
          </p:cNvPr>
          <p:cNvSpPr>
            <a:spLocks xmlns:a="http://schemas.openxmlformats.org/drawingml/2006/main" noGrp="1"/>
          </p:cNvSpPr>
          <p:nvPr/>
        </p:nvSpPr>
        <p:spPr>
          <a:xfrm xmlns:a="http://schemas.openxmlformats.org/drawingml/2006/main" rot="0">
            <a:off x="7911282" y="1016401"/>
            <a:ext cx="97245" cy="9560"/>
          </a:xfrm>
          <a:custGeom xmlns:a="http://schemas.openxmlformats.org/drawingml/2006/main">
            <a:pathLst>
              <a:path w="97245" h="9560">
                <a:moveTo>
                  <a:pt x="0" y="4930"/>
                </a:moveTo>
                <a:lnTo>
                  <a:pt x="4393" y="1300"/>
                </a:lnTo>
                <a:lnTo>
                  <a:pt x="13901" y="2280"/>
                </a:lnTo>
                <a:lnTo>
                  <a:pt x="23410" y="2111"/>
                </a:lnTo>
                <a:lnTo>
                  <a:pt x="32918" y="0"/>
                </a:lnTo>
                <a:lnTo>
                  <a:pt x="42427" y="1473"/>
                </a:lnTo>
                <a:lnTo>
                  <a:pt x="51935" y="1141"/>
                </a:lnTo>
                <a:lnTo>
                  <a:pt x="61444" y="518"/>
                </a:lnTo>
                <a:lnTo>
                  <a:pt x="70953" y="2017"/>
                </a:lnTo>
                <a:lnTo>
                  <a:pt x="80461" y="2017"/>
                </a:lnTo>
                <a:lnTo>
                  <a:pt x="89970" y="3205"/>
                </a:lnTo>
                <a:lnTo>
                  <a:pt x="97245" y="4930"/>
                </a:lnTo>
                <a:lnTo>
                  <a:pt x="89970" y="8285"/>
                </a:lnTo>
                <a:lnTo>
                  <a:pt x="80461" y="9381"/>
                </a:lnTo>
                <a:lnTo>
                  <a:pt x="70953" y="8032"/>
                </a:lnTo>
                <a:lnTo>
                  <a:pt x="61444" y="9560"/>
                </a:lnTo>
                <a:lnTo>
                  <a:pt x="51935" y="8780"/>
                </a:lnTo>
                <a:lnTo>
                  <a:pt x="42427" y="8330"/>
                </a:lnTo>
                <a:lnTo>
                  <a:pt x="32918" y="9194"/>
                </a:lnTo>
                <a:lnTo>
                  <a:pt x="23410" y="7227"/>
                </a:lnTo>
                <a:lnTo>
                  <a:pt x="13901" y="7080"/>
                </a:lnTo>
                <a:lnTo>
                  <a:pt x="4393" y="6425"/>
                </a:lnTo>
                <a:lnTo>
                  <a:pt x="0" y="4930"/>
                </a:lnTo>
                <a:close/>
              </a:path>
            </a:pathLst>
          </a:custGeom>
          <a:solidFill xmlns:a="http://schemas.openxmlformats.org/drawingml/2006/main">
            <a:srgbClr val="000000"/>
          </a:solidFill>
          <a:ln xmlns:a="http://schemas.openxmlformats.org/drawingml/2006/main" w="0">
            <a:noFill/>
            <a:prstDash val="solid"/>
          </a:ln>
        </p:spPr>
      </p:sp>
      <p:sp>
        <p:nvSpPr>
          <p:cNvPr id="126" name="vergsa-source-component-19-native-arrow-5">
            <a:extLst xmlns:a="http://schemas.openxmlformats.org/drawingml/2006/main">
              <a:ext uri="{FF2B5EF4-FFF2-40B4-BE49-F238E27FC236}">
                <a16:creationId xmlns:a16="http://schemas.microsoft.com/office/drawing/2014/main" id="{D9AA0761-ADFB-40A9-8BAD-944430E47A65}"/>
              </a:ext>
            </a:extLst>
          </p:cNvPr>
          <p:cNvSpPr>
            <a:spLocks xmlns:a="http://schemas.openxmlformats.org/drawingml/2006/main" noGrp="1"/>
          </p:cNvSpPr>
          <p:nvPr/>
        </p:nvSpPr>
        <p:spPr>
          <a:xfrm xmlns:a="http://schemas.openxmlformats.org/drawingml/2006/main" rot="0">
            <a:off x="8016109" y="1025038"/>
            <a:ext cx="1435313" cy="421188"/>
          </a:xfrm>
          <a:custGeom xmlns:a="http://schemas.openxmlformats.org/drawingml/2006/main">
            <a:pathLst>
              <a:path w="1435313" h="421188">
                <a:moveTo>
                  <a:pt x="0" y="5860"/>
                </a:moveTo>
                <a:lnTo>
                  <a:pt x="4160" y="0"/>
                </a:lnTo>
                <a:lnTo>
                  <a:pt x="13669" y="3938"/>
                </a:lnTo>
                <a:lnTo>
                  <a:pt x="23177" y="954"/>
                </a:lnTo>
                <a:lnTo>
                  <a:pt x="32686" y="1325"/>
                </a:lnTo>
                <a:lnTo>
                  <a:pt x="42194" y="1329"/>
                </a:lnTo>
                <a:lnTo>
                  <a:pt x="51703" y="984"/>
                </a:lnTo>
                <a:lnTo>
                  <a:pt x="61212" y="1809"/>
                </a:lnTo>
                <a:lnTo>
                  <a:pt x="70720" y="2163"/>
                </a:lnTo>
                <a:lnTo>
                  <a:pt x="80229" y="2495"/>
                </a:lnTo>
                <a:lnTo>
                  <a:pt x="89737" y="4869"/>
                </a:lnTo>
                <a:lnTo>
                  <a:pt x="99246" y="4869"/>
                </a:lnTo>
                <a:lnTo>
                  <a:pt x="101716" y="5860"/>
                </a:lnTo>
                <a:lnTo>
                  <a:pt x="108754" y="10059"/>
                </a:lnTo>
                <a:lnTo>
                  <a:pt x="118263" y="10273"/>
                </a:lnTo>
                <a:lnTo>
                  <a:pt x="127772" y="9551"/>
                </a:lnTo>
                <a:lnTo>
                  <a:pt x="137280" y="10563"/>
                </a:lnTo>
                <a:lnTo>
                  <a:pt x="146789" y="10138"/>
                </a:lnTo>
                <a:lnTo>
                  <a:pt x="156297" y="11112"/>
                </a:lnTo>
                <a:lnTo>
                  <a:pt x="165806" y="11188"/>
                </a:lnTo>
                <a:lnTo>
                  <a:pt x="175314" y="13178"/>
                </a:lnTo>
                <a:lnTo>
                  <a:pt x="184823" y="13178"/>
                </a:lnTo>
                <a:lnTo>
                  <a:pt x="192441" y="15426"/>
                </a:lnTo>
                <a:lnTo>
                  <a:pt x="194332" y="17818"/>
                </a:lnTo>
                <a:lnTo>
                  <a:pt x="203840" y="17624"/>
                </a:lnTo>
                <a:lnTo>
                  <a:pt x="213349" y="19528"/>
                </a:lnTo>
                <a:lnTo>
                  <a:pt x="222857" y="18922"/>
                </a:lnTo>
                <a:lnTo>
                  <a:pt x="232366" y="19756"/>
                </a:lnTo>
                <a:lnTo>
                  <a:pt x="241875" y="20178"/>
                </a:lnTo>
                <a:lnTo>
                  <a:pt x="251383" y="21056"/>
                </a:lnTo>
                <a:lnTo>
                  <a:pt x="260892" y="21808"/>
                </a:lnTo>
                <a:lnTo>
                  <a:pt x="270400" y="23267"/>
                </a:lnTo>
                <a:lnTo>
                  <a:pt x="279635" y="24993"/>
                </a:lnTo>
                <a:lnTo>
                  <a:pt x="279909" y="25101"/>
                </a:lnTo>
                <a:lnTo>
                  <a:pt x="289417" y="27719"/>
                </a:lnTo>
                <a:lnTo>
                  <a:pt x="298926" y="28116"/>
                </a:lnTo>
                <a:lnTo>
                  <a:pt x="308435" y="28982"/>
                </a:lnTo>
                <a:lnTo>
                  <a:pt x="317943" y="29366"/>
                </a:lnTo>
                <a:lnTo>
                  <a:pt x="327452" y="30454"/>
                </a:lnTo>
                <a:lnTo>
                  <a:pt x="336960" y="30740"/>
                </a:lnTo>
                <a:lnTo>
                  <a:pt x="346469" y="33185"/>
                </a:lnTo>
                <a:lnTo>
                  <a:pt x="355978" y="33991"/>
                </a:lnTo>
                <a:lnTo>
                  <a:pt x="357444" y="34559"/>
                </a:lnTo>
                <a:lnTo>
                  <a:pt x="365486" y="37061"/>
                </a:lnTo>
                <a:lnTo>
                  <a:pt x="374995" y="37451"/>
                </a:lnTo>
                <a:lnTo>
                  <a:pt x="384503" y="38488"/>
                </a:lnTo>
                <a:lnTo>
                  <a:pt x="394012" y="39397"/>
                </a:lnTo>
                <a:lnTo>
                  <a:pt x="403520" y="39689"/>
                </a:lnTo>
                <a:lnTo>
                  <a:pt x="413029" y="41463"/>
                </a:lnTo>
                <a:lnTo>
                  <a:pt x="422538" y="42691"/>
                </a:lnTo>
                <a:lnTo>
                  <a:pt x="427605" y="44126"/>
                </a:lnTo>
                <a:lnTo>
                  <a:pt x="432046" y="45221"/>
                </a:lnTo>
                <a:lnTo>
                  <a:pt x="441555" y="46569"/>
                </a:lnTo>
                <a:lnTo>
                  <a:pt x="451063" y="47481"/>
                </a:lnTo>
                <a:lnTo>
                  <a:pt x="460572" y="48694"/>
                </a:lnTo>
                <a:lnTo>
                  <a:pt x="470081" y="49185"/>
                </a:lnTo>
                <a:lnTo>
                  <a:pt x="479589" y="50293"/>
                </a:lnTo>
                <a:lnTo>
                  <a:pt x="489098" y="52257"/>
                </a:lnTo>
                <a:lnTo>
                  <a:pt x="494302" y="53692"/>
                </a:lnTo>
                <a:lnTo>
                  <a:pt x="498606" y="54740"/>
                </a:lnTo>
                <a:lnTo>
                  <a:pt x="508115" y="56343"/>
                </a:lnTo>
                <a:lnTo>
                  <a:pt x="517623" y="57645"/>
                </a:lnTo>
                <a:lnTo>
                  <a:pt x="527132" y="58131"/>
                </a:lnTo>
                <a:lnTo>
                  <a:pt x="536641" y="59181"/>
                </a:lnTo>
                <a:lnTo>
                  <a:pt x="546149" y="60305"/>
                </a:lnTo>
                <a:lnTo>
                  <a:pt x="555658" y="62202"/>
                </a:lnTo>
                <a:lnTo>
                  <a:pt x="558603" y="63259"/>
                </a:lnTo>
                <a:lnTo>
                  <a:pt x="565166" y="65025"/>
                </a:lnTo>
                <a:lnTo>
                  <a:pt x="574675" y="66754"/>
                </a:lnTo>
                <a:lnTo>
                  <a:pt x="584184" y="67585"/>
                </a:lnTo>
                <a:lnTo>
                  <a:pt x="593692" y="68389"/>
                </a:lnTo>
                <a:lnTo>
                  <a:pt x="603201" y="70077"/>
                </a:lnTo>
                <a:lnTo>
                  <a:pt x="612709" y="72484"/>
                </a:lnTo>
                <a:lnTo>
                  <a:pt x="613801" y="72826"/>
                </a:lnTo>
                <a:lnTo>
                  <a:pt x="622218" y="74637"/>
                </a:lnTo>
                <a:lnTo>
                  <a:pt x="631726" y="76033"/>
                </a:lnTo>
                <a:lnTo>
                  <a:pt x="641235" y="77362"/>
                </a:lnTo>
                <a:lnTo>
                  <a:pt x="650744" y="78180"/>
                </a:lnTo>
                <a:lnTo>
                  <a:pt x="660252" y="79908"/>
                </a:lnTo>
                <a:lnTo>
                  <a:pt x="669761" y="82129"/>
                </a:lnTo>
                <a:lnTo>
                  <a:pt x="670355" y="82392"/>
                </a:lnTo>
                <a:lnTo>
                  <a:pt x="679269" y="84860"/>
                </a:lnTo>
                <a:lnTo>
                  <a:pt x="688778" y="86175"/>
                </a:lnTo>
                <a:lnTo>
                  <a:pt x="698287" y="87208"/>
                </a:lnTo>
                <a:lnTo>
                  <a:pt x="707795" y="88140"/>
                </a:lnTo>
                <a:lnTo>
                  <a:pt x="717304" y="90178"/>
                </a:lnTo>
                <a:lnTo>
                  <a:pt x="722013" y="91959"/>
                </a:lnTo>
                <a:lnTo>
                  <a:pt x="726812" y="93491"/>
                </a:lnTo>
                <a:lnTo>
                  <a:pt x="736321" y="95509"/>
                </a:lnTo>
                <a:lnTo>
                  <a:pt x="745829" y="96584"/>
                </a:lnTo>
                <a:lnTo>
                  <a:pt x="755338" y="97798"/>
                </a:lnTo>
                <a:lnTo>
                  <a:pt x="764847" y="99277"/>
                </a:lnTo>
                <a:lnTo>
                  <a:pt x="771550" y="101525"/>
                </a:lnTo>
                <a:lnTo>
                  <a:pt x="774355" y="102436"/>
                </a:lnTo>
                <a:lnTo>
                  <a:pt x="783864" y="104547"/>
                </a:lnTo>
                <a:lnTo>
                  <a:pt x="793372" y="105970"/>
                </a:lnTo>
                <a:lnTo>
                  <a:pt x="802881" y="107155"/>
                </a:lnTo>
                <a:lnTo>
                  <a:pt x="812390" y="109842"/>
                </a:lnTo>
                <a:lnTo>
                  <a:pt x="815670" y="111092"/>
                </a:lnTo>
                <a:lnTo>
                  <a:pt x="821898" y="112903"/>
                </a:lnTo>
                <a:lnTo>
                  <a:pt x="831407" y="114642"/>
                </a:lnTo>
                <a:lnTo>
                  <a:pt x="840915" y="116018"/>
                </a:lnTo>
                <a:lnTo>
                  <a:pt x="850424" y="117437"/>
                </a:lnTo>
                <a:lnTo>
                  <a:pt x="859216" y="120658"/>
                </a:lnTo>
                <a:lnTo>
                  <a:pt x="859932" y="120972"/>
                </a:lnTo>
                <a:lnTo>
                  <a:pt x="869441" y="123379"/>
                </a:lnTo>
                <a:lnTo>
                  <a:pt x="878950" y="124687"/>
                </a:lnTo>
                <a:lnTo>
                  <a:pt x="888458" y="126120"/>
                </a:lnTo>
                <a:lnTo>
                  <a:pt x="897967" y="128613"/>
                </a:lnTo>
                <a:lnTo>
                  <a:pt x="901421" y="130225"/>
                </a:lnTo>
                <a:lnTo>
                  <a:pt x="907475" y="132379"/>
                </a:lnTo>
                <a:lnTo>
                  <a:pt x="916984" y="134287"/>
                </a:lnTo>
                <a:lnTo>
                  <a:pt x="926493" y="135633"/>
                </a:lnTo>
                <a:lnTo>
                  <a:pt x="936001" y="137400"/>
                </a:lnTo>
                <a:lnTo>
                  <a:pt x="941684" y="139792"/>
                </a:lnTo>
                <a:lnTo>
                  <a:pt x="945510" y="141275"/>
                </a:lnTo>
                <a:lnTo>
                  <a:pt x="955018" y="143499"/>
                </a:lnTo>
                <a:lnTo>
                  <a:pt x="964527" y="145364"/>
                </a:lnTo>
                <a:lnTo>
                  <a:pt x="974035" y="147984"/>
                </a:lnTo>
                <a:lnTo>
                  <a:pt x="976895" y="149358"/>
                </a:lnTo>
                <a:lnTo>
                  <a:pt x="983544" y="151672"/>
                </a:lnTo>
                <a:lnTo>
                  <a:pt x="993053" y="153460"/>
                </a:lnTo>
                <a:lnTo>
                  <a:pt x="1002561" y="155260"/>
                </a:lnTo>
                <a:lnTo>
                  <a:pt x="1012070" y="158741"/>
                </a:lnTo>
                <a:lnTo>
                  <a:pt x="1012404" y="158925"/>
                </a:lnTo>
                <a:lnTo>
                  <a:pt x="1021578" y="161849"/>
                </a:lnTo>
                <a:lnTo>
                  <a:pt x="1031087" y="163655"/>
                </a:lnTo>
                <a:lnTo>
                  <a:pt x="1040596" y="166007"/>
                </a:lnTo>
                <a:lnTo>
                  <a:pt x="1045698" y="168491"/>
                </a:lnTo>
                <a:lnTo>
                  <a:pt x="1050104" y="170391"/>
                </a:lnTo>
                <a:lnTo>
                  <a:pt x="1059613" y="172526"/>
                </a:lnTo>
                <a:lnTo>
                  <a:pt x="1069121" y="174330"/>
                </a:lnTo>
                <a:lnTo>
                  <a:pt x="1078286" y="178058"/>
                </a:lnTo>
                <a:lnTo>
                  <a:pt x="1078630" y="178242"/>
                </a:lnTo>
                <a:lnTo>
                  <a:pt x="1088138" y="181629"/>
                </a:lnTo>
                <a:lnTo>
                  <a:pt x="1097647" y="183335"/>
                </a:lnTo>
                <a:lnTo>
                  <a:pt x="1107156" y="187521"/>
                </a:lnTo>
                <a:lnTo>
                  <a:pt x="1107304" y="187624"/>
                </a:lnTo>
                <a:lnTo>
                  <a:pt x="1116664" y="191064"/>
                </a:lnTo>
                <a:lnTo>
                  <a:pt x="1126173" y="193093"/>
                </a:lnTo>
                <a:lnTo>
                  <a:pt x="1135681" y="196927"/>
                </a:lnTo>
                <a:lnTo>
                  <a:pt x="1136058" y="197191"/>
                </a:lnTo>
                <a:lnTo>
                  <a:pt x="1145190" y="200695"/>
                </a:lnTo>
                <a:lnTo>
                  <a:pt x="1154698" y="202652"/>
                </a:lnTo>
                <a:lnTo>
                  <a:pt x="1163241" y="206757"/>
                </a:lnTo>
                <a:lnTo>
                  <a:pt x="1164207" y="207379"/>
                </a:lnTo>
                <a:lnTo>
                  <a:pt x="1173716" y="210689"/>
                </a:lnTo>
                <a:lnTo>
                  <a:pt x="1183224" y="213411"/>
                </a:lnTo>
                <a:lnTo>
                  <a:pt x="1188716" y="216324"/>
                </a:lnTo>
                <a:lnTo>
                  <a:pt x="1192733" y="218310"/>
                </a:lnTo>
                <a:lnTo>
                  <a:pt x="1202241" y="221348"/>
                </a:lnTo>
                <a:lnTo>
                  <a:pt x="1211750" y="225549"/>
                </a:lnTo>
                <a:lnTo>
                  <a:pt x="1212171" y="225891"/>
                </a:lnTo>
                <a:lnTo>
                  <a:pt x="1221259" y="229809"/>
                </a:lnTo>
                <a:lnTo>
                  <a:pt x="1230767" y="233209"/>
                </a:lnTo>
                <a:lnTo>
                  <a:pt x="1234119" y="235457"/>
                </a:lnTo>
                <a:lnTo>
                  <a:pt x="1240276" y="238479"/>
                </a:lnTo>
                <a:lnTo>
                  <a:pt x="1249784" y="241175"/>
                </a:lnTo>
                <a:lnTo>
                  <a:pt x="1256228" y="245024"/>
                </a:lnTo>
                <a:lnTo>
                  <a:pt x="1259293" y="247010"/>
                </a:lnTo>
                <a:lnTo>
                  <a:pt x="1268801" y="250348"/>
                </a:lnTo>
                <a:lnTo>
                  <a:pt x="1275569" y="254590"/>
                </a:lnTo>
                <a:lnTo>
                  <a:pt x="1278310" y="256534"/>
                </a:lnTo>
                <a:lnTo>
                  <a:pt x="1287819" y="259972"/>
                </a:lnTo>
                <a:lnTo>
                  <a:pt x="1294449" y="264157"/>
                </a:lnTo>
                <a:lnTo>
                  <a:pt x="1297327" y="266228"/>
                </a:lnTo>
                <a:lnTo>
                  <a:pt x="1306836" y="270051"/>
                </a:lnTo>
                <a:lnTo>
                  <a:pt x="1311712" y="273723"/>
                </a:lnTo>
                <a:lnTo>
                  <a:pt x="1316344" y="276869"/>
                </a:lnTo>
                <a:lnTo>
                  <a:pt x="1325853" y="281242"/>
                </a:lnTo>
                <a:lnTo>
                  <a:pt x="1328070" y="283290"/>
                </a:lnTo>
                <a:lnTo>
                  <a:pt x="1335362" y="287883"/>
                </a:lnTo>
                <a:lnTo>
                  <a:pt x="1342186" y="292857"/>
                </a:lnTo>
                <a:lnTo>
                  <a:pt x="1344870" y="295131"/>
                </a:lnTo>
                <a:lnTo>
                  <a:pt x="1354379" y="299923"/>
                </a:lnTo>
                <a:lnTo>
                  <a:pt x="1356965" y="302423"/>
                </a:lnTo>
                <a:lnTo>
                  <a:pt x="1363887" y="307552"/>
                </a:lnTo>
                <a:lnTo>
                  <a:pt x="1368733" y="311990"/>
                </a:lnTo>
                <a:lnTo>
                  <a:pt x="1373396" y="315965"/>
                </a:lnTo>
                <a:lnTo>
                  <a:pt x="1379956" y="321556"/>
                </a:lnTo>
                <a:lnTo>
                  <a:pt x="1382904" y="324539"/>
                </a:lnTo>
                <a:lnTo>
                  <a:pt x="1389484" y="331123"/>
                </a:lnTo>
                <a:lnTo>
                  <a:pt x="1392413" y="334070"/>
                </a:lnTo>
                <a:lnTo>
                  <a:pt x="1398921" y="340689"/>
                </a:lnTo>
                <a:lnTo>
                  <a:pt x="1401922" y="343692"/>
                </a:lnTo>
                <a:lnTo>
                  <a:pt x="1407778" y="350256"/>
                </a:lnTo>
                <a:lnTo>
                  <a:pt x="1411430" y="354688"/>
                </a:lnTo>
                <a:lnTo>
                  <a:pt x="1415769" y="359823"/>
                </a:lnTo>
                <a:lnTo>
                  <a:pt x="1420441" y="369389"/>
                </a:lnTo>
                <a:lnTo>
                  <a:pt x="1420939" y="369964"/>
                </a:lnTo>
                <a:lnTo>
                  <a:pt x="1426132" y="378956"/>
                </a:lnTo>
                <a:lnTo>
                  <a:pt x="1429274" y="388522"/>
                </a:lnTo>
                <a:lnTo>
                  <a:pt x="1430447" y="390976"/>
                </a:lnTo>
                <a:lnTo>
                  <a:pt x="1433612" y="398089"/>
                </a:lnTo>
                <a:lnTo>
                  <a:pt x="1435313" y="407655"/>
                </a:lnTo>
                <a:lnTo>
                  <a:pt x="1434152" y="417222"/>
                </a:lnTo>
                <a:lnTo>
                  <a:pt x="1430447" y="420949"/>
                </a:lnTo>
                <a:lnTo>
                  <a:pt x="1420939" y="421188"/>
                </a:lnTo>
                <a:lnTo>
                  <a:pt x="1411430" y="421188"/>
                </a:lnTo>
                <a:lnTo>
                  <a:pt x="1401922" y="421188"/>
                </a:lnTo>
                <a:lnTo>
                  <a:pt x="1392413" y="421188"/>
                </a:lnTo>
                <a:lnTo>
                  <a:pt x="1382904" y="421188"/>
                </a:lnTo>
                <a:lnTo>
                  <a:pt x="1373396" y="421188"/>
                </a:lnTo>
                <a:lnTo>
                  <a:pt x="1363887" y="421188"/>
                </a:lnTo>
                <a:lnTo>
                  <a:pt x="1354379" y="421188"/>
                </a:lnTo>
                <a:lnTo>
                  <a:pt x="1347832" y="417222"/>
                </a:lnTo>
                <a:lnTo>
                  <a:pt x="1345719" y="407655"/>
                </a:lnTo>
                <a:lnTo>
                  <a:pt x="1344870" y="405307"/>
                </a:lnTo>
                <a:lnTo>
                  <a:pt x="1342311" y="398089"/>
                </a:lnTo>
                <a:lnTo>
                  <a:pt x="1339956" y="388522"/>
                </a:lnTo>
                <a:lnTo>
                  <a:pt x="1337662" y="378956"/>
                </a:lnTo>
                <a:lnTo>
                  <a:pt x="1335362" y="375876"/>
                </a:lnTo>
                <a:lnTo>
                  <a:pt x="1331011" y="369389"/>
                </a:lnTo>
                <a:lnTo>
                  <a:pt x="1325853" y="360252"/>
                </a:lnTo>
                <a:lnTo>
                  <a:pt x="1325437" y="359823"/>
                </a:lnTo>
                <a:lnTo>
                  <a:pt x="1319077" y="350256"/>
                </a:lnTo>
                <a:lnTo>
                  <a:pt x="1316344" y="347249"/>
                </a:lnTo>
                <a:lnTo>
                  <a:pt x="1310906" y="340689"/>
                </a:lnTo>
                <a:lnTo>
                  <a:pt x="1306836" y="336271"/>
                </a:lnTo>
                <a:lnTo>
                  <a:pt x="1301719" y="331123"/>
                </a:lnTo>
                <a:lnTo>
                  <a:pt x="1297327" y="327125"/>
                </a:lnTo>
                <a:lnTo>
                  <a:pt x="1290797" y="321556"/>
                </a:lnTo>
                <a:lnTo>
                  <a:pt x="1287819" y="318658"/>
                </a:lnTo>
                <a:lnTo>
                  <a:pt x="1279796" y="311990"/>
                </a:lnTo>
                <a:lnTo>
                  <a:pt x="1278310" y="310579"/>
                </a:lnTo>
                <a:lnTo>
                  <a:pt x="1268801" y="304720"/>
                </a:lnTo>
                <a:lnTo>
                  <a:pt x="1266304" y="302423"/>
                </a:lnTo>
                <a:lnTo>
                  <a:pt x="1259293" y="297652"/>
                </a:lnTo>
                <a:lnTo>
                  <a:pt x="1253178" y="292857"/>
                </a:lnTo>
                <a:lnTo>
                  <a:pt x="1249784" y="290014"/>
                </a:lnTo>
                <a:lnTo>
                  <a:pt x="1240276" y="285774"/>
                </a:lnTo>
                <a:lnTo>
                  <a:pt x="1237502" y="283290"/>
                </a:lnTo>
                <a:lnTo>
                  <a:pt x="1230767" y="279059"/>
                </a:lnTo>
                <a:lnTo>
                  <a:pt x="1222336" y="273723"/>
                </a:lnTo>
                <a:lnTo>
                  <a:pt x="1221259" y="272758"/>
                </a:lnTo>
                <a:lnTo>
                  <a:pt x="1211750" y="268841"/>
                </a:lnTo>
                <a:lnTo>
                  <a:pt x="1203857" y="264157"/>
                </a:lnTo>
                <a:lnTo>
                  <a:pt x="1202241" y="262873"/>
                </a:lnTo>
                <a:lnTo>
                  <a:pt x="1192733" y="258870"/>
                </a:lnTo>
                <a:lnTo>
                  <a:pt x="1184986" y="254590"/>
                </a:lnTo>
                <a:lnTo>
                  <a:pt x="1183224" y="253357"/>
                </a:lnTo>
                <a:lnTo>
                  <a:pt x="1173716" y="249658"/>
                </a:lnTo>
                <a:lnTo>
                  <a:pt x="1165693" y="245024"/>
                </a:lnTo>
                <a:lnTo>
                  <a:pt x="1164207" y="243896"/>
                </a:lnTo>
                <a:lnTo>
                  <a:pt x="1154698" y="240144"/>
                </a:lnTo>
                <a:lnTo>
                  <a:pt x="1145190" y="236171"/>
                </a:lnTo>
                <a:lnTo>
                  <a:pt x="1144344" y="235457"/>
                </a:lnTo>
                <a:lnTo>
                  <a:pt x="1135681" y="231429"/>
                </a:lnTo>
                <a:lnTo>
                  <a:pt x="1126173" y="228764"/>
                </a:lnTo>
                <a:lnTo>
                  <a:pt x="1121626" y="225891"/>
                </a:lnTo>
                <a:lnTo>
                  <a:pt x="1116664" y="223240"/>
                </a:lnTo>
                <a:lnTo>
                  <a:pt x="1107156" y="220659"/>
                </a:lnTo>
                <a:lnTo>
                  <a:pt x="1098103" y="216324"/>
                </a:lnTo>
                <a:lnTo>
                  <a:pt x="1097647" y="216011"/>
                </a:lnTo>
                <a:lnTo>
                  <a:pt x="1088138" y="212541"/>
                </a:lnTo>
                <a:lnTo>
                  <a:pt x="1078630" y="209828"/>
                </a:lnTo>
                <a:lnTo>
                  <a:pt x="1072632" y="206757"/>
                </a:lnTo>
                <a:lnTo>
                  <a:pt x="1069121" y="204992"/>
                </a:lnTo>
                <a:lnTo>
                  <a:pt x="1059613" y="202431"/>
                </a:lnTo>
                <a:lnTo>
                  <a:pt x="1050104" y="199187"/>
                </a:lnTo>
                <a:lnTo>
                  <a:pt x="1046369" y="197191"/>
                </a:lnTo>
                <a:lnTo>
                  <a:pt x="1040596" y="194799"/>
                </a:lnTo>
                <a:lnTo>
                  <a:pt x="1031087" y="192917"/>
                </a:lnTo>
                <a:lnTo>
                  <a:pt x="1021578" y="190456"/>
                </a:lnTo>
                <a:lnTo>
                  <a:pt x="1015696" y="187624"/>
                </a:lnTo>
                <a:lnTo>
                  <a:pt x="1012070" y="185950"/>
                </a:lnTo>
                <a:lnTo>
                  <a:pt x="1002561" y="183181"/>
                </a:lnTo>
                <a:lnTo>
                  <a:pt x="993053" y="181129"/>
                </a:lnTo>
                <a:lnTo>
                  <a:pt x="986523" y="178058"/>
                </a:lnTo>
                <a:lnTo>
                  <a:pt x="983544" y="176623"/>
                </a:lnTo>
                <a:lnTo>
                  <a:pt x="974035" y="174029"/>
                </a:lnTo>
                <a:lnTo>
                  <a:pt x="964527" y="172250"/>
                </a:lnTo>
                <a:lnTo>
                  <a:pt x="955018" y="168985"/>
                </a:lnTo>
                <a:lnTo>
                  <a:pt x="954236" y="168491"/>
                </a:lnTo>
                <a:lnTo>
                  <a:pt x="945510" y="165299"/>
                </a:lnTo>
                <a:lnTo>
                  <a:pt x="936001" y="163546"/>
                </a:lnTo>
                <a:lnTo>
                  <a:pt x="926493" y="160920"/>
                </a:lnTo>
                <a:lnTo>
                  <a:pt x="921927" y="158925"/>
                </a:lnTo>
                <a:lnTo>
                  <a:pt x="916984" y="157114"/>
                </a:lnTo>
                <a:lnTo>
                  <a:pt x="907475" y="154986"/>
                </a:lnTo>
                <a:lnTo>
                  <a:pt x="897967" y="153570"/>
                </a:lnTo>
                <a:lnTo>
                  <a:pt x="888458" y="150348"/>
                </a:lnTo>
                <a:lnTo>
                  <a:pt x="886458" y="149358"/>
                </a:lnTo>
                <a:lnTo>
                  <a:pt x="878950" y="146853"/>
                </a:lnTo>
                <a:lnTo>
                  <a:pt x="869441" y="145131"/>
                </a:lnTo>
                <a:lnTo>
                  <a:pt x="859932" y="143641"/>
                </a:lnTo>
                <a:lnTo>
                  <a:pt x="850424" y="140782"/>
                </a:lnTo>
                <a:lnTo>
                  <a:pt x="848424" y="139792"/>
                </a:lnTo>
                <a:lnTo>
                  <a:pt x="840915" y="137287"/>
                </a:lnTo>
                <a:lnTo>
                  <a:pt x="831407" y="135421"/>
                </a:lnTo>
                <a:lnTo>
                  <a:pt x="821898" y="134247"/>
                </a:lnTo>
                <a:lnTo>
                  <a:pt x="812390" y="132006"/>
                </a:lnTo>
                <a:lnTo>
                  <a:pt x="808664" y="130225"/>
                </a:lnTo>
                <a:lnTo>
                  <a:pt x="802881" y="128071"/>
                </a:lnTo>
                <a:lnTo>
                  <a:pt x="793372" y="126201"/>
                </a:lnTo>
                <a:lnTo>
                  <a:pt x="783864" y="125143"/>
                </a:lnTo>
                <a:lnTo>
                  <a:pt x="774355" y="123050"/>
                </a:lnTo>
                <a:lnTo>
                  <a:pt x="767081" y="120658"/>
                </a:lnTo>
                <a:lnTo>
                  <a:pt x="764847" y="119919"/>
                </a:lnTo>
                <a:lnTo>
                  <a:pt x="755338" y="117317"/>
                </a:lnTo>
                <a:lnTo>
                  <a:pt x="745829" y="116122"/>
                </a:lnTo>
                <a:lnTo>
                  <a:pt x="736321" y="114756"/>
                </a:lnTo>
                <a:lnTo>
                  <a:pt x="726812" y="112527"/>
                </a:lnTo>
                <a:lnTo>
                  <a:pt x="723756" y="111092"/>
                </a:lnTo>
                <a:lnTo>
                  <a:pt x="717304" y="108857"/>
                </a:lnTo>
                <a:lnTo>
                  <a:pt x="707795" y="107284"/>
                </a:lnTo>
                <a:lnTo>
                  <a:pt x="698287" y="106232"/>
                </a:lnTo>
                <a:lnTo>
                  <a:pt x="688778" y="104819"/>
                </a:lnTo>
                <a:lnTo>
                  <a:pt x="679269" y="102310"/>
                </a:lnTo>
                <a:lnTo>
                  <a:pt x="677320" y="101525"/>
                </a:lnTo>
                <a:lnTo>
                  <a:pt x="669761" y="99413"/>
                </a:lnTo>
                <a:lnTo>
                  <a:pt x="660252" y="97811"/>
                </a:lnTo>
                <a:lnTo>
                  <a:pt x="650744" y="96646"/>
                </a:lnTo>
                <a:lnTo>
                  <a:pt x="641235" y="95143"/>
                </a:lnTo>
                <a:lnTo>
                  <a:pt x="631726" y="92527"/>
                </a:lnTo>
                <a:lnTo>
                  <a:pt x="629912" y="91959"/>
                </a:lnTo>
                <a:lnTo>
                  <a:pt x="622218" y="90238"/>
                </a:lnTo>
                <a:lnTo>
                  <a:pt x="612709" y="88515"/>
                </a:lnTo>
                <a:lnTo>
                  <a:pt x="603201" y="87514"/>
                </a:lnTo>
                <a:lnTo>
                  <a:pt x="593692" y="86329"/>
                </a:lnTo>
                <a:lnTo>
                  <a:pt x="584184" y="84335"/>
                </a:lnTo>
                <a:lnTo>
                  <a:pt x="576667" y="82392"/>
                </a:lnTo>
                <a:lnTo>
                  <a:pt x="574675" y="81891"/>
                </a:lnTo>
                <a:lnTo>
                  <a:pt x="565166" y="80117"/>
                </a:lnTo>
                <a:lnTo>
                  <a:pt x="555658" y="78370"/>
                </a:lnTo>
                <a:lnTo>
                  <a:pt x="546149" y="77352"/>
                </a:lnTo>
                <a:lnTo>
                  <a:pt x="536641" y="76327"/>
                </a:lnTo>
                <a:lnTo>
                  <a:pt x="527132" y="74769"/>
                </a:lnTo>
                <a:lnTo>
                  <a:pt x="521570" y="72826"/>
                </a:lnTo>
                <a:lnTo>
                  <a:pt x="517623" y="71593"/>
                </a:lnTo>
                <a:lnTo>
                  <a:pt x="508115" y="69772"/>
                </a:lnTo>
                <a:lnTo>
                  <a:pt x="498606" y="69130"/>
                </a:lnTo>
                <a:lnTo>
                  <a:pt x="489098" y="68073"/>
                </a:lnTo>
                <a:lnTo>
                  <a:pt x="479589" y="66827"/>
                </a:lnTo>
                <a:lnTo>
                  <a:pt x="470081" y="65358"/>
                </a:lnTo>
                <a:lnTo>
                  <a:pt x="461793" y="63259"/>
                </a:lnTo>
                <a:lnTo>
                  <a:pt x="460572" y="62901"/>
                </a:lnTo>
                <a:lnTo>
                  <a:pt x="451063" y="60401"/>
                </a:lnTo>
                <a:lnTo>
                  <a:pt x="441555" y="59613"/>
                </a:lnTo>
                <a:lnTo>
                  <a:pt x="432046" y="58903"/>
                </a:lnTo>
                <a:lnTo>
                  <a:pt x="422538" y="57797"/>
                </a:lnTo>
                <a:lnTo>
                  <a:pt x="413029" y="56606"/>
                </a:lnTo>
                <a:lnTo>
                  <a:pt x="403520" y="55187"/>
                </a:lnTo>
                <a:lnTo>
                  <a:pt x="399708" y="53692"/>
                </a:lnTo>
                <a:lnTo>
                  <a:pt x="394012" y="51523"/>
                </a:lnTo>
                <a:lnTo>
                  <a:pt x="384503" y="50971"/>
                </a:lnTo>
                <a:lnTo>
                  <a:pt x="374995" y="49811"/>
                </a:lnTo>
                <a:lnTo>
                  <a:pt x="365486" y="48963"/>
                </a:lnTo>
                <a:lnTo>
                  <a:pt x="355978" y="48440"/>
                </a:lnTo>
                <a:lnTo>
                  <a:pt x="346469" y="46745"/>
                </a:lnTo>
                <a:lnTo>
                  <a:pt x="336960" y="45049"/>
                </a:lnTo>
                <a:lnTo>
                  <a:pt x="332800" y="44126"/>
                </a:lnTo>
                <a:lnTo>
                  <a:pt x="327452" y="42649"/>
                </a:lnTo>
                <a:lnTo>
                  <a:pt x="317943" y="41348"/>
                </a:lnTo>
                <a:lnTo>
                  <a:pt x="308435" y="40634"/>
                </a:lnTo>
                <a:lnTo>
                  <a:pt x="298926" y="39513"/>
                </a:lnTo>
                <a:lnTo>
                  <a:pt x="289417" y="39181"/>
                </a:lnTo>
                <a:lnTo>
                  <a:pt x="279909" y="38027"/>
                </a:lnTo>
                <a:lnTo>
                  <a:pt x="270400" y="36285"/>
                </a:lnTo>
                <a:lnTo>
                  <a:pt x="260892" y="35053"/>
                </a:lnTo>
                <a:lnTo>
                  <a:pt x="259703" y="34559"/>
                </a:lnTo>
                <a:lnTo>
                  <a:pt x="251383" y="31184"/>
                </a:lnTo>
                <a:lnTo>
                  <a:pt x="241875" y="31612"/>
                </a:lnTo>
                <a:lnTo>
                  <a:pt x="232366" y="30323"/>
                </a:lnTo>
                <a:lnTo>
                  <a:pt x="222857" y="30338"/>
                </a:lnTo>
                <a:lnTo>
                  <a:pt x="213349" y="29098"/>
                </a:lnTo>
                <a:lnTo>
                  <a:pt x="203840" y="28812"/>
                </a:lnTo>
                <a:lnTo>
                  <a:pt x="194332" y="26774"/>
                </a:lnTo>
                <a:lnTo>
                  <a:pt x="184823" y="26487"/>
                </a:lnTo>
                <a:lnTo>
                  <a:pt x="181011" y="24993"/>
                </a:lnTo>
                <a:lnTo>
                  <a:pt x="175314" y="20459"/>
                </a:lnTo>
                <a:lnTo>
                  <a:pt x="165806" y="21706"/>
                </a:lnTo>
                <a:lnTo>
                  <a:pt x="156297" y="20300"/>
                </a:lnTo>
                <a:lnTo>
                  <a:pt x="146789" y="20903"/>
                </a:lnTo>
                <a:lnTo>
                  <a:pt x="137280" y="20025"/>
                </a:lnTo>
                <a:lnTo>
                  <a:pt x="127772" y="20025"/>
                </a:lnTo>
                <a:lnTo>
                  <a:pt x="118263" y="18419"/>
                </a:lnTo>
                <a:lnTo>
                  <a:pt x="108754" y="18258"/>
                </a:lnTo>
                <a:lnTo>
                  <a:pt x="99759" y="15426"/>
                </a:lnTo>
                <a:lnTo>
                  <a:pt x="99246" y="13782"/>
                </a:lnTo>
                <a:lnTo>
                  <a:pt x="89737" y="11371"/>
                </a:lnTo>
                <a:lnTo>
                  <a:pt x="80229" y="10781"/>
                </a:lnTo>
                <a:lnTo>
                  <a:pt x="70720" y="10762"/>
                </a:lnTo>
                <a:lnTo>
                  <a:pt x="61212" y="10388"/>
                </a:lnTo>
                <a:lnTo>
                  <a:pt x="51703" y="10735"/>
                </a:lnTo>
                <a:lnTo>
                  <a:pt x="42194" y="10390"/>
                </a:lnTo>
                <a:lnTo>
                  <a:pt x="32686" y="9427"/>
                </a:lnTo>
                <a:lnTo>
                  <a:pt x="23177" y="9492"/>
                </a:lnTo>
                <a:lnTo>
                  <a:pt x="13669" y="6782"/>
                </a:lnTo>
                <a:lnTo>
                  <a:pt x="4160" y="6782"/>
                </a:lnTo>
                <a:lnTo>
                  <a:pt x="0" y="5860"/>
                </a:lnTo>
                <a:close/>
              </a:path>
            </a:pathLst>
          </a:custGeom>
          <a:solidFill xmlns:a="http://schemas.openxmlformats.org/drawingml/2006/main">
            <a:srgbClr val="000000"/>
          </a:solidFill>
          <a:ln xmlns:a="http://schemas.openxmlformats.org/drawingml/2006/main" w="0">
            <a:noFill/>
            <a:prstDash val="solid"/>
          </a:ln>
        </p:spPr>
      </p:sp>
      <p:sp>
        <p:nvSpPr>
          <p:cNvPr id="127" name="pdf-path-115">
            <a:extLst xmlns:a="http://schemas.openxmlformats.org/drawingml/2006/main">
              <a:ext uri="{FF2B5EF4-FFF2-40B4-BE49-F238E27FC236}">
                <a16:creationId xmlns:a16="http://schemas.microsoft.com/office/drawing/2014/main" id="{F532113D-6238-4373-8E36-83EF6B467935}"/>
              </a:ext>
            </a:extLst>
          </p:cNvPr>
          <p:cNvSpPr>
            <a:spLocks xmlns:a="http://schemas.openxmlformats.org/drawingml/2006/main" noGrp="1"/>
          </p:cNvSpPr>
          <p:nvPr/>
        </p:nvSpPr>
        <p:spPr>
          <a:xfrm xmlns:a="http://schemas.openxmlformats.org/drawingml/2006/main" rot="0">
            <a:off x="4388014" y="971683"/>
            <a:ext cx="5078798" cy="483975"/>
          </a:xfrm>
          <a:custGeom xmlns:a="http://schemas.openxmlformats.org/drawingml/2006/main">
            <a:pathLst>
              <a:path w="5078798" h="483975">
                <a:moveTo>
                  <a:pt x="2518587" y="18197"/>
                </a:moveTo>
                <a:lnTo>
                  <a:pt x="2582145" y="18343"/>
                </a:lnTo>
                <a:lnTo>
                  <a:pt x="2582096" y="18343"/>
                </a:lnTo>
                <a:lnTo>
                  <a:pt x="2645265" y="18792"/>
                </a:lnTo>
                <a:lnTo>
                  <a:pt x="2645216" y="18792"/>
                </a:lnTo>
                <a:lnTo>
                  <a:pt x="2707960" y="19544"/>
                </a:lnTo>
                <a:lnTo>
                  <a:pt x="2707911" y="19544"/>
                </a:lnTo>
                <a:lnTo>
                  <a:pt x="2770218" y="20588"/>
                </a:lnTo>
                <a:lnTo>
                  <a:pt x="2770171" y="20588"/>
                </a:lnTo>
                <a:lnTo>
                  <a:pt x="2832029" y="21922"/>
                </a:lnTo>
                <a:lnTo>
                  <a:pt x="2831981" y="21910"/>
                </a:lnTo>
                <a:lnTo>
                  <a:pt x="2893365" y="23535"/>
                </a:lnTo>
                <a:lnTo>
                  <a:pt x="2893318" y="23535"/>
                </a:lnTo>
                <a:lnTo>
                  <a:pt x="2954206" y="25428"/>
                </a:lnTo>
                <a:lnTo>
                  <a:pt x="2954158" y="25428"/>
                </a:lnTo>
                <a:lnTo>
                  <a:pt x="3014524" y="27611"/>
                </a:lnTo>
                <a:lnTo>
                  <a:pt x="3014487" y="27611"/>
                </a:lnTo>
                <a:lnTo>
                  <a:pt x="3074320" y="30062"/>
                </a:lnTo>
                <a:lnTo>
                  <a:pt x="3074284" y="30062"/>
                </a:lnTo>
                <a:lnTo>
                  <a:pt x="3133570" y="32791"/>
                </a:lnTo>
                <a:lnTo>
                  <a:pt x="3133522" y="32779"/>
                </a:lnTo>
                <a:lnTo>
                  <a:pt x="3192239" y="35776"/>
                </a:lnTo>
                <a:lnTo>
                  <a:pt x="3192190" y="35776"/>
                </a:lnTo>
                <a:lnTo>
                  <a:pt x="3250324" y="39027"/>
                </a:lnTo>
                <a:lnTo>
                  <a:pt x="3250275" y="39027"/>
                </a:lnTo>
                <a:lnTo>
                  <a:pt x="3307791" y="42546"/>
                </a:lnTo>
                <a:lnTo>
                  <a:pt x="3307755" y="42546"/>
                </a:lnTo>
                <a:lnTo>
                  <a:pt x="3364639" y="46318"/>
                </a:lnTo>
                <a:lnTo>
                  <a:pt x="3364590" y="46318"/>
                </a:lnTo>
                <a:lnTo>
                  <a:pt x="3420832" y="50346"/>
                </a:lnTo>
                <a:lnTo>
                  <a:pt x="3420785" y="50346"/>
                </a:lnTo>
                <a:lnTo>
                  <a:pt x="3476358" y="54616"/>
                </a:lnTo>
                <a:lnTo>
                  <a:pt x="3476309" y="54616"/>
                </a:lnTo>
                <a:lnTo>
                  <a:pt x="3531205" y="59141"/>
                </a:lnTo>
                <a:lnTo>
                  <a:pt x="3531157" y="59141"/>
                </a:lnTo>
                <a:lnTo>
                  <a:pt x="3585336" y="63897"/>
                </a:lnTo>
                <a:lnTo>
                  <a:pt x="3585287" y="63897"/>
                </a:lnTo>
                <a:lnTo>
                  <a:pt x="3638739" y="68907"/>
                </a:lnTo>
                <a:lnTo>
                  <a:pt x="3638690" y="68895"/>
                </a:lnTo>
                <a:lnTo>
                  <a:pt x="3691402" y="74136"/>
                </a:lnTo>
                <a:lnTo>
                  <a:pt x="3691353" y="74136"/>
                </a:lnTo>
                <a:lnTo>
                  <a:pt x="3743301" y="79607"/>
                </a:lnTo>
                <a:lnTo>
                  <a:pt x="3743240" y="79595"/>
                </a:lnTo>
                <a:lnTo>
                  <a:pt x="3794411" y="85297"/>
                </a:lnTo>
                <a:lnTo>
                  <a:pt x="3794350" y="85285"/>
                </a:lnTo>
                <a:lnTo>
                  <a:pt x="3844720" y="91217"/>
                </a:lnTo>
                <a:lnTo>
                  <a:pt x="3844659" y="91205"/>
                </a:lnTo>
                <a:lnTo>
                  <a:pt x="3894204" y="97343"/>
                </a:lnTo>
                <a:lnTo>
                  <a:pt x="3894143" y="97343"/>
                </a:lnTo>
                <a:lnTo>
                  <a:pt x="3942840" y="103700"/>
                </a:lnTo>
                <a:lnTo>
                  <a:pt x="3942779" y="103688"/>
                </a:lnTo>
                <a:lnTo>
                  <a:pt x="3990625" y="110263"/>
                </a:lnTo>
                <a:lnTo>
                  <a:pt x="3990564" y="110263"/>
                </a:lnTo>
                <a:lnTo>
                  <a:pt x="4037514" y="117045"/>
                </a:lnTo>
                <a:lnTo>
                  <a:pt x="4037453" y="117033"/>
                </a:lnTo>
                <a:lnTo>
                  <a:pt x="4083516" y="124021"/>
                </a:lnTo>
                <a:lnTo>
                  <a:pt x="4083443" y="124008"/>
                </a:lnTo>
                <a:lnTo>
                  <a:pt x="4128585" y="131202"/>
                </a:lnTo>
                <a:lnTo>
                  <a:pt x="4128524" y="131190"/>
                </a:lnTo>
                <a:lnTo>
                  <a:pt x="4172719" y="138578"/>
                </a:lnTo>
                <a:lnTo>
                  <a:pt x="4172646" y="138566"/>
                </a:lnTo>
                <a:lnTo>
                  <a:pt x="4215896" y="146149"/>
                </a:lnTo>
                <a:lnTo>
                  <a:pt x="4215822" y="146136"/>
                </a:lnTo>
                <a:lnTo>
                  <a:pt x="4258088" y="153912"/>
                </a:lnTo>
                <a:lnTo>
                  <a:pt x="4258017" y="153900"/>
                </a:lnTo>
                <a:lnTo>
                  <a:pt x="4299287" y="161859"/>
                </a:lnTo>
                <a:lnTo>
                  <a:pt x="4299203" y="161847"/>
                </a:lnTo>
                <a:lnTo>
                  <a:pt x="4339467" y="169999"/>
                </a:lnTo>
                <a:lnTo>
                  <a:pt x="4339383" y="169975"/>
                </a:lnTo>
                <a:lnTo>
                  <a:pt x="4378604" y="178309"/>
                </a:lnTo>
                <a:lnTo>
                  <a:pt x="4378519" y="178285"/>
                </a:lnTo>
                <a:lnTo>
                  <a:pt x="4416684" y="186789"/>
                </a:lnTo>
                <a:lnTo>
                  <a:pt x="4416587" y="186765"/>
                </a:lnTo>
                <a:lnTo>
                  <a:pt x="4453685" y="195439"/>
                </a:lnTo>
                <a:lnTo>
                  <a:pt x="4453587" y="195427"/>
                </a:lnTo>
                <a:lnTo>
                  <a:pt x="4489582" y="204270"/>
                </a:lnTo>
                <a:lnTo>
                  <a:pt x="4489486" y="204246"/>
                </a:lnTo>
                <a:lnTo>
                  <a:pt x="4524376" y="213260"/>
                </a:lnTo>
                <a:lnTo>
                  <a:pt x="4524266" y="213224"/>
                </a:lnTo>
                <a:lnTo>
                  <a:pt x="4558028" y="222395"/>
                </a:lnTo>
                <a:lnTo>
                  <a:pt x="4557906" y="222370"/>
                </a:lnTo>
                <a:lnTo>
                  <a:pt x="4590517" y="231699"/>
                </a:lnTo>
                <a:lnTo>
                  <a:pt x="4590397" y="231663"/>
                </a:lnTo>
                <a:lnTo>
                  <a:pt x="4621828" y="241150"/>
                </a:lnTo>
                <a:lnTo>
                  <a:pt x="4621696" y="241114"/>
                </a:lnTo>
                <a:lnTo>
                  <a:pt x="4651940" y="250746"/>
                </a:lnTo>
                <a:lnTo>
                  <a:pt x="4651806" y="250697"/>
                </a:lnTo>
                <a:lnTo>
                  <a:pt x="4680836" y="260488"/>
                </a:lnTo>
                <a:lnTo>
                  <a:pt x="4680691" y="260440"/>
                </a:lnTo>
                <a:lnTo>
                  <a:pt x="4708497" y="270363"/>
                </a:lnTo>
                <a:lnTo>
                  <a:pt x="4708338" y="270303"/>
                </a:lnTo>
                <a:lnTo>
                  <a:pt x="4734895" y="280383"/>
                </a:lnTo>
                <a:lnTo>
                  <a:pt x="4734759" y="280323"/>
                </a:lnTo>
                <a:lnTo>
                  <a:pt x="4747571" y="285419"/>
                </a:lnTo>
                <a:lnTo>
                  <a:pt x="4747488" y="285370"/>
                </a:lnTo>
                <a:lnTo>
                  <a:pt x="4759970" y="290501"/>
                </a:lnTo>
                <a:lnTo>
                  <a:pt x="4759874" y="290453"/>
                </a:lnTo>
                <a:lnTo>
                  <a:pt x="4772041" y="295608"/>
                </a:lnTo>
                <a:lnTo>
                  <a:pt x="4771945" y="295573"/>
                </a:lnTo>
                <a:lnTo>
                  <a:pt x="4783784" y="300753"/>
                </a:lnTo>
                <a:lnTo>
                  <a:pt x="4783675" y="300704"/>
                </a:lnTo>
                <a:lnTo>
                  <a:pt x="4795200" y="305920"/>
                </a:lnTo>
                <a:lnTo>
                  <a:pt x="4795090" y="305871"/>
                </a:lnTo>
                <a:lnTo>
                  <a:pt x="4806275" y="311125"/>
                </a:lnTo>
                <a:lnTo>
                  <a:pt x="4806155" y="311076"/>
                </a:lnTo>
                <a:lnTo>
                  <a:pt x="4817012" y="316353"/>
                </a:lnTo>
                <a:lnTo>
                  <a:pt x="4816902" y="316293"/>
                </a:lnTo>
                <a:lnTo>
                  <a:pt x="4827422" y="321607"/>
                </a:lnTo>
                <a:lnTo>
                  <a:pt x="4827300" y="321545"/>
                </a:lnTo>
                <a:lnTo>
                  <a:pt x="4837479" y="326884"/>
                </a:lnTo>
                <a:lnTo>
                  <a:pt x="4837356" y="326811"/>
                </a:lnTo>
                <a:lnTo>
                  <a:pt x="4847207" y="332185"/>
                </a:lnTo>
                <a:lnTo>
                  <a:pt x="4847062" y="332113"/>
                </a:lnTo>
                <a:lnTo>
                  <a:pt x="4856573" y="337523"/>
                </a:lnTo>
                <a:lnTo>
                  <a:pt x="4856428" y="337438"/>
                </a:lnTo>
                <a:lnTo>
                  <a:pt x="4865598" y="342862"/>
                </a:lnTo>
                <a:lnTo>
                  <a:pt x="4865441" y="342776"/>
                </a:lnTo>
                <a:lnTo>
                  <a:pt x="4874261" y="348235"/>
                </a:lnTo>
                <a:lnTo>
                  <a:pt x="4874104" y="348138"/>
                </a:lnTo>
                <a:lnTo>
                  <a:pt x="4882584" y="353622"/>
                </a:lnTo>
                <a:lnTo>
                  <a:pt x="4882413" y="353513"/>
                </a:lnTo>
                <a:lnTo>
                  <a:pt x="4890530" y="359033"/>
                </a:lnTo>
                <a:lnTo>
                  <a:pt x="4890359" y="358911"/>
                </a:lnTo>
                <a:lnTo>
                  <a:pt x="4898136" y="364455"/>
                </a:lnTo>
                <a:lnTo>
                  <a:pt x="4897953" y="364322"/>
                </a:lnTo>
                <a:lnTo>
                  <a:pt x="4905365" y="369902"/>
                </a:lnTo>
                <a:lnTo>
                  <a:pt x="4905172" y="369757"/>
                </a:lnTo>
                <a:lnTo>
                  <a:pt x="4912232" y="375349"/>
                </a:lnTo>
                <a:lnTo>
                  <a:pt x="4912026" y="375192"/>
                </a:lnTo>
                <a:lnTo>
                  <a:pt x="4918723" y="380808"/>
                </a:lnTo>
                <a:lnTo>
                  <a:pt x="4918517" y="380638"/>
                </a:lnTo>
                <a:lnTo>
                  <a:pt x="4924850" y="386292"/>
                </a:lnTo>
                <a:lnTo>
                  <a:pt x="4924644" y="386085"/>
                </a:lnTo>
                <a:lnTo>
                  <a:pt x="4930612" y="391763"/>
                </a:lnTo>
                <a:lnTo>
                  <a:pt x="4930380" y="391545"/>
                </a:lnTo>
                <a:lnTo>
                  <a:pt x="4935986" y="397246"/>
                </a:lnTo>
                <a:lnTo>
                  <a:pt x="4935756" y="397004"/>
                </a:lnTo>
                <a:lnTo>
                  <a:pt x="4940984" y="402731"/>
                </a:lnTo>
                <a:lnTo>
                  <a:pt x="4940754" y="402464"/>
                </a:lnTo>
                <a:lnTo>
                  <a:pt x="4945618" y="408214"/>
                </a:lnTo>
                <a:lnTo>
                  <a:pt x="4945376" y="407923"/>
                </a:lnTo>
                <a:lnTo>
                  <a:pt x="4949865" y="413697"/>
                </a:lnTo>
                <a:lnTo>
                  <a:pt x="4949623" y="413370"/>
                </a:lnTo>
                <a:lnTo>
                  <a:pt x="4953734" y="419169"/>
                </a:lnTo>
                <a:lnTo>
                  <a:pt x="4953491" y="418816"/>
                </a:lnTo>
                <a:lnTo>
                  <a:pt x="4957217" y="424628"/>
                </a:lnTo>
                <a:lnTo>
                  <a:pt x="4956985" y="424239"/>
                </a:lnTo>
                <a:lnTo>
                  <a:pt x="4960333" y="430074"/>
                </a:lnTo>
                <a:lnTo>
                  <a:pt x="4960103" y="429663"/>
                </a:lnTo>
                <a:lnTo>
                  <a:pt x="4963065" y="435521"/>
                </a:lnTo>
                <a:lnTo>
                  <a:pt x="4962845" y="435061"/>
                </a:lnTo>
                <a:lnTo>
                  <a:pt x="4965417" y="440944"/>
                </a:lnTo>
                <a:lnTo>
                  <a:pt x="4965224" y="440459"/>
                </a:lnTo>
                <a:lnTo>
                  <a:pt x="4967406" y="446355"/>
                </a:lnTo>
                <a:lnTo>
                  <a:pt x="4967238" y="445833"/>
                </a:lnTo>
                <a:lnTo>
                  <a:pt x="4969021" y="451753"/>
                </a:lnTo>
                <a:lnTo>
                  <a:pt x="4968876" y="451195"/>
                </a:lnTo>
                <a:lnTo>
                  <a:pt x="4970271" y="457140"/>
                </a:lnTo>
                <a:lnTo>
                  <a:pt x="4970161" y="456570"/>
                </a:lnTo>
                <a:lnTo>
                  <a:pt x="4971155" y="462526"/>
                </a:lnTo>
                <a:lnTo>
                  <a:pt x="4971084" y="461932"/>
                </a:lnTo>
                <a:lnTo>
                  <a:pt x="4971677" y="467900"/>
                </a:lnTo>
                <a:lnTo>
                  <a:pt x="4971640" y="467294"/>
                </a:lnTo>
                <a:lnTo>
                  <a:pt x="4972137" y="482083"/>
                </a:lnTo>
                <a:lnTo>
                  <a:pt x="5078798" y="482083"/>
                </a:lnTo>
                <a:lnTo>
                  <a:pt x="5078264" y="466384"/>
                </a:lnTo>
                <a:lnTo>
                  <a:pt x="5077610" y="459797"/>
                </a:lnTo>
                <a:lnTo>
                  <a:pt x="5076505" y="453258"/>
                </a:lnTo>
                <a:lnTo>
                  <a:pt x="5074977" y="446755"/>
                </a:lnTo>
                <a:lnTo>
                  <a:pt x="5073023" y="440302"/>
                </a:lnTo>
                <a:lnTo>
                  <a:pt x="5070646" y="433883"/>
                </a:lnTo>
                <a:lnTo>
                  <a:pt x="5067868" y="427538"/>
                </a:lnTo>
                <a:lnTo>
                  <a:pt x="5064689" y="421242"/>
                </a:lnTo>
                <a:lnTo>
                  <a:pt x="5061110" y="415007"/>
                </a:lnTo>
                <a:lnTo>
                  <a:pt x="5057156" y="408820"/>
                </a:lnTo>
                <a:lnTo>
                  <a:pt x="5052801" y="402682"/>
                </a:lnTo>
                <a:lnTo>
                  <a:pt x="5048081" y="396616"/>
                </a:lnTo>
                <a:lnTo>
                  <a:pt x="5042999" y="390587"/>
                </a:lnTo>
                <a:lnTo>
                  <a:pt x="5037538" y="384605"/>
                </a:lnTo>
                <a:lnTo>
                  <a:pt x="5031704" y="378685"/>
                </a:lnTo>
                <a:lnTo>
                  <a:pt x="5025529" y="372801"/>
                </a:lnTo>
                <a:lnTo>
                  <a:pt x="5018990" y="366967"/>
                </a:lnTo>
                <a:lnTo>
                  <a:pt x="5012087" y="361180"/>
                </a:lnTo>
                <a:lnTo>
                  <a:pt x="5004844" y="355429"/>
                </a:lnTo>
                <a:lnTo>
                  <a:pt x="4997238" y="349715"/>
                </a:lnTo>
                <a:lnTo>
                  <a:pt x="4989304" y="344037"/>
                </a:lnTo>
                <a:lnTo>
                  <a:pt x="4981008" y="338409"/>
                </a:lnTo>
                <a:lnTo>
                  <a:pt x="4972369" y="332816"/>
                </a:lnTo>
                <a:lnTo>
                  <a:pt x="4963403" y="327260"/>
                </a:lnTo>
                <a:lnTo>
                  <a:pt x="4954088" y="321740"/>
                </a:lnTo>
                <a:lnTo>
                  <a:pt x="4944441" y="316257"/>
                </a:lnTo>
                <a:lnTo>
                  <a:pt x="4934458" y="310809"/>
                </a:lnTo>
                <a:lnTo>
                  <a:pt x="4924135" y="305399"/>
                </a:lnTo>
                <a:lnTo>
                  <a:pt x="4913494" y="300025"/>
                </a:lnTo>
                <a:lnTo>
                  <a:pt x="4902515" y="294674"/>
                </a:lnTo>
                <a:lnTo>
                  <a:pt x="4891208" y="289372"/>
                </a:lnTo>
                <a:lnTo>
                  <a:pt x="4879586" y="284108"/>
                </a:lnTo>
                <a:lnTo>
                  <a:pt x="4867637" y="278879"/>
                </a:lnTo>
                <a:lnTo>
                  <a:pt x="4855371" y="273675"/>
                </a:lnTo>
                <a:lnTo>
                  <a:pt x="4842791" y="268518"/>
                </a:lnTo>
                <a:lnTo>
                  <a:pt x="4829873" y="263387"/>
                </a:lnTo>
                <a:lnTo>
                  <a:pt x="4803159" y="253258"/>
                </a:lnTo>
                <a:lnTo>
                  <a:pt x="4775184" y="243273"/>
                </a:lnTo>
                <a:lnTo>
                  <a:pt x="4745995" y="233435"/>
                </a:lnTo>
                <a:lnTo>
                  <a:pt x="4715604" y="223753"/>
                </a:lnTo>
                <a:lnTo>
                  <a:pt x="4684040" y="214218"/>
                </a:lnTo>
                <a:lnTo>
                  <a:pt x="4651309" y="204853"/>
                </a:lnTo>
                <a:lnTo>
                  <a:pt x="4617437" y="195646"/>
                </a:lnTo>
                <a:lnTo>
                  <a:pt x="4582438" y="186607"/>
                </a:lnTo>
                <a:lnTo>
                  <a:pt x="4546334" y="177739"/>
                </a:lnTo>
                <a:lnTo>
                  <a:pt x="4509140" y="169041"/>
                </a:lnTo>
                <a:lnTo>
                  <a:pt x="4470877" y="160512"/>
                </a:lnTo>
                <a:lnTo>
                  <a:pt x="4431570" y="152166"/>
                </a:lnTo>
                <a:lnTo>
                  <a:pt x="4391219" y="144001"/>
                </a:lnTo>
                <a:lnTo>
                  <a:pt x="4349876" y="136019"/>
                </a:lnTo>
                <a:lnTo>
                  <a:pt x="4307526" y="128230"/>
                </a:lnTo>
                <a:lnTo>
                  <a:pt x="4264215" y="120636"/>
                </a:lnTo>
                <a:lnTo>
                  <a:pt x="4219935" y="113236"/>
                </a:lnTo>
                <a:lnTo>
                  <a:pt x="4174721" y="106030"/>
                </a:lnTo>
                <a:lnTo>
                  <a:pt x="4128597" y="99030"/>
                </a:lnTo>
                <a:lnTo>
                  <a:pt x="4081575" y="92248"/>
                </a:lnTo>
                <a:lnTo>
                  <a:pt x="4033681" y="85660"/>
                </a:lnTo>
                <a:lnTo>
                  <a:pt x="3984924" y="79292"/>
                </a:lnTo>
                <a:lnTo>
                  <a:pt x="3935318" y="73141"/>
                </a:lnTo>
                <a:lnTo>
                  <a:pt x="3884900" y="67209"/>
                </a:lnTo>
                <a:lnTo>
                  <a:pt x="3833680" y="61507"/>
                </a:lnTo>
                <a:lnTo>
                  <a:pt x="3781683" y="56036"/>
                </a:lnTo>
                <a:lnTo>
                  <a:pt x="3728912" y="50782"/>
                </a:lnTo>
                <a:lnTo>
                  <a:pt x="3675400" y="45772"/>
                </a:lnTo>
                <a:lnTo>
                  <a:pt x="3621172" y="41005"/>
                </a:lnTo>
                <a:lnTo>
                  <a:pt x="3566229" y="36480"/>
                </a:lnTo>
                <a:lnTo>
                  <a:pt x="3510605" y="32197"/>
                </a:lnTo>
                <a:lnTo>
                  <a:pt x="3454315" y="28170"/>
                </a:lnTo>
                <a:lnTo>
                  <a:pt x="3397382" y="24384"/>
                </a:lnTo>
                <a:lnTo>
                  <a:pt x="3339818" y="20866"/>
                </a:lnTo>
                <a:lnTo>
                  <a:pt x="3281635" y="17603"/>
                </a:lnTo>
                <a:lnTo>
                  <a:pt x="3222883" y="14606"/>
                </a:lnTo>
                <a:lnTo>
                  <a:pt x="3163548" y="11877"/>
                </a:lnTo>
                <a:lnTo>
                  <a:pt x="3103655" y="9426"/>
                </a:lnTo>
                <a:lnTo>
                  <a:pt x="3043238" y="7243"/>
                </a:lnTo>
                <a:lnTo>
                  <a:pt x="2982314" y="5338"/>
                </a:lnTo>
                <a:lnTo>
                  <a:pt x="2920893" y="3724"/>
                </a:lnTo>
                <a:lnTo>
                  <a:pt x="2858998" y="2390"/>
                </a:lnTo>
                <a:lnTo>
                  <a:pt x="2796642" y="1347"/>
                </a:lnTo>
                <a:lnTo>
                  <a:pt x="2733861" y="594"/>
                </a:lnTo>
                <a:lnTo>
                  <a:pt x="2670657" y="146"/>
                </a:lnTo>
                <a:lnTo>
                  <a:pt x="2607074" y="0"/>
                </a:lnTo>
                <a:lnTo>
                  <a:pt x="2518599" y="0"/>
                </a:lnTo>
                <a:lnTo>
                  <a:pt x="2460793" y="121"/>
                </a:lnTo>
                <a:lnTo>
                  <a:pt x="2403289" y="497"/>
                </a:lnTo>
                <a:lnTo>
                  <a:pt x="2346138" y="1116"/>
                </a:lnTo>
                <a:lnTo>
                  <a:pt x="2289338" y="1978"/>
                </a:lnTo>
                <a:lnTo>
                  <a:pt x="2232903" y="3081"/>
                </a:lnTo>
                <a:lnTo>
                  <a:pt x="2176855" y="4428"/>
                </a:lnTo>
                <a:lnTo>
                  <a:pt x="2121208" y="6005"/>
                </a:lnTo>
                <a:lnTo>
                  <a:pt x="2065962" y="7813"/>
                </a:lnTo>
                <a:lnTo>
                  <a:pt x="2011150" y="9851"/>
                </a:lnTo>
                <a:lnTo>
                  <a:pt x="1956789" y="12120"/>
                </a:lnTo>
                <a:lnTo>
                  <a:pt x="1902876" y="14606"/>
                </a:lnTo>
                <a:lnTo>
                  <a:pt x="1849437" y="17312"/>
                </a:lnTo>
                <a:lnTo>
                  <a:pt x="1796483" y="20247"/>
                </a:lnTo>
                <a:lnTo>
                  <a:pt x="1744026" y="23389"/>
                </a:lnTo>
                <a:lnTo>
                  <a:pt x="1692091" y="26750"/>
                </a:lnTo>
                <a:lnTo>
                  <a:pt x="1640678" y="30317"/>
                </a:lnTo>
                <a:lnTo>
                  <a:pt x="1589811" y="34102"/>
                </a:lnTo>
                <a:lnTo>
                  <a:pt x="1539502" y="38081"/>
                </a:lnTo>
                <a:lnTo>
                  <a:pt x="1489774" y="42266"/>
                </a:lnTo>
                <a:lnTo>
                  <a:pt x="1440618" y="46658"/>
                </a:lnTo>
                <a:lnTo>
                  <a:pt x="1392067" y="51231"/>
                </a:lnTo>
                <a:lnTo>
                  <a:pt x="1344135" y="56011"/>
                </a:lnTo>
                <a:lnTo>
                  <a:pt x="1296835" y="60973"/>
                </a:lnTo>
                <a:lnTo>
                  <a:pt x="1250177" y="66129"/>
                </a:lnTo>
                <a:lnTo>
                  <a:pt x="1204186" y="71479"/>
                </a:lnTo>
                <a:lnTo>
                  <a:pt x="1158863" y="76999"/>
                </a:lnTo>
                <a:lnTo>
                  <a:pt x="1114218" y="82713"/>
                </a:lnTo>
                <a:lnTo>
                  <a:pt x="1070291" y="88597"/>
                </a:lnTo>
                <a:lnTo>
                  <a:pt x="1027066" y="94650"/>
                </a:lnTo>
                <a:lnTo>
                  <a:pt x="984582" y="100886"/>
                </a:lnTo>
                <a:lnTo>
                  <a:pt x="942849" y="107279"/>
                </a:lnTo>
                <a:lnTo>
                  <a:pt x="901869" y="113854"/>
                </a:lnTo>
                <a:lnTo>
                  <a:pt x="861653" y="120587"/>
                </a:lnTo>
                <a:lnTo>
                  <a:pt x="822238" y="127478"/>
                </a:lnTo>
                <a:lnTo>
                  <a:pt x="783623" y="134538"/>
                </a:lnTo>
                <a:lnTo>
                  <a:pt x="745833" y="141745"/>
                </a:lnTo>
                <a:lnTo>
                  <a:pt x="708869" y="149108"/>
                </a:lnTo>
                <a:lnTo>
                  <a:pt x="672740" y="156631"/>
                </a:lnTo>
                <a:lnTo>
                  <a:pt x="637486" y="164298"/>
                </a:lnTo>
                <a:lnTo>
                  <a:pt x="603094" y="172097"/>
                </a:lnTo>
                <a:lnTo>
                  <a:pt x="569599" y="180056"/>
                </a:lnTo>
                <a:lnTo>
                  <a:pt x="537013" y="188148"/>
                </a:lnTo>
                <a:lnTo>
                  <a:pt x="505326" y="196385"/>
                </a:lnTo>
                <a:lnTo>
                  <a:pt x="474585" y="204756"/>
                </a:lnTo>
                <a:lnTo>
                  <a:pt x="444790" y="213260"/>
                </a:lnTo>
                <a:lnTo>
                  <a:pt x="415941" y="221898"/>
                </a:lnTo>
                <a:lnTo>
                  <a:pt x="388075" y="230668"/>
                </a:lnTo>
                <a:lnTo>
                  <a:pt x="361192" y="239562"/>
                </a:lnTo>
                <a:lnTo>
                  <a:pt x="335303" y="248575"/>
                </a:lnTo>
                <a:lnTo>
                  <a:pt x="310433" y="257723"/>
                </a:lnTo>
                <a:lnTo>
                  <a:pt x="286595" y="266978"/>
                </a:lnTo>
                <a:lnTo>
                  <a:pt x="263788" y="276369"/>
                </a:lnTo>
                <a:lnTo>
                  <a:pt x="242036" y="285867"/>
                </a:lnTo>
                <a:lnTo>
                  <a:pt x="221351" y="295487"/>
                </a:lnTo>
                <a:lnTo>
                  <a:pt x="201747" y="305229"/>
                </a:lnTo>
                <a:lnTo>
                  <a:pt x="183270" y="315068"/>
                </a:lnTo>
                <a:lnTo>
                  <a:pt x="174402" y="320066"/>
                </a:lnTo>
                <a:lnTo>
                  <a:pt x="165838" y="325064"/>
                </a:lnTo>
                <a:lnTo>
                  <a:pt x="157551" y="330098"/>
                </a:lnTo>
                <a:lnTo>
                  <a:pt x="149545" y="335170"/>
                </a:lnTo>
                <a:lnTo>
                  <a:pt x="141817" y="340265"/>
                </a:lnTo>
                <a:lnTo>
                  <a:pt x="134380" y="345384"/>
                </a:lnTo>
                <a:lnTo>
                  <a:pt x="127235" y="350552"/>
                </a:lnTo>
                <a:lnTo>
                  <a:pt x="120369" y="355745"/>
                </a:lnTo>
                <a:lnTo>
                  <a:pt x="113793" y="360961"/>
                </a:lnTo>
                <a:lnTo>
                  <a:pt x="107509" y="366226"/>
                </a:lnTo>
                <a:lnTo>
                  <a:pt x="101516" y="371527"/>
                </a:lnTo>
                <a:lnTo>
                  <a:pt x="95815" y="376854"/>
                </a:lnTo>
                <a:lnTo>
                  <a:pt x="90416" y="382227"/>
                </a:lnTo>
                <a:lnTo>
                  <a:pt x="85308" y="387638"/>
                </a:lnTo>
                <a:lnTo>
                  <a:pt x="80517" y="393086"/>
                </a:lnTo>
                <a:lnTo>
                  <a:pt x="76137" y="398435"/>
                </a:lnTo>
                <a:lnTo>
                  <a:pt x="83138" y="395099"/>
                </a:lnTo>
                <a:lnTo>
                  <a:pt x="0" y="395402"/>
                </a:lnTo>
                <a:lnTo>
                  <a:pt x="99150" y="483975"/>
                </a:lnTo>
                <a:lnTo>
                  <a:pt x="268361" y="395317"/>
                </a:lnTo>
                <a:lnTo>
                  <a:pt x="171794" y="395317"/>
                </a:lnTo>
                <a:lnTo>
                  <a:pt x="178831" y="410179"/>
                </a:lnTo>
                <a:lnTo>
                  <a:pt x="183065" y="405010"/>
                </a:lnTo>
                <a:lnTo>
                  <a:pt x="182858" y="405265"/>
                </a:lnTo>
                <a:lnTo>
                  <a:pt x="187395" y="400109"/>
                </a:lnTo>
                <a:lnTo>
                  <a:pt x="187189" y="400340"/>
                </a:lnTo>
                <a:lnTo>
                  <a:pt x="192017" y="395208"/>
                </a:lnTo>
                <a:lnTo>
                  <a:pt x="191823" y="395414"/>
                </a:lnTo>
                <a:lnTo>
                  <a:pt x="196955" y="390308"/>
                </a:lnTo>
                <a:lnTo>
                  <a:pt x="196761" y="390489"/>
                </a:lnTo>
                <a:lnTo>
                  <a:pt x="202184" y="385407"/>
                </a:lnTo>
                <a:lnTo>
                  <a:pt x="202002" y="385576"/>
                </a:lnTo>
                <a:lnTo>
                  <a:pt x="207716" y="380505"/>
                </a:lnTo>
                <a:lnTo>
                  <a:pt x="207533" y="380663"/>
                </a:lnTo>
                <a:lnTo>
                  <a:pt x="213551" y="375615"/>
                </a:lnTo>
                <a:lnTo>
                  <a:pt x="213381" y="375762"/>
                </a:lnTo>
                <a:lnTo>
                  <a:pt x="219677" y="370727"/>
                </a:lnTo>
                <a:lnTo>
                  <a:pt x="219507" y="370861"/>
                </a:lnTo>
                <a:lnTo>
                  <a:pt x="226107" y="365863"/>
                </a:lnTo>
                <a:lnTo>
                  <a:pt x="225938" y="365983"/>
                </a:lnTo>
                <a:lnTo>
                  <a:pt x="232828" y="360997"/>
                </a:lnTo>
                <a:lnTo>
                  <a:pt x="232671" y="361106"/>
                </a:lnTo>
                <a:lnTo>
                  <a:pt x="239840" y="356145"/>
                </a:lnTo>
                <a:lnTo>
                  <a:pt x="239683" y="356242"/>
                </a:lnTo>
                <a:lnTo>
                  <a:pt x="247131" y="351305"/>
                </a:lnTo>
                <a:lnTo>
                  <a:pt x="246985" y="351402"/>
                </a:lnTo>
                <a:lnTo>
                  <a:pt x="254725" y="346475"/>
                </a:lnTo>
                <a:lnTo>
                  <a:pt x="254580" y="346561"/>
                </a:lnTo>
                <a:lnTo>
                  <a:pt x="262598" y="341672"/>
                </a:lnTo>
                <a:lnTo>
                  <a:pt x="262466" y="341745"/>
                </a:lnTo>
                <a:lnTo>
                  <a:pt x="270751" y="336880"/>
                </a:lnTo>
                <a:lnTo>
                  <a:pt x="270617" y="336953"/>
                </a:lnTo>
                <a:lnTo>
                  <a:pt x="279194" y="332101"/>
                </a:lnTo>
                <a:lnTo>
                  <a:pt x="279000" y="332197"/>
                </a:lnTo>
                <a:lnTo>
                  <a:pt x="296967" y="322576"/>
                </a:lnTo>
                <a:lnTo>
                  <a:pt x="296737" y="322686"/>
                </a:lnTo>
                <a:lnTo>
                  <a:pt x="315771" y="313163"/>
                </a:lnTo>
                <a:lnTo>
                  <a:pt x="315565" y="313260"/>
                </a:lnTo>
                <a:lnTo>
                  <a:pt x="335679" y="303834"/>
                </a:lnTo>
                <a:lnTo>
                  <a:pt x="335484" y="303918"/>
                </a:lnTo>
                <a:lnTo>
                  <a:pt x="356654" y="294601"/>
                </a:lnTo>
                <a:lnTo>
                  <a:pt x="356472" y="294674"/>
                </a:lnTo>
                <a:lnTo>
                  <a:pt x="378685" y="285454"/>
                </a:lnTo>
                <a:lnTo>
                  <a:pt x="378515" y="285527"/>
                </a:lnTo>
                <a:lnTo>
                  <a:pt x="401759" y="276417"/>
                </a:lnTo>
                <a:lnTo>
                  <a:pt x="401601" y="276477"/>
                </a:lnTo>
                <a:lnTo>
                  <a:pt x="425864" y="267476"/>
                </a:lnTo>
                <a:lnTo>
                  <a:pt x="425718" y="267524"/>
                </a:lnTo>
                <a:lnTo>
                  <a:pt x="450977" y="258644"/>
                </a:lnTo>
                <a:lnTo>
                  <a:pt x="450831" y="258692"/>
                </a:lnTo>
                <a:lnTo>
                  <a:pt x="477083" y="249921"/>
                </a:lnTo>
                <a:lnTo>
                  <a:pt x="476950" y="249970"/>
                </a:lnTo>
                <a:lnTo>
                  <a:pt x="504173" y="241320"/>
                </a:lnTo>
                <a:lnTo>
                  <a:pt x="504052" y="241356"/>
                </a:lnTo>
                <a:lnTo>
                  <a:pt x="532222" y="232828"/>
                </a:lnTo>
                <a:lnTo>
                  <a:pt x="532113" y="232864"/>
                </a:lnTo>
                <a:lnTo>
                  <a:pt x="561240" y="224458"/>
                </a:lnTo>
                <a:lnTo>
                  <a:pt x="561131" y="224494"/>
                </a:lnTo>
                <a:lnTo>
                  <a:pt x="591181" y="216221"/>
                </a:lnTo>
                <a:lnTo>
                  <a:pt x="591084" y="216245"/>
                </a:lnTo>
                <a:lnTo>
                  <a:pt x="622043" y="208091"/>
                </a:lnTo>
                <a:lnTo>
                  <a:pt x="621947" y="208116"/>
                </a:lnTo>
                <a:lnTo>
                  <a:pt x="653828" y="200109"/>
                </a:lnTo>
                <a:lnTo>
                  <a:pt x="653731" y="200133"/>
                </a:lnTo>
                <a:lnTo>
                  <a:pt x="686499" y="192260"/>
                </a:lnTo>
                <a:lnTo>
                  <a:pt x="686401" y="192273"/>
                </a:lnTo>
                <a:lnTo>
                  <a:pt x="720042" y="184532"/>
                </a:lnTo>
                <a:lnTo>
                  <a:pt x="719957" y="184557"/>
                </a:lnTo>
                <a:lnTo>
                  <a:pt x="754459" y="176951"/>
                </a:lnTo>
                <a:lnTo>
                  <a:pt x="754374" y="176975"/>
                </a:lnTo>
                <a:lnTo>
                  <a:pt x="789713" y="169514"/>
                </a:lnTo>
                <a:lnTo>
                  <a:pt x="789641" y="169526"/>
                </a:lnTo>
                <a:lnTo>
                  <a:pt x="825816" y="162222"/>
                </a:lnTo>
                <a:lnTo>
                  <a:pt x="825743" y="162234"/>
                </a:lnTo>
                <a:lnTo>
                  <a:pt x="862745" y="155077"/>
                </a:lnTo>
                <a:lnTo>
                  <a:pt x="862671" y="155089"/>
                </a:lnTo>
                <a:lnTo>
                  <a:pt x="900474" y="148078"/>
                </a:lnTo>
                <a:lnTo>
                  <a:pt x="900400" y="148090"/>
                </a:lnTo>
                <a:lnTo>
                  <a:pt x="938992" y="141235"/>
                </a:lnTo>
                <a:lnTo>
                  <a:pt x="938930" y="141235"/>
                </a:lnTo>
                <a:lnTo>
                  <a:pt x="978297" y="134538"/>
                </a:lnTo>
                <a:lnTo>
                  <a:pt x="978237" y="134551"/>
                </a:lnTo>
                <a:lnTo>
                  <a:pt x="1018367" y="128012"/>
                </a:lnTo>
                <a:lnTo>
                  <a:pt x="1018307" y="128012"/>
                </a:lnTo>
                <a:lnTo>
                  <a:pt x="1059191" y="121630"/>
                </a:lnTo>
                <a:lnTo>
                  <a:pt x="1059130" y="121643"/>
                </a:lnTo>
                <a:lnTo>
                  <a:pt x="1100741" y="115431"/>
                </a:lnTo>
                <a:lnTo>
                  <a:pt x="1100680" y="115431"/>
                </a:lnTo>
                <a:lnTo>
                  <a:pt x="1143019" y="109390"/>
                </a:lnTo>
                <a:lnTo>
                  <a:pt x="1142971" y="109390"/>
                </a:lnTo>
                <a:lnTo>
                  <a:pt x="1186013" y="103506"/>
                </a:lnTo>
                <a:lnTo>
                  <a:pt x="1185952" y="103519"/>
                </a:lnTo>
                <a:lnTo>
                  <a:pt x="1229686" y="97817"/>
                </a:lnTo>
                <a:lnTo>
                  <a:pt x="1229638" y="97817"/>
                </a:lnTo>
                <a:lnTo>
                  <a:pt x="1274052" y="92284"/>
                </a:lnTo>
                <a:lnTo>
                  <a:pt x="1274003" y="92284"/>
                </a:lnTo>
                <a:lnTo>
                  <a:pt x="1319084" y="86935"/>
                </a:lnTo>
                <a:lnTo>
                  <a:pt x="1319023" y="86935"/>
                </a:lnTo>
                <a:lnTo>
                  <a:pt x="1364759" y="81766"/>
                </a:lnTo>
                <a:lnTo>
                  <a:pt x="1364710" y="81766"/>
                </a:lnTo>
                <a:lnTo>
                  <a:pt x="1411077" y="76768"/>
                </a:lnTo>
                <a:lnTo>
                  <a:pt x="1411028" y="76780"/>
                </a:lnTo>
                <a:lnTo>
                  <a:pt x="1458026" y="71964"/>
                </a:lnTo>
                <a:lnTo>
                  <a:pt x="1457977" y="71976"/>
                </a:lnTo>
                <a:lnTo>
                  <a:pt x="1505570" y="67354"/>
                </a:lnTo>
                <a:lnTo>
                  <a:pt x="1505521" y="67354"/>
                </a:lnTo>
                <a:lnTo>
                  <a:pt x="1553719" y="62926"/>
                </a:lnTo>
                <a:lnTo>
                  <a:pt x="1553671" y="62926"/>
                </a:lnTo>
                <a:lnTo>
                  <a:pt x="1602452" y="58692"/>
                </a:lnTo>
                <a:lnTo>
                  <a:pt x="1602403" y="58692"/>
                </a:lnTo>
                <a:lnTo>
                  <a:pt x="1651754" y="54652"/>
                </a:lnTo>
                <a:lnTo>
                  <a:pt x="1651706" y="54652"/>
                </a:lnTo>
                <a:lnTo>
                  <a:pt x="1701603" y="50807"/>
                </a:lnTo>
                <a:lnTo>
                  <a:pt x="1701554" y="50819"/>
                </a:lnTo>
                <a:lnTo>
                  <a:pt x="1751985" y="47180"/>
                </a:lnTo>
                <a:lnTo>
                  <a:pt x="1751949" y="47180"/>
                </a:lnTo>
                <a:lnTo>
                  <a:pt x="1802900" y="43734"/>
                </a:lnTo>
                <a:lnTo>
                  <a:pt x="1802864" y="43746"/>
                </a:lnTo>
                <a:lnTo>
                  <a:pt x="1854339" y="40507"/>
                </a:lnTo>
                <a:lnTo>
                  <a:pt x="1854290" y="40507"/>
                </a:lnTo>
                <a:lnTo>
                  <a:pt x="1906262" y="37486"/>
                </a:lnTo>
                <a:lnTo>
                  <a:pt x="1906213" y="37486"/>
                </a:lnTo>
                <a:lnTo>
                  <a:pt x="1958669" y="34672"/>
                </a:lnTo>
                <a:lnTo>
                  <a:pt x="1958621" y="34684"/>
                </a:lnTo>
                <a:lnTo>
                  <a:pt x="2011539" y="32076"/>
                </a:lnTo>
                <a:lnTo>
                  <a:pt x="2011503" y="32088"/>
                </a:lnTo>
                <a:lnTo>
                  <a:pt x="2064880" y="29698"/>
                </a:lnTo>
                <a:lnTo>
                  <a:pt x="2064832" y="29710"/>
                </a:lnTo>
                <a:lnTo>
                  <a:pt x="2118647" y="27539"/>
                </a:lnTo>
                <a:lnTo>
                  <a:pt x="2118612" y="27539"/>
                </a:lnTo>
                <a:lnTo>
                  <a:pt x="2172851" y="25610"/>
                </a:lnTo>
                <a:lnTo>
                  <a:pt x="2172815" y="25610"/>
                </a:lnTo>
                <a:lnTo>
                  <a:pt x="2227468" y="23887"/>
                </a:lnTo>
                <a:lnTo>
                  <a:pt x="2227431" y="23899"/>
                </a:lnTo>
                <a:lnTo>
                  <a:pt x="2282483" y="22407"/>
                </a:lnTo>
                <a:lnTo>
                  <a:pt x="2282436" y="22407"/>
                </a:lnTo>
                <a:lnTo>
                  <a:pt x="2337877" y="21145"/>
                </a:lnTo>
                <a:lnTo>
                  <a:pt x="2337839" y="21145"/>
                </a:lnTo>
                <a:lnTo>
                  <a:pt x="2393645" y="20126"/>
                </a:lnTo>
                <a:lnTo>
                  <a:pt x="2393609" y="20126"/>
                </a:lnTo>
                <a:lnTo>
                  <a:pt x="2449778" y="19338"/>
                </a:lnTo>
                <a:lnTo>
                  <a:pt x="2449740" y="19338"/>
                </a:lnTo>
                <a:lnTo>
                  <a:pt x="2506250" y="18792"/>
                </a:lnTo>
                <a:lnTo>
                  <a:pt x="2506201" y="18792"/>
                </a:lnTo>
                <a:lnTo>
                  <a:pt x="2563050" y="18476"/>
                </a:lnTo>
                <a:lnTo>
                  <a:pt x="2562941" y="279"/>
                </a:lnTo>
                <a:lnTo>
                  <a:pt x="2506092" y="594"/>
                </a:lnTo>
                <a:lnTo>
                  <a:pt x="2449534" y="1141"/>
                </a:lnTo>
                <a:lnTo>
                  <a:pt x="2393330" y="1929"/>
                </a:lnTo>
                <a:lnTo>
                  <a:pt x="2337489" y="2960"/>
                </a:lnTo>
                <a:lnTo>
                  <a:pt x="2282011" y="4210"/>
                </a:lnTo>
                <a:lnTo>
                  <a:pt x="2226922" y="5702"/>
                </a:lnTo>
                <a:lnTo>
                  <a:pt x="2172220" y="7425"/>
                </a:lnTo>
                <a:lnTo>
                  <a:pt x="2117944" y="9365"/>
                </a:lnTo>
                <a:lnTo>
                  <a:pt x="2064092" y="11525"/>
                </a:lnTo>
                <a:lnTo>
                  <a:pt x="2010678" y="13902"/>
                </a:lnTo>
                <a:lnTo>
                  <a:pt x="1957711" y="16499"/>
                </a:lnTo>
                <a:lnTo>
                  <a:pt x="1905219" y="19314"/>
                </a:lnTo>
                <a:lnTo>
                  <a:pt x="1853210" y="22346"/>
                </a:lnTo>
                <a:lnTo>
                  <a:pt x="1801700" y="25585"/>
                </a:lnTo>
                <a:lnTo>
                  <a:pt x="1750699" y="29018"/>
                </a:lnTo>
                <a:lnTo>
                  <a:pt x="1700219" y="32671"/>
                </a:lnTo>
                <a:lnTo>
                  <a:pt x="1650286" y="36516"/>
                </a:lnTo>
                <a:lnTo>
                  <a:pt x="1600899" y="40556"/>
                </a:lnTo>
                <a:lnTo>
                  <a:pt x="1552082" y="44802"/>
                </a:lnTo>
                <a:lnTo>
                  <a:pt x="1503834" y="49242"/>
                </a:lnTo>
                <a:lnTo>
                  <a:pt x="1456194" y="53864"/>
                </a:lnTo>
                <a:lnTo>
                  <a:pt x="1409148" y="58680"/>
                </a:lnTo>
                <a:lnTo>
                  <a:pt x="1362733" y="63679"/>
                </a:lnTo>
                <a:lnTo>
                  <a:pt x="1316961" y="68858"/>
                </a:lnTo>
                <a:lnTo>
                  <a:pt x="1271831" y="74221"/>
                </a:lnTo>
                <a:lnTo>
                  <a:pt x="1227358" y="79765"/>
                </a:lnTo>
                <a:lnTo>
                  <a:pt x="1183575" y="85479"/>
                </a:lnTo>
                <a:lnTo>
                  <a:pt x="1140471" y="91362"/>
                </a:lnTo>
                <a:lnTo>
                  <a:pt x="1098084" y="97428"/>
                </a:lnTo>
                <a:lnTo>
                  <a:pt x="1056413" y="103652"/>
                </a:lnTo>
                <a:lnTo>
                  <a:pt x="1015469" y="110045"/>
                </a:lnTo>
                <a:lnTo>
                  <a:pt x="975277" y="116596"/>
                </a:lnTo>
                <a:lnTo>
                  <a:pt x="935850" y="123305"/>
                </a:lnTo>
                <a:lnTo>
                  <a:pt x="897186" y="130171"/>
                </a:lnTo>
                <a:lnTo>
                  <a:pt x="859312" y="137195"/>
                </a:lnTo>
                <a:lnTo>
                  <a:pt x="822250" y="144377"/>
                </a:lnTo>
                <a:lnTo>
                  <a:pt x="786001" y="151704"/>
                </a:lnTo>
                <a:lnTo>
                  <a:pt x="750577" y="159177"/>
                </a:lnTo>
                <a:lnTo>
                  <a:pt x="716002" y="166797"/>
                </a:lnTo>
                <a:lnTo>
                  <a:pt x="682276" y="174548"/>
                </a:lnTo>
                <a:lnTo>
                  <a:pt x="649437" y="182446"/>
                </a:lnTo>
                <a:lnTo>
                  <a:pt x="617470" y="190488"/>
                </a:lnTo>
                <a:lnTo>
                  <a:pt x="586401" y="198653"/>
                </a:lnTo>
                <a:lnTo>
                  <a:pt x="556242" y="206963"/>
                </a:lnTo>
                <a:lnTo>
                  <a:pt x="527017" y="215396"/>
                </a:lnTo>
                <a:lnTo>
                  <a:pt x="498714" y="223960"/>
                </a:lnTo>
                <a:lnTo>
                  <a:pt x="471382" y="232646"/>
                </a:lnTo>
                <a:lnTo>
                  <a:pt x="445008" y="241454"/>
                </a:lnTo>
                <a:lnTo>
                  <a:pt x="419605" y="250394"/>
                </a:lnTo>
                <a:lnTo>
                  <a:pt x="395196" y="259445"/>
                </a:lnTo>
                <a:lnTo>
                  <a:pt x="371794" y="268616"/>
                </a:lnTo>
                <a:lnTo>
                  <a:pt x="349412" y="277909"/>
                </a:lnTo>
                <a:lnTo>
                  <a:pt x="328048" y="287311"/>
                </a:lnTo>
                <a:lnTo>
                  <a:pt x="307740" y="296834"/>
                </a:lnTo>
                <a:lnTo>
                  <a:pt x="288475" y="306478"/>
                </a:lnTo>
                <a:lnTo>
                  <a:pt x="270314" y="316208"/>
                </a:lnTo>
                <a:lnTo>
                  <a:pt x="261592" y="321146"/>
                </a:lnTo>
                <a:lnTo>
                  <a:pt x="253172" y="326095"/>
                </a:lnTo>
                <a:lnTo>
                  <a:pt x="245021" y="331081"/>
                </a:lnTo>
                <a:lnTo>
                  <a:pt x="237146" y="336091"/>
                </a:lnTo>
                <a:lnTo>
                  <a:pt x="229552" y="341126"/>
                </a:lnTo>
                <a:lnTo>
                  <a:pt x="222225" y="346197"/>
                </a:lnTo>
                <a:lnTo>
                  <a:pt x="215188" y="351305"/>
                </a:lnTo>
                <a:lnTo>
                  <a:pt x="208419" y="356436"/>
                </a:lnTo>
                <a:lnTo>
                  <a:pt x="201941" y="361604"/>
                </a:lnTo>
                <a:lnTo>
                  <a:pt x="195742" y="366809"/>
                </a:lnTo>
                <a:lnTo>
                  <a:pt x="189833" y="372037"/>
                </a:lnTo>
                <a:lnTo>
                  <a:pt x="184217" y="377314"/>
                </a:lnTo>
                <a:lnTo>
                  <a:pt x="178879" y="382616"/>
                </a:lnTo>
                <a:lnTo>
                  <a:pt x="173845" y="387965"/>
                </a:lnTo>
                <a:lnTo>
                  <a:pt x="169089" y="393353"/>
                </a:lnTo>
                <a:lnTo>
                  <a:pt x="152566" y="413514"/>
                </a:lnTo>
                <a:lnTo>
                  <a:pt x="231384" y="413514"/>
                </a:lnTo>
                <a:lnTo>
                  <a:pt x="227162" y="396361"/>
                </a:lnTo>
                <a:lnTo>
                  <a:pt x="96288" y="464928"/>
                </a:lnTo>
                <a:lnTo>
                  <a:pt x="106575" y="466202"/>
                </a:lnTo>
                <a:lnTo>
                  <a:pt x="29806" y="397634"/>
                </a:lnTo>
                <a:lnTo>
                  <a:pt x="23778" y="413514"/>
                </a:lnTo>
                <a:lnTo>
                  <a:pt x="87492" y="413284"/>
                </a:lnTo>
                <a:lnTo>
                  <a:pt x="94492" y="404731"/>
                </a:lnTo>
                <a:lnTo>
                  <a:pt x="94286" y="404986"/>
                </a:lnTo>
                <a:lnTo>
                  <a:pt x="98872" y="399769"/>
                </a:lnTo>
                <a:lnTo>
                  <a:pt x="98665" y="400000"/>
                </a:lnTo>
                <a:lnTo>
                  <a:pt x="103555" y="394820"/>
                </a:lnTo>
                <a:lnTo>
                  <a:pt x="103348" y="395027"/>
                </a:lnTo>
                <a:lnTo>
                  <a:pt x="108552" y="389858"/>
                </a:lnTo>
                <a:lnTo>
                  <a:pt x="108346" y="390041"/>
                </a:lnTo>
                <a:lnTo>
                  <a:pt x="113854" y="384897"/>
                </a:lnTo>
                <a:lnTo>
                  <a:pt x="113660" y="385067"/>
                </a:lnTo>
                <a:lnTo>
                  <a:pt x="119459" y="379947"/>
                </a:lnTo>
                <a:lnTo>
                  <a:pt x="119277" y="380105"/>
                </a:lnTo>
                <a:lnTo>
                  <a:pt x="125379" y="374997"/>
                </a:lnTo>
                <a:lnTo>
                  <a:pt x="125197" y="375143"/>
                </a:lnTo>
                <a:lnTo>
                  <a:pt x="131603" y="370060"/>
                </a:lnTo>
                <a:lnTo>
                  <a:pt x="131432" y="370193"/>
                </a:lnTo>
                <a:lnTo>
                  <a:pt x="138129" y="365122"/>
                </a:lnTo>
                <a:lnTo>
                  <a:pt x="137959" y="365243"/>
                </a:lnTo>
                <a:lnTo>
                  <a:pt x="144947" y="360209"/>
                </a:lnTo>
                <a:lnTo>
                  <a:pt x="144789" y="360318"/>
                </a:lnTo>
                <a:lnTo>
                  <a:pt x="152068" y="355296"/>
                </a:lnTo>
                <a:lnTo>
                  <a:pt x="151923" y="355393"/>
                </a:lnTo>
                <a:lnTo>
                  <a:pt x="159493" y="350407"/>
                </a:lnTo>
                <a:lnTo>
                  <a:pt x="159347" y="350492"/>
                </a:lnTo>
                <a:lnTo>
                  <a:pt x="167208" y="345518"/>
                </a:lnTo>
                <a:lnTo>
                  <a:pt x="167063" y="345615"/>
                </a:lnTo>
                <a:lnTo>
                  <a:pt x="175215" y="340654"/>
                </a:lnTo>
                <a:lnTo>
                  <a:pt x="175082" y="340737"/>
                </a:lnTo>
                <a:lnTo>
                  <a:pt x="183514" y="335812"/>
                </a:lnTo>
                <a:lnTo>
                  <a:pt x="183380" y="335885"/>
                </a:lnTo>
                <a:lnTo>
                  <a:pt x="192103" y="330984"/>
                </a:lnTo>
                <a:lnTo>
                  <a:pt x="191920" y="331081"/>
                </a:lnTo>
                <a:lnTo>
                  <a:pt x="210190" y="321352"/>
                </a:lnTo>
                <a:lnTo>
                  <a:pt x="209960" y="321473"/>
                </a:lnTo>
                <a:lnTo>
                  <a:pt x="229346" y="311841"/>
                </a:lnTo>
                <a:lnTo>
                  <a:pt x="229140" y="311937"/>
                </a:lnTo>
                <a:lnTo>
                  <a:pt x="249618" y="302415"/>
                </a:lnTo>
                <a:lnTo>
                  <a:pt x="249423" y="302499"/>
                </a:lnTo>
                <a:lnTo>
                  <a:pt x="270981" y="293086"/>
                </a:lnTo>
                <a:lnTo>
                  <a:pt x="270800" y="293158"/>
                </a:lnTo>
                <a:lnTo>
                  <a:pt x="293437" y="283841"/>
                </a:lnTo>
                <a:lnTo>
                  <a:pt x="293267" y="283913"/>
                </a:lnTo>
                <a:lnTo>
                  <a:pt x="316947" y="274706"/>
                </a:lnTo>
                <a:lnTo>
                  <a:pt x="316789" y="274767"/>
                </a:lnTo>
                <a:lnTo>
                  <a:pt x="341514" y="265681"/>
                </a:lnTo>
                <a:lnTo>
                  <a:pt x="341368" y="265740"/>
                </a:lnTo>
                <a:lnTo>
                  <a:pt x="367111" y="256763"/>
                </a:lnTo>
                <a:lnTo>
                  <a:pt x="366967" y="256812"/>
                </a:lnTo>
                <a:lnTo>
                  <a:pt x="393729" y="247968"/>
                </a:lnTo>
                <a:lnTo>
                  <a:pt x="393594" y="248005"/>
                </a:lnTo>
                <a:lnTo>
                  <a:pt x="421340" y="239282"/>
                </a:lnTo>
                <a:lnTo>
                  <a:pt x="421218" y="239319"/>
                </a:lnTo>
                <a:lnTo>
                  <a:pt x="449946" y="230717"/>
                </a:lnTo>
                <a:lnTo>
                  <a:pt x="449836" y="230742"/>
                </a:lnTo>
                <a:lnTo>
                  <a:pt x="479522" y="222274"/>
                </a:lnTo>
                <a:lnTo>
                  <a:pt x="479425" y="222298"/>
                </a:lnTo>
                <a:lnTo>
                  <a:pt x="510057" y="213964"/>
                </a:lnTo>
                <a:lnTo>
                  <a:pt x="509960" y="213988"/>
                </a:lnTo>
                <a:lnTo>
                  <a:pt x="541538" y="205775"/>
                </a:lnTo>
                <a:lnTo>
                  <a:pt x="541442" y="205800"/>
                </a:lnTo>
                <a:lnTo>
                  <a:pt x="573942" y="197732"/>
                </a:lnTo>
                <a:lnTo>
                  <a:pt x="573856" y="197756"/>
                </a:lnTo>
                <a:lnTo>
                  <a:pt x="607255" y="189822"/>
                </a:lnTo>
                <a:lnTo>
                  <a:pt x="607170" y="189834"/>
                </a:lnTo>
                <a:lnTo>
                  <a:pt x="641478" y="182045"/>
                </a:lnTo>
                <a:lnTo>
                  <a:pt x="641393" y="182070"/>
                </a:lnTo>
                <a:lnTo>
                  <a:pt x="676575" y="174415"/>
                </a:lnTo>
                <a:lnTo>
                  <a:pt x="676489" y="174439"/>
                </a:lnTo>
                <a:lnTo>
                  <a:pt x="712532" y="166929"/>
                </a:lnTo>
                <a:lnTo>
                  <a:pt x="712460" y="166954"/>
                </a:lnTo>
                <a:lnTo>
                  <a:pt x="749351" y="159602"/>
                </a:lnTo>
                <a:lnTo>
                  <a:pt x="749278" y="159615"/>
                </a:lnTo>
                <a:lnTo>
                  <a:pt x="786996" y="152420"/>
                </a:lnTo>
                <a:lnTo>
                  <a:pt x="786935" y="152433"/>
                </a:lnTo>
                <a:lnTo>
                  <a:pt x="825476" y="145385"/>
                </a:lnTo>
                <a:lnTo>
                  <a:pt x="825404" y="145397"/>
                </a:lnTo>
                <a:lnTo>
                  <a:pt x="864758" y="138517"/>
                </a:lnTo>
                <a:lnTo>
                  <a:pt x="864697" y="138530"/>
                </a:lnTo>
                <a:lnTo>
                  <a:pt x="904841" y="131809"/>
                </a:lnTo>
                <a:lnTo>
                  <a:pt x="904781" y="131821"/>
                </a:lnTo>
                <a:lnTo>
                  <a:pt x="945688" y="125258"/>
                </a:lnTo>
                <a:lnTo>
                  <a:pt x="945627" y="125270"/>
                </a:lnTo>
                <a:lnTo>
                  <a:pt x="987310" y="118877"/>
                </a:lnTo>
                <a:lnTo>
                  <a:pt x="987251" y="118889"/>
                </a:lnTo>
                <a:lnTo>
                  <a:pt x="1029686" y="112665"/>
                </a:lnTo>
                <a:lnTo>
                  <a:pt x="1029626" y="112665"/>
                </a:lnTo>
                <a:lnTo>
                  <a:pt x="1072789" y="106612"/>
                </a:lnTo>
                <a:lnTo>
                  <a:pt x="1072729" y="106624"/>
                </a:lnTo>
                <a:lnTo>
                  <a:pt x="1116609" y="100752"/>
                </a:lnTo>
                <a:lnTo>
                  <a:pt x="1116561" y="100752"/>
                </a:lnTo>
                <a:lnTo>
                  <a:pt x="1161144" y="95051"/>
                </a:lnTo>
                <a:lnTo>
                  <a:pt x="1161083" y="95062"/>
                </a:lnTo>
                <a:lnTo>
                  <a:pt x="1206358" y="89543"/>
                </a:lnTo>
                <a:lnTo>
                  <a:pt x="1206309" y="89555"/>
                </a:lnTo>
                <a:lnTo>
                  <a:pt x="1252252" y="84217"/>
                </a:lnTo>
                <a:lnTo>
                  <a:pt x="1252203" y="84217"/>
                </a:lnTo>
                <a:lnTo>
                  <a:pt x="1298812" y="79073"/>
                </a:lnTo>
                <a:lnTo>
                  <a:pt x="1298764" y="79073"/>
                </a:lnTo>
                <a:lnTo>
                  <a:pt x="1346016" y="74112"/>
                </a:lnTo>
                <a:lnTo>
                  <a:pt x="1345967" y="74112"/>
                </a:lnTo>
                <a:lnTo>
                  <a:pt x="1393851" y="69344"/>
                </a:lnTo>
                <a:lnTo>
                  <a:pt x="1393801" y="69344"/>
                </a:lnTo>
                <a:lnTo>
                  <a:pt x="1442303" y="64770"/>
                </a:lnTo>
                <a:lnTo>
                  <a:pt x="1442267" y="64782"/>
                </a:lnTo>
                <a:lnTo>
                  <a:pt x="1491363" y="60390"/>
                </a:lnTo>
                <a:lnTo>
                  <a:pt x="1491315" y="60403"/>
                </a:lnTo>
                <a:lnTo>
                  <a:pt x="1541006" y="56217"/>
                </a:lnTo>
                <a:lnTo>
                  <a:pt x="1540968" y="56217"/>
                </a:lnTo>
                <a:lnTo>
                  <a:pt x="1591230" y="52238"/>
                </a:lnTo>
                <a:lnTo>
                  <a:pt x="1591181" y="52250"/>
                </a:lnTo>
                <a:lnTo>
                  <a:pt x="1642013" y="48478"/>
                </a:lnTo>
                <a:lnTo>
                  <a:pt x="1641964" y="48478"/>
                </a:lnTo>
                <a:lnTo>
                  <a:pt x="1693329" y="44911"/>
                </a:lnTo>
                <a:lnTo>
                  <a:pt x="1693293" y="44911"/>
                </a:lnTo>
                <a:lnTo>
                  <a:pt x="1745191" y="41551"/>
                </a:lnTo>
                <a:lnTo>
                  <a:pt x="1745143" y="41551"/>
                </a:lnTo>
                <a:lnTo>
                  <a:pt x="1797550" y="38409"/>
                </a:lnTo>
                <a:lnTo>
                  <a:pt x="1797515" y="38421"/>
                </a:lnTo>
                <a:lnTo>
                  <a:pt x="1850420" y="35485"/>
                </a:lnTo>
                <a:lnTo>
                  <a:pt x="1850383" y="35485"/>
                </a:lnTo>
                <a:lnTo>
                  <a:pt x="1903787" y="32779"/>
                </a:lnTo>
                <a:lnTo>
                  <a:pt x="1903738" y="32779"/>
                </a:lnTo>
                <a:lnTo>
                  <a:pt x="1957614" y="30292"/>
                </a:lnTo>
                <a:lnTo>
                  <a:pt x="1957565" y="30292"/>
                </a:lnTo>
                <a:lnTo>
                  <a:pt x="2011891" y="28036"/>
                </a:lnTo>
                <a:lnTo>
                  <a:pt x="2011853" y="28036"/>
                </a:lnTo>
                <a:lnTo>
                  <a:pt x="2066616" y="25998"/>
                </a:lnTo>
                <a:lnTo>
                  <a:pt x="2066579" y="25998"/>
                </a:lnTo>
                <a:lnTo>
                  <a:pt x="2121777" y="24190"/>
                </a:lnTo>
                <a:lnTo>
                  <a:pt x="2121741" y="24190"/>
                </a:lnTo>
                <a:lnTo>
                  <a:pt x="2177352" y="22613"/>
                </a:lnTo>
                <a:lnTo>
                  <a:pt x="2177304" y="22613"/>
                </a:lnTo>
                <a:lnTo>
                  <a:pt x="2233315" y="21279"/>
                </a:lnTo>
                <a:lnTo>
                  <a:pt x="2233279" y="21279"/>
                </a:lnTo>
                <a:lnTo>
                  <a:pt x="2289666" y="20175"/>
                </a:lnTo>
                <a:lnTo>
                  <a:pt x="2289629" y="20175"/>
                </a:lnTo>
                <a:lnTo>
                  <a:pt x="2346393" y="19314"/>
                </a:lnTo>
                <a:lnTo>
                  <a:pt x="2346356" y="19314"/>
                </a:lnTo>
                <a:lnTo>
                  <a:pt x="2403472" y="18695"/>
                </a:lnTo>
                <a:lnTo>
                  <a:pt x="2403436" y="18695"/>
                </a:lnTo>
                <a:lnTo>
                  <a:pt x="2460890" y="18319"/>
                </a:lnTo>
                <a:lnTo>
                  <a:pt x="2460853" y="18319"/>
                </a:lnTo>
                <a:lnTo>
                  <a:pt x="2518637" y="18197"/>
                </a:lnTo>
                <a:lnTo>
                  <a:pt x="2518611" y="18197"/>
                </a:lnTo>
                <a:lnTo>
                  <a:pt x="2607062" y="18197"/>
                </a:lnTo>
                <a:lnTo>
                  <a:pt x="2607039" y="18197"/>
                </a:lnTo>
                <a:lnTo>
                  <a:pt x="2670596" y="18343"/>
                </a:lnTo>
                <a:lnTo>
                  <a:pt x="2670547" y="18343"/>
                </a:lnTo>
                <a:lnTo>
                  <a:pt x="2733716" y="18792"/>
                </a:lnTo>
                <a:lnTo>
                  <a:pt x="2733667" y="18792"/>
                </a:lnTo>
                <a:lnTo>
                  <a:pt x="2796411" y="19544"/>
                </a:lnTo>
                <a:lnTo>
                  <a:pt x="2796362" y="19544"/>
                </a:lnTo>
                <a:lnTo>
                  <a:pt x="2858669" y="20588"/>
                </a:lnTo>
                <a:lnTo>
                  <a:pt x="2858622" y="20588"/>
                </a:lnTo>
                <a:lnTo>
                  <a:pt x="2920480" y="21922"/>
                </a:lnTo>
                <a:lnTo>
                  <a:pt x="2920432" y="21910"/>
                </a:lnTo>
                <a:lnTo>
                  <a:pt x="2981817" y="23535"/>
                </a:lnTo>
                <a:lnTo>
                  <a:pt x="2981769" y="23535"/>
                </a:lnTo>
                <a:lnTo>
                  <a:pt x="3042657" y="25428"/>
                </a:lnTo>
                <a:lnTo>
                  <a:pt x="3042608" y="25428"/>
                </a:lnTo>
                <a:lnTo>
                  <a:pt x="3102975" y="27611"/>
                </a:lnTo>
                <a:lnTo>
                  <a:pt x="3102938" y="27611"/>
                </a:lnTo>
                <a:lnTo>
                  <a:pt x="3162771" y="30062"/>
                </a:lnTo>
                <a:lnTo>
                  <a:pt x="3162735" y="30062"/>
                </a:lnTo>
                <a:lnTo>
                  <a:pt x="3222021" y="32791"/>
                </a:lnTo>
                <a:lnTo>
                  <a:pt x="3221973" y="32779"/>
                </a:lnTo>
                <a:lnTo>
                  <a:pt x="3280689" y="35776"/>
                </a:lnTo>
                <a:lnTo>
                  <a:pt x="3280641" y="35776"/>
                </a:lnTo>
                <a:lnTo>
                  <a:pt x="3338775" y="39027"/>
                </a:lnTo>
                <a:lnTo>
                  <a:pt x="3338726" y="39027"/>
                </a:lnTo>
                <a:lnTo>
                  <a:pt x="3396242" y="42546"/>
                </a:lnTo>
                <a:lnTo>
                  <a:pt x="3396206" y="42546"/>
                </a:lnTo>
                <a:lnTo>
                  <a:pt x="3453090" y="46318"/>
                </a:lnTo>
                <a:lnTo>
                  <a:pt x="3453041" y="46318"/>
                </a:lnTo>
                <a:lnTo>
                  <a:pt x="3509283" y="50346"/>
                </a:lnTo>
                <a:lnTo>
                  <a:pt x="3509236" y="50346"/>
                </a:lnTo>
                <a:lnTo>
                  <a:pt x="3564809" y="54616"/>
                </a:lnTo>
                <a:lnTo>
                  <a:pt x="3564760" y="54616"/>
                </a:lnTo>
                <a:lnTo>
                  <a:pt x="3619656" y="59141"/>
                </a:lnTo>
                <a:lnTo>
                  <a:pt x="3619607" y="59141"/>
                </a:lnTo>
                <a:lnTo>
                  <a:pt x="3673787" y="63897"/>
                </a:lnTo>
                <a:lnTo>
                  <a:pt x="3673738" y="63897"/>
                </a:lnTo>
                <a:lnTo>
                  <a:pt x="3727190" y="68907"/>
                </a:lnTo>
                <a:lnTo>
                  <a:pt x="3727141" y="68895"/>
                </a:lnTo>
                <a:lnTo>
                  <a:pt x="3779853" y="74136"/>
                </a:lnTo>
                <a:lnTo>
                  <a:pt x="3779804" y="74136"/>
                </a:lnTo>
                <a:lnTo>
                  <a:pt x="3831752" y="79607"/>
                </a:lnTo>
                <a:lnTo>
                  <a:pt x="3831691" y="79595"/>
                </a:lnTo>
                <a:lnTo>
                  <a:pt x="3882862" y="85297"/>
                </a:lnTo>
                <a:lnTo>
                  <a:pt x="3882801" y="85285"/>
                </a:lnTo>
                <a:lnTo>
                  <a:pt x="3933171" y="91217"/>
                </a:lnTo>
                <a:lnTo>
                  <a:pt x="3933110" y="91205"/>
                </a:lnTo>
                <a:lnTo>
                  <a:pt x="3982655" y="97343"/>
                </a:lnTo>
                <a:lnTo>
                  <a:pt x="3982594" y="97343"/>
                </a:lnTo>
                <a:lnTo>
                  <a:pt x="4031291" y="103700"/>
                </a:lnTo>
                <a:lnTo>
                  <a:pt x="4031230" y="103688"/>
                </a:lnTo>
                <a:lnTo>
                  <a:pt x="4079076" y="110263"/>
                </a:lnTo>
                <a:lnTo>
                  <a:pt x="4079003" y="110263"/>
                </a:lnTo>
                <a:lnTo>
                  <a:pt x="4125964" y="117045"/>
                </a:lnTo>
                <a:lnTo>
                  <a:pt x="4125903" y="117033"/>
                </a:lnTo>
                <a:lnTo>
                  <a:pt x="4171967" y="124021"/>
                </a:lnTo>
                <a:lnTo>
                  <a:pt x="4171894" y="124008"/>
                </a:lnTo>
                <a:lnTo>
                  <a:pt x="4217036" y="131202"/>
                </a:lnTo>
                <a:lnTo>
                  <a:pt x="4216975" y="131190"/>
                </a:lnTo>
                <a:lnTo>
                  <a:pt x="4261170" y="138578"/>
                </a:lnTo>
                <a:lnTo>
                  <a:pt x="4261099" y="138566"/>
                </a:lnTo>
                <a:lnTo>
                  <a:pt x="4304347" y="146149"/>
                </a:lnTo>
                <a:lnTo>
                  <a:pt x="4304273" y="146136"/>
                </a:lnTo>
                <a:lnTo>
                  <a:pt x="4346539" y="153912"/>
                </a:lnTo>
                <a:lnTo>
                  <a:pt x="4346468" y="153900"/>
                </a:lnTo>
                <a:lnTo>
                  <a:pt x="4387738" y="161859"/>
                </a:lnTo>
                <a:lnTo>
                  <a:pt x="4387654" y="161847"/>
                </a:lnTo>
                <a:lnTo>
                  <a:pt x="4427918" y="169999"/>
                </a:lnTo>
                <a:lnTo>
                  <a:pt x="4427834" y="169975"/>
                </a:lnTo>
                <a:lnTo>
                  <a:pt x="4467055" y="178309"/>
                </a:lnTo>
                <a:lnTo>
                  <a:pt x="4466970" y="178285"/>
                </a:lnTo>
                <a:lnTo>
                  <a:pt x="4505135" y="186789"/>
                </a:lnTo>
                <a:lnTo>
                  <a:pt x="4505040" y="186765"/>
                </a:lnTo>
                <a:lnTo>
                  <a:pt x="4542136" y="195439"/>
                </a:lnTo>
                <a:lnTo>
                  <a:pt x="4542038" y="195427"/>
                </a:lnTo>
                <a:lnTo>
                  <a:pt x="4578035" y="204270"/>
                </a:lnTo>
                <a:lnTo>
                  <a:pt x="4577935" y="204246"/>
                </a:lnTo>
                <a:lnTo>
                  <a:pt x="4612827" y="213260"/>
                </a:lnTo>
                <a:lnTo>
                  <a:pt x="4612717" y="213224"/>
                </a:lnTo>
                <a:lnTo>
                  <a:pt x="4646479" y="222395"/>
                </a:lnTo>
                <a:lnTo>
                  <a:pt x="4646357" y="222370"/>
                </a:lnTo>
                <a:lnTo>
                  <a:pt x="4678968" y="231699"/>
                </a:lnTo>
                <a:lnTo>
                  <a:pt x="4678834" y="231663"/>
                </a:lnTo>
                <a:lnTo>
                  <a:pt x="4710279" y="241150"/>
                </a:lnTo>
                <a:lnTo>
                  <a:pt x="4710147" y="241114"/>
                </a:lnTo>
                <a:lnTo>
                  <a:pt x="4740389" y="250746"/>
                </a:lnTo>
                <a:lnTo>
                  <a:pt x="4740255" y="250697"/>
                </a:lnTo>
                <a:lnTo>
                  <a:pt x="4769287" y="260488"/>
                </a:lnTo>
                <a:lnTo>
                  <a:pt x="4769142" y="260440"/>
                </a:lnTo>
                <a:lnTo>
                  <a:pt x="4796948" y="270363"/>
                </a:lnTo>
                <a:lnTo>
                  <a:pt x="4796789" y="270303"/>
                </a:lnTo>
                <a:lnTo>
                  <a:pt x="4823345" y="280383"/>
                </a:lnTo>
                <a:lnTo>
                  <a:pt x="4823212" y="280323"/>
                </a:lnTo>
                <a:lnTo>
                  <a:pt x="4836022" y="285419"/>
                </a:lnTo>
                <a:lnTo>
                  <a:pt x="4835939" y="285370"/>
                </a:lnTo>
                <a:lnTo>
                  <a:pt x="4848421" y="290501"/>
                </a:lnTo>
                <a:lnTo>
                  <a:pt x="4848325" y="290453"/>
                </a:lnTo>
                <a:lnTo>
                  <a:pt x="4860492" y="295608"/>
                </a:lnTo>
                <a:lnTo>
                  <a:pt x="4860396" y="295573"/>
                </a:lnTo>
                <a:lnTo>
                  <a:pt x="4872235" y="300753"/>
                </a:lnTo>
                <a:lnTo>
                  <a:pt x="4872125" y="300704"/>
                </a:lnTo>
                <a:lnTo>
                  <a:pt x="4883651" y="305920"/>
                </a:lnTo>
                <a:lnTo>
                  <a:pt x="4883541" y="305871"/>
                </a:lnTo>
                <a:lnTo>
                  <a:pt x="4894726" y="311125"/>
                </a:lnTo>
                <a:lnTo>
                  <a:pt x="4894606" y="311076"/>
                </a:lnTo>
                <a:lnTo>
                  <a:pt x="4905463" y="316353"/>
                </a:lnTo>
                <a:lnTo>
                  <a:pt x="4905353" y="316293"/>
                </a:lnTo>
                <a:lnTo>
                  <a:pt x="4915873" y="321607"/>
                </a:lnTo>
                <a:lnTo>
                  <a:pt x="4915751" y="321545"/>
                </a:lnTo>
                <a:lnTo>
                  <a:pt x="4925930" y="326884"/>
                </a:lnTo>
                <a:lnTo>
                  <a:pt x="4925807" y="326811"/>
                </a:lnTo>
                <a:lnTo>
                  <a:pt x="4935658" y="332185"/>
                </a:lnTo>
                <a:lnTo>
                  <a:pt x="4935513" y="332113"/>
                </a:lnTo>
                <a:lnTo>
                  <a:pt x="4945024" y="337523"/>
                </a:lnTo>
                <a:lnTo>
                  <a:pt x="4944879" y="337438"/>
                </a:lnTo>
                <a:lnTo>
                  <a:pt x="4954049" y="342862"/>
                </a:lnTo>
                <a:lnTo>
                  <a:pt x="4953891" y="342776"/>
                </a:lnTo>
                <a:lnTo>
                  <a:pt x="4962712" y="348235"/>
                </a:lnTo>
                <a:lnTo>
                  <a:pt x="4962555" y="348138"/>
                </a:lnTo>
                <a:lnTo>
                  <a:pt x="4971035" y="353622"/>
                </a:lnTo>
                <a:lnTo>
                  <a:pt x="4970864" y="353513"/>
                </a:lnTo>
                <a:lnTo>
                  <a:pt x="4978981" y="359033"/>
                </a:lnTo>
                <a:lnTo>
                  <a:pt x="4978810" y="358911"/>
                </a:lnTo>
                <a:lnTo>
                  <a:pt x="4986587" y="364455"/>
                </a:lnTo>
                <a:lnTo>
                  <a:pt x="4986404" y="364322"/>
                </a:lnTo>
                <a:lnTo>
                  <a:pt x="4993816" y="369902"/>
                </a:lnTo>
                <a:lnTo>
                  <a:pt x="4993623" y="369757"/>
                </a:lnTo>
                <a:lnTo>
                  <a:pt x="5000684" y="375349"/>
                </a:lnTo>
                <a:lnTo>
                  <a:pt x="5000477" y="375192"/>
                </a:lnTo>
                <a:lnTo>
                  <a:pt x="5007174" y="380808"/>
                </a:lnTo>
                <a:lnTo>
                  <a:pt x="5006966" y="380638"/>
                </a:lnTo>
                <a:lnTo>
                  <a:pt x="5013301" y="386292"/>
                </a:lnTo>
                <a:lnTo>
                  <a:pt x="5013093" y="386085"/>
                </a:lnTo>
                <a:lnTo>
                  <a:pt x="5019063" y="391763"/>
                </a:lnTo>
                <a:lnTo>
                  <a:pt x="5018831" y="391545"/>
                </a:lnTo>
                <a:lnTo>
                  <a:pt x="5024437" y="397246"/>
                </a:lnTo>
                <a:lnTo>
                  <a:pt x="5024207" y="397004"/>
                </a:lnTo>
                <a:lnTo>
                  <a:pt x="5029435" y="402731"/>
                </a:lnTo>
                <a:lnTo>
                  <a:pt x="5029203" y="402464"/>
                </a:lnTo>
                <a:lnTo>
                  <a:pt x="5034069" y="408214"/>
                </a:lnTo>
                <a:lnTo>
                  <a:pt x="5033827" y="407923"/>
                </a:lnTo>
                <a:lnTo>
                  <a:pt x="5038316" y="413697"/>
                </a:lnTo>
                <a:lnTo>
                  <a:pt x="5038074" y="413370"/>
                </a:lnTo>
                <a:lnTo>
                  <a:pt x="5042186" y="419169"/>
                </a:lnTo>
                <a:lnTo>
                  <a:pt x="5041942" y="418816"/>
                </a:lnTo>
                <a:lnTo>
                  <a:pt x="5045668" y="424628"/>
                </a:lnTo>
                <a:lnTo>
                  <a:pt x="5045436" y="424239"/>
                </a:lnTo>
                <a:lnTo>
                  <a:pt x="5048772" y="430074"/>
                </a:lnTo>
                <a:lnTo>
                  <a:pt x="5048556" y="429663"/>
                </a:lnTo>
                <a:lnTo>
                  <a:pt x="5051515" y="435521"/>
                </a:lnTo>
                <a:lnTo>
                  <a:pt x="5051296" y="435061"/>
                </a:lnTo>
                <a:lnTo>
                  <a:pt x="5053868" y="440944"/>
                </a:lnTo>
                <a:lnTo>
                  <a:pt x="5053675" y="440459"/>
                </a:lnTo>
                <a:lnTo>
                  <a:pt x="5055857" y="446355"/>
                </a:lnTo>
                <a:lnTo>
                  <a:pt x="5055689" y="445833"/>
                </a:lnTo>
                <a:lnTo>
                  <a:pt x="5057472" y="451753"/>
                </a:lnTo>
                <a:lnTo>
                  <a:pt x="5057325" y="451195"/>
                </a:lnTo>
                <a:lnTo>
                  <a:pt x="5058722" y="457140"/>
                </a:lnTo>
                <a:lnTo>
                  <a:pt x="5058612" y="456570"/>
                </a:lnTo>
                <a:lnTo>
                  <a:pt x="5059606" y="462526"/>
                </a:lnTo>
                <a:lnTo>
                  <a:pt x="5059533" y="461932"/>
                </a:lnTo>
                <a:lnTo>
                  <a:pt x="5060128" y="467900"/>
                </a:lnTo>
                <a:lnTo>
                  <a:pt x="5060091" y="467294"/>
                </a:lnTo>
                <a:lnTo>
                  <a:pt x="5060299" y="473300"/>
                </a:lnTo>
                <a:lnTo>
                  <a:pt x="5069384" y="463885"/>
                </a:lnTo>
                <a:lnTo>
                  <a:pt x="4980933" y="463885"/>
                </a:lnTo>
                <a:lnTo>
                  <a:pt x="4990031" y="472680"/>
                </a:lnTo>
                <a:lnTo>
                  <a:pt x="4989813" y="466384"/>
                </a:lnTo>
                <a:lnTo>
                  <a:pt x="4989159" y="459797"/>
                </a:lnTo>
                <a:lnTo>
                  <a:pt x="4988054" y="453258"/>
                </a:lnTo>
                <a:lnTo>
                  <a:pt x="4986526" y="446755"/>
                </a:lnTo>
                <a:lnTo>
                  <a:pt x="4984572" y="440302"/>
                </a:lnTo>
                <a:lnTo>
                  <a:pt x="4982194" y="433883"/>
                </a:lnTo>
                <a:lnTo>
                  <a:pt x="4979417" y="427538"/>
                </a:lnTo>
                <a:lnTo>
                  <a:pt x="4976238" y="421242"/>
                </a:lnTo>
                <a:lnTo>
                  <a:pt x="4972660" y="415007"/>
                </a:lnTo>
                <a:lnTo>
                  <a:pt x="4968705" y="408820"/>
                </a:lnTo>
                <a:lnTo>
                  <a:pt x="4964350" y="402682"/>
                </a:lnTo>
                <a:lnTo>
                  <a:pt x="4959630" y="396616"/>
                </a:lnTo>
                <a:lnTo>
                  <a:pt x="4954548" y="390587"/>
                </a:lnTo>
                <a:lnTo>
                  <a:pt x="4949087" y="384605"/>
                </a:lnTo>
                <a:lnTo>
                  <a:pt x="4943254" y="378685"/>
                </a:lnTo>
                <a:lnTo>
                  <a:pt x="4937078" y="372801"/>
                </a:lnTo>
                <a:lnTo>
                  <a:pt x="4930539" y="366967"/>
                </a:lnTo>
                <a:lnTo>
                  <a:pt x="4923636" y="361180"/>
                </a:lnTo>
                <a:lnTo>
                  <a:pt x="4916393" y="355429"/>
                </a:lnTo>
                <a:lnTo>
                  <a:pt x="4908787" y="349715"/>
                </a:lnTo>
                <a:lnTo>
                  <a:pt x="4900853" y="344037"/>
                </a:lnTo>
                <a:lnTo>
                  <a:pt x="4892555" y="338409"/>
                </a:lnTo>
                <a:lnTo>
                  <a:pt x="4883918" y="332816"/>
                </a:lnTo>
                <a:lnTo>
                  <a:pt x="4874952" y="327260"/>
                </a:lnTo>
                <a:lnTo>
                  <a:pt x="4865637" y="321740"/>
                </a:lnTo>
                <a:lnTo>
                  <a:pt x="4855990" y="316257"/>
                </a:lnTo>
                <a:lnTo>
                  <a:pt x="4846007" y="310809"/>
                </a:lnTo>
                <a:lnTo>
                  <a:pt x="4835684" y="305399"/>
                </a:lnTo>
                <a:lnTo>
                  <a:pt x="4825043" y="300025"/>
                </a:lnTo>
                <a:lnTo>
                  <a:pt x="4814064" y="294674"/>
                </a:lnTo>
                <a:lnTo>
                  <a:pt x="4802759" y="289372"/>
                </a:lnTo>
                <a:lnTo>
                  <a:pt x="4791137" y="284108"/>
                </a:lnTo>
                <a:lnTo>
                  <a:pt x="4779186" y="278879"/>
                </a:lnTo>
                <a:lnTo>
                  <a:pt x="4766920" y="273675"/>
                </a:lnTo>
                <a:lnTo>
                  <a:pt x="4754340" y="268518"/>
                </a:lnTo>
                <a:lnTo>
                  <a:pt x="4741422" y="263387"/>
                </a:lnTo>
                <a:lnTo>
                  <a:pt x="4714708" y="253258"/>
                </a:lnTo>
                <a:lnTo>
                  <a:pt x="4686731" y="243273"/>
                </a:lnTo>
                <a:lnTo>
                  <a:pt x="4657544" y="233435"/>
                </a:lnTo>
                <a:lnTo>
                  <a:pt x="4627153" y="223753"/>
                </a:lnTo>
                <a:lnTo>
                  <a:pt x="4595589" y="214218"/>
                </a:lnTo>
                <a:lnTo>
                  <a:pt x="4562858" y="204853"/>
                </a:lnTo>
                <a:lnTo>
                  <a:pt x="4528986" y="195646"/>
                </a:lnTo>
                <a:lnTo>
                  <a:pt x="4493987" y="186607"/>
                </a:lnTo>
                <a:lnTo>
                  <a:pt x="4457883" y="177739"/>
                </a:lnTo>
                <a:lnTo>
                  <a:pt x="4420689" y="169041"/>
                </a:lnTo>
                <a:lnTo>
                  <a:pt x="4382426" y="160512"/>
                </a:lnTo>
                <a:lnTo>
                  <a:pt x="4343119" y="152166"/>
                </a:lnTo>
                <a:lnTo>
                  <a:pt x="4302782" y="144001"/>
                </a:lnTo>
                <a:lnTo>
                  <a:pt x="4261425" y="136019"/>
                </a:lnTo>
                <a:lnTo>
                  <a:pt x="4219075" y="128230"/>
                </a:lnTo>
                <a:lnTo>
                  <a:pt x="4175764" y="120636"/>
                </a:lnTo>
                <a:lnTo>
                  <a:pt x="4131486" y="113236"/>
                </a:lnTo>
                <a:lnTo>
                  <a:pt x="4086283" y="106030"/>
                </a:lnTo>
                <a:lnTo>
                  <a:pt x="4040146" y="99030"/>
                </a:lnTo>
                <a:lnTo>
                  <a:pt x="3993125" y="92248"/>
                </a:lnTo>
                <a:lnTo>
                  <a:pt x="3945230" y="85660"/>
                </a:lnTo>
                <a:lnTo>
                  <a:pt x="3896473" y="79292"/>
                </a:lnTo>
                <a:lnTo>
                  <a:pt x="3846867" y="73141"/>
                </a:lnTo>
                <a:lnTo>
                  <a:pt x="3796448" y="67209"/>
                </a:lnTo>
                <a:lnTo>
                  <a:pt x="3745230" y="61507"/>
                </a:lnTo>
                <a:lnTo>
                  <a:pt x="3693234" y="56036"/>
                </a:lnTo>
                <a:lnTo>
                  <a:pt x="3640461" y="50782"/>
                </a:lnTo>
                <a:lnTo>
                  <a:pt x="3586950" y="45772"/>
                </a:lnTo>
                <a:lnTo>
                  <a:pt x="3532721" y="41005"/>
                </a:lnTo>
                <a:lnTo>
                  <a:pt x="3477778" y="36480"/>
                </a:lnTo>
                <a:lnTo>
                  <a:pt x="3422154" y="32197"/>
                </a:lnTo>
                <a:lnTo>
                  <a:pt x="3365865" y="28170"/>
                </a:lnTo>
                <a:lnTo>
                  <a:pt x="3308931" y="24384"/>
                </a:lnTo>
                <a:lnTo>
                  <a:pt x="3251366" y="20866"/>
                </a:lnTo>
                <a:lnTo>
                  <a:pt x="3193186" y="17603"/>
                </a:lnTo>
                <a:lnTo>
                  <a:pt x="3134432" y="14606"/>
                </a:lnTo>
                <a:lnTo>
                  <a:pt x="3075097" y="11877"/>
                </a:lnTo>
                <a:lnTo>
                  <a:pt x="3015203" y="9426"/>
                </a:lnTo>
                <a:lnTo>
                  <a:pt x="2954789" y="7243"/>
                </a:lnTo>
                <a:lnTo>
                  <a:pt x="2893863" y="5338"/>
                </a:lnTo>
                <a:lnTo>
                  <a:pt x="2832441" y="3724"/>
                </a:lnTo>
                <a:lnTo>
                  <a:pt x="2770547" y="2390"/>
                </a:lnTo>
                <a:lnTo>
                  <a:pt x="2708191" y="1347"/>
                </a:lnTo>
                <a:lnTo>
                  <a:pt x="2645410" y="594"/>
                </a:lnTo>
                <a:lnTo>
                  <a:pt x="2582205" y="146"/>
                </a:lnTo>
                <a:lnTo>
                  <a:pt x="2518637" y="0"/>
                </a:lnTo>
                <a:lnTo>
                  <a:pt x="2518587" y="18197"/>
                </a:lnTo>
              </a:path>
            </a:pathLst>
          </a:custGeom>
          <a:solidFill xmlns:a="http://schemas.openxmlformats.org/drawingml/2006/main">
            <a:srgbClr val="000000"/>
          </a:solidFill>
          <a:ln xmlns:a="http://schemas.openxmlformats.org/drawingml/2006/main" w="0">
            <a:noFill/>
            <a:prstDash val="solid"/>
          </a:ln>
        </p:spPr>
      </p:sp>
      <p:pic>
        <p:nvPicPr>
          <p:cNvPr id="128" name="">
            <a:extLst xmlns:a="http://schemas.openxmlformats.org/drawingml/2006/main">
              <a:ext uri="{FF2B5EF4-FFF2-40B4-BE49-F238E27FC236}">
                <a16:creationId xmlns:a16="http://schemas.microsoft.com/office/drawing/2014/main" id="{36013810-A31D-40FD-AEAF-15A2F4859456}"/>
              </a:ext>
            </a:extLst>
          </p:cNvPr>
          <p:cNvPicPr>
            <a:picLocks xmlns:a="http://schemas.openxmlformats.org/drawingml/2006/main" noChangeAspect="1"/>
          </p:cNvPicPr>
          <p:nvPr/>
        </p:nvPicPr>
        <p:blipFill>
          <a:blip xmlns:r="http://schemas.openxmlformats.org/officeDocument/2006/relationships" xmlns:a="http://schemas.openxmlformats.org/drawingml/2006/main" r:embed="R4d615a4f6b8b4ff8"/>
          <a:srcRect xmlns:a="http://schemas.openxmlformats.org/drawingml/2006/main" l="0" t="386" r="0" b="386"/>
          <a:stretch xmlns:a="http://schemas.openxmlformats.org/drawingml/2006/main">
            <a:fillRect l="0" t="0" r="0" b="0"/>
          </a:stretch>
        </p:blipFill>
        <p:spPr>
          <a:xfrm xmlns:a="http://schemas.openxmlformats.org/drawingml/2006/main">
            <a:off x="10294982" y="3009097"/>
            <a:ext cx="668204" cy="729347"/>
          </a:xfrm>
          <a:prstGeom xmlns:a="http://schemas.openxmlformats.org/drawingml/2006/main" prst="rect">
            <a:avLst/>
          </a:prstGeom>
        </p:spPr>
      </p:pic>
      <p:sp>
        <p:nvSpPr>
          <p:cNvPr id="129" name="vergsa-source-component-20">
            <a:extLst xmlns:a="http://schemas.openxmlformats.org/drawingml/2006/main">
              <a:ext uri="{FF2B5EF4-FFF2-40B4-BE49-F238E27FC236}">
                <a16:creationId xmlns:a16="http://schemas.microsoft.com/office/drawing/2014/main" id="{0AD61C90-39B2-4EBF-B0DD-A7011D5A264C}"/>
              </a:ext>
            </a:extLst>
          </p:cNvPr>
          <p:cNvSpPr>
            <a:spLocks xmlns:a="http://schemas.openxmlformats.org/drawingml/2006/main" noGrp="1"/>
          </p:cNvSpPr>
          <p:nvPr/>
        </p:nvSpPr>
        <p:spPr>
          <a:xfrm xmlns:a="http://schemas.openxmlformats.org/drawingml/2006/main" rot="0">
            <a:off x="10294982" y="3009097"/>
            <a:ext cx="668204" cy="729347"/>
          </a:xfrm>
          <a:prstGeom xmlns:a="http://schemas.openxmlformats.org/drawingml/2006/main" prst="rect">
            <a:avLst/>
          </a:prstGeom>
          <a:noFill xmlns:a="http://schemas.openxmlformats.org/drawingml/2006/main"/>
          <a:ln xmlns:a="http://schemas.openxmlformats.org/drawingml/2006/main" w="0">
            <a:noFill/>
          </a:ln>
        </p:spPr>
      </p:sp>
      <p:sp>
        <p:nvSpPr>
          <p:cNvPr id="130" name="vergsa-source-component-21-shadow">
            <a:extLst xmlns:a="http://schemas.openxmlformats.org/drawingml/2006/main">
              <a:ext uri="{FF2B5EF4-FFF2-40B4-BE49-F238E27FC236}">
                <a16:creationId xmlns:a16="http://schemas.microsoft.com/office/drawing/2014/main" id="{44F29905-42B1-4DB3-A8A1-0F7FFB9DD44A}"/>
              </a:ext>
            </a:extLst>
          </p:cNvPr>
          <p:cNvSpPr>
            <a:spLocks xmlns:a="http://schemas.openxmlformats.org/drawingml/2006/main" noGrp="1"/>
          </p:cNvSpPr>
          <p:nvPr/>
        </p:nvSpPr>
        <p:spPr>
          <a:xfrm xmlns:a="http://schemas.openxmlformats.org/drawingml/2006/main" rot="0">
            <a:off x="5291033" y="2691458"/>
            <a:ext cx="998336" cy="420364"/>
          </a:xfrm>
          <a:prstGeom xmlns:a="http://schemas.openxmlformats.org/drawingml/2006/main" prst="rect">
            <a:avLst/>
          </a:prstGeom>
          <a:solidFill xmlns:a="http://schemas.openxmlformats.org/drawingml/2006/main">
            <a:srgbClr val="BCBCBC"/>
          </a:solidFill>
          <a:ln xmlns:a="http://schemas.openxmlformats.org/drawingml/2006/main" w="0">
            <a:no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31" name="vergsa-source-component-21-box">
            <a:extLst xmlns:a="http://schemas.openxmlformats.org/drawingml/2006/main">
              <a:ext uri="{FF2B5EF4-FFF2-40B4-BE49-F238E27FC236}">
                <a16:creationId xmlns:a16="http://schemas.microsoft.com/office/drawing/2014/main" id="{64ED679E-0407-4083-AC40-005DAF3C0BC5}"/>
              </a:ext>
            </a:extLst>
          </p:cNvPr>
          <p:cNvSpPr>
            <a:spLocks xmlns:a="http://schemas.openxmlformats.org/drawingml/2006/main" noGrp="1"/>
          </p:cNvSpPr>
          <p:nvPr/>
        </p:nvSpPr>
        <p:spPr>
          <a:xfrm xmlns:a="http://schemas.openxmlformats.org/drawingml/2006/main" rot="0">
            <a:off x="5271983" y="2662883"/>
            <a:ext cx="979286" cy="420364"/>
          </a:xfrm>
          <a:prstGeom xmlns:a="http://schemas.openxmlformats.org/drawingml/2006/main" prst="rect">
            <a:avLst/>
          </a:prstGeom>
          <a:solidFill xmlns:a="http://schemas.openxmlformats.org/drawingml/2006/main">
            <a:srgbClr val="8ED974"/>
          </a:solidFill>
          <a:ln xmlns:a="http://schemas.openxmlformats.org/drawingml/2006/main" w="13335">
            <a:solidFill>
              <a:srgbClr val="747474"/>
            </a:solidFill>
            <a:prstDash val="solid"/>
          </a:ln>
        </p:spPr>
        <p:txBody>
          <a:bodyPr xmlns:a="http://schemas.openxmlformats.org/drawingml/2006/main" wrap="square" lIns="19050" tIns="19050" rIns="19050" bIns="19050" anchor="ctr"/>
          <a:lstStyle xmlns:a="http://schemas.openxmlformats.org/drawingml/2006/main">
            <a:defPPr algn="ctr">
              <a:defRPr sz="1500" b="0" i="0">
                <a:solidFill>
                  <a:srgbClr val="111111"/>
                </a:solidFill>
                <a:latin typeface="Arial"/>
                <a:ea typeface="Arial"/>
                <a:cs typeface="Arial"/>
              </a:defRPr>
            </a:defPPr>
          </a:lstStyle>
          <a:p xmlns:a="http://schemas.openxmlformats.org/drawingml/2006/main">
            <a:r>
              <a:t/>
            </a:r>
          </a:p>
        </p:txBody>
      </p:sp>
      <p:sp>
        <p:nvSpPr>
          <p:cNvPr id="132" name="pdf-text-79-0">
            <a:extLst xmlns:a="http://schemas.openxmlformats.org/drawingml/2006/main">
              <a:ext uri="{FF2B5EF4-FFF2-40B4-BE49-F238E27FC236}">
                <a16:creationId xmlns:a16="http://schemas.microsoft.com/office/drawing/2014/main" id="{CF19B287-C32B-499A-B819-C63E2FEB01A2}"/>
              </a:ext>
            </a:extLst>
          </p:cNvPr>
          <p:cNvSpPr>
            <a:spLocks xmlns:a="http://schemas.openxmlformats.org/drawingml/2006/main" noGrp="1"/>
          </p:cNvSpPr>
          <p:nvPr/>
        </p:nvSpPr>
        <p:spPr>
          <a:xfrm xmlns:a="http://schemas.openxmlformats.org/drawingml/2006/main" rot="0">
            <a:off x="5549121" y="2782308"/>
            <a:ext cx="420963" cy="1455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46" b="0" i="0">
                <a:solidFill>
                  <a:srgbClr val="000000"/>
                </a:solidFill>
                <a:latin typeface="Times New Roman"/>
                <a:ea typeface="Times New Roman"/>
                <a:cs typeface="Times New Roman"/>
              </a:defRPr>
            </a:defPPr>
          </a:lstStyle>
          <a:p xmlns:a="http://schemas.openxmlformats.org/drawingml/2006/main">
            <a:pPr algn="l">
              <a:defRPr sz="1146" b="0" i="0">
                <a:solidFill>
                  <a:srgbClr val="000000"/>
                </a:solidFill>
                <a:latin typeface="Times New Roman"/>
                <a:ea typeface="Times New Roman"/>
                <a:cs typeface="Times New Roman"/>
              </a:defRPr>
            </a:pPr>
            <a:r>
              <a:rPr sz="1146" b="0" i="0">
                <a:solidFill>
                  <a:srgbClr val="000000"/>
                </a:solidFill>
                <a:latin typeface="Times New Roman"/>
                <a:ea typeface="Times New Roman"/>
                <a:cs typeface="Times New Roman"/>
              </a:rPr>
              <a:t>Scene1</a:t>
            </a:r>
          </a:p>
        </p:txBody>
      </p:sp>
      <p:sp>
        <p:nvSpPr>
          <p:cNvPr id="133" name="pdf-path-119">
            <a:extLst xmlns:a="http://schemas.openxmlformats.org/drawingml/2006/main">
              <a:ext uri="{FF2B5EF4-FFF2-40B4-BE49-F238E27FC236}">
                <a16:creationId xmlns:a16="http://schemas.microsoft.com/office/drawing/2014/main" id="{F333E8FF-6A14-4EEF-A00C-EC10D2EDE2C4}"/>
              </a:ext>
            </a:extLst>
          </p:cNvPr>
          <p:cNvSpPr>
            <a:spLocks xmlns:a="http://schemas.openxmlformats.org/drawingml/2006/main" noGrp="1"/>
          </p:cNvSpPr>
          <p:nvPr/>
        </p:nvSpPr>
        <p:spPr>
          <a:xfrm xmlns:a="http://schemas.openxmlformats.org/drawingml/2006/main" rot="0">
            <a:off x="7023720" y="3059505"/>
            <a:ext cx="763071" cy="868956"/>
          </a:xfrm>
          <a:custGeom xmlns:a="http://schemas.openxmlformats.org/drawingml/2006/main">
            <a:pathLst>
              <a:path w="763071" h="868956">
                <a:moveTo>
                  <a:pt x="693014" y="796336"/>
                </a:moveTo>
                <a:lnTo>
                  <a:pt x="690465" y="832647"/>
                </a:lnTo>
                <a:lnTo>
                  <a:pt x="687917" y="868956"/>
                </a:lnTo>
                <a:lnTo>
                  <a:pt x="763071" y="837742"/>
                </a:lnTo>
                <a:lnTo>
                  <a:pt x="693014" y="796336"/>
                </a:lnTo>
                <a:moveTo>
                  <a:pt x="0" y="122"/>
                </a:moveTo>
                <a:lnTo>
                  <a:pt x="73" y="10008"/>
                </a:lnTo>
                <a:lnTo>
                  <a:pt x="279" y="19944"/>
                </a:lnTo>
                <a:lnTo>
                  <a:pt x="617" y="29880"/>
                </a:lnTo>
                <a:lnTo>
                  <a:pt x="1103" y="39816"/>
                </a:lnTo>
                <a:lnTo>
                  <a:pt x="1722" y="49739"/>
                </a:lnTo>
                <a:lnTo>
                  <a:pt x="2475" y="59662"/>
                </a:lnTo>
                <a:lnTo>
                  <a:pt x="3361" y="69574"/>
                </a:lnTo>
                <a:lnTo>
                  <a:pt x="4379" y="79486"/>
                </a:lnTo>
                <a:lnTo>
                  <a:pt x="5531" y="89374"/>
                </a:lnTo>
                <a:lnTo>
                  <a:pt x="6805" y="99283"/>
                </a:lnTo>
                <a:lnTo>
                  <a:pt x="9742" y="118974"/>
                </a:lnTo>
                <a:lnTo>
                  <a:pt x="13198" y="138626"/>
                </a:lnTo>
                <a:lnTo>
                  <a:pt x="17142" y="158219"/>
                </a:lnTo>
                <a:lnTo>
                  <a:pt x="21570" y="177715"/>
                </a:lnTo>
                <a:lnTo>
                  <a:pt x="26483" y="197125"/>
                </a:lnTo>
                <a:lnTo>
                  <a:pt x="31857" y="216439"/>
                </a:lnTo>
                <a:lnTo>
                  <a:pt x="37704" y="235643"/>
                </a:lnTo>
                <a:lnTo>
                  <a:pt x="44001" y="254725"/>
                </a:lnTo>
                <a:lnTo>
                  <a:pt x="50734" y="273687"/>
                </a:lnTo>
                <a:lnTo>
                  <a:pt x="57903" y="292503"/>
                </a:lnTo>
                <a:lnTo>
                  <a:pt x="65509" y="311173"/>
                </a:lnTo>
                <a:lnTo>
                  <a:pt x="73516" y="329685"/>
                </a:lnTo>
                <a:lnTo>
                  <a:pt x="81949" y="348029"/>
                </a:lnTo>
                <a:lnTo>
                  <a:pt x="90767" y="366190"/>
                </a:lnTo>
                <a:lnTo>
                  <a:pt x="99987" y="384181"/>
                </a:lnTo>
                <a:lnTo>
                  <a:pt x="109584" y="401965"/>
                </a:lnTo>
                <a:lnTo>
                  <a:pt x="119556" y="419544"/>
                </a:lnTo>
                <a:lnTo>
                  <a:pt x="129891" y="436916"/>
                </a:lnTo>
                <a:lnTo>
                  <a:pt x="140592" y="454058"/>
                </a:lnTo>
                <a:lnTo>
                  <a:pt x="151631" y="470982"/>
                </a:lnTo>
                <a:lnTo>
                  <a:pt x="163011" y="487650"/>
                </a:lnTo>
                <a:lnTo>
                  <a:pt x="174730" y="504064"/>
                </a:lnTo>
                <a:lnTo>
                  <a:pt x="186764" y="520223"/>
                </a:lnTo>
                <a:lnTo>
                  <a:pt x="199115" y="536115"/>
                </a:lnTo>
                <a:lnTo>
                  <a:pt x="211767" y="551717"/>
                </a:lnTo>
                <a:lnTo>
                  <a:pt x="224712" y="567039"/>
                </a:lnTo>
                <a:lnTo>
                  <a:pt x="237947" y="582058"/>
                </a:lnTo>
                <a:lnTo>
                  <a:pt x="251474" y="596761"/>
                </a:lnTo>
                <a:lnTo>
                  <a:pt x="265255" y="611149"/>
                </a:lnTo>
                <a:lnTo>
                  <a:pt x="279315" y="625222"/>
                </a:lnTo>
                <a:lnTo>
                  <a:pt x="293619" y="638943"/>
                </a:lnTo>
                <a:lnTo>
                  <a:pt x="308165" y="652324"/>
                </a:lnTo>
                <a:lnTo>
                  <a:pt x="322953" y="665341"/>
                </a:lnTo>
                <a:lnTo>
                  <a:pt x="337972" y="677993"/>
                </a:lnTo>
                <a:lnTo>
                  <a:pt x="353209" y="690283"/>
                </a:lnTo>
                <a:lnTo>
                  <a:pt x="368664" y="702173"/>
                </a:lnTo>
                <a:lnTo>
                  <a:pt x="384314" y="713673"/>
                </a:lnTo>
                <a:lnTo>
                  <a:pt x="400158" y="724773"/>
                </a:lnTo>
                <a:lnTo>
                  <a:pt x="416197" y="735449"/>
                </a:lnTo>
                <a:lnTo>
                  <a:pt x="432415" y="745700"/>
                </a:lnTo>
                <a:lnTo>
                  <a:pt x="448793" y="755526"/>
                </a:lnTo>
                <a:lnTo>
                  <a:pt x="465340" y="764904"/>
                </a:lnTo>
                <a:lnTo>
                  <a:pt x="482034" y="773833"/>
                </a:lnTo>
                <a:lnTo>
                  <a:pt x="498872" y="782289"/>
                </a:lnTo>
                <a:lnTo>
                  <a:pt x="515856" y="790283"/>
                </a:lnTo>
                <a:lnTo>
                  <a:pt x="532962" y="797793"/>
                </a:lnTo>
                <a:lnTo>
                  <a:pt x="550188" y="804805"/>
                </a:lnTo>
                <a:lnTo>
                  <a:pt x="567524" y="811307"/>
                </a:lnTo>
                <a:lnTo>
                  <a:pt x="584956" y="817312"/>
                </a:lnTo>
                <a:lnTo>
                  <a:pt x="602499" y="822783"/>
                </a:lnTo>
                <a:lnTo>
                  <a:pt x="620114" y="827721"/>
                </a:lnTo>
                <a:lnTo>
                  <a:pt x="637777" y="832113"/>
                </a:lnTo>
                <a:lnTo>
                  <a:pt x="646682" y="834115"/>
                </a:lnTo>
                <a:lnTo>
                  <a:pt x="655574" y="835958"/>
                </a:lnTo>
                <a:lnTo>
                  <a:pt x="664479" y="837681"/>
                </a:lnTo>
                <a:lnTo>
                  <a:pt x="673384" y="839246"/>
                </a:lnTo>
                <a:lnTo>
                  <a:pt x="682555" y="840714"/>
                </a:lnTo>
                <a:lnTo>
                  <a:pt x="707802" y="842983"/>
                </a:lnTo>
                <a:lnTo>
                  <a:pt x="709426" y="824858"/>
                </a:lnTo>
                <a:lnTo>
                  <a:pt x="684496" y="822613"/>
                </a:lnTo>
                <a:lnTo>
                  <a:pt x="685115" y="822687"/>
                </a:lnTo>
                <a:lnTo>
                  <a:pt x="676332" y="821291"/>
                </a:lnTo>
                <a:lnTo>
                  <a:pt x="676477" y="821316"/>
                </a:lnTo>
                <a:lnTo>
                  <a:pt x="667694" y="819763"/>
                </a:lnTo>
                <a:lnTo>
                  <a:pt x="667839" y="819786"/>
                </a:lnTo>
                <a:lnTo>
                  <a:pt x="659068" y="818113"/>
                </a:lnTo>
                <a:lnTo>
                  <a:pt x="659215" y="818137"/>
                </a:lnTo>
                <a:lnTo>
                  <a:pt x="650455" y="816317"/>
                </a:lnTo>
                <a:lnTo>
                  <a:pt x="650600" y="816342"/>
                </a:lnTo>
                <a:lnTo>
                  <a:pt x="641854" y="814376"/>
                </a:lnTo>
                <a:lnTo>
                  <a:pt x="642060" y="814425"/>
                </a:lnTo>
                <a:lnTo>
                  <a:pt x="624626" y="810094"/>
                </a:lnTo>
                <a:lnTo>
                  <a:pt x="624895" y="810167"/>
                </a:lnTo>
                <a:lnTo>
                  <a:pt x="607534" y="805302"/>
                </a:lnTo>
                <a:lnTo>
                  <a:pt x="607789" y="805375"/>
                </a:lnTo>
                <a:lnTo>
                  <a:pt x="590513" y="799976"/>
                </a:lnTo>
                <a:lnTo>
                  <a:pt x="590756" y="800061"/>
                </a:lnTo>
                <a:lnTo>
                  <a:pt x="573565" y="794141"/>
                </a:lnTo>
                <a:lnTo>
                  <a:pt x="573796" y="794226"/>
                </a:lnTo>
                <a:lnTo>
                  <a:pt x="556702" y="787809"/>
                </a:lnTo>
                <a:lnTo>
                  <a:pt x="556933" y="787905"/>
                </a:lnTo>
                <a:lnTo>
                  <a:pt x="539937" y="780978"/>
                </a:lnTo>
                <a:lnTo>
                  <a:pt x="540168" y="781076"/>
                </a:lnTo>
                <a:lnTo>
                  <a:pt x="523280" y="773663"/>
                </a:lnTo>
                <a:lnTo>
                  <a:pt x="523499" y="773772"/>
                </a:lnTo>
                <a:lnTo>
                  <a:pt x="506733" y="765874"/>
                </a:lnTo>
                <a:lnTo>
                  <a:pt x="506939" y="765983"/>
                </a:lnTo>
                <a:lnTo>
                  <a:pt x="490306" y="757626"/>
                </a:lnTo>
                <a:lnTo>
                  <a:pt x="490514" y="757734"/>
                </a:lnTo>
                <a:lnTo>
                  <a:pt x="474015" y="748915"/>
                </a:lnTo>
                <a:lnTo>
                  <a:pt x="474209" y="749025"/>
                </a:lnTo>
                <a:lnTo>
                  <a:pt x="457867" y="739755"/>
                </a:lnTo>
                <a:lnTo>
                  <a:pt x="458049" y="739865"/>
                </a:lnTo>
                <a:lnTo>
                  <a:pt x="441866" y="730148"/>
                </a:lnTo>
                <a:lnTo>
                  <a:pt x="442048" y="730269"/>
                </a:lnTo>
                <a:lnTo>
                  <a:pt x="426022" y="720127"/>
                </a:lnTo>
                <a:lnTo>
                  <a:pt x="426192" y="720248"/>
                </a:lnTo>
                <a:lnTo>
                  <a:pt x="410337" y="709681"/>
                </a:lnTo>
                <a:lnTo>
                  <a:pt x="410519" y="709803"/>
                </a:lnTo>
                <a:lnTo>
                  <a:pt x="394832" y="698824"/>
                </a:lnTo>
                <a:lnTo>
                  <a:pt x="395002" y="698944"/>
                </a:lnTo>
                <a:lnTo>
                  <a:pt x="379522" y="687566"/>
                </a:lnTo>
                <a:lnTo>
                  <a:pt x="379680" y="687687"/>
                </a:lnTo>
                <a:lnTo>
                  <a:pt x="364394" y="675920"/>
                </a:lnTo>
                <a:lnTo>
                  <a:pt x="364552" y="676040"/>
                </a:lnTo>
                <a:lnTo>
                  <a:pt x="349473" y="663897"/>
                </a:lnTo>
                <a:lnTo>
                  <a:pt x="349630" y="664018"/>
                </a:lnTo>
                <a:lnTo>
                  <a:pt x="334757" y="651486"/>
                </a:lnTo>
                <a:lnTo>
                  <a:pt x="334903" y="651620"/>
                </a:lnTo>
                <a:lnTo>
                  <a:pt x="320271" y="638724"/>
                </a:lnTo>
                <a:lnTo>
                  <a:pt x="320418" y="638858"/>
                </a:lnTo>
                <a:lnTo>
                  <a:pt x="306006" y="625610"/>
                </a:lnTo>
                <a:lnTo>
                  <a:pt x="306150" y="625743"/>
                </a:lnTo>
                <a:lnTo>
                  <a:pt x="291982" y="612156"/>
                </a:lnTo>
                <a:lnTo>
                  <a:pt x="292115" y="612290"/>
                </a:lnTo>
                <a:lnTo>
                  <a:pt x="278200" y="598363"/>
                </a:lnTo>
                <a:lnTo>
                  <a:pt x="278333" y="598496"/>
                </a:lnTo>
                <a:lnTo>
                  <a:pt x="264672" y="584241"/>
                </a:lnTo>
                <a:lnTo>
                  <a:pt x="264807" y="584375"/>
                </a:lnTo>
                <a:lnTo>
                  <a:pt x="251413" y="569805"/>
                </a:lnTo>
                <a:lnTo>
                  <a:pt x="251547" y="569950"/>
                </a:lnTo>
                <a:lnTo>
                  <a:pt x="238432" y="555078"/>
                </a:lnTo>
                <a:lnTo>
                  <a:pt x="238553" y="555211"/>
                </a:lnTo>
                <a:lnTo>
                  <a:pt x="225719" y="540046"/>
                </a:lnTo>
                <a:lnTo>
                  <a:pt x="225840" y="540180"/>
                </a:lnTo>
                <a:lnTo>
                  <a:pt x="213309" y="524725"/>
                </a:lnTo>
                <a:lnTo>
                  <a:pt x="213417" y="524869"/>
                </a:lnTo>
                <a:lnTo>
                  <a:pt x="201189" y="509135"/>
                </a:lnTo>
                <a:lnTo>
                  <a:pt x="201297" y="509281"/>
                </a:lnTo>
                <a:lnTo>
                  <a:pt x="189373" y="493268"/>
                </a:lnTo>
                <a:lnTo>
                  <a:pt x="189481" y="493425"/>
                </a:lnTo>
                <a:lnTo>
                  <a:pt x="177884" y="477157"/>
                </a:lnTo>
                <a:lnTo>
                  <a:pt x="177994" y="477314"/>
                </a:lnTo>
                <a:lnTo>
                  <a:pt x="166710" y="460791"/>
                </a:lnTo>
                <a:lnTo>
                  <a:pt x="166820" y="460949"/>
                </a:lnTo>
                <a:lnTo>
                  <a:pt x="155878" y="444195"/>
                </a:lnTo>
                <a:lnTo>
                  <a:pt x="155975" y="444353"/>
                </a:lnTo>
                <a:lnTo>
                  <a:pt x="145385" y="427369"/>
                </a:lnTo>
                <a:lnTo>
                  <a:pt x="145481" y="427526"/>
                </a:lnTo>
                <a:lnTo>
                  <a:pt x="135242" y="410324"/>
                </a:lnTo>
                <a:lnTo>
                  <a:pt x="135340" y="410494"/>
                </a:lnTo>
                <a:lnTo>
                  <a:pt x="125464" y="393074"/>
                </a:lnTo>
                <a:lnTo>
                  <a:pt x="125549" y="393243"/>
                </a:lnTo>
                <a:lnTo>
                  <a:pt x="116049" y="375615"/>
                </a:lnTo>
                <a:lnTo>
                  <a:pt x="116136" y="375785"/>
                </a:lnTo>
                <a:lnTo>
                  <a:pt x="107011" y="357977"/>
                </a:lnTo>
                <a:lnTo>
                  <a:pt x="107097" y="358159"/>
                </a:lnTo>
                <a:lnTo>
                  <a:pt x="98362" y="340167"/>
                </a:lnTo>
                <a:lnTo>
                  <a:pt x="98447" y="340337"/>
                </a:lnTo>
                <a:lnTo>
                  <a:pt x="90101" y="322177"/>
                </a:lnTo>
                <a:lnTo>
                  <a:pt x="90185" y="322358"/>
                </a:lnTo>
                <a:lnTo>
                  <a:pt x="82239" y="304028"/>
                </a:lnTo>
                <a:lnTo>
                  <a:pt x="82325" y="304209"/>
                </a:lnTo>
                <a:lnTo>
                  <a:pt x="74802" y="285733"/>
                </a:lnTo>
                <a:lnTo>
                  <a:pt x="74876" y="285928"/>
                </a:lnTo>
                <a:lnTo>
                  <a:pt x="67778" y="267293"/>
                </a:lnTo>
                <a:lnTo>
                  <a:pt x="67839" y="267488"/>
                </a:lnTo>
                <a:lnTo>
                  <a:pt x="61179" y="248732"/>
                </a:lnTo>
                <a:lnTo>
                  <a:pt x="61240" y="248926"/>
                </a:lnTo>
                <a:lnTo>
                  <a:pt x="55015" y="230049"/>
                </a:lnTo>
                <a:lnTo>
                  <a:pt x="55076" y="230245"/>
                </a:lnTo>
                <a:lnTo>
                  <a:pt x="49303" y="211246"/>
                </a:lnTo>
                <a:lnTo>
                  <a:pt x="49363" y="211452"/>
                </a:lnTo>
                <a:lnTo>
                  <a:pt x="44038" y="192356"/>
                </a:lnTo>
                <a:lnTo>
                  <a:pt x="44098" y="192564"/>
                </a:lnTo>
                <a:lnTo>
                  <a:pt x="39234" y="173360"/>
                </a:lnTo>
                <a:lnTo>
                  <a:pt x="39293" y="173578"/>
                </a:lnTo>
                <a:lnTo>
                  <a:pt x="34902" y="154288"/>
                </a:lnTo>
                <a:lnTo>
                  <a:pt x="34951" y="154506"/>
                </a:lnTo>
                <a:lnTo>
                  <a:pt x="31056" y="135145"/>
                </a:lnTo>
                <a:lnTo>
                  <a:pt x="31093" y="135375"/>
                </a:lnTo>
                <a:lnTo>
                  <a:pt x="27696" y="115941"/>
                </a:lnTo>
                <a:lnTo>
                  <a:pt x="27733" y="116171"/>
                </a:lnTo>
                <a:lnTo>
                  <a:pt x="24820" y="96688"/>
                </a:lnTo>
                <a:lnTo>
                  <a:pt x="24845" y="96858"/>
                </a:lnTo>
                <a:lnTo>
                  <a:pt x="23583" y="87091"/>
                </a:lnTo>
                <a:lnTo>
                  <a:pt x="23596" y="87213"/>
                </a:lnTo>
                <a:lnTo>
                  <a:pt x="22467" y="77448"/>
                </a:lnTo>
                <a:lnTo>
                  <a:pt x="22479" y="77557"/>
                </a:lnTo>
                <a:lnTo>
                  <a:pt x="21472" y="67778"/>
                </a:lnTo>
                <a:lnTo>
                  <a:pt x="21485" y="67901"/>
                </a:lnTo>
                <a:lnTo>
                  <a:pt x="20612" y="58109"/>
                </a:lnTo>
                <a:lnTo>
                  <a:pt x="20623" y="58231"/>
                </a:lnTo>
                <a:lnTo>
                  <a:pt x="19871" y="48430"/>
                </a:lnTo>
                <a:lnTo>
                  <a:pt x="19883" y="48550"/>
                </a:lnTo>
                <a:lnTo>
                  <a:pt x="19277" y="38748"/>
                </a:lnTo>
                <a:lnTo>
                  <a:pt x="19277" y="38869"/>
                </a:lnTo>
                <a:lnTo>
                  <a:pt x="18803" y="29067"/>
                </a:lnTo>
                <a:lnTo>
                  <a:pt x="18803" y="29189"/>
                </a:lnTo>
                <a:lnTo>
                  <a:pt x="18464" y="19374"/>
                </a:lnTo>
                <a:lnTo>
                  <a:pt x="18476" y="19495"/>
                </a:lnTo>
                <a:lnTo>
                  <a:pt x="18270" y="9681"/>
                </a:lnTo>
                <a:lnTo>
                  <a:pt x="18270" y="9814"/>
                </a:lnTo>
                <a:lnTo>
                  <a:pt x="18198" y="0"/>
                </a:lnTo>
                <a:lnTo>
                  <a:pt x="0" y="122"/>
                </a:lnTo>
              </a:path>
            </a:pathLst>
          </a:custGeom>
          <a:solidFill xmlns:a="http://schemas.openxmlformats.org/drawingml/2006/main">
            <a:srgbClr val="000000"/>
          </a:solidFill>
          <a:ln xmlns:a="http://schemas.openxmlformats.org/drawingml/2006/main" w="0">
            <a:noFill/>
            <a:prstDash val="solid"/>
          </a:ln>
        </p:spPr>
      </p:sp>
      <p:sp>
        <p:nvSpPr>
          <p:cNvPr id="134" name="pdf-path-120">
            <a:extLst xmlns:a="http://schemas.openxmlformats.org/drawingml/2006/main">
              <a:ext uri="{FF2B5EF4-FFF2-40B4-BE49-F238E27FC236}">
                <a16:creationId xmlns:a16="http://schemas.microsoft.com/office/drawing/2014/main" id="{C3C8C834-76B7-49F5-AFAB-96BED203FACB}"/>
              </a:ext>
            </a:extLst>
          </p:cNvPr>
          <p:cNvSpPr>
            <a:spLocks xmlns:a="http://schemas.openxmlformats.org/drawingml/2006/main" noGrp="1"/>
          </p:cNvSpPr>
          <p:nvPr/>
        </p:nvSpPr>
        <p:spPr>
          <a:xfrm xmlns:a="http://schemas.openxmlformats.org/drawingml/2006/main" rot="0">
            <a:off x="6236991" y="2830279"/>
            <a:ext cx="318451" cy="72789"/>
          </a:xfrm>
          <a:custGeom xmlns:a="http://schemas.openxmlformats.org/drawingml/2006/main">
            <a:pathLst>
              <a:path w="318451" h="72789">
                <a:moveTo>
                  <a:pt x="245662" y="72789"/>
                </a:moveTo>
                <a:lnTo>
                  <a:pt x="245662" y="36395"/>
                </a:lnTo>
                <a:lnTo>
                  <a:pt x="245662" y="0"/>
                </a:lnTo>
                <a:lnTo>
                  <a:pt x="318451" y="36395"/>
                </a:lnTo>
                <a:lnTo>
                  <a:pt x="245662" y="72789"/>
                </a:lnTo>
                <a:moveTo>
                  <a:pt x="0" y="27296"/>
                </a:moveTo>
                <a:lnTo>
                  <a:pt x="263860" y="27296"/>
                </a:lnTo>
                <a:lnTo>
                  <a:pt x="263860" y="45493"/>
                </a:lnTo>
                <a:lnTo>
                  <a:pt x="0" y="45493"/>
                </a:lnTo>
                <a:lnTo>
                  <a:pt x="0" y="27296"/>
                </a:lnTo>
              </a:path>
            </a:pathLst>
          </a:custGeom>
          <a:solidFill xmlns:a="http://schemas.openxmlformats.org/drawingml/2006/main">
            <a:srgbClr val="000000"/>
          </a:solidFill>
          <a:ln xmlns:a="http://schemas.openxmlformats.org/drawingml/2006/main" w="0">
            <a:noFill/>
            <a:prstDash val="solid"/>
          </a:ln>
        </p:spPr>
      </p:sp>
      <p:sp>
        <p:nvSpPr>
          <p:cNvPr id="135" name="pdf-path-121">
            <a:extLst xmlns:a="http://schemas.openxmlformats.org/drawingml/2006/main">
              <a:ext uri="{FF2B5EF4-FFF2-40B4-BE49-F238E27FC236}">
                <a16:creationId xmlns:a16="http://schemas.microsoft.com/office/drawing/2014/main" id="{53413D73-A7BB-44AB-B94D-1005641FE30A}"/>
              </a:ext>
            </a:extLst>
          </p:cNvPr>
          <p:cNvSpPr>
            <a:spLocks xmlns:a="http://schemas.openxmlformats.org/drawingml/2006/main" noGrp="1"/>
          </p:cNvSpPr>
          <p:nvPr/>
        </p:nvSpPr>
        <p:spPr>
          <a:xfrm xmlns:a="http://schemas.openxmlformats.org/drawingml/2006/main" rot="0">
            <a:off x="7510193" y="2830279"/>
            <a:ext cx="276598" cy="72789"/>
          </a:xfrm>
          <a:custGeom xmlns:a="http://schemas.openxmlformats.org/drawingml/2006/main">
            <a:pathLst>
              <a:path w="276598" h="72789">
                <a:moveTo>
                  <a:pt x="203809" y="72789"/>
                </a:moveTo>
                <a:lnTo>
                  <a:pt x="203809" y="36395"/>
                </a:lnTo>
                <a:lnTo>
                  <a:pt x="203809" y="0"/>
                </a:lnTo>
                <a:lnTo>
                  <a:pt x="276598" y="36395"/>
                </a:lnTo>
                <a:lnTo>
                  <a:pt x="203809" y="72789"/>
                </a:lnTo>
                <a:moveTo>
                  <a:pt x="0" y="27296"/>
                </a:moveTo>
                <a:lnTo>
                  <a:pt x="222007" y="27296"/>
                </a:lnTo>
                <a:lnTo>
                  <a:pt x="222007" y="45493"/>
                </a:lnTo>
                <a:lnTo>
                  <a:pt x="0" y="45493"/>
                </a:lnTo>
                <a:lnTo>
                  <a:pt x="0" y="27296"/>
                </a:lnTo>
              </a:path>
            </a:pathLst>
          </a:custGeom>
          <a:solidFill xmlns:a="http://schemas.openxmlformats.org/drawingml/2006/main">
            <a:srgbClr val="000000"/>
          </a:solidFill>
          <a:ln xmlns:a="http://schemas.openxmlformats.org/drawingml/2006/main" w="0">
            <a:noFill/>
            <a:prstDash val="solid"/>
          </a:ln>
        </p:spPr>
      </p:sp>
      <p:sp>
        <p:nvSpPr>
          <p:cNvPr id="136" name="pdf-text-80-0">
            <a:extLst xmlns:a="http://schemas.openxmlformats.org/drawingml/2006/main">
              <a:ext uri="{FF2B5EF4-FFF2-40B4-BE49-F238E27FC236}">
                <a16:creationId xmlns:a16="http://schemas.microsoft.com/office/drawing/2014/main" id="{B45DFE3F-371B-4375-99BB-03770BC0B9CF}"/>
              </a:ext>
            </a:extLst>
          </p:cNvPr>
          <p:cNvSpPr>
            <a:spLocks xmlns:a="http://schemas.openxmlformats.org/drawingml/2006/main" noGrp="1"/>
          </p:cNvSpPr>
          <p:nvPr/>
        </p:nvSpPr>
        <p:spPr>
          <a:xfrm xmlns:a="http://schemas.openxmlformats.org/drawingml/2006/main" rot="0">
            <a:off x="3272703" y="3449961"/>
            <a:ext cx="833240" cy="1455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146" b="1" i="1">
                <a:solidFill>
                  <a:srgbClr val="000000"/>
                </a:solidFill>
                <a:latin typeface="Times New Roman"/>
                <a:ea typeface="Times New Roman"/>
                <a:cs typeface="Times New Roman"/>
              </a:defRPr>
            </a:defPPr>
          </a:lstStyle>
          <a:p xmlns:a="http://schemas.openxmlformats.org/drawingml/2006/main">
            <a:pPr algn="l">
              <a:defRPr sz="1146" b="1" i="1">
                <a:solidFill>
                  <a:srgbClr val="000000"/>
                </a:solidFill>
                <a:latin typeface="Times New Roman"/>
                <a:ea typeface="Times New Roman"/>
                <a:cs typeface="Times New Roman"/>
              </a:defRPr>
            </a:pPr>
            <a:r>
              <a:rPr sz="1146" b="1" i="1">
                <a:solidFill>
                  <a:srgbClr val="000000"/>
                </a:solidFill>
                <a:latin typeface="Times New Roman"/>
                <a:ea typeface="Times New Roman"/>
                <a:cs typeface="Times New Roman"/>
              </a:rPr>
              <a:t>Scene  format</a:t>
            </a:r>
          </a:p>
        </p:txBody>
      </p:sp>
      <p:sp>
        <p:nvSpPr>
          <p:cNvPr id="137" name="pdf-text-81-0">
            <a:extLst xmlns:a="http://schemas.openxmlformats.org/drawingml/2006/main">
              <a:ext uri="{FF2B5EF4-FFF2-40B4-BE49-F238E27FC236}">
                <a16:creationId xmlns:a16="http://schemas.microsoft.com/office/drawing/2014/main" id="{23A625CC-6B7C-4494-8B3F-6AF360501921}"/>
              </a:ext>
            </a:extLst>
          </p:cNvPr>
          <p:cNvSpPr>
            <a:spLocks xmlns:a="http://schemas.openxmlformats.org/drawingml/2006/main" noGrp="1"/>
          </p:cNvSpPr>
          <p:nvPr/>
        </p:nvSpPr>
        <p:spPr>
          <a:xfrm xmlns:a="http://schemas.openxmlformats.org/drawingml/2006/main" rot="0">
            <a:off x="3272703" y="3682427"/>
            <a:ext cx="259669"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2" b="0" i="1">
                <a:solidFill>
                  <a:srgbClr val="000000"/>
                </a:solidFill>
                <a:latin typeface="Times New Roman"/>
                <a:ea typeface="Times New Roman"/>
                <a:cs typeface="Times New Roman"/>
              </a:defRPr>
            </a:defPPr>
          </a:lstStyle>
          <a:p xmlns:a="http://schemas.openxmlformats.org/drawingml/2006/main">
            <a:pPr algn="l">
              <a:defRPr sz="1052" b="0" i="1">
                <a:solidFill>
                  <a:srgbClr val="000000"/>
                </a:solidFill>
                <a:latin typeface="Times New Roman"/>
                <a:ea typeface="Times New Roman"/>
                <a:cs typeface="Times New Roman"/>
              </a:defRPr>
            </a:pPr>
            <a:r>
              <a:rPr sz="1052" b="0" i="1">
                <a:solidFill>
                  <a:srgbClr val="000000"/>
                </a:solidFill>
                <a:latin typeface="Times New Roman"/>
                <a:ea typeface="Times New Roman"/>
                <a:cs typeface="Times New Roman"/>
              </a:rPr>
              <a:t>Type</a:t>
            </a:r>
          </a:p>
        </p:txBody>
      </p:sp>
      <p:sp>
        <p:nvSpPr>
          <p:cNvPr id="138" name="pdf-text-82-0">
            <a:extLst xmlns:a="http://schemas.openxmlformats.org/drawingml/2006/main">
              <a:ext uri="{FF2B5EF4-FFF2-40B4-BE49-F238E27FC236}">
                <a16:creationId xmlns:a16="http://schemas.microsoft.com/office/drawing/2014/main" id="{C6DFC64A-B7A7-4806-8CEA-A46E947FC823}"/>
              </a:ext>
            </a:extLst>
          </p:cNvPr>
          <p:cNvSpPr>
            <a:spLocks xmlns:a="http://schemas.openxmlformats.org/drawingml/2006/main" noGrp="1"/>
          </p:cNvSpPr>
          <p:nvPr/>
        </p:nvSpPr>
        <p:spPr>
          <a:xfrm xmlns:a="http://schemas.openxmlformats.org/drawingml/2006/main" rot="0">
            <a:off x="3272703" y="3842501"/>
            <a:ext cx="215389"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3" b="0" i="1">
                <a:solidFill>
                  <a:srgbClr val="000000"/>
                </a:solidFill>
                <a:latin typeface="Times New Roman"/>
                <a:ea typeface="Times New Roman"/>
                <a:cs typeface="Times New Roman"/>
              </a:defRPr>
            </a:defPPr>
          </a:lstStyle>
          <a:p xmlns:a="http://schemas.openxmlformats.org/drawingml/2006/main">
            <a:pPr algn="l">
              <a:defRPr sz="1053" b="0" i="1">
                <a:solidFill>
                  <a:srgbClr val="000000"/>
                </a:solidFill>
                <a:latin typeface="Times New Roman"/>
                <a:ea typeface="Times New Roman"/>
                <a:cs typeface="Times New Roman"/>
              </a:defRPr>
            </a:pPr>
            <a:r>
              <a:rPr sz="1053" b="0" i="1">
                <a:solidFill>
                  <a:srgbClr val="000000"/>
                </a:solidFill>
                <a:latin typeface="Times New Roman"/>
                <a:ea typeface="Times New Roman"/>
                <a:cs typeface="Times New Roman"/>
              </a:rPr>
              <a:t>Size</a:t>
            </a:r>
          </a:p>
        </p:txBody>
      </p:sp>
      <p:sp>
        <p:nvSpPr>
          <p:cNvPr id="139" name="pdf-text-83-0">
            <a:extLst xmlns:a="http://schemas.openxmlformats.org/drawingml/2006/main">
              <a:ext uri="{FF2B5EF4-FFF2-40B4-BE49-F238E27FC236}">
                <a16:creationId xmlns:a16="http://schemas.microsoft.com/office/drawing/2014/main" id="{D8A203AB-3AAC-49DD-BE05-4A9F47F58159}"/>
              </a:ext>
            </a:extLst>
          </p:cNvPr>
          <p:cNvSpPr>
            <a:spLocks xmlns:a="http://schemas.openxmlformats.org/drawingml/2006/main" noGrp="1"/>
          </p:cNvSpPr>
          <p:nvPr/>
        </p:nvSpPr>
        <p:spPr>
          <a:xfrm xmlns:a="http://schemas.openxmlformats.org/drawingml/2006/main" rot="0">
            <a:off x="3272703" y="4002748"/>
            <a:ext cx="474645"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1" b="0" i="1">
                <a:solidFill>
                  <a:srgbClr val="000000"/>
                </a:solidFill>
                <a:latin typeface="Times New Roman"/>
                <a:ea typeface="Times New Roman"/>
                <a:cs typeface="Times New Roman"/>
              </a:defRPr>
            </a:defPPr>
          </a:lstStyle>
          <a:p xmlns:a="http://schemas.openxmlformats.org/drawingml/2006/main">
            <a:pPr algn="l">
              <a:defRPr sz="1051" b="0" i="1">
                <a:solidFill>
                  <a:srgbClr val="000000"/>
                </a:solidFill>
                <a:latin typeface="Times New Roman"/>
                <a:ea typeface="Times New Roman"/>
                <a:cs typeface="Times New Roman"/>
              </a:defRPr>
            </a:pPr>
            <a:r>
              <a:rPr sz="1051" b="0" i="1">
                <a:solidFill>
                  <a:srgbClr val="000000"/>
                </a:solidFill>
                <a:latin typeface="Times New Roman"/>
                <a:ea typeface="Times New Roman"/>
                <a:cs typeface="Times New Roman"/>
              </a:rPr>
              <a:t>Location</a:t>
            </a:r>
          </a:p>
        </p:txBody>
      </p:sp>
      <p:sp>
        <p:nvSpPr>
          <p:cNvPr id="140" name="pdf-text-84-0">
            <a:extLst xmlns:a="http://schemas.openxmlformats.org/drawingml/2006/main">
              <a:ext uri="{FF2B5EF4-FFF2-40B4-BE49-F238E27FC236}">
                <a16:creationId xmlns:a16="http://schemas.microsoft.com/office/drawing/2014/main" id="{C9E0A0CF-AB43-4AB1-A11D-BFBA400B558D}"/>
              </a:ext>
            </a:extLst>
          </p:cNvPr>
          <p:cNvSpPr>
            <a:spLocks xmlns:a="http://schemas.openxmlformats.org/drawingml/2006/main" noGrp="1"/>
          </p:cNvSpPr>
          <p:nvPr/>
        </p:nvSpPr>
        <p:spPr>
          <a:xfrm xmlns:a="http://schemas.openxmlformats.org/drawingml/2006/main" rot="0">
            <a:off x="3272703" y="4162879"/>
            <a:ext cx="1056958" cy="13405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lstStyle xmlns:a="http://schemas.openxmlformats.org/drawingml/2006/main">
            <a:defPPr algn="l">
              <a:defRPr sz="1051" b="0" i="1">
                <a:solidFill>
                  <a:srgbClr val="000000"/>
                </a:solidFill>
                <a:latin typeface="Times New Roman"/>
                <a:ea typeface="Times New Roman"/>
                <a:cs typeface="Times New Roman"/>
              </a:defRPr>
            </a:defPPr>
          </a:lstStyle>
          <a:p xmlns:a="http://schemas.openxmlformats.org/drawingml/2006/main">
            <a:pPr algn="l">
              <a:defRPr sz="1051" b="0" i="1">
                <a:solidFill>
                  <a:srgbClr val="000000"/>
                </a:solidFill>
                <a:latin typeface="Times New Roman"/>
                <a:ea typeface="Times New Roman"/>
                <a:cs typeface="Times New Roman"/>
              </a:defRPr>
            </a:pPr>
            <a:r>
              <a:rPr sz="1051" b="0" i="1">
                <a:solidFill>
                  <a:srgbClr val="000000"/>
                </a:solidFill>
                <a:latin typeface="Times New Roman"/>
                <a:ea typeface="Times New Roman"/>
                <a:cs typeface="Times New Roman"/>
              </a:rPr>
              <a:t>Spatial relationship</a:t>
            </a:r>
          </a:p>
        </p:txBody>
      </p:sp>
    </p:spTree>
    <p:extLst>
      <p:ext uri="{BB962C8B-B14F-4D97-AF65-F5344CB8AC3E}">
        <p14:creationId xmlns:p14="http://schemas.microsoft.com/office/powerpoint/2010/main" val="10442797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2026-10-09T21:36:05.6450000Z</dcterms:created>
  <dcterms:modified xsi:type="dcterms:W3CDTF">2026-10-09T21:36:05.6450000Z</dcterms:modified>
</coreProperties>
</file>